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7285a171c84e97" /><Relationship Type="http://schemas.openxmlformats.org/officeDocument/2006/relationships/extended-properties" Target="/docProps/app.xml" Id="R79665b5cd9784358" /><Relationship Type="http://schemas.openxmlformats.org/officeDocument/2006/relationships/officeDocument" Target="/ppt/presentation.xml" Id="R94be86c44311497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3f5fa6dee9a4a0e"/>
  </p:sldMasterIdLst>
  <p:notesMasterIdLst>
    <p:notesMasterId xmlns:r="http://schemas.openxmlformats.org/officeDocument/2006/relationships" r:id="R9c099d3b832f428c"/>
  </p:notesMasterIdLst>
  <p:sldIdLst>
    <p:sldId xmlns:r="http://schemas.openxmlformats.org/officeDocument/2006/relationships" id="256" r:id="Rdb468069582c4f5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2a063c91a74eb1" /><Relationship Type="http://schemas.openxmlformats.org/officeDocument/2006/relationships/slideMaster" Target="/ppt/slideMasters/slideMaster1.xml" Id="R33f5fa6dee9a4a0e" /><Relationship Type="http://schemas.openxmlformats.org/officeDocument/2006/relationships/notesMaster" Target="/ppt/notesMasters/notesMaster1.xml" Id="R9c099d3b832f428c" /><Relationship Type="http://schemas.openxmlformats.org/officeDocument/2006/relationships/presProps" Target="/ppt/presProps.xml" Id="R18c7e089802d4a2f" /><Relationship Type="http://schemas.openxmlformats.org/officeDocument/2006/relationships/tableStyles" Target="/ppt/tableStyles.xml" Id="Rad946e14c4114fee" /><Relationship Type="http://schemas.openxmlformats.org/officeDocument/2006/relationships/slide" Target="/ppt/slides/slide1.xml" Id="Rdb468069582c4f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7fd56dcc114e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9664b3681d4bd0" /><Relationship Type="http://schemas.openxmlformats.org/officeDocument/2006/relationships/notesMaster" Target="/ppt/notesMasters/notesMaster1.xml" Id="Rca2243d4e97646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1f1329776142b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5477210f1d4b87" /><Relationship Type="http://schemas.openxmlformats.org/officeDocument/2006/relationships/slideLayout" Target="/ppt/slideLayouts/slideLayout1.xml" Id="R7bcf02751a9e42e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cf02751a9e42e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2bbcb5656c48c4" /><Relationship Type="http://schemas.openxmlformats.org/officeDocument/2006/relationships/notesSlide" Target="/ppt/notesSlides/notesSlide1.xml" Id="R888cd51bd74f4ea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A69280B-5179-4A88-910B-C671BB0F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转化漏斗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31A195-F80A-43B9-A9A6-C2AB1E01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递减转化 · 阶段拆解</a:t>
            </a:r>
          </a:p>
        </p:txBody>
      </p:sp>
      <p:sp>
        <p:nvSpPr>
          <p:cNvPr id="3" name="PPAGENT_QA|parent=funnel-stage-0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36BF889E-75F6-4965-9FA5-D659360D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85800" y="1524000"/>
            <a:ext cx="5334000" cy="1000125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74B8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PPAGENT_QA|parent=funnel-face-0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EEA82F59-CB1B-456E-A403-6774D648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53340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4B82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5" name="PPAGENT_QA|within=funnel-stage-0|role=rate">
            <a:extLst xmlns:a="http://schemas.openxmlformats.org/drawingml/2006/main">
              <a:ext uri="{FF2B5EF4-FFF2-40B4-BE49-F238E27FC236}">
                <a16:creationId xmlns:a16="http://schemas.microsoft.com/office/drawing/2014/main" id="{90246FD9-7A3B-4FA4-BF90-DEFEBA0D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19250"/>
            <a:ext cx="5029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6" name="PPAGENT_QA|parent=funnel-label-0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6392D2B4-2F03-40BE-B4D4-3EC87BEB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5029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收到稿件</a:t>
            </a:r>
          </a:p>
        </p:txBody>
      </p:sp>
      <p:sp>
        <p:nvSpPr>
          <p:cNvPr id="7" name="PPAGENT_QA|parent=funnel-note-0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50DD52D6-FB1D-4ECF-81F5-7C6A24823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33525"/>
            <a:ext cx="4552950" cy="981075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0BEFA2-AB9A-475D-BA80-2FC963D0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33525"/>
            <a:ext cx="57150" cy="981075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4B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PAGENT_QA|within=funnel-note-0|role=title">
            <a:extLst xmlns:a="http://schemas.openxmlformats.org/drawingml/2006/main">
              <a:ext uri="{FF2B5EF4-FFF2-40B4-BE49-F238E27FC236}">
                <a16:creationId xmlns:a16="http://schemas.microsoft.com/office/drawing/2014/main" id="{9E498609-53AA-4EEA-9762-CFD84EC2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28775"/>
            <a:ext cx="4000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01  收到稿件</a:t>
            </a:r>
          </a:p>
        </p:txBody>
      </p:sp>
      <p:sp>
        <p:nvSpPr>
          <p:cNvPr id="10" name="PPAGENT_QA|within=funnel-note-0|role=body">
            <a:extLst xmlns:a="http://schemas.openxmlformats.org/drawingml/2006/main">
              <a:ext uri="{FF2B5EF4-FFF2-40B4-BE49-F238E27FC236}">
                <a16:creationId xmlns:a16="http://schemas.microsoft.com/office/drawing/2014/main" id="{DC08DCDD-B23F-4CBC-A969-7194B7F8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95475"/>
            <a:ext cx="4000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原始信息完整进入处理流程，保留来源锚点</a:t>
            </a:r>
          </a:p>
        </p:txBody>
      </p:sp>
      <p:sp>
        <p:nvSpPr>
          <p:cNvPr id="11" name="PPAGENT_CONNECTOR|from=funnel-stage-0|fromSide=right|to=funnel-note-0|toSide=left">
            <a:extLst xmlns:a="http://schemas.openxmlformats.org/drawingml/2006/main">
              <a:ext uri="{FF2B5EF4-FFF2-40B4-BE49-F238E27FC236}">
                <a16:creationId xmlns:a16="http://schemas.microsoft.com/office/drawing/2014/main" id="{A0F18862-EA45-421D-920E-2A208894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19800" y="2024063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12" name="PPAGENT_QA|parent=funnel-stage-1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4E21BC14-40D4-4924-99E9-EFC33898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09675" y="2600325"/>
            <a:ext cx="4286250" cy="1000125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767A5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PPAGENT_QA|parent=funnel-face-1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783D9F70-BACA-4E77-91F7-F940FC2B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2533650"/>
            <a:ext cx="428625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A5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14" name="PPAGENT_QA|within=funnel-stage-1|role=rate">
            <a:extLst xmlns:a="http://schemas.openxmlformats.org/drawingml/2006/main">
              <a:ext uri="{FF2B5EF4-FFF2-40B4-BE49-F238E27FC236}">
                <a16:creationId xmlns:a16="http://schemas.microsoft.com/office/drawing/2014/main" id="{5AAA7B94-1A80-403F-86D4-90D26452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695575"/>
            <a:ext cx="39814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78%</a:t>
            </a:r>
          </a:p>
        </p:txBody>
      </p:sp>
      <p:sp>
        <p:nvSpPr>
          <p:cNvPr id="15" name="PPAGENT_QA|parent=funnel-label-1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96E04D7C-5114-4D71-A143-2835E326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962275"/>
            <a:ext cx="3981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形成页面</a:t>
            </a:r>
          </a:p>
        </p:txBody>
      </p:sp>
      <p:sp>
        <p:nvSpPr>
          <p:cNvPr id="16" name="PPAGENT_QA|parent=funnel-note-1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9AFC4282-B232-46BD-A965-57039437F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09850"/>
            <a:ext cx="4552950" cy="981075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DDE492-FFCD-46F1-AC8D-17C179C6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09850"/>
            <a:ext cx="57150" cy="981075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67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PAGENT_QA|within=funnel-note-1|role=title">
            <a:extLst xmlns:a="http://schemas.openxmlformats.org/drawingml/2006/main">
              <a:ext uri="{FF2B5EF4-FFF2-40B4-BE49-F238E27FC236}">
                <a16:creationId xmlns:a16="http://schemas.microsoft.com/office/drawing/2014/main" id="{41715796-1655-42EF-9172-740AA7F2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705100"/>
            <a:ext cx="4000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02  形成页面</a:t>
            </a:r>
          </a:p>
        </p:txBody>
      </p:sp>
      <p:sp>
        <p:nvSpPr>
          <p:cNvPr id="19" name="PPAGENT_QA|within=funnel-note-1|role=body">
            <a:extLst xmlns:a="http://schemas.openxmlformats.org/drawingml/2006/main">
              <a:ext uri="{FF2B5EF4-FFF2-40B4-BE49-F238E27FC236}">
                <a16:creationId xmlns:a16="http://schemas.microsoft.com/office/drawing/2014/main" id="{9CFB7CB3-D77D-4424-A68E-10980A1E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971800"/>
            <a:ext cx="4000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内容导演完成叙事拆页和页面职责判断</a:t>
            </a:r>
          </a:p>
        </p:txBody>
      </p:sp>
      <p:sp>
        <p:nvSpPr>
          <p:cNvPr id="20" name="PPAGENT_CONNECTOR|from=funnel-stage-1|fromSide=right|to=funnel-note-1|toSide=left">
            <a:extLst xmlns:a="http://schemas.openxmlformats.org/drawingml/2006/main">
              <a:ext uri="{FF2B5EF4-FFF2-40B4-BE49-F238E27FC236}">
                <a16:creationId xmlns:a16="http://schemas.microsoft.com/office/drawing/2014/main" id="{CF1CAA01-C400-4D64-A914-56F1961E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95925" y="3100388"/>
            <a:ext cx="1419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21" name="PPAGENT_QA|parent=funnel-stage-2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9E7DADD8-1AC9-4FE9-8622-515AFD18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733550" y="3676650"/>
            <a:ext cx="3238500" cy="1000125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67FC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PPAGENT_QA|parent=funnel-face-2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EC827DC0-5886-4FAE-8BE8-25302162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609975"/>
            <a:ext cx="32385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FC1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23" name="PPAGENT_QA|within=funnel-stage-2|role=rate">
            <a:extLst xmlns:a="http://schemas.openxmlformats.org/drawingml/2006/main">
              <a:ext uri="{FF2B5EF4-FFF2-40B4-BE49-F238E27FC236}">
                <a16:creationId xmlns:a16="http://schemas.microsoft.com/office/drawing/2014/main" id="{8248CE4F-F206-4C81-A69F-32B3B20D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771900"/>
            <a:ext cx="2933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52%</a:t>
            </a:r>
          </a:p>
        </p:txBody>
      </p:sp>
      <p:sp>
        <p:nvSpPr>
          <p:cNvPr id="24" name="PPAGENT_QA|parent=funnel-label-2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67F515FD-1C7F-4FBE-B650-E6FE0B2C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038600"/>
            <a:ext cx="2933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匹配资产</a:t>
            </a:r>
          </a:p>
        </p:txBody>
      </p:sp>
      <p:sp>
        <p:nvSpPr>
          <p:cNvPr id="25" name="PPAGENT_QA|parent=funnel-note-2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AB58B417-08FD-4F7E-9CC2-7A7E75C7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86175"/>
            <a:ext cx="4552950" cy="981075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9E84D3-BDF9-4453-8483-E6FF7BE9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86175"/>
            <a:ext cx="57150" cy="981075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7F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PAGENT_QA|within=funnel-note-2|role=title">
            <a:extLst xmlns:a="http://schemas.openxmlformats.org/drawingml/2006/main">
              <a:ext uri="{FF2B5EF4-FFF2-40B4-BE49-F238E27FC236}">
                <a16:creationId xmlns:a16="http://schemas.microsoft.com/office/drawing/2014/main" id="{065C5FF0-849D-41AB-9091-15A1B3BC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781425"/>
            <a:ext cx="4000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03  匹配资产</a:t>
            </a:r>
          </a:p>
        </p:txBody>
      </p:sp>
      <p:sp>
        <p:nvSpPr>
          <p:cNvPr id="28" name="PPAGENT_QA|within=funnel-note-2|role=body">
            <a:extLst xmlns:a="http://schemas.openxmlformats.org/drawingml/2006/main">
              <a:ext uri="{FF2B5EF4-FFF2-40B4-BE49-F238E27FC236}">
                <a16:creationId xmlns:a16="http://schemas.microsoft.com/office/drawing/2014/main" id="{A91944DC-9087-4403-AF3B-080AB03F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48125"/>
            <a:ext cx="4000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视觉导演只从合法候选中选择适配结构</a:t>
            </a:r>
          </a:p>
        </p:txBody>
      </p:sp>
      <p:sp>
        <p:nvSpPr>
          <p:cNvPr id="29" name="PPAGENT_CONNECTOR|from=funnel-stage-2|fromSide=right|to=funnel-note-2|toSide=left">
            <a:extLst xmlns:a="http://schemas.openxmlformats.org/drawingml/2006/main">
              <a:ext uri="{FF2B5EF4-FFF2-40B4-BE49-F238E27FC236}">
                <a16:creationId xmlns:a16="http://schemas.microsoft.com/office/drawing/2014/main" id="{7327B1AF-7C3A-4C2E-B054-D844C506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72050" y="4176713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30" name="PPAGENT_QA|parent=funnel-stage-3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D9C4B74D-7DF3-44EF-A01D-1274A607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257425" y="4752975"/>
            <a:ext cx="2190750" cy="1000125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6A0C4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PPAGENT_QA|parent=funnel-face-3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DF25BAD5-A1B5-4B2C-9599-A281C3E7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4686300"/>
            <a:ext cx="219075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C4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32" name="PPAGENT_QA|within=funnel-stage-3|role=rate">
            <a:extLst xmlns:a="http://schemas.openxmlformats.org/drawingml/2006/main">
              <a:ext uri="{FF2B5EF4-FFF2-40B4-BE49-F238E27FC236}">
                <a16:creationId xmlns:a16="http://schemas.microsoft.com/office/drawing/2014/main" id="{B311229B-D965-4EAE-B42B-EDF6DCBA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848225"/>
            <a:ext cx="1885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36%</a:t>
            </a:r>
          </a:p>
        </p:txBody>
      </p:sp>
      <p:sp>
        <p:nvSpPr>
          <p:cNvPr id="33" name="PPAGENT_QA|parent=funnel-label-3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A661BFD7-F7CD-4694-9A39-020061CC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114925"/>
            <a:ext cx="18859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可靠交付</a:t>
            </a:r>
          </a:p>
        </p:txBody>
      </p:sp>
      <p:sp>
        <p:nvSpPr>
          <p:cNvPr id="34" name="PPAGENT_QA|parent=funnel-note-3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B88DFB34-2111-44DA-8543-34B798CD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62500"/>
            <a:ext cx="4552950" cy="981075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4CC2A4-9470-4735-B508-590DFAB0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62500"/>
            <a:ext cx="57150" cy="981075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A0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PPAGENT_QA|within=funnel-note-3|role=title">
            <a:extLst xmlns:a="http://schemas.openxmlformats.org/drawingml/2006/main">
              <a:ext uri="{FF2B5EF4-FFF2-40B4-BE49-F238E27FC236}">
                <a16:creationId xmlns:a16="http://schemas.microsoft.com/office/drawing/2014/main" id="{3590EA79-81D9-42A1-A8AD-2ADC09DC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857750"/>
            <a:ext cx="4000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04  可靠交付</a:t>
            </a:r>
          </a:p>
        </p:txBody>
      </p:sp>
      <p:sp>
        <p:nvSpPr>
          <p:cNvPr id="37" name="PPAGENT_QA|within=funnel-note-3|role=body">
            <a:extLst xmlns:a="http://schemas.openxmlformats.org/drawingml/2006/main">
              <a:ext uri="{FF2B5EF4-FFF2-40B4-BE49-F238E27FC236}">
                <a16:creationId xmlns:a16="http://schemas.microsoft.com/office/drawing/2014/main" id="{371DA015-4739-4CE1-85AC-F5628861E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124450"/>
            <a:ext cx="4000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容量、几何和渲染检查通过后输出可编辑文件</a:t>
            </a:r>
          </a:p>
        </p:txBody>
      </p:sp>
      <p:sp>
        <p:nvSpPr>
          <p:cNvPr id="38" name="PPAGENT_CONNECTOR|from=funnel-stage-3|fromSide=right|to=funnel-note-3|toSide=left">
            <a:extLst xmlns:a="http://schemas.openxmlformats.org/drawingml/2006/main">
              <a:ext uri="{FF2B5EF4-FFF2-40B4-BE49-F238E27FC236}">
                <a16:creationId xmlns:a16="http://schemas.microsoft.com/office/drawing/2014/main" id="{77B1D5B2-E0C2-41DD-B44D-9642F804E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48175" y="5253038"/>
            <a:ext cx="24669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010009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2026-08-11T11:45:54.3780000Z</dcterms:created>
  <dcterms:modified xsi:type="dcterms:W3CDTF">2026-08-11T11:45:54.3790000Z</dcterms:modified>
</coreProperties>
</file>