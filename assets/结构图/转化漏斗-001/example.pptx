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a6b91b7b90440d9" /><Relationship Type="http://schemas.openxmlformats.org/officeDocument/2006/relationships/extended-properties" Target="/docProps/app.xml" Id="Rf20b37994ecb4f2d" /><Relationship Type="http://schemas.openxmlformats.org/officeDocument/2006/relationships/officeDocument" Target="/ppt/presentation.xml" Id="R29e004afd7ea489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0af7f57e2224720"/>
  </p:sldMasterIdLst>
  <p:notesMasterIdLst>
    <p:notesMasterId xmlns:r="http://schemas.openxmlformats.org/officeDocument/2006/relationships" r:id="Rb34804361dbd4fa2"/>
  </p:notesMasterIdLst>
  <p:sldIdLst>
    <p:sldId xmlns:r="http://schemas.openxmlformats.org/officeDocument/2006/relationships" id="256" r:id="R9f1f9d4c61f54d7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c8049d88a064d13" /><Relationship Type="http://schemas.openxmlformats.org/officeDocument/2006/relationships/slideMaster" Target="/ppt/slideMasters/slideMaster1.xml" Id="R10af7f57e2224720" /><Relationship Type="http://schemas.openxmlformats.org/officeDocument/2006/relationships/notesMaster" Target="/ppt/notesMasters/notesMaster1.xml" Id="Rb34804361dbd4fa2" /><Relationship Type="http://schemas.openxmlformats.org/officeDocument/2006/relationships/presProps" Target="/ppt/presProps.xml" Id="Rb22a3b24992e4d07" /><Relationship Type="http://schemas.openxmlformats.org/officeDocument/2006/relationships/tableStyles" Target="/ppt/tableStyles.xml" Id="R066618e29a974cb0" /><Relationship Type="http://schemas.openxmlformats.org/officeDocument/2006/relationships/slide" Target="/ppt/slides/slide1.xml" Id="R9f1f9d4c61f54d7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d40968cd2a8461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e913fdf87824a89" /><Relationship Type="http://schemas.openxmlformats.org/officeDocument/2006/relationships/notesMaster" Target="/ppt/notesMasters/notesMaster1.xml" Id="R26adfe584289435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969e00c9134d2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3d3069ec8fa411f" /><Relationship Type="http://schemas.openxmlformats.org/officeDocument/2006/relationships/slideLayout" Target="/ppt/slideLayouts/slideLayout1.xml" Id="R8d7badbc73b5423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d7badbc73b5423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36d2aec9ba4671" /><Relationship Type="http://schemas.openxmlformats.org/officeDocument/2006/relationships/image" Target="/ppt/media/image.png" Id="Ra89497f9629445b1" /><Relationship Type="http://schemas.openxmlformats.org/officeDocument/2006/relationships/image" Target="/ppt/media/image.svg" Id="R03754207dea2484e" /><Relationship Type="http://schemas.openxmlformats.org/officeDocument/2006/relationships/image" Target="/ppt/media/image2.png" Id="R375c504364f24547" /><Relationship Type="http://schemas.openxmlformats.org/officeDocument/2006/relationships/image" Target="/ppt/media/image2.svg" Id="R7d5681e76b9c492c" /><Relationship Type="http://schemas.openxmlformats.org/officeDocument/2006/relationships/image" Target="/ppt/media/image3.png" Id="R1313fbc884ea4ff3" /><Relationship Type="http://schemas.openxmlformats.org/officeDocument/2006/relationships/image" Target="/ppt/media/image3.svg" Id="Rfc29149df9994d91" /><Relationship Type="http://schemas.openxmlformats.org/officeDocument/2006/relationships/image" Target="/ppt/media/image4.png" Id="Rd01933f5d3af4beb" /><Relationship Type="http://schemas.openxmlformats.org/officeDocument/2006/relationships/image" Target="/ppt/media/image4.svg" Id="R65ebcdccad904867" /><Relationship Type="http://schemas.openxmlformats.org/officeDocument/2006/relationships/image" Target="/ppt/media/image5.png" Id="R83842bc2fd7b40a0" /><Relationship Type="http://schemas.openxmlformats.org/officeDocument/2006/relationships/image" Target="/ppt/media/image5.svg" Id="Recc9b9e1ba564d96" /><Relationship Type="http://schemas.openxmlformats.org/officeDocument/2006/relationships/image" Target="/ppt/media/image6.png" Id="R4c7896ee75ff47fc" /><Relationship Type="http://schemas.openxmlformats.org/officeDocument/2006/relationships/image" Target="/ppt/media/image6.svg" Id="R30cf13849cd544d5" /><Relationship Type="http://schemas.openxmlformats.org/officeDocument/2006/relationships/image" Target="/ppt/media/image7.png" Id="Rd7c732b96ef64901" /><Relationship Type="http://schemas.openxmlformats.org/officeDocument/2006/relationships/image" Target="/ppt/media/image7.svg" Id="Rbfaf7965fb7f4dfa" /><Relationship Type="http://schemas.openxmlformats.org/officeDocument/2006/relationships/image" Target="/ppt/media/image8.png" Id="Redee8fba379a47e2" /><Relationship Type="http://schemas.openxmlformats.org/officeDocument/2006/relationships/image" Target="/ppt/media/image8.svg" Id="R2d28c4594273464e" /><Relationship Type="http://schemas.openxmlformats.org/officeDocument/2006/relationships/image" Target="/ppt/media/image9.png" Id="R606e628367af49bd" /><Relationship Type="http://schemas.openxmlformats.org/officeDocument/2006/relationships/image" Target="/ppt/media/image9.svg" Id="Rcbe069735a4a4bf6" /><Relationship Type="http://schemas.openxmlformats.org/officeDocument/2006/relationships/image" Target="/ppt/media/image10.png" Id="Ree077dbf84804db8" /><Relationship Type="http://schemas.openxmlformats.org/officeDocument/2006/relationships/image" Target="/ppt/media/image10.svg" Id="R276bfb269d0945d2" /><Relationship Type="http://schemas.openxmlformats.org/officeDocument/2006/relationships/image" Target="/ppt/media/image11.png" Id="R99e86d0c56fa45f6" /><Relationship Type="http://schemas.openxmlformats.org/officeDocument/2006/relationships/image" Target="/ppt/media/image11.svg" Id="Rd2d4f35b1a81496a" /><Relationship Type="http://schemas.openxmlformats.org/officeDocument/2006/relationships/image" Target="/ppt/media/image12.png" Id="Re09cbedf24084450" /><Relationship Type="http://schemas.openxmlformats.org/officeDocument/2006/relationships/image" Target="/ppt/media/image12.svg" Id="R93b976f2782843c7" /><Relationship Type="http://schemas.openxmlformats.org/officeDocument/2006/relationships/image" Target="/ppt/media/image13.png" Id="Recb2e86e0eac419b" /><Relationship Type="http://schemas.openxmlformats.org/officeDocument/2006/relationships/image" Target="/ppt/media/image13.svg" Id="R5d539d7e3fc34cac" /><Relationship Type="http://schemas.openxmlformats.org/officeDocument/2006/relationships/notesSlide" Target="/ppt/notesSlides/notesSlide1.xml" Id="R6a3ad10201aa4cb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phase-band-0">
            <a:extLst xmlns:a="http://schemas.openxmlformats.org/drawingml/2006/main">
              <a:ext uri="{FF2B5EF4-FFF2-40B4-BE49-F238E27FC236}">
                <a16:creationId xmlns:a16="http://schemas.microsoft.com/office/drawing/2014/main" id="{95750938-AA1A-44D7-B1ED-FCA39E21D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" y="1638300"/>
            <a:ext cx="11144250" cy="17478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9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hase-rail-0">
            <a:extLst xmlns:a="http://schemas.openxmlformats.org/drawingml/2006/main">
              <a:ext uri="{FF2B5EF4-FFF2-40B4-BE49-F238E27FC236}">
                <a16:creationId xmlns:a16="http://schemas.microsoft.com/office/drawing/2014/main" id="{F3CC1328-CF43-4D49-AA56-2E567C683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075" y="1638300"/>
            <a:ext cx="514350" cy="1747504"/>
          </a:xfrm>
          <a:custGeom xmlns:a="http://schemas.openxmlformats.org/drawingml/2006/main">
            <a:pathLst>
              <a:path w="514350" h="1747504">
                <a:moveTo>
                  <a:pt x="0" y="0"/>
                </a:moveTo>
                <a:lnTo>
                  <a:pt x="19002" y="0"/>
                </a:lnTo>
                <a:lnTo>
                  <a:pt x="37995" y="0"/>
                </a:lnTo>
                <a:lnTo>
                  <a:pt x="56998" y="0"/>
                </a:lnTo>
                <a:lnTo>
                  <a:pt x="75990" y="0"/>
                </a:lnTo>
                <a:lnTo>
                  <a:pt x="94993" y="0"/>
                </a:lnTo>
                <a:lnTo>
                  <a:pt x="113995" y="0"/>
                </a:lnTo>
                <a:lnTo>
                  <a:pt x="132988" y="0"/>
                </a:lnTo>
                <a:lnTo>
                  <a:pt x="151990" y="0"/>
                </a:lnTo>
                <a:lnTo>
                  <a:pt x="170983" y="0"/>
                </a:lnTo>
                <a:lnTo>
                  <a:pt x="189986" y="0"/>
                </a:lnTo>
                <a:lnTo>
                  <a:pt x="208988" y="0"/>
                </a:lnTo>
                <a:lnTo>
                  <a:pt x="227981" y="0"/>
                </a:lnTo>
                <a:lnTo>
                  <a:pt x="246983" y="0"/>
                </a:lnTo>
                <a:lnTo>
                  <a:pt x="265976" y="0"/>
                </a:lnTo>
                <a:lnTo>
                  <a:pt x="284978" y="0"/>
                </a:lnTo>
                <a:lnTo>
                  <a:pt x="303981" y="0"/>
                </a:lnTo>
                <a:lnTo>
                  <a:pt x="322974" y="0"/>
                </a:lnTo>
                <a:lnTo>
                  <a:pt x="341976" y="0"/>
                </a:lnTo>
                <a:lnTo>
                  <a:pt x="360969" y="0"/>
                </a:lnTo>
                <a:lnTo>
                  <a:pt x="379971" y="0"/>
                </a:lnTo>
                <a:lnTo>
                  <a:pt x="398974" y="0"/>
                </a:lnTo>
                <a:lnTo>
                  <a:pt x="417967" y="0"/>
                </a:lnTo>
                <a:lnTo>
                  <a:pt x="436969" y="0"/>
                </a:lnTo>
                <a:lnTo>
                  <a:pt x="455962" y="0"/>
                </a:lnTo>
                <a:lnTo>
                  <a:pt x="474964" y="0"/>
                </a:lnTo>
                <a:lnTo>
                  <a:pt x="493967" y="0"/>
                </a:lnTo>
                <a:lnTo>
                  <a:pt x="512959" y="0"/>
                </a:lnTo>
                <a:lnTo>
                  <a:pt x="514350" y="17612"/>
                </a:lnTo>
                <a:lnTo>
                  <a:pt x="514350" y="36605"/>
                </a:lnTo>
                <a:lnTo>
                  <a:pt x="514350" y="55607"/>
                </a:lnTo>
                <a:lnTo>
                  <a:pt x="514350" y="74609"/>
                </a:lnTo>
                <a:lnTo>
                  <a:pt x="514350" y="93602"/>
                </a:lnTo>
                <a:lnTo>
                  <a:pt x="514350" y="112605"/>
                </a:lnTo>
                <a:lnTo>
                  <a:pt x="514350" y="131597"/>
                </a:lnTo>
                <a:lnTo>
                  <a:pt x="514350" y="150600"/>
                </a:lnTo>
                <a:lnTo>
                  <a:pt x="514350" y="169602"/>
                </a:lnTo>
                <a:lnTo>
                  <a:pt x="514350" y="188595"/>
                </a:lnTo>
                <a:lnTo>
                  <a:pt x="514350" y="207597"/>
                </a:lnTo>
                <a:lnTo>
                  <a:pt x="514350" y="226590"/>
                </a:lnTo>
                <a:lnTo>
                  <a:pt x="514350" y="245593"/>
                </a:lnTo>
                <a:lnTo>
                  <a:pt x="514350" y="264595"/>
                </a:lnTo>
                <a:lnTo>
                  <a:pt x="514350" y="283588"/>
                </a:lnTo>
                <a:lnTo>
                  <a:pt x="514350" y="302590"/>
                </a:lnTo>
                <a:lnTo>
                  <a:pt x="514350" y="321583"/>
                </a:lnTo>
                <a:lnTo>
                  <a:pt x="514350" y="340585"/>
                </a:lnTo>
                <a:lnTo>
                  <a:pt x="514350" y="359588"/>
                </a:lnTo>
                <a:lnTo>
                  <a:pt x="514350" y="378581"/>
                </a:lnTo>
                <a:lnTo>
                  <a:pt x="514350" y="397583"/>
                </a:lnTo>
                <a:lnTo>
                  <a:pt x="514350" y="416576"/>
                </a:lnTo>
                <a:lnTo>
                  <a:pt x="514350" y="435578"/>
                </a:lnTo>
                <a:lnTo>
                  <a:pt x="514350" y="454581"/>
                </a:lnTo>
                <a:lnTo>
                  <a:pt x="514350" y="473573"/>
                </a:lnTo>
                <a:lnTo>
                  <a:pt x="514350" y="492576"/>
                </a:lnTo>
                <a:lnTo>
                  <a:pt x="514350" y="511569"/>
                </a:lnTo>
                <a:lnTo>
                  <a:pt x="514350" y="530571"/>
                </a:lnTo>
                <a:lnTo>
                  <a:pt x="514350" y="549564"/>
                </a:lnTo>
                <a:lnTo>
                  <a:pt x="514350" y="568566"/>
                </a:lnTo>
                <a:lnTo>
                  <a:pt x="514350" y="587569"/>
                </a:lnTo>
                <a:lnTo>
                  <a:pt x="514350" y="606562"/>
                </a:lnTo>
                <a:lnTo>
                  <a:pt x="514350" y="625564"/>
                </a:lnTo>
                <a:lnTo>
                  <a:pt x="514350" y="644557"/>
                </a:lnTo>
                <a:lnTo>
                  <a:pt x="514350" y="663559"/>
                </a:lnTo>
                <a:lnTo>
                  <a:pt x="514350" y="682562"/>
                </a:lnTo>
                <a:lnTo>
                  <a:pt x="514350" y="701554"/>
                </a:lnTo>
                <a:lnTo>
                  <a:pt x="514350" y="720557"/>
                </a:lnTo>
                <a:lnTo>
                  <a:pt x="514350" y="739550"/>
                </a:lnTo>
                <a:lnTo>
                  <a:pt x="514350" y="758552"/>
                </a:lnTo>
                <a:lnTo>
                  <a:pt x="514350" y="777554"/>
                </a:lnTo>
                <a:lnTo>
                  <a:pt x="514350" y="796547"/>
                </a:lnTo>
                <a:lnTo>
                  <a:pt x="514350" y="815550"/>
                </a:lnTo>
                <a:lnTo>
                  <a:pt x="514350" y="834542"/>
                </a:lnTo>
                <a:lnTo>
                  <a:pt x="514350" y="853545"/>
                </a:lnTo>
                <a:lnTo>
                  <a:pt x="514350" y="872547"/>
                </a:lnTo>
                <a:lnTo>
                  <a:pt x="514350" y="891540"/>
                </a:lnTo>
                <a:lnTo>
                  <a:pt x="514350" y="910542"/>
                </a:lnTo>
                <a:lnTo>
                  <a:pt x="514350" y="929535"/>
                </a:lnTo>
                <a:lnTo>
                  <a:pt x="514350" y="948538"/>
                </a:lnTo>
                <a:lnTo>
                  <a:pt x="514350" y="967540"/>
                </a:lnTo>
                <a:lnTo>
                  <a:pt x="514350" y="986533"/>
                </a:lnTo>
                <a:lnTo>
                  <a:pt x="514350" y="1005535"/>
                </a:lnTo>
                <a:lnTo>
                  <a:pt x="514350" y="1024528"/>
                </a:lnTo>
                <a:lnTo>
                  <a:pt x="514350" y="1043530"/>
                </a:lnTo>
                <a:lnTo>
                  <a:pt x="514350" y="1062533"/>
                </a:lnTo>
                <a:lnTo>
                  <a:pt x="514350" y="1081526"/>
                </a:lnTo>
                <a:lnTo>
                  <a:pt x="514350" y="1100528"/>
                </a:lnTo>
                <a:lnTo>
                  <a:pt x="514350" y="1119521"/>
                </a:lnTo>
                <a:lnTo>
                  <a:pt x="514350" y="1138523"/>
                </a:lnTo>
                <a:lnTo>
                  <a:pt x="514350" y="1157526"/>
                </a:lnTo>
                <a:lnTo>
                  <a:pt x="514350" y="1176518"/>
                </a:lnTo>
                <a:lnTo>
                  <a:pt x="514350" y="1195521"/>
                </a:lnTo>
                <a:lnTo>
                  <a:pt x="514350" y="1214514"/>
                </a:lnTo>
                <a:lnTo>
                  <a:pt x="514350" y="1233516"/>
                </a:lnTo>
                <a:lnTo>
                  <a:pt x="514350" y="1252518"/>
                </a:lnTo>
                <a:lnTo>
                  <a:pt x="514350" y="1271511"/>
                </a:lnTo>
                <a:lnTo>
                  <a:pt x="514350" y="1290514"/>
                </a:lnTo>
                <a:lnTo>
                  <a:pt x="514350" y="1309507"/>
                </a:lnTo>
                <a:lnTo>
                  <a:pt x="514350" y="1328509"/>
                </a:lnTo>
                <a:lnTo>
                  <a:pt x="514350" y="1347511"/>
                </a:lnTo>
                <a:lnTo>
                  <a:pt x="514350" y="1366504"/>
                </a:lnTo>
                <a:lnTo>
                  <a:pt x="514350" y="1385507"/>
                </a:lnTo>
                <a:lnTo>
                  <a:pt x="514350" y="1404499"/>
                </a:lnTo>
                <a:lnTo>
                  <a:pt x="514350" y="1423502"/>
                </a:lnTo>
                <a:lnTo>
                  <a:pt x="514350" y="1442504"/>
                </a:lnTo>
                <a:lnTo>
                  <a:pt x="514350" y="1461497"/>
                </a:lnTo>
                <a:lnTo>
                  <a:pt x="514350" y="1480499"/>
                </a:lnTo>
                <a:lnTo>
                  <a:pt x="514350" y="1499492"/>
                </a:lnTo>
                <a:lnTo>
                  <a:pt x="514350" y="1518495"/>
                </a:lnTo>
                <a:lnTo>
                  <a:pt x="514350" y="1537497"/>
                </a:lnTo>
                <a:lnTo>
                  <a:pt x="514350" y="1556490"/>
                </a:lnTo>
                <a:lnTo>
                  <a:pt x="514350" y="1575492"/>
                </a:lnTo>
                <a:lnTo>
                  <a:pt x="514350" y="1594485"/>
                </a:lnTo>
                <a:lnTo>
                  <a:pt x="506901" y="1609106"/>
                </a:lnTo>
                <a:lnTo>
                  <a:pt x="490290" y="1618326"/>
                </a:lnTo>
                <a:lnTo>
                  <a:pt x="473678" y="1627556"/>
                </a:lnTo>
                <a:lnTo>
                  <a:pt x="457076" y="1636786"/>
                </a:lnTo>
                <a:lnTo>
                  <a:pt x="440465" y="1646006"/>
                </a:lnTo>
                <a:lnTo>
                  <a:pt x="423863" y="1655235"/>
                </a:lnTo>
                <a:lnTo>
                  <a:pt x="407251" y="1664465"/>
                </a:lnTo>
                <a:lnTo>
                  <a:pt x="390639" y="1673685"/>
                </a:lnTo>
                <a:lnTo>
                  <a:pt x="374037" y="1682915"/>
                </a:lnTo>
                <a:lnTo>
                  <a:pt x="357426" y="1692145"/>
                </a:lnTo>
                <a:lnTo>
                  <a:pt x="340824" y="1701365"/>
                </a:lnTo>
                <a:lnTo>
                  <a:pt x="324212" y="1710595"/>
                </a:lnTo>
                <a:lnTo>
                  <a:pt x="307610" y="1719824"/>
                </a:lnTo>
                <a:lnTo>
                  <a:pt x="290998" y="1729045"/>
                </a:lnTo>
                <a:lnTo>
                  <a:pt x="274387" y="1738274"/>
                </a:lnTo>
                <a:lnTo>
                  <a:pt x="257785" y="1747504"/>
                </a:lnTo>
                <a:lnTo>
                  <a:pt x="241173" y="1738951"/>
                </a:lnTo>
                <a:lnTo>
                  <a:pt x="224571" y="1729721"/>
                </a:lnTo>
                <a:lnTo>
                  <a:pt x="207959" y="1720491"/>
                </a:lnTo>
                <a:lnTo>
                  <a:pt x="191348" y="1711271"/>
                </a:lnTo>
                <a:lnTo>
                  <a:pt x="174746" y="1702041"/>
                </a:lnTo>
                <a:lnTo>
                  <a:pt x="158134" y="1692812"/>
                </a:lnTo>
                <a:lnTo>
                  <a:pt x="141532" y="1683591"/>
                </a:lnTo>
                <a:lnTo>
                  <a:pt x="124920" y="1674362"/>
                </a:lnTo>
                <a:lnTo>
                  <a:pt x="108309" y="1665132"/>
                </a:lnTo>
                <a:lnTo>
                  <a:pt x="91707" y="1655912"/>
                </a:lnTo>
                <a:lnTo>
                  <a:pt x="75095" y="1646682"/>
                </a:lnTo>
                <a:lnTo>
                  <a:pt x="58493" y="1637452"/>
                </a:lnTo>
                <a:lnTo>
                  <a:pt x="41881" y="1628232"/>
                </a:lnTo>
                <a:lnTo>
                  <a:pt x="25270" y="1619002"/>
                </a:lnTo>
                <a:lnTo>
                  <a:pt x="8668" y="1609773"/>
                </a:lnTo>
                <a:lnTo>
                  <a:pt x="0" y="1595876"/>
                </a:lnTo>
                <a:lnTo>
                  <a:pt x="0" y="1576883"/>
                </a:lnTo>
                <a:lnTo>
                  <a:pt x="0" y="1557880"/>
                </a:lnTo>
                <a:lnTo>
                  <a:pt x="0" y="1538878"/>
                </a:lnTo>
                <a:lnTo>
                  <a:pt x="0" y="1519885"/>
                </a:lnTo>
                <a:lnTo>
                  <a:pt x="0" y="1500883"/>
                </a:lnTo>
                <a:lnTo>
                  <a:pt x="0" y="1481890"/>
                </a:lnTo>
                <a:lnTo>
                  <a:pt x="0" y="1462888"/>
                </a:lnTo>
                <a:lnTo>
                  <a:pt x="0" y="1443885"/>
                </a:lnTo>
                <a:lnTo>
                  <a:pt x="0" y="1424892"/>
                </a:lnTo>
                <a:lnTo>
                  <a:pt x="0" y="1405890"/>
                </a:lnTo>
                <a:lnTo>
                  <a:pt x="0" y="1386897"/>
                </a:lnTo>
                <a:lnTo>
                  <a:pt x="0" y="1367895"/>
                </a:lnTo>
                <a:lnTo>
                  <a:pt x="0" y="1348892"/>
                </a:lnTo>
                <a:lnTo>
                  <a:pt x="0" y="1329900"/>
                </a:lnTo>
                <a:lnTo>
                  <a:pt x="0" y="1310897"/>
                </a:lnTo>
                <a:lnTo>
                  <a:pt x="0" y="1291904"/>
                </a:lnTo>
                <a:lnTo>
                  <a:pt x="0" y="1272902"/>
                </a:lnTo>
                <a:lnTo>
                  <a:pt x="0" y="1253900"/>
                </a:lnTo>
                <a:lnTo>
                  <a:pt x="0" y="1234907"/>
                </a:lnTo>
                <a:lnTo>
                  <a:pt x="0" y="1215904"/>
                </a:lnTo>
                <a:lnTo>
                  <a:pt x="0" y="1196912"/>
                </a:lnTo>
                <a:lnTo>
                  <a:pt x="0" y="1177909"/>
                </a:lnTo>
                <a:lnTo>
                  <a:pt x="0" y="1158907"/>
                </a:lnTo>
                <a:lnTo>
                  <a:pt x="0" y="1139914"/>
                </a:lnTo>
                <a:lnTo>
                  <a:pt x="0" y="1120912"/>
                </a:lnTo>
                <a:lnTo>
                  <a:pt x="0" y="1101919"/>
                </a:lnTo>
                <a:lnTo>
                  <a:pt x="0" y="1082916"/>
                </a:lnTo>
                <a:lnTo>
                  <a:pt x="0" y="1063923"/>
                </a:lnTo>
                <a:lnTo>
                  <a:pt x="0" y="1044921"/>
                </a:lnTo>
                <a:lnTo>
                  <a:pt x="0" y="1025919"/>
                </a:lnTo>
                <a:lnTo>
                  <a:pt x="0" y="1006926"/>
                </a:lnTo>
                <a:lnTo>
                  <a:pt x="0" y="987923"/>
                </a:lnTo>
                <a:lnTo>
                  <a:pt x="0" y="968931"/>
                </a:lnTo>
                <a:lnTo>
                  <a:pt x="0" y="949928"/>
                </a:lnTo>
                <a:lnTo>
                  <a:pt x="0" y="930926"/>
                </a:lnTo>
                <a:lnTo>
                  <a:pt x="0" y="911933"/>
                </a:lnTo>
                <a:lnTo>
                  <a:pt x="0" y="892931"/>
                </a:lnTo>
                <a:lnTo>
                  <a:pt x="0" y="873938"/>
                </a:lnTo>
                <a:lnTo>
                  <a:pt x="0" y="854935"/>
                </a:lnTo>
                <a:lnTo>
                  <a:pt x="0" y="835933"/>
                </a:lnTo>
                <a:lnTo>
                  <a:pt x="0" y="816940"/>
                </a:lnTo>
                <a:lnTo>
                  <a:pt x="0" y="797938"/>
                </a:lnTo>
                <a:lnTo>
                  <a:pt x="0" y="778945"/>
                </a:lnTo>
                <a:lnTo>
                  <a:pt x="0" y="759943"/>
                </a:lnTo>
                <a:lnTo>
                  <a:pt x="0" y="740940"/>
                </a:lnTo>
                <a:lnTo>
                  <a:pt x="0" y="721947"/>
                </a:lnTo>
                <a:lnTo>
                  <a:pt x="0" y="702945"/>
                </a:lnTo>
                <a:lnTo>
                  <a:pt x="0" y="683952"/>
                </a:lnTo>
                <a:lnTo>
                  <a:pt x="0" y="664950"/>
                </a:lnTo>
                <a:lnTo>
                  <a:pt x="0" y="645947"/>
                </a:lnTo>
                <a:lnTo>
                  <a:pt x="0" y="626955"/>
                </a:lnTo>
                <a:lnTo>
                  <a:pt x="0" y="607952"/>
                </a:lnTo>
                <a:lnTo>
                  <a:pt x="0" y="588959"/>
                </a:lnTo>
                <a:lnTo>
                  <a:pt x="0" y="569957"/>
                </a:lnTo>
                <a:lnTo>
                  <a:pt x="0" y="550955"/>
                </a:lnTo>
                <a:lnTo>
                  <a:pt x="0" y="531962"/>
                </a:lnTo>
                <a:lnTo>
                  <a:pt x="0" y="512959"/>
                </a:lnTo>
                <a:lnTo>
                  <a:pt x="0" y="493967"/>
                </a:lnTo>
                <a:lnTo>
                  <a:pt x="0" y="474964"/>
                </a:lnTo>
                <a:lnTo>
                  <a:pt x="0" y="455962"/>
                </a:lnTo>
                <a:lnTo>
                  <a:pt x="0" y="436969"/>
                </a:lnTo>
                <a:lnTo>
                  <a:pt x="0" y="417967"/>
                </a:lnTo>
                <a:lnTo>
                  <a:pt x="0" y="398974"/>
                </a:lnTo>
                <a:lnTo>
                  <a:pt x="0" y="379971"/>
                </a:lnTo>
                <a:lnTo>
                  <a:pt x="0" y="360969"/>
                </a:lnTo>
                <a:lnTo>
                  <a:pt x="0" y="341976"/>
                </a:lnTo>
                <a:lnTo>
                  <a:pt x="0" y="322974"/>
                </a:lnTo>
                <a:lnTo>
                  <a:pt x="0" y="303981"/>
                </a:lnTo>
                <a:lnTo>
                  <a:pt x="0" y="284978"/>
                </a:lnTo>
                <a:lnTo>
                  <a:pt x="0" y="265976"/>
                </a:lnTo>
                <a:lnTo>
                  <a:pt x="0" y="246983"/>
                </a:lnTo>
                <a:lnTo>
                  <a:pt x="0" y="227981"/>
                </a:lnTo>
                <a:lnTo>
                  <a:pt x="0" y="208988"/>
                </a:lnTo>
                <a:lnTo>
                  <a:pt x="0" y="189986"/>
                </a:lnTo>
                <a:lnTo>
                  <a:pt x="0" y="170983"/>
                </a:lnTo>
                <a:lnTo>
                  <a:pt x="0" y="151990"/>
                </a:lnTo>
                <a:lnTo>
                  <a:pt x="0" y="132988"/>
                </a:lnTo>
                <a:lnTo>
                  <a:pt x="0" y="113995"/>
                </a:lnTo>
                <a:lnTo>
                  <a:pt x="0" y="94993"/>
                </a:lnTo>
                <a:lnTo>
                  <a:pt x="0" y="75990"/>
                </a:lnTo>
                <a:lnTo>
                  <a:pt x="0" y="56998"/>
                </a:lnTo>
                <a:lnTo>
                  <a:pt x="0" y="37995"/>
                </a:lnTo>
                <a:lnTo>
                  <a:pt x="0" y="1900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F5EA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" name="phase-label-0">
            <a:extLst xmlns:a="http://schemas.openxmlformats.org/drawingml/2006/main">
              <a:ext uri="{FF2B5EF4-FFF2-40B4-BE49-F238E27FC236}">
                <a16:creationId xmlns:a16="http://schemas.microsoft.com/office/drawing/2014/main" id="{1D87F57A-7121-453C-ABEA-DF867465A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" y="1638300"/>
            <a:ext cx="228600" cy="17478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阶段一</a:t>
            </a:r>
          </a:p>
        </p:txBody>
      </p:sp>
      <p:sp>
        <p:nvSpPr>
          <p:cNvPr id="4" name="phase-title-0">
            <a:extLst xmlns:a="http://schemas.openxmlformats.org/drawingml/2006/main">
              <a:ext uri="{FF2B5EF4-FFF2-40B4-BE49-F238E27FC236}">
                <a16:creationId xmlns:a16="http://schemas.microsoft.com/office/drawing/2014/main" id="{59829D26-CFDC-4660-9007-5572D4C33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4925" y="2128095"/>
            <a:ext cx="1428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精准触达</a:t>
            </a:r>
          </a:p>
        </p:txBody>
      </p:sp>
      <p:sp>
        <p:nvSpPr>
          <p:cNvPr id="5" name="phase-body-0">
            <a:extLst xmlns:a="http://schemas.openxmlformats.org/drawingml/2006/main">
              <a:ext uri="{FF2B5EF4-FFF2-40B4-BE49-F238E27FC236}">
                <a16:creationId xmlns:a16="http://schemas.microsoft.com/office/drawing/2014/main" id="{85080FBE-EAAD-417C-9C12-75751BBC2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4925" y="2404320"/>
            <a:ext cx="1428750" cy="492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让目标对象进入体系</a:t>
            </a:r>
          </a:p>
        </p:txBody>
      </p:sp>
      <p:pic>
        <p:nvPicPr>
          <p:cNvPr id="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9497f9629445b1">
            <a:extLst>
              <a:ext uri="{96DAC541-7B7A-43D3-8B79-37D633B846F1}">
                <asvg:svgBlip xmlns:asvg="http://schemas.microsoft.com/office/drawing/2016/SVG/main" r:embed="R03754207dea2484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86575" y="2112169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7" name="action-title-0-0">
            <a:extLst xmlns:a="http://schemas.openxmlformats.org/drawingml/2006/main">
              <a:ext uri="{FF2B5EF4-FFF2-40B4-BE49-F238E27FC236}">
                <a16:creationId xmlns:a16="http://schemas.microsoft.com/office/drawing/2014/main" id="{CF01F34D-AB87-4DE2-A7E9-A2002692C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67575" y="1992659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标签体系</a:t>
            </a:r>
          </a:p>
        </p:txBody>
      </p:sp>
      <p:sp>
        <p:nvSpPr>
          <p:cNvPr id="8" name="action-body-0-0">
            <a:extLst xmlns:a="http://schemas.openxmlformats.org/drawingml/2006/main">
              <a:ext uri="{FF2B5EF4-FFF2-40B4-BE49-F238E27FC236}">
                <a16:creationId xmlns:a16="http://schemas.microsoft.com/office/drawing/2014/main" id="{A2D4B180-1CDF-4687-B586-CA4410FEA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67575" y="2221259"/>
            <a:ext cx="1771650" cy="2007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形成可识别对象</a:t>
            </a:r>
          </a:p>
        </p:txBody>
      </p:sp>
      <p:pic>
        <p:nvPicPr>
          <p:cNvPr id="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5c504364f24547">
            <a:extLst>
              <a:ext uri="{96DAC541-7B7A-43D3-8B79-37D633B846F1}">
                <asvg:svgBlip xmlns:asvg="http://schemas.microsoft.com/office/drawing/2016/SVG/main" r:embed="R7d5681e76b9c492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344025" y="2112169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10" name="action-title-0-1">
            <a:extLst xmlns:a="http://schemas.openxmlformats.org/drawingml/2006/main">
              <a:ext uri="{FF2B5EF4-FFF2-40B4-BE49-F238E27FC236}">
                <a16:creationId xmlns:a16="http://schemas.microsoft.com/office/drawing/2014/main" id="{AEA1C3B8-5852-4174-B986-759377687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25025" y="1992659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渠道连接</a:t>
            </a:r>
          </a:p>
        </p:txBody>
      </p:sp>
      <p:sp>
        <p:nvSpPr>
          <p:cNvPr id="11" name="action-body-0-1">
            <a:extLst xmlns:a="http://schemas.openxmlformats.org/drawingml/2006/main">
              <a:ext uri="{FF2B5EF4-FFF2-40B4-BE49-F238E27FC236}">
                <a16:creationId xmlns:a16="http://schemas.microsoft.com/office/drawing/2014/main" id="{63C2D066-84BA-47CE-ABA2-E612DD5F7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25025" y="2221259"/>
            <a:ext cx="1771650" cy="2007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连接主要触点</a:t>
            </a:r>
          </a:p>
        </p:txBody>
      </p:sp>
      <p:pic>
        <p:nvPicPr>
          <p:cNvPr id="7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13fbc884ea4ff3">
            <a:extLst>
              <a:ext uri="{96DAC541-7B7A-43D3-8B79-37D633B846F1}">
                <asvg:svgBlip xmlns:asvg="http://schemas.microsoft.com/office/drawing/2016/SVG/main" r:embed="Rfc29149df9994d9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86575" y="2721769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13" name="action-title-0-2">
            <a:extLst xmlns:a="http://schemas.openxmlformats.org/drawingml/2006/main">
              <a:ext uri="{FF2B5EF4-FFF2-40B4-BE49-F238E27FC236}">
                <a16:creationId xmlns:a16="http://schemas.microsoft.com/office/drawing/2014/main" id="{82C04EC6-7D15-4DBE-AEB4-C45089A44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67575" y="2602259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内容优化</a:t>
            </a:r>
          </a:p>
        </p:txBody>
      </p:sp>
      <p:sp>
        <p:nvSpPr>
          <p:cNvPr id="14" name="action-body-0-2">
            <a:extLst xmlns:a="http://schemas.openxmlformats.org/drawingml/2006/main">
              <a:ext uri="{FF2B5EF4-FFF2-40B4-BE49-F238E27FC236}">
                <a16:creationId xmlns:a16="http://schemas.microsoft.com/office/drawing/2014/main" id="{14558F7C-6DCD-473B-BDE3-59DA8751E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67575" y="2830859"/>
            <a:ext cx="1771650" cy="2007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提高触达质量</a:t>
            </a:r>
          </a:p>
        </p:txBody>
      </p:sp>
      <p:pic>
        <p:nvPicPr>
          <p:cNvPr id="7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1933f5d3af4beb">
            <a:extLst>
              <a:ext uri="{96DAC541-7B7A-43D3-8B79-37D633B846F1}">
                <asvg:svgBlip xmlns:asvg="http://schemas.microsoft.com/office/drawing/2016/SVG/main" r:embed="R65ebcdccad90486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344025" y="2721769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16" name="action-title-0-3">
            <a:extLst xmlns:a="http://schemas.openxmlformats.org/drawingml/2006/main">
              <a:ext uri="{FF2B5EF4-FFF2-40B4-BE49-F238E27FC236}">
                <a16:creationId xmlns:a16="http://schemas.microsoft.com/office/drawing/2014/main" id="{73328574-2FB4-4082-9658-48B6A4EA7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25025" y="2602259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行为追踪</a:t>
            </a:r>
          </a:p>
        </p:txBody>
      </p:sp>
      <p:sp>
        <p:nvSpPr>
          <p:cNvPr id="17" name="action-body-0-3">
            <a:extLst xmlns:a="http://schemas.openxmlformats.org/drawingml/2006/main">
              <a:ext uri="{FF2B5EF4-FFF2-40B4-BE49-F238E27FC236}">
                <a16:creationId xmlns:a16="http://schemas.microsoft.com/office/drawing/2014/main" id="{FABC2C4F-65E2-4ACE-B940-FBFC2E678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25025" y="2830859"/>
            <a:ext cx="1771650" cy="2007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记录关键反馈</a:t>
            </a:r>
          </a:p>
        </p:txBody>
      </p:sp>
      <p:sp>
        <p:nvSpPr>
          <p:cNvPr id="18" name="phase-band-1">
            <a:extLst xmlns:a="http://schemas.openxmlformats.org/drawingml/2006/main">
              <a:ext uri="{FF2B5EF4-FFF2-40B4-BE49-F238E27FC236}">
                <a16:creationId xmlns:a16="http://schemas.microsoft.com/office/drawing/2014/main" id="{F8235B02-90FE-469B-9E34-7F0720D35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" y="3386138"/>
            <a:ext cx="11144250" cy="9096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9F3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19" name="phase-rail-1">
            <a:extLst xmlns:a="http://schemas.openxmlformats.org/drawingml/2006/main">
              <a:ext uri="{FF2B5EF4-FFF2-40B4-BE49-F238E27FC236}">
                <a16:creationId xmlns:a16="http://schemas.microsoft.com/office/drawing/2014/main" id="{40FF0ACC-D1FF-48A2-863E-E81108958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075" y="3386138"/>
            <a:ext cx="514350" cy="906513"/>
          </a:xfrm>
          <a:custGeom xmlns:a="http://schemas.openxmlformats.org/drawingml/2006/main">
            <a:pathLst>
              <a:path w="514350" h="906513">
                <a:moveTo>
                  <a:pt x="0" y="0"/>
                </a:moveTo>
                <a:lnTo>
                  <a:pt x="17002" y="8420"/>
                </a:lnTo>
                <a:lnTo>
                  <a:pt x="33995" y="16831"/>
                </a:lnTo>
                <a:lnTo>
                  <a:pt x="50997" y="25251"/>
                </a:lnTo>
                <a:lnTo>
                  <a:pt x="67989" y="33671"/>
                </a:lnTo>
                <a:lnTo>
                  <a:pt x="84992" y="42091"/>
                </a:lnTo>
                <a:lnTo>
                  <a:pt x="101994" y="50502"/>
                </a:lnTo>
                <a:lnTo>
                  <a:pt x="118986" y="58922"/>
                </a:lnTo>
                <a:lnTo>
                  <a:pt x="135988" y="67342"/>
                </a:lnTo>
                <a:lnTo>
                  <a:pt x="152991" y="75752"/>
                </a:lnTo>
                <a:lnTo>
                  <a:pt x="169983" y="84172"/>
                </a:lnTo>
                <a:lnTo>
                  <a:pt x="186985" y="92593"/>
                </a:lnTo>
                <a:lnTo>
                  <a:pt x="203978" y="101013"/>
                </a:lnTo>
                <a:lnTo>
                  <a:pt x="220980" y="109423"/>
                </a:lnTo>
                <a:lnTo>
                  <a:pt x="237982" y="117843"/>
                </a:lnTo>
                <a:lnTo>
                  <a:pt x="254975" y="126263"/>
                </a:lnTo>
                <a:lnTo>
                  <a:pt x="271977" y="120025"/>
                </a:lnTo>
                <a:lnTo>
                  <a:pt x="288979" y="111604"/>
                </a:lnTo>
                <a:lnTo>
                  <a:pt x="305972" y="103184"/>
                </a:lnTo>
                <a:lnTo>
                  <a:pt x="322974" y="94764"/>
                </a:lnTo>
                <a:lnTo>
                  <a:pt x="339966" y="86354"/>
                </a:lnTo>
                <a:lnTo>
                  <a:pt x="356968" y="77934"/>
                </a:lnTo>
                <a:lnTo>
                  <a:pt x="373971" y="69513"/>
                </a:lnTo>
                <a:lnTo>
                  <a:pt x="390963" y="61093"/>
                </a:lnTo>
                <a:lnTo>
                  <a:pt x="407965" y="52683"/>
                </a:lnTo>
                <a:lnTo>
                  <a:pt x="424967" y="44263"/>
                </a:lnTo>
                <a:lnTo>
                  <a:pt x="441960" y="35843"/>
                </a:lnTo>
                <a:lnTo>
                  <a:pt x="458962" y="27432"/>
                </a:lnTo>
                <a:lnTo>
                  <a:pt x="475955" y="19012"/>
                </a:lnTo>
                <a:lnTo>
                  <a:pt x="492957" y="10592"/>
                </a:lnTo>
                <a:lnTo>
                  <a:pt x="509959" y="2172"/>
                </a:lnTo>
                <a:lnTo>
                  <a:pt x="514350" y="14068"/>
                </a:lnTo>
                <a:lnTo>
                  <a:pt x="514350" y="33033"/>
                </a:lnTo>
                <a:lnTo>
                  <a:pt x="514350" y="52007"/>
                </a:lnTo>
                <a:lnTo>
                  <a:pt x="514350" y="70971"/>
                </a:lnTo>
                <a:lnTo>
                  <a:pt x="514350" y="89935"/>
                </a:lnTo>
                <a:lnTo>
                  <a:pt x="514350" y="108909"/>
                </a:lnTo>
                <a:lnTo>
                  <a:pt x="514350" y="127873"/>
                </a:lnTo>
                <a:lnTo>
                  <a:pt x="514350" y="146847"/>
                </a:lnTo>
                <a:lnTo>
                  <a:pt x="514350" y="165811"/>
                </a:lnTo>
                <a:lnTo>
                  <a:pt x="514350" y="184785"/>
                </a:lnTo>
                <a:lnTo>
                  <a:pt x="514350" y="203749"/>
                </a:lnTo>
                <a:lnTo>
                  <a:pt x="514350" y="222714"/>
                </a:lnTo>
                <a:lnTo>
                  <a:pt x="514350" y="241687"/>
                </a:lnTo>
                <a:lnTo>
                  <a:pt x="514350" y="260652"/>
                </a:lnTo>
                <a:lnTo>
                  <a:pt x="514350" y="279625"/>
                </a:lnTo>
                <a:lnTo>
                  <a:pt x="514350" y="298590"/>
                </a:lnTo>
                <a:lnTo>
                  <a:pt x="514350" y="317564"/>
                </a:lnTo>
                <a:lnTo>
                  <a:pt x="514350" y="336528"/>
                </a:lnTo>
                <a:lnTo>
                  <a:pt x="514350" y="355502"/>
                </a:lnTo>
                <a:lnTo>
                  <a:pt x="514350" y="374466"/>
                </a:lnTo>
                <a:lnTo>
                  <a:pt x="514350" y="393430"/>
                </a:lnTo>
                <a:lnTo>
                  <a:pt x="514350" y="412404"/>
                </a:lnTo>
                <a:lnTo>
                  <a:pt x="514350" y="431368"/>
                </a:lnTo>
                <a:lnTo>
                  <a:pt x="514350" y="450342"/>
                </a:lnTo>
                <a:lnTo>
                  <a:pt x="514350" y="469306"/>
                </a:lnTo>
                <a:lnTo>
                  <a:pt x="514350" y="488280"/>
                </a:lnTo>
                <a:lnTo>
                  <a:pt x="514350" y="507244"/>
                </a:lnTo>
                <a:lnTo>
                  <a:pt x="514350" y="526218"/>
                </a:lnTo>
                <a:lnTo>
                  <a:pt x="514350" y="545182"/>
                </a:lnTo>
                <a:lnTo>
                  <a:pt x="514350" y="564147"/>
                </a:lnTo>
                <a:lnTo>
                  <a:pt x="514350" y="583121"/>
                </a:lnTo>
                <a:lnTo>
                  <a:pt x="514350" y="602085"/>
                </a:lnTo>
                <a:lnTo>
                  <a:pt x="514350" y="621059"/>
                </a:lnTo>
                <a:lnTo>
                  <a:pt x="514350" y="640023"/>
                </a:lnTo>
                <a:lnTo>
                  <a:pt x="514350" y="658997"/>
                </a:lnTo>
                <a:lnTo>
                  <a:pt x="514350" y="677961"/>
                </a:lnTo>
                <a:lnTo>
                  <a:pt x="514350" y="696935"/>
                </a:lnTo>
                <a:lnTo>
                  <a:pt x="514350" y="715899"/>
                </a:lnTo>
                <a:lnTo>
                  <a:pt x="514350" y="734863"/>
                </a:lnTo>
                <a:lnTo>
                  <a:pt x="514350" y="753837"/>
                </a:lnTo>
                <a:lnTo>
                  <a:pt x="514350" y="772801"/>
                </a:lnTo>
                <a:lnTo>
                  <a:pt x="505854" y="786498"/>
                </a:lnTo>
                <a:lnTo>
                  <a:pt x="488852" y="794918"/>
                </a:lnTo>
                <a:lnTo>
                  <a:pt x="471849" y="803329"/>
                </a:lnTo>
                <a:lnTo>
                  <a:pt x="454857" y="811749"/>
                </a:lnTo>
                <a:lnTo>
                  <a:pt x="437855" y="820169"/>
                </a:lnTo>
                <a:lnTo>
                  <a:pt x="420862" y="828580"/>
                </a:lnTo>
                <a:lnTo>
                  <a:pt x="403860" y="837000"/>
                </a:lnTo>
                <a:lnTo>
                  <a:pt x="386858" y="845420"/>
                </a:lnTo>
                <a:lnTo>
                  <a:pt x="369865" y="853840"/>
                </a:lnTo>
                <a:lnTo>
                  <a:pt x="352863" y="862251"/>
                </a:lnTo>
                <a:lnTo>
                  <a:pt x="335861" y="870671"/>
                </a:lnTo>
                <a:lnTo>
                  <a:pt x="318868" y="879091"/>
                </a:lnTo>
                <a:lnTo>
                  <a:pt x="301866" y="887501"/>
                </a:lnTo>
                <a:lnTo>
                  <a:pt x="284874" y="895922"/>
                </a:lnTo>
                <a:lnTo>
                  <a:pt x="267872" y="904342"/>
                </a:lnTo>
                <a:lnTo>
                  <a:pt x="250869" y="906513"/>
                </a:lnTo>
                <a:lnTo>
                  <a:pt x="233877" y="898103"/>
                </a:lnTo>
                <a:lnTo>
                  <a:pt x="216875" y="889683"/>
                </a:lnTo>
                <a:lnTo>
                  <a:pt x="199873" y="881263"/>
                </a:lnTo>
                <a:lnTo>
                  <a:pt x="182880" y="872842"/>
                </a:lnTo>
                <a:lnTo>
                  <a:pt x="165878" y="864432"/>
                </a:lnTo>
                <a:lnTo>
                  <a:pt x="148885" y="856012"/>
                </a:lnTo>
                <a:lnTo>
                  <a:pt x="131883" y="847592"/>
                </a:lnTo>
                <a:lnTo>
                  <a:pt x="114881" y="839181"/>
                </a:lnTo>
                <a:lnTo>
                  <a:pt x="97888" y="830761"/>
                </a:lnTo>
                <a:lnTo>
                  <a:pt x="80886" y="822341"/>
                </a:lnTo>
                <a:lnTo>
                  <a:pt x="63884" y="813921"/>
                </a:lnTo>
                <a:lnTo>
                  <a:pt x="46892" y="805510"/>
                </a:lnTo>
                <a:lnTo>
                  <a:pt x="29889" y="797090"/>
                </a:lnTo>
                <a:lnTo>
                  <a:pt x="12897" y="788670"/>
                </a:lnTo>
                <a:lnTo>
                  <a:pt x="0" y="777707"/>
                </a:lnTo>
                <a:lnTo>
                  <a:pt x="0" y="758742"/>
                </a:lnTo>
                <a:lnTo>
                  <a:pt x="0" y="739769"/>
                </a:lnTo>
                <a:lnTo>
                  <a:pt x="0" y="720804"/>
                </a:lnTo>
                <a:lnTo>
                  <a:pt x="0" y="701831"/>
                </a:lnTo>
                <a:lnTo>
                  <a:pt x="0" y="682866"/>
                </a:lnTo>
                <a:lnTo>
                  <a:pt x="0" y="663893"/>
                </a:lnTo>
                <a:lnTo>
                  <a:pt x="0" y="644928"/>
                </a:lnTo>
                <a:lnTo>
                  <a:pt x="0" y="625964"/>
                </a:lnTo>
                <a:lnTo>
                  <a:pt x="0" y="606990"/>
                </a:lnTo>
                <a:lnTo>
                  <a:pt x="0" y="588026"/>
                </a:lnTo>
                <a:lnTo>
                  <a:pt x="0" y="569052"/>
                </a:lnTo>
                <a:lnTo>
                  <a:pt x="0" y="550088"/>
                </a:lnTo>
                <a:lnTo>
                  <a:pt x="0" y="531114"/>
                </a:lnTo>
                <a:lnTo>
                  <a:pt x="0" y="512150"/>
                </a:lnTo>
                <a:lnTo>
                  <a:pt x="0" y="493176"/>
                </a:lnTo>
                <a:lnTo>
                  <a:pt x="0" y="474212"/>
                </a:lnTo>
                <a:lnTo>
                  <a:pt x="0" y="455247"/>
                </a:lnTo>
                <a:lnTo>
                  <a:pt x="0" y="436274"/>
                </a:lnTo>
                <a:lnTo>
                  <a:pt x="0" y="417309"/>
                </a:lnTo>
                <a:lnTo>
                  <a:pt x="0" y="398336"/>
                </a:lnTo>
                <a:lnTo>
                  <a:pt x="0" y="379371"/>
                </a:lnTo>
                <a:lnTo>
                  <a:pt x="0" y="360397"/>
                </a:lnTo>
                <a:lnTo>
                  <a:pt x="0" y="341433"/>
                </a:lnTo>
                <a:lnTo>
                  <a:pt x="0" y="322459"/>
                </a:lnTo>
                <a:lnTo>
                  <a:pt x="0" y="303495"/>
                </a:lnTo>
                <a:lnTo>
                  <a:pt x="0" y="284531"/>
                </a:lnTo>
                <a:lnTo>
                  <a:pt x="0" y="265557"/>
                </a:lnTo>
                <a:lnTo>
                  <a:pt x="0" y="246593"/>
                </a:lnTo>
                <a:lnTo>
                  <a:pt x="0" y="227619"/>
                </a:lnTo>
                <a:lnTo>
                  <a:pt x="0" y="208655"/>
                </a:lnTo>
                <a:lnTo>
                  <a:pt x="0" y="189681"/>
                </a:lnTo>
                <a:lnTo>
                  <a:pt x="0" y="170717"/>
                </a:lnTo>
                <a:lnTo>
                  <a:pt x="0" y="151752"/>
                </a:lnTo>
                <a:lnTo>
                  <a:pt x="0" y="132779"/>
                </a:lnTo>
                <a:lnTo>
                  <a:pt x="0" y="113814"/>
                </a:lnTo>
                <a:lnTo>
                  <a:pt x="0" y="94840"/>
                </a:lnTo>
                <a:lnTo>
                  <a:pt x="0" y="75876"/>
                </a:lnTo>
                <a:lnTo>
                  <a:pt x="0" y="56902"/>
                </a:lnTo>
                <a:lnTo>
                  <a:pt x="0" y="37938"/>
                </a:lnTo>
                <a:lnTo>
                  <a:pt x="0" y="1896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F7EAC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0" name="phase-label-1">
            <a:extLst xmlns:a="http://schemas.openxmlformats.org/drawingml/2006/main">
              <a:ext uri="{FF2B5EF4-FFF2-40B4-BE49-F238E27FC236}">
                <a16:creationId xmlns:a16="http://schemas.microsoft.com/office/drawing/2014/main" id="{343EA41F-BA2F-4A9B-80FA-10690B471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" y="3386138"/>
            <a:ext cx="228600" cy="9096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阶段二</a:t>
            </a:r>
          </a:p>
        </p:txBody>
      </p:sp>
      <p:sp>
        <p:nvSpPr>
          <p:cNvPr id="21" name="phase-title-1">
            <a:extLst xmlns:a="http://schemas.openxmlformats.org/drawingml/2006/main">
              <a:ext uri="{FF2B5EF4-FFF2-40B4-BE49-F238E27FC236}">
                <a16:creationId xmlns:a16="http://schemas.microsoft.com/office/drawing/2014/main" id="{ED97C5D1-2FF3-4E1C-BD66-D9EE26627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4925" y="3456832"/>
            <a:ext cx="1428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意向培育</a:t>
            </a:r>
          </a:p>
        </p:txBody>
      </p:sp>
      <p:sp>
        <p:nvSpPr>
          <p:cNvPr id="22" name="phase-body-1">
            <a:extLst xmlns:a="http://schemas.openxmlformats.org/drawingml/2006/main">
              <a:ext uri="{FF2B5EF4-FFF2-40B4-BE49-F238E27FC236}">
                <a16:creationId xmlns:a16="http://schemas.microsoft.com/office/drawing/2014/main" id="{208302F9-74FC-487C-9B58-A1438D641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4925" y="3733057"/>
            <a:ext cx="1428750" cy="492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让有效关注形成意向</a:t>
            </a:r>
          </a:p>
        </p:txBody>
      </p:sp>
      <p:pic>
        <p:nvPicPr>
          <p:cNvPr id="8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842bc2fd7b40a0">
            <a:extLst>
              <a:ext uri="{96DAC541-7B7A-43D3-8B79-37D633B846F1}">
                <asvg:svgBlip xmlns:asvg="http://schemas.microsoft.com/office/drawing/2016/SVG/main" r:embed="Recc9b9e1ba564d9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86575" y="3745706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24" name="action-title-1-0">
            <a:extLst xmlns:a="http://schemas.openxmlformats.org/drawingml/2006/main">
              <a:ext uri="{FF2B5EF4-FFF2-40B4-BE49-F238E27FC236}">
                <a16:creationId xmlns:a16="http://schemas.microsoft.com/office/drawing/2014/main" id="{82ED22D2-EFB3-43ED-996F-9D0C64B99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67575" y="3626196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规则触发</a:t>
            </a:r>
          </a:p>
        </p:txBody>
      </p:sp>
      <p:sp>
        <p:nvSpPr>
          <p:cNvPr id="25" name="action-body-1-0">
            <a:extLst xmlns:a="http://schemas.openxmlformats.org/drawingml/2006/main">
              <a:ext uri="{FF2B5EF4-FFF2-40B4-BE49-F238E27FC236}">
                <a16:creationId xmlns:a16="http://schemas.microsoft.com/office/drawing/2014/main" id="{7416C30C-2984-45D2-B3A9-C5F8CD5BF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67575" y="3854796"/>
            <a:ext cx="1771650" cy="2007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自动下发任务</a:t>
            </a:r>
          </a:p>
        </p:txBody>
      </p:sp>
      <p:pic>
        <p:nvPicPr>
          <p:cNvPr id="8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7896ee75ff47fc">
            <a:extLst>
              <a:ext uri="{96DAC541-7B7A-43D3-8B79-37D633B846F1}">
                <asvg:svgBlip xmlns:asvg="http://schemas.microsoft.com/office/drawing/2016/SVG/main" r:embed="R30cf13849cd544d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344025" y="3745706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27" name="action-title-1-1">
            <a:extLst xmlns:a="http://schemas.openxmlformats.org/drawingml/2006/main">
              <a:ext uri="{FF2B5EF4-FFF2-40B4-BE49-F238E27FC236}">
                <a16:creationId xmlns:a16="http://schemas.microsoft.com/office/drawing/2014/main" id="{C96583E4-4897-4006-AD01-AC6F612DE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25025" y="3626196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热度评估</a:t>
            </a:r>
          </a:p>
        </p:txBody>
      </p:sp>
      <p:sp>
        <p:nvSpPr>
          <p:cNvPr id="28" name="action-body-1-1">
            <a:extLst xmlns:a="http://schemas.openxmlformats.org/drawingml/2006/main">
              <a:ext uri="{FF2B5EF4-FFF2-40B4-BE49-F238E27FC236}">
                <a16:creationId xmlns:a16="http://schemas.microsoft.com/office/drawing/2014/main" id="{FC09F451-4788-408D-9471-28CE0657A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25025" y="3854796"/>
            <a:ext cx="1771650" cy="2007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识别优先对象</a:t>
            </a:r>
          </a:p>
        </p:txBody>
      </p:sp>
      <p:sp>
        <p:nvSpPr>
          <p:cNvPr id="29" name="phase-band-2">
            <a:extLst xmlns:a="http://schemas.openxmlformats.org/drawingml/2006/main">
              <a:ext uri="{FF2B5EF4-FFF2-40B4-BE49-F238E27FC236}">
                <a16:creationId xmlns:a16="http://schemas.microsoft.com/office/drawing/2014/main" id="{EAD5064C-F3D3-4FA8-AD43-329A73BDD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" y="4295775"/>
            <a:ext cx="11144250" cy="1914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9F3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30" name="phase-rail-2">
            <a:extLst xmlns:a="http://schemas.openxmlformats.org/drawingml/2006/main">
              <a:ext uri="{FF2B5EF4-FFF2-40B4-BE49-F238E27FC236}">
                <a16:creationId xmlns:a16="http://schemas.microsoft.com/office/drawing/2014/main" id="{35C1BB29-1D3E-4C20-9ED4-AAB390932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075" y="4295775"/>
            <a:ext cx="514350" cy="1914134"/>
          </a:xfrm>
          <a:custGeom xmlns:a="http://schemas.openxmlformats.org/drawingml/2006/main">
            <a:pathLst>
              <a:path w="514350" h="1914134">
                <a:moveTo>
                  <a:pt x="0" y="0"/>
                </a:moveTo>
                <a:lnTo>
                  <a:pt x="17193" y="9554"/>
                </a:lnTo>
                <a:lnTo>
                  <a:pt x="34385" y="19098"/>
                </a:lnTo>
                <a:lnTo>
                  <a:pt x="51578" y="28651"/>
                </a:lnTo>
                <a:lnTo>
                  <a:pt x="68771" y="38205"/>
                </a:lnTo>
                <a:lnTo>
                  <a:pt x="85963" y="47758"/>
                </a:lnTo>
                <a:lnTo>
                  <a:pt x="103156" y="57302"/>
                </a:lnTo>
                <a:lnTo>
                  <a:pt x="120348" y="66856"/>
                </a:lnTo>
                <a:lnTo>
                  <a:pt x="137541" y="76410"/>
                </a:lnTo>
                <a:lnTo>
                  <a:pt x="154724" y="85963"/>
                </a:lnTo>
                <a:lnTo>
                  <a:pt x="171917" y="95507"/>
                </a:lnTo>
                <a:lnTo>
                  <a:pt x="189109" y="105061"/>
                </a:lnTo>
                <a:lnTo>
                  <a:pt x="206302" y="114614"/>
                </a:lnTo>
                <a:lnTo>
                  <a:pt x="223495" y="124168"/>
                </a:lnTo>
                <a:lnTo>
                  <a:pt x="240687" y="133712"/>
                </a:lnTo>
                <a:lnTo>
                  <a:pt x="257880" y="142484"/>
                </a:lnTo>
                <a:lnTo>
                  <a:pt x="275072" y="132931"/>
                </a:lnTo>
                <a:lnTo>
                  <a:pt x="292265" y="123377"/>
                </a:lnTo>
                <a:lnTo>
                  <a:pt x="309458" y="113833"/>
                </a:lnTo>
                <a:lnTo>
                  <a:pt x="326650" y="104280"/>
                </a:lnTo>
                <a:lnTo>
                  <a:pt x="343843" y="94726"/>
                </a:lnTo>
                <a:lnTo>
                  <a:pt x="361036" y="85173"/>
                </a:lnTo>
                <a:lnTo>
                  <a:pt x="378228" y="75629"/>
                </a:lnTo>
                <a:lnTo>
                  <a:pt x="395421" y="66075"/>
                </a:lnTo>
                <a:lnTo>
                  <a:pt x="412613" y="56521"/>
                </a:lnTo>
                <a:lnTo>
                  <a:pt x="429806" y="46968"/>
                </a:lnTo>
                <a:lnTo>
                  <a:pt x="446999" y="37424"/>
                </a:lnTo>
                <a:lnTo>
                  <a:pt x="464182" y="27870"/>
                </a:lnTo>
                <a:lnTo>
                  <a:pt x="481374" y="18317"/>
                </a:lnTo>
                <a:lnTo>
                  <a:pt x="498567" y="8763"/>
                </a:lnTo>
                <a:lnTo>
                  <a:pt x="514350" y="1619"/>
                </a:lnTo>
                <a:lnTo>
                  <a:pt x="514350" y="21279"/>
                </a:lnTo>
                <a:lnTo>
                  <a:pt x="514350" y="40948"/>
                </a:lnTo>
                <a:lnTo>
                  <a:pt x="514350" y="60617"/>
                </a:lnTo>
                <a:lnTo>
                  <a:pt x="514350" y="80286"/>
                </a:lnTo>
                <a:lnTo>
                  <a:pt x="514350" y="99955"/>
                </a:lnTo>
                <a:lnTo>
                  <a:pt x="514350" y="119615"/>
                </a:lnTo>
                <a:lnTo>
                  <a:pt x="514350" y="139284"/>
                </a:lnTo>
                <a:lnTo>
                  <a:pt x="514350" y="158953"/>
                </a:lnTo>
                <a:lnTo>
                  <a:pt x="514350" y="178622"/>
                </a:lnTo>
                <a:lnTo>
                  <a:pt x="514350" y="198282"/>
                </a:lnTo>
                <a:lnTo>
                  <a:pt x="514350" y="217951"/>
                </a:lnTo>
                <a:lnTo>
                  <a:pt x="514350" y="237620"/>
                </a:lnTo>
                <a:lnTo>
                  <a:pt x="514350" y="257289"/>
                </a:lnTo>
                <a:lnTo>
                  <a:pt x="514350" y="276958"/>
                </a:lnTo>
                <a:lnTo>
                  <a:pt x="514350" y="296618"/>
                </a:lnTo>
                <a:lnTo>
                  <a:pt x="514350" y="316287"/>
                </a:lnTo>
                <a:lnTo>
                  <a:pt x="514350" y="335956"/>
                </a:lnTo>
                <a:lnTo>
                  <a:pt x="514350" y="355625"/>
                </a:lnTo>
                <a:lnTo>
                  <a:pt x="514350" y="375295"/>
                </a:lnTo>
                <a:lnTo>
                  <a:pt x="514350" y="394954"/>
                </a:lnTo>
                <a:lnTo>
                  <a:pt x="514350" y="414623"/>
                </a:lnTo>
                <a:lnTo>
                  <a:pt x="514350" y="434292"/>
                </a:lnTo>
                <a:lnTo>
                  <a:pt x="514350" y="453961"/>
                </a:lnTo>
                <a:lnTo>
                  <a:pt x="514350" y="473621"/>
                </a:lnTo>
                <a:lnTo>
                  <a:pt x="514350" y="493290"/>
                </a:lnTo>
                <a:lnTo>
                  <a:pt x="514350" y="512959"/>
                </a:lnTo>
                <a:lnTo>
                  <a:pt x="514350" y="532628"/>
                </a:lnTo>
                <a:lnTo>
                  <a:pt x="514350" y="552298"/>
                </a:lnTo>
                <a:lnTo>
                  <a:pt x="514350" y="571957"/>
                </a:lnTo>
                <a:lnTo>
                  <a:pt x="514350" y="591626"/>
                </a:lnTo>
                <a:lnTo>
                  <a:pt x="514350" y="611295"/>
                </a:lnTo>
                <a:lnTo>
                  <a:pt x="514350" y="630965"/>
                </a:lnTo>
                <a:lnTo>
                  <a:pt x="514350" y="650624"/>
                </a:lnTo>
                <a:lnTo>
                  <a:pt x="514350" y="670293"/>
                </a:lnTo>
                <a:lnTo>
                  <a:pt x="514350" y="689962"/>
                </a:lnTo>
                <a:lnTo>
                  <a:pt x="514350" y="709632"/>
                </a:lnTo>
                <a:lnTo>
                  <a:pt x="514350" y="729301"/>
                </a:lnTo>
                <a:lnTo>
                  <a:pt x="514350" y="748960"/>
                </a:lnTo>
                <a:lnTo>
                  <a:pt x="514350" y="768629"/>
                </a:lnTo>
                <a:lnTo>
                  <a:pt x="514350" y="788299"/>
                </a:lnTo>
                <a:lnTo>
                  <a:pt x="514350" y="807968"/>
                </a:lnTo>
                <a:lnTo>
                  <a:pt x="514350" y="827637"/>
                </a:lnTo>
                <a:lnTo>
                  <a:pt x="514350" y="847296"/>
                </a:lnTo>
                <a:lnTo>
                  <a:pt x="514350" y="866966"/>
                </a:lnTo>
                <a:lnTo>
                  <a:pt x="514350" y="886635"/>
                </a:lnTo>
                <a:lnTo>
                  <a:pt x="514350" y="906304"/>
                </a:lnTo>
                <a:lnTo>
                  <a:pt x="514350" y="925963"/>
                </a:lnTo>
                <a:lnTo>
                  <a:pt x="514350" y="945632"/>
                </a:lnTo>
                <a:lnTo>
                  <a:pt x="514350" y="965302"/>
                </a:lnTo>
                <a:lnTo>
                  <a:pt x="514350" y="984971"/>
                </a:lnTo>
                <a:lnTo>
                  <a:pt x="514350" y="1004640"/>
                </a:lnTo>
                <a:lnTo>
                  <a:pt x="514350" y="1024299"/>
                </a:lnTo>
                <a:lnTo>
                  <a:pt x="514350" y="1043969"/>
                </a:lnTo>
                <a:lnTo>
                  <a:pt x="514350" y="1063638"/>
                </a:lnTo>
                <a:lnTo>
                  <a:pt x="514350" y="1083307"/>
                </a:lnTo>
                <a:lnTo>
                  <a:pt x="514350" y="1102966"/>
                </a:lnTo>
                <a:lnTo>
                  <a:pt x="514350" y="1122636"/>
                </a:lnTo>
                <a:lnTo>
                  <a:pt x="514350" y="1142305"/>
                </a:lnTo>
                <a:lnTo>
                  <a:pt x="514350" y="1161974"/>
                </a:lnTo>
                <a:lnTo>
                  <a:pt x="514350" y="1181643"/>
                </a:lnTo>
                <a:lnTo>
                  <a:pt x="514350" y="1201303"/>
                </a:lnTo>
                <a:lnTo>
                  <a:pt x="514350" y="1220972"/>
                </a:lnTo>
                <a:lnTo>
                  <a:pt x="514350" y="1240641"/>
                </a:lnTo>
                <a:lnTo>
                  <a:pt x="514350" y="1260310"/>
                </a:lnTo>
                <a:lnTo>
                  <a:pt x="514350" y="1279970"/>
                </a:lnTo>
                <a:lnTo>
                  <a:pt x="514350" y="1299639"/>
                </a:lnTo>
                <a:lnTo>
                  <a:pt x="514350" y="1319308"/>
                </a:lnTo>
                <a:lnTo>
                  <a:pt x="514350" y="1338977"/>
                </a:lnTo>
                <a:lnTo>
                  <a:pt x="514350" y="1358646"/>
                </a:lnTo>
                <a:lnTo>
                  <a:pt x="514350" y="1378306"/>
                </a:lnTo>
                <a:lnTo>
                  <a:pt x="514350" y="1397975"/>
                </a:lnTo>
                <a:lnTo>
                  <a:pt x="514350" y="1417644"/>
                </a:lnTo>
                <a:lnTo>
                  <a:pt x="514350" y="1437313"/>
                </a:lnTo>
                <a:lnTo>
                  <a:pt x="514350" y="1456982"/>
                </a:lnTo>
                <a:lnTo>
                  <a:pt x="514350" y="1476642"/>
                </a:lnTo>
                <a:lnTo>
                  <a:pt x="514350" y="1496311"/>
                </a:lnTo>
                <a:lnTo>
                  <a:pt x="514350" y="1515980"/>
                </a:lnTo>
                <a:lnTo>
                  <a:pt x="514350" y="1535649"/>
                </a:lnTo>
                <a:lnTo>
                  <a:pt x="514350" y="1555309"/>
                </a:lnTo>
                <a:lnTo>
                  <a:pt x="514350" y="1574978"/>
                </a:lnTo>
                <a:lnTo>
                  <a:pt x="514350" y="1594647"/>
                </a:lnTo>
                <a:lnTo>
                  <a:pt x="514350" y="1614316"/>
                </a:lnTo>
                <a:lnTo>
                  <a:pt x="514350" y="1633985"/>
                </a:lnTo>
                <a:lnTo>
                  <a:pt x="514350" y="1653645"/>
                </a:lnTo>
                <a:lnTo>
                  <a:pt x="514350" y="1673314"/>
                </a:lnTo>
                <a:lnTo>
                  <a:pt x="514350" y="1692983"/>
                </a:lnTo>
                <a:lnTo>
                  <a:pt x="514350" y="1712652"/>
                </a:lnTo>
                <a:lnTo>
                  <a:pt x="514350" y="1732312"/>
                </a:lnTo>
                <a:lnTo>
                  <a:pt x="514350" y="1751981"/>
                </a:lnTo>
                <a:lnTo>
                  <a:pt x="514350" y="1771650"/>
                </a:lnTo>
                <a:lnTo>
                  <a:pt x="497157" y="1781204"/>
                </a:lnTo>
                <a:lnTo>
                  <a:pt x="479965" y="1790748"/>
                </a:lnTo>
                <a:lnTo>
                  <a:pt x="462772" y="1800301"/>
                </a:lnTo>
                <a:lnTo>
                  <a:pt x="445580" y="1809855"/>
                </a:lnTo>
                <a:lnTo>
                  <a:pt x="428387" y="1819408"/>
                </a:lnTo>
                <a:lnTo>
                  <a:pt x="411194" y="1828952"/>
                </a:lnTo>
                <a:lnTo>
                  <a:pt x="394002" y="1838506"/>
                </a:lnTo>
                <a:lnTo>
                  <a:pt x="376809" y="1848060"/>
                </a:lnTo>
                <a:lnTo>
                  <a:pt x="359626" y="1857613"/>
                </a:lnTo>
                <a:lnTo>
                  <a:pt x="342433" y="1867157"/>
                </a:lnTo>
                <a:lnTo>
                  <a:pt x="325241" y="1876711"/>
                </a:lnTo>
                <a:lnTo>
                  <a:pt x="308048" y="1886264"/>
                </a:lnTo>
                <a:lnTo>
                  <a:pt x="290855" y="1895818"/>
                </a:lnTo>
                <a:lnTo>
                  <a:pt x="273663" y="1905362"/>
                </a:lnTo>
                <a:lnTo>
                  <a:pt x="256470" y="1914134"/>
                </a:lnTo>
                <a:lnTo>
                  <a:pt x="239278" y="1904581"/>
                </a:lnTo>
                <a:lnTo>
                  <a:pt x="222085" y="1895027"/>
                </a:lnTo>
                <a:lnTo>
                  <a:pt x="204892" y="1885483"/>
                </a:lnTo>
                <a:lnTo>
                  <a:pt x="187700" y="1875930"/>
                </a:lnTo>
                <a:lnTo>
                  <a:pt x="170507" y="1866376"/>
                </a:lnTo>
                <a:lnTo>
                  <a:pt x="153314" y="1856823"/>
                </a:lnTo>
                <a:lnTo>
                  <a:pt x="136122" y="1847279"/>
                </a:lnTo>
                <a:lnTo>
                  <a:pt x="118929" y="1837725"/>
                </a:lnTo>
                <a:lnTo>
                  <a:pt x="101737" y="1828171"/>
                </a:lnTo>
                <a:lnTo>
                  <a:pt x="84544" y="1818618"/>
                </a:lnTo>
                <a:lnTo>
                  <a:pt x="67351" y="1809074"/>
                </a:lnTo>
                <a:lnTo>
                  <a:pt x="50168" y="1799520"/>
                </a:lnTo>
                <a:lnTo>
                  <a:pt x="32976" y="1789967"/>
                </a:lnTo>
                <a:lnTo>
                  <a:pt x="15783" y="1780413"/>
                </a:lnTo>
                <a:lnTo>
                  <a:pt x="0" y="1770031"/>
                </a:lnTo>
                <a:lnTo>
                  <a:pt x="0" y="1750371"/>
                </a:lnTo>
                <a:lnTo>
                  <a:pt x="0" y="1730702"/>
                </a:lnTo>
                <a:lnTo>
                  <a:pt x="0" y="1711033"/>
                </a:lnTo>
                <a:lnTo>
                  <a:pt x="0" y="1691364"/>
                </a:lnTo>
                <a:lnTo>
                  <a:pt x="0" y="1671695"/>
                </a:lnTo>
                <a:lnTo>
                  <a:pt x="0" y="1652035"/>
                </a:lnTo>
                <a:lnTo>
                  <a:pt x="0" y="1632366"/>
                </a:lnTo>
                <a:lnTo>
                  <a:pt x="0" y="1612697"/>
                </a:lnTo>
                <a:lnTo>
                  <a:pt x="0" y="1593028"/>
                </a:lnTo>
                <a:lnTo>
                  <a:pt x="0" y="1573368"/>
                </a:lnTo>
                <a:lnTo>
                  <a:pt x="0" y="1553699"/>
                </a:lnTo>
                <a:lnTo>
                  <a:pt x="0" y="1534030"/>
                </a:lnTo>
                <a:lnTo>
                  <a:pt x="0" y="1514361"/>
                </a:lnTo>
                <a:lnTo>
                  <a:pt x="0" y="1494692"/>
                </a:lnTo>
                <a:lnTo>
                  <a:pt x="0" y="1475032"/>
                </a:lnTo>
                <a:lnTo>
                  <a:pt x="0" y="1455363"/>
                </a:lnTo>
                <a:lnTo>
                  <a:pt x="0" y="1435694"/>
                </a:lnTo>
                <a:lnTo>
                  <a:pt x="0" y="1416025"/>
                </a:lnTo>
                <a:lnTo>
                  <a:pt x="0" y="1396355"/>
                </a:lnTo>
                <a:lnTo>
                  <a:pt x="0" y="1376696"/>
                </a:lnTo>
                <a:lnTo>
                  <a:pt x="0" y="1357027"/>
                </a:lnTo>
                <a:lnTo>
                  <a:pt x="0" y="1337358"/>
                </a:lnTo>
                <a:lnTo>
                  <a:pt x="0" y="1317689"/>
                </a:lnTo>
                <a:lnTo>
                  <a:pt x="0" y="1298029"/>
                </a:lnTo>
                <a:lnTo>
                  <a:pt x="0" y="1278360"/>
                </a:lnTo>
                <a:lnTo>
                  <a:pt x="0" y="1258691"/>
                </a:lnTo>
                <a:lnTo>
                  <a:pt x="0" y="1239022"/>
                </a:lnTo>
                <a:lnTo>
                  <a:pt x="0" y="1219352"/>
                </a:lnTo>
                <a:lnTo>
                  <a:pt x="0" y="1199693"/>
                </a:lnTo>
                <a:lnTo>
                  <a:pt x="0" y="1180024"/>
                </a:lnTo>
                <a:lnTo>
                  <a:pt x="0" y="1160355"/>
                </a:lnTo>
                <a:lnTo>
                  <a:pt x="0" y="1140685"/>
                </a:lnTo>
                <a:lnTo>
                  <a:pt x="0" y="1121026"/>
                </a:lnTo>
                <a:lnTo>
                  <a:pt x="0" y="1101357"/>
                </a:lnTo>
                <a:lnTo>
                  <a:pt x="0" y="1081688"/>
                </a:lnTo>
                <a:lnTo>
                  <a:pt x="0" y="1062018"/>
                </a:lnTo>
                <a:lnTo>
                  <a:pt x="0" y="1042349"/>
                </a:lnTo>
                <a:lnTo>
                  <a:pt x="0" y="1022690"/>
                </a:lnTo>
                <a:lnTo>
                  <a:pt x="0" y="1003021"/>
                </a:lnTo>
                <a:lnTo>
                  <a:pt x="0" y="983351"/>
                </a:lnTo>
                <a:lnTo>
                  <a:pt x="0" y="963682"/>
                </a:lnTo>
                <a:lnTo>
                  <a:pt x="0" y="944023"/>
                </a:lnTo>
                <a:lnTo>
                  <a:pt x="0" y="924354"/>
                </a:lnTo>
                <a:lnTo>
                  <a:pt x="0" y="904685"/>
                </a:lnTo>
                <a:lnTo>
                  <a:pt x="0" y="885015"/>
                </a:lnTo>
                <a:lnTo>
                  <a:pt x="0" y="865346"/>
                </a:lnTo>
                <a:lnTo>
                  <a:pt x="0" y="845687"/>
                </a:lnTo>
                <a:lnTo>
                  <a:pt x="0" y="826018"/>
                </a:lnTo>
                <a:lnTo>
                  <a:pt x="0" y="806348"/>
                </a:lnTo>
                <a:lnTo>
                  <a:pt x="0" y="786679"/>
                </a:lnTo>
                <a:lnTo>
                  <a:pt x="0" y="767010"/>
                </a:lnTo>
                <a:lnTo>
                  <a:pt x="0" y="747351"/>
                </a:lnTo>
                <a:lnTo>
                  <a:pt x="0" y="727681"/>
                </a:lnTo>
                <a:lnTo>
                  <a:pt x="0" y="708012"/>
                </a:lnTo>
                <a:lnTo>
                  <a:pt x="0" y="688343"/>
                </a:lnTo>
                <a:lnTo>
                  <a:pt x="0" y="668684"/>
                </a:lnTo>
                <a:lnTo>
                  <a:pt x="0" y="649014"/>
                </a:lnTo>
                <a:lnTo>
                  <a:pt x="0" y="629345"/>
                </a:lnTo>
                <a:lnTo>
                  <a:pt x="0" y="609676"/>
                </a:lnTo>
                <a:lnTo>
                  <a:pt x="0" y="590007"/>
                </a:lnTo>
                <a:lnTo>
                  <a:pt x="0" y="570347"/>
                </a:lnTo>
                <a:lnTo>
                  <a:pt x="0" y="550678"/>
                </a:lnTo>
                <a:lnTo>
                  <a:pt x="0" y="531009"/>
                </a:lnTo>
                <a:lnTo>
                  <a:pt x="0" y="511340"/>
                </a:lnTo>
                <a:lnTo>
                  <a:pt x="0" y="491681"/>
                </a:lnTo>
                <a:lnTo>
                  <a:pt x="0" y="472011"/>
                </a:lnTo>
                <a:lnTo>
                  <a:pt x="0" y="452342"/>
                </a:lnTo>
                <a:lnTo>
                  <a:pt x="0" y="432673"/>
                </a:lnTo>
                <a:lnTo>
                  <a:pt x="0" y="413004"/>
                </a:lnTo>
                <a:lnTo>
                  <a:pt x="0" y="393344"/>
                </a:lnTo>
                <a:lnTo>
                  <a:pt x="0" y="373675"/>
                </a:lnTo>
                <a:lnTo>
                  <a:pt x="0" y="354006"/>
                </a:lnTo>
                <a:lnTo>
                  <a:pt x="0" y="334337"/>
                </a:lnTo>
                <a:lnTo>
                  <a:pt x="0" y="314668"/>
                </a:lnTo>
                <a:lnTo>
                  <a:pt x="0" y="295008"/>
                </a:lnTo>
                <a:lnTo>
                  <a:pt x="0" y="275339"/>
                </a:lnTo>
                <a:lnTo>
                  <a:pt x="0" y="255670"/>
                </a:lnTo>
                <a:lnTo>
                  <a:pt x="0" y="236001"/>
                </a:lnTo>
                <a:lnTo>
                  <a:pt x="0" y="216341"/>
                </a:lnTo>
                <a:lnTo>
                  <a:pt x="0" y="196672"/>
                </a:lnTo>
                <a:lnTo>
                  <a:pt x="0" y="177003"/>
                </a:lnTo>
                <a:lnTo>
                  <a:pt x="0" y="157334"/>
                </a:lnTo>
                <a:lnTo>
                  <a:pt x="0" y="137665"/>
                </a:lnTo>
                <a:lnTo>
                  <a:pt x="0" y="118005"/>
                </a:lnTo>
                <a:lnTo>
                  <a:pt x="0" y="98336"/>
                </a:lnTo>
                <a:lnTo>
                  <a:pt x="0" y="78667"/>
                </a:lnTo>
                <a:lnTo>
                  <a:pt x="0" y="58998"/>
                </a:lnTo>
                <a:lnTo>
                  <a:pt x="0" y="39338"/>
                </a:lnTo>
                <a:lnTo>
                  <a:pt x="0" y="1966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8A8D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1" name="phase-label-2">
            <a:extLst xmlns:a="http://schemas.openxmlformats.org/drawingml/2006/main">
              <a:ext uri="{FF2B5EF4-FFF2-40B4-BE49-F238E27FC236}">
                <a16:creationId xmlns:a16="http://schemas.microsoft.com/office/drawing/2014/main" id="{875E0864-04DE-476A-9A00-4A810D521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" y="4295775"/>
            <a:ext cx="228600" cy="1914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阶段三</a:t>
            </a:r>
          </a:p>
        </p:txBody>
      </p:sp>
      <p:sp>
        <p:nvSpPr>
          <p:cNvPr id="32" name="phase-title-2">
            <a:extLst xmlns:a="http://schemas.openxmlformats.org/drawingml/2006/main">
              <a:ext uri="{FF2B5EF4-FFF2-40B4-BE49-F238E27FC236}">
                <a16:creationId xmlns:a16="http://schemas.microsoft.com/office/drawing/2014/main" id="{7022AA23-3879-471C-BA28-C98258092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4925" y="4868913"/>
            <a:ext cx="1428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持续转化</a:t>
            </a:r>
          </a:p>
        </p:txBody>
      </p:sp>
      <p:sp>
        <p:nvSpPr>
          <p:cNvPr id="33" name="phase-body-2">
            <a:extLst xmlns:a="http://schemas.openxmlformats.org/drawingml/2006/main">
              <a:ext uri="{FF2B5EF4-FFF2-40B4-BE49-F238E27FC236}">
                <a16:creationId xmlns:a16="http://schemas.microsoft.com/office/drawing/2014/main" id="{B1E1A5D5-66C0-4165-8DCB-E0AE2FE57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4925" y="5145138"/>
            <a:ext cx="1428750" cy="492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让行动沉淀为长期价值</a:t>
            </a:r>
          </a:p>
        </p:txBody>
      </p:sp>
      <p:pic>
        <p:nvPicPr>
          <p:cNvPr id="9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c732b96ef64901">
            <a:extLst>
              <a:ext uri="{96DAC541-7B7A-43D3-8B79-37D633B846F1}">
                <asvg:svgBlip xmlns:asvg="http://schemas.microsoft.com/office/drawing/2016/SVG/main" r:embed="Rbfaf7965fb7f4df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86575" y="5157788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35" name="action-title-2-0">
            <a:extLst xmlns:a="http://schemas.openxmlformats.org/drawingml/2006/main">
              <a:ext uri="{FF2B5EF4-FFF2-40B4-BE49-F238E27FC236}">
                <a16:creationId xmlns:a16="http://schemas.microsoft.com/office/drawing/2014/main" id="{F9F32904-6336-4FD2-BBA2-32D3D4A41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67575" y="5038277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数据打通</a:t>
            </a:r>
          </a:p>
        </p:txBody>
      </p:sp>
      <p:sp>
        <p:nvSpPr>
          <p:cNvPr id="36" name="action-body-2-0">
            <a:extLst xmlns:a="http://schemas.openxmlformats.org/drawingml/2006/main">
              <a:ext uri="{FF2B5EF4-FFF2-40B4-BE49-F238E27FC236}">
                <a16:creationId xmlns:a16="http://schemas.microsoft.com/office/drawing/2014/main" id="{930E1F6B-C81B-45F1-B0BF-1B3EDA6C2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67575" y="5266877"/>
            <a:ext cx="1771650" cy="2007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统一分析对象</a:t>
            </a:r>
          </a:p>
        </p:txBody>
      </p:sp>
      <p:pic>
        <p:nvPicPr>
          <p:cNvPr id="9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ee8fba379a47e2">
            <a:extLst>
              <a:ext uri="{96DAC541-7B7A-43D3-8B79-37D633B846F1}">
                <asvg:svgBlip xmlns:asvg="http://schemas.microsoft.com/office/drawing/2016/SVG/main" r:embed="R2d28c4594273464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344025" y="5157788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38" name="action-title-2-1">
            <a:extLst xmlns:a="http://schemas.openxmlformats.org/drawingml/2006/main">
              <a:ext uri="{FF2B5EF4-FFF2-40B4-BE49-F238E27FC236}">
                <a16:creationId xmlns:a16="http://schemas.microsoft.com/office/drawing/2014/main" id="{68029548-D6FE-4829-B313-EF749450D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25025" y="5038277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自动分群</a:t>
            </a:r>
          </a:p>
        </p:txBody>
      </p:sp>
      <p:sp>
        <p:nvSpPr>
          <p:cNvPr id="39" name="action-body-2-1">
            <a:extLst xmlns:a="http://schemas.openxmlformats.org/drawingml/2006/main">
              <a:ext uri="{FF2B5EF4-FFF2-40B4-BE49-F238E27FC236}">
                <a16:creationId xmlns:a16="http://schemas.microsoft.com/office/drawing/2014/main" id="{AA71E252-EDC8-46F2-95B6-9F2DD89F9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25025" y="5266877"/>
            <a:ext cx="1771650" cy="2007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指导持续运营</a:t>
            </a:r>
          </a:p>
        </p:txBody>
      </p:sp>
      <p:sp>
        <p:nvSpPr>
          <p:cNvPr id="40" name="input-core-0">
            <a:extLst xmlns:a="http://schemas.openxmlformats.org/drawingml/2006/main">
              <a:ext uri="{FF2B5EF4-FFF2-40B4-BE49-F238E27FC236}">
                <a16:creationId xmlns:a16="http://schemas.microsoft.com/office/drawing/2014/main" id="{50A9EB30-C373-4777-9FFE-6E1BFDD9C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57525" y="19431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10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6e628367af49bd">
            <a:extLst>
              <a:ext uri="{96DAC541-7B7A-43D3-8B79-37D633B846F1}">
                <asvg:svgBlip xmlns:asvg="http://schemas.microsoft.com/office/drawing/2016/SVG/main" r:embed="Rcbe069735a4a4bf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152775" y="203835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42" name="input-core-1">
            <a:extLst xmlns:a="http://schemas.openxmlformats.org/drawingml/2006/main">
              <a:ext uri="{FF2B5EF4-FFF2-40B4-BE49-F238E27FC236}">
                <a16:creationId xmlns:a16="http://schemas.microsoft.com/office/drawing/2014/main" id="{50EE3161-3E9F-4537-9AE2-5ADD408B6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52850" y="17430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10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077dbf84804db8">
            <a:extLst>
              <a:ext uri="{96DAC541-7B7A-43D3-8B79-37D633B846F1}">
                <asvg:svgBlip xmlns:asvg="http://schemas.microsoft.com/office/drawing/2016/SVG/main" r:embed="R276bfb269d0945d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848100" y="1838325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44" name="input-core-2">
            <a:extLst xmlns:a="http://schemas.openxmlformats.org/drawingml/2006/main">
              <a:ext uri="{FF2B5EF4-FFF2-40B4-BE49-F238E27FC236}">
                <a16:creationId xmlns:a16="http://schemas.microsoft.com/office/drawing/2014/main" id="{3E3A0C85-765D-4736-A0AE-D642D130C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91025" y="16287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10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e86d0c56fa45f6">
            <a:extLst>
              <a:ext uri="{96DAC541-7B7A-43D3-8B79-37D633B846F1}">
                <asvg:svgBlip xmlns:asvg="http://schemas.microsoft.com/office/drawing/2016/SVG/main" r:embed="Rd2d4f35b1a81496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86275" y="172402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46" name="input-core-3">
            <a:extLst xmlns:a="http://schemas.openxmlformats.org/drawingml/2006/main">
              <a:ext uri="{FF2B5EF4-FFF2-40B4-BE49-F238E27FC236}">
                <a16:creationId xmlns:a16="http://schemas.microsoft.com/office/drawing/2014/main" id="{2124DB4A-EBDF-4410-8DA5-72EBA453A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86350" y="17811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10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9cbedf24084450">
            <a:extLst>
              <a:ext uri="{96DAC541-7B7A-43D3-8B79-37D633B846F1}">
                <asvg:svgBlip xmlns:asvg="http://schemas.microsoft.com/office/drawing/2016/SVG/main" r:embed="R93b976f2782843c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181600" y="1876425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48" name="input-core-4">
            <a:extLst xmlns:a="http://schemas.openxmlformats.org/drawingml/2006/main">
              <a:ext uri="{FF2B5EF4-FFF2-40B4-BE49-F238E27FC236}">
                <a16:creationId xmlns:a16="http://schemas.microsoft.com/office/drawing/2014/main" id="{D57B57CB-1A57-4C73-8363-79FA671E8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24525" y="19145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1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b2e86e0eac419b">
            <a:extLst>
              <a:ext uri="{96DAC541-7B7A-43D3-8B79-37D633B846F1}">
                <asvg:svgBlip xmlns:asvg="http://schemas.microsoft.com/office/drawing/2016/SVG/main" r:embed="R5d539d7e3fc34ca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819775" y="20097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50" name="funnel-step-body-0">
            <a:extLst xmlns:a="http://schemas.openxmlformats.org/drawingml/2006/main">
              <a:ext uri="{FF2B5EF4-FFF2-40B4-BE49-F238E27FC236}">
                <a16:creationId xmlns:a16="http://schemas.microsoft.com/office/drawing/2014/main" id="{EDE81D56-48C8-42E6-8B4D-490A4E9D9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52750" y="2514600"/>
            <a:ext cx="3331178" cy="807244"/>
          </a:xfrm>
          <a:custGeom xmlns:a="http://schemas.openxmlformats.org/drawingml/2006/main">
            <a:pathLst>
              <a:path w="3331178" h="807244">
                <a:moveTo>
                  <a:pt x="0" y="0"/>
                </a:moveTo>
                <a:lnTo>
                  <a:pt x="15011" y="27756"/>
                </a:lnTo>
                <a:lnTo>
                  <a:pt x="30032" y="55502"/>
                </a:lnTo>
                <a:lnTo>
                  <a:pt x="45044" y="83258"/>
                </a:lnTo>
                <a:lnTo>
                  <a:pt x="60065" y="111014"/>
                </a:lnTo>
                <a:lnTo>
                  <a:pt x="75076" y="138760"/>
                </a:lnTo>
                <a:lnTo>
                  <a:pt x="90087" y="166516"/>
                </a:lnTo>
                <a:lnTo>
                  <a:pt x="105108" y="194262"/>
                </a:lnTo>
                <a:lnTo>
                  <a:pt x="120120" y="222018"/>
                </a:lnTo>
                <a:lnTo>
                  <a:pt x="135141" y="249774"/>
                </a:lnTo>
                <a:lnTo>
                  <a:pt x="150152" y="277520"/>
                </a:lnTo>
                <a:lnTo>
                  <a:pt x="165164" y="305276"/>
                </a:lnTo>
                <a:lnTo>
                  <a:pt x="180184" y="333032"/>
                </a:lnTo>
                <a:lnTo>
                  <a:pt x="195196" y="360778"/>
                </a:lnTo>
                <a:lnTo>
                  <a:pt x="210217" y="388534"/>
                </a:lnTo>
                <a:lnTo>
                  <a:pt x="225228" y="416281"/>
                </a:lnTo>
                <a:lnTo>
                  <a:pt x="240249" y="444036"/>
                </a:lnTo>
                <a:lnTo>
                  <a:pt x="255260" y="471792"/>
                </a:lnTo>
                <a:lnTo>
                  <a:pt x="270272" y="499539"/>
                </a:lnTo>
                <a:lnTo>
                  <a:pt x="285293" y="527294"/>
                </a:lnTo>
                <a:lnTo>
                  <a:pt x="300304" y="555050"/>
                </a:lnTo>
                <a:lnTo>
                  <a:pt x="315325" y="582797"/>
                </a:lnTo>
                <a:lnTo>
                  <a:pt x="330337" y="610553"/>
                </a:lnTo>
                <a:lnTo>
                  <a:pt x="345348" y="638299"/>
                </a:lnTo>
                <a:lnTo>
                  <a:pt x="360369" y="666055"/>
                </a:lnTo>
                <a:lnTo>
                  <a:pt x="375380" y="693811"/>
                </a:lnTo>
                <a:lnTo>
                  <a:pt x="390401" y="721557"/>
                </a:lnTo>
                <a:lnTo>
                  <a:pt x="411366" y="743064"/>
                </a:lnTo>
                <a:lnTo>
                  <a:pt x="441579" y="752046"/>
                </a:lnTo>
                <a:lnTo>
                  <a:pt x="472526" y="758200"/>
                </a:lnTo>
                <a:lnTo>
                  <a:pt x="503701" y="763057"/>
                </a:lnTo>
                <a:lnTo>
                  <a:pt x="534991" y="767115"/>
                </a:lnTo>
                <a:lnTo>
                  <a:pt x="566347" y="770639"/>
                </a:lnTo>
                <a:lnTo>
                  <a:pt x="597741" y="773754"/>
                </a:lnTo>
                <a:lnTo>
                  <a:pt x="629174" y="776554"/>
                </a:lnTo>
                <a:lnTo>
                  <a:pt x="660625" y="779078"/>
                </a:lnTo>
                <a:lnTo>
                  <a:pt x="692096" y="781393"/>
                </a:lnTo>
                <a:lnTo>
                  <a:pt x="723576" y="783517"/>
                </a:lnTo>
                <a:lnTo>
                  <a:pt x="755075" y="785479"/>
                </a:lnTo>
                <a:lnTo>
                  <a:pt x="786575" y="787298"/>
                </a:lnTo>
                <a:lnTo>
                  <a:pt x="818083" y="788984"/>
                </a:lnTo>
                <a:lnTo>
                  <a:pt x="849592" y="790556"/>
                </a:lnTo>
                <a:lnTo>
                  <a:pt x="881120" y="792023"/>
                </a:lnTo>
                <a:lnTo>
                  <a:pt x="912638" y="793394"/>
                </a:lnTo>
                <a:lnTo>
                  <a:pt x="944166" y="794671"/>
                </a:lnTo>
                <a:lnTo>
                  <a:pt x="975703" y="795861"/>
                </a:lnTo>
                <a:lnTo>
                  <a:pt x="1007231" y="796985"/>
                </a:lnTo>
                <a:lnTo>
                  <a:pt x="1038768" y="798033"/>
                </a:lnTo>
                <a:lnTo>
                  <a:pt x="1070305" y="798995"/>
                </a:lnTo>
                <a:lnTo>
                  <a:pt x="1101852" y="799900"/>
                </a:lnTo>
                <a:lnTo>
                  <a:pt x="1133389" y="800748"/>
                </a:lnTo>
                <a:lnTo>
                  <a:pt x="1164936" y="801538"/>
                </a:lnTo>
                <a:lnTo>
                  <a:pt x="1196483" y="802262"/>
                </a:lnTo>
                <a:lnTo>
                  <a:pt x="1228030" y="802938"/>
                </a:lnTo>
                <a:lnTo>
                  <a:pt x="1259576" y="803548"/>
                </a:lnTo>
                <a:lnTo>
                  <a:pt x="1291123" y="804110"/>
                </a:lnTo>
                <a:lnTo>
                  <a:pt x="1322680" y="804624"/>
                </a:lnTo>
                <a:lnTo>
                  <a:pt x="1354226" y="805091"/>
                </a:lnTo>
                <a:lnTo>
                  <a:pt x="1385773" y="805510"/>
                </a:lnTo>
                <a:lnTo>
                  <a:pt x="1417330" y="805882"/>
                </a:lnTo>
                <a:lnTo>
                  <a:pt x="1448886" y="806206"/>
                </a:lnTo>
                <a:lnTo>
                  <a:pt x="1480433" y="806482"/>
                </a:lnTo>
                <a:lnTo>
                  <a:pt x="1511989" y="806720"/>
                </a:lnTo>
                <a:lnTo>
                  <a:pt x="1543545" y="806910"/>
                </a:lnTo>
                <a:lnTo>
                  <a:pt x="1575092" y="807063"/>
                </a:lnTo>
                <a:lnTo>
                  <a:pt x="1606648" y="807168"/>
                </a:lnTo>
                <a:lnTo>
                  <a:pt x="1638205" y="807225"/>
                </a:lnTo>
                <a:lnTo>
                  <a:pt x="1669752" y="807244"/>
                </a:lnTo>
                <a:lnTo>
                  <a:pt x="1701308" y="807215"/>
                </a:lnTo>
                <a:lnTo>
                  <a:pt x="1732864" y="807149"/>
                </a:lnTo>
                <a:lnTo>
                  <a:pt x="1764421" y="807034"/>
                </a:lnTo>
                <a:lnTo>
                  <a:pt x="1795967" y="806882"/>
                </a:lnTo>
                <a:lnTo>
                  <a:pt x="1827524" y="806682"/>
                </a:lnTo>
                <a:lnTo>
                  <a:pt x="1859080" y="806434"/>
                </a:lnTo>
                <a:lnTo>
                  <a:pt x="1890627" y="806148"/>
                </a:lnTo>
                <a:lnTo>
                  <a:pt x="1922183" y="805815"/>
                </a:lnTo>
                <a:lnTo>
                  <a:pt x="1953730" y="805434"/>
                </a:lnTo>
                <a:lnTo>
                  <a:pt x="1985286" y="805015"/>
                </a:lnTo>
                <a:lnTo>
                  <a:pt x="2016833" y="804539"/>
                </a:lnTo>
                <a:lnTo>
                  <a:pt x="2048380" y="804015"/>
                </a:lnTo>
                <a:lnTo>
                  <a:pt x="2079936" y="803443"/>
                </a:lnTo>
                <a:lnTo>
                  <a:pt x="2111483" y="802815"/>
                </a:lnTo>
                <a:lnTo>
                  <a:pt x="2143030" y="802129"/>
                </a:lnTo>
                <a:lnTo>
                  <a:pt x="2174577" y="801395"/>
                </a:lnTo>
                <a:lnTo>
                  <a:pt x="2206114" y="800595"/>
                </a:lnTo>
                <a:lnTo>
                  <a:pt x="2237661" y="799748"/>
                </a:lnTo>
                <a:lnTo>
                  <a:pt x="2269198" y="798833"/>
                </a:lnTo>
                <a:lnTo>
                  <a:pt x="2300735" y="797843"/>
                </a:lnTo>
                <a:lnTo>
                  <a:pt x="2332272" y="796785"/>
                </a:lnTo>
                <a:lnTo>
                  <a:pt x="2363810" y="795652"/>
                </a:lnTo>
                <a:lnTo>
                  <a:pt x="2395337" y="794442"/>
                </a:lnTo>
                <a:lnTo>
                  <a:pt x="2426865" y="793156"/>
                </a:lnTo>
                <a:lnTo>
                  <a:pt x="2458393" y="791766"/>
                </a:lnTo>
                <a:lnTo>
                  <a:pt x="2489911" y="790280"/>
                </a:lnTo>
                <a:lnTo>
                  <a:pt x="2521420" y="788689"/>
                </a:lnTo>
                <a:lnTo>
                  <a:pt x="2552929" y="786975"/>
                </a:lnTo>
                <a:lnTo>
                  <a:pt x="2584428" y="785136"/>
                </a:lnTo>
                <a:lnTo>
                  <a:pt x="2615917" y="783136"/>
                </a:lnTo>
                <a:lnTo>
                  <a:pt x="2647398" y="780993"/>
                </a:lnTo>
                <a:lnTo>
                  <a:pt x="2678868" y="778640"/>
                </a:lnTo>
                <a:lnTo>
                  <a:pt x="2710320" y="776059"/>
                </a:lnTo>
                <a:lnTo>
                  <a:pt x="2741743" y="773211"/>
                </a:lnTo>
                <a:lnTo>
                  <a:pt x="2773137" y="770030"/>
                </a:lnTo>
                <a:lnTo>
                  <a:pt x="2804484" y="766420"/>
                </a:lnTo>
                <a:lnTo>
                  <a:pt x="2835754" y="762238"/>
                </a:lnTo>
                <a:lnTo>
                  <a:pt x="2866901" y="757199"/>
                </a:lnTo>
                <a:lnTo>
                  <a:pt x="2897772" y="750703"/>
                </a:lnTo>
                <a:lnTo>
                  <a:pt x="2927652" y="740721"/>
                </a:lnTo>
                <a:lnTo>
                  <a:pt x="2946092" y="716490"/>
                </a:lnTo>
                <a:lnTo>
                  <a:pt x="2961113" y="688743"/>
                </a:lnTo>
                <a:lnTo>
                  <a:pt x="2976124" y="660987"/>
                </a:lnTo>
                <a:lnTo>
                  <a:pt x="2991145" y="633232"/>
                </a:lnTo>
                <a:lnTo>
                  <a:pt x="3006157" y="605485"/>
                </a:lnTo>
                <a:lnTo>
                  <a:pt x="3021168" y="577729"/>
                </a:lnTo>
                <a:lnTo>
                  <a:pt x="3036189" y="549983"/>
                </a:lnTo>
                <a:lnTo>
                  <a:pt x="3051200" y="522227"/>
                </a:lnTo>
                <a:lnTo>
                  <a:pt x="3066221" y="494471"/>
                </a:lnTo>
                <a:lnTo>
                  <a:pt x="3081233" y="466725"/>
                </a:lnTo>
                <a:lnTo>
                  <a:pt x="3096244" y="438969"/>
                </a:lnTo>
                <a:lnTo>
                  <a:pt x="3111265" y="411213"/>
                </a:lnTo>
                <a:lnTo>
                  <a:pt x="3126276" y="383467"/>
                </a:lnTo>
                <a:lnTo>
                  <a:pt x="3141297" y="355711"/>
                </a:lnTo>
                <a:lnTo>
                  <a:pt x="3156309" y="327965"/>
                </a:lnTo>
                <a:lnTo>
                  <a:pt x="3171320" y="300209"/>
                </a:lnTo>
                <a:lnTo>
                  <a:pt x="3186341" y="272453"/>
                </a:lnTo>
                <a:lnTo>
                  <a:pt x="3201353" y="244707"/>
                </a:lnTo>
                <a:lnTo>
                  <a:pt x="3216373" y="216951"/>
                </a:lnTo>
                <a:lnTo>
                  <a:pt x="3231385" y="189195"/>
                </a:lnTo>
                <a:lnTo>
                  <a:pt x="3246396" y="161449"/>
                </a:lnTo>
                <a:lnTo>
                  <a:pt x="3261417" y="133693"/>
                </a:lnTo>
                <a:lnTo>
                  <a:pt x="3276429" y="105937"/>
                </a:lnTo>
                <a:lnTo>
                  <a:pt x="3291449" y="78191"/>
                </a:lnTo>
                <a:lnTo>
                  <a:pt x="3306461" y="50435"/>
                </a:lnTo>
                <a:lnTo>
                  <a:pt x="3321472" y="22689"/>
                </a:lnTo>
                <a:lnTo>
                  <a:pt x="3331178" y="4982"/>
                </a:lnTo>
                <a:lnTo>
                  <a:pt x="3302260" y="16955"/>
                </a:lnTo>
                <a:lnTo>
                  <a:pt x="3271390" y="23451"/>
                </a:lnTo>
                <a:lnTo>
                  <a:pt x="3240224" y="28318"/>
                </a:lnTo>
                <a:lnTo>
                  <a:pt x="3208915" y="32309"/>
                </a:lnTo>
                <a:lnTo>
                  <a:pt x="3177550" y="35728"/>
                </a:lnTo>
                <a:lnTo>
                  <a:pt x="3146146" y="38757"/>
                </a:lnTo>
                <a:lnTo>
                  <a:pt x="3114704" y="41462"/>
                </a:lnTo>
                <a:lnTo>
                  <a:pt x="3083252" y="43920"/>
                </a:lnTo>
                <a:lnTo>
                  <a:pt x="3051772" y="46177"/>
                </a:lnTo>
                <a:lnTo>
                  <a:pt x="3020292" y="48254"/>
                </a:lnTo>
                <a:lnTo>
                  <a:pt x="2988793" y="50187"/>
                </a:lnTo>
                <a:lnTo>
                  <a:pt x="2957293" y="51978"/>
                </a:lnTo>
                <a:lnTo>
                  <a:pt x="2925785" y="53673"/>
                </a:lnTo>
                <a:lnTo>
                  <a:pt x="2894267" y="55255"/>
                </a:lnTo>
                <a:lnTo>
                  <a:pt x="2862748" y="56740"/>
                </a:lnTo>
                <a:lnTo>
                  <a:pt x="2831230" y="58150"/>
                </a:lnTo>
                <a:lnTo>
                  <a:pt x="2799702" y="59474"/>
                </a:lnTo>
                <a:lnTo>
                  <a:pt x="2768175" y="60731"/>
                </a:lnTo>
                <a:lnTo>
                  <a:pt x="2736647" y="61922"/>
                </a:lnTo>
                <a:lnTo>
                  <a:pt x="2705110" y="63046"/>
                </a:lnTo>
                <a:lnTo>
                  <a:pt x="2673572" y="64113"/>
                </a:lnTo>
                <a:lnTo>
                  <a:pt x="2642035" y="65132"/>
                </a:lnTo>
                <a:lnTo>
                  <a:pt x="2610498" y="66094"/>
                </a:lnTo>
                <a:lnTo>
                  <a:pt x="2578951" y="67008"/>
                </a:lnTo>
                <a:lnTo>
                  <a:pt x="2547414" y="67885"/>
                </a:lnTo>
                <a:lnTo>
                  <a:pt x="2515867" y="68704"/>
                </a:lnTo>
                <a:lnTo>
                  <a:pt x="2484330" y="69494"/>
                </a:lnTo>
                <a:lnTo>
                  <a:pt x="2452783" y="70237"/>
                </a:lnTo>
                <a:lnTo>
                  <a:pt x="2421236" y="70942"/>
                </a:lnTo>
                <a:lnTo>
                  <a:pt x="2389689" y="71609"/>
                </a:lnTo>
                <a:lnTo>
                  <a:pt x="2358142" y="72238"/>
                </a:lnTo>
                <a:lnTo>
                  <a:pt x="2326596" y="72828"/>
                </a:lnTo>
                <a:lnTo>
                  <a:pt x="2295039" y="73390"/>
                </a:lnTo>
                <a:lnTo>
                  <a:pt x="2263492" y="73924"/>
                </a:lnTo>
                <a:lnTo>
                  <a:pt x="2231946" y="74419"/>
                </a:lnTo>
                <a:lnTo>
                  <a:pt x="2200389" y="74886"/>
                </a:lnTo>
                <a:lnTo>
                  <a:pt x="2168843" y="75324"/>
                </a:lnTo>
                <a:lnTo>
                  <a:pt x="2137296" y="75724"/>
                </a:lnTo>
                <a:lnTo>
                  <a:pt x="2105739" y="76105"/>
                </a:lnTo>
                <a:lnTo>
                  <a:pt x="2074183" y="76457"/>
                </a:lnTo>
                <a:lnTo>
                  <a:pt x="2042636" y="76772"/>
                </a:lnTo>
                <a:lnTo>
                  <a:pt x="2011080" y="77067"/>
                </a:lnTo>
                <a:lnTo>
                  <a:pt x="1979533" y="77343"/>
                </a:lnTo>
                <a:lnTo>
                  <a:pt x="1947977" y="77572"/>
                </a:lnTo>
                <a:lnTo>
                  <a:pt x="1916420" y="77791"/>
                </a:lnTo>
                <a:lnTo>
                  <a:pt x="1884874" y="77972"/>
                </a:lnTo>
                <a:lnTo>
                  <a:pt x="1853317" y="78143"/>
                </a:lnTo>
                <a:lnTo>
                  <a:pt x="1821761" y="78276"/>
                </a:lnTo>
                <a:lnTo>
                  <a:pt x="1790214" y="78391"/>
                </a:lnTo>
                <a:lnTo>
                  <a:pt x="1758658" y="78467"/>
                </a:lnTo>
                <a:lnTo>
                  <a:pt x="1727102" y="78534"/>
                </a:lnTo>
                <a:lnTo>
                  <a:pt x="1695545" y="78572"/>
                </a:lnTo>
                <a:lnTo>
                  <a:pt x="1663998" y="78581"/>
                </a:lnTo>
                <a:lnTo>
                  <a:pt x="1632442" y="78562"/>
                </a:lnTo>
                <a:lnTo>
                  <a:pt x="1600886" y="78524"/>
                </a:lnTo>
                <a:lnTo>
                  <a:pt x="1569329" y="78457"/>
                </a:lnTo>
                <a:lnTo>
                  <a:pt x="1537783" y="78372"/>
                </a:lnTo>
                <a:lnTo>
                  <a:pt x="1506226" y="78257"/>
                </a:lnTo>
                <a:lnTo>
                  <a:pt x="1474670" y="78115"/>
                </a:lnTo>
                <a:lnTo>
                  <a:pt x="1443114" y="77943"/>
                </a:lnTo>
                <a:lnTo>
                  <a:pt x="1411567" y="77753"/>
                </a:lnTo>
                <a:lnTo>
                  <a:pt x="1380011" y="77534"/>
                </a:lnTo>
                <a:lnTo>
                  <a:pt x="1348454" y="77286"/>
                </a:lnTo>
                <a:lnTo>
                  <a:pt x="1316907" y="77019"/>
                </a:lnTo>
                <a:lnTo>
                  <a:pt x="1285351" y="76724"/>
                </a:lnTo>
                <a:lnTo>
                  <a:pt x="1253804" y="76391"/>
                </a:lnTo>
                <a:lnTo>
                  <a:pt x="1222248" y="76038"/>
                </a:lnTo>
                <a:lnTo>
                  <a:pt x="1190701" y="75657"/>
                </a:lnTo>
                <a:lnTo>
                  <a:pt x="1159145" y="75248"/>
                </a:lnTo>
                <a:lnTo>
                  <a:pt x="1127598" y="74809"/>
                </a:lnTo>
                <a:lnTo>
                  <a:pt x="1096042" y="74333"/>
                </a:lnTo>
                <a:lnTo>
                  <a:pt x="1064495" y="73828"/>
                </a:lnTo>
                <a:lnTo>
                  <a:pt x="1032948" y="73295"/>
                </a:lnTo>
                <a:lnTo>
                  <a:pt x="1001401" y="72723"/>
                </a:lnTo>
                <a:lnTo>
                  <a:pt x="969845" y="72123"/>
                </a:lnTo>
                <a:lnTo>
                  <a:pt x="938298" y="71485"/>
                </a:lnTo>
                <a:lnTo>
                  <a:pt x="906751" y="70809"/>
                </a:lnTo>
                <a:lnTo>
                  <a:pt x="875205" y="70104"/>
                </a:lnTo>
                <a:lnTo>
                  <a:pt x="843667" y="69352"/>
                </a:lnTo>
                <a:lnTo>
                  <a:pt x="812121" y="68561"/>
                </a:lnTo>
                <a:lnTo>
                  <a:pt x="780574" y="67723"/>
                </a:lnTo>
                <a:lnTo>
                  <a:pt x="749036" y="66846"/>
                </a:lnTo>
                <a:lnTo>
                  <a:pt x="717499" y="65923"/>
                </a:lnTo>
                <a:lnTo>
                  <a:pt x="685952" y="64951"/>
                </a:lnTo>
                <a:lnTo>
                  <a:pt x="654415" y="63922"/>
                </a:lnTo>
                <a:lnTo>
                  <a:pt x="622887" y="62846"/>
                </a:lnTo>
                <a:lnTo>
                  <a:pt x="591350" y="61703"/>
                </a:lnTo>
                <a:lnTo>
                  <a:pt x="559822" y="60503"/>
                </a:lnTo>
                <a:lnTo>
                  <a:pt x="528295" y="59236"/>
                </a:lnTo>
                <a:lnTo>
                  <a:pt x="496767" y="57902"/>
                </a:lnTo>
                <a:lnTo>
                  <a:pt x="465239" y="56483"/>
                </a:lnTo>
                <a:lnTo>
                  <a:pt x="433721" y="54978"/>
                </a:lnTo>
                <a:lnTo>
                  <a:pt x="402212" y="53369"/>
                </a:lnTo>
                <a:lnTo>
                  <a:pt x="370703" y="51664"/>
                </a:lnTo>
                <a:lnTo>
                  <a:pt x="339204" y="49844"/>
                </a:lnTo>
                <a:lnTo>
                  <a:pt x="307705" y="47892"/>
                </a:lnTo>
                <a:lnTo>
                  <a:pt x="276225" y="45777"/>
                </a:lnTo>
                <a:lnTo>
                  <a:pt x="244754" y="43491"/>
                </a:lnTo>
                <a:lnTo>
                  <a:pt x="213303" y="40986"/>
                </a:lnTo>
                <a:lnTo>
                  <a:pt x="181870" y="38224"/>
                </a:lnTo>
                <a:lnTo>
                  <a:pt x="150466" y="35147"/>
                </a:lnTo>
                <a:lnTo>
                  <a:pt x="119110" y="31633"/>
                </a:lnTo>
                <a:lnTo>
                  <a:pt x="87830" y="27499"/>
                </a:lnTo>
                <a:lnTo>
                  <a:pt x="56683" y="22422"/>
                </a:lnTo>
                <a:lnTo>
                  <a:pt x="25927" y="1544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F5EA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1" name="funnel-step-cap-0">
            <a:extLst xmlns:a="http://schemas.openxmlformats.org/drawingml/2006/main">
              <a:ext uri="{FF2B5EF4-FFF2-40B4-BE49-F238E27FC236}">
                <a16:creationId xmlns:a16="http://schemas.microsoft.com/office/drawing/2014/main" id="{0BF3E954-2539-4956-829B-A86F20518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52750" y="2390775"/>
            <a:ext cx="33337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19050">
            <a:solidFill>
              <a:srgbClr val="8BBAF2"/>
            </a:solidFill>
            <a:prstDash val="solid"/>
          </a:ln>
        </p:spPr>
      </p:sp>
      <p:sp>
        <p:nvSpPr>
          <p:cNvPr id="52" name="funnel-step-body-1">
            <a:extLst xmlns:a="http://schemas.openxmlformats.org/drawingml/2006/main">
              <a:ext uri="{FF2B5EF4-FFF2-40B4-BE49-F238E27FC236}">
                <a16:creationId xmlns:a16="http://schemas.microsoft.com/office/drawing/2014/main" id="{59F07A0A-0492-4D7D-9573-5CBB981C3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46990" y="3424238"/>
            <a:ext cx="2543223" cy="807234"/>
          </a:xfrm>
          <a:custGeom xmlns:a="http://schemas.openxmlformats.org/drawingml/2006/main">
            <a:pathLst>
              <a:path w="2543223" h="807234">
                <a:moveTo>
                  <a:pt x="0" y="0"/>
                </a:moveTo>
                <a:lnTo>
                  <a:pt x="9735" y="23517"/>
                </a:lnTo>
                <a:lnTo>
                  <a:pt x="19479" y="47034"/>
                </a:lnTo>
                <a:lnTo>
                  <a:pt x="29213" y="70552"/>
                </a:lnTo>
                <a:lnTo>
                  <a:pt x="38957" y="94069"/>
                </a:lnTo>
                <a:lnTo>
                  <a:pt x="48692" y="117586"/>
                </a:lnTo>
                <a:lnTo>
                  <a:pt x="58436" y="141103"/>
                </a:lnTo>
                <a:lnTo>
                  <a:pt x="68170" y="164621"/>
                </a:lnTo>
                <a:lnTo>
                  <a:pt x="77915" y="188138"/>
                </a:lnTo>
                <a:lnTo>
                  <a:pt x="87649" y="211655"/>
                </a:lnTo>
                <a:lnTo>
                  <a:pt x="97393" y="235172"/>
                </a:lnTo>
                <a:lnTo>
                  <a:pt x="107128" y="258689"/>
                </a:lnTo>
                <a:lnTo>
                  <a:pt x="116872" y="282207"/>
                </a:lnTo>
                <a:lnTo>
                  <a:pt x="126606" y="305724"/>
                </a:lnTo>
                <a:lnTo>
                  <a:pt x="136341" y="329241"/>
                </a:lnTo>
                <a:lnTo>
                  <a:pt x="146085" y="352758"/>
                </a:lnTo>
                <a:lnTo>
                  <a:pt x="155819" y="376276"/>
                </a:lnTo>
                <a:lnTo>
                  <a:pt x="165564" y="399793"/>
                </a:lnTo>
                <a:lnTo>
                  <a:pt x="175298" y="423310"/>
                </a:lnTo>
                <a:lnTo>
                  <a:pt x="185042" y="446827"/>
                </a:lnTo>
                <a:lnTo>
                  <a:pt x="194777" y="470345"/>
                </a:lnTo>
                <a:lnTo>
                  <a:pt x="204521" y="493862"/>
                </a:lnTo>
                <a:lnTo>
                  <a:pt x="214255" y="517379"/>
                </a:lnTo>
                <a:lnTo>
                  <a:pt x="223999" y="540896"/>
                </a:lnTo>
                <a:lnTo>
                  <a:pt x="233734" y="564413"/>
                </a:lnTo>
                <a:lnTo>
                  <a:pt x="243478" y="587931"/>
                </a:lnTo>
                <a:lnTo>
                  <a:pt x="253213" y="611448"/>
                </a:lnTo>
                <a:lnTo>
                  <a:pt x="262947" y="634965"/>
                </a:lnTo>
                <a:lnTo>
                  <a:pt x="272691" y="658482"/>
                </a:lnTo>
                <a:lnTo>
                  <a:pt x="282426" y="682000"/>
                </a:lnTo>
                <a:lnTo>
                  <a:pt x="292170" y="705517"/>
                </a:lnTo>
                <a:lnTo>
                  <a:pt x="301762" y="729072"/>
                </a:lnTo>
                <a:lnTo>
                  <a:pt x="319764" y="745474"/>
                </a:lnTo>
                <a:lnTo>
                  <a:pt x="343805" y="753770"/>
                </a:lnTo>
                <a:lnTo>
                  <a:pt x="368541" y="759752"/>
                </a:lnTo>
                <a:lnTo>
                  <a:pt x="393544" y="764534"/>
                </a:lnTo>
                <a:lnTo>
                  <a:pt x="418671" y="768582"/>
                </a:lnTo>
                <a:lnTo>
                  <a:pt x="443884" y="772097"/>
                </a:lnTo>
                <a:lnTo>
                  <a:pt x="469144" y="775211"/>
                </a:lnTo>
                <a:lnTo>
                  <a:pt x="494443" y="778002"/>
                </a:lnTo>
                <a:lnTo>
                  <a:pt x="519770" y="780526"/>
                </a:lnTo>
                <a:lnTo>
                  <a:pt x="545125" y="782841"/>
                </a:lnTo>
                <a:lnTo>
                  <a:pt x="570490" y="784965"/>
                </a:lnTo>
                <a:lnTo>
                  <a:pt x="595865" y="786917"/>
                </a:lnTo>
                <a:lnTo>
                  <a:pt x="621259" y="788727"/>
                </a:lnTo>
                <a:lnTo>
                  <a:pt x="646652" y="790404"/>
                </a:lnTo>
                <a:lnTo>
                  <a:pt x="672065" y="791956"/>
                </a:lnTo>
                <a:lnTo>
                  <a:pt x="697478" y="793404"/>
                </a:lnTo>
                <a:lnTo>
                  <a:pt x="722890" y="794756"/>
                </a:lnTo>
                <a:lnTo>
                  <a:pt x="748313" y="796014"/>
                </a:lnTo>
                <a:lnTo>
                  <a:pt x="773744" y="797176"/>
                </a:lnTo>
                <a:lnTo>
                  <a:pt x="799176" y="798262"/>
                </a:lnTo>
                <a:lnTo>
                  <a:pt x="824608" y="799271"/>
                </a:lnTo>
                <a:lnTo>
                  <a:pt x="850049" y="800214"/>
                </a:lnTo>
                <a:lnTo>
                  <a:pt x="875481" y="801081"/>
                </a:lnTo>
                <a:lnTo>
                  <a:pt x="900922" y="801881"/>
                </a:lnTo>
                <a:lnTo>
                  <a:pt x="926373" y="802615"/>
                </a:lnTo>
                <a:lnTo>
                  <a:pt x="951814" y="803291"/>
                </a:lnTo>
                <a:lnTo>
                  <a:pt x="977265" y="803920"/>
                </a:lnTo>
                <a:lnTo>
                  <a:pt x="1002706" y="804481"/>
                </a:lnTo>
                <a:lnTo>
                  <a:pt x="1028157" y="804986"/>
                </a:lnTo>
                <a:lnTo>
                  <a:pt x="1053608" y="805434"/>
                </a:lnTo>
                <a:lnTo>
                  <a:pt x="1079059" y="805834"/>
                </a:lnTo>
                <a:lnTo>
                  <a:pt x="1104509" y="806186"/>
                </a:lnTo>
                <a:lnTo>
                  <a:pt x="1129960" y="806482"/>
                </a:lnTo>
                <a:lnTo>
                  <a:pt x="1155411" y="806729"/>
                </a:lnTo>
                <a:lnTo>
                  <a:pt x="1180871" y="806929"/>
                </a:lnTo>
                <a:lnTo>
                  <a:pt x="1206322" y="807082"/>
                </a:lnTo>
                <a:lnTo>
                  <a:pt x="1231773" y="807177"/>
                </a:lnTo>
                <a:lnTo>
                  <a:pt x="1257233" y="807234"/>
                </a:lnTo>
                <a:lnTo>
                  <a:pt x="1282684" y="807234"/>
                </a:lnTo>
                <a:lnTo>
                  <a:pt x="1308135" y="807196"/>
                </a:lnTo>
                <a:lnTo>
                  <a:pt x="1333595" y="807101"/>
                </a:lnTo>
                <a:lnTo>
                  <a:pt x="1359046" y="806968"/>
                </a:lnTo>
                <a:lnTo>
                  <a:pt x="1384497" y="806777"/>
                </a:lnTo>
                <a:lnTo>
                  <a:pt x="1409957" y="806539"/>
                </a:lnTo>
                <a:lnTo>
                  <a:pt x="1435408" y="806253"/>
                </a:lnTo>
                <a:lnTo>
                  <a:pt x="1460859" y="805910"/>
                </a:lnTo>
                <a:lnTo>
                  <a:pt x="1486310" y="805520"/>
                </a:lnTo>
                <a:lnTo>
                  <a:pt x="1511760" y="805082"/>
                </a:lnTo>
                <a:lnTo>
                  <a:pt x="1537211" y="804586"/>
                </a:lnTo>
                <a:lnTo>
                  <a:pt x="1562652" y="804043"/>
                </a:lnTo>
                <a:lnTo>
                  <a:pt x="1588103" y="803434"/>
                </a:lnTo>
                <a:lnTo>
                  <a:pt x="1613545" y="802767"/>
                </a:lnTo>
                <a:lnTo>
                  <a:pt x="1638995" y="802043"/>
                </a:lnTo>
                <a:lnTo>
                  <a:pt x="1664437" y="801253"/>
                </a:lnTo>
                <a:lnTo>
                  <a:pt x="1689878" y="800395"/>
                </a:lnTo>
                <a:lnTo>
                  <a:pt x="1715310" y="799481"/>
                </a:lnTo>
                <a:lnTo>
                  <a:pt x="1740741" y="798481"/>
                </a:lnTo>
                <a:lnTo>
                  <a:pt x="1766173" y="797414"/>
                </a:lnTo>
                <a:lnTo>
                  <a:pt x="1791605" y="796261"/>
                </a:lnTo>
                <a:lnTo>
                  <a:pt x="1817027" y="795023"/>
                </a:lnTo>
                <a:lnTo>
                  <a:pt x="1842449" y="793699"/>
                </a:lnTo>
                <a:lnTo>
                  <a:pt x="1867862" y="792270"/>
                </a:lnTo>
                <a:lnTo>
                  <a:pt x="1893275" y="790737"/>
                </a:lnTo>
                <a:lnTo>
                  <a:pt x="1918668" y="789089"/>
                </a:lnTo>
                <a:lnTo>
                  <a:pt x="1944062" y="787308"/>
                </a:lnTo>
                <a:lnTo>
                  <a:pt x="1969446" y="785384"/>
                </a:lnTo>
                <a:lnTo>
                  <a:pt x="1994811" y="783307"/>
                </a:lnTo>
                <a:lnTo>
                  <a:pt x="2020167" y="781040"/>
                </a:lnTo>
                <a:lnTo>
                  <a:pt x="2045494" y="778554"/>
                </a:lnTo>
                <a:lnTo>
                  <a:pt x="2070802" y="775821"/>
                </a:lnTo>
                <a:lnTo>
                  <a:pt x="2096081" y="772782"/>
                </a:lnTo>
                <a:lnTo>
                  <a:pt x="2121303" y="769363"/>
                </a:lnTo>
                <a:lnTo>
                  <a:pt x="2146449" y="765439"/>
                </a:lnTo>
                <a:lnTo>
                  <a:pt x="2171481" y="760828"/>
                </a:lnTo>
                <a:lnTo>
                  <a:pt x="2196294" y="755161"/>
                </a:lnTo>
                <a:lnTo>
                  <a:pt x="2220563" y="747532"/>
                </a:lnTo>
                <a:lnTo>
                  <a:pt x="2241756" y="734063"/>
                </a:lnTo>
                <a:lnTo>
                  <a:pt x="2251053" y="710470"/>
                </a:lnTo>
                <a:lnTo>
                  <a:pt x="2260797" y="686953"/>
                </a:lnTo>
                <a:lnTo>
                  <a:pt x="2270531" y="663435"/>
                </a:lnTo>
                <a:lnTo>
                  <a:pt x="2280266" y="639918"/>
                </a:lnTo>
                <a:lnTo>
                  <a:pt x="2290010" y="616401"/>
                </a:lnTo>
                <a:lnTo>
                  <a:pt x="2299745" y="592884"/>
                </a:lnTo>
                <a:lnTo>
                  <a:pt x="2309489" y="569366"/>
                </a:lnTo>
                <a:lnTo>
                  <a:pt x="2319223" y="545849"/>
                </a:lnTo>
                <a:lnTo>
                  <a:pt x="2328967" y="522332"/>
                </a:lnTo>
                <a:lnTo>
                  <a:pt x="2338702" y="498815"/>
                </a:lnTo>
                <a:lnTo>
                  <a:pt x="2348446" y="475298"/>
                </a:lnTo>
                <a:lnTo>
                  <a:pt x="2358180" y="451780"/>
                </a:lnTo>
                <a:lnTo>
                  <a:pt x="2367925" y="428263"/>
                </a:lnTo>
                <a:lnTo>
                  <a:pt x="2377659" y="404746"/>
                </a:lnTo>
                <a:lnTo>
                  <a:pt x="2387403" y="381229"/>
                </a:lnTo>
                <a:lnTo>
                  <a:pt x="2397138" y="357711"/>
                </a:lnTo>
                <a:lnTo>
                  <a:pt x="2406872" y="334194"/>
                </a:lnTo>
                <a:lnTo>
                  <a:pt x="2416616" y="310677"/>
                </a:lnTo>
                <a:lnTo>
                  <a:pt x="2426351" y="287160"/>
                </a:lnTo>
                <a:lnTo>
                  <a:pt x="2436095" y="263633"/>
                </a:lnTo>
                <a:lnTo>
                  <a:pt x="2445829" y="240125"/>
                </a:lnTo>
                <a:lnTo>
                  <a:pt x="2455574" y="216598"/>
                </a:lnTo>
                <a:lnTo>
                  <a:pt x="2465308" y="193081"/>
                </a:lnTo>
                <a:lnTo>
                  <a:pt x="2475052" y="169564"/>
                </a:lnTo>
                <a:lnTo>
                  <a:pt x="2484787" y="146047"/>
                </a:lnTo>
                <a:lnTo>
                  <a:pt x="2494531" y="122530"/>
                </a:lnTo>
                <a:lnTo>
                  <a:pt x="2504265" y="99012"/>
                </a:lnTo>
                <a:lnTo>
                  <a:pt x="2514009" y="75495"/>
                </a:lnTo>
                <a:lnTo>
                  <a:pt x="2523744" y="51978"/>
                </a:lnTo>
                <a:lnTo>
                  <a:pt x="2533479" y="28461"/>
                </a:lnTo>
                <a:lnTo>
                  <a:pt x="2543223" y="4943"/>
                </a:lnTo>
                <a:lnTo>
                  <a:pt x="2531259" y="13068"/>
                </a:lnTo>
                <a:lnTo>
                  <a:pt x="2507132" y="21117"/>
                </a:lnTo>
                <a:lnTo>
                  <a:pt x="2482310" y="26718"/>
                </a:lnTo>
                <a:lnTo>
                  <a:pt x="2457250" y="31156"/>
                </a:lnTo>
                <a:lnTo>
                  <a:pt x="2432075" y="34909"/>
                </a:lnTo>
                <a:lnTo>
                  <a:pt x="2406825" y="38176"/>
                </a:lnTo>
                <a:lnTo>
                  <a:pt x="2381545" y="41081"/>
                </a:lnTo>
                <a:lnTo>
                  <a:pt x="2356218" y="43701"/>
                </a:lnTo>
                <a:lnTo>
                  <a:pt x="2330882" y="46091"/>
                </a:lnTo>
                <a:lnTo>
                  <a:pt x="2305517" y="48292"/>
                </a:lnTo>
                <a:lnTo>
                  <a:pt x="2280152" y="50321"/>
                </a:lnTo>
                <a:lnTo>
                  <a:pt x="2254768" y="52207"/>
                </a:lnTo>
                <a:lnTo>
                  <a:pt x="2229374" y="53969"/>
                </a:lnTo>
                <a:lnTo>
                  <a:pt x="2203971" y="55616"/>
                </a:lnTo>
                <a:lnTo>
                  <a:pt x="2178568" y="57160"/>
                </a:lnTo>
                <a:lnTo>
                  <a:pt x="2153155" y="58617"/>
                </a:lnTo>
                <a:lnTo>
                  <a:pt x="2127733" y="59998"/>
                </a:lnTo>
                <a:lnTo>
                  <a:pt x="2102310" y="61293"/>
                </a:lnTo>
                <a:lnTo>
                  <a:pt x="2076888" y="62513"/>
                </a:lnTo>
                <a:lnTo>
                  <a:pt x="2051456" y="63675"/>
                </a:lnTo>
                <a:lnTo>
                  <a:pt x="2026034" y="64770"/>
                </a:lnTo>
                <a:lnTo>
                  <a:pt x="2000593" y="65799"/>
                </a:lnTo>
                <a:lnTo>
                  <a:pt x="1975161" y="66780"/>
                </a:lnTo>
                <a:lnTo>
                  <a:pt x="1949729" y="67713"/>
                </a:lnTo>
                <a:lnTo>
                  <a:pt x="1924288" y="68590"/>
                </a:lnTo>
                <a:lnTo>
                  <a:pt x="1898847" y="69428"/>
                </a:lnTo>
                <a:lnTo>
                  <a:pt x="1873406" y="70209"/>
                </a:lnTo>
                <a:lnTo>
                  <a:pt x="1847964" y="70961"/>
                </a:lnTo>
                <a:lnTo>
                  <a:pt x="1822514" y="71657"/>
                </a:lnTo>
                <a:lnTo>
                  <a:pt x="1797072" y="72323"/>
                </a:lnTo>
                <a:lnTo>
                  <a:pt x="1771621" y="72942"/>
                </a:lnTo>
                <a:lnTo>
                  <a:pt x="1746180" y="73523"/>
                </a:lnTo>
                <a:lnTo>
                  <a:pt x="1720729" y="74076"/>
                </a:lnTo>
                <a:lnTo>
                  <a:pt x="1695279" y="74590"/>
                </a:lnTo>
                <a:lnTo>
                  <a:pt x="1669828" y="75067"/>
                </a:lnTo>
                <a:lnTo>
                  <a:pt x="1644377" y="75514"/>
                </a:lnTo>
                <a:lnTo>
                  <a:pt x="1618926" y="75933"/>
                </a:lnTo>
                <a:lnTo>
                  <a:pt x="1593475" y="76314"/>
                </a:lnTo>
                <a:lnTo>
                  <a:pt x="1568025" y="76667"/>
                </a:lnTo>
                <a:lnTo>
                  <a:pt x="1542574" y="76991"/>
                </a:lnTo>
                <a:lnTo>
                  <a:pt x="1517123" y="77276"/>
                </a:lnTo>
                <a:lnTo>
                  <a:pt x="1491672" y="77534"/>
                </a:lnTo>
                <a:lnTo>
                  <a:pt x="1466212" y="77762"/>
                </a:lnTo>
                <a:lnTo>
                  <a:pt x="1440761" y="77962"/>
                </a:lnTo>
                <a:lnTo>
                  <a:pt x="1415310" y="78134"/>
                </a:lnTo>
                <a:lnTo>
                  <a:pt x="1389859" y="78286"/>
                </a:lnTo>
                <a:lnTo>
                  <a:pt x="1364399" y="78400"/>
                </a:lnTo>
                <a:lnTo>
                  <a:pt x="1338948" y="78486"/>
                </a:lnTo>
                <a:lnTo>
                  <a:pt x="1313498" y="78543"/>
                </a:lnTo>
                <a:lnTo>
                  <a:pt x="1288037" y="78572"/>
                </a:lnTo>
                <a:lnTo>
                  <a:pt x="1262586" y="78572"/>
                </a:lnTo>
                <a:lnTo>
                  <a:pt x="1237136" y="78553"/>
                </a:lnTo>
                <a:lnTo>
                  <a:pt x="1211675" y="78505"/>
                </a:lnTo>
                <a:lnTo>
                  <a:pt x="1186224" y="78419"/>
                </a:lnTo>
                <a:lnTo>
                  <a:pt x="1160774" y="78305"/>
                </a:lnTo>
                <a:lnTo>
                  <a:pt x="1135313" y="78172"/>
                </a:lnTo>
                <a:lnTo>
                  <a:pt x="1109863" y="78000"/>
                </a:lnTo>
                <a:lnTo>
                  <a:pt x="1084412" y="77810"/>
                </a:lnTo>
                <a:lnTo>
                  <a:pt x="1058951" y="77581"/>
                </a:lnTo>
                <a:lnTo>
                  <a:pt x="1033501" y="77333"/>
                </a:lnTo>
                <a:lnTo>
                  <a:pt x="1008050" y="77048"/>
                </a:lnTo>
                <a:lnTo>
                  <a:pt x="982599" y="76733"/>
                </a:lnTo>
                <a:lnTo>
                  <a:pt x="957148" y="76391"/>
                </a:lnTo>
                <a:lnTo>
                  <a:pt x="931697" y="76010"/>
                </a:lnTo>
                <a:lnTo>
                  <a:pt x="906247" y="75609"/>
                </a:lnTo>
                <a:lnTo>
                  <a:pt x="880796" y="75171"/>
                </a:lnTo>
                <a:lnTo>
                  <a:pt x="855345" y="74695"/>
                </a:lnTo>
                <a:lnTo>
                  <a:pt x="829894" y="74190"/>
                </a:lnTo>
                <a:lnTo>
                  <a:pt x="804443" y="73647"/>
                </a:lnTo>
                <a:lnTo>
                  <a:pt x="779002" y="73066"/>
                </a:lnTo>
                <a:lnTo>
                  <a:pt x="753551" y="72457"/>
                </a:lnTo>
                <a:lnTo>
                  <a:pt x="728110" y="71799"/>
                </a:lnTo>
                <a:lnTo>
                  <a:pt x="702659" y="71104"/>
                </a:lnTo>
                <a:lnTo>
                  <a:pt x="677218" y="70371"/>
                </a:lnTo>
                <a:lnTo>
                  <a:pt x="651777" y="69590"/>
                </a:lnTo>
                <a:lnTo>
                  <a:pt x="626335" y="68771"/>
                </a:lnTo>
                <a:lnTo>
                  <a:pt x="600894" y="67904"/>
                </a:lnTo>
                <a:lnTo>
                  <a:pt x="575462" y="66980"/>
                </a:lnTo>
                <a:lnTo>
                  <a:pt x="550021" y="66008"/>
                </a:lnTo>
                <a:lnTo>
                  <a:pt x="524589" y="64989"/>
                </a:lnTo>
                <a:lnTo>
                  <a:pt x="499158" y="63903"/>
                </a:lnTo>
                <a:lnTo>
                  <a:pt x="473726" y="62760"/>
                </a:lnTo>
                <a:lnTo>
                  <a:pt x="448304" y="61551"/>
                </a:lnTo>
                <a:lnTo>
                  <a:pt x="422881" y="60274"/>
                </a:lnTo>
                <a:lnTo>
                  <a:pt x="397469" y="58922"/>
                </a:lnTo>
                <a:lnTo>
                  <a:pt x="372056" y="57483"/>
                </a:lnTo>
                <a:lnTo>
                  <a:pt x="346643" y="55950"/>
                </a:lnTo>
                <a:lnTo>
                  <a:pt x="321240" y="54321"/>
                </a:lnTo>
                <a:lnTo>
                  <a:pt x="295847" y="52588"/>
                </a:lnTo>
                <a:lnTo>
                  <a:pt x="270462" y="50730"/>
                </a:lnTo>
                <a:lnTo>
                  <a:pt x="245088" y="48730"/>
                </a:lnTo>
                <a:lnTo>
                  <a:pt x="219723" y="46568"/>
                </a:lnTo>
                <a:lnTo>
                  <a:pt x="194377" y="44225"/>
                </a:lnTo>
                <a:lnTo>
                  <a:pt x="169050" y="41653"/>
                </a:lnTo>
                <a:lnTo>
                  <a:pt x="143761" y="38814"/>
                </a:lnTo>
                <a:lnTo>
                  <a:pt x="118501" y="35633"/>
                </a:lnTo>
                <a:lnTo>
                  <a:pt x="93316" y="31994"/>
                </a:lnTo>
                <a:lnTo>
                  <a:pt x="68218" y="27727"/>
                </a:lnTo>
                <a:lnTo>
                  <a:pt x="43329" y="22431"/>
                </a:lnTo>
                <a:lnTo>
                  <a:pt x="18955" y="1512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F7EA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3" name="funnel-step-cap-1">
            <a:extLst xmlns:a="http://schemas.openxmlformats.org/drawingml/2006/main">
              <a:ext uri="{FF2B5EF4-FFF2-40B4-BE49-F238E27FC236}">
                <a16:creationId xmlns:a16="http://schemas.microsoft.com/office/drawing/2014/main" id="{0BAC9B45-3F67-4F32-B8E4-2F01F6F99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46999" y="3300413"/>
            <a:ext cx="2545261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EAC"/>
          </a:solidFill>
          <a:ln xmlns:a="http://schemas.openxmlformats.org/drawingml/2006/main" w="19050">
            <a:solidFill>
              <a:srgbClr val="8BBAF2"/>
            </a:solidFill>
            <a:prstDash val="solid"/>
          </a:ln>
        </p:spPr>
      </p:sp>
      <p:sp>
        <p:nvSpPr>
          <p:cNvPr id="54" name="funnel-step-body-2">
            <a:extLst xmlns:a="http://schemas.openxmlformats.org/drawingml/2006/main">
              <a:ext uri="{FF2B5EF4-FFF2-40B4-BE49-F238E27FC236}">
                <a16:creationId xmlns:a16="http://schemas.microsoft.com/office/drawing/2014/main" id="{54D5B977-5311-4E63-AC43-2A7357FF4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48742" y="4333875"/>
            <a:ext cx="1938547" cy="807234"/>
          </a:xfrm>
          <a:custGeom xmlns:a="http://schemas.openxmlformats.org/drawingml/2006/main">
            <a:pathLst>
              <a:path w="1938547" h="807234">
                <a:moveTo>
                  <a:pt x="0" y="0"/>
                </a:moveTo>
                <a:lnTo>
                  <a:pt x="7268" y="19288"/>
                </a:lnTo>
                <a:lnTo>
                  <a:pt x="14535" y="38576"/>
                </a:lnTo>
                <a:lnTo>
                  <a:pt x="21803" y="57864"/>
                </a:lnTo>
                <a:lnTo>
                  <a:pt x="29061" y="77153"/>
                </a:lnTo>
                <a:lnTo>
                  <a:pt x="36328" y="96441"/>
                </a:lnTo>
                <a:lnTo>
                  <a:pt x="43596" y="115719"/>
                </a:lnTo>
                <a:lnTo>
                  <a:pt x="50864" y="135007"/>
                </a:lnTo>
                <a:lnTo>
                  <a:pt x="58131" y="154295"/>
                </a:lnTo>
                <a:lnTo>
                  <a:pt x="65399" y="173584"/>
                </a:lnTo>
                <a:lnTo>
                  <a:pt x="72657" y="192872"/>
                </a:lnTo>
                <a:lnTo>
                  <a:pt x="79924" y="212160"/>
                </a:lnTo>
                <a:lnTo>
                  <a:pt x="87192" y="231448"/>
                </a:lnTo>
                <a:lnTo>
                  <a:pt x="94459" y="250736"/>
                </a:lnTo>
                <a:lnTo>
                  <a:pt x="101727" y="270024"/>
                </a:lnTo>
                <a:lnTo>
                  <a:pt x="108995" y="289312"/>
                </a:lnTo>
                <a:lnTo>
                  <a:pt x="116262" y="308591"/>
                </a:lnTo>
                <a:lnTo>
                  <a:pt x="123520" y="327879"/>
                </a:lnTo>
                <a:lnTo>
                  <a:pt x="130788" y="347167"/>
                </a:lnTo>
                <a:lnTo>
                  <a:pt x="138055" y="366455"/>
                </a:lnTo>
                <a:lnTo>
                  <a:pt x="145323" y="385743"/>
                </a:lnTo>
                <a:lnTo>
                  <a:pt x="152591" y="405032"/>
                </a:lnTo>
                <a:lnTo>
                  <a:pt x="159858" y="424320"/>
                </a:lnTo>
                <a:lnTo>
                  <a:pt x="167116" y="443608"/>
                </a:lnTo>
                <a:lnTo>
                  <a:pt x="174384" y="462896"/>
                </a:lnTo>
                <a:lnTo>
                  <a:pt x="181651" y="482184"/>
                </a:lnTo>
                <a:lnTo>
                  <a:pt x="188919" y="501472"/>
                </a:lnTo>
                <a:lnTo>
                  <a:pt x="196186" y="520751"/>
                </a:lnTo>
                <a:lnTo>
                  <a:pt x="203454" y="540039"/>
                </a:lnTo>
                <a:lnTo>
                  <a:pt x="210722" y="559327"/>
                </a:lnTo>
                <a:lnTo>
                  <a:pt x="217980" y="578615"/>
                </a:lnTo>
                <a:lnTo>
                  <a:pt x="225247" y="597903"/>
                </a:lnTo>
                <a:lnTo>
                  <a:pt x="232515" y="617191"/>
                </a:lnTo>
                <a:lnTo>
                  <a:pt x="239782" y="636480"/>
                </a:lnTo>
                <a:lnTo>
                  <a:pt x="247050" y="655768"/>
                </a:lnTo>
                <a:lnTo>
                  <a:pt x="254318" y="675056"/>
                </a:lnTo>
                <a:lnTo>
                  <a:pt x="261576" y="694344"/>
                </a:lnTo>
                <a:lnTo>
                  <a:pt x="268843" y="713632"/>
                </a:lnTo>
                <a:lnTo>
                  <a:pt x="275358" y="733101"/>
                </a:lnTo>
                <a:lnTo>
                  <a:pt x="290046" y="747017"/>
                </a:lnTo>
                <a:lnTo>
                  <a:pt x="308877" y="755342"/>
                </a:lnTo>
                <a:lnTo>
                  <a:pt x="328536" y="761495"/>
                </a:lnTo>
                <a:lnTo>
                  <a:pt x="348539" y="766458"/>
                </a:lnTo>
                <a:lnTo>
                  <a:pt x="368722" y="770649"/>
                </a:lnTo>
                <a:lnTo>
                  <a:pt x="389011" y="774287"/>
                </a:lnTo>
                <a:lnTo>
                  <a:pt x="409365" y="777507"/>
                </a:lnTo>
                <a:lnTo>
                  <a:pt x="429768" y="780383"/>
                </a:lnTo>
                <a:lnTo>
                  <a:pt x="450218" y="782984"/>
                </a:lnTo>
                <a:lnTo>
                  <a:pt x="470697" y="785346"/>
                </a:lnTo>
                <a:lnTo>
                  <a:pt x="491185" y="787498"/>
                </a:lnTo>
                <a:lnTo>
                  <a:pt x="511702" y="789480"/>
                </a:lnTo>
                <a:lnTo>
                  <a:pt x="532238" y="791299"/>
                </a:lnTo>
                <a:lnTo>
                  <a:pt x="552774" y="792975"/>
                </a:lnTo>
                <a:lnTo>
                  <a:pt x="573329" y="794518"/>
                </a:lnTo>
                <a:lnTo>
                  <a:pt x="593893" y="795947"/>
                </a:lnTo>
                <a:lnTo>
                  <a:pt x="614458" y="797262"/>
                </a:lnTo>
                <a:lnTo>
                  <a:pt x="635032" y="798471"/>
                </a:lnTo>
                <a:lnTo>
                  <a:pt x="655615" y="799595"/>
                </a:lnTo>
                <a:lnTo>
                  <a:pt x="676199" y="800614"/>
                </a:lnTo>
                <a:lnTo>
                  <a:pt x="696792" y="801557"/>
                </a:lnTo>
                <a:lnTo>
                  <a:pt x="717385" y="802415"/>
                </a:lnTo>
                <a:lnTo>
                  <a:pt x="737978" y="803196"/>
                </a:lnTo>
                <a:lnTo>
                  <a:pt x="758571" y="803900"/>
                </a:lnTo>
                <a:lnTo>
                  <a:pt x="779174" y="804529"/>
                </a:lnTo>
                <a:lnTo>
                  <a:pt x="799776" y="805091"/>
                </a:lnTo>
                <a:lnTo>
                  <a:pt x="820379" y="805586"/>
                </a:lnTo>
                <a:lnTo>
                  <a:pt x="840991" y="806015"/>
                </a:lnTo>
                <a:lnTo>
                  <a:pt x="861593" y="806377"/>
                </a:lnTo>
                <a:lnTo>
                  <a:pt x="882206" y="806672"/>
                </a:lnTo>
                <a:lnTo>
                  <a:pt x="902818" y="806910"/>
                </a:lnTo>
                <a:lnTo>
                  <a:pt x="923420" y="807082"/>
                </a:lnTo>
                <a:lnTo>
                  <a:pt x="944032" y="807187"/>
                </a:lnTo>
                <a:lnTo>
                  <a:pt x="964644" y="807234"/>
                </a:lnTo>
                <a:lnTo>
                  <a:pt x="985256" y="807225"/>
                </a:lnTo>
                <a:lnTo>
                  <a:pt x="1005869" y="807149"/>
                </a:lnTo>
                <a:lnTo>
                  <a:pt x="1026471" y="807015"/>
                </a:lnTo>
                <a:lnTo>
                  <a:pt x="1047083" y="806825"/>
                </a:lnTo>
                <a:lnTo>
                  <a:pt x="1067695" y="806567"/>
                </a:lnTo>
                <a:lnTo>
                  <a:pt x="1088298" y="806244"/>
                </a:lnTo>
                <a:lnTo>
                  <a:pt x="1108910" y="805853"/>
                </a:lnTo>
                <a:lnTo>
                  <a:pt x="1129513" y="805396"/>
                </a:lnTo>
                <a:lnTo>
                  <a:pt x="1150115" y="804882"/>
                </a:lnTo>
                <a:lnTo>
                  <a:pt x="1170718" y="804291"/>
                </a:lnTo>
                <a:lnTo>
                  <a:pt x="1191320" y="803634"/>
                </a:lnTo>
                <a:lnTo>
                  <a:pt x="1211913" y="802900"/>
                </a:lnTo>
                <a:lnTo>
                  <a:pt x="1232516" y="802081"/>
                </a:lnTo>
                <a:lnTo>
                  <a:pt x="1253099" y="801195"/>
                </a:lnTo>
                <a:lnTo>
                  <a:pt x="1273693" y="800224"/>
                </a:lnTo>
                <a:lnTo>
                  <a:pt x="1294276" y="799167"/>
                </a:lnTo>
                <a:lnTo>
                  <a:pt x="1314850" y="798014"/>
                </a:lnTo>
                <a:lnTo>
                  <a:pt x="1335424" y="796757"/>
                </a:lnTo>
                <a:lnTo>
                  <a:pt x="1355989" y="795404"/>
                </a:lnTo>
                <a:lnTo>
                  <a:pt x="1376543" y="793928"/>
                </a:lnTo>
                <a:lnTo>
                  <a:pt x="1397098" y="792328"/>
                </a:lnTo>
                <a:lnTo>
                  <a:pt x="1417634" y="790594"/>
                </a:lnTo>
                <a:lnTo>
                  <a:pt x="1438161" y="788718"/>
                </a:lnTo>
                <a:lnTo>
                  <a:pt x="1458668" y="786670"/>
                </a:lnTo>
                <a:lnTo>
                  <a:pt x="1479156" y="784441"/>
                </a:lnTo>
                <a:lnTo>
                  <a:pt x="1499616" y="781983"/>
                </a:lnTo>
                <a:lnTo>
                  <a:pt x="1520057" y="779278"/>
                </a:lnTo>
                <a:lnTo>
                  <a:pt x="1540440" y="776278"/>
                </a:lnTo>
                <a:lnTo>
                  <a:pt x="1560776" y="772906"/>
                </a:lnTo>
                <a:lnTo>
                  <a:pt x="1581026" y="769068"/>
                </a:lnTo>
                <a:lnTo>
                  <a:pt x="1601143" y="764600"/>
                </a:lnTo>
                <a:lnTo>
                  <a:pt x="1621041" y="759247"/>
                </a:lnTo>
                <a:lnTo>
                  <a:pt x="1640481" y="752418"/>
                </a:lnTo>
                <a:lnTo>
                  <a:pt x="1658531" y="742579"/>
                </a:lnTo>
                <a:lnTo>
                  <a:pt x="1668523" y="725300"/>
                </a:lnTo>
                <a:lnTo>
                  <a:pt x="1675790" y="706012"/>
                </a:lnTo>
                <a:lnTo>
                  <a:pt x="1683058" y="686724"/>
                </a:lnTo>
                <a:lnTo>
                  <a:pt x="1690316" y="667445"/>
                </a:lnTo>
                <a:lnTo>
                  <a:pt x="1697584" y="648157"/>
                </a:lnTo>
                <a:lnTo>
                  <a:pt x="1704851" y="628869"/>
                </a:lnTo>
                <a:lnTo>
                  <a:pt x="1712119" y="609581"/>
                </a:lnTo>
                <a:lnTo>
                  <a:pt x="1719386" y="590293"/>
                </a:lnTo>
                <a:lnTo>
                  <a:pt x="1726654" y="571005"/>
                </a:lnTo>
                <a:lnTo>
                  <a:pt x="1733912" y="551717"/>
                </a:lnTo>
                <a:lnTo>
                  <a:pt x="1741180" y="532428"/>
                </a:lnTo>
                <a:lnTo>
                  <a:pt x="1748447" y="513140"/>
                </a:lnTo>
                <a:lnTo>
                  <a:pt x="1755715" y="493852"/>
                </a:lnTo>
                <a:lnTo>
                  <a:pt x="1762982" y="474574"/>
                </a:lnTo>
                <a:lnTo>
                  <a:pt x="1770250" y="455285"/>
                </a:lnTo>
                <a:lnTo>
                  <a:pt x="1777517" y="435997"/>
                </a:lnTo>
                <a:lnTo>
                  <a:pt x="1784775" y="416709"/>
                </a:lnTo>
                <a:lnTo>
                  <a:pt x="1792043" y="397421"/>
                </a:lnTo>
                <a:lnTo>
                  <a:pt x="1799311" y="378133"/>
                </a:lnTo>
                <a:lnTo>
                  <a:pt x="1806578" y="358845"/>
                </a:lnTo>
                <a:lnTo>
                  <a:pt x="1813846" y="339557"/>
                </a:lnTo>
                <a:lnTo>
                  <a:pt x="1821113" y="320269"/>
                </a:lnTo>
                <a:lnTo>
                  <a:pt x="1828381" y="300980"/>
                </a:lnTo>
                <a:lnTo>
                  <a:pt x="1835639" y="281692"/>
                </a:lnTo>
                <a:lnTo>
                  <a:pt x="1842907" y="262414"/>
                </a:lnTo>
                <a:lnTo>
                  <a:pt x="1850174" y="243126"/>
                </a:lnTo>
                <a:lnTo>
                  <a:pt x="1857442" y="223838"/>
                </a:lnTo>
                <a:lnTo>
                  <a:pt x="1864709" y="204549"/>
                </a:lnTo>
                <a:lnTo>
                  <a:pt x="1871977" y="185261"/>
                </a:lnTo>
                <a:lnTo>
                  <a:pt x="1879235" y="165973"/>
                </a:lnTo>
                <a:lnTo>
                  <a:pt x="1886502" y="146685"/>
                </a:lnTo>
                <a:lnTo>
                  <a:pt x="1893770" y="127397"/>
                </a:lnTo>
                <a:lnTo>
                  <a:pt x="1901038" y="108109"/>
                </a:lnTo>
                <a:lnTo>
                  <a:pt x="1908305" y="88821"/>
                </a:lnTo>
                <a:lnTo>
                  <a:pt x="1915573" y="69542"/>
                </a:lnTo>
                <a:lnTo>
                  <a:pt x="1922831" y="50254"/>
                </a:lnTo>
                <a:lnTo>
                  <a:pt x="1930098" y="30966"/>
                </a:lnTo>
                <a:lnTo>
                  <a:pt x="1937366" y="11678"/>
                </a:lnTo>
                <a:lnTo>
                  <a:pt x="1938547" y="7268"/>
                </a:lnTo>
                <a:lnTo>
                  <a:pt x="1921097" y="17945"/>
                </a:lnTo>
                <a:lnTo>
                  <a:pt x="1901600" y="24575"/>
                </a:lnTo>
                <a:lnTo>
                  <a:pt x="1881616" y="29632"/>
                </a:lnTo>
                <a:lnTo>
                  <a:pt x="1861433" y="33795"/>
                </a:lnTo>
                <a:lnTo>
                  <a:pt x="1841135" y="37367"/>
                </a:lnTo>
                <a:lnTo>
                  <a:pt x="1820770" y="40519"/>
                </a:lnTo>
                <a:lnTo>
                  <a:pt x="1800349" y="43339"/>
                </a:lnTo>
                <a:lnTo>
                  <a:pt x="1779899" y="45891"/>
                </a:lnTo>
                <a:lnTo>
                  <a:pt x="1759420" y="48225"/>
                </a:lnTo>
                <a:lnTo>
                  <a:pt x="1738922" y="50378"/>
                </a:lnTo>
                <a:lnTo>
                  <a:pt x="1718415" y="52378"/>
                </a:lnTo>
                <a:lnTo>
                  <a:pt x="1697888" y="54226"/>
                </a:lnTo>
                <a:lnTo>
                  <a:pt x="1677343" y="55950"/>
                </a:lnTo>
                <a:lnTo>
                  <a:pt x="1656798" y="57569"/>
                </a:lnTo>
                <a:lnTo>
                  <a:pt x="1636243" y="59084"/>
                </a:lnTo>
                <a:lnTo>
                  <a:pt x="1615688" y="60503"/>
                </a:lnTo>
                <a:lnTo>
                  <a:pt x="1595114" y="61846"/>
                </a:lnTo>
                <a:lnTo>
                  <a:pt x="1574549" y="63113"/>
                </a:lnTo>
                <a:lnTo>
                  <a:pt x="1553966" y="64303"/>
                </a:lnTo>
                <a:lnTo>
                  <a:pt x="1533392" y="65427"/>
                </a:lnTo>
                <a:lnTo>
                  <a:pt x="1512808" y="66494"/>
                </a:lnTo>
                <a:lnTo>
                  <a:pt x="1492225" y="67494"/>
                </a:lnTo>
                <a:lnTo>
                  <a:pt x="1471632" y="68437"/>
                </a:lnTo>
                <a:lnTo>
                  <a:pt x="1451039" y="69323"/>
                </a:lnTo>
                <a:lnTo>
                  <a:pt x="1430445" y="70161"/>
                </a:lnTo>
                <a:lnTo>
                  <a:pt x="1409852" y="70952"/>
                </a:lnTo>
                <a:lnTo>
                  <a:pt x="1389259" y="71695"/>
                </a:lnTo>
                <a:lnTo>
                  <a:pt x="1368657" y="72400"/>
                </a:lnTo>
                <a:lnTo>
                  <a:pt x="1348054" y="73057"/>
                </a:lnTo>
                <a:lnTo>
                  <a:pt x="1327452" y="73666"/>
                </a:lnTo>
                <a:lnTo>
                  <a:pt x="1306849" y="74238"/>
                </a:lnTo>
                <a:lnTo>
                  <a:pt x="1286246" y="74771"/>
                </a:lnTo>
                <a:lnTo>
                  <a:pt x="1265644" y="75267"/>
                </a:lnTo>
                <a:lnTo>
                  <a:pt x="1245041" y="75724"/>
                </a:lnTo>
                <a:lnTo>
                  <a:pt x="1224429" y="76143"/>
                </a:lnTo>
                <a:lnTo>
                  <a:pt x="1203827" y="76533"/>
                </a:lnTo>
                <a:lnTo>
                  <a:pt x="1183215" y="76886"/>
                </a:lnTo>
                <a:lnTo>
                  <a:pt x="1162612" y="77200"/>
                </a:lnTo>
                <a:lnTo>
                  <a:pt x="1142000" y="77486"/>
                </a:lnTo>
                <a:lnTo>
                  <a:pt x="1121388" y="77734"/>
                </a:lnTo>
                <a:lnTo>
                  <a:pt x="1100785" y="77953"/>
                </a:lnTo>
                <a:lnTo>
                  <a:pt x="1080173" y="78134"/>
                </a:lnTo>
                <a:lnTo>
                  <a:pt x="1059561" y="78286"/>
                </a:lnTo>
                <a:lnTo>
                  <a:pt x="1038949" y="78410"/>
                </a:lnTo>
                <a:lnTo>
                  <a:pt x="1018346" y="78496"/>
                </a:lnTo>
                <a:lnTo>
                  <a:pt x="997734" y="78553"/>
                </a:lnTo>
                <a:lnTo>
                  <a:pt x="977122" y="78572"/>
                </a:lnTo>
                <a:lnTo>
                  <a:pt x="956510" y="78572"/>
                </a:lnTo>
                <a:lnTo>
                  <a:pt x="935898" y="78534"/>
                </a:lnTo>
                <a:lnTo>
                  <a:pt x="915295" y="78457"/>
                </a:lnTo>
                <a:lnTo>
                  <a:pt x="894683" y="78362"/>
                </a:lnTo>
                <a:lnTo>
                  <a:pt x="874071" y="78229"/>
                </a:lnTo>
                <a:lnTo>
                  <a:pt x="853459" y="78067"/>
                </a:lnTo>
                <a:lnTo>
                  <a:pt x="832847" y="77867"/>
                </a:lnTo>
                <a:lnTo>
                  <a:pt x="812244" y="77638"/>
                </a:lnTo>
                <a:lnTo>
                  <a:pt x="791632" y="77381"/>
                </a:lnTo>
                <a:lnTo>
                  <a:pt x="771020" y="77076"/>
                </a:lnTo>
                <a:lnTo>
                  <a:pt x="750418" y="76752"/>
                </a:lnTo>
                <a:lnTo>
                  <a:pt x="729806" y="76381"/>
                </a:lnTo>
                <a:lnTo>
                  <a:pt x="709203" y="75981"/>
                </a:lnTo>
                <a:lnTo>
                  <a:pt x="688600" y="75543"/>
                </a:lnTo>
                <a:lnTo>
                  <a:pt x="667988" y="75076"/>
                </a:lnTo>
                <a:lnTo>
                  <a:pt x="647386" y="74562"/>
                </a:lnTo>
                <a:lnTo>
                  <a:pt x="626783" y="74019"/>
                </a:lnTo>
                <a:lnTo>
                  <a:pt x="606181" y="73428"/>
                </a:lnTo>
                <a:lnTo>
                  <a:pt x="585578" y="72800"/>
                </a:lnTo>
                <a:lnTo>
                  <a:pt x="564985" y="72123"/>
                </a:lnTo>
                <a:lnTo>
                  <a:pt x="544382" y="71409"/>
                </a:lnTo>
                <a:lnTo>
                  <a:pt x="523789" y="70647"/>
                </a:lnTo>
                <a:lnTo>
                  <a:pt x="503196" y="69837"/>
                </a:lnTo>
                <a:lnTo>
                  <a:pt x="482603" y="68980"/>
                </a:lnTo>
                <a:lnTo>
                  <a:pt x="462010" y="68066"/>
                </a:lnTo>
                <a:lnTo>
                  <a:pt x="441417" y="67094"/>
                </a:lnTo>
                <a:lnTo>
                  <a:pt x="420834" y="66075"/>
                </a:lnTo>
                <a:lnTo>
                  <a:pt x="400250" y="64989"/>
                </a:lnTo>
                <a:lnTo>
                  <a:pt x="379676" y="63837"/>
                </a:lnTo>
                <a:lnTo>
                  <a:pt x="359102" y="62627"/>
                </a:lnTo>
                <a:lnTo>
                  <a:pt x="338528" y="61331"/>
                </a:lnTo>
                <a:lnTo>
                  <a:pt x="317964" y="59960"/>
                </a:lnTo>
                <a:lnTo>
                  <a:pt x="297409" y="58493"/>
                </a:lnTo>
                <a:lnTo>
                  <a:pt x="276854" y="56940"/>
                </a:lnTo>
                <a:lnTo>
                  <a:pt x="256318" y="55283"/>
                </a:lnTo>
                <a:lnTo>
                  <a:pt x="235782" y="53511"/>
                </a:lnTo>
                <a:lnTo>
                  <a:pt x="215255" y="51606"/>
                </a:lnTo>
                <a:lnTo>
                  <a:pt x="194748" y="49549"/>
                </a:lnTo>
                <a:lnTo>
                  <a:pt x="174260" y="47330"/>
                </a:lnTo>
                <a:lnTo>
                  <a:pt x="153791" y="44910"/>
                </a:lnTo>
                <a:lnTo>
                  <a:pt x="133350" y="42262"/>
                </a:lnTo>
                <a:lnTo>
                  <a:pt x="112957" y="39319"/>
                </a:lnTo>
                <a:lnTo>
                  <a:pt x="92612" y="36014"/>
                </a:lnTo>
                <a:lnTo>
                  <a:pt x="72352" y="32233"/>
                </a:lnTo>
                <a:lnTo>
                  <a:pt x="52226" y="27765"/>
                </a:lnTo>
                <a:lnTo>
                  <a:pt x="32385" y="22212"/>
                </a:lnTo>
                <a:lnTo>
                  <a:pt x="13287" y="1452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8A8D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5" name="funnel-step-cap-2">
            <a:extLst xmlns:a="http://schemas.openxmlformats.org/drawingml/2006/main">
              <a:ext uri="{FF2B5EF4-FFF2-40B4-BE49-F238E27FC236}">
                <a16:creationId xmlns:a16="http://schemas.microsoft.com/office/drawing/2014/main" id="{2B5F0953-3DE3-456B-AA9C-79D352CED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48751" y="4210050"/>
            <a:ext cx="1941747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A8D5"/>
          </a:solidFill>
          <a:ln xmlns:a="http://schemas.openxmlformats.org/drawingml/2006/main" w="19050">
            <a:solidFill>
              <a:srgbClr val="8BBAF2"/>
            </a:solidFill>
            <a:prstDash val="solid"/>
          </a:ln>
        </p:spPr>
      </p:sp>
      <p:sp>
        <p:nvSpPr>
          <p:cNvPr id="56" name="funnel-step-body-3">
            <a:extLst xmlns:a="http://schemas.openxmlformats.org/drawingml/2006/main">
              <a:ext uri="{FF2B5EF4-FFF2-40B4-BE49-F238E27FC236}">
                <a16:creationId xmlns:a16="http://schemas.microsoft.com/office/drawing/2014/main" id="{9DCD5640-516D-4706-A08B-0E9468C8A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23252" y="5243513"/>
            <a:ext cx="1390888" cy="807234"/>
          </a:xfrm>
          <a:custGeom xmlns:a="http://schemas.openxmlformats.org/drawingml/2006/main">
            <a:pathLst>
              <a:path w="1390888" h="807234">
                <a:moveTo>
                  <a:pt x="0" y="0"/>
                </a:moveTo>
                <a:lnTo>
                  <a:pt x="6363" y="17955"/>
                </a:lnTo>
                <a:lnTo>
                  <a:pt x="12725" y="35909"/>
                </a:lnTo>
                <a:lnTo>
                  <a:pt x="19088" y="53864"/>
                </a:lnTo>
                <a:lnTo>
                  <a:pt x="25451" y="71819"/>
                </a:lnTo>
                <a:lnTo>
                  <a:pt x="31814" y="89773"/>
                </a:lnTo>
                <a:lnTo>
                  <a:pt x="38176" y="107728"/>
                </a:lnTo>
                <a:lnTo>
                  <a:pt x="44539" y="125682"/>
                </a:lnTo>
                <a:lnTo>
                  <a:pt x="50902" y="143637"/>
                </a:lnTo>
                <a:lnTo>
                  <a:pt x="57264" y="161592"/>
                </a:lnTo>
                <a:lnTo>
                  <a:pt x="63627" y="179546"/>
                </a:lnTo>
                <a:lnTo>
                  <a:pt x="69990" y="197501"/>
                </a:lnTo>
                <a:lnTo>
                  <a:pt x="76352" y="215456"/>
                </a:lnTo>
                <a:lnTo>
                  <a:pt x="82715" y="233410"/>
                </a:lnTo>
                <a:lnTo>
                  <a:pt x="89078" y="251365"/>
                </a:lnTo>
                <a:lnTo>
                  <a:pt x="95441" y="269319"/>
                </a:lnTo>
                <a:lnTo>
                  <a:pt x="101803" y="287274"/>
                </a:lnTo>
                <a:lnTo>
                  <a:pt x="108166" y="305229"/>
                </a:lnTo>
                <a:lnTo>
                  <a:pt x="114529" y="323183"/>
                </a:lnTo>
                <a:lnTo>
                  <a:pt x="120891" y="341138"/>
                </a:lnTo>
                <a:lnTo>
                  <a:pt x="127254" y="359093"/>
                </a:lnTo>
                <a:lnTo>
                  <a:pt x="133617" y="377047"/>
                </a:lnTo>
                <a:lnTo>
                  <a:pt x="139979" y="395002"/>
                </a:lnTo>
                <a:lnTo>
                  <a:pt x="146342" y="412956"/>
                </a:lnTo>
                <a:lnTo>
                  <a:pt x="152705" y="430911"/>
                </a:lnTo>
                <a:lnTo>
                  <a:pt x="159068" y="448866"/>
                </a:lnTo>
                <a:lnTo>
                  <a:pt x="165430" y="466820"/>
                </a:lnTo>
                <a:lnTo>
                  <a:pt x="171793" y="484775"/>
                </a:lnTo>
                <a:lnTo>
                  <a:pt x="178156" y="502730"/>
                </a:lnTo>
                <a:lnTo>
                  <a:pt x="184518" y="520684"/>
                </a:lnTo>
                <a:lnTo>
                  <a:pt x="190881" y="538639"/>
                </a:lnTo>
                <a:lnTo>
                  <a:pt x="197244" y="556593"/>
                </a:lnTo>
                <a:lnTo>
                  <a:pt x="203606" y="574548"/>
                </a:lnTo>
                <a:lnTo>
                  <a:pt x="209969" y="592503"/>
                </a:lnTo>
                <a:lnTo>
                  <a:pt x="216332" y="610457"/>
                </a:lnTo>
                <a:lnTo>
                  <a:pt x="222695" y="628412"/>
                </a:lnTo>
                <a:lnTo>
                  <a:pt x="229057" y="646367"/>
                </a:lnTo>
                <a:lnTo>
                  <a:pt x="235420" y="664321"/>
                </a:lnTo>
                <a:lnTo>
                  <a:pt x="241783" y="682276"/>
                </a:lnTo>
                <a:lnTo>
                  <a:pt x="248145" y="700230"/>
                </a:lnTo>
                <a:lnTo>
                  <a:pt x="254508" y="718185"/>
                </a:lnTo>
                <a:lnTo>
                  <a:pt x="259861" y="736368"/>
                </a:lnTo>
                <a:lnTo>
                  <a:pt x="272310" y="750494"/>
                </a:lnTo>
                <a:lnTo>
                  <a:pt x="288808" y="759952"/>
                </a:lnTo>
                <a:lnTo>
                  <a:pt x="306476" y="767048"/>
                </a:lnTo>
                <a:lnTo>
                  <a:pt x="324650" y="772744"/>
                </a:lnTo>
                <a:lnTo>
                  <a:pt x="343091" y="777507"/>
                </a:lnTo>
                <a:lnTo>
                  <a:pt x="361693" y="781583"/>
                </a:lnTo>
                <a:lnTo>
                  <a:pt x="380409" y="785127"/>
                </a:lnTo>
                <a:lnTo>
                  <a:pt x="399202" y="788232"/>
                </a:lnTo>
                <a:lnTo>
                  <a:pt x="418052" y="790985"/>
                </a:lnTo>
                <a:lnTo>
                  <a:pt x="436950" y="793423"/>
                </a:lnTo>
                <a:lnTo>
                  <a:pt x="455867" y="795595"/>
                </a:lnTo>
                <a:lnTo>
                  <a:pt x="474821" y="797528"/>
                </a:lnTo>
                <a:lnTo>
                  <a:pt x="493795" y="799243"/>
                </a:lnTo>
                <a:lnTo>
                  <a:pt x="512778" y="800757"/>
                </a:lnTo>
                <a:lnTo>
                  <a:pt x="531781" y="802091"/>
                </a:lnTo>
                <a:lnTo>
                  <a:pt x="550793" y="803253"/>
                </a:lnTo>
                <a:lnTo>
                  <a:pt x="569814" y="804253"/>
                </a:lnTo>
                <a:lnTo>
                  <a:pt x="588845" y="805101"/>
                </a:lnTo>
                <a:lnTo>
                  <a:pt x="607886" y="805796"/>
                </a:lnTo>
                <a:lnTo>
                  <a:pt x="626926" y="806358"/>
                </a:lnTo>
                <a:lnTo>
                  <a:pt x="645966" y="806777"/>
                </a:lnTo>
                <a:lnTo>
                  <a:pt x="665016" y="807063"/>
                </a:lnTo>
                <a:lnTo>
                  <a:pt x="684066" y="807215"/>
                </a:lnTo>
                <a:lnTo>
                  <a:pt x="703107" y="807234"/>
                </a:lnTo>
                <a:lnTo>
                  <a:pt x="722157" y="807120"/>
                </a:lnTo>
                <a:lnTo>
                  <a:pt x="741207" y="806872"/>
                </a:lnTo>
                <a:lnTo>
                  <a:pt x="760247" y="806491"/>
                </a:lnTo>
                <a:lnTo>
                  <a:pt x="779288" y="805977"/>
                </a:lnTo>
                <a:lnTo>
                  <a:pt x="798328" y="805320"/>
                </a:lnTo>
                <a:lnTo>
                  <a:pt x="817359" y="804520"/>
                </a:lnTo>
                <a:lnTo>
                  <a:pt x="836390" y="803558"/>
                </a:lnTo>
                <a:lnTo>
                  <a:pt x="855402" y="802443"/>
                </a:lnTo>
                <a:lnTo>
                  <a:pt x="874405" y="801167"/>
                </a:lnTo>
                <a:lnTo>
                  <a:pt x="893397" y="799700"/>
                </a:lnTo>
                <a:lnTo>
                  <a:pt x="912381" y="798052"/>
                </a:lnTo>
                <a:lnTo>
                  <a:pt x="931335" y="796185"/>
                </a:lnTo>
                <a:lnTo>
                  <a:pt x="950262" y="794090"/>
                </a:lnTo>
                <a:lnTo>
                  <a:pt x="969169" y="791728"/>
                </a:lnTo>
                <a:lnTo>
                  <a:pt x="988028" y="789070"/>
                </a:lnTo>
                <a:lnTo>
                  <a:pt x="1006840" y="786079"/>
                </a:lnTo>
                <a:lnTo>
                  <a:pt x="1025585" y="782669"/>
                </a:lnTo>
                <a:lnTo>
                  <a:pt x="1044226" y="778764"/>
                </a:lnTo>
                <a:lnTo>
                  <a:pt x="1062723" y="774230"/>
                </a:lnTo>
                <a:lnTo>
                  <a:pt x="1080992" y="768829"/>
                </a:lnTo>
                <a:lnTo>
                  <a:pt x="1098852" y="762219"/>
                </a:lnTo>
                <a:lnTo>
                  <a:pt x="1115816" y="753608"/>
                </a:lnTo>
                <a:lnTo>
                  <a:pt x="1130103" y="741188"/>
                </a:lnTo>
                <a:lnTo>
                  <a:pt x="1136371" y="723433"/>
                </a:lnTo>
                <a:lnTo>
                  <a:pt x="1142733" y="705479"/>
                </a:lnTo>
                <a:lnTo>
                  <a:pt x="1149096" y="687524"/>
                </a:lnTo>
                <a:lnTo>
                  <a:pt x="1155459" y="669569"/>
                </a:lnTo>
                <a:lnTo>
                  <a:pt x="1161821" y="651615"/>
                </a:lnTo>
                <a:lnTo>
                  <a:pt x="1168184" y="633660"/>
                </a:lnTo>
                <a:lnTo>
                  <a:pt x="1174547" y="615706"/>
                </a:lnTo>
                <a:lnTo>
                  <a:pt x="1180910" y="597751"/>
                </a:lnTo>
                <a:lnTo>
                  <a:pt x="1187272" y="579796"/>
                </a:lnTo>
                <a:lnTo>
                  <a:pt x="1193635" y="561842"/>
                </a:lnTo>
                <a:lnTo>
                  <a:pt x="1199998" y="543887"/>
                </a:lnTo>
                <a:lnTo>
                  <a:pt x="1206360" y="525932"/>
                </a:lnTo>
                <a:lnTo>
                  <a:pt x="1212723" y="507978"/>
                </a:lnTo>
                <a:lnTo>
                  <a:pt x="1219086" y="490023"/>
                </a:lnTo>
                <a:lnTo>
                  <a:pt x="1225448" y="472069"/>
                </a:lnTo>
                <a:lnTo>
                  <a:pt x="1231811" y="454114"/>
                </a:lnTo>
                <a:lnTo>
                  <a:pt x="1238174" y="436159"/>
                </a:lnTo>
                <a:lnTo>
                  <a:pt x="1244537" y="418205"/>
                </a:lnTo>
                <a:lnTo>
                  <a:pt x="1250899" y="400250"/>
                </a:lnTo>
                <a:lnTo>
                  <a:pt x="1257262" y="382295"/>
                </a:lnTo>
                <a:lnTo>
                  <a:pt x="1263625" y="364341"/>
                </a:lnTo>
                <a:lnTo>
                  <a:pt x="1269987" y="346386"/>
                </a:lnTo>
                <a:lnTo>
                  <a:pt x="1276350" y="328432"/>
                </a:lnTo>
                <a:lnTo>
                  <a:pt x="1282713" y="310477"/>
                </a:lnTo>
                <a:lnTo>
                  <a:pt x="1289085" y="292522"/>
                </a:lnTo>
                <a:lnTo>
                  <a:pt x="1295448" y="274568"/>
                </a:lnTo>
                <a:lnTo>
                  <a:pt x="1301810" y="256613"/>
                </a:lnTo>
                <a:lnTo>
                  <a:pt x="1308173" y="238658"/>
                </a:lnTo>
                <a:lnTo>
                  <a:pt x="1314536" y="220704"/>
                </a:lnTo>
                <a:lnTo>
                  <a:pt x="1320898" y="202749"/>
                </a:lnTo>
                <a:lnTo>
                  <a:pt x="1327261" y="184795"/>
                </a:lnTo>
                <a:lnTo>
                  <a:pt x="1333624" y="166840"/>
                </a:lnTo>
                <a:lnTo>
                  <a:pt x="1339987" y="148885"/>
                </a:lnTo>
                <a:lnTo>
                  <a:pt x="1346349" y="130931"/>
                </a:lnTo>
                <a:lnTo>
                  <a:pt x="1352712" y="112976"/>
                </a:lnTo>
                <a:lnTo>
                  <a:pt x="1359075" y="95021"/>
                </a:lnTo>
                <a:lnTo>
                  <a:pt x="1365437" y="77067"/>
                </a:lnTo>
                <a:lnTo>
                  <a:pt x="1371800" y="59112"/>
                </a:lnTo>
                <a:lnTo>
                  <a:pt x="1378163" y="41158"/>
                </a:lnTo>
                <a:lnTo>
                  <a:pt x="1384525" y="23203"/>
                </a:lnTo>
                <a:lnTo>
                  <a:pt x="1390888" y="5248"/>
                </a:lnTo>
                <a:lnTo>
                  <a:pt x="1386716" y="11630"/>
                </a:lnTo>
                <a:lnTo>
                  <a:pt x="1370648" y="21698"/>
                </a:lnTo>
                <a:lnTo>
                  <a:pt x="1352893" y="28575"/>
                </a:lnTo>
                <a:lnTo>
                  <a:pt x="1334614" y="33928"/>
                </a:lnTo>
                <a:lnTo>
                  <a:pt x="1316088" y="38376"/>
                </a:lnTo>
                <a:lnTo>
                  <a:pt x="1297429" y="42196"/>
                </a:lnTo>
                <a:lnTo>
                  <a:pt x="1278684" y="45558"/>
                </a:lnTo>
                <a:lnTo>
                  <a:pt x="1259872" y="48549"/>
                </a:lnTo>
                <a:lnTo>
                  <a:pt x="1241012" y="51245"/>
                </a:lnTo>
                <a:lnTo>
                  <a:pt x="1222124" y="53702"/>
                </a:lnTo>
                <a:lnTo>
                  <a:pt x="1203208" y="55940"/>
                </a:lnTo>
                <a:lnTo>
                  <a:pt x="1184272" y="57998"/>
                </a:lnTo>
                <a:lnTo>
                  <a:pt x="1165317" y="59893"/>
                </a:lnTo>
                <a:lnTo>
                  <a:pt x="1146353" y="61646"/>
                </a:lnTo>
                <a:lnTo>
                  <a:pt x="1127369" y="63275"/>
                </a:lnTo>
                <a:lnTo>
                  <a:pt x="1108377" y="64789"/>
                </a:lnTo>
                <a:lnTo>
                  <a:pt x="1089384" y="66180"/>
                </a:lnTo>
                <a:lnTo>
                  <a:pt x="1070381" y="67485"/>
                </a:lnTo>
                <a:lnTo>
                  <a:pt x="1051370" y="68685"/>
                </a:lnTo>
                <a:lnTo>
                  <a:pt x="1032358" y="69809"/>
                </a:lnTo>
                <a:lnTo>
                  <a:pt x="1013336" y="70847"/>
                </a:lnTo>
                <a:lnTo>
                  <a:pt x="994305" y="71799"/>
                </a:lnTo>
                <a:lnTo>
                  <a:pt x="975284" y="72685"/>
                </a:lnTo>
                <a:lnTo>
                  <a:pt x="956253" y="73495"/>
                </a:lnTo>
                <a:lnTo>
                  <a:pt x="937212" y="74247"/>
                </a:lnTo>
                <a:lnTo>
                  <a:pt x="918181" y="74924"/>
                </a:lnTo>
                <a:lnTo>
                  <a:pt x="899141" y="75533"/>
                </a:lnTo>
                <a:lnTo>
                  <a:pt x="880100" y="76095"/>
                </a:lnTo>
                <a:lnTo>
                  <a:pt x="861060" y="76591"/>
                </a:lnTo>
                <a:lnTo>
                  <a:pt x="842010" y="77029"/>
                </a:lnTo>
                <a:lnTo>
                  <a:pt x="822970" y="77410"/>
                </a:lnTo>
                <a:lnTo>
                  <a:pt x="803920" y="77734"/>
                </a:lnTo>
                <a:lnTo>
                  <a:pt x="784879" y="78010"/>
                </a:lnTo>
                <a:lnTo>
                  <a:pt x="765829" y="78229"/>
                </a:lnTo>
                <a:lnTo>
                  <a:pt x="746779" y="78400"/>
                </a:lnTo>
                <a:lnTo>
                  <a:pt x="727729" y="78505"/>
                </a:lnTo>
                <a:lnTo>
                  <a:pt x="708679" y="78562"/>
                </a:lnTo>
                <a:lnTo>
                  <a:pt x="689639" y="78572"/>
                </a:lnTo>
                <a:lnTo>
                  <a:pt x="670589" y="78524"/>
                </a:lnTo>
                <a:lnTo>
                  <a:pt x="651539" y="78429"/>
                </a:lnTo>
                <a:lnTo>
                  <a:pt x="632489" y="78286"/>
                </a:lnTo>
                <a:lnTo>
                  <a:pt x="613439" y="78086"/>
                </a:lnTo>
                <a:lnTo>
                  <a:pt x="594398" y="77819"/>
                </a:lnTo>
                <a:lnTo>
                  <a:pt x="575348" y="77514"/>
                </a:lnTo>
                <a:lnTo>
                  <a:pt x="556308" y="77143"/>
                </a:lnTo>
                <a:lnTo>
                  <a:pt x="537258" y="76724"/>
                </a:lnTo>
                <a:lnTo>
                  <a:pt x="518217" y="76248"/>
                </a:lnTo>
                <a:lnTo>
                  <a:pt x="499177" y="75705"/>
                </a:lnTo>
                <a:lnTo>
                  <a:pt x="480136" y="75105"/>
                </a:lnTo>
                <a:lnTo>
                  <a:pt x="461096" y="74447"/>
                </a:lnTo>
                <a:lnTo>
                  <a:pt x="442065" y="73724"/>
                </a:lnTo>
                <a:lnTo>
                  <a:pt x="423034" y="72933"/>
                </a:lnTo>
                <a:lnTo>
                  <a:pt x="404003" y="72066"/>
                </a:lnTo>
                <a:lnTo>
                  <a:pt x="384981" y="71133"/>
                </a:lnTo>
                <a:lnTo>
                  <a:pt x="365960" y="70123"/>
                </a:lnTo>
                <a:lnTo>
                  <a:pt x="346939" y="69028"/>
                </a:lnTo>
                <a:lnTo>
                  <a:pt x="327927" y="67847"/>
                </a:lnTo>
                <a:lnTo>
                  <a:pt x="308924" y="66580"/>
                </a:lnTo>
                <a:lnTo>
                  <a:pt x="289922" y="65199"/>
                </a:lnTo>
                <a:lnTo>
                  <a:pt x="270929" y="63732"/>
                </a:lnTo>
                <a:lnTo>
                  <a:pt x="251946" y="62141"/>
                </a:lnTo>
                <a:lnTo>
                  <a:pt x="232982" y="60427"/>
                </a:lnTo>
                <a:lnTo>
                  <a:pt x="214017" y="58569"/>
                </a:lnTo>
                <a:lnTo>
                  <a:pt x="195072" y="56559"/>
                </a:lnTo>
                <a:lnTo>
                  <a:pt x="176155" y="54378"/>
                </a:lnTo>
                <a:lnTo>
                  <a:pt x="157258" y="51987"/>
                </a:lnTo>
                <a:lnTo>
                  <a:pt x="138389" y="49368"/>
                </a:lnTo>
                <a:lnTo>
                  <a:pt x="119558" y="46463"/>
                </a:lnTo>
                <a:lnTo>
                  <a:pt x="100794" y="43224"/>
                </a:lnTo>
                <a:lnTo>
                  <a:pt x="82096" y="39548"/>
                </a:lnTo>
                <a:lnTo>
                  <a:pt x="63532" y="35309"/>
                </a:lnTo>
                <a:lnTo>
                  <a:pt x="45168" y="30261"/>
                </a:lnTo>
                <a:lnTo>
                  <a:pt x="27203" y="23927"/>
                </a:lnTo>
                <a:lnTo>
                  <a:pt x="10363" y="1511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8A8D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7" name="funnel-step-cap-3">
            <a:extLst xmlns:a="http://schemas.openxmlformats.org/drawingml/2006/main">
              <a:ext uri="{FF2B5EF4-FFF2-40B4-BE49-F238E27FC236}">
                <a16:creationId xmlns:a16="http://schemas.microsoft.com/office/drawing/2014/main" id="{88F8C984-5B82-43B6-BFD5-695E94230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23271" y="5119688"/>
            <a:ext cx="1392707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A8D5"/>
          </a:solidFill>
          <a:ln xmlns:a="http://schemas.openxmlformats.org/drawingml/2006/main" w="19050">
            <a:solidFill>
              <a:srgbClr val="8BBAF2"/>
            </a:solidFill>
            <a:prstDash val="solid"/>
          </a:ln>
        </p:spPr>
      </p:sp>
      <p:sp>
        <p:nvSpPr>
          <p:cNvPr id="58" name="funnel-flow-arrow">
            <a:extLst xmlns:a="http://schemas.openxmlformats.org/drawingml/2006/main">
              <a:ext uri="{FF2B5EF4-FFF2-40B4-BE49-F238E27FC236}">
                <a16:creationId xmlns:a16="http://schemas.microsoft.com/office/drawing/2014/main" id="{134487F8-5FE8-4213-9786-7C1A9B91A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52850" y="2466975"/>
            <a:ext cx="1733550" cy="3631149"/>
          </a:xfrm>
          <a:custGeom xmlns:a="http://schemas.openxmlformats.org/drawingml/2006/main">
            <a:pathLst>
              <a:path w="1733550" h="3631149">
                <a:moveTo>
                  <a:pt x="0" y="0"/>
                </a:moveTo>
                <a:lnTo>
                  <a:pt x="0" y="42824"/>
                </a:lnTo>
                <a:lnTo>
                  <a:pt x="8630" y="84668"/>
                </a:lnTo>
                <a:lnTo>
                  <a:pt x="18345" y="126378"/>
                </a:lnTo>
                <a:lnTo>
                  <a:pt x="28061" y="168088"/>
                </a:lnTo>
                <a:lnTo>
                  <a:pt x="37776" y="209807"/>
                </a:lnTo>
                <a:lnTo>
                  <a:pt x="47492" y="251517"/>
                </a:lnTo>
                <a:lnTo>
                  <a:pt x="57207" y="293227"/>
                </a:lnTo>
                <a:lnTo>
                  <a:pt x="66923" y="334947"/>
                </a:lnTo>
                <a:lnTo>
                  <a:pt x="76638" y="376657"/>
                </a:lnTo>
                <a:lnTo>
                  <a:pt x="86354" y="418367"/>
                </a:lnTo>
                <a:lnTo>
                  <a:pt x="96069" y="460077"/>
                </a:lnTo>
                <a:lnTo>
                  <a:pt x="105785" y="501796"/>
                </a:lnTo>
                <a:lnTo>
                  <a:pt x="115500" y="543506"/>
                </a:lnTo>
                <a:lnTo>
                  <a:pt x="125216" y="585216"/>
                </a:lnTo>
                <a:lnTo>
                  <a:pt x="134931" y="626926"/>
                </a:lnTo>
                <a:lnTo>
                  <a:pt x="144647" y="668645"/>
                </a:lnTo>
                <a:lnTo>
                  <a:pt x="154362" y="710355"/>
                </a:lnTo>
                <a:lnTo>
                  <a:pt x="164078" y="752065"/>
                </a:lnTo>
                <a:lnTo>
                  <a:pt x="173793" y="793785"/>
                </a:lnTo>
                <a:lnTo>
                  <a:pt x="183509" y="835495"/>
                </a:lnTo>
                <a:lnTo>
                  <a:pt x="193224" y="877205"/>
                </a:lnTo>
                <a:lnTo>
                  <a:pt x="201378" y="919248"/>
                </a:lnTo>
                <a:lnTo>
                  <a:pt x="209312" y="961339"/>
                </a:lnTo>
                <a:lnTo>
                  <a:pt x="216751" y="1003516"/>
                </a:lnTo>
                <a:lnTo>
                  <a:pt x="224190" y="1045693"/>
                </a:lnTo>
                <a:lnTo>
                  <a:pt x="231629" y="1087869"/>
                </a:lnTo>
                <a:lnTo>
                  <a:pt x="239068" y="1130046"/>
                </a:lnTo>
                <a:lnTo>
                  <a:pt x="246507" y="1172223"/>
                </a:lnTo>
                <a:lnTo>
                  <a:pt x="253946" y="1214409"/>
                </a:lnTo>
                <a:lnTo>
                  <a:pt x="261385" y="1256586"/>
                </a:lnTo>
                <a:lnTo>
                  <a:pt x="268815" y="1298762"/>
                </a:lnTo>
                <a:lnTo>
                  <a:pt x="276254" y="1340939"/>
                </a:lnTo>
                <a:lnTo>
                  <a:pt x="283693" y="1383116"/>
                </a:lnTo>
                <a:lnTo>
                  <a:pt x="291132" y="1425292"/>
                </a:lnTo>
                <a:lnTo>
                  <a:pt x="298571" y="1467479"/>
                </a:lnTo>
                <a:lnTo>
                  <a:pt x="306010" y="1509655"/>
                </a:lnTo>
                <a:lnTo>
                  <a:pt x="313449" y="1551832"/>
                </a:lnTo>
                <a:lnTo>
                  <a:pt x="320888" y="1594009"/>
                </a:lnTo>
                <a:lnTo>
                  <a:pt x="328317" y="1636185"/>
                </a:lnTo>
                <a:lnTo>
                  <a:pt x="335756" y="1678362"/>
                </a:lnTo>
                <a:lnTo>
                  <a:pt x="343195" y="1720548"/>
                </a:lnTo>
                <a:lnTo>
                  <a:pt x="350634" y="1762725"/>
                </a:lnTo>
                <a:lnTo>
                  <a:pt x="357930" y="1804921"/>
                </a:lnTo>
                <a:lnTo>
                  <a:pt x="364960" y="1847174"/>
                </a:lnTo>
                <a:lnTo>
                  <a:pt x="371846" y="1889446"/>
                </a:lnTo>
                <a:lnTo>
                  <a:pt x="378619" y="1931737"/>
                </a:lnTo>
                <a:lnTo>
                  <a:pt x="385391" y="1974028"/>
                </a:lnTo>
                <a:lnTo>
                  <a:pt x="392163" y="2016319"/>
                </a:lnTo>
                <a:lnTo>
                  <a:pt x="398936" y="2058610"/>
                </a:lnTo>
                <a:lnTo>
                  <a:pt x="405698" y="2100901"/>
                </a:lnTo>
                <a:lnTo>
                  <a:pt x="412471" y="2143192"/>
                </a:lnTo>
                <a:lnTo>
                  <a:pt x="419243" y="2185483"/>
                </a:lnTo>
                <a:lnTo>
                  <a:pt x="426015" y="2227764"/>
                </a:lnTo>
                <a:lnTo>
                  <a:pt x="432787" y="2270055"/>
                </a:lnTo>
                <a:lnTo>
                  <a:pt x="439560" y="2312346"/>
                </a:lnTo>
                <a:lnTo>
                  <a:pt x="446332" y="2354637"/>
                </a:lnTo>
                <a:lnTo>
                  <a:pt x="453104" y="2396928"/>
                </a:lnTo>
                <a:lnTo>
                  <a:pt x="459877" y="2439219"/>
                </a:lnTo>
                <a:lnTo>
                  <a:pt x="466649" y="2481510"/>
                </a:lnTo>
                <a:lnTo>
                  <a:pt x="473412" y="2523801"/>
                </a:lnTo>
                <a:lnTo>
                  <a:pt x="480184" y="2566092"/>
                </a:lnTo>
                <a:lnTo>
                  <a:pt x="486956" y="2608383"/>
                </a:lnTo>
                <a:lnTo>
                  <a:pt x="493728" y="2650674"/>
                </a:lnTo>
                <a:lnTo>
                  <a:pt x="500501" y="2692965"/>
                </a:lnTo>
                <a:lnTo>
                  <a:pt x="507101" y="2735285"/>
                </a:lnTo>
                <a:lnTo>
                  <a:pt x="513655" y="2777604"/>
                </a:lnTo>
                <a:lnTo>
                  <a:pt x="520151" y="2819933"/>
                </a:lnTo>
                <a:lnTo>
                  <a:pt x="526656" y="2862272"/>
                </a:lnTo>
                <a:lnTo>
                  <a:pt x="533152" y="2904601"/>
                </a:lnTo>
                <a:lnTo>
                  <a:pt x="539648" y="2946940"/>
                </a:lnTo>
                <a:lnTo>
                  <a:pt x="503596" y="2952750"/>
                </a:lnTo>
                <a:lnTo>
                  <a:pt x="460762" y="2952750"/>
                </a:lnTo>
                <a:lnTo>
                  <a:pt x="417938" y="2952750"/>
                </a:lnTo>
                <a:lnTo>
                  <a:pt x="375104" y="2952750"/>
                </a:lnTo>
                <a:lnTo>
                  <a:pt x="332280" y="2952750"/>
                </a:lnTo>
                <a:lnTo>
                  <a:pt x="289446" y="2952750"/>
                </a:lnTo>
                <a:lnTo>
                  <a:pt x="246621" y="2952750"/>
                </a:lnTo>
                <a:lnTo>
                  <a:pt x="225571" y="2962113"/>
                </a:lnTo>
                <a:lnTo>
                  <a:pt x="255032" y="2993193"/>
                </a:lnTo>
                <a:lnTo>
                  <a:pt x="284502" y="3024283"/>
                </a:lnTo>
                <a:lnTo>
                  <a:pt x="313963" y="3055363"/>
                </a:lnTo>
                <a:lnTo>
                  <a:pt x="343424" y="3086443"/>
                </a:lnTo>
                <a:lnTo>
                  <a:pt x="372894" y="3117533"/>
                </a:lnTo>
                <a:lnTo>
                  <a:pt x="402355" y="3148613"/>
                </a:lnTo>
                <a:lnTo>
                  <a:pt x="431825" y="3179702"/>
                </a:lnTo>
                <a:lnTo>
                  <a:pt x="461286" y="3210782"/>
                </a:lnTo>
                <a:lnTo>
                  <a:pt x="490747" y="3241862"/>
                </a:lnTo>
                <a:lnTo>
                  <a:pt x="520217" y="3272952"/>
                </a:lnTo>
                <a:lnTo>
                  <a:pt x="549678" y="3304032"/>
                </a:lnTo>
                <a:lnTo>
                  <a:pt x="579139" y="3335112"/>
                </a:lnTo>
                <a:lnTo>
                  <a:pt x="608609" y="3366202"/>
                </a:lnTo>
                <a:lnTo>
                  <a:pt x="638070" y="3397282"/>
                </a:lnTo>
                <a:lnTo>
                  <a:pt x="667541" y="3428362"/>
                </a:lnTo>
                <a:lnTo>
                  <a:pt x="697001" y="3459451"/>
                </a:lnTo>
                <a:lnTo>
                  <a:pt x="726462" y="3490532"/>
                </a:lnTo>
                <a:lnTo>
                  <a:pt x="755933" y="3521612"/>
                </a:lnTo>
                <a:lnTo>
                  <a:pt x="785393" y="3552701"/>
                </a:lnTo>
                <a:lnTo>
                  <a:pt x="814854" y="3583781"/>
                </a:lnTo>
                <a:lnTo>
                  <a:pt x="844325" y="3614861"/>
                </a:lnTo>
                <a:lnTo>
                  <a:pt x="873785" y="3631149"/>
                </a:lnTo>
                <a:lnTo>
                  <a:pt x="903256" y="3600069"/>
                </a:lnTo>
                <a:lnTo>
                  <a:pt x="932717" y="3568989"/>
                </a:lnTo>
                <a:lnTo>
                  <a:pt x="962177" y="3537899"/>
                </a:lnTo>
                <a:lnTo>
                  <a:pt x="991648" y="3506819"/>
                </a:lnTo>
                <a:lnTo>
                  <a:pt x="1021109" y="3475739"/>
                </a:lnTo>
                <a:lnTo>
                  <a:pt x="1050579" y="3444650"/>
                </a:lnTo>
                <a:lnTo>
                  <a:pt x="1080040" y="3413570"/>
                </a:lnTo>
                <a:lnTo>
                  <a:pt x="1109501" y="3382480"/>
                </a:lnTo>
                <a:lnTo>
                  <a:pt x="1138971" y="3351400"/>
                </a:lnTo>
                <a:lnTo>
                  <a:pt x="1168432" y="3320320"/>
                </a:lnTo>
                <a:lnTo>
                  <a:pt x="1197893" y="3289230"/>
                </a:lnTo>
                <a:lnTo>
                  <a:pt x="1227363" y="3258150"/>
                </a:lnTo>
                <a:lnTo>
                  <a:pt x="1256824" y="3227070"/>
                </a:lnTo>
                <a:lnTo>
                  <a:pt x="1286294" y="3195980"/>
                </a:lnTo>
                <a:lnTo>
                  <a:pt x="1315755" y="3164900"/>
                </a:lnTo>
                <a:lnTo>
                  <a:pt x="1345216" y="3133820"/>
                </a:lnTo>
                <a:lnTo>
                  <a:pt x="1374686" y="3102731"/>
                </a:lnTo>
                <a:lnTo>
                  <a:pt x="1404147" y="3071651"/>
                </a:lnTo>
                <a:lnTo>
                  <a:pt x="1433608" y="3040571"/>
                </a:lnTo>
                <a:lnTo>
                  <a:pt x="1463078" y="3009481"/>
                </a:lnTo>
                <a:lnTo>
                  <a:pt x="1492539" y="2978401"/>
                </a:lnTo>
                <a:lnTo>
                  <a:pt x="1509370" y="2952750"/>
                </a:lnTo>
                <a:lnTo>
                  <a:pt x="1466545" y="2952750"/>
                </a:lnTo>
                <a:lnTo>
                  <a:pt x="1423711" y="2952750"/>
                </a:lnTo>
                <a:lnTo>
                  <a:pt x="1380887" y="2952750"/>
                </a:lnTo>
                <a:lnTo>
                  <a:pt x="1338053" y="2952750"/>
                </a:lnTo>
                <a:lnTo>
                  <a:pt x="1295229" y="2952750"/>
                </a:lnTo>
                <a:lnTo>
                  <a:pt x="1252395" y="2952750"/>
                </a:lnTo>
                <a:lnTo>
                  <a:pt x="1209570" y="2952750"/>
                </a:lnTo>
                <a:lnTo>
                  <a:pt x="1196988" y="2926785"/>
                </a:lnTo>
                <a:lnTo>
                  <a:pt x="1203493" y="2884456"/>
                </a:lnTo>
                <a:lnTo>
                  <a:pt x="1209989" y="2842117"/>
                </a:lnTo>
                <a:lnTo>
                  <a:pt x="1216485" y="2799788"/>
                </a:lnTo>
                <a:lnTo>
                  <a:pt x="1223010" y="2757459"/>
                </a:lnTo>
                <a:lnTo>
                  <a:pt x="1229573" y="2715130"/>
                </a:lnTo>
                <a:lnTo>
                  <a:pt x="1236269" y="2672829"/>
                </a:lnTo>
                <a:lnTo>
                  <a:pt x="1243041" y="2630538"/>
                </a:lnTo>
                <a:lnTo>
                  <a:pt x="1249813" y="2588247"/>
                </a:lnTo>
                <a:lnTo>
                  <a:pt x="1256586" y="2545956"/>
                </a:lnTo>
                <a:lnTo>
                  <a:pt x="1263358" y="2503675"/>
                </a:lnTo>
                <a:lnTo>
                  <a:pt x="1270130" y="2461384"/>
                </a:lnTo>
                <a:lnTo>
                  <a:pt x="1276902" y="2419093"/>
                </a:lnTo>
                <a:lnTo>
                  <a:pt x="1283675" y="2376802"/>
                </a:lnTo>
                <a:lnTo>
                  <a:pt x="1290447" y="2334511"/>
                </a:lnTo>
                <a:lnTo>
                  <a:pt x="1297210" y="2292220"/>
                </a:lnTo>
                <a:lnTo>
                  <a:pt x="1303982" y="2249929"/>
                </a:lnTo>
                <a:lnTo>
                  <a:pt x="1310754" y="2207638"/>
                </a:lnTo>
                <a:lnTo>
                  <a:pt x="1317527" y="2165347"/>
                </a:lnTo>
                <a:lnTo>
                  <a:pt x="1324299" y="2123056"/>
                </a:lnTo>
                <a:lnTo>
                  <a:pt x="1331071" y="2080765"/>
                </a:lnTo>
                <a:lnTo>
                  <a:pt x="1337843" y="2038474"/>
                </a:lnTo>
                <a:lnTo>
                  <a:pt x="1344616" y="1996183"/>
                </a:lnTo>
                <a:lnTo>
                  <a:pt x="1351388" y="1953892"/>
                </a:lnTo>
                <a:lnTo>
                  <a:pt x="1358160" y="1911601"/>
                </a:lnTo>
                <a:lnTo>
                  <a:pt x="1364923" y="1869310"/>
                </a:lnTo>
                <a:lnTo>
                  <a:pt x="1371933" y="1827066"/>
                </a:lnTo>
                <a:lnTo>
                  <a:pt x="1379020" y="1784823"/>
                </a:lnTo>
                <a:lnTo>
                  <a:pt x="1386459" y="1742646"/>
                </a:lnTo>
                <a:lnTo>
                  <a:pt x="1393898" y="1700470"/>
                </a:lnTo>
                <a:lnTo>
                  <a:pt x="1401328" y="1658293"/>
                </a:lnTo>
                <a:lnTo>
                  <a:pt x="1408767" y="1616107"/>
                </a:lnTo>
                <a:lnTo>
                  <a:pt x="1416206" y="1573930"/>
                </a:lnTo>
                <a:lnTo>
                  <a:pt x="1423645" y="1531753"/>
                </a:lnTo>
                <a:lnTo>
                  <a:pt x="1431084" y="1489577"/>
                </a:lnTo>
                <a:lnTo>
                  <a:pt x="1438523" y="1447400"/>
                </a:lnTo>
                <a:lnTo>
                  <a:pt x="1445962" y="1405214"/>
                </a:lnTo>
                <a:lnTo>
                  <a:pt x="1453401" y="1363037"/>
                </a:lnTo>
                <a:lnTo>
                  <a:pt x="1460830" y="1320860"/>
                </a:lnTo>
                <a:lnTo>
                  <a:pt x="1468269" y="1278684"/>
                </a:lnTo>
                <a:lnTo>
                  <a:pt x="1475708" y="1236507"/>
                </a:lnTo>
                <a:lnTo>
                  <a:pt x="1483147" y="1194330"/>
                </a:lnTo>
                <a:lnTo>
                  <a:pt x="1490586" y="1152144"/>
                </a:lnTo>
                <a:lnTo>
                  <a:pt x="1498025" y="1109967"/>
                </a:lnTo>
                <a:lnTo>
                  <a:pt x="1505464" y="1067791"/>
                </a:lnTo>
                <a:lnTo>
                  <a:pt x="1512903" y="1025614"/>
                </a:lnTo>
                <a:lnTo>
                  <a:pt x="1520333" y="983437"/>
                </a:lnTo>
                <a:lnTo>
                  <a:pt x="1527981" y="941299"/>
                </a:lnTo>
                <a:lnTo>
                  <a:pt x="1535982" y="899217"/>
                </a:lnTo>
                <a:lnTo>
                  <a:pt x="1544955" y="857355"/>
                </a:lnTo>
                <a:lnTo>
                  <a:pt x="1554671" y="815635"/>
                </a:lnTo>
                <a:lnTo>
                  <a:pt x="1564386" y="773925"/>
                </a:lnTo>
                <a:lnTo>
                  <a:pt x="1574102" y="732215"/>
                </a:lnTo>
                <a:lnTo>
                  <a:pt x="1583817" y="690496"/>
                </a:lnTo>
                <a:lnTo>
                  <a:pt x="1593533" y="648786"/>
                </a:lnTo>
                <a:lnTo>
                  <a:pt x="1603248" y="607076"/>
                </a:lnTo>
                <a:lnTo>
                  <a:pt x="1612964" y="565366"/>
                </a:lnTo>
                <a:lnTo>
                  <a:pt x="1622679" y="523646"/>
                </a:lnTo>
                <a:lnTo>
                  <a:pt x="1632395" y="481936"/>
                </a:lnTo>
                <a:lnTo>
                  <a:pt x="1642110" y="440226"/>
                </a:lnTo>
                <a:lnTo>
                  <a:pt x="1651825" y="398516"/>
                </a:lnTo>
                <a:lnTo>
                  <a:pt x="1661541" y="356797"/>
                </a:lnTo>
                <a:lnTo>
                  <a:pt x="1671257" y="315087"/>
                </a:lnTo>
                <a:lnTo>
                  <a:pt x="1680972" y="273377"/>
                </a:lnTo>
                <a:lnTo>
                  <a:pt x="1690688" y="231658"/>
                </a:lnTo>
                <a:lnTo>
                  <a:pt x="1700403" y="189948"/>
                </a:lnTo>
                <a:lnTo>
                  <a:pt x="1710119" y="148238"/>
                </a:lnTo>
                <a:lnTo>
                  <a:pt x="1719834" y="106528"/>
                </a:lnTo>
                <a:lnTo>
                  <a:pt x="1729550" y="64808"/>
                </a:lnTo>
                <a:lnTo>
                  <a:pt x="1733550" y="22441"/>
                </a:lnTo>
                <a:lnTo>
                  <a:pt x="1713167" y="0"/>
                </a:lnTo>
                <a:lnTo>
                  <a:pt x="1670333" y="0"/>
                </a:lnTo>
                <a:lnTo>
                  <a:pt x="1627508" y="0"/>
                </a:lnTo>
                <a:lnTo>
                  <a:pt x="1584674" y="0"/>
                </a:lnTo>
                <a:lnTo>
                  <a:pt x="1541850" y="0"/>
                </a:lnTo>
                <a:lnTo>
                  <a:pt x="1499016" y="0"/>
                </a:lnTo>
                <a:lnTo>
                  <a:pt x="1456192" y="0"/>
                </a:lnTo>
                <a:lnTo>
                  <a:pt x="1413358" y="0"/>
                </a:lnTo>
                <a:lnTo>
                  <a:pt x="1370533" y="0"/>
                </a:lnTo>
                <a:lnTo>
                  <a:pt x="1327699" y="0"/>
                </a:lnTo>
                <a:lnTo>
                  <a:pt x="1284875" y="0"/>
                </a:lnTo>
                <a:lnTo>
                  <a:pt x="1242041" y="0"/>
                </a:lnTo>
                <a:lnTo>
                  <a:pt x="1199217" y="0"/>
                </a:lnTo>
                <a:lnTo>
                  <a:pt x="1156383" y="0"/>
                </a:lnTo>
                <a:lnTo>
                  <a:pt x="1113558" y="0"/>
                </a:lnTo>
                <a:lnTo>
                  <a:pt x="1070724" y="0"/>
                </a:lnTo>
                <a:lnTo>
                  <a:pt x="1027900" y="0"/>
                </a:lnTo>
                <a:lnTo>
                  <a:pt x="985066" y="0"/>
                </a:lnTo>
                <a:lnTo>
                  <a:pt x="942242" y="0"/>
                </a:lnTo>
                <a:lnTo>
                  <a:pt x="899408" y="0"/>
                </a:lnTo>
                <a:lnTo>
                  <a:pt x="856583" y="0"/>
                </a:lnTo>
                <a:lnTo>
                  <a:pt x="813749" y="0"/>
                </a:lnTo>
                <a:lnTo>
                  <a:pt x="770925" y="0"/>
                </a:lnTo>
                <a:lnTo>
                  <a:pt x="728091" y="0"/>
                </a:lnTo>
                <a:lnTo>
                  <a:pt x="685267" y="0"/>
                </a:lnTo>
                <a:lnTo>
                  <a:pt x="642433" y="0"/>
                </a:lnTo>
                <a:lnTo>
                  <a:pt x="599608" y="0"/>
                </a:lnTo>
                <a:lnTo>
                  <a:pt x="556774" y="0"/>
                </a:lnTo>
                <a:lnTo>
                  <a:pt x="513950" y="0"/>
                </a:lnTo>
                <a:lnTo>
                  <a:pt x="471116" y="0"/>
                </a:lnTo>
                <a:lnTo>
                  <a:pt x="428292" y="0"/>
                </a:lnTo>
                <a:lnTo>
                  <a:pt x="385458" y="0"/>
                </a:lnTo>
                <a:lnTo>
                  <a:pt x="342633" y="0"/>
                </a:lnTo>
                <a:lnTo>
                  <a:pt x="299799" y="0"/>
                </a:lnTo>
                <a:lnTo>
                  <a:pt x="256975" y="0"/>
                </a:lnTo>
                <a:lnTo>
                  <a:pt x="214141" y="0"/>
                </a:lnTo>
                <a:lnTo>
                  <a:pt x="171317" y="0"/>
                </a:lnTo>
                <a:lnTo>
                  <a:pt x="128492" y="0"/>
                </a:lnTo>
                <a:lnTo>
                  <a:pt x="85658" y="0"/>
                </a:lnTo>
                <a:lnTo>
                  <a:pt x="42824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</p:sp>
      <p:sp>
        <p:nvSpPr>
          <p:cNvPr id="59" name="funnel-step-title-0">
            <a:extLst xmlns:a="http://schemas.openxmlformats.org/drawingml/2006/main">
              <a:ext uri="{FF2B5EF4-FFF2-40B4-BE49-F238E27FC236}">
                <a16:creationId xmlns:a16="http://schemas.microsoft.com/office/drawing/2014/main" id="{8FC546EE-A4E1-4D3C-A8C4-241BD2D58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23199" y="2793206"/>
            <a:ext cx="2392861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广泛触达</a:t>
            </a:r>
          </a:p>
        </p:txBody>
      </p:sp>
      <p:sp>
        <p:nvSpPr>
          <p:cNvPr id="60" name="funnel-step-title-1">
            <a:extLst xmlns:a="http://schemas.openxmlformats.org/drawingml/2006/main">
              <a:ext uri="{FF2B5EF4-FFF2-40B4-BE49-F238E27FC236}">
                <a16:creationId xmlns:a16="http://schemas.microsoft.com/office/drawing/2014/main" id="{CDAC637B-6692-44B0-A769-746F4A1A4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25018" y="3702844"/>
            <a:ext cx="1789214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兴趣识别</a:t>
            </a:r>
          </a:p>
        </p:txBody>
      </p:sp>
      <p:sp>
        <p:nvSpPr>
          <p:cNvPr id="61" name="funnel-step-title-2">
            <a:extLst xmlns:a="http://schemas.openxmlformats.org/drawingml/2006/main">
              <a:ext uri="{FF2B5EF4-FFF2-40B4-BE49-F238E27FC236}">
                <a16:creationId xmlns:a16="http://schemas.microsoft.com/office/drawing/2014/main" id="{A099041C-87D0-400F-B5C4-3436C6D77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9528" y="4612481"/>
            <a:ext cx="1240184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意向培育</a:t>
            </a:r>
          </a:p>
        </p:txBody>
      </p:sp>
      <p:sp>
        <p:nvSpPr>
          <p:cNvPr id="62" name="funnel-step-title-3">
            <a:extLst xmlns:a="http://schemas.openxmlformats.org/drawingml/2006/main">
              <a:ext uri="{FF2B5EF4-FFF2-40B4-BE49-F238E27FC236}">
                <a16:creationId xmlns:a16="http://schemas.microsoft.com/office/drawing/2014/main" id="{3FE19E70-341A-49D3-9138-8F6A20BED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00525" y="5522119"/>
            <a:ext cx="838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行动转化</a:t>
            </a:r>
          </a:p>
        </p:txBody>
      </p:sp>
    </p:spTree>
    <p:extLst>
      <p:ext uri="{BB962C8B-B14F-4D97-AF65-F5344CB8AC3E}">
        <p14:creationId xmlns:p14="http://schemas.microsoft.com/office/powerpoint/2010/main" val="20861757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2026-08-17T16:26:47.2330000Z</dcterms:created>
  <dcterms:modified xsi:type="dcterms:W3CDTF">2026-08-17T16:26:47.2330000Z</dcterms:modified>
</coreProperties>
</file>