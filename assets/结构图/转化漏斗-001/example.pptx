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f18807c1e54950" /><Relationship Type="http://schemas.openxmlformats.org/officeDocument/2006/relationships/extended-properties" Target="/docProps/app.xml" Id="Rdc242ab937254f2b" /><Relationship Type="http://schemas.openxmlformats.org/officeDocument/2006/relationships/officeDocument" Target="/ppt/presentation.xml" Id="R06ec915ce3fd4f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c1573e80fd4b3e"/>
  </p:sldMasterIdLst>
  <p:notesMasterIdLst>
    <p:notesMasterId xmlns:r="http://schemas.openxmlformats.org/officeDocument/2006/relationships" r:id="R230c7bed956e4751"/>
  </p:notesMasterIdLst>
  <p:sldIdLst>
    <p:sldId xmlns:r="http://schemas.openxmlformats.org/officeDocument/2006/relationships" id="256" r:id="R675f8259e42b4fa5"/>
    <p:sldId xmlns:r="http://schemas.openxmlformats.org/officeDocument/2006/relationships" id="257" r:id="R871fcf22113045be"/>
    <p:sldId xmlns:r="http://schemas.openxmlformats.org/officeDocument/2006/relationships" id="258" r:id="Rf1990e7c26054a69"/>
    <p:sldId xmlns:r="http://schemas.openxmlformats.org/officeDocument/2006/relationships" id="259" r:id="Rda5a0d799ffd4413"/>
    <p:sldId xmlns:r="http://schemas.openxmlformats.org/officeDocument/2006/relationships" id="260" r:id="Re072be2eefde466a"/>
    <p:sldId xmlns:r="http://schemas.openxmlformats.org/officeDocument/2006/relationships" id="261" r:id="R5a846cf2b12341db"/>
    <p:sldId xmlns:r="http://schemas.openxmlformats.org/officeDocument/2006/relationships" id="262" r:id="R22d1a4257d844226"/>
    <p:sldId xmlns:r="http://schemas.openxmlformats.org/officeDocument/2006/relationships" id="263" r:id="Ra27cfbe9de204a1e"/>
    <p:sldId xmlns:r="http://schemas.openxmlformats.org/officeDocument/2006/relationships" id="264" r:id="Rc8853f3a97e948ae"/>
    <p:sldId xmlns:r="http://schemas.openxmlformats.org/officeDocument/2006/relationships" id="265" r:id="R2279a19fc4ca489d"/>
    <p:sldId xmlns:r="http://schemas.openxmlformats.org/officeDocument/2006/relationships" id="266" r:id="R32f54b66e0f54a02"/>
    <p:sldId xmlns:r="http://schemas.openxmlformats.org/officeDocument/2006/relationships" id="267" r:id="R32df544295d948c9"/>
    <p:sldId xmlns:r="http://schemas.openxmlformats.org/officeDocument/2006/relationships" id="268" r:id="R5d3da3b9cc784f33"/>
    <p:sldId xmlns:r="http://schemas.openxmlformats.org/officeDocument/2006/relationships" id="269" r:id="R926b3e89e0124f1f"/>
    <p:sldId xmlns:r="http://schemas.openxmlformats.org/officeDocument/2006/relationships" id="270" r:id="Raba869ff6cb54c1e"/>
    <p:sldId xmlns:r="http://schemas.openxmlformats.org/officeDocument/2006/relationships" id="271" r:id="Rf7c4a2fdf0be45f7"/>
    <p:sldId xmlns:r="http://schemas.openxmlformats.org/officeDocument/2006/relationships" id="272" r:id="R0a0a5ace59404779"/>
    <p:sldId xmlns:r="http://schemas.openxmlformats.org/officeDocument/2006/relationships" id="273" r:id="R71d594f011534198"/>
    <p:sldId xmlns:r="http://schemas.openxmlformats.org/officeDocument/2006/relationships" id="274" r:id="Re6b8354953554725"/>
    <p:sldId xmlns:r="http://schemas.openxmlformats.org/officeDocument/2006/relationships" id="275" r:id="Rb2765e71c172485c"/>
    <p:sldId xmlns:r="http://schemas.openxmlformats.org/officeDocument/2006/relationships" id="276" r:id="Re02a51276f5745b3"/>
    <p:sldId xmlns:r="http://schemas.openxmlformats.org/officeDocument/2006/relationships" id="277" r:id="R4b3d217398d74b2d"/>
    <p:sldId xmlns:r="http://schemas.openxmlformats.org/officeDocument/2006/relationships" id="278" r:id="R70ba7a78657a49ff"/>
    <p:sldId xmlns:r="http://schemas.openxmlformats.org/officeDocument/2006/relationships" id="279" r:id="Rbe688d181a2a497c"/>
    <p:sldId xmlns:r="http://schemas.openxmlformats.org/officeDocument/2006/relationships" id="280" r:id="R8571a34b0aff423b"/>
    <p:sldId xmlns:r="http://schemas.openxmlformats.org/officeDocument/2006/relationships" id="281" r:id="R34884ee2e20843f1"/>
    <p:sldId xmlns:r="http://schemas.openxmlformats.org/officeDocument/2006/relationships" id="282" r:id="R7ea4a17ef0b14163"/>
    <p:sldId xmlns:r="http://schemas.openxmlformats.org/officeDocument/2006/relationships" id="283" r:id="R98c43d3dd776416d"/>
    <p:sldId xmlns:r="http://schemas.openxmlformats.org/officeDocument/2006/relationships" id="284" r:id="R3055b5dbf441498a"/>
    <p:sldId xmlns:r="http://schemas.openxmlformats.org/officeDocument/2006/relationships" id="285" r:id="Rd7841f0663924313"/>
    <p:sldId xmlns:r="http://schemas.openxmlformats.org/officeDocument/2006/relationships" id="286" r:id="Rfa712304cb74433e"/>
    <p:sldId xmlns:r="http://schemas.openxmlformats.org/officeDocument/2006/relationships" id="287" r:id="R6a7c17728b1247eb"/>
    <p:sldId xmlns:r="http://schemas.openxmlformats.org/officeDocument/2006/relationships" id="288" r:id="R6f16a758b12e467a"/>
    <p:sldId xmlns:r="http://schemas.openxmlformats.org/officeDocument/2006/relationships" id="289" r:id="R545dd632fd46437a"/>
    <p:sldId xmlns:r="http://schemas.openxmlformats.org/officeDocument/2006/relationships" id="290" r:id="Re09998f4ce164208"/>
    <p:sldId xmlns:r="http://schemas.openxmlformats.org/officeDocument/2006/relationships" id="291" r:id="Ree2a769ed4df4e40"/>
    <p:sldId xmlns:r="http://schemas.openxmlformats.org/officeDocument/2006/relationships" id="292" r:id="R05395c715021485a"/>
    <p:sldId xmlns:r="http://schemas.openxmlformats.org/officeDocument/2006/relationships" id="293" r:id="Rb4e1ad3735064953"/>
    <p:sldId xmlns:r="http://schemas.openxmlformats.org/officeDocument/2006/relationships" id="294" r:id="Ra562ed8f388f45e1"/>
    <p:sldId xmlns:r="http://schemas.openxmlformats.org/officeDocument/2006/relationships" id="295" r:id="R6e65dd60959c4caf"/>
    <p:sldId xmlns:r="http://schemas.openxmlformats.org/officeDocument/2006/relationships" id="296" r:id="R3c7e7d0678f6484e"/>
    <p:sldId xmlns:r="http://schemas.openxmlformats.org/officeDocument/2006/relationships" id="297" r:id="R73ec96dd26814e81"/>
    <p:sldId xmlns:r="http://schemas.openxmlformats.org/officeDocument/2006/relationships" id="298" r:id="R0057e46a0eb84ca3"/>
    <p:sldId xmlns:r="http://schemas.openxmlformats.org/officeDocument/2006/relationships" id="299" r:id="R7b21b8f40cc7459f"/>
    <p:sldId xmlns:r="http://schemas.openxmlformats.org/officeDocument/2006/relationships" id="300" r:id="R313f5aeb28844027"/>
    <p:sldId xmlns:r="http://schemas.openxmlformats.org/officeDocument/2006/relationships" id="301" r:id="Rd30b49360d644bda"/>
    <p:sldId xmlns:r="http://schemas.openxmlformats.org/officeDocument/2006/relationships" id="302" r:id="R73ff7691fd6e41ca"/>
    <p:sldId xmlns:r="http://schemas.openxmlformats.org/officeDocument/2006/relationships" id="303" r:id="Re899fe80df734015"/>
    <p:sldId xmlns:r="http://schemas.openxmlformats.org/officeDocument/2006/relationships" id="304" r:id="R2753348fa8dc42d8"/>
    <p:sldId xmlns:r="http://schemas.openxmlformats.org/officeDocument/2006/relationships" id="305" r:id="Racbe978077f04654"/>
    <p:sldId xmlns:r="http://schemas.openxmlformats.org/officeDocument/2006/relationships" id="306" r:id="Rfc4a35721f014512"/>
    <p:sldId xmlns:r="http://schemas.openxmlformats.org/officeDocument/2006/relationships" id="307" r:id="R1e20fe64dc684a38"/>
    <p:sldId xmlns:r="http://schemas.openxmlformats.org/officeDocument/2006/relationships" id="308" r:id="R99bd16e69b51432e"/>
    <p:sldId xmlns:r="http://schemas.openxmlformats.org/officeDocument/2006/relationships" id="309" r:id="R6fa0b520a5d24ad2"/>
    <p:sldId xmlns:r="http://schemas.openxmlformats.org/officeDocument/2006/relationships" id="310" r:id="Rb06dcbaf55a34a29"/>
    <p:sldId xmlns:r="http://schemas.openxmlformats.org/officeDocument/2006/relationships" id="311" r:id="R9d8e8c07bc3648aa"/>
    <p:sldId xmlns:r="http://schemas.openxmlformats.org/officeDocument/2006/relationships" id="312" r:id="R484cf0460a174d8b"/>
    <p:sldId xmlns:r="http://schemas.openxmlformats.org/officeDocument/2006/relationships" id="313" r:id="R436b52fb2c844710"/>
    <p:sldId xmlns:r="http://schemas.openxmlformats.org/officeDocument/2006/relationships" id="314" r:id="Rfbb1abe03b304990"/>
    <p:sldId xmlns:r="http://schemas.openxmlformats.org/officeDocument/2006/relationships" id="315" r:id="R60deb9b746cd4953"/>
    <p:sldId xmlns:r="http://schemas.openxmlformats.org/officeDocument/2006/relationships" id="316" r:id="Rc152b83a365b4fbb"/>
    <p:sldId xmlns:r="http://schemas.openxmlformats.org/officeDocument/2006/relationships" id="317" r:id="Re99409bac1b34725"/>
    <p:sldId xmlns:r="http://schemas.openxmlformats.org/officeDocument/2006/relationships" id="318" r:id="R1e219591fe154cdc"/>
    <p:sldId xmlns:r="http://schemas.openxmlformats.org/officeDocument/2006/relationships" id="319" r:id="R312fd58a7c5a46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474d5682284ccc" /><Relationship Type="http://schemas.openxmlformats.org/officeDocument/2006/relationships/slideMaster" Target="/ppt/slideMasters/slideMaster1.xml" Id="R8cc1573e80fd4b3e" /><Relationship Type="http://schemas.openxmlformats.org/officeDocument/2006/relationships/notesMaster" Target="/ppt/notesMasters/notesMaster1.xml" Id="R230c7bed956e4751" /><Relationship Type="http://schemas.openxmlformats.org/officeDocument/2006/relationships/presProps" Target="/ppt/presProps.xml" Id="R63b5fb5c282449a6" /><Relationship Type="http://schemas.openxmlformats.org/officeDocument/2006/relationships/tableStyles" Target="/ppt/tableStyles.xml" Id="R7060de3764b342ac" /><Relationship Type="http://schemas.openxmlformats.org/officeDocument/2006/relationships/slide" Target="/ppt/slides/slide1.xml" Id="R675f8259e42b4fa5" /><Relationship Type="http://schemas.openxmlformats.org/officeDocument/2006/relationships/slide" Target="/ppt/slides/slide2.xml" Id="R871fcf22113045be" /><Relationship Type="http://schemas.openxmlformats.org/officeDocument/2006/relationships/slide" Target="/ppt/slides/slide3.xml" Id="Rf1990e7c26054a69" /><Relationship Type="http://schemas.openxmlformats.org/officeDocument/2006/relationships/slide" Target="/ppt/slides/slide4.xml" Id="Rda5a0d799ffd4413" /><Relationship Type="http://schemas.openxmlformats.org/officeDocument/2006/relationships/slide" Target="/ppt/slides/slide5.xml" Id="Re072be2eefde466a" /><Relationship Type="http://schemas.openxmlformats.org/officeDocument/2006/relationships/slide" Target="/ppt/slides/slide6.xml" Id="R5a846cf2b12341db" /><Relationship Type="http://schemas.openxmlformats.org/officeDocument/2006/relationships/slide" Target="/ppt/slides/slide7.xml" Id="R22d1a4257d844226" /><Relationship Type="http://schemas.openxmlformats.org/officeDocument/2006/relationships/slide" Target="/ppt/slides/slide8.xml" Id="Ra27cfbe9de204a1e" /><Relationship Type="http://schemas.openxmlformats.org/officeDocument/2006/relationships/slide" Target="/ppt/slides/slide9.xml" Id="Rc8853f3a97e948ae" /><Relationship Type="http://schemas.openxmlformats.org/officeDocument/2006/relationships/slide" Target="/ppt/slides/slide10.xml" Id="R2279a19fc4ca489d" /><Relationship Type="http://schemas.openxmlformats.org/officeDocument/2006/relationships/slide" Target="/ppt/slides/slide11.xml" Id="R32f54b66e0f54a02" /><Relationship Type="http://schemas.openxmlformats.org/officeDocument/2006/relationships/slide" Target="/ppt/slides/slide12.xml" Id="R32df544295d948c9" /><Relationship Type="http://schemas.openxmlformats.org/officeDocument/2006/relationships/slide" Target="/ppt/slides/slide13.xml" Id="R5d3da3b9cc784f33" /><Relationship Type="http://schemas.openxmlformats.org/officeDocument/2006/relationships/slide" Target="/ppt/slides/slide14.xml" Id="R926b3e89e0124f1f" /><Relationship Type="http://schemas.openxmlformats.org/officeDocument/2006/relationships/slide" Target="/ppt/slides/slide15.xml" Id="Raba869ff6cb54c1e" /><Relationship Type="http://schemas.openxmlformats.org/officeDocument/2006/relationships/slide" Target="/ppt/slides/slide16.xml" Id="Rf7c4a2fdf0be45f7" /><Relationship Type="http://schemas.openxmlformats.org/officeDocument/2006/relationships/slide" Target="/ppt/slides/slide17.xml" Id="R0a0a5ace59404779" /><Relationship Type="http://schemas.openxmlformats.org/officeDocument/2006/relationships/slide" Target="/ppt/slides/slide18.xml" Id="R71d594f011534198" /><Relationship Type="http://schemas.openxmlformats.org/officeDocument/2006/relationships/slide" Target="/ppt/slides/slide19.xml" Id="Re6b8354953554725" /><Relationship Type="http://schemas.openxmlformats.org/officeDocument/2006/relationships/slide" Target="/ppt/slides/slide20.xml" Id="Rb2765e71c172485c" /><Relationship Type="http://schemas.openxmlformats.org/officeDocument/2006/relationships/slide" Target="/ppt/slides/slide21.xml" Id="Re02a51276f5745b3" /><Relationship Type="http://schemas.openxmlformats.org/officeDocument/2006/relationships/slide" Target="/ppt/slides/slide22.xml" Id="R4b3d217398d74b2d" /><Relationship Type="http://schemas.openxmlformats.org/officeDocument/2006/relationships/slide" Target="/ppt/slides/slide23.xml" Id="R70ba7a78657a49ff" /><Relationship Type="http://schemas.openxmlformats.org/officeDocument/2006/relationships/slide" Target="/ppt/slides/slide24.xml" Id="Rbe688d181a2a497c" /><Relationship Type="http://schemas.openxmlformats.org/officeDocument/2006/relationships/slide" Target="/ppt/slides/slide25.xml" Id="R8571a34b0aff423b" /><Relationship Type="http://schemas.openxmlformats.org/officeDocument/2006/relationships/slide" Target="/ppt/slides/slide26.xml" Id="R34884ee2e20843f1" /><Relationship Type="http://schemas.openxmlformats.org/officeDocument/2006/relationships/slide" Target="/ppt/slides/slide27.xml" Id="R7ea4a17ef0b14163" /><Relationship Type="http://schemas.openxmlformats.org/officeDocument/2006/relationships/slide" Target="/ppt/slides/slide28.xml" Id="R98c43d3dd776416d" /><Relationship Type="http://schemas.openxmlformats.org/officeDocument/2006/relationships/slide" Target="/ppt/slides/slide29.xml" Id="R3055b5dbf441498a" /><Relationship Type="http://schemas.openxmlformats.org/officeDocument/2006/relationships/slide" Target="/ppt/slides/slide30.xml" Id="Rd7841f0663924313" /><Relationship Type="http://schemas.openxmlformats.org/officeDocument/2006/relationships/slide" Target="/ppt/slides/slide31.xml" Id="Rfa712304cb74433e" /><Relationship Type="http://schemas.openxmlformats.org/officeDocument/2006/relationships/slide" Target="/ppt/slides/slide32.xml" Id="R6a7c17728b1247eb" /><Relationship Type="http://schemas.openxmlformats.org/officeDocument/2006/relationships/slide" Target="/ppt/slides/slide33.xml" Id="R6f16a758b12e467a" /><Relationship Type="http://schemas.openxmlformats.org/officeDocument/2006/relationships/slide" Target="/ppt/slides/slide34.xml" Id="R545dd632fd46437a" /><Relationship Type="http://schemas.openxmlformats.org/officeDocument/2006/relationships/slide" Target="/ppt/slides/slide35.xml" Id="Re09998f4ce164208" /><Relationship Type="http://schemas.openxmlformats.org/officeDocument/2006/relationships/slide" Target="/ppt/slides/slide36.xml" Id="Ree2a769ed4df4e40" /><Relationship Type="http://schemas.openxmlformats.org/officeDocument/2006/relationships/slide" Target="/ppt/slides/slide37.xml" Id="R05395c715021485a" /><Relationship Type="http://schemas.openxmlformats.org/officeDocument/2006/relationships/slide" Target="/ppt/slides/slide38.xml" Id="Rb4e1ad3735064953" /><Relationship Type="http://schemas.openxmlformats.org/officeDocument/2006/relationships/slide" Target="/ppt/slides/slide39.xml" Id="Ra562ed8f388f45e1" /><Relationship Type="http://schemas.openxmlformats.org/officeDocument/2006/relationships/slide" Target="/ppt/slides/slide40.xml" Id="R6e65dd60959c4caf" /><Relationship Type="http://schemas.openxmlformats.org/officeDocument/2006/relationships/slide" Target="/ppt/slides/slide41.xml" Id="R3c7e7d0678f6484e" /><Relationship Type="http://schemas.openxmlformats.org/officeDocument/2006/relationships/slide" Target="/ppt/slides/slide42.xml" Id="R73ec96dd26814e81" /><Relationship Type="http://schemas.openxmlformats.org/officeDocument/2006/relationships/slide" Target="/ppt/slides/slide43.xml" Id="R0057e46a0eb84ca3" /><Relationship Type="http://schemas.openxmlformats.org/officeDocument/2006/relationships/slide" Target="/ppt/slides/slide44.xml" Id="R7b21b8f40cc7459f" /><Relationship Type="http://schemas.openxmlformats.org/officeDocument/2006/relationships/slide" Target="/ppt/slides/slide45.xml" Id="R313f5aeb28844027" /><Relationship Type="http://schemas.openxmlformats.org/officeDocument/2006/relationships/slide" Target="/ppt/slides/slide46.xml" Id="Rd30b49360d644bda" /><Relationship Type="http://schemas.openxmlformats.org/officeDocument/2006/relationships/slide" Target="/ppt/slides/slide47.xml" Id="R73ff7691fd6e41ca" /><Relationship Type="http://schemas.openxmlformats.org/officeDocument/2006/relationships/slide" Target="/ppt/slides/slide48.xml" Id="Re899fe80df734015" /><Relationship Type="http://schemas.openxmlformats.org/officeDocument/2006/relationships/slide" Target="/ppt/slides/slide49.xml" Id="R2753348fa8dc42d8" /><Relationship Type="http://schemas.openxmlformats.org/officeDocument/2006/relationships/slide" Target="/ppt/slides/slide50.xml" Id="Racbe978077f04654" /><Relationship Type="http://schemas.openxmlformats.org/officeDocument/2006/relationships/slide" Target="/ppt/slides/slide51.xml" Id="Rfc4a35721f014512" /><Relationship Type="http://schemas.openxmlformats.org/officeDocument/2006/relationships/slide" Target="/ppt/slides/slide52.xml" Id="R1e20fe64dc684a38" /><Relationship Type="http://schemas.openxmlformats.org/officeDocument/2006/relationships/slide" Target="/ppt/slides/slide53.xml" Id="R99bd16e69b51432e" /><Relationship Type="http://schemas.openxmlformats.org/officeDocument/2006/relationships/slide" Target="/ppt/slides/slide54.xml" Id="R6fa0b520a5d24ad2" /><Relationship Type="http://schemas.openxmlformats.org/officeDocument/2006/relationships/slide" Target="/ppt/slides/slide55.xml" Id="Rb06dcbaf55a34a29" /><Relationship Type="http://schemas.openxmlformats.org/officeDocument/2006/relationships/slide" Target="/ppt/slides/slide56.xml" Id="R9d8e8c07bc3648aa" /><Relationship Type="http://schemas.openxmlformats.org/officeDocument/2006/relationships/slide" Target="/ppt/slides/slide57.xml" Id="R484cf0460a174d8b" /><Relationship Type="http://schemas.openxmlformats.org/officeDocument/2006/relationships/slide" Target="/ppt/slides/slide58.xml" Id="R436b52fb2c844710" /><Relationship Type="http://schemas.openxmlformats.org/officeDocument/2006/relationships/slide" Target="/ppt/slides/slide59.xml" Id="Rfbb1abe03b304990" /><Relationship Type="http://schemas.openxmlformats.org/officeDocument/2006/relationships/slide" Target="/ppt/slides/slide60.xml" Id="R60deb9b746cd4953" /><Relationship Type="http://schemas.openxmlformats.org/officeDocument/2006/relationships/slide" Target="/ppt/slides/slide61.xml" Id="Rc152b83a365b4fbb" /><Relationship Type="http://schemas.openxmlformats.org/officeDocument/2006/relationships/slide" Target="/ppt/slides/slide62.xml" Id="Re99409bac1b34725" /><Relationship Type="http://schemas.openxmlformats.org/officeDocument/2006/relationships/slide" Target="/ppt/slides/slide63.xml" Id="R1e219591fe154cdc" /><Relationship Type="http://schemas.openxmlformats.org/officeDocument/2006/relationships/slide" Target="/ppt/slides/slide64.xml" Id="R312fd58a7c5a46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312796c3ec44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7625" dir="5400000">
              <a:srgbClr val="2F5EA8">
                <a:alpha val="20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aa3dab58704056" /><Relationship Type="http://schemas.openxmlformats.org/officeDocument/2006/relationships/notesMaster" Target="/ppt/notesMasters/notesMaster1.xml" Id="Rc3727cf200584a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378e315b094337" /><Relationship Type="http://schemas.openxmlformats.org/officeDocument/2006/relationships/notesMaster" Target="/ppt/notesMasters/notesMaster1.xml" Id="R10e1a93f6f8a4f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c913b2dc3847a8" /><Relationship Type="http://schemas.openxmlformats.org/officeDocument/2006/relationships/notesMaster" Target="/ppt/notesMasters/notesMaster1.xml" Id="Rf944d10fcf6b42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812fbc397246c3" /><Relationship Type="http://schemas.openxmlformats.org/officeDocument/2006/relationships/notesMaster" Target="/ppt/notesMasters/notesMaster1.xml" Id="Rbe0a6a5d692144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73b8cf3ccb428c" /><Relationship Type="http://schemas.openxmlformats.org/officeDocument/2006/relationships/notesMaster" Target="/ppt/notesMasters/notesMaster1.xml" Id="Rf58d4ec9af874b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4e192d8ed24510" /><Relationship Type="http://schemas.openxmlformats.org/officeDocument/2006/relationships/notesMaster" Target="/ppt/notesMasters/notesMaster1.xml" Id="Reb23c5523f884f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ed2a409c684763" /><Relationship Type="http://schemas.openxmlformats.org/officeDocument/2006/relationships/notesMaster" Target="/ppt/notesMasters/notesMaster1.xml" Id="R63eec624626044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d5313c0a244f59" /><Relationship Type="http://schemas.openxmlformats.org/officeDocument/2006/relationships/notesMaster" Target="/ppt/notesMasters/notesMaster1.xml" Id="Rcdd9cc66907344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a8210eb48f4974" /><Relationship Type="http://schemas.openxmlformats.org/officeDocument/2006/relationships/notesMaster" Target="/ppt/notesMasters/notesMaster1.xml" Id="R730f7b471ee44f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e1d925d93e419f" /><Relationship Type="http://schemas.openxmlformats.org/officeDocument/2006/relationships/notesMaster" Target="/ppt/notesMasters/notesMaster1.xml" Id="R2b679e66107f40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06c7f8a70a46fa" /><Relationship Type="http://schemas.openxmlformats.org/officeDocument/2006/relationships/notesMaster" Target="/ppt/notesMasters/notesMaster1.xml" Id="Re01889015bd34d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4b19acfc3049e2" /><Relationship Type="http://schemas.openxmlformats.org/officeDocument/2006/relationships/notesMaster" Target="/ppt/notesMasters/notesMaster1.xml" Id="R68831064cce441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5a9620ccf214e13" /><Relationship Type="http://schemas.openxmlformats.org/officeDocument/2006/relationships/notesMaster" Target="/ppt/notesMasters/notesMaster1.xml" Id="R997000fb7b2a4a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0fefc1a42d4fec" /><Relationship Type="http://schemas.openxmlformats.org/officeDocument/2006/relationships/notesMaster" Target="/ppt/notesMasters/notesMaster1.xml" Id="R38ba332fa07946a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1d09a89c4447b3" /><Relationship Type="http://schemas.openxmlformats.org/officeDocument/2006/relationships/notesMaster" Target="/ppt/notesMasters/notesMaster1.xml" Id="R7404b3abef024b7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a39d6ad0f144550" /><Relationship Type="http://schemas.openxmlformats.org/officeDocument/2006/relationships/notesMaster" Target="/ppt/notesMasters/notesMaster1.xml" Id="R1803ba5c5d5d43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fd74897b7724573" /><Relationship Type="http://schemas.openxmlformats.org/officeDocument/2006/relationships/notesMaster" Target="/ppt/notesMasters/notesMaster1.xml" Id="R0122bcd0164a4cd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68c71ba271b4220" /><Relationship Type="http://schemas.openxmlformats.org/officeDocument/2006/relationships/notesMaster" Target="/ppt/notesMasters/notesMaster1.xml" Id="R8a86100f1a23435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46792b8bb244e6" /><Relationship Type="http://schemas.openxmlformats.org/officeDocument/2006/relationships/notesMaster" Target="/ppt/notesMasters/notesMaster1.xml" Id="R3a243d8a0644414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6e42e4f174b402e" /><Relationship Type="http://schemas.openxmlformats.org/officeDocument/2006/relationships/notesMaster" Target="/ppt/notesMasters/notesMaster1.xml" Id="R161b9f17843543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2cf0f3e268f4fb4" /><Relationship Type="http://schemas.openxmlformats.org/officeDocument/2006/relationships/notesMaster" Target="/ppt/notesMasters/notesMaster1.xml" Id="R5f7ff984fa58429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90c48c873fd4b18" /><Relationship Type="http://schemas.openxmlformats.org/officeDocument/2006/relationships/notesMaster" Target="/ppt/notesMasters/notesMaster1.xml" Id="Rabc9728532e24ba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d58024970324629" /><Relationship Type="http://schemas.openxmlformats.org/officeDocument/2006/relationships/notesMaster" Target="/ppt/notesMasters/notesMaster1.xml" Id="R2f6cf288ad1b4ea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aa8ea9ce87c4210" /><Relationship Type="http://schemas.openxmlformats.org/officeDocument/2006/relationships/notesMaster" Target="/ppt/notesMasters/notesMaster1.xml" Id="R8d22eb2b9e0144f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777078f8ec14916" /><Relationship Type="http://schemas.openxmlformats.org/officeDocument/2006/relationships/notesMaster" Target="/ppt/notesMasters/notesMaster1.xml" Id="Rf053a00f73c6481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4cbaab8fb0c4ef8" /><Relationship Type="http://schemas.openxmlformats.org/officeDocument/2006/relationships/notesMaster" Target="/ppt/notesMasters/notesMaster1.xml" Id="Rbab9a9f17a034e0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7fd9f7a18a34c60" /><Relationship Type="http://schemas.openxmlformats.org/officeDocument/2006/relationships/notesMaster" Target="/ppt/notesMasters/notesMaster1.xml" Id="R97a6b57b68f1436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b68a2bf7162489a" /><Relationship Type="http://schemas.openxmlformats.org/officeDocument/2006/relationships/notesMaster" Target="/ppt/notesMasters/notesMaster1.xml" Id="R0dfe05f8348a435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9390781fba94d96" /><Relationship Type="http://schemas.openxmlformats.org/officeDocument/2006/relationships/notesMaster" Target="/ppt/notesMasters/notesMaster1.xml" Id="Ra6b36a7f3d6e496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90201d744c8445b" /><Relationship Type="http://schemas.openxmlformats.org/officeDocument/2006/relationships/notesMaster" Target="/ppt/notesMasters/notesMaster1.xml" Id="Rdb63fdea89d7419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105c7eae5874f13" /><Relationship Type="http://schemas.openxmlformats.org/officeDocument/2006/relationships/notesMaster" Target="/ppt/notesMasters/notesMaster1.xml" Id="R1cac306de0a1410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38309df56f44dc3" /><Relationship Type="http://schemas.openxmlformats.org/officeDocument/2006/relationships/notesMaster" Target="/ppt/notesMasters/notesMaster1.xml" Id="R3e4b6079f6b9452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abd9ed39be34bdd" /><Relationship Type="http://schemas.openxmlformats.org/officeDocument/2006/relationships/notesMaster" Target="/ppt/notesMasters/notesMaster1.xml" Id="Rdeb2dbe366654e6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a5d0d93eae1470f" /><Relationship Type="http://schemas.openxmlformats.org/officeDocument/2006/relationships/notesMaster" Target="/ppt/notesMasters/notesMaster1.xml" Id="Rce3593cb765c490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e911705d1f44952" /><Relationship Type="http://schemas.openxmlformats.org/officeDocument/2006/relationships/notesMaster" Target="/ppt/notesMasters/notesMaster1.xml" Id="R7a604a1184e64bf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38d65ca04364b6b" /><Relationship Type="http://schemas.openxmlformats.org/officeDocument/2006/relationships/notesMaster" Target="/ppt/notesMasters/notesMaster1.xml" Id="Rb121dda883ac4ce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81f6ffe8f854cfb" /><Relationship Type="http://schemas.openxmlformats.org/officeDocument/2006/relationships/notesMaster" Target="/ppt/notesMasters/notesMaster1.xml" Id="Re9a3da6c70744de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4a2b397c0a74bd3" /><Relationship Type="http://schemas.openxmlformats.org/officeDocument/2006/relationships/notesMaster" Target="/ppt/notesMasters/notesMaster1.xml" Id="R0fe9320e3e21455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320267612964e68" /><Relationship Type="http://schemas.openxmlformats.org/officeDocument/2006/relationships/notesMaster" Target="/ppt/notesMasters/notesMaster1.xml" Id="R134195665703472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9c6efcc6a5347b8" /><Relationship Type="http://schemas.openxmlformats.org/officeDocument/2006/relationships/notesMaster" Target="/ppt/notesMasters/notesMaster1.xml" Id="R1b40481c8082490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b64fb7c2e964d53" /><Relationship Type="http://schemas.openxmlformats.org/officeDocument/2006/relationships/notesMaster" Target="/ppt/notesMasters/notesMaster1.xml" Id="Rc4fa32eebc4943b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6978235a9d847a3" /><Relationship Type="http://schemas.openxmlformats.org/officeDocument/2006/relationships/notesMaster" Target="/ppt/notesMasters/notesMaster1.xml" Id="Ree41daf3353a410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fa189e7cd5a4739" /><Relationship Type="http://schemas.openxmlformats.org/officeDocument/2006/relationships/notesMaster" Target="/ppt/notesMasters/notesMaster1.xml" Id="R9fe8275855e24ea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4d66ebf217a4277" /><Relationship Type="http://schemas.openxmlformats.org/officeDocument/2006/relationships/notesMaster" Target="/ppt/notesMasters/notesMaster1.xml" Id="R504a50c9a7774008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6a148e1e60543c0" /><Relationship Type="http://schemas.openxmlformats.org/officeDocument/2006/relationships/notesMaster" Target="/ppt/notesMasters/notesMaster1.xml" Id="Rd81b203580dd46b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64af01b92ee4746" /><Relationship Type="http://schemas.openxmlformats.org/officeDocument/2006/relationships/notesMaster" Target="/ppt/notesMasters/notesMaster1.xml" Id="R54f00ce11e7a45c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d24184590cb4fa7" /><Relationship Type="http://schemas.openxmlformats.org/officeDocument/2006/relationships/notesMaster" Target="/ppt/notesMasters/notesMaster1.xml" Id="R3ab7be9966ef475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a4d42b421c1422f" /><Relationship Type="http://schemas.openxmlformats.org/officeDocument/2006/relationships/notesMaster" Target="/ppt/notesMasters/notesMaster1.xml" Id="R2bf7c610d3fe40d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bb47b7c9b2e484d" /><Relationship Type="http://schemas.openxmlformats.org/officeDocument/2006/relationships/notesMaster" Target="/ppt/notesMasters/notesMaster1.xml" Id="Re01ff1b166434f1a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5388412702440d2" /><Relationship Type="http://schemas.openxmlformats.org/officeDocument/2006/relationships/notesMaster" Target="/ppt/notesMasters/notesMaster1.xml" Id="R22914f32ed92421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d0d15b58cdf547f0" /><Relationship Type="http://schemas.openxmlformats.org/officeDocument/2006/relationships/notesMaster" Target="/ppt/notesMasters/notesMaster1.xml" Id="R7fd276efbba046d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b30e45475144dea" /><Relationship Type="http://schemas.openxmlformats.org/officeDocument/2006/relationships/notesMaster" Target="/ppt/notesMasters/notesMaster1.xml" Id="Rf34a645367db438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9bc616f88634c21" /><Relationship Type="http://schemas.openxmlformats.org/officeDocument/2006/relationships/notesMaster" Target="/ppt/notesMasters/notesMaster1.xml" Id="Rf5f0f7d14f2e48e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395e227bd5545f1" /><Relationship Type="http://schemas.openxmlformats.org/officeDocument/2006/relationships/notesMaster" Target="/ppt/notesMasters/notesMaster1.xml" Id="R0ab8fddb1d064b81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8e11d2cd673e40cd" /><Relationship Type="http://schemas.openxmlformats.org/officeDocument/2006/relationships/notesMaster" Target="/ppt/notesMasters/notesMaster1.xml" Id="R62f4e041856d47c5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17b4e6c44634421" /><Relationship Type="http://schemas.openxmlformats.org/officeDocument/2006/relationships/notesMaster" Target="/ppt/notesMasters/notesMaster1.xml" Id="R2e28962704c44fcc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e64f1c125e4a42ac" /><Relationship Type="http://schemas.openxmlformats.org/officeDocument/2006/relationships/notesMaster" Target="/ppt/notesMasters/notesMaster1.xml" Id="R0887a25450cb45f0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605d2dc8d1f485a" /><Relationship Type="http://schemas.openxmlformats.org/officeDocument/2006/relationships/notesMaster" Target="/ppt/notesMasters/notesMaster1.xml" Id="R0582bbd2c6104ed6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4005e6e00b54eb6" /><Relationship Type="http://schemas.openxmlformats.org/officeDocument/2006/relationships/notesMaster" Target="/ppt/notesMasters/notesMaster1.xml" Id="Rbe4c3ada508f4e18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6bda7c93e6c6482c" /><Relationship Type="http://schemas.openxmlformats.org/officeDocument/2006/relationships/notesMaster" Target="/ppt/notesMasters/notesMaster1.xml" Id="R793af9e67b44425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3147e5ed92c7481c" /><Relationship Type="http://schemas.openxmlformats.org/officeDocument/2006/relationships/notesMaster" Target="/ppt/notesMasters/notesMaster1.xml" Id="R038bc2ebe5a04a08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b158c7ff4c8e4a4c" /><Relationship Type="http://schemas.openxmlformats.org/officeDocument/2006/relationships/notesMaster" Target="/ppt/notesMasters/notesMaster1.xml" Id="R72fcb038afd64069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7c8bbb685a4f44a1" /><Relationship Type="http://schemas.openxmlformats.org/officeDocument/2006/relationships/notesMaster" Target="/ppt/notesMasters/notesMaster1.xml" Id="R64643ca7a83d4a54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bd3d1f3d46a4218" /><Relationship Type="http://schemas.openxmlformats.org/officeDocument/2006/relationships/notesMaster" Target="/ppt/notesMasters/notesMaster1.xml" Id="R7b181ab92b5a48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5160be2834c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8ce3103db34a37" /><Relationship Type="http://schemas.openxmlformats.org/officeDocument/2006/relationships/slideLayout" Target="/ppt/slideLayouts/slideLayout1.xml" Id="R3deb8ce881eb42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eb8ce881eb42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7625" dir="5400000">
              <a:srgbClr val="2F5EA8">
                <a:alpha val="20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6d48e57dd4068" /><Relationship Type="http://schemas.openxmlformats.org/officeDocument/2006/relationships/notesSlide" Target="/ppt/notesSlides/notesSlide1.xml" Id="R8ce4016e0a484e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851f70021400b" /><Relationship Type="http://schemas.openxmlformats.org/officeDocument/2006/relationships/image" Target="/ppt/media/image.png" Id="R4d6a64943c9c4ffc" /><Relationship Type="http://schemas.openxmlformats.org/officeDocument/2006/relationships/image" Target="/ppt/media/image.svg" Id="R27e6dcd7f1e94143" /><Relationship Type="http://schemas.openxmlformats.org/officeDocument/2006/relationships/image" Target="/ppt/media/image2.png" Id="R1029d9f3a2f34d57" /><Relationship Type="http://schemas.openxmlformats.org/officeDocument/2006/relationships/image" Target="/ppt/media/image2.svg" Id="R1937f8e9e9754366" /><Relationship Type="http://schemas.openxmlformats.org/officeDocument/2006/relationships/image" Target="/ppt/media/image3.png" Id="R2872c3759d71403a" /><Relationship Type="http://schemas.openxmlformats.org/officeDocument/2006/relationships/image" Target="/ppt/media/image3.svg" Id="R144deef1897649bc" /><Relationship Type="http://schemas.openxmlformats.org/officeDocument/2006/relationships/image" Target="/ppt/media/image4.png" Id="R5ec9a6d661ca454b" /><Relationship Type="http://schemas.openxmlformats.org/officeDocument/2006/relationships/image" Target="/ppt/media/image4.svg" Id="Rf52dd0be51c34ac3" /><Relationship Type="http://schemas.openxmlformats.org/officeDocument/2006/relationships/image" Target="/ppt/media/image5.png" Id="Rfa671883c5264c6d" /><Relationship Type="http://schemas.openxmlformats.org/officeDocument/2006/relationships/image" Target="/ppt/media/image5.svg" Id="R8f6a80ebd7154e6a" /><Relationship Type="http://schemas.openxmlformats.org/officeDocument/2006/relationships/image" Target="/ppt/media/image6.png" Id="Rfbd36902dd774cae" /><Relationship Type="http://schemas.openxmlformats.org/officeDocument/2006/relationships/image" Target="/ppt/media/image6.svg" Id="R6a3fe2572bb848aa" /><Relationship Type="http://schemas.openxmlformats.org/officeDocument/2006/relationships/image" Target="/ppt/media/image7.png" Id="R3257e114e7044c50" /><Relationship Type="http://schemas.openxmlformats.org/officeDocument/2006/relationships/image" Target="/ppt/media/image7.svg" Id="Re85ec43efa7a4f8d" /><Relationship Type="http://schemas.openxmlformats.org/officeDocument/2006/relationships/notesSlide" Target="/ppt/notesSlides/notesSlide2.xml" Id="Rda1bbb12e5d248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5c3a0750144e7" /><Relationship Type="http://schemas.openxmlformats.org/officeDocument/2006/relationships/image" Target="/ppt/media/image8.png" Id="R4a725427e89a4820" /><Relationship Type="http://schemas.openxmlformats.org/officeDocument/2006/relationships/image" Target="/ppt/media/image8.svg" Id="R43227117121e45e8" /><Relationship Type="http://schemas.openxmlformats.org/officeDocument/2006/relationships/image" Target="/ppt/media/image9.png" Id="Rae4a8b6652d643cc" /><Relationship Type="http://schemas.openxmlformats.org/officeDocument/2006/relationships/image" Target="/ppt/media/image9.svg" Id="R4dd3dd9ebdc84e2c" /><Relationship Type="http://schemas.openxmlformats.org/officeDocument/2006/relationships/image" Target="/ppt/media/image10.png" Id="Reabff1c0e7e348f9" /><Relationship Type="http://schemas.openxmlformats.org/officeDocument/2006/relationships/image" Target="/ppt/media/image10.svg" Id="Ra5e7e5efc3e64609" /><Relationship Type="http://schemas.openxmlformats.org/officeDocument/2006/relationships/image" Target="/ppt/media/image11.png" Id="R880203d6b44b4aef" /><Relationship Type="http://schemas.openxmlformats.org/officeDocument/2006/relationships/image" Target="/ppt/media/image11.svg" Id="Raf5cd17e779041d8" /><Relationship Type="http://schemas.openxmlformats.org/officeDocument/2006/relationships/image" Target="/ppt/media/image12.png" Id="R58786c25fb794537" /><Relationship Type="http://schemas.openxmlformats.org/officeDocument/2006/relationships/image" Target="/ppt/media/image12.svg" Id="R342cedabce894ff9" /><Relationship Type="http://schemas.openxmlformats.org/officeDocument/2006/relationships/image" Target="/ppt/media/image13.png" Id="R556008f8caa94bcc" /><Relationship Type="http://schemas.openxmlformats.org/officeDocument/2006/relationships/image" Target="/ppt/media/image13.svg" Id="R7ef3d47b96b246b3" /><Relationship Type="http://schemas.openxmlformats.org/officeDocument/2006/relationships/image" Target="/ppt/media/image14.png" Id="R42d3e0f6c12d499b" /><Relationship Type="http://schemas.openxmlformats.org/officeDocument/2006/relationships/image" Target="/ppt/media/image14.svg" Id="R2400729e2f0e4d7e" /><Relationship Type="http://schemas.openxmlformats.org/officeDocument/2006/relationships/image" Target="/ppt/media/image15.png" Id="Ra94e5b1dbff64c16" /><Relationship Type="http://schemas.openxmlformats.org/officeDocument/2006/relationships/image" Target="/ppt/media/image15.svg" Id="R41a2d3dc2ef64751" /><Relationship Type="http://schemas.openxmlformats.org/officeDocument/2006/relationships/notesSlide" Target="/ppt/notesSlides/notesSlide3.xml" Id="Rd8a3c560f8ec4b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c7b136d8d4fbb" /><Relationship Type="http://schemas.openxmlformats.org/officeDocument/2006/relationships/image" Target="/ppt/media/image16.png" Id="R35c12923fdce4c7d" /><Relationship Type="http://schemas.openxmlformats.org/officeDocument/2006/relationships/image" Target="/ppt/media/image16.svg" Id="R3f95b8683d694003" /><Relationship Type="http://schemas.openxmlformats.org/officeDocument/2006/relationships/image" Target="/ppt/media/image17.png" Id="Rd18ca36b8d7a4b07" /><Relationship Type="http://schemas.openxmlformats.org/officeDocument/2006/relationships/image" Target="/ppt/media/image17.svg" Id="R9b272ef099ab4282" /><Relationship Type="http://schemas.openxmlformats.org/officeDocument/2006/relationships/image" Target="/ppt/media/image18.png" Id="R7d76abfd6c174ff8" /><Relationship Type="http://schemas.openxmlformats.org/officeDocument/2006/relationships/image" Target="/ppt/media/image18.svg" Id="R603b93aef34449f8" /><Relationship Type="http://schemas.openxmlformats.org/officeDocument/2006/relationships/image" Target="/ppt/media/image19.png" Id="Rbca9a0129a8643ce" /><Relationship Type="http://schemas.openxmlformats.org/officeDocument/2006/relationships/image" Target="/ppt/media/image19.svg" Id="Re0b5f0bba4ad449a" /><Relationship Type="http://schemas.openxmlformats.org/officeDocument/2006/relationships/image" Target="/ppt/media/image20.png" Id="R4134b02e2fab424d" /><Relationship Type="http://schemas.openxmlformats.org/officeDocument/2006/relationships/image" Target="/ppt/media/image20.svg" Id="R722a37311a3a4917" /><Relationship Type="http://schemas.openxmlformats.org/officeDocument/2006/relationships/image" Target="/ppt/media/image21.png" Id="Rf80eb44ab30642d2" /><Relationship Type="http://schemas.openxmlformats.org/officeDocument/2006/relationships/image" Target="/ppt/media/image21.svg" Id="Rc68a2362a1c6461b" /><Relationship Type="http://schemas.openxmlformats.org/officeDocument/2006/relationships/image" Target="/ppt/media/image22.png" Id="Ra241218cff6b482b" /><Relationship Type="http://schemas.openxmlformats.org/officeDocument/2006/relationships/image" Target="/ppt/media/image22.svg" Id="Rdf0ce0e9d14b49a1" /><Relationship Type="http://schemas.openxmlformats.org/officeDocument/2006/relationships/image" Target="/ppt/media/image23.png" Id="Rbe3e23de40034082" /><Relationship Type="http://schemas.openxmlformats.org/officeDocument/2006/relationships/image" Target="/ppt/media/image23.svg" Id="R0213a5b1ec214e03" /><Relationship Type="http://schemas.openxmlformats.org/officeDocument/2006/relationships/image" Target="/ppt/media/image24.png" Id="R01e4fd694ca24134" /><Relationship Type="http://schemas.openxmlformats.org/officeDocument/2006/relationships/image" Target="/ppt/media/image24.svg" Id="Rda9c5938e9894c84" /><Relationship Type="http://schemas.openxmlformats.org/officeDocument/2006/relationships/notesSlide" Target="/ppt/notesSlides/notesSlide4.xml" Id="Rbc41f52703af48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1fc685f804599" /><Relationship Type="http://schemas.openxmlformats.org/officeDocument/2006/relationships/image" Target="/ppt/media/image25.png" Id="R2dc12a9f91db450d" /><Relationship Type="http://schemas.openxmlformats.org/officeDocument/2006/relationships/image" Target="/ppt/media/image25.svg" Id="R094a8ec0c0c64ef5" /><Relationship Type="http://schemas.openxmlformats.org/officeDocument/2006/relationships/image" Target="/ppt/media/image26.png" Id="R83ef0616175040ff" /><Relationship Type="http://schemas.openxmlformats.org/officeDocument/2006/relationships/image" Target="/ppt/media/image26.svg" Id="R57706e405324419f" /><Relationship Type="http://schemas.openxmlformats.org/officeDocument/2006/relationships/image" Target="/ppt/media/image27.png" Id="R63d408b4fb7343f5" /><Relationship Type="http://schemas.openxmlformats.org/officeDocument/2006/relationships/image" Target="/ppt/media/image27.svg" Id="R581d4e1aa16e4a86" /><Relationship Type="http://schemas.openxmlformats.org/officeDocument/2006/relationships/image" Target="/ppt/media/image28.png" Id="R0520ea48851c49b8" /><Relationship Type="http://schemas.openxmlformats.org/officeDocument/2006/relationships/image" Target="/ppt/media/image28.svg" Id="R552bcc362cf84f5e" /><Relationship Type="http://schemas.openxmlformats.org/officeDocument/2006/relationships/image" Target="/ppt/media/image29.png" Id="R50353c37a01e44e3" /><Relationship Type="http://schemas.openxmlformats.org/officeDocument/2006/relationships/image" Target="/ppt/media/image29.svg" Id="R03bd55ef8d534bdb" /><Relationship Type="http://schemas.openxmlformats.org/officeDocument/2006/relationships/image" Target="/ppt/media/image30.png" Id="R0c2bb059186548ad" /><Relationship Type="http://schemas.openxmlformats.org/officeDocument/2006/relationships/image" Target="/ppt/media/image30.svg" Id="Rc9b772856d284557" /><Relationship Type="http://schemas.openxmlformats.org/officeDocument/2006/relationships/image" Target="/ppt/media/image31.png" Id="R28e9aae379fd4a7b" /><Relationship Type="http://schemas.openxmlformats.org/officeDocument/2006/relationships/image" Target="/ppt/media/image31.svg" Id="R9e51159d0f9248a6" /><Relationship Type="http://schemas.openxmlformats.org/officeDocument/2006/relationships/image" Target="/ppt/media/image32.png" Id="Rfad35081470b4f1a" /><Relationship Type="http://schemas.openxmlformats.org/officeDocument/2006/relationships/image" Target="/ppt/media/image32.svg" Id="Rfe7be9dca22a43c3" /><Relationship Type="http://schemas.openxmlformats.org/officeDocument/2006/relationships/image" Target="/ppt/media/image33.png" Id="R08f2fe297a324828" /><Relationship Type="http://schemas.openxmlformats.org/officeDocument/2006/relationships/image" Target="/ppt/media/image33.svg" Id="R7ea7265f639c4277" /><Relationship Type="http://schemas.openxmlformats.org/officeDocument/2006/relationships/image" Target="/ppt/media/image34.png" Id="R35ae3b3832064438" /><Relationship Type="http://schemas.openxmlformats.org/officeDocument/2006/relationships/image" Target="/ppt/media/image34.svg" Id="Ra9f19c4b2b8a4713" /><Relationship Type="http://schemas.openxmlformats.org/officeDocument/2006/relationships/notesSlide" Target="/ppt/notesSlides/notesSlide5.xml" Id="R4a02209bcafe49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db5091b9746c2" /><Relationship Type="http://schemas.openxmlformats.org/officeDocument/2006/relationships/image" Target="/ppt/media/image35.png" Id="Ra6b6d695104040b0" /><Relationship Type="http://schemas.openxmlformats.org/officeDocument/2006/relationships/image" Target="/ppt/media/image35.svg" Id="R571bb68a4b8b49bc" /><Relationship Type="http://schemas.openxmlformats.org/officeDocument/2006/relationships/image" Target="/ppt/media/image36.png" Id="R4a816b2de6fd43d1" /><Relationship Type="http://schemas.openxmlformats.org/officeDocument/2006/relationships/image" Target="/ppt/media/image36.svg" Id="R6c63bb70a2594c49" /><Relationship Type="http://schemas.openxmlformats.org/officeDocument/2006/relationships/image" Target="/ppt/media/image37.png" Id="R74654cf7e2004f66" /><Relationship Type="http://schemas.openxmlformats.org/officeDocument/2006/relationships/image" Target="/ppt/media/image37.svg" Id="Rdef07a2fc84c49dd" /><Relationship Type="http://schemas.openxmlformats.org/officeDocument/2006/relationships/image" Target="/ppt/media/image38.png" Id="R0fccac3cb85340d9" /><Relationship Type="http://schemas.openxmlformats.org/officeDocument/2006/relationships/image" Target="/ppt/media/image38.svg" Id="R5a4c9ab3ec584183" /><Relationship Type="http://schemas.openxmlformats.org/officeDocument/2006/relationships/image" Target="/ppt/media/image39.png" Id="Rad46e50afb4c43f2" /><Relationship Type="http://schemas.openxmlformats.org/officeDocument/2006/relationships/image" Target="/ppt/media/image39.svg" Id="R98471c79c7f2489d" /><Relationship Type="http://schemas.openxmlformats.org/officeDocument/2006/relationships/image" Target="/ppt/media/image40.png" Id="Recfa0c8c82a641c4" /><Relationship Type="http://schemas.openxmlformats.org/officeDocument/2006/relationships/image" Target="/ppt/media/image40.svg" Id="R2b6a63ffee744862" /><Relationship Type="http://schemas.openxmlformats.org/officeDocument/2006/relationships/image" Target="/ppt/media/image41.png" Id="Ra6f95e36c2344e4c" /><Relationship Type="http://schemas.openxmlformats.org/officeDocument/2006/relationships/image" Target="/ppt/media/image41.svg" Id="Rb5524f1052904dbc" /><Relationship Type="http://schemas.openxmlformats.org/officeDocument/2006/relationships/image" Target="/ppt/media/image42.png" Id="Rd04143b176ce4fe3" /><Relationship Type="http://schemas.openxmlformats.org/officeDocument/2006/relationships/image" Target="/ppt/media/image42.svg" Id="Rbdb89e207ced4e1f" /><Relationship Type="http://schemas.openxmlformats.org/officeDocument/2006/relationships/image" Target="/ppt/media/image43.png" Id="Rfc302577ebec44fb" /><Relationship Type="http://schemas.openxmlformats.org/officeDocument/2006/relationships/image" Target="/ppt/media/image43.svg" Id="Rfca0fdaa41cc447e" /><Relationship Type="http://schemas.openxmlformats.org/officeDocument/2006/relationships/image" Target="/ppt/media/image44.png" Id="Re168207495df4193" /><Relationship Type="http://schemas.openxmlformats.org/officeDocument/2006/relationships/image" Target="/ppt/media/image44.svg" Id="R5d55e70998354630" /><Relationship Type="http://schemas.openxmlformats.org/officeDocument/2006/relationships/image" Target="/ppt/media/image45.png" Id="Rb2a97fdb57b54815" /><Relationship Type="http://schemas.openxmlformats.org/officeDocument/2006/relationships/image" Target="/ppt/media/image45.svg" Id="R903ace913c1a4bcd" /><Relationship Type="http://schemas.openxmlformats.org/officeDocument/2006/relationships/notesSlide" Target="/ppt/notesSlides/notesSlide6.xml" Id="R335a65171e6c4c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3107b5f634dae" /><Relationship Type="http://schemas.openxmlformats.org/officeDocument/2006/relationships/image" Target="/ppt/media/image46.png" Id="R293bd03b75694185" /><Relationship Type="http://schemas.openxmlformats.org/officeDocument/2006/relationships/image" Target="/ppt/media/image46.svg" Id="R6bbacfd862e54825" /><Relationship Type="http://schemas.openxmlformats.org/officeDocument/2006/relationships/image" Target="/ppt/media/image47.png" Id="R371d6b10be29492f" /><Relationship Type="http://schemas.openxmlformats.org/officeDocument/2006/relationships/image" Target="/ppt/media/image47.svg" Id="Rc7279781fa564397" /><Relationship Type="http://schemas.openxmlformats.org/officeDocument/2006/relationships/image" Target="/ppt/media/image48.png" Id="Rd1a03f1f271d4f10" /><Relationship Type="http://schemas.openxmlformats.org/officeDocument/2006/relationships/image" Target="/ppt/media/image48.svg" Id="R30301d2313fc4d9b" /><Relationship Type="http://schemas.openxmlformats.org/officeDocument/2006/relationships/image" Target="/ppt/media/image49.png" Id="R0cfd2e307d394814" /><Relationship Type="http://schemas.openxmlformats.org/officeDocument/2006/relationships/image" Target="/ppt/media/image49.svg" Id="R73976ea477db4af3" /><Relationship Type="http://schemas.openxmlformats.org/officeDocument/2006/relationships/image" Target="/ppt/media/image50.png" Id="R0d138815cb6b44e0" /><Relationship Type="http://schemas.openxmlformats.org/officeDocument/2006/relationships/image" Target="/ppt/media/image50.svg" Id="Rf3c78fdc3fd64b26" /><Relationship Type="http://schemas.openxmlformats.org/officeDocument/2006/relationships/image" Target="/ppt/media/image51.png" Id="Rba7b06bf31ec466c" /><Relationship Type="http://schemas.openxmlformats.org/officeDocument/2006/relationships/image" Target="/ppt/media/image51.svg" Id="R3c05d96329aa4690" /><Relationship Type="http://schemas.openxmlformats.org/officeDocument/2006/relationships/image" Target="/ppt/media/image52.png" Id="Re747cfe1e6b14f06" /><Relationship Type="http://schemas.openxmlformats.org/officeDocument/2006/relationships/image" Target="/ppt/media/image52.svg" Id="Ra1ee4523810b4063" /><Relationship Type="http://schemas.openxmlformats.org/officeDocument/2006/relationships/image" Target="/ppt/media/image53.png" Id="R769721be114b4bcb" /><Relationship Type="http://schemas.openxmlformats.org/officeDocument/2006/relationships/image" Target="/ppt/media/image53.svg" Id="Rb60f811a8b3f40e4" /><Relationship Type="http://schemas.openxmlformats.org/officeDocument/2006/relationships/image" Target="/ppt/media/image54.png" Id="R732194a444034f1c" /><Relationship Type="http://schemas.openxmlformats.org/officeDocument/2006/relationships/image" Target="/ppt/media/image54.svg" Id="R99087b269e214fac" /><Relationship Type="http://schemas.openxmlformats.org/officeDocument/2006/relationships/image" Target="/ppt/media/image55.png" Id="R75ab3dda3360425b" /><Relationship Type="http://schemas.openxmlformats.org/officeDocument/2006/relationships/image" Target="/ppt/media/image55.svg" Id="R5820787ae6e44a6f" /><Relationship Type="http://schemas.openxmlformats.org/officeDocument/2006/relationships/image" Target="/ppt/media/image56.png" Id="R6e671e1f5eb3444a" /><Relationship Type="http://schemas.openxmlformats.org/officeDocument/2006/relationships/image" Target="/ppt/media/image56.svg" Id="R84619d26013c4853" /><Relationship Type="http://schemas.openxmlformats.org/officeDocument/2006/relationships/image" Target="/ppt/media/image57.png" Id="R4ce567d10c5f4286" /><Relationship Type="http://schemas.openxmlformats.org/officeDocument/2006/relationships/image" Target="/ppt/media/image57.svg" Id="R88d115464fd44ac1" /><Relationship Type="http://schemas.openxmlformats.org/officeDocument/2006/relationships/notesSlide" Target="/ppt/notesSlides/notesSlide7.xml" Id="Rcd831d24b39345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3caf34e634dab" /><Relationship Type="http://schemas.openxmlformats.org/officeDocument/2006/relationships/image" Target="/ppt/media/image58.png" Id="R1522881e86474fe7" /><Relationship Type="http://schemas.openxmlformats.org/officeDocument/2006/relationships/image" Target="/ppt/media/image58.svg" Id="R6e6debf8eaae4d41" /><Relationship Type="http://schemas.openxmlformats.org/officeDocument/2006/relationships/image" Target="/ppt/media/image59.png" Id="Rfde3fec427f84019" /><Relationship Type="http://schemas.openxmlformats.org/officeDocument/2006/relationships/image" Target="/ppt/media/image59.svg" Id="R316eae768a724cea" /><Relationship Type="http://schemas.openxmlformats.org/officeDocument/2006/relationships/image" Target="/ppt/media/image60.png" Id="Rd580cf81303d4de7" /><Relationship Type="http://schemas.openxmlformats.org/officeDocument/2006/relationships/image" Target="/ppt/media/image60.svg" Id="Re430ca278e5e4961" /><Relationship Type="http://schemas.openxmlformats.org/officeDocument/2006/relationships/image" Target="/ppt/media/image61.png" Id="Rc04f421d67b147da" /><Relationship Type="http://schemas.openxmlformats.org/officeDocument/2006/relationships/image" Target="/ppt/media/image61.svg" Id="R8b038d859e9b4b9d" /><Relationship Type="http://schemas.openxmlformats.org/officeDocument/2006/relationships/image" Target="/ppt/media/image62.png" Id="R08ad9598befc4397" /><Relationship Type="http://schemas.openxmlformats.org/officeDocument/2006/relationships/image" Target="/ppt/media/image62.svg" Id="Ra1e9a58bcaaa48bb" /><Relationship Type="http://schemas.openxmlformats.org/officeDocument/2006/relationships/image" Target="/ppt/media/image63.png" Id="R7b80ef1c33f14c50" /><Relationship Type="http://schemas.openxmlformats.org/officeDocument/2006/relationships/image" Target="/ppt/media/image63.svg" Id="Rcf2a0910dbe54f94" /><Relationship Type="http://schemas.openxmlformats.org/officeDocument/2006/relationships/image" Target="/ppt/media/image64.png" Id="Rdab8edb87f7f4641" /><Relationship Type="http://schemas.openxmlformats.org/officeDocument/2006/relationships/image" Target="/ppt/media/image64.svg" Id="Rdc5b2143790943db" /><Relationship Type="http://schemas.openxmlformats.org/officeDocument/2006/relationships/image" Target="/ppt/media/image65.png" Id="R0e6ed476bd254afa" /><Relationship Type="http://schemas.openxmlformats.org/officeDocument/2006/relationships/image" Target="/ppt/media/image65.svg" Id="Rf84c889ead7045c8" /><Relationship Type="http://schemas.openxmlformats.org/officeDocument/2006/relationships/image" Target="/ppt/media/image66.png" Id="R32a605a7c0424415" /><Relationship Type="http://schemas.openxmlformats.org/officeDocument/2006/relationships/image" Target="/ppt/media/image66.svg" Id="Ra05811603a8549d1" /><Relationship Type="http://schemas.openxmlformats.org/officeDocument/2006/relationships/image" Target="/ppt/media/image67.png" Id="Red8106c4bc754d25" /><Relationship Type="http://schemas.openxmlformats.org/officeDocument/2006/relationships/image" Target="/ppt/media/image67.svg" Id="R77aa7d51e2264e9e" /><Relationship Type="http://schemas.openxmlformats.org/officeDocument/2006/relationships/image" Target="/ppt/media/image68.png" Id="Rd12a0e1eceae4b25" /><Relationship Type="http://schemas.openxmlformats.org/officeDocument/2006/relationships/image" Target="/ppt/media/image68.svg" Id="R5b8de38147c94f1d" /><Relationship Type="http://schemas.openxmlformats.org/officeDocument/2006/relationships/image" Target="/ppt/media/image69.png" Id="R2acf6f2ca1fe4d90" /><Relationship Type="http://schemas.openxmlformats.org/officeDocument/2006/relationships/image" Target="/ppt/media/image69.svg" Id="R10dfd6d3a06f47be" /><Relationship Type="http://schemas.openxmlformats.org/officeDocument/2006/relationships/image" Target="/ppt/media/image70.png" Id="Rd43371cbc798464d" /><Relationship Type="http://schemas.openxmlformats.org/officeDocument/2006/relationships/image" Target="/ppt/media/image70.svg" Id="Rea3f00d891c04911" /><Relationship Type="http://schemas.openxmlformats.org/officeDocument/2006/relationships/notesSlide" Target="/ppt/notesSlides/notesSlide8.xml" Id="R11ba6f78935048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82f19a8b343bf" /><Relationship Type="http://schemas.openxmlformats.org/officeDocument/2006/relationships/notesSlide" Target="/ppt/notesSlides/notesSlide9.xml" Id="Rf1792817f3674c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7baac5b534e44" /><Relationship Type="http://schemas.openxmlformats.org/officeDocument/2006/relationships/image" Target="/ppt/media/image71.png" Id="Rc2419b6e52374a3b" /><Relationship Type="http://schemas.openxmlformats.org/officeDocument/2006/relationships/image" Target="/ppt/media/image71.svg" Id="R2e6e79c25e024fc5" /><Relationship Type="http://schemas.openxmlformats.org/officeDocument/2006/relationships/image" Target="/ppt/media/image72.png" Id="Rb7247843966f4053" /><Relationship Type="http://schemas.openxmlformats.org/officeDocument/2006/relationships/image" Target="/ppt/media/image72.svg" Id="R1766c5ec3b2c49bf" /><Relationship Type="http://schemas.openxmlformats.org/officeDocument/2006/relationships/image" Target="/ppt/media/image73.png" Id="R70a5c6d9b85b4f44" /><Relationship Type="http://schemas.openxmlformats.org/officeDocument/2006/relationships/image" Target="/ppt/media/image73.svg" Id="R3024ff2279fe4a13" /><Relationship Type="http://schemas.openxmlformats.org/officeDocument/2006/relationships/image" Target="/ppt/media/image74.png" Id="Rb358996865334135" /><Relationship Type="http://schemas.openxmlformats.org/officeDocument/2006/relationships/image" Target="/ppt/media/image74.svg" Id="R75ad96a776e84fd5" /><Relationship Type="http://schemas.openxmlformats.org/officeDocument/2006/relationships/image" Target="/ppt/media/image75.png" Id="R4f01b43920e14ec7" /><Relationship Type="http://schemas.openxmlformats.org/officeDocument/2006/relationships/image" Target="/ppt/media/image75.svg" Id="R99cbbdbeb03a4864" /><Relationship Type="http://schemas.openxmlformats.org/officeDocument/2006/relationships/image" Target="/ppt/media/image76.png" Id="R25d673b09ead4d11" /><Relationship Type="http://schemas.openxmlformats.org/officeDocument/2006/relationships/image" Target="/ppt/media/image76.svg" Id="R67af7b6c2429402b" /><Relationship Type="http://schemas.openxmlformats.org/officeDocument/2006/relationships/image" Target="/ppt/media/image77.png" Id="Rf7af49df34be45f3" /><Relationship Type="http://schemas.openxmlformats.org/officeDocument/2006/relationships/image" Target="/ppt/media/image77.svg" Id="R16027091f0c648cf" /><Relationship Type="http://schemas.openxmlformats.org/officeDocument/2006/relationships/image" Target="/ppt/media/image78.png" Id="R856c27cf36ee48a1" /><Relationship Type="http://schemas.openxmlformats.org/officeDocument/2006/relationships/image" Target="/ppt/media/image78.svg" Id="Rfaae39e99d0f4d5b" /><Relationship Type="http://schemas.openxmlformats.org/officeDocument/2006/relationships/image" Target="/ppt/media/image79.png" Id="R3ce8eb32a3fb4017" /><Relationship Type="http://schemas.openxmlformats.org/officeDocument/2006/relationships/image" Target="/ppt/media/image79.svg" Id="R2357e8149f9e41ab" /><Relationship Type="http://schemas.openxmlformats.org/officeDocument/2006/relationships/notesSlide" Target="/ppt/notesSlides/notesSlide10.xml" Id="Ra8d12212613745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0050c6f2f4fa4" /><Relationship Type="http://schemas.openxmlformats.org/officeDocument/2006/relationships/image" Target="/ppt/media/image80.png" Id="Rb093cf0223f441ba" /><Relationship Type="http://schemas.openxmlformats.org/officeDocument/2006/relationships/image" Target="/ppt/media/image80.svg" Id="R1cb4d65d1b9d408b" /><Relationship Type="http://schemas.openxmlformats.org/officeDocument/2006/relationships/image" Target="/ppt/media/image81.png" Id="R3ab5516312c443bf" /><Relationship Type="http://schemas.openxmlformats.org/officeDocument/2006/relationships/image" Target="/ppt/media/image81.svg" Id="R2052357400924d0c" /><Relationship Type="http://schemas.openxmlformats.org/officeDocument/2006/relationships/image" Target="/ppt/media/image82.png" Id="R1dbbbffd2f2b417c" /><Relationship Type="http://schemas.openxmlformats.org/officeDocument/2006/relationships/image" Target="/ppt/media/image82.svg" Id="R7eb4b4d385e64688" /><Relationship Type="http://schemas.openxmlformats.org/officeDocument/2006/relationships/image" Target="/ppt/media/image83.png" Id="R235a217928124edb" /><Relationship Type="http://schemas.openxmlformats.org/officeDocument/2006/relationships/image" Target="/ppt/media/image83.svg" Id="R99a0246c6ba64ff2" /><Relationship Type="http://schemas.openxmlformats.org/officeDocument/2006/relationships/image" Target="/ppt/media/image84.png" Id="Rf3d2e4aa91be49d9" /><Relationship Type="http://schemas.openxmlformats.org/officeDocument/2006/relationships/image" Target="/ppt/media/image84.svg" Id="R208e4d94b7104313" /><Relationship Type="http://schemas.openxmlformats.org/officeDocument/2006/relationships/image" Target="/ppt/media/image85.png" Id="R0a43949247b04bd1" /><Relationship Type="http://schemas.openxmlformats.org/officeDocument/2006/relationships/image" Target="/ppt/media/image85.svg" Id="R5bdb443f585f4e19" /><Relationship Type="http://schemas.openxmlformats.org/officeDocument/2006/relationships/image" Target="/ppt/media/image86.png" Id="R42235a8f75b445fd" /><Relationship Type="http://schemas.openxmlformats.org/officeDocument/2006/relationships/image" Target="/ppt/media/image86.svg" Id="R1096742483ac4367" /><Relationship Type="http://schemas.openxmlformats.org/officeDocument/2006/relationships/image" Target="/ppt/media/image87.png" Id="R13b88dd28c954ffc" /><Relationship Type="http://schemas.openxmlformats.org/officeDocument/2006/relationships/image" Target="/ppt/media/image87.svg" Id="Rcf61c5c385374787" /><Relationship Type="http://schemas.openxmlformats.org/officeDocument/2006/relationships/image" Target="/ppt/media/image88.png" Id="R2fed4f00da6c418f" /><Relationship Type="http://schemas.openxmlformats.org/officeDocument/2006/relationships/image" Target="/ppt/media/image88.svg" Id="Rb355215fb4774494" /><Relationship Type="http://schemas.openxmlformats.org/officeDocument/2006/relationships/image" Target="/ppt/media/image89.png" Id="R33826c6c0fc84e25" /><Relationship Type="http://schemas.openxmlformats.org/officeDocument/2006/relationships/image" Target="/ppt/media/image89.svg" Id="R4ed74020f2e240e5" /><Relationship Type="http://schemas.openxmlformats.org/officeDocument/2006/relationships/notesSlide" Target="/ppt/notesSlides/notesSlide11.xml" Id="R6e5630cb5f5649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cfba482884952" /><Relationship Type="http://schemas.openxmlformats.org/officeDocument/2006/relationships/image" Target="/ppt/media/image90.png" Id="R8de2bc37a83c45d7" /><Relationship Type="http://schemas.openxmlformats.org/officeDocument/2006/relationships/image" Target="/ppt/media/image90.svg" Id="Rd4001faa99d44277" /><Relationship Type="http://schemas.openxmlformats.org/officeDocument/2006/relationships/image" Target="/ppt/media/image91.png" Id="Rfe2fe6f154024f29" /><Relationship Type="http://schemas.openxmlformats.org/officeDocument/2006/relationships/image" Target="/ppt/media/image91.svg" Id="R13b8aee4710a48a0" /><Relationship Type="http://schemas.openxmlformats.org/officeDocument/2006/relationships/image" Target="/ppt/media/image92.png" Id="R1e48f672aa1a4ede" /><Relationship Type="http://schemas.openxmlformats.org/officeDocument/2006/relationships/image" Target="/ppt/media/image92.svg" Id="R2b33921d173e4303" /><Relationship Type="http://schemas.openxmlformats.org/officeDocument/2006/relationships/image" Target="/ppt/media/image93.png" Id="R0306ff89ae964f6c" /><Relationship Type="http://schemas.openxmlformats.org/officeDocument/2006/relationships/image" Target="/ppt/media/image93.svg" Id="Rdd1f938eef144e23" /><Relationship Type="http://schemas.openxmlformats.org/officeDocument/2006/relationships/image" Target="/ppt/media/image94.png" Id="R323978e1a5c0444a" /><Relationship Type="http://schemas.openxmlformats.org/officeDocument/2006/relationships/image" Target="/ppt/media/image94.svg" Id="Rf277a9a24cee4a44" /><Relationship Type="http://schemas.openxmlformats.org/officeDocument/2006/relationships/image" Target="/ppt/media/image95.png" Id="Rbdc7e96cace9491e" /><Relationship Type="http://schemas.openxmlformats.org/officeDocument/2006/relationships/image" Target="/ppt/media/image95.svg" Id="Re9b9272aac604e2a" /><Relationship Type="http://schemas.openxmlformats.org/officeDocument/2006/relationships/image" Target="/ppt/media/image96.png" Id="R6640977ded4342c4" /><Relationship Type="http://schemas.openxmlformats.org/officeDocument/2006/relationships/image" Target="/ppt/media/image96.svg" Id="R3a0faed036f045ce" /><Relationship Type="http://schemas.openxmlformats.org/officeDocument/2006/relationships/image" Target="/ppt/media/image97.png" Id="R19732df59b054b45" /><Relationship Type="http://schemas.openxmlformats.org/officeDocument/2006/relationships/image" Target="/ppt/media/image97.svg" Id="Rf6602d54818b4072" /><Relationship Type="http://schemas.openxmlformats.org/officeDocument/2006/relationships/image" Target="/ppt/media/image98.png" Id="R580e681e4e3446c2" /><Relationship Type="http://schemas.openxmlformats.org/officeDocument/2006/relationships/image" Target="/ppt/media/image98.svg" Id="R7bdc692f88484dd8" /><Relationship Type="http://schemas.openxmlformats.org/officeDocument/2006/relationships/image" Target="/ppt/media/image99.png" Id="R1e5dd8a2b8594a17" /><Relationship Type="http://schemas.openxmlformats.org/officeDocument/2006/relationships/image" Target="/ppt/media/image99.svg" Id="R4c3e41e204a54d07" /><Relationship Type="http://schemas.openxmlformats.org/officeDocument/2006/relationships/image" Target="/ppt/media/image100.png" Id="R29e784dc8e1b49cc" /><Relationship Type="http://schemas.openxmlformats.org/officeDocument/2006/relationships/image" Target="/ppt/media/image100.svg" Id="Reb0706e7e0bb491b" /><Relationship Type="http://schemas.openxmlformats.org/officeDocument/2006/relationships/notesSlide" Target="/ppt/notesSlides/notesSlide12.xml" Id="Rea81aaae2aa84a2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0bb29b7a64843" /><Relationship Type="http://schemas.openxmlformats.org/officeDocument/2006/relationships/image" Target="/ppt/media/image101.png" Id="R54aac1acf30147cb" /><Relationship Type="http://schemas.openxmlformats.org/officeDocument/2006/relationships/image" Target="/ppt/media/image101.svg" Id="R510f728889674550" /><Relationship Type="http://schemas.openxmlformats.org/officeDocument/2006/relationships/image" Target="/ppt/media/image102.png" Id="R8d736ebc84064152" /><Relationship Type="http://schemas.openxmlformats.org/officeDocument/2006/relationships/image" Target="/ppt/media/image102.svg" Id="Rdba9cc380efe4fad" /><Relationship Type="http://schemas.openxmlformats.org/officeDocument/2006/relationships/image" Target="/ppt/media/image103.png" Id="R0d0d29be417149d5" /><Relationship Type="http://schemas.openxmlformats.org/officeDocument/2006/relationships/image" Target="/ppt/media/image103.svg" Id="Rf724860fef714b41" /><Relationship Type="http://schemas.openxmlformats.org/officeDocument/2006/relationships/image" Target="/ppt/media/image104.png" Id="R94ebc0f9d9154e1d" /><Relationship Type="http://schemas.openxmlformats.org/officeDocument/2006/relationships/image" Target="/ppt/media/image104.svg" Id="Rd4c3ec1077704fa7" /><Relationship Type="http://schemas.openxmlformats.org/officeDocument/2006/relationships/image" Target="/ppt/media/image105.png" Id="R46440de820104f7e" /><Relationship Type="http://schemas.openxmlformats.org/officeDocument/2006/relationships/image" Target="/ppt/media/image105.svg" Id="Rca4a122c3bc744e6" /><Relationship Type="http://schemas.openxmlformats.org/officeDocument/2006/relationships/image" Target="/ppt/media/image106.png" Id="R2bf946a3321542ac" /><Relationship Type="http://schemas.openxmlformats.org/officeDocument/2006/relationships/image" Target="/ppt/media/image106.svg" Id="R08caab36222b45e6" /><Relationship Type="http://schemas.openxmlformats.org/officeDocument/2006/relationships/image" Target="/ppt/media/image107.png" Id="R7331d2e6be7c4126" /><Relationship Type="http://schemas.openxmlformats.org/officeDocument/2006/relationships/image" Target="/ppt/media/image107.svg" Id="Re836350bb95241ed" /><Relationship Type="http://schemas.openxmlformats.org/officeDocument/2006/relationships/image" Target="/ppt/media/image108.png" Id="R0674475c4bd14404" /><Relationship Type="http://schemas.openxmlformats.org/officeDocument/2006/relationships/image" Target="/ppt/media/image108.svg" Id="Reb7bbc542a6f40bc" /><Relationship Type="http://schemas.openxmlformats.org/officeDocument/2006/relationships/image" Target="/ppt/media/image109.png" Id="Rd8cd2ae310c540fc" /><Relationship Type="http://schemas.openxmlformats.org/officeDocument/2006/relationships/image" Target="/ppt/media/image109.svg" Id="R431250d320c94382" /><Relationship Type="http://schemas.openxmlformats.org/officeDocument/2006/relationships/image" Target="/ppt/media/image110.png" Id="R9726f16fdf4344e1" /><Relationship Type="http://schemas.openxmlformats.org/officeDocument/2006/relationships/image" Target="/ppt/media/image110.svg" Id="R1ead1977cd824481" /><Relationship Type="http://schemas.openxmlformats.org/officeDocument/2006/relationships/image" Target="/ppt/media/image111.png" Id="R1bab4a6d3bd04c90" /><Relationship Type="http://schemas.openxmlformats.org/officeDocument/2006/relationships/image" Target="/ppt/media/image111.svg" Id="R447613e488704dab" /><Relationship Type="http://schemas.openxmlformats.org/officeDocument/2006/relationships/image" Target="/ppt/media/image112.png" Id="R45c9ed66030440c5" /><Relationship Type="http://schemas.openxmlformats.org/officeDocument/2006/relationships/image" Target="/ppt/media/image112.svg" Id="Ra45a4495adc64a44" /><Relationship Type="http://schemas.openxmlformats.org/officeDocument/2006/relationships/notesSlide" Target="/ppt/notesSlides/notesSlide13.xml" Id="Rcfb525f598b1440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91c33e69b40dc" /><Relationship Type="http://schemas.openxmlformats.org/officeDocument/2006/relationships/image" Target="/ppt/media/image113.png" Id="R7b40c30283694cc6" /><Relationship Type="http://schemas.openxmlformats.org/officeDocument/2006/relationships/image" Target="/ppt/media/image113.svg" Id="R28c0f9e4ab31407b" /><Relationship Type="http://schemas.openxmlformats.org/officeDocument/2006/relationships/image" Target="/ppt/media/image114.png" Id="R0e5535c4c22446c7" /><Relationship Type="http://schemas.openxmlformats.org/officeDocument/2006/relationships/image" Target="/ppt/media/image114.svg" Id="R08eebf461f494e1b" /><Relationship Type="http://schemas.openxmlformats.org/officeDocument/2006/relationships/image" Target="/ppt/media/image115.png" Id="R5d042ef2be0f4c58" /><Relationship Type="http://schemas.openxmlformats.org/officeDocument/2006/relationships/image" Target="/ppt/media/image115.svg" Id="R55a06a490ad94d08" /><Relationship Type="http://schemas.openxmlformats.org/officeDocument/2006/relationships/image" Target="/ppt/media/image116.png" Id="R27a2f064898e4616" /><Relationship Type="http://schemas.openxmlformats.org/officeDocument/2006/relationships/image" Target="/ppt/media/image116.svg" Id="Ra96181e5a2544d14" /><Relationship Type="http://schemas.openxmlformats.org/officeDocument/2006/relationships/image" Target="/ppt/media/image117.png" Id="R8cb3923e6a744709" /><Relationship Type="http://schemas.openxmlformats.org/officeDocument/2006/relationships/image" Target="/ppt/media/image117.svg" Id="R892457dcf4e942c4" /><Relationship Type="http://schemas.openxmlformats.org/officeDocument/2006/relationships/image" Target="/ppt/media/image118.png" Id="Rbab95fac2b6042f5" /><Relationship Type="http://schemas.openxmlformats.org/officeDocument/2006/relationships/image" Target="/ppt/media/image118.svg" Id="Ra1a01fa791014dc5" /><Relationship Type="http://schemas.openxmlformats.org/officeDocument/2006/relationships/image" Target="/ppt/media/image119.png" Id="R85eaebd57e9b499a" /><Relationship Type="http://schemas.openxmlformats.org/officeDocument/2006/relationships/image" Target="/ppt/media/image119.svg" Id="Rcfff0c96236a4004" /><Relationship Type="http://schemas.openxmlformats.org/officeDocument/2006/relationships/image" Target="/ppt/media/image120.png" Id="R6d02c47f5234401e" /><Relationship Type="http://schemas.openxmlformats.org/officeDocument/2006/relationships/image" Target="/ppt/media/image120.svg" Id="R75a525c2e85a4348" /><Relationship Type="http://schemas.openxmlformats.org/officeDocument/2006/relationships/image" Target="/ppt/media/image121.png" Id="R28fa4a9ec6b9485b" /><Relationship Type="http://schemas.openxmlformats.org/officeDocument/2006/relationships/image" Target="/ppt/media/image121.svg" Id="R20251690107f4c29" /><Relationship Type="http://schemas.openxmlformats.org/officeDocument/2006/relationships/image" Target="/ppt/media/image122.png" Id="R1b2e6eee171642d5" /><Relationship Type="http://schemas.openxmlformats.org/officeDocument/2006/relationships/image" Target="/ppt/media/image122.svg" Id="R50ac72c6df2b4242" /><Relationship Type="http://schemas.openxmlformats.org/officeDocument/2006/relationships/image" Target="/ppt/media/image123.png" Id="R5756a9bb1c6147dc" /><Relationship Type="http://schemas.openxmlformats.org/officeDocument/2006/relationships/image" Target="/ppt/media/image123.svg" Id="Rcf124922ce0342f2" /><Relationship Type="http://schemas.openxmlformats.org/officeDocument/2006/relationships/image" Target="/ppt/media/image124.png" Id="R85152d55bf4744fb" /><Relationship Type="http://schemas.openxmlformats.org/officeDocument/2006/relationships/image" Target="/ppt/media/image124.svg" Id="Rf7d1243b72b949a8" /><Relationship Type="http://schemas.openxmlformats.org/officeDocument/2006/relationships/image" Target="/ppt/media/image125.png" Id="R53bba9e10f744853" /><Relationship Type="http://schemas.openxmlformats.org/officeDocument/2006/relationships/image" Target="/ppt/media/image125.svg" Id="Rdacdc8631e9c4d3e" /><Relationship Type="http://schemas.openxmlformats.org/officeDocument/2006/relationships/notesSlide" Target="/ppt/notesSlides/notesSlide14.xml" Id="R87566c1f91db4b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3273e4d494b31" /><Relationship Type="http://schemas.openxmlformats.org/officeDocument/2006/relationships/image" Target="/ppt/media/image126.png" Id="R98cf4a4225d44e5f" /><Relationship Type="http://schemas.openxmlformats.org/officeDocument/2006/relationships/image" Target="/ppt/media/image126.svg" Id="Rf8228d3760e540fa" /><Relationship Type="http://schemas.openxmlformats.org/officeDocument/2006/relationships/image" Target="/ppt/media/image127.png" Id="R9e8ef471bd3b4a28" /><Relationship Type="http://schemas.openxmlformats.org/officeDocument/2006/relationships/image" Target="/ppt/media/image127.svg" Id="R03bcd9f618d24930" /><Relationship Type="http://schemas.openxmlformats.org/officeDocument/2006/relationships/image" Target="/ppt/media/image128.png" Id="R45b346f1f9ba42bc" /><Relationship Type="http://schemas.openxmlformats.org/officeDocument/2006/relationships/image" Target="/ppt/media/image128.svg" Id="R67c28a1523f24c91" /><Relationship Type="http://schemas.openxmlformats.org/officeDocument/2006/relationships/image" Target="/ppt/media/image129.png" Id="R13b7a695c4d44b91" /><Relationship Type="http://schemas.openxmlformats.org/officeDocument/2006/relationships/image" Target="/ppt/media/image129.svg" Id="Rfb632dbb1ad44d1e" /><Relationship Type="http://schemas.openxmlformats.org/officeDocument/2006/relationships/image" Target="/ppt/media/image130.png" Id="R31b04be4027b4852" /><Relationship Type="http://schemas.openxmlformats.org/officeDocument/2006/relationships/image" Target="/ppt/media/image130.svg" Id="R6b52c34f568743a5" /><Relationship Type="http://schemas.openxmlformats.org/officeDocument/2006/relationships/image" Target="/ppt/media/image131.png" Id="Re997a1ef8e034bf4" /><Relationship Type="http://schemas.openxmlformats.org/officeDocument/2006/relationships/image" Target="/ppt/media/image131.svg" Id="Reeb38a25c5e24dd7" /><Relationship Type="http://schemas.openxmlformats.org/officeDocument/2006/relationships/image" Target="/ppt/media/image132.png" Id="R4a20062da2fd4556" /><Relationship Type="http://schemas.openxmlformats.org/officeDocument/2006/relationships/image" Target="/ppt/media/image132.svg" Id="R60a436141be548a9" /><Relationship Type="http://schemas.openxmlformats.org/officeDocument/2006/relationships/image" Target="/ppt/media/image133.png" Id="R6a05dc1d58914d5c" /><Relationship Type="http://schemas.openxmlformats.org/officeDocument/2006/relationships/image" Target="/ppt/media/image133.svg" Id="Red9ed7b104e94533" /><Relationship Type="http://schemas.openxmlformats.org/officeDocument/2006/relationships/image" Target="/ppt/media/image134.png" Id="R77169adee29c4d57" /><Relationship Type="http://schemas.openxmlformats.org/officeDocument/2006/relationships/image" Target="/ppt/media/image134.svg" Id="R88717bd735234f29" /><Relationship Type="http://schemas.openxmlformats.org/officeDocument/2006/relationships/image" Target="/ppt/media/image135.png" Id="R38f7f8c4b2f74b8d" /><Relationship Type="http://schemas.openxmlformats.org/officeDocument/2006/relationships/image" Target="/ppt/media/image135.svg" Id="R09e2dc8e679d4eec" /><Relationship Type="http://schemas.openxmlformats.org/officeDocument/2006/relationships/image" Target="/ppt/media/image136.png" Id="R2c7e295b7cef4495" /><Relationship Type="http://schemas.openxmlformats.org/officeDocument/2006/relationships/image" Target="/ppt/media/image136.svg" Id="R13deed434fdd4e1a" /><Relationship Type="http://schemas.openxmlformats.org/officeDocument/2006/relationships/image" Target="/ppt/media/image137.png" Id="R6d89bcb9d1c4411b" /><Relationship Type="http://schemas.openxmlformats.org/officeDocument/2006/relationships/image" Target="/ppt/media/image137.svg" Id="R2b7449fe2d754742" /><Relationship Type="http://schemas.openxmlformats.org/officeDocument/2006/relationships/image" Target="/ppt/media/image138.png" Id="R4ebec684d0a749b8" /><Relationship Type="http://schemas.openxmlformats.org/officeDocument/2006/relationships/image" Target="/ppt/media/image138.svg" Id="R0a96004e76d84096" /><Relationship Type="http://schemas.openxmlformats.org/officeDocument/2006/relationships/image" Target="/ppt/media/image139.png" Id="R31ced9d958604a86" /><Relationship Type="http://schemas.openxmlformats.org/officeDocument/2006/relationships/image" Target="/ppt/media/image139.svg" Id="Ra733a055d72047d4" /><Relationship Type="http://schemas.openxmlformats.org/officeDocument/2006/relationships/notesSlide" Target="/ppt/notesSlides/notesSlide15.xml" Id="Rbffda01500e24de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ddfa4866b4610" /><Relationship Type="http://schemas.openxmlformats.org/officeDocument/2006/relationships/image" Target="/ppt/media/image140.png" Id="R4d6987998c9f49f3" /><Relationship Type="http://schemas.openxmlformats.org/officeDocument/2006/relationships/image" Target="/ppt/media/image140.svg" Id="R096e6054a12541a9" /><Relationship Type="http://schemas.openxmlformats.org/officeDocument/2006/relationships/image" Target="/ppt/media/image141.png" Id="Rc4ea94308a9b4a1b" /><Relationship Type="http://schemas.openxmlformats.org/officeDocument/2006/relationships/image" Target="/ppt/media/image141.svg" Id="R0be7e3129335425c" /><Relationship Type="http://schemas.openxmlformats.org/officeDocument/2006/relationships/image" Target="/ppt/media/image142.png" Id="R0130dcb9674f41ef" /><Relationship Type="http://schemas.openxmlformats.org/officeDocument/2006/relationships/image" Target="/ppt/media/image142.svg" Id="R6e4bb1057810462d" /><Relationship Type="http://schemas.openxmlformats.org/officeDocument/2006/relationships/image" Target="/ppt/media/image143.png" Id="Rec1ed5b68de04a56" /><Relationship Type="http://schemas.openxmlformats.org/officeDocument/2006/relationships/image" Target="/ppt/media/image143.svg" Id="R7184838b28c84cab" /><Relationship Type="http://schemas.openxmlformats.org/officeDocument/2006/relationships/image" Target="/ppt/media/image144.png" Id="R84133a88facd44f3" /><Relationship Type="http://schemas.openxmlformats.org/officeDocument/2006/relationships/image" Target="/ppt/media/image144.svg" Id="R00fb8e7740df4f8a" /><Relationship Type="http://schemas.openxmlformats.org/officeDocument/2006/relationships/image" Target="/ppt/media/image145.png" Id="R9cc1c6640a0f4fed" /><Relationship Type="http://schemas.openxmlformats.org/officeDocument/2006/relationships/image" Target="/ppt/media/image145.svg" Id="Rec94985b223a49e7" /><Relationship Type="http://schemas.openxmlformats.org/officeDocument/2006/relationships/image" Target="/ppt/media/image146.png" Id="R45fa90f5aac04763" /><Relationship Type="http://schemas.openxmlformats.org/officeDocument/2006/relationships/image" Target="/ppt/media/image146.svg" Id="Rb28c9019ff7e42b2" /><Relationship Type="http://schemas.openxmlformats.org/officeDocument/2006/relationships/image" Target="/ppt/media/image147.png" Id="R686a47c16fc64b72" /><Relationship Type="http://schemas.openxmlformats.org/officeDocument/2006/relationships/image" Target="/ppt/media/image147.svg" Id="R8aa8d2d671e74d07" /><Relationship Type="http://schemas.openxmlformats.org/officeDocument/2006/relationships/image" Target="/ppt/media/image148.png" Id="Rcf3cfadd932c47ac" /><Relationship Type="http://schemas.openxmlformats.org/officeDocument/2006/relationships/image" Target="/ppt/media/image148.svg" Id="Rb56ee282123144ca" /><Relationship Type="http://schemas.openxmlformats.org/officeDocument/2006/relationships/image" Target="/ppt/media/image149.png" Id="R38a709697ef5483a" /><Relationship Type="http://schemas.openxmlformats.org/officeDocument/2006/relationships/image" Target="/ppt/media/image149.svg" Id="R799ee306264f43a8" /><Relationship Type="http://schemas.openxmlformats.org/officeDocument/2006/relationships/image" Target="/ppt/media/image150.png" Id="R603eccac78bc43a3" /><Relationship Type="http://schemas.openxmlformats.org/officeDocument/2006/relationships/image" Target="/ppt/media/image150.svg" Id="R06acb296087f4c78" /><Relationship Type="http://schemas.openxmlformats.org/officeDocument/2006/relationships/image" Target="/ppt/media/image151.png" Id="R3b4021d9485e42f1" /><Relationship Type="http://schemas.openxmlformats.org/officeDocument/2006/relationships/image" Target="/ppt/media/image151.svg" Id="R38a5df5e362d4930" /><Relationship Type="http://schemas.openxmlformats.org/officeDocument/2006/relationships/image" Target="/ppt/media/image152.png" Id="R561c14a57975460b" /><Relationship Type="http://schemas.openxmlformats.org/officeDocument/2006/relationships/image" Target="/ppt/media/image152.svg" Id="R96dcac9aee074923" /><Relationship Type="http://schemas.openxmlformats.org/officeDocument/2006/relationships/image" Target="/ppt/media/image153.png" Id="Raaa8df157b9c4e02" /><Relationship Type="http://schemas.openxmlformats.org/officeDocument/2006/relationships/image" Target="/ppt/media/image153.svg" Id="Rc774e56d4ea84542" /><Relationship Type="http://schemas.openxmlformats.org/officeDocument/2006/relationships/image" Target="/ppt/media/image154.png" Id="R769741d752ab4035" /><Relationship Type="http://schemas.openxmlformats.org/officeDocument/2006/relationships/image" Target="/ppt/media/image154.svg" Id="R414d14b19a234c6b" /><Relationship Type="http://schemas.openxmlformats.org/officeDocument/2006/relationships/notesSlide" Target="/ppt/notesSlides/notesSlide16.xml" Id="R21edf52c8b044c4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b6e56ad2414dc5" /><Relationship Type="http://schemas.openxmlformats.org/officeDocument/2006/relationships/notesSlide" Target="/ppt/notesSlides/notesSlide17.xml" Id="R8faf0b98120c4f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09048f8764f45" /><Relationship Type="http://schemas.openxmlformats.org/officeDocument/2006/relationships/image" Target="/ppt/media/image155.png" Id="Rca7e9f4f78144e90" /><Relationship Type="http://schemas.openxmlformats.org/officeDocument/2006/relationships/image" Target="/ppt/media/image155.svg" Id="R040dc1b2f75a412e" /><Relationship Type="http://schemas.openxmlformats.org/officeDocument/2006/relationships/image" Target="/ppt/media/image156.png" Id="Ra934e0003fdf401f" /><Relationship Type="http://schemas.openxmlformats.org/officeDocument/2006/relationships/image" Target="/ppt/media/image156.svg" Id="R720e474078f74aa5" /><Relationship Type="http://schemas.openxmlformats.org/officeDocument/2006/relationships/image" Target="/ppt/media/image157.png" Id="Rc15d6cf34a5d4a5f" /><Relationship Type="http://schemas.openxmlformats.org/officeDocument/2006/relationships/image" Target="/ppt/media/image157.svg" Id="R9853c99203bf4a35" /><Relationship Type="http://schemas.openxmlformats.org/officeDocument/2006/relationships/image" Target="/ppt/media/image158.png" Id="Re933967caa6f4e21" /><Relationship Type="http://schemas.openxmlformats.org/officeDocument/2006/relationships/image" Target="/ppt/media/image158.svg" Id="Re349a4396c8840aa" /><Relationship Type="http://schemas.openxmlformats.org/officeDocument/2006/relationships/image" Target="/ppt/media/image159.png" Id="Rb33ea5f2518b464c" /><Relationship Type="http://schemas.openxmlformats.org/officeDocument/2006/relationships/image" Target="/ppt/media/image159.svg" Id="Re4856d90299b4f81" /><Relationship Type="http://schemas.openxmlformats.org/officeDocument/2006/relationships/image" Target="/ppt/media/image160.png" Id="Rdd7b38b8c30f4ecf" /><Relationship Type="http://schemas.openxmlformats.org/officeDocument/2006/relationships/image" Target="/ppt/media/image160.svg" Id="R5490ca1f31c94ca7" /><Relationship Type="http://schemas.openxmlformats.org/officeDocument/2006/relationships/image" Target="/ppt/media/image161.png" Id="Rb538df5e37fd401c" /><Relationship Type="http://schemas.openxmlformats.org/officeDocument/2006/relationships/image" Target="/ppt/media/image161.svg" Id="R20e53411ab724fe9" /><Relationship Type="http://schemas.openxmlformats.org/officeDocument/2006/relationships/notesSlide" Target="/ppt/notesSlides/notesSlide18.xml" Id="R9d7ec201ddb047c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c05e8cf4434fbc" /><Relationship Type="http://schemas.openxmlformats.org/officeDocument/2006/relationships/image" Target="/ppt/media/image162.png" Id="Rcfc94c979242434a" /><Relationship Type="http://schemas.openxmlformats.org/officeDocument/2006/relationships/image" Target="/ppt/media/image162.svg" Id="R236cb69e31d749fb" /><Relationship Type="http://schemas.openxmlformats.org/officeDocument/2006/relationships/image" Target="/ppt/media/image163.png" Id="R3a07fdcb3be54fc9" /><Relationship Type="http://schemas.openxmlformats.org/officeDocument/2006/relationships/image" Target="/ppt/media/image163.svg" Id="R26112d3b5dce4d95" /><Relationship Type="http://schemas.openxmlformats.org/officeDocument/2006/relationships/image" Target="/ppt/media/image164.png" Id="Re15933cfad1c4b8a" /><Relationship Type="http://schemas.openxmlformats.org/officeDocument/2006/relationships/image" Target="/ppt/media/image164.svg" Id="R9c7703c88c04486d" /><Relationship Type="http://schemas.openxmlformats.org/officeDocument/2006/relationships/image" Target="/ppt/media/image165.png" Id="R42f909c96e4742c2" /><Relationship Type="http://schemas.openxmlformats.org/officeDocument/2006/relationships/image" Target="/ppt/media/image165.svg" Id="R60663db921a4477a" /><Relationship Type="http://schemas.openxmlformats.org/officeDocument/2006/relationships/image" Target="/ppt/media/image166.png" Id="Rb867517b92834eb9" /><Relationship Type="http://schemas.openxmlformats.org/officeDocument/2006/relationships/image" Target="/ppt/media/image166.svg" Id="R5bd747e64bc04bef" /><Relationship Type="http://schemas.openxmlformats.org/officeDocument/2006/relationships/image" Target="/ppt/media/image167.png" Id="Rc84d5c9b310f489a" /><Relationship Type="http://schemas.openxmlformats.org/officeDocument/2006/relationships/image" Target="/ppt/media/image167.svg" Id="Rcd93cde3c9a64fd8" /><Relationship Type="http://schemas.openxmlformats.org/officeDocument/2006/relationships/image" Target="/ppt/media/image168.png" Id="R896c0ddd476f4613" /><Relationship Type="http://schemas.openxmlformats.org/officeDocument/2006/relationships/image" Target="/ppt/media/image168.svg" Id="R923c23e3923b490f" /><Relationship Type="http://schemas.openxmlformats.org/officeDocument/2006/relationships/image" Target="/ppt/media/image169.png" Id="R2e968d2b48fc4a1e" /><Relationship Type="http://schemas.openxmlformats.org/officeDocument/2006/relationships/image" Target="/ppt/media/image169.svg" Id="R4ae820050c1c4116" /><Relationship Type="http://schemas.openxmlformats.org/officeDocument/2006/relationships/notesSlide" Target="/ppt/notesSlides/notesSlide19.xml" Id="R956a5b104738486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1aa98130340bd" /><Relationship Type="http://schemas.openxmlformats.org/officeDocument/2006/relationships/image" Target="/ppt/media/image170.png" Id="R8e5fdf98a0b74f8b" /><Relationship Type="http://schemas.openxmlformats.org/officeDocument/2006/relationships/image" Target="/ppt/media/image170.svg" Id="R63647ab4d77c4603" /><Relationship Type="http://schemas.openxmlformats.org/officeDocument/2006/relationships/image" Target="/ppt/media/image171.png" Id="Reb5c754ea5964509" /><Relationship Type="http://schemas.openxmlformats.org/officeDocument/2006/relationships/image" Target="/ppt/media/image171.svg" Id="R181dcfd60ea643a5" /><Relationship Type="http://schemas.openxmlformats.org/officeDocument/2006/relationships/image" Target="/ppt/media/image172.png" Id="R62ec2bc0722746ca" /><Relationship Type="http://schemas.openxmlformats.org/officeDocument/2006/relationships/image" Target="/ppt/media/image172.svg" Id="R87959fafbf8b47d0" /><Relationship Type="http://schemas.openxmlformats.org/officeDocument/2006/relationships/image" Target="/ppt/media/image173.png" Id="R85a1d348909c49e8" /><Relationship Type="http://schemas.openxmlformats.org/officeDocument/2006/relationships/image" Target="/ppt/media/image173.svg" Id="R6a6d737130374738" /><Relationship Type="http://schemas.openxmlformats.org/officeDocument/2006/relationships/image" Target="/ppt/media/image174.png" Id="Rbd6dbcd172b440d1" /><Relationship Type="http://schemas.openxmlformats.org/officeDocument/2006/relationships/image" Target="/ppt/media/image174.svg" Id="R28be831b801a42d5" /><Relationship Type="http://schemas.openxmlformats.org/officeDocument/2006/relationships/image" Target="/ppt/media/image175.png" Id="R1c852151c5574371" /><Relationship Type="http://schemas.openxmlformats.org/officeDocument/2006/relationships/image" Target="/ppt/media/image175.svg" Id="Re15aa6f7765e4eeb" /><Relationship Type="http://schemas.openxmlformats.org/officeDocument/2006/relationships/image" Target="/ppt/media/image176.png" Id="R8d4c8f07b9964380" /><Relationship Type="http://schemas.openxmlformats.org/officeDocument/2006/relationships/image" Target="/ppt/media/image176.svg" Id="R2f29e1ef9c7740a9" /><Relationship Type="http://schemas.openxmlformats.org/officeDocument/2006/relationships/image" Target="/ppt/media/image177.png" Id="R5d7dc3c53b124ea5" /><Relationship Type="http://schemas.openxmlformats.org/officeDocument/2006/relationships/image" Target="/ppt/media/image177.svg" Id="R6f117e4879d84486" /><Relationship Type="http://schemas.openxmlformats.org/officeDocument/2006/relationships/image" Target="/ppt/media/image178.png" Id="R6a510b403629404f" /><Relationship Type="http://schemas.openxmlformats.org/officeDocument/2006/relationships/image" Target="/ppt/media/image178.svg" Id="R8cdfe5bc9fb6465f" /><Relationship Type="http://schemas.openxmlformats.org/officeDocument/2006/relationships/notesSlide" Target="/ppt/notesSlides/notesSlide20.xml" Id="Rbf71e7d7c535400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4254edeec4e0c" /><Relationship Type="http://schemas.openxmlformats.org/officeDocument/2006/relationships/image" Target="/ppt/media/image179.png" Id="R8c9fe000ddf24c42" /><Relationship Type="http://schemas.openxmlformats.org/officeDocument/2006/relationships/image" Target="/ppt/media/image179.svg" Id="R3c3d02f5056b4493" /><Relationship Type="http://schemas.openxmlformats.org/officeDocument/2006/relationships/image" Target="/ppt/media/image180.png" Id="Rbf3f8710712e45ae" /><Relationship Type="http://schemas.openxmlformats.org/officeDocument/2006/relationships/image" Target="/ppt/media/image180.svg" Id="R00c705c43ed241a7" /><Relationship Type="http://schemas.openxmlformats.org/officeDocument/2006/relationships/image" Target="/ppt/media/image181.png" Id="Rf6400137c843405a" /><Relationship Type="http://schemas.openxmlformats.org/officeDocument/2006/relationships/image" Target="/ppt/media/image181.svg" Id="Rcef3338e50cd4d00" /><Relationship Type="http://schemas.openxmlformats.org/officeDocument/2006/relationships/image" Target="/ppt/media/image182.png" Id="Rd3a9e7f3ae1e49d8" /><Relationship Type="http://schemas.openxmlformats.org/officeDocument/2006/relationships/image" Target="/ppt/media/image182.svg" Id="R4d25fc07bce644d7" /><Relationship Type="http://schemas.openxmlformats.org/officeDocument/2006/relationships/image" Target="/ppt/media/image183.png" Id="Radeeb336d95b448f" /><Relationship Type="http://schemas.openxmlformats.org/officeDocument/2006/relationships/image" Target="/ppt/media/image183.svg" Id="R5661b41c5831483b" /><Relationship Type="http://schemas.openxmlformats.org/officeDocument/2006/relationships/image" Target="/ppt/media/image184.png" Id="R6476228b7ceb4a25" /><Relationship Type="http://schemas.openxmlformats.org/officeDocument/2006/relationships/image" Target="/ppt/media/image184.svg" Id="Rbef0c7b5dce5439f" /><Relationship Type="http://schemas.openxmlformats.org/officeDocument/2006/relationships/image" Target="/ppt/media/image185.png" Id="R1e038d0f58a649b4" /><Relationship Type="http://schemas.openxmlformats.org/officeDocument/2006/relationships/image" Target="/ppt/media/image185.svg" Id="Rce6ae6c2484c4014" /><Relationship Type="http://schemas.openxmlformats.org/officeDocument/2006/relationships/image" Target="/ppt/media/image186.png" Id="Rf9d85a23e08b4c33" /><Relationship Type="http://schemas.openxmlformats.org/officeDocument/2006/relationships/image" Target="/ppt/media/image186.svg" Id="Rb1bf93e205c34f5b" /><Relationship Type="http://schemas.openxmlformats.org/officeDocument/2006/relationships/image" Target="/ppt/media/image187.png" Id="R38a98c2fe2274778" /><Relationship Type="http://schemas.openxmlformats.org/officeDocument/2006/relationships/image" Target="/ppt/media/image187.svg" Id="R0510204425c04052" /><Relationship Type="http://schemas.openxmlformats.org/officeDocument/2006/relationships/image" Target="/ppt/media/image188.png" Id="R041aca7c22544bff" /><Relationship Type="http://schemas.openxmlformats.org/officeDocument/2006/relationships/image" Target="/ppt/media/image188.svg" Id="R8f4498e73f0b4055" /><Relationship Type="http://schemas.openxmlformats.org/officeDocument/2006/relationships/notesSlide" Target="/ppt/notesSlides/notesSlide21.xml" Id="R927b2196f4c14bb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8371cdd204306" /><Relationship Type="http://schemas.openxmlformats.org/officeDocument/2006/relationships/image" Target="/ppt/media/image189.png" Id="Rb12ea88deae0418a" /><Relationship Type="http://schemas.openxmlformats.org/officeDocument/2006/relationships/image" Target="/ppt/media/image189.svg" Id="R89c1e32c33874f43" /><Relationship Type="http://schemas.openxmlformats.org/officeDocument/2006/relationships/image" Target="/ppt/media/image190.png" Id="R7b2cd1e532b743fd" /><Relationship Type="http://schemas.openxmlformats.org/officeDocument/2006/relationships/image" Target="/ppt/media/image190.svg" Id="Rd0f2bf2d5af3439d" /><Relationship Type="http://schemas.openxmlformats.org/officeDocument/2006/relationships/image" Target="/ppt/media/image191.png" Id="Rd0f945b582934623" /><Relationship Type="http://schemas.openxmlformats.org/officeDocument/2006/relationships/image" Target="/ppt/media/image191.svg" Id="Rfd36a947b9554631" /><Relationship Type="http://schemas.openxmlformats.org/officeDocument/2006/relationships/image" Target="/ppt/media/image192.png" Id="R86424dfdec6b4e88" /><Relationship Type="http://schemas.openxmlformats.org/officeDocument/2006/relationships/image" Target="/ppt/media/image192.svg" Id="R6676c767353d44b1" /><Relationship Type="http://schemas.openxmlformats.org/officeDocument/2006/relationships/image" Target="/ppt/media/image193.png" Id="R9284fea0d4114cec" /><Relationship Type="http://schemas.openxmlformats.org/officeDocument/2006/relationships/image" Target="/ppt/media/image193.svg" Id="Re7a101c441464732" /><Relationship Type="http://schemas.openxmlformats.org/officeDocument/2006/relationships/image" Target="/ppt/media/image194.png" Id="Rbcf2c6ca44374561" /><Relationship Type="http://schemas.openxmlformats.org/officeDocument/2006/relationships/image" Target="/ppt/media/image194.svg" Id="R1c0a38d342144633" /><Relationship Type="http://schemas.openxmlformats.org/officeDocument/2006/relationships/image" Target="/ppt/media/image195.png" Id="R411e33874bc74ed0" /><Relationship Type="http://schemas.openxmlformats.org/officeDocument/2006/relationships/image" Target="/ppt/media/image195.svg" Id="R94c8d3500cd24ed3" /><Relationship Type="http://schemas.openxmlformats.org/officeDocument/2006/relationships/image" Target="/ppt/media/image196.png" Id="Rc9e0e53920cc4a33" /><Relationship Type="http://schemas.openxmlformats.org/officeDocument/2006/relationships/image" Target="/ppt/media/image196.svg" Id="Rd7fbdea817ba4868" /><Relationship Type="http://schemas.openxmlformats.org/officeDocument/2006/relationships/image" Target="/ppt/media/image197.png" Id="R5ca055059c284287" /><Relationship Type="http://schemas.openxmlformats.org/officeDocument/2006/relationships/image" Target="/ppt/media/image197.svg" Id="Ree496e1cbf7746e5" /><Relationship Type="http://schemas.openxmlformats.org/officeDocument/2006/relationships/image" Target="/ppt/media/image198.png" Id="R4bd419b2363c4012" /><Relationship Type="http://schemas.openxmlformats.org/officeDocument/2006/relationships/image" Target="/ppt/media/image198.svg" Id="R2ced5b98130c4e5d" /><Relationship Type="http://schemas.openxmlformats.org/officeDocument/2006/relationships/image" Target="/ppt/media/image199.png" Id="R0c59900bebb149fa" /><Relationship Type="http://schemas.openxmlformats.org/officeDocument/2006/relationships/image" Target="/ppt/media/image199.svg" Id="R6d60e923fb714bf8" /><Relationship Type="http://schemas.openxmlformats.org/officeDocument/2006/relationships/notesSlide" Target="/ppt/notesSlides/notesSlide22.xml" Id="Rc8de69b0415942b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fbbd468a24224" /><Relationship Type="http://schemas.openxmlformats.org/officeDocument/2006/relationships/image" Target="/ppt/media/image200.png" Id="R1af64ecbbf474db0" /><Relationship Type="http://schemas.openxmlformats.org/officeDocument/2006/relationships/image" Target="/ppt/media/image200.svg" Id="R119b6e8ae3f6475a" /><Relationship Type="http://schemas.openxmlformats.org/officeDocument/2006/relationships/image" Target="/ppt/media/image201.png" Id="R1d094cc72829470b" /><Relationship Type="http://schemas.openxmlformats.org/officeDocument/2006/relationships/image" Target="/ppt/media/image201.svg" Id="R237f076577774b84" /><Relationship Type="http://schemas.openxmlformats.org/officeDocument/2006/relationships/image" Target="/ppt/media/image202.png" Id="R394f841c88b74148" /><Relationship Type="http://schemas.openxmlformats.org/officeDocument/2006/relationships/image" Target="/ppt/media/image202.svg" Id="R40755f9034bc4e2d" /><Relationship Type="http://schemas.openxmlformats.org/officeDocument/2006/relationships/image" Target="/ppt/media/image203.png" Id="R0994e4b5b99e49cb" /><Relationship Type="http://schemas.openxmlformats.org/officeDocument/2006/relationships/image" Target="/ppt/media/image203.svg" Id="R183e310ce222459c" /><Relationship Type="http://schemas.openxmlformats.org/officeDocument/2006/relationships/image" Target="/ppt/media/image204.png" Id="Re18ee41633ba4aca" /><Relationship Type="http://schemas.openxmlformats.org/officeDocument/2006/relationships/image" Target="/ppt/media/image204.svg" Id="Rba627f7dfd6c4c65" /><Relationship Type="http://schemas.openxmlformats.org/officeDocument/2006/relationships/image" Target="/ppt/media/image205.png" Id="Rf633827b2873473d" /><Relationship Type="http://schemas.openxmlformats.org/officeDocument/2006/relationships/image" Target="/ppt/media/image205.svg" Id="Rd8fddb407c014247" /><Relationship Type="http://schemas.openxmlformats.org/officeDocument/2006/relationships/image" Target="/ppt/media/image206.png" Id="R6d1633373e5f4744" /><Relationship Type="http://schemas.openxmlformats.org/officeDocument/2006/relationships/image" Target="/ppt/media/image206.svg" Id="R43f598889c594338" /><Relationship Type="http://schemas.openxmlformats.org/officeDocument/2006/relationships/image" Target="/ppt/media/image207.png" Id="Rdac19662f0c2488f" /><Relationship Type="http://schemas.openxmlformats.org/officeDocument/2006/relationships/image" Target="/ppt/media/image207.svg" Id="R70e71530ecd74492" /><Relationship Type="http://schemas.openxmlformats.org/officeDocument/2006/relationships/image" Target="/ppt/media/image208.png" Id="R84aa79debf4a4018" /><Relationship Type="http://schemas.openxmlformats.org/officeDocument/2006/relationships/image" Target="/ppt/media/image208.svg" Id="R8222b4c898a04687" /><Relationship Type="http://schemas.openxmlformats.org/officeDocument/2006/relationships/image" Target="/ppt/media/image209.png" Id="R344e28a24497458d" /><Relationship Type="http://schemas.openxmlformats.org/officeDocument/2006/relationships/image" Target="/ppt/media/image209.svg" Id="R22e6f1b1b4be4055" /><Relationship Type="http://schemas.openxmlformats.org/officeDocument/2006/relationships/image" Target="/ppt/media/image210.png" Id="R2f5e22dee9bf48dc" /><Relationship Type="http://schemas.openxmlformats.org/officeDocument/2006/relationships/image" Target="/ppt/media/image210.svg" Id="Re6807f32c9934249" /><Relationship Type="http://schemas.openxmlformats.org/officeDocument/2006/relationships/image" Target="/ppt/media/image211.png" Id="R4cb88425fe194f40" /><Relationship Type="http://schemas.openxmlformats.org/officeDocument/2006/relationships/image" Target="/ppt/media/image211.svg" Id="R68ba942204604182" /><Relationship Type="http://schemas.openxmlformats.org/officeDocument/2006/relationships/notesSlide" Target="/ppt/notesSlides/notesSlide23.xml" Id="Rb3fdfb3739dc42c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ab1a32d634d06" /><Relationship Type="http://schemas.openxmlformats.org/officeDocument/2006/relationships/image" Target="/ppt/media/image212.png" Id="R5b7f9d61d83047f1" /><Relationship Type="http://schemas.openxmlformats.org/officeDocument/2006/relationships/image" Target="/ppt/media/image212.svg" Id="R88e1bc26b9784427" /><Relationship Type="http://schemas.openxmlformats.org/officeDocument/2006/relationships/image" Target="/ppt/media/image213.png" Id="R2fae7d54586c42b9" /><Relationship Type="http://schemas.openxmlformats.org/officeDocument/2006/relationships/image" Target="/ppt/media/image213.svg" Id="Re5b4b4c6335446d8" /><Relationship Type="http://schemas.openxmlformats.org/officeDocument/2006/relationships/image" Target="/ppt/media/image214.png" Id="R40ee00072ece46ed" /><Relationship Type="http://schemas.openxmlformats.org/officeDocument/2006/relationships/image" Target="/ppt/media/image214.svg" Id="Rc97d8b7ea05d4c38" /><Relationship Type="http://schemas.openxmlformats.org/officeDocument/2006/relationships/image" Target="/ppt/media/image215.png" Id="R007475e385114d8e" /><Relationship Type="http://schemas.openxmlformats.org/officeDocument/2006/relationships/image" Target="/ppt/media/image215.svg" Id="Re37cf2304aaf4192" /><Relationship Type="http://schemas.openxmlformats.org/officeDocument/2006/relationships/image" Target="/ppt/media/image216.png" Id="R35a530e39c0640ce" /><Relationship Type="http://schemas.openxmlformats.org/officeDocument/2006/relationships/image" Target="/ppt/media/image216.svg" Id="Re7289d0fc2824bc5" /><Relationship Type="http://schemas.openxmlformats.org/officeDocument/2006/relationships/image" Target="/ppt/media/image217.png" Id="Rb6acd6767bc0461e" /><Relationship Type="http://schemas.openxmlformats.org/officeDocument/2006/relationships/image" Target="/ppt/media/image217.svg" Id="Rb1f254fee3f44dce" /><Relationship Type="http://schemas.openxmlformats.org/officeDocument/2006/relationships/image" Target="/ppt/media/image218.png" Id="Ree15742730694dc8" /><Relationship Type="http://schemas.openxmlformats.org/officeDocument/2006/relationships/image" Target="/ppt/media/image218.svg" Id="R501c28a8980242b4" /><Relationship Type="http://schemas.openxmlformats.org/officeDocument/2006/relationships/image" Target="/ppt/media/image219.png" Id="R2721b52724bc446c" /><Relationship Type="http://schemas.openxmlformats.org/officeDocument/2006/relationships/image" Target="/ppt/media/image219.svg" Id="R7504acb47ef941cb" /><Relationship Type="http://schemas.openxmlformats.org/officeDocument/2006/relationships/image" Target="/ppt/media/image220.png" Id="R47cd0c66a2fd4186" /><Relationship Type="http://schemas.openxmlformats.org/officeDocument/2006/relationships/image" Target="/ppt/media/image220.svg" Id="R44999ce98385420e" /><Relationship Type="http://schemas.openxmlformats.org/officeDocument/2006/relationships/image" Target="/ppt/media/image221.png" Id="R8f0213e4a4ab4ed4" /><Relationship Type="http://schemas.openxmlformats.org/officeDocument/2006/relationships/image" Target="/ppt/media/image221.svg" Id="R1472778850cd4e44" /><Relationship Type="http://schemas.openxmlformats.org/officeDocument/2006/relationships/image" Target="/ppt/media/image222.png" Id="R8638277cafa3483e" /><Relationship Type="http://schemas.openxmlformats.org/officeDocument/2006/relationships/image" Target="/ppt/media/image222.svg" Id="R31b0d1a963e24d50" /><Relationship Type="http://schemas.openxmlformats.org/officeDocument/2006/relationships/image" Target="/ppt/media/image223.png" Id="R9ef2b693b08c45e1" /><Relationship Type="http://schemas.openxmlformats.org/officeDocument/2006/relationships/image" Target="/ppt/media/image223.svg" Id="R9b99b542b9b240ed" /><Relationship Type="http://schemas.openxmlformats.org/officeDocument/2006/relationships/image" Target="/ppt/media/image224.png" Id="R37cd7ae622ec463c" /><Relationship Type="http://schemas.openxmlformats.org/officeDocument/2006/relationships/image" Target="/ppt/media/image224.svg" Id="Rce136cb873974d30" /><Relationship Type="http://schemas.openxmlformats.org/officeDocument/2006/relationships/notesSlide" Target="/ppt/notesSlides/notesSlide24.xml" Id="R60268143cf2b438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f4cecc4344e90" /><Relationship Type="http://schemas.openxmlformats.org/officeDocument/2006/relationships/notesSlide" Target="/ppt/notesSlides/notesSlide25.xml" Id="Reee43416ff914aa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5277fe4a14726" /><Relationship Type="http://schemas.openxmlformats.org/officeDocument/2006/relationships/image" Target="/ppt/media/image225.png" Id="Rb9ddabb0b37e4543" /><Relationship Type="http://schemas.openxmlformats.org/officeDocument/2006/relationships/image" Target="/ppt/media/image225.svg" Id="Rfa59edb27c9648b1" /><Relationship Type="http://schemas.openxmlformats.org/officeDocument/2006/relationships/image" Target="/ppt/media/image226.png" Id="Rb6b3f7d2ed0a450a" /><Relationship Type="http://schemas.openxmlformats.org/officeDocument/2006/relationships/image" Target="/ppt/media/image226.svg" Id="R8507db4886bb4ca7" /><Relationship Type="http://schemas.openxmlformats.org/officeDocument/2006/relationships/image" Target="/ppt/media/image227.png" Id="R5f5b7527b0dd49a5" /><Relationship Type="http://schemas.openxmlformats.org/officeDocument/2006/relationships/image" Target="/ppt/media/image227.svg" Id="Rbc7702f3e6134f02" /><Relationship Type="http://schemas.openxmlformats.org/officeDocument/2006/relationships/image" Target="/ppt/media/image228.png" Id="R39688f8a97b64e25" /><Relationship Type="http://schemas.openxmlformats.org/officeDocument/2006/relationships/image" Target="/ppt/media/image228.svg" Id="R648aa35be40c4db2" /><Relationship Type="http://schemas.openxmlformats.org/officeDocument/2006/relationships/image" Target="/ppt/media/image229.png" Id="R87dcecf2c2e348fb" /><Relationship Type="http://schemas.openxmlformats.org/officeDocument/2006/relationships/image" Target="/ppt/media/image229.svg" Id="R141073d363364b8f" /><Relationship Type="http://schemas.openxmlformats.org/officeDocument/2006/relationships/image" Target="/ppt/media/image230.png" Id="R0219b5ba04274e88" /><Relationship Type="http://schemas.openxmlformats.org/officeDocument/2006/relationships/image" Target="/ppt/media/image230.svg" Id="Rf9deb8928c144a36" /><Relationship Type="http://schemas.openxmlformats.org/officeDocument/2006/relationships/image" Target="/ppt/media/image231.png" Id="R96b94234e15b400f" /><Relationship Type="http://schemas.openxmlformats.org/officeDocument/2006/relationships/image" Target="/ppt/media/image231.svg" Id="R6ee7b845936a4eb1" /><Relationship Type="http://schemas.openxmlformats.org/officeDocument/2006/relationships/image" Target="/ppt/media/image232.png" Id="R6ce909800a1b4a4b" /><Relationship Type="http://schemas.openxmlformats.org/officeDocument/2006/relationships/image" Target="/ppt/media/image232.svg" Id="Reb31ad04aa5040ec" /><Relationship Type="http://schemas.openxmlformats.org/officeDocument/2006/relationships/image" Target="/ppt/media/image233.png" Id="Re9e50cc47c9f4434" /><Relationship Type="http://schemas.openxmlformats.org/officeDocument/2006/relationships/image" Target="/ppt/media/image233.svg" Id="R4849651090264740" /><Relationship Type="http://schemas.openxmlformats.org/officeDocument/2006/relationships/notesSlide" Target="/ppt/notesSlides/notesSlide26.xml" Id="R8e127c626f0f432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15a7d387e4e18" /><Relationship Type="http://schemas.openxmlformats.org/officeDocument/2006/relationships/image" Target="/ppt/media/image234.png" Id="R538901af293649f2" /><Relationship Type="http://schemas.openxmlformats.org/officeDocument/2006/relationships/image" Target="/ppt/media/image234.svg" Id="Rc36f7fd3eed24da0" /><Relationship Type="http://schemas.openxmlformats.org/officeDocument/2006/relationships/image" Target="/ppt/media/image235.png" Id="R0fcc77dd06bf4c65" /><Relationship Type="http://schemas.openxmlformats.org/officeDocument/2006/relationships/image" Target="/ppt/media/image235.svg" Id="R5a764d4e18a24d0d" /><Relationship Type="http://schemas.openxmlformats.org/officeDocument/2006/relationships/image" Target="/ppt/media/image236.png" Id="R11bc7d1431ac4912" /><Relationship Type="http://schemas.openxmlformats.org/officeDocument/2006/relationships/image" Target="/ppt/media/image236.svg" Id="Raeb6c13eff0f48ec" /><Relationship Type="http://schemas.openxmlformats.org/officeDocument/2006/relationships/image" Target="/ppt/media/image237.png" Id="R4f51747ad1634808" /><Relationship Type="http://schemas.openxmlformats.org/officeDocument/2006/relationships/image" Target="/ppt/media/image237.svg" Id="R9189a2767b43431c" /><Relationship Type="http://schemas.openxmlformats.org/officeDocument/2006/relationships/image" Target="/ppt/media/image238.png" Id="R2f9b572f2c0e43fb" /><Relationship Type="http://schemas.openxmlformats.org/officeDocument/2006/relationships/image" Target="/ppt/media/image238.svg" Id="R55c270aed1ea4215" /><Relationship Type="http://schemas.openxmlformats.org/officeDocument/2006/relationships/image" Target="/ppt/media/image239.png" Id="R8f64f48c3eac40ab" /><Relationship Type="http://schemas.openxmlformats.org/officeDocument/2006/relationships/image" Target="/ppt/media/image239.svg" Id="R7ed54e3b84ea4518" /><Relationship Type="http://schemas.openxmlformats.org/officeDocument/2006/relationships/image" Target="/ppt/media/image240.png" Id="Redce747b0e8d4ab5" /><Relationship Type="http://schemas.openxmlformats.org/officeDocument/2006/relationships/image" Target="/ppt/media/image240.svg" Id="Rac85872b264c4470" /><Relationship Type="http://schemas.openxmlformats.org/officeDocument/2006/relationships/image" Target="/ppt/media/image241.png" Id="Reec9e2175a2b4709" /><Relationship Type="http://schemas.openxmlformats.org/officeDocument/2006/relationships/image" Target="/ppt/media/image241.svg" Id="R20d36ea1d21e40aa" /><Relationship Type="http://schemas.openxmlformats.org/officeDocument/2006/relationships/image" Target="/ppt/media/image242.png" Id="R72cac6c3216941ad" /><Relationship Type="http://schemas.openxmlformats.org/officeDocument/2006/relationships/image" Target="/ppt/media/image242.svg" Id="Rdd3c2972659c42e3" /><Relationship Type="http://schemas.openxmlformats.org/officeDocument/2006/relationships/image" Target="/ppt/media/image243.png" Id="R66769e860a984d22" /><Relationship Type="http://schemas.openxmlformats.org/officeDocument/2006/relationships/image" Target="/ppt/media/image243.svg" Id="Rb029cfb1b6154bf6" /><Relationship Type="http://schemas.openxmlformats.org/officeDocument/2006/relationships/notesSlide" Target="/ppt/notesSlides/notesSlide27.xml" Id="R0ece602426804d7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e737c30a54e7d" /><Relationship Type="http://schemas.openxmlformats.org/officeDocument/2006/relationships/image" Target="/ppt/media/image244.png" Id="R9ef5a5c297f3494f" /><Relationship Type="http://schemas.openxmlformats.org/officeDocument/2006/relationships/image" Target="/ppt/media/image244.svg" Id="Rcaaf5a560a0b4f01" /><Relationship Type="http://schemas.openxmlformats.org/officeDocument/2006/relationships/image" Target="/ppt/media/image245.png" Id="Rc134245ff7f14c1a" /><Relationship Type="http://schemas.openxmlformats.org/officeDocument/2006/relationships/image" Target="/ppt/media/image245.svg" Id="Rf6a19d2f24ef404c" /><Relationship Type="http://schemas.openxmlformats.org/officeDocument/2006/relationships/image" Target="/ppt/media/image246.png" Id="R8a6c2048cd5b4ccf" /><Relationship Type="http://schemas.openxmlformats.org/officeDocument/2006/relationships/image" Target="/ppt/media/image246.svg" Id="R37af45d3c0aa4a22" /><Relationship Type="http://schemas.openxmlformats.org/officeDocument/2006/relationships/image" Target="/ppt/media/image247.png" Id="Rcffdb168c0c24dd4" /><Relationship Type="http://schemas.openxmlformats.org/officeDocument/2006/relationships/image" Target="/ppt/media/image247.svg" Id="Rfa4c64bc4f8e4139" /><Relationship Type="http://schemas.openxmlformats.org/officeDocument/2006/relationships/image" Target="/ppt/media/image248.png" Id="Rca1075fc54724a67" /><Relationship Type="http://schemas.openxmlformats.org/officeDocument/2006/relationships/image" Target="/ppt/media/image248.svg" Id="Re97dbac42e1847e6" /><Relationship Type="http://schemas.openxmlformats.org/officeDocument/2006/relationships/image" Target="/ppt/media/image249.png" Id="Rec20f6557ead4628" /><Relationship Type="http://schemas.openxmlformats.org/officeDocument/2006/relationships/image" Target="/ppt/media/image249.svg" Id="R89ece3a153614cd5" /><Relationship Type="http://schemas.openxmlformats.org/officeDocument/2006/relationships/image" Target="/ppt/media/image250.png" Id="R72e27004bb62497f" /><Relationship Type="http://schemas.openxmlformats.org/officeDocument/2006/relationships/image" Target="/ppt/media/image250.svg" Id="Rc707524961924f42" /><Relationship Type="http://schemas.openxmlformats.org/officeDocument/2006/relationships/image" Target="/ppt/media/image251.png" Id="R29806a6261694ff8" /><Relationship Type="http://schemas.openxmlformats.org/officeDocument/2006/relationships/image" Target="/ppt/media/image251.svg" Id="Re14d277d5a4846c1" /><Relationship Type="http://schemas.openxmlformats.org/officeDocument/2006/relationships/image" Target="/ppt/media/image252.png" Id="R49c3ae34dbef407e" /><Relationship Type="http://schemas.openxmlformats.org/officeDocument/2006/relationships/image" Target="/ppt/media/image252.svg" Id="R652b24bfbd1e4d46" /><Relationship Type="http://schemas.openxmlformats.org/officeDocument/2006/relationships/image" Target="/ppt/media/image253.png" Id="R777336e463f246f8" /><Relationship Type="http://schemas.openxmlformats.org/officeDocument/2006/relationships/image" Target="/ppt/media/image253.svg" Id="Rd9a9ef3cd1e841cb" /><Relationship Type="http://schemas.openxmlformats.org/officeDocument/2006/relationships/image" Target="/ppt/media/image254.png" Id="Rb3b3213085864505" /><Relationship Type="http://schemas.openxmlformats.org/officeDocument/2006/relationships/image" Target="/ppt/media/image254.svg" Id="R094dd4ac9c684ca4" /><Relationship Type="http://schemas.openxmlformats.org/officeDocument/2006/relationships/notesSlide" Target="/ppt/notesSlides/notesSlide28.xml" Id="Rf230dbc6f672480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80481ad324ac1" /><Relationship Type="http://schemas.openxmlformats.org/officeDocument/2006/relationships/image" Target="/ppt/media/image255.png" Id="R3fdbd7e0cda94338" /><Relationship Type="http://schemas.openxmlformats.org/officeDocument/2006/relationships/image" Target="/ppt/media/image255.svg" Id="R2162f18db7034547" /><Relationship Type="http://schemas.openxmlformats.org/officeDocument/2006/relationships/image" Target="/ppt/media/image256.png" Id="R4d546789beda4a39" /><Relationship Type="http://schemas.openxmlformats.org/officeDocument/2006/relationships/image" Target="/ppt/media/image256.svg" Id="R9b143add5a344901" /><Relationship Type="http://schemas.openxmlformats.org/officeDocument/2006/relationships/image" Target="/ppt/media/image257.png" Id="R7d716bb5ff1a4b6c" /><Relationship Type="http://schemas.openxmlformats.org/officeDocument/2006/relationships/image" Target="/ppt/media/image257.svg" Id="Rb61d07409e1c44ec" /><Relationship Type="http://schemas.openxmlformats.org/officeDocument/2006/relationships/image" Target="/ppt/media/image258.png" Id="Rcf9cdd5de9c54960" /><Relationship Type="http://schemas.openxmlformats.org/officeDocument/2006/relationships/image" Target="/ppt/media/image258.svg" Id="R03d31f8d6b5f4d69" /><Relationship Type="http://schemas.openxmlformats.org/officeDocument/2006/relationships/image" Target="/ppt/media/image259.png" Id="R51018413b5614ccb" /><Relationship Type="http://schemas.openxmlformats.org/officeDocument/2006/relationships/image" Target="/ppt/media/image259.svg" Id="R0552d7a804e34de3" /><Relationship Type="http://schemas.openxmlformats.org/officeDocument/2006/relationships/image" Target="/ppt/media/image260.png" Id="R2bf998b7659e4a9a" /><Relationship Type="http://schemas.openxmlformats.org/officeDocument/2006/relationships/image" Target="/ppt/media/image260.svg" Id="Rd9e922b7de0946a5" /><Relationship Type="http://schemas.openxmlformats.org/officeDocument/2006/relationships/image" Target="/ppt/media/image261.png" Id="R079df64bbf9b4c00" /><Relationship Type="http://schemas.openxmlformats.org/officeDocument/2006/relationships/image" Target="/ppt/media/image261.svg" Id="R15838c078ce749bf" /><Relationship Type="http://schemas.openxmlformats.org/officeDocument/2006/relationships/image" Target="/ppt/media/image262.png" Id="R3add3ae625d2442f" /><Relationship Type="http://schemas.openxmlformats.org/officeDocument/2006/relationships/image" Target="/ppt/media/image262.svg" Id="Rdf54b0ea427e460e" /><Relationship Type="http://schemas.openxmlformats.org/officeDocument/2006/relationships/image" Target="/ppt/media/image263.png" Id="R1f64accea53245cb" /><Relationship Type="http://schemas.openxmlformats.org/officeDocument/2006/relationships/image" Target="/ppt/media/image263.svg" Id="R0b9863195ccf4a3c" /><Relationship Type="http://schemas.openxmlformats.org/officeDocument/2006/relationships/image" Target="/ppt/media/image264.png" Id="R0577705296f446cc" /><Relationship Type="http://schemas.openxmlformats.org/officeDocument/2006/relationships/image" Target="/ppt/media/image264.svg" Id="R70c7a027e4ae4427" /><Relationship Type="http://schemas.openxmlformats.org/officeDocument/2006/relationships/image" Target="/ppt/media/image265.png" Id="Rdb902f8858c348de" /><Relationship Type="http://schemas.openxmlformats.org/officeDocument/2006/relationships/image" Target="/ppt/media/image265.svg" Id="R2547bc988b3241c3" /><Relationship Type="http://schemas.openxmlformats.org/officeDocument/2006/relationships/image" Target="/ppt/media/image266.png" Id="R89e638f948074078" /><Relationship Type="http://schemas.openxmlformats.org/officeDocument/2006/relationships/image" Target="/ppt/media/image266.svg" Id="R56465d72bc624e00" /><Relationship Type="http://schemas.openxmlformats.org/officeDocument/2006/relationships/notesSlide" Target="/ppt/notesSlides/notesSlide29.xml" Id="Racd174c9fdfa4f8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6605b7f38f493d" /><Relationship Type="http://schemas.openxmlformats.org/officeDocument/2006/relationships/image" Target="/ppt/media/image267.png" Id="R1e7eccbdada64a62" /><Relationship Type="http://schemas.openxmlformats.org/officeDocument/2006/relationships/image" Target="/ppt/media/image267.svg" Id="R373566f9689c4407" /><Relationship Type="http://schemas.openxmlformats.org/officeDocument/2006/relationships/image" Target="/ppt/media/image268.png" Id="Rdec0b7aa4c1a4efc" /><Relationship Type="http://schemas.openxmlformats.org/officeDocument/2006/relationships/image" Target="/ppt/media/image268.svg" Id="Rf598d632b56e4eaf" /><Relationship Type="http://schemas.openxmlformats.org/officeDocument/2006/relationships/image" Target="/ppt/media/image269.png" Id="R2c14485dae074ebf" /><Relationship Type="http://schemas.openxmlformats.org/officeDocument/2006/relationships/image" Target="/ppt/media/image269.svg" Id="R4dbb7e5c8adc4b28" /><Relationship Type="http://schemas.openxmlformats.org/officeDocument/2006/relationships/image" Target="/ppt/media/image270.png" Id="Rbbea72f2e2694e7a" /><Relationship Type="http://schemas.openxmlformats.org/officeDocument/2006/relationships/image" Target="/ppt/media/image270.svg" Id="R29b1ab00a2364156" /><Relationship Type="http://schemas.openxmlformats.org/officeDocument/2006/relationships/image" Target="/ppt/media/image271.png" Id="Rbd00fca3fd1b4ab8" /><Relationship Type="http://schemas.openxmlformats.org/officeDocument/2006/relationships/image" Target="/ppt/media/image271.svg" Id="Rc9ec3dec3ffb4b44" /><Relationship Type="http://schemas.openxmlformats.org/officeDocument/2006/relationships/image" Target="/ppt/media/image272.png" Id="R0bf6b8b7ccc9422f" /><Relationship Type="http://schemas.openxmlformats.org/officeDocument/2006/relationships/image" Target="/ppt/media/image272.svg" Id="Re464ddd3c36f47ee" /><Relationship Type="http://schemas.openxmlformats.org/officeDocument/2006/relationships/image" Target="/ppt/media/image273.png" Id="R7983bda69b154fcf" /><Relationship Type="http://schemas.openxmlformats.org/officeDocument/2006/relationships/image" Target="/ppt/media/image273.svg" Id="R633db61a7f1a41f1" /><Relationship Type="http://schemas.openxmlformats.org/officeDocument/2006/relationships/image" Target="/ppt/media/image274.png" Id="Rb9b7fc38a8654e00" /><Relationship Type="http://schemas.openxmlformats.org/officeDocument/2006/relationships/image" Target="/ppt/media/image274.svg" Id="Ra8be0743780a4b6d" /><Relationship Type="http://schemas.openxmlformats.org/officeDocument/2006/relationships/image" Target="/ppt/media/image275.png" Id="Rd18978495b2b4e87" /><Relationship Type="http://schemas.openxmlformats.org/officeDocument/2006/relationships/image" Target="/ppt/media/image275.svg" Id="R4a978159938140cb" /><Relationship Type="http://schemas.openxmlformats.org/officeDocument/2006/relationships/image" Target="/ppt/media/image276.png" Id="R4b0e48f966ce4963" /><Relationship Type="http://schemas.openxmlformats.org/officeDocument/2006/relationships/image" Target="/ppt/media/image276.svg" Id="R6e066b5066f944ad" /><Relationship Type="http://schemas.openxmlformats.org/officeDocument/2006/relationships/image" Target="/ppt/media/image277.png" Id="R4724ee3d0d9b4ed9" /><Relationship Type="http://schemas.openxmlformats.org/officeDocument/2006/relationships/image" Target="/ppt/media/image277.svg" Id="Rc8a09927d7d94a42" /><Relationship Type="http://schemas.openxmlformats.org/officeDocument/2006/relationships/image" Target="/ppt/media/image278.png" Id="Rbe3549bba5234831" /><Relationship Type="http://schemas.openxmlformats.org/officeDocument/2006/relationships/image" Target="/ppt/media/image278.svg" Id="R93e3777085d148d6" /><Relationship Type="http://schemas.openxmlformats.org/officeDocument/2006/relationships/image" Target="/ppt/media/image279.png" Id="R262089f2e93247c8" /><Relationship Type="http://schemas.openxmlformats.org/officeDocument/2006/relationships/image" Target="/ppt/media/image279.svg" Id="R7417980297984b87" /><Relationship Type="http://schemas.openxmlformats.org/officeDocument/2006/relationships/notesSlide" Target="/ppt/notesSlides/notesSlide30.xml" Id="R998b25535c73466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16e0874de43f6" /><Relationship Type="http://schemas.openxmlformats.org/officeDocument/2006/relationships/image" Target="/ppt/media/image280.png" Id="Ra215f3cf8e7543e3" /><Relationship Type="http://schemas.openxmlformats.org/officeDocument/2006/relationships/image" Target="/ppt/media/image280.svg" Id="Re93fcb0cd52a4c07" /><Relationship Type="http://schemas.openxmlformats.org/officeDocument/2006/relationships/image" Target="/ppt/media/image281.png" Id="Rb5f120e8d89d4fc7" /><Relationship Type="http://schemas.openxmlformats.org/officeDocument/2006/relationships/image" Target="/ppt/media/image281.svg" Id="R108b62f3d6854bae" /><Relationship Type="http://schemas.openxmlformats.org/officeDocument/2006/relationships/image" Target="/ppt/media/image282.png" Id="Rd03bbca586c64cf7" /><Relationship Type="http://schemas.openxmlformats.org/officeDocument/2006/relationships/image" Target="/ppt/media/image282.svg" Id="Re125266c94984533" /><Relationship Type="http://schemas.openxmlformats.org/officeDocument/2006/relationships/image" Target="/ppt/media/image283.png" Id="R6c4608984b7f4bce" /><Relationship Type="http://schemas.openxmlformats.org/officeDocument/2006/relationships/image" Target="/ppt/media/image283.svg" Id="R5ec4521eff214afc" /><Relationship Type="http://schemas.openxmlformats.org/officeDocument/2006/relationships/image" Target="/ppt/media/image284.png" Id="Reb03e5808d124e2e" /><Relationship Type="http://schemas.openxmlformats.org/officeDocument/2006/relationships/image" Target="/ppt/media/image284.svg" Id="R9dc687b5cd9d4f43" /><Relationship Type="http://schemas.openxmlformats.org/officeDocument/2006/relationships/image" Target="/ppt/media/image285.png" Id="R7c66fb2ab17a4147" /><Relationship Type="http://schemas.openxmlformats.org/officeDocument/2006/relationships/image" Target="/ppt/media/image285.svg" Id="R23449394f3554502" /><Relationship Type="http://schemas.openxmlformats.org/officeDocument/2006/relationships/image" Target="/ppt/media/image286.png" Id="Rabfa6d8d88f94735" /><Relationship Type="http://schemas.openxmlformats.org/officeDocument/2006/relationships/image" Target="/ppt/media/image286.svg" Id="R16fbb7f6dfc34c79" /><Relationship Type="http://schemas.openxmlformats.org/officeDocument/2006/relationships/image" Target="/ppt/media/image287.png" Id="Rff2ab9c1bdd34571" /><Relationship Type="http://schemas.openxmlformats.org/officeDocument/2006/relationships/image" Target="/ppt/media/image287.svg" Id="Re2afc4ba4bc143fc" /><Relationship Type="http://schemas.openxmlformats.org/officeDocument/2006/relationships/image" Target="/ppt/media/image288.png" Id="R2b71be93b9704d5b" /><Relationship Type="http://schemas.openxmlformats.org/officeDocument/2006/relationships/image" Target="/ppt/media/image288.svg" Id="R2ff11b922d274939" /><Relationship Type="http://schemas.openxmlformats.org/officeDocument/2006/relationships/image" Target="/ppt/media/image289.png" Id="R56c97fed366a486b" /><Relationship Type="http://schemas.openxmlformats.org/officeDocument/2006/relationships/image" Target="/ppt/media/image289.svg" Id="R2f093dab87fb4da7" /><Relationship Type="http://schemas.openxmlformats.org/officeDocument/2006/relationships/image" Target="/ppt/media/image290.png" Id="Rea88498e9e0545eb" /><Relationship Type="http://schemas.openxmlformats.org/officeDocument/2006/relationships/image" Target="/ppt/media/image290.svg" Id="Rc4989272826540ed" /><Relationship Type="http://schemas.openxmlformats.org/officeDocument/2006/relationships/image" Target="/ppt/media/image291.png" Id="R485912cc3c8144ba" /><Relationship Type="http://schemas.openxmlformats.org/officeDocument/2006/relationships/image" Target="/ppt/media/image291.svg" Id="R7b94adc36dac4d3a" /><Relationship Type="http://schemas.openxmlformats.org/officeDocument/2006/relationships/image" Target="/ppt/media/image292.png" Id="Rdd187ebc7834443c" /><Relationship Type="http://schemas.openxmlformats.org/officeDocument/2006/relationships/image" Target="/ppt/media/image292.svg" Id="R6634d46f397c4f2e" /><Relationship Type="http://schemas.openxmlformats.org/officeDocument/2006/relationships/image" Target="/ppt/media/image293.png" Id="R600d89ec9b3c42e3" /><Relationship Type="http://schemas.openxmlformats.org/officeDocument/2006/relationships/image" Target="/ppt/media/image293.svg" Id="R5c4864d1aee243a7" /><Relationship Type="http://schemas.openxmlformats.org/officeDocument/2006/relationships/notesSlide" Target="/ppt/notesSlides/notesSlide31.xml" Id="R2edd3a43956f430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c9487724c4212" /><Relationship Type="http://schemas.openxmlformats.org/officeDocument/2006/relationships/image" Target="/ppt/media/image294.png" Id="Re439e18f00f746a0" /><Relationship Type="http://schemas.openxmlformats.org/officeDocument/2006/relationships/image" Target="/ppt/media/image294.svg" Id="R186d1e1a4b554537" /><Relationship Type="http://schemas.openxmlformats.org/officeDocument/2006/relationships/image" Target="/ppt/media/image295.png" Id="R4b1816c27ac7485e" /><Relationship Type="http://schemas.openxmlformats.org/officeDocument/2006/relationships/image" Target="/ppt/media/image295.svg" Id="Rc31169cbfbd14224" /><Relationship Type="http://schemas.openxmlformats.org/officeDocument/2006/relationships/image" Target="/ppt/media/image296.png" Id="Reb2d9cabf7a643df" /><Relationship Type="http://schemas.openxmlformats.org/officeDocument/2006/relationships/image" Target="/ppt/media/image296.svg" Id="R0443b74e3474430f" /><Relationship Type="http://schemas.openxmlformats.org/officeDocument/2006/relationships/image" Target="/ppt/media/image297.png" Id="Rb5a7a4feecc0403a" /><Relationship Type="http://schemas.openxmlformats.org/officeDocument/2006/relationships/image" Target="/ppt/media/image297.svg" Id="R0069af3fd1c8420e" /><Relationship Type="http://schemas.openxmlformats.org/officeDocument/2006/relationships/image" Target="/ppt/media/image298.png" Id="R440eb6b2c4c44c32" /><Relationship Type="http://schemas.openxmlformats.org/officeDocument/2006/relationships/image" Target="/ppt/media/image298.svg" Id="R6c6b9f4375c74f26" /><Relationship Type="http://schemas.openxmlformats.org/officeDocument/2006/relationships/image" Target="/ppt/media/image299.png" Id="R2f62c5d5d2d04584" /><Relationship Type="http://schemas.openxmlformats.org/officeDocument/2006/relationships/image" Target="/ppt/media/image299.svg" Id="R85e3f4e3049c487f" /><Relationship Type="http://schemas.openxmlformats.org/officeDocument/2006/relationships/image" Target="/ppt/media/image300.png" Id="R2641f38317de4cfc" /><Relationship Type="http://schemas.openxmlformats.org/officeDocument/2006/relationships/image" Target="/ppt/media/image300.svg" Id="Rd6627c295dee4c22" /><Relationship Type="http://schemas.openxmlformats.org/officeDocument/2006/relationships/image" Target="/ppt/media/image301.png" Id="Rfb4fa0c2d6e44128" /><Relationship Type="http://schemas.openxmlformats.org/officeDocument/2006/relationships/image" Target="/ppt/media/image301.svg" Id="R9b3a2003afcd4d00" /><Relationship Type="http://schemas.openxmlformats.org/officeDocument/2006/relationships/image" Target="/ppt/media/image302.png" Id="R31b4ec7608f042ca" /><Relationship Type="http://schemas.openxmlformats.org/officeDocument/2006/relationships/image" Target="/ppt/media/image302.svg" Id="R0a82b4f8883e4ba3" /><Relationship Type="http://schemas.openxmlformats.org/officeDocument/2006/relationships/image" Target="/ppt/media/image303.png" Id="Raa49b93f7f524195" /><Relationship Type="http://schemas.openxmlformats.org/officeDocument/2006/relationships/image" Target="/ppt/media/image303.svg" Id="R681e8d9de477434a" /><Relationship Type="http://schemas.openxmlformats.org/officeDocument/2006/relationships/image" Target="/ppt/media/image304.png" Id="R013cceb081bd4462" /><Relationship Type="http://schemas.openxmlformats.org/officeDocument/2006/relationships/image" Target="/ppt/media/image304.svg" Id="R5265de5ec7ae412c" /><Relationship Type="http://schemas.openxmlformats.org/officeDocument/2006/relationships/image" Target="/ppt/media/image305.png" Id="Rfe991b07e35546cf" /><Relationship Type="http://schemas.openxmlformats.org/officeDocument/2006/relationships/image" Target="/ppt/media/image305.svg" Id="Rcd99f9ea911c4f07" /><Relationship Type="http://schemas.openxmlformats.org/officeDocument/2006/relationships/image" Target="/ppt/media/image306.png" Id="R283d41a0965746dd" /><Relationship Type="http://schemas.openxmlformats.org/officeDocument/2006/relationships/image" Target="/ppt/media/image306.svg" Id="Rddcaec62224e4b2d" /><Relationship Type="http://schemas.openxmlformats.org/officeDocument/2006/relationships/image" Target="/ppt/media/image307.png" Id="R33bd5bc021e946d6" /><Relationship Type="http://schemas.openxmlformats.org/officeDocument/2006/relationships/image" Target="/ppt/media/image307.svg" Id="Rc6f90f1dfff14487" /><Relationship Type="http://schemas.openxmlformats.org/officeDocument/2006/relationships/image" Target="/ppt/media/image308.png" Id="R42432adccf91444d" /><Relationship Type="http://schemas.openxmlformats.org/officeDocument/2006/relationships/image" Target="/ppt/media/image308.svg" Id="R887c777f0852404b" /><Relationship Type="http://schemas.openxmlformats.org/officeDocument/2006/relationships/notesSlide" Target="/ppt/notesSlides/notesSlide32.xml" Id="R897da9ef581e4dd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ffae51840482f" /><Relationship Type="http://schemas.openxmlformats.org/officeDocument/2006/relationships/notesSlide" Target="/ppt/notesSlides/notesSlide33.xml" Id="Rfb332ab1610b4fd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4522e660345fc" /><Relationship Type="http://schemas.openxmlformats.org/officeDocument/2006/relationships/image" Target="/ppt/media/image309.png" Id="R131b8c91ebfc4901" /><Relationship Type="http://schemas.openxmlformats.org/officeDocument/2006/relationships/image" Target="/ppt/media/image309.svg" Id="Rd827906d27e94905" /><Relationship Type="http://schemas.openxmlformats.org/officeDocument/2006/relationships/image" Target="/ppt/media/image310.png" Id="R4c5b8250f9204160" /><Relationship Type="http://schemas.openxmlformats.org/officeDocument/2006/relationships/image" Target="/ppt/media/image310.svg" Id="Ra27c2eeb57814f08" /><Relationship Type="http://schemas.openxmlformats.org/officeDocument/2006/relationships/image" Target="/ppt/media/image311.png" Id="R94989244fa374e49" /><Relationship Type="http://schemas.openxmlformats.org/officeDocument/2006/relationships/image" Target="/ppt/media/image311.svg" Id="Ree0312a932a84fa8" /><Relationship Type="http://schemas.openxmlformats.org/officeDocument/2006/relationships/image" Target="/ppt/media/image312.png" Id="R132a75af9c804ef5" /><Relationship Type="http://schemas.openxmlformats.org/officeDocument/2006/relationships/image" Target="/ppt/media/image312.svg" Id="Rcc3872483d604398" /><Relationship Type="http://schemas.openxmlformats.org/officeDocument/2006/relationships/image" Target="/ppt/media/image313.png" Id="R41f36d3592bb4764" /><Relationship Type="http://schemas.openxmlformats.org/officeDocument/2006/relationships/image" Target="/ppt/media/image313.svg" Id="R85ce826d101a462c" /><Relationship Type="http://schemas.openxmlformats.org/officeDocument/2006/relationships/image" Target="/ppt/media/image314.png" Id="R0dbdbbb1eea8401e" /><Relationship Type="http://schemas.openxmlformats.org/officeDocument/2006/relationships/image" Target="/ppt/media/image314.svg" Id="R08b87e433a694238" /><Relationship Type="http://schemas.openxmlformats.org/officeDocument/2006/relationships/image" Target="/ppt/media/image315.png" Id="Rc87c2dd26a9c4319" /><Relationship Type="http://schemas.openxmlformats.org/officeDocument/2006/relationships/image" Target="/ppt/media/image315.svg" Id="R05d0e568d8ff42ff" /><Relationship Type="http://schemas.openxmlformats.org/officeDocument/2006/relationships/notesSlide" Target="/ppt/notesSlides/notesSlide34.xml" Id="R3b243d4b5d55406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f91c6aed44aaf" /><Relationship Type="http://schemas.openxmlformats.org/officeDocument/2006/relationships/image" Target="/ppt/media/image316.png" Id="Rb4752a2239804c45" /><Relationship Type="http://schemas.openxmlformats.org/officeDocument/2006/relationships/image" Target="/ppt/media/image316.svg" Id="Rf7436ee002614436" /><Relationship Type="http://schemas.openxmlformats.org/officeDocument/2006/relationships/image" Target="/ppt/media/image317.png" Id="Rd7ca43551b4d4b5a" /><Relationship Type="http://schemas.openxmlformats.org/officeDocument/2006/relationships/image" Target="/ppt/media/image317.svg" Id="R9dd04922144043b4" /><Relationship Type="http://schemas.openxmlformats.org/officeDocument/2006/relationships/image" Target="/ppt/media/image318.png" Id="Rc72e15691ced4cc3" /><Relationship Type="http://schemas.openxmlformats.org/officeDocument/2006/relationships/image" Target="/ppt/media/image318.svg" Id="R20238bf655b640be" /><Relationship Type="http://schemas.openxmlformats.org/officeDocument/2006/relationships/image" Target="/ppt/media/image319.png" Id="R3cba17a3d0d340a8" /><Relationship Type="http://schemas.openxmlformats.org/officeDocument/2006/relationships/image" Target="/ppt/media/image319.svg" Id="Re2924f2012274ad1" /><Relationship Type="http://schemas.openxmlformats.org/officeDocument/2006/relationships/image" Target="/ppt/media/image320.png" Id="R8e7df2eb35da4212" /><Relationship Type="http://schemas.openxmlformats.org/officeDocument/2006/relationships/image" Target="/ppt/media/image320.svg" Id="Ra7653b5d30fc4c1e" /><Relationship Type="http://schemas.openxmlformats.org/officeDocument/2006/relationships/image" Target="/ppt/media/image321.png" Id="R9a185bf318234ee0" /><Relationship Type="http://schemas.openxmlformats.org/officeDocument/2006/relationships/image" Target="/ppt/media/image321.svg" Id="R0551744df7744902" /><Relationship Type="http://schemas.openxmlformats.org/officeDocument/2006/relationships/image" Target="/ppt/media/image322.png" Id="R69b084ead5ed48ba" /><Relationship Type="http://schemas.openxmlformats.org/officeDocument/2006/relationships/image" Target="/ppt/media/image322.svg" Id="Rce491ac7208d4150" /><Relationship Type="http://schemas.openxmlformats.org/officeDocument/2006/relationships/image" Target="/ppt/media/image323.png" Id="R1123d2a10b4c4023" /><Relationship Type="http://schemas.openxmlformats.org/officeDocument/2006/relationships/image" Target="/ppt/media/image323.svg" Id="R505c3c6923624ce1" /><Relationship Type="http://schemas.openxmlformats.org/officeDocument/2006/relationships/notesSlide" Target="/ppt/notesSlides/notesSlide35.xml" Id="R613fc38f768341a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eb75004804b12" /><Relationship Type="http://schemas.openxmlformats.org/officeDocument/2006/relationships/image" Target="/ppt/media/image324.png" Id="R8cc706cbc6074db7" /><Relationship Type="http://schemas.openxmlformats.org/officeDocument/2006/relationships/image" Target="/ppt/media/image324.svg" Id="Rbd2b5aeec3474ec1" /><Relationship Type="http://schemas.openxmlformats.org/officeDocument/2006/relationships/image" Target="/ppt/media/image325.png" Id="R121dcc7058dc4461" /><Relationship Type="http://schemas.openxmlformats.org/officeDocument/2006/relationships/image" Target="/ppt/media/image325.svg" Id="R25cd5a007ea241fa" /><Relationship Type="http://schemas.openxmlformats.org/officeDocument/2006/relationships/image" Target="/ppt/media/image326.png" Id="R05556bc593cb4907" /><Relationship Type="http://schemas.openxmlformats.org/officeDocument/2006/relationships/image" Target="/ppt/media/image326.svg" Id="R915da371fbfb4f22" /><Relationship Type="http://schemas.openxmlformats.org/officeDocument/2006/relationships/image" Target="/ppt/media/image327.png" Id="R2b38c8d902174485" /><Relationship Type="http://schemas.openxmlformats.org/officeDocument/2006/relationships/image" Target="/ppt/media/image327.svg" Id="R5f1e49a123c94d1a" /><Relationship Type="http://schemas.openxmlformats.org/officeDocument/2006/relationships/image" Target="/ppt/media/image328.png" Id="R25a19581dde54391" /><Relationship Type="http://schemas.openxmlformats.org/officeDocument/2006/relationships/image" Target="/ppt/media/image328.svg" Id="R2984930561fd4897" /><Relationship Type="http://schemas.openxmlformats.org/officeDocument/2006/relationships/image" Target="/ppt/media/image329.png" Id="R674ed03280934486" /><Relationship Type="http://schemas.openxmlformats.org/officeDocument/2006/relationships/image" Target="/ppt/media/image329.svg" Id="Rca37ef0b73b442c5" /><Relationship Type="http://schemas.openxmlformats.org/officeDocument/2006/relationships/image" Target="/ppt/media/image330.png" Id="R8d4cae351d7e4073" /><Relationship Type="http://schemas.openxmlformats.org/officeDocument/2006/relationships/image" Target="/ppt/media/image330.svg" Id="Rc6148e515f554e7b" /><Relationship Type="http://schemas.openxmlformats.org/officeDocument/2006/relationships/image" Target="/ppt/media/image331.png" Id="R958958d2574740c4" /><Relationship Type="http://schemas.openxmlformats.org/officeDocument/2006/relationships/image" Target="/ppt/media/image331.svg" Id="R51c0dbb8a6ec4a42" /><Relationship Type="http://schemas.openxmlformats.org/officeDocument/2006/relationships/image" Target="/ppt/media/image332.png" Id="R9b7f34c6cf6b455d" /><Relationship Type="http://schemas.openxmlformats.org/officeDocument/2006/relationships/image" Target="/ppt/media/image332.svg" Id="R727c4b7a6933400e" /><Relationship Type="http://schemas.openxmlformats.org/officeDocument/2006/relationships/notesSlide" Target="/ppt/notesSlides/notesSlide36.xml" Id="Rc3696e01e78d49e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c8e9cdcb44968" /><Relationship Type="http://schemas.openxmlformats.org/officeDocument/2006/relationships/image" Target="/ppt/media/image333.png" Id="R0f36d1fcf9d44991" /><Relationship Type="http://schemas.openxmlformats.org/officeDocument/2006/relationships/image" Target="/ppt/media/image333.svg" Id="Rfcb11d79319642d7" /><Relationship Type="http://schemas.openxmlformats.org/officeDocument/2006/relationships/image" Target="/ppt/media/image334.png" Id="R3fb107ed6ad14824" /><Relationship Type="http://schemas.openxmlformats.org/officeDocument/2006/relationships/image" Target="/ppt/media/image334.svg" Id="Rfac3d317aca348c5" /><Relationship Type="http://schemas.openxmlformats.org/officeDocument/2006/relationships/image" Target="/ppt/media/image335.png" Id="Rdeba7fe523bf44df" /><Relationship Type="http://schemas.openxmlformats.org/officeDocument/2006/relationships/image" Target="/ppt/media/image335.svg" Id="R58a2258068aa4116" /><Relationship Type="http://schemas.openxmlformats.org/officeDocument/2006/relationships/image" Target="/ppt/media/image336.png" Id="Rd6e1a63ae6294ad7" /><Relationship Type="http://schemas.openxmlformats.org/officeDocument/2006/relationships/image" Target="/ppt/media/image336.svg" Id="R1289bd5d9fd84169" /><Relationship Type="http://schemas.openxmlformats.org/officeDocument/2006/relationships/image" Target="/ppt/media/image337.png" Id="R1dcdc4e32f714d10" /><Relationship Type="http://schemas.openxmlformats.org/officeDocument/2006/relationships/image" Target="/ppt/media/image337.svg" Id="Rb0f1f7a5a15c4bc0" /><Relationship Type="http://schemas.openxmlformats.org/officeDocument/2006/relationships/image" Target="/ppt/media/image338.png" Id="R3c09389943d948a4" /><Relationship Type="http://schemas.openxmlformats.org/officeDocument/2006/relationships/image" Target="/ppt/media/image338.svg" Id="R9649724333734133" /><Relationship Type="http://schemas.openxmlformats.org/officeDocument/2006/relationships/image" Target="/ppt/media/image339.png" Id="R6d1795c75097459e" /><Relationship Type="http://schemas.openxmlformats.org/officeDocument/2006/relationships/image" Target="/ppt/media/image339.svg" Id="R4b7fb0d4424145d5" /><Relationship Type="http://schemas.openxmlformats.org/officeDocument/2006/relationships/image" Target="/ppt/media/image340.png" Id="R9aa3ec155bd944a6" /><Relationship Type="http://schemas.openxmlformats.org/officeDocument/2006/relationships/image" Target="/ppt/media/image340.svg" Id="R9436950f6c4c4c89" /><Relationship Type="http://schemas.openxmlformats.org/officeDocument/2006/relationships/image" Target="/ppt/media/image341.png" Id="R7cceb250d91048a8" /><Relationship Type="http://schemas.openxmlformats.org/officeDocument/2006/relationships/image" Target="/ppt/media/image341.svg" Id="R2838d2228bea4412" /><Relationship Type="http://schemas.openxmlformats.org/officeDocument/2006/relationships/image" Target="/ppt/media/image342.png" Id="R96540e43fbc642de" /><Relationship Type="http://schemas.openxmlformats.org/officeDocument/2006/relationships/image" Target="/ppt/media/image342.svg" Id="R58270d8986cb4280" /><Relationship Type="http://schemas.openxmlformats.org/officeDocument/2006/relationships/notesSlide" Target="/ppt/notesSlides/notesSlide37.xml" Id="Rb25c4f6d143645b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cd0c5594745e3" /><Relationship Type="http://schemas.openxmlformats.org/officeDocument/2006/relationships/image" Target="/ppt/media/image343.png" Id="Re2d5db0b077c4cb4" /><Relationship Type="http://schemas.openxmlformats.org/officeDocument/2006/relationships/image" Target="/ppt/media/image343.svg" Id="Ra77e27c5d5cf4a99" /><Relationship Type="http://schemas.openxmlformats.org/officeDocument/2006/relationships/image" Target="/ppt/media/image344.png" Id="R5d146f7721df4d9a" /><Relationship Type="http://schemas.openxmlformats.org/officeDocument/2006/relationships/image" Target="/ppt/media/image344.svg" Id="R0de10a3a0b994088" /><Relationship Type="http://schemas.openxmlformats.org/officeDocument/2006/relationships/image" Target="/ppt/media/image345.png" Id="R0af94282c3ee4d1a" /><Relationship Type="http://schemas.openxmlformats.org/officeDocument/2006/relationships/image" Target="/ppt/media/image345.svg" Id="R214881c8f2954b9d" /><Relationship Type="http://schemas.openxmlformats.org/officeDocument/2006/relationships/image" Target="/ppt/media/image346.png" Id="Rc573b9d6804c4db6" /><Relationship Type="http://schemas.openxmlformats.org/officeDocument/2006/relationships/image" Target="/ppt/media/image346.svg" Id="Rb50ee0e2411a4fbd" /><Relationship Type="http://schemas.openxmlformats.org/officeDocument/2006/relationships/image" Target="/ppt/media/image347.png" Id="R0345a35226ae4e89" /><Relationship Type="http://schemas.openxmlformats.org/officeDocument/2006/relationships/image" Target="/ppt/media/image347.svg" Id="R0476c5390f674c89" /><Relationship Type="http://schemas.openxmlformats.org/officeDocument/2006/relationships/image" Target="/ppt/media/image348.png" Id="R8c694da5a1e44221" /><Relationship Type="http://schemas.openxmlformats.org/officeDocument/2006/relationships/image" Target="/ppt/media/image348.svg" Id="R6c333b69e0fb4980" /><Relationship Type="http://schemas.openxmlformats.org/officeDocument/2006/relationships/image" Target="/ppt/media/image349.png" Id="Rc27ddaa280b441d7" /><Relationship Type="http://schemas.openxmlformats.org/officeDocument/2006/relationships/image" Target="/ppt/media/image349.svg" Id="R95277d0704074bbb" /><Relationship Type="http://schemas.openxmlformats.org/officeDocument/2006/relationships/image" Target="/ppt/media/image350.png" Id="R5949bd46cab14489" /><Relationship Type="http://schemas.openxmlformats.org/officeDocument/2006/relationships/image" Target="/ppt/media/image350.svg" Id="Rbe575260776644a7" /><Relationship Type="http://schemas.openxmlformats.org/officeDocument/2006/relationships/image" Target="/ppt/media/image351.png" Id="R43cf10b2c6314d3a" /><Relationship Type="http://schemas.openxmlformats.org/officeDocument/2006/relationships/image" Target="/ppt/media/image351.svg" Id="R581b983aeb704a23" /><Relationship Type="http://schemas.openxmlformats.org/officeDocument/2006/relationships/image" Target="/ppt/media/image352.png" Id="R3b625922109242b9" /><Relationship Type="http://schemas.openxmlformats.org/officeDocument/2006/relationships/image" Target="/ppt/media/image352.svg" Id="R03c0d4f2b3714e26" /><Relationship Type="http://schemas.openxmlformats.org/officeDocument/2006/relationships/image" Target="/ppt/media/image353.png" Id="R316caf9c04d24418" /><Relationship Type="http://schemas.openxmlformats.org/officeDocument/2006/relationships/image" Target="/ppt/media/image353.svg" Id="R91afb9f52a7843b7" /><Relationship Type="http://schemas.openxmlformats.org/officeDocument/2006/relationships/notesSlide" Target="/ppt/notesSlides/notesSlide38.xml" Id="R8ac06217e1244df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2ed21646d49cd" /><Relationship Type="http://schemas.openxmlformats.org/officeDocument/2006/relationships/image" Target="/ppt/media/image354.png" Id="Rb750f0bbe0714b3e" /><Relationship Type="http://schemas.openxmlformats.org/officeDocument/2006/relationships/image" Target="/ppt/media/image354.svg" Id="R9788fb6a824e4449" /><Relationship Type="http://schemas.openxmlformats.org/officeDocument/2006/relationships/image" Target="/ppt/media/image355.png" Id="R1f509a8576b94608" /><Relationship Type="http://schemas.openxmlformats.org/officeDocument/2006/relationships/image" Target="/ppt/media/image355.svg" Id="R9d0d82aff3254d29" /><Relationship Type="http://schemas.openxmlformats.org/officeDocument/2006/relationships/image" Target="/ppt/media/image356.png" Id="R4070909be4864126" /><Relationship Type="http://schemas.openxmlformats.org/officeDocument/2006/relationships/image" Target="/ppt/media/image356.svg" Id="R0a3153a5eb0f4aea" /><Relationship Type="http://schemas.openxmlformats.org/officeDocument/2006/relationships/image" Target="/ppt/media/image357.png" Id="Rf7342f4b4a7940cc" /><Relationship Type="http://schemas.openxmlformats.org/officeDocument/2006/relationships/image" Target="/ppt/media/image357.svg" Id="R9f79bfac03c8438a" /><Relationship Type="http://schemas.openxmlformats.org/officeDocument/2006/relationships/image" Target="/ppt/media/image358.png" Id="R14934ba8a0a84569" /><Relationship Type="http://schemas.openxmlformats.org/officeDocument/2006/relationships/image" Target="/ppt/media/image358.svg" Id="Rc3f3fcf9f840412a" /><Relationship Type="http://schemas.openxmlformats.org/officeDocument/2006/relationships/image" Target="/ppt/media/image359.png" Id="R619590eb2d9d4abe" /><Relationship Type="http://schemas.openxmlformats.org/officeDocument/2006/relationships/image" Target="/ppt/media/image359.svg" Id="R586a4a9ae98b4818" /><Relationship Type="http://schemas.openxmlformats.org/officeDocument/2006/relationships/image" Target="/ppt/media/image360.png" Id="Rae1f2386354d4320" /><Relationship Type="http://schemas.openxmlformats.org/officeDocument/2006/relationships/image" Target="/ppt/media/image360.svg" Id="Rc0d8a476463a40d7" /><Relationship Type="http://schemas.openxmlformats.org/officeDocument/2006/relationships/image" Target="/ppt/media/image361.png" Id="R6bc4b0c7b7914672" /><Relationship Type="http://schemas.openxmlformats.org/officeDocument/2006/relationships/image" Target="/ppt/media/image361.svg" Id="Rd78229f3cca242d1" /><Relationship Type="http://schemas.openxmlformats.org/officeDocument/2006/relationships/image" Target="/ppt/media/image362.png" Id="Rb5de49711c914e4e" /><Relationship Type="http://schemas.openxmlformats.org/officeDocument/2006/relationships/image" Target="/ppt/media/image362.svg" Id="R41108fec17d64c69" /><Relationship Type="http://schemas.openxmlformats.org/officeDocument/2006/relationships/image" Target="/ppt/media/image363.png" Id="R6a95def11ef843d3" /><Relationship Type="http://schemas.openxmlformats.org/officeDocument/2006/relationships/image" Target="/ppt/media/image363.svg" Id="R2601b673823e4615" /><Relationship Type="http://schemas.openxmlformats.org/officeDocument/2006/relationships/image" Target="/ppt/media/image364.png" Id="Rb6eb008f76ad4189" /><Relationship Type="http://schemas.openxmlformats.org/officeDocument/2006/relationships/image" Target="/ppt/media/image364.svg" Id="R500df604dfbc4552" /><Relationship Type="http://schemas.openxmlformats.org/officeDocument/2006/relationships/image" Target="/ppt/media/image365.png" Id="R082b5479654e4e13" /><Relationship Type="http://schemas.openxmlformats.org/officeDocument/2006/relationships/image" Target="/ppt/media/image365.svg" Id="Re7a6ea5db6614eb9" /><Relationship Type="http://schemas.openxmlformats.org/officeDocument/2006/relationships/notesSlide" Target="/ppt/notesSlides/notesSlide39.xml" Id="R7e47aacb92b34af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fc7c3015c43df" /><Relationship Type="http://schemas.openxmlformats.org/officeDocument/2006/relationships/image" Target="/ppt/media/image366.png" Id="Re57803da28f84c63" /><Relationship Type="http://schemas.openxmlformats.org/officeDocument/2006/relationships/image" Target="/ppt/media/image366.svg" Id="Rd9fd79a0b0ee49d1" /><Relationship Type="http://schemas.openxmlformats.org/officeDocument/2006/relationships/image" Target="/ppt/media/image367.png" Id="R07ffc85b6b11411b" /><Relationship Type="http://schemas.openxmlformats.org/officeDocument/2006/relationships/image" Target="/ppt/media/image367.svg" Id="Read634e591b94466" /><Relationship Type="http://schemas.openxmlformats.org/officeDocument/2006/relationships/image" Target="/ppt/media/image368.png" Id="R3475a6c0d8a94622" /><Relationship Type="http://schemas.openxmlformats.org/officeDocument/2006/relationships/image" Target="/ppt/media/image368.svg" Id="Redeb91be9fb24b2a" /><Relationship Type="http://schemas.openxmlformats.org/officeDocument/2006/relationships/image" Target="/ppt/media/image369.png" Id="R9257ecb9578943c4" /><Relationship Type="http://schemas.openxmlformats.org/officeDocument/2006/relationships/image" Target="/ppt/media/image369.svg" Id="R92e63e4543744dc7" /><Relationship Type="http://schemas.openxmlformats.org/officeDocument/2006/relationships/image" Target="/ppt/media/image370.png" Id="Rfa3ae6fa52af4034" /><Relationship Type="http://schemas.openxmlformats.org/officeDocument/2006/relationships/image" Target="/ppt/media/image370.svg" Id="Rdca53b1cade34219" /><Relationship Type="http://schemas.openxmlformats.org/officeDocument/2006/relationships/image" Target="/ppt/media/image371.png" Id="Rfde2aaab0a3e459f" /><Relationship Type="http://schemas.openxmlformats.org/officeDocument/2006/relationships/image" Target="/ppt/media/image371.svg" Id="R28a5ea28577e433d" /><Relationship Type="http://schemas.openxmlformats.org/officeDocument/2006/relationships/image" Target="/ppt/media/image372.png" Id="R1d7b0ed656024d4c" /><Relationship Type="http://schemas.openxmlformats.org/officeDocument/2006/relationships/image" Target="/ppt/media/image372.svg" Id="R8ec458d785154017" /><Relationship Type="http://schemas.openxmlformats.org/officeDocument/2006/relationships/image" Target="/ppt/media/image373.png" Id="Rd95ba7f945324fe8" /><Relationship Type="http://schemas.openxmlformats.org/officeDocument/2006/relationships/image" Target="/ppt/media/image373.svg" Id="R63363a1c2a0648f0" /><Relationship Type="http://schemas.openxmlformats.org/officeDocument/2006/relationships/image" Target="/ppt/media/image374.png" Id="R89e76877f69947aa" /><Relationship Type="http://schemas.openxmlformats.org/officeDocument/2006/relationships/image" Target="/ppt/media/image374.svg" Id="Rb97a71fdab6047c4" /><Relationship Type="http://schemas.openxmlformats.org/officeDocument/2006/relationships/image" Target="/ppt/media/image375.png" Id="R4e5ba54baeac46e9" /><Relationship Type="http://schemas.openxmlformats.org/officeDocument/2006/relationships/image" Target="/ppt/media/image375.svg" Id="R3c83ee1e12714dea" /><Relationship Type="http://schemas.openxmlformats.org/officeDocument/2006/relationships/image" Target="/ppt/media/image376.png" Id="R8c29119efbbf4336" /><Relationship Type="http://schemas.openxmlformats.org/officeDocument/2006/relationships/image" Target="/ppt/media/image376.svg" Id="R8849937427d84e2e" /><Relationship Type="http://schemas.openxmlformats.org/officeDocument/2006/relationships/image" Target="/ppt/media/image377.png" Id="Rde2c934120df4e1c" /><Relationship Type="http://schemas.openxmlformats.org/officeDocument/2006/relationships/image" Target="/ppt/media/image377.svg" Id="R2651fa472d1c41e5" /><Relationship Type="http://schemas.openxmlformats.org/officeDocument/2006/relationships/image" Target="/ppt/media/image378.png" Id="R7f3eff1c2230427c" /><Relationship Type="http://schemas.openxmlformats.org/officeDocument/2006/relationships/image" Target="/ppt/media/image378.svg" Id="R38e5a7534a9448aa" /><Relationship Type="http://schemas.openxmlformats.org/officeDocument/2006/relationships/notesSlide" Target="/ppt/notesSlides/notesSlide40.xml" Id="R13c44bd5e9cd483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69329f11e4ff1" /><Relationship Type="http://schemas.openxmlformats.org/officeDocument/2006/relationships/notesSlide" Target="/ppt/notesSlides/notesSlide41.xml" Id="R0f2975d206104fd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9f0bab53947e1" /><Relationship Type="http://schemas.openxmlformats.org/officeDocument/2006/relationships/image" Target="/ppt/media/image379.png" Id="Re6093a171c584d31" /><Relationship Type="http://schemas.openxmlformats.org/officeDocument/2006/relationships/image" Target="/ppt/media/image379.svg" Id="R8b23090be2b54f73" /><Relationship Type="http://schemas.openxmlformats.org/officeDocument/2006/relationships/image" Target="/ppt/media/image380.png" Id="R86bcdddb4acc4d39" /><Relationship Type="http://schemas.openxmlformats.org/officeDocument/2006/relationships/image" Target="/ppt/media/image380.svg" Id="R1b4bab8896d9415a" /><Relationship Type="http://schemas.openxmlformats.org/officeDocument/2006/relationships/image" Target="/ppt/media/image381.png" Id="R69019bc43a984f0b" /><Relationship Type="http://schemas.openxmlformats.org/officeDocument/2006/relationships/image" Target="/ppt/media/image381.svg" Id="Rd110addaf331428c" /><Relationship Type="http://schemas.openxmlformats.org/officeDocument/2006/relationships/image" Target="/ppt/media/image382.png" Id="R8232975effbd4088" /><Relationship Type="http://schemas.openxmlformats.org/officeDocument/2006/relationships/image" Target="/ppt/media/image382.svg" Id="R684c672ebeb04220" /><Relationship Type="http://schemas.openxmlformats.org/officeDocument/2006/relationships/image" Target="/ppt/media/image383.png" Id="Rc0d6f7e1672743eb" /><Relationship Type="http://schemas.openxmlformats.org/officeDocument/2006/relationships/image" Target="/ppt/media/image383.svg" Id="R5085be5b50774ed5" /><Relationship Type="http://schemas.openxmlformats.org/officeDocument/2006/relationships/image" Target="/ppt/media/image384.png" Id="R2129040450b14e74" /><Relationship Type="http://schemas.openxmlformats.org/officeDocument/2006/relationships/image" Target="/ppt/media/image384.svg" Id="R5c7fae2c3f9e45be" /><Relationship Type="http://schemas.openxmlformats.org/officeDocument/2006/relationships/image" Target="/ppt/media/image385.png" Id="Re39c91464af14abd" /><Relationship Type="http://schemas.openxmlformats.org/officeDocument/2006/relationships/image" Target="/ppt/media/image385.svg" Id="R5051cd2a98ac4e31" /><Relationship Type="http://schemas.openxmlformats.org/officeDocument/2006/relationships/image" Target="/ppt/media/image386.png" Id="Rbb00348e240143eb" /><Relationship Type="http://schemas.openxmlformats.org/officeDocument/2006/relationships/image" Target="/ppt/media/image386.svg" Id="R50a008ad1f264a1c" /><Relationship Type="http://schemas.openxmlformats.org/officeDocument/2006/relationships/image" Target="/ppt/media/image387.png" Id="Re62d020d18a14a35" /><Relationship Type="http://schemas.openxmlformats.org/officeDocument/2006/relationships/image" Target="/ppt/media/image387.svg" Id="R976a92e4f43643b3" /><Relationship Type="http://schemas.openxmlformats.org/officeDocument/2006/relationships/notesSlide" Target="/ppt/notesSlides/notesSlide42.xml" Id="Ra009a61af67b456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68adc54754df8" /><Relationship Type="http://schemas.openxmlformats.org/officeDocument/2006/relationships/image" Target="/ppt/media/image388.png" Id="R4beeb3ddab314316" /><Relationship Type="http://schemas.openxmlformats.org/officeDocument/2006/relationships/image" Target="/ppt/media/image388.svg" Id="R15bac2aaaf514675" /><Relationship Type="http://schemas.openxmlformats.org/officeDocument/2006/relationships/image" Target="/ppt/media/image389.png" Id="R6bf7b87f96c34072" /><Relationship Type="http://schemas.openxmlformats.org/officeDocument/2006/relationships/image" Target="/ppt/media/image389.svg" Id="R78ceb48a66d34dfc" /><Relationship Type="http://schemas.openxmlformats.org/officeDocument/2006/relationships/image" Target="/ppt/media/image390.png" Id="R674abd9db5244c44" /><Relationship Type="http://schemas.openxmlformats.org/officeDocument/2006/relationships/image" Target="/ppt/media/image390.svg" Id="Reda41a39d6c24abf" /><Relationship Type="http://schemas.openxmlformats.org/officeDocument/2006/relationships/image" Target="/ppt/media/image391.png" Id="R95894ba799244137" /><Relationship Type="http://schemas.openxmlformats.org/officeDocument/2006/relationships/image" Target="/ppt/media/image391.svg" Id="R07baa97831464d5b" /><Relationship Type="http://schemas.openxmlformats.org/officeDocument/2006/relationships/image" Target="/ppt/media/image392.png" Id="R50d64be18ef04e2d" /><Relationship Type="http://schemas.openxmlformats.org/officeDocument/2006/relationships/image" Target="/ppt/media/image392.svg" Id="Rd04e257a8a3c40d1" /><Relationship Type="http://schemas.openxmlformats.org/officeDocument/2006/relationships/image" Target="/ppt/media/image393.png" Id="R54149bbbfeb94b7b" /><Relationship Type="http://schemas.openxmlformats.org/officeDocument/2006/relationships/image" Target="/ppt/media/image393.svg" Id="Rc4ea88c0bf9c4525" /><Relationship Type="http://schemas.openxmlformats.org/officeDocument/2006/relationships/image" Target="/ppt/media/image394.png" Id="Rc0b87c0f673846d8" /><Relationship Type="http://schemas.openxmlformats.org/officeDocument/2006/relationships/image" Target="/ppt/media/image394.svg" Id="R7594e665fb384973" /><Relationship Type="http://schemas.openxmlformats.org/officeDocument/2006/relationships/image" Target="/ppt/media/image395.png" Id="R3aef9de8d01d437d" /><Relationship Type="http://schemas.openxmlformats.org/officeDocument/2006/relationships/image" Target="/ppt/media/image395.svg" Id="R3c6146f20acf4258" /><Relationship Type="http://schemas.openxmlformats.org/officeDocument/2006/relationships/image" Target="/ppt/media/image396.png" Id="R9e878777de4a48a4" /><Relationship Type="http://schemas.openxmlformats.org/officeDocument/2006/relationships/image" Target="/ppt/media/image396.svg" Id="R8a5a71af4e6a441a" /><Relationship Type="http://schemas.openxmlformats.org/officeDocument/2006/relationships/image" Target="/ppt/media/image397.png" Id="R3cb8f9650fd34b16" /><Relationship Type="http://schemas.openxmlformats.org/officeDocument/2006/relationships/image" Target="/ppt/media/image397.svg" Id="Rc81813cce19e4986" /><Relationship Type="http://schemas.openxmlformats.org/officeDocument/2006/relationships/notesSlide" Target="/ppt/notesSlides/notesSlide43.xml" Id="Raf1813e47f4e481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3bebccfe544a7" /><Relationship Type="http://schemas.openxmlformats.org/officeDocument/2006/relationships/image" Target="/ppt/media/image398.png" Id="R8e0062374d30425f" /><Relationship Type="http://schemas.openxmlformats.org/officeDocument/2006/relationships/image" Target="/ppt/media/image398.svg" Id="Rc9f901a3a6114090" /><Relationship Type="http://schemas.openxmlformats.org/officeDocument/2006/relationships/image" Target="/ppt/media/image399.png" Id="R98ee9c0ca22145b7" /><Relationship Type="http://schemas.openxmlformats.org/officeDocument/2006/relationships/image" Target="/ppt/media/image399.svg" Id="R5a7aa97fa61d4ec2" /><Relationship Type="http://schemas.openxmlformats.org/officeDocument/2006/relationships/image" Target="/ppt/media/image400.png" Id="Rc174ccbe1393459b" /><Relationship Type="http://schemas.openxmlformats.org/officeDocument/2006/relationships/image" Target="/ppt/media/image400.svg" Id="R2cb41170085a48b3" /><Relationship Type="http://schemas.openxmlformats.org/officeDocument/2006/relationships/image" Target="/ppt/media/image401.png" Id="R9fb53535470e4a52" /><Relationship Type="http://schemas.openxmlformats.org/officeDocument/2006/relationships/image" Target="/ppt/media/image401.svg" Id="R785177d283b64fa5" /><Relationship Type="http://schemas.openxmlformats.org/officeDocument/2006/relationships/image" Target="/ppt/media/image402.png" Id="Raab80dcc876549e1" /><Relationship Type="http://schemas.openxmlformats.org/officeDocument/2006/relationships/image" Target="/ppt/media/image402.svg" Id="Re903ac42f5aa41f9" /><Relationship Type="http://schemas.openxmlformats.org/officeDocument/2006/relationships/image" Target="/ppt/media/image403.png" Id="Racab97fe769d4975" /><Relationship Type="http://schemas.openxmlformats.org/officeDocument/2006/relationships/image" Target="/ppt/media/image403.svg" Id="Ra78e417fbb86475b" /><Relationship Type="http://schemas.openxmlformats.org/officeDocument/2006/relationships/image" Target="/ppt/media/image404.png" Id="R19bf3b26ae3640d2" /><Relationship Type="http://schemas.openxmlformats.org/officeDocument/2006/relationships/image" Target="/ppt/media/image404.svg" Id="R275c05b07a0348f3" /><Relationship Type="http://schemas.openxmlformats.org/officeDocument/2006/relationships/image" Target="/ppt/media/image405.png" Id="R48106c2803af45a5" /><Relationship Type="http://schemas.openxmlformats.org/officeDocument/2006/relationships/image" Target="/ppt/media/image405.svg" Id="R2fdf900d4d884b39" /><Relationship Type="http://schemas.openxmlformats.org/officeDocument/2006/relationships/image" Target="/ppt/media/image406.png" Id="Rcc52a853909841f7" /><Relationship Type="http://schemas.openxmlformats.org/officeDocument/2006/relationships/image" Target="/ppt/media/image406.svg" Id="Rcb0b97fb303f42fa" /><Relationship Type="http://schemas.openxmlformats.org/officeDocument/2006/relationships/image" Target="/ppt/media/image407.png" Id="Rd719dbd0432449db" /><Relationship Type="http://schemas.openxmlformats.org/officeDocument/2006/relationships/image" Target="/ppt/media/image407.svg" Id="Rbde3f271f577491f" /><Relationship Type="http://schemas.openxmlformats.org/officeDocument/2006/relationships/image" Target="/ppt/media/image408.png" Id="Rd097d773e8c2440d" /><Relationship Type="http://schemas.openxmlformats.org/officeDocument/2006/relationships/image" Target="/ppt/media/image408.svg" Id="R11543d91bfa54d69" /><Relationship Type="http://schemas.openxmlformats.org/officeDocument/2006/relationships/notesSlide" Target="/ppt/notesSlides/notesSlide44.xml" Id="Raea89e4e9c86489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ac52452d94a57" /><Relationship Type="http://schemas.openxmlformats.org/officeDocument/2006/relationships/image" Target="/ppt/media/image409.png" Id="R2844063e6f414c15" /><Relationship Type="http://schemas.openxmlformats.org/officeDocument/2006/relationships/image" Target="/ppt/media/image409.svg" Id="R7f35fdeb9ce54876" /><Relationship Type="http://schemas.openxmlformats.org/officeDocument/2006/relationships/image" Target="/ppt/media/image410.png" Id="R12a17467d4f04c03" /><Relationship Type="http://schemas.openxmlformats.org/officeDocument/2006/relationships/image" Target="/ppt/media/image410.svg" Id="R7d7a84a496004b8a" /><Relationship Type="http://schemas.openxmlformats.org/officeDocument/2006/relationships/image" Target="/ppt/media/image411.png" Id="R73859496a6f04822" /><Relationship Type="http://schemas.openxmlformats.org/officeDocument/2006/relationships/image" Target="/ppt/media/image411.svg" Id="Rcf48af94bef74550" /><Relationship Type="http://schemas.openxmlformats.org/officeDocument/2006/relationships/image" Target="/ppt/media/image412.png" Id="R9f2ca7d5e72b4206" /><Relationship Type="http://schemas.openxmlformats.org/officeDocument/2006/relationships/image" Target="/ppt/media/image412.svg" Id="Rff0285e4a6774a69" /><Relationship Type="http://schemas.openxmlformats.org/officeDocument/2006/relationships/image" Target="/ppt/media/image413.png" Id="Ra21948a3266e40a9" /><Relationship Type="http://schemas.openxmlformats.org/officeDocument/2006/relationships/image" Target="/ppt/media/image413.svg" Id="R08b83765ec874b42" /><Relationship Type="http://schemas.openxmlformats.org/officeDocument/2006/relationships/image" Target="/ppt/media/image414.png" Id="R9e3f564ae2b24edc" /><Relationship Type="http://schemas.openxmlformats.org/officeDocument/2006/relationships/image" Target="/ppt/media/image414.svg" Id="Raad521a3c5694122" /><Relationship Type="http://schemas.openxmlformats.org/officeDocument/2006/relationships/image" Target="/ppt/media/image415.png" Id="R04d6943655e04400" /><Relationship Type="http://schemas.openxmlformats.org/officeDocument/2006/relationships/image" Target="/ppt/media/image415.svg" Id="R52574819e5784b55" /><Relationship Type="http://schemas.openxmlformats.org/officeDocument/2006/relationships/image" Target="/ppt/media/image416.png" Id="R3862ce01d89b48b3" /><Relationship Type="http://schemas.openxmlformats.org/officeDocument/2006/relationships/image" Target="/ppt/media/image416.svg" Id="R928c2ead080e4abd" /><Relationship Type="http://schemas.openxmlformats.org/officeDocument/2006/relationships/image" Target="/ppt/media/image417.png" Id="R2e114acd3aef4594" /><Relationship Type="http://schemas.openxmlformats.org/officeDocument/2006/relationships/image" Target="/ppt/media/image417.svg" Id="Rd40245d1027b40a9" /><Relationship Type="http://schemas.openxmlformats.org/officeDocument/2006/relationships/image" Target="/ppt/media/image418.png" Id="Rc476f4f7fdfb4af9" /><Relationship Type="http://schemas.openxmlformats.org/officeDocument/2006/relationships/image" Target="/ppt/media/image418.svg" Id="Rd9210e163685453e" /><Relationship Type="http://schemas.openxmlformats.org/officeDocument/2006/relationships/image" Target="/ppt/media/image419.png" Id="Rdd3a75afd4f54aac" /><Relationship Type="http://schemas.openxmlformats.org/officeDocument/2006/relationships/image" Target="/ppt/media/image419.svg" Id="R9296748a81844b7d" /><Relationship Type="http://schemas.openxmlformats.org/officeDocument/2006/relationships/image" Target="/ppt/media/image420.png" Id="Rc4d2a2b3894d4192" /><Relationship Type="http://schemas.openxmlformats.org/officeDocument/2006/relationships/image" Target="/ppt/media/image420.svg" Id="R2acb727d9a0e4f1d" /><Relationship Type="http://schemas.openxmlformats.org/officeDocument/2006/relationships/notesSlide" Target="/ppt/notesSlides/notesSlide45.xml" Id="R39c5fe33f126400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f97bad0b44963" /><Relationship Type="http://schemas.openxmlformats.org/officeDocument/2006/relationships/image" Target="/ppt/media/image421.png" Id="R1a3491086a5148de" /><Relationship Type="http://schemas.openxmlformats.org/officeDocument/2006/relationships/image" Target="/ppt/media/image421.svg" Id="R31bb90f567504fe0" /><Relationship Type="http://schemas.openxmlformats.org/officeDocument/2006/relationships/image" Target="/ppt/media/image422.png" Id="Re4ca6362611e4623" /><Relationship Type="http://schemas.openxmlformats.org/officeDocument/2006/relationships/image" Target="/ppt/media/image422.svg" Id="R4b0572c84bf64ec7" /><Relationship Type="http://schemas.openxmlformats.org/officeDocument/2006/relationships/image" Target="/ppt/media/image423.png" Id="Ra1f27ee48839493d" /><Relationship Type="http://schemas.openxmlformats.org/officeDocument/2006/relationships/image" Target="/ppt/media/image423.svg" Id="R53cf78470a814862" /><Relationship Type="http://schemas.openxmlformats.org/officeDocument/2006/relationships/image" Target="/ppt/media/image424.png" Id="Re0e8a09ec56647f7" /><Relationship Type="http://schemas.openxmlformats.org/officeDocument/2006/relationships/image" Target="/ppt/media/image424.svg" Id="Rad1be14808394bb7" /><Relationship Type="http://schemas.openxmlformats.org/officeDocument/2006/relationships/image" Target="/ppt/media/image425.png" Id="Rd8d36133bb634a33" /><Relationship Type="http://schemas.openxmlformats.org/officeDocument/2006/relationships/image" Target="/ppt/media/image425.svg" Id="R9c84dbe7471f4fab" /><Relationship Type="http://schemas.openxmlformats.org/officeDocument/2006/relationships/image" Target="/ppt/media/image426.png" Id="R9930825084b5406b" /><Relationship Type="http://schemas.openxmlformats.org/officeDocument/2006/relationships/image" Target="/ppt/media/image426.svg" Id="R1f8e94c7bff84cc9" /><Relationship Type="http://schemas.openxmlformats.org/officeDocument/2006/relationships/image" Target="/ppt/media/image427.png" Id="R4310edfbf5fb4503" /><Relationship Type="http://schemas.openxmlformats.org/officeDocument/2006/relationships/image" Target="/ppt/media/image427.svg" Id="R28b4ed12cf4844f1" /><Relationship Type="http://schemas.openxmlformats.org/officeDocument/2006/relationships/image" Target="/ppt/media/image428.png" Id="Rc89e613ffdc4409a" /><Relationship Type="http://schemas.openxmlformats.org/officeDocument/2006/relationships/image" Target="/ppt/media/image428.svg" Id="R957330cbedae4d82" /><Relationship Type="http://schemas.openxmlformats.org/officeDocument/2006/relationships/image" Target="/ppt/media/image429.png" Id="R910f966720ab45ae" /><Relationship Type="http://schemas.openxmlformats.org/officeDocument/2006/relationships/image" Target="/ppt/media/image429.svg" Id="Rb51582235b784918" /><Relationship Type="http://schemas.openxmlformats.org/officeDocument/2006/relationships/image" Target="/ppt/media/image430.png" Id="R2e0430d78e7d4ee5" /><Relationship Type="http://schemas.openxmlformats.org/officeDocument/2006/relationships/image" Target="/ppt/media/image430.svg" Id="R5971721955464687" /><Relationship Type="http://schemas.openxmlformats.org/officeDocument/2006/relationships/image" Target="/ppt/media/image431.png" Id="R0b6d4da0ac59417c" /><Relationship Type="http://schemas.openxmlformats.org/officeDocument/2006/relationships/image" Target="/ppt/media/image431.svg" Id="R621dc25870624716" /><Relationship Type="http://schemas.openxmlformats.org/officeDocument/2006/relationships/image" Target="/ppt/media/image432.png" Id="R68113db2eb56433e" /><Relationship Type="http://schemas.openxmlformats.org/officeDocument/2006/relationships/image" Target="/ppt/media/image432.svg" Id="R58d78afc69274bf1" /><Relationship Type="http://schemas.openxmlformats.org/officeDocument/2006/relationships/image" Target="/ppt/media/image433.png" Id="Rc49581e6216e40c7" /><Relationship Type="http://schemas.openxmlformats.org/officeDocument/2006/relationships/image" Target="/ppt/media/image433.svg" Id="R85f5d2e74b3b47b0" /><Relationship Type="http://schemas.openxmlformats.org/officeDocument/2006/relationships/notesSlide" Target="/ppt/notesSlides/notesSlide46.xml" Id="R7003488c316c437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6e661d090430d" /><Relationship Type="http://schemas.openxmlformats.org/officeDocument/2006/relationships/image" Target="/ppt/media/image434.png" Id="Rb697a36b5879401f" /><Relationship Type="http://schemas.openxmlformats.org/officeDocument/2006/relationships/image" Target="/ppt/media/image434.svg" Id="R4699c42c0e304fd6" /><Relationship Type="http://schemas.openxmlformats.org/officeDocument/2006/relationships/image" Target="/ppt/media/image435.png" Id="R00070d7372a04a60" /><Relationship Type="http://schemas.openxmlformats.org/officeDocument/2006/relationships/image" Target="/ppt/media/image435.svg" Id="R2611941551a840c3" /><Relationship Type="http://schemas.openxmlformats.org/officeDocument/2006/relationships/image" Target="/ppt/media/image436.png" Id="R2b05589dc3b14955" /><Relationship Type="http://schemas.openxmlformats.org/officeDocument/2006/relationships/image" Target="/ppt/media/image436.svg" Id="R40f1be1a905445cb" /><Relationship Type="http://schemas.openxmlformats.org/officeDocument/2006/relationships/image" Target="/ppt/media/image437.png" Id="R25f5128de5c14eca" /><Relationship Type="http://schemas.openxmlformats.org/officeDocument/2006/relationships/image" Target="/ppt/media/image437.svg" Id="R4f8b1b2edb2c4a5c" /><Relationship Type="http://schemas.openxmlformats.org/officeDocument/2006/relationships/image" Target="/ppt/media/image438.png" Id="R92933a80716f42d3" /><Relationship Type="http://schemas.openxmlformats.org/officeDocument/2006/relationships/image" Target="/ppt/media/image438.svg" Id="R1cef743190814154" /><Relationship Type="http://schemas.openxmlformats.org/officeDocument/2006/relationships/image" Target="/ppt/media/image439.png" Id="R707be048490f43f3" /><Relationship Type="http://schemas.openxmlformats.org/officeDocument/2006/relationships/image" Target="/ppt/media/image439.svg" Id="Rec68a4a4e2534a24" /><Relationship Type="http://schemas.openxmlformats.org/officeDocument/2006/relationships/image" Target="/ppt/media/image440.png" Id="Rf25eaa88c57a423c" /><Relationship Type="http://schemas.openxmlformats.org/officeDocument/2006/relationships/image" Target="/ppt/media/image440.svg" Id="Rf3cd304209dc4419" /><Relationship Type="http://schemas.openxmlformats.org/officeDocument/2006/relationships/image" Target="/ppt/media/image441.png" Id="R0e1b703ad1e5472c" /><Relationship Type="http://schemas.openxmlformats.org/officeDocument/2006/relationships/image" Target="/ppt/media/image441.svg" Id="R55b40a3754b440b9" /><Relationship Type="http://schemas.openxmlformats.org/officeDocument/2006/relationships/image" Target="/ppt/media/image442.png" Id="R6fad878d2736441e" /><Relationship Type="http://schemas.openxmlformats.org/officeDocument/2006/relationships/image" Target="/ppt/media/image442.svg" Id="R592daaa129fa4636" /><Relationship Type="http://schemas.openxmlformats.org/officeDocument/2006/relationships/image" Target="/ppt/media/image443.png" Id="R2adc4e7b580246db" /><Relationship Type="http://schemas.openxmlformats.org/officeDocument/2006/relationships/image" Target="/ppt/media/image443.svg" Id="R330a3b9db1314bf2" /><Relationship Type="http://schemas.openxmlformats.org/officeDocument/2006/relationships/image" Target="/ppt/media/image444.png" Id="R3f815075d3864e21" /><Relationship Type="http://schemas.openxmlformats.org/officeDocument/2006/relationships/image" Target="/ppt/media/image444.svg" Id="R101e166332214fdf" /><Relationship Type="http://schemas.openxmlformats.org/officeDocument/2006/relationships/image" Target="/ppt/media/image445.png" Id="Ra04348eb394a46e8" /><Relationship Type="http://schemas.openxmlformats.org/officeDocument/2006/relationships/image" Target="/ppt/media/image445.svg" Id="Rd7fabf2b255d4be6" /><Relationship Type="http://schemas.openxmlformats.org/officeDocument/2006/relationships/image" Target="/ppt/media/image446.png" Id="Ra19d4518a5f74f0f" /><Relationship Type="http://schemas.openxmlformats.org/officeDocument/2006/relationships/image" Target="/ppt/media/image446.svg" Id="R29fd0e3061e0423b" /><Relationship Type="http://schemas.openxmlformats.org/officeDocument/2006/relationships/image" Target="/ppt/media/image447.png" Id="R89dfa4619b554049" /><Relationship Type="http://schemas.openxmlformats.org/officeDocument/2006/relationships/image" Target="/ppt/media/image447.svg" Id="R859f9f3efeae425e" /><Relationship Type="http://schemas.openxmlformats.org/officeDocument/2006/relationships/notesSlide" Target="/ppt/notesSlides/notesSlide47.xml" Id="Rd42d90baa80944d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36bb1a3754571" /><Relationship Type="http://schemas.openxmlformats.org/officeDocument/2006/relationships/image" Target="/ppt/media/image448.png" Id="Rccfccbf8480f46ec" /><Relationship Type="http://schemas.openxmlformats.org/officeDocument/2006/relationships/image" Target="/ppt/media/image448.svg" Id="R72ac5d0c211e4d33" /><Relationship Type="http://schemas.openxmlformats.org/officeDocument/2006/relationships/image" Target="/ppt/media/image449.png" Id="R431c8636589d4b22" /><Relationship Type="http://schemas.openxmlformats.org/officeDocument/2006/relationships/image" Target="/ppt/media/image449.svg" Id="Rcbdfc47f8d76420a" /><Relationship Type="http://schemas.openxmlformats.org/officeDocument/2006/relationships/image" Target="/ppt/media/image450.png" Id="R2c7431f0b1114dbe" /><Relationship Type="http://schemas.openxmlformats.org/officeDocument/2006/relationships/image" Target="/ppt/media/image450.svg" Id="R890e9d3710ef4668" /><Relationship Type="http://schemas.openxmlformats.org/officeDocument/2006/relationships/image" Target="/ppt/media/image451.png" Id="R58f6c03f74a14c56" /><Relationship Type="http://schemas.openxmlformats.org/officeDocument/2006/relationships/image" Target="/ppt/media/image451.svg" Id="Rb4e30f47e0e74024" /><Relationship Type="http://schemas.openxmlformats.org/officeDocument/2006/relationships/image" Target="/ppt/media/image452.png" Id="Rd15e4f5710a743dc" /><Relationship Type="http://schemas.openxmlformats.org/officeDocument/2006/relationships/image" Target="/ppt/media/image452.svg" Id="R95dc0e0976d544ce" /><Relationship Type="http://schemas.openxmlformats.org/officeDocument/2006/relationships/image" Target="/ppt/media/image453.png" Id="R314677deabeb4fea" /><Relationship Type="http://schemas.openxmlformats.org/officeDocument/2006/relationships/image" Target="/ppt/media/image453.svg" Id="Rcbae9f9b82274c9d" /><Relationship Type="http://schemas.openxmlformats.org/officeDocument/2006/relationships/image" Target="/ppt/media/image454.png" Id="R135d930f596a4b40" /><Relationship Type="http://schemas.openxmlformats.org/officeDocument/2006/relationships/image" Target="/ppt/media/image454.svg" Id="R2a704b533d8b404d" /><Relationship Type="http://schemas.openxmlformats.org/officeDocument/2006/relationships/image" Target="/ppt/media/image455.png" Id="R5b66e527cdc14584" /><Relationship Type="http://schemas.openxmlformats.org/officeDocument/2006/relationships/image" Target="/ppt/media/image455.svg" Id="R37b00c32f00d4c31" /><Relationship Type="http://schemas.openxmlformats.org/officeDocument/2006/relationships/image" Target="/ppt/media/image456.png" Id="R25d6adda9d80455d" /><Relationship Type="http://schemas.openxmlformats.org/officeDocument/2006/relationships/image" Target="/ppt/media/image456.svg" Id="R4578989f10ff4ea6" /><Relationship Type="http://schemas.openxmlformats.org/officeDocument/2006/relationships/image" Target="/ppt/media/image457.png" Id="R4351541c5533487f" /><Relationship Type="http://schemas.openxmlformats.org/officeDocument/2006/relationships/image" Target="/ppt/media/image457.svg" Id="Rb20ecfe46ab74457" /><Relationship Type="http://schemas.openxmlformats.org/officeDocument/2006/relationships/image" Target="/ppt/media/image458.png" Id="R9abdefb67940490a" /><Relationship Type="http://schemas.openxmlformats.org/officeDocument/2006/relationships/image" Target="/ppt/media/image458.svg" Id="Ra4dd9e5c22e4436b" /><Relationship Type="http://schemas.openxmlformats.org/officeDocument/2006/relationships/image" Target="/ppt/media/image459.png" Id="Rafdd790752d64cfe" /><Relationship Type="http://schemas.openxmlformats.org/officeDocument/2006/relationships/image" Target="/ppt/media/image459.svg" Id="Rce3d022863554804" /><Relationship Type="http://schemas.openxmlformats.org/officeDocument/2006/relationships/image" Target="/ppt/media/image460.png" Id="Rd35e979588134e1c" /><Relationship Type="http://schemas.openxmlformats.org/officeDocument/2006/relationships/image" Target="/ppt/media/image460.svg" Id="Rf4b10d3931ac401f" /><Relationship Type="http://schemas.openxmlformats.org/officeDocument/2006/relationships/image" Target="/ppt/media/image461.png" Id="R0f08133cd92c489d" /><Relationship Type="http://schemas.openxmlformats.org/officeDocument/2006/relationships/image" Target="/ppt/media/image461.svg" Id="R196a4d14697c4061" /><Relationship Type="http://schemas.openxmlformats.org/officeDocument/2006/relationships/image" Target="/ppt/media/image462.png" Id="Rae69b269366843bb" /><Relationship Type="http://schemas.openxmlformats.org/officeDocument/2006/relationships/image" Target="/ppt/media/image462.svg" Id="Rcf58c0ebd4bf4773" /><Relationship Type="http://schemas.openxmlformats.org/officeDocument/2006/relationships/notesSlide" Target="/ppt/notesSlides/notesSlide48.xml" Id="Rd9cbc5b444c44ce9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f3a11144c4286" /><Relationship Type="http://schemas.openxmlformats.org/officeDocument/2006/relationships/notesSlide" Target="/ppt/notesSlides/notesSlide49.xml" Id="Rf975bd2f1775464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4f34f869548ea" /><Relationship Type="http://schemas.openxmlformats.org/officeDocument/2006/relationships/image" Target="/ppt/media/image463.png" Id="R005342f7fa1d4fd5" /><Relationship Type="http://schemas.openxmlformats.org/officeDocument/2006/relationships/image" Target="/ppt/media/image463.svg" Id="R6a8a9481205c429d" /><Relationship Type="http://schemas.openxmlformats.org/officeDocument/2006/relationships/image" Target="/ppt/media/image464.png" Id="Rf5bdca6e51a64c29" /><Relationship Type="http://schemas.openxmlformats.org/officeDocument/2006/relationships/image" Target="/ppt/media/image464.svg" Id="R54c4cfcca55a4fda" /><Relationship Type="http://schemas.openxmlformats.org/officeDocument/2006/relationships/image" Target="/ppt/media/image465.png" Id="Rabaa983dc1ac4cdf" /><Relationship Type="http://schemas.openxmlformats.org/officeDocument/2006/relationships/image" Target="/ppt/media/image465.svg" Id="Rfb4f20ebd7ee4cab" /><Relationship Type="http://schemas.openxmlformats.org/officeDocument/2006/relationships/image" Target="/ppt/media/image466.png" Id="R67f2c5cd9a8d4b1f" /><Relationship Type="http://schemas.openxmlformats.org/officeDocument/2006/relationships/image" Target="/ppt/media/image466.svg" Id="R1fbb7bf6fb0f47e2" /><Relationship Type="http://schemas.openxmlformats.org/officeDocument/2006/relationships/image" Target="/ppt/media/image467.png" Id="R20f5da29b2da427e" /><Relationship Type="http://schemas.openxmlformats.org/officeDocument/2006/relationships/image" Target="/ppt/media/image467.svg" Id="R01ae93672cad4d3a" /><Relationship Type="http://schemas.openxmlformats.org/officeDocument/2006/relationships/image" Target="/ppt/media/image468.png" Id="Rac9d182da6594a84" /><Relationship Type="http://schemas.openxmlformats.org/officeDocument/2006/relationships/image" Target="/ppt/media/image468.svg" Id="R1e98f9244b8d4105" /><Relationship Type="http://schemas.openxmlformats.org/officeDocument/2006/relationships/image" Target="/ppt/media/image469.png" Id="Rb5779abf25174bba" /><Relationship Type="http://schemas.openxmlformats.org/officeDocument/2006/relationships/image" Target="/ppt/media/image469.svg" Id="Re21ee106eff14c44" /><Relationship Type="http://schemas.openxmlformats.org/officeDocument/2006/relationships/notesSlide" Target="/ppt/notesSlides/notesSlide50.xml" Id="R5e735dda3f8d43b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84887a47d42bd" /><Relationship Type="http://schemas.openxmlformats.org/officeDocument/2006/relationships/image" Target="/ppt/media/image470.png" Id="Rd2a240182cb24c0c" /><Relationship Type="http://schemas.openxmlformats.org/officeDocument/2006/relationships/image" Target="/ppt/media/image470.svg" Id="Rcc0eab13bda74c61" /><Relationship Type="http://schemas.openxmlformats.org/officeDocument/2006/relationships/image" Target="/ppt/media/image471.png" Id="R30fa7ef740bc4ebf" /><Relationship Type="http://schemas.openxmlformats.org/officeDocument/2006/relationships/image" Target="/ppt/media/image471.svg" Id="Rcae0aa9cd40d47c0" /><Relationship Type="http://schemas.openxmlformats.org/officeDocument/2006/relationships/image" Target="/ppt/media/image472.png" Id="R982259b49a8c45ff" /><Relationship Type="http://schemas.openxmlformats.org/officeDocument/2006/relationships/image" Target="/ppt/media/image472.svg" Id="R00d86ae095974189" /><Relationship Type="http://schemas.openxmlformats.org/officeDocument/2006/relationships/image" Target="/ppt/media/image473.png" Id="Re202e4375f6a4472" /><Relationship Type="http://schemas.openxmlformats.org/officeDocument/2006/relationships/image" Target="/ppt/media/image473.svg" Id="R886ea8b6cec84751" /><Relationship Type="http://schemas.openxmlformats.org/officeDocument/2006/relationships/image" Target="/ppt/media/image474.png" Id="Rd33a647e80084cdd" /><Relationship Type="http://schemas.openxmlformats.org/officeDocument/2006/relationships/image" Target="/ppt/media/image474.svg" Id="R2836f934f9e84ae7" /><Relationship Type="http://schemas.openxmlformats.org/officeDocument/2006/relationships/image" Target="/ppt/media/image475.png" Id="Rff6bd7a75dfb40b7" /><Relationship Type="http://schemas.openxmlformats.org/officeDocument/2006/relationships/image" Target="/ppt/media/image475.svg" Id="R22ffd24e656d408f" /><Relationship Type="http://schemas.openxmlformats.org/officeDocument/2006/relationships/image" Target="/ppt/media/image476.png" Id="R7069bfc629ca408c" /><Relationship Type="http://schemas.openxmlformats.org/officeDocument/2006/relationships/image" Target="/ppt/media/image476.svg" Id="R2a3bdb42655e4862" /><Relationship Type="http://schemas.openxmlformats.org/officeDocument/2006/relationships/image" Target="/ppt/media/image477.png" Id="R33f6ed147eab423d" /><Relationship Type="http://schemas.openxmlformats.org/officeDocument/2006/relationships/image" Target="/ppt/media/image477.svg" Id="R159d16562fc64989" /><Relationship Type="http://schemas.openxmlformats.org/officeDocument/2006/relationships/notesSlide" Target="/ppt/notesSlides/notesSlide51.xml" Id="R377cbf76e524423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b1c8886ac4a9a" /><Relationship Type="http://schemas.openxmlformats.org/officeDocument/2006/relationships/image" Target="/ppt/media/image478.png" Id="Rd8a20243bb304da2" /><Relationship Type="http://schemas.openxmlformats.org/officeDocument/2006/relationships/image" Target="/ppt/media/image478.svg" Id="Rc136c7562e584481" /><Relationship Type="http://schemas.openxmlformats.org/officeDocument/2006/relationships/image" Target="/ppt/media/image479.png" Id="R68e1d23afbc94726" /><Relationship Type="http://schemas.openxmlformats.org/officeDocument/2006/relationships/image" Target="/ppt/media/image479.svg" Id="R0dc597b7f70248d8" /><Relationship Type="http://schemas.openxmlformats.org/officeDocument/2006/relationships/image" Target="/ppt/media/image480.png" Id="R6a8e8715164e47d9" /><Relationship Type="http://schemas.openxmlformats.org/officeDocument/2006/relationships/image" Target="/ppt/media/image480.svg" Id="Rf0d25c66aafd45a6" /><Relationship Type="http://schemas.openxmlformats.org/officeDocument/2006/relationships/image" Target="/ppt/media/image481.png" Id="R61122cb4efbb44ee" /><Relationship Type="http://schemas.openxmlformats.org/officeDocument/2006/relationships/image" Target="/ppt/media/image481.svg" Id="R6e28fd1c2b7e465f" /><Relationship Type="http://schemas.openxmlformats.org/officeDocument/2006/relationships/image" Target="/ppt/media/image482.png" Id="R65448800345e495e" /><Relationship Type="http://schemas.openxmlformats.org/officeDocument/2006/relationships/image" Target="/ppt/media/image482.svg" Id="R646a64979a4649e8" /><Relationship Type="http://schemas.openxmlformats.org/officeDocument/2006/relationships/image" Target="/ppt/media/image483.png" Id="Ra9a3b2e9bfd34207" /><Relationship Type="http://schemas.openxmlformats.org/officeDocument/2006/relationships/image" Target="/ppt/media/image483.svg" Id="Rfbe036ac11364845" /><Relationship Type="http://schemas.openxmlformats.org/officeDocument/2006/relationships/image" Target="/ppt/media/image484.png" Id="Re3e4859cd5b84263" /><Relationship Type="http://schemas.openxmlformats.org/officeDocument/2006/relationships/image" Target="/ppt/media/image484.svg" Id="R7481f93960384807" /><Relationship Type="http://schemas.openxmlformats.org/officeDocument/2006/relationships/image" Target="/ppt/media/image485.png" Id="R06c7386d3c7947b2" /><Relationship Type="http://schemas.openxmlformats.org/officeDocument/2006/relationships/image" Target="/ppt/media/image485.svg" Id="R10251e22def24c22" /><Relationship Type="http://schemas.openxmlformats.org/officeDocument/2006/relationships/image" Target="/ppt/media/image486.png" Id="R559586f546824140" /><Relationship Type="http://schemas.openxmlformats.org/officeDocument/2006/relationships/image" Target="/ppt/media/image486.svg" Id="R3fe66d0750f847a2" /><Relationship Type="http://schemas.openxmlformats.org/officeDocument/2006/relationships/notesSlide" Target="/ppt/notesSlides/notesSlide52.xml" Id="R972820dfccaf4fe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b1ab5df2a4469" /><Relationship Type="http://schemas.openxmlformats.org/officeDocument/2006/relationships/image" Target="/ppt/media/image487.png" Id="Rae440a96bd2c4231" /><Relationship Type="http://schemas.openxmlformats.org/officeDocument/2006/relationships/image" Target="/ppt/media/image487.svg" Id="Rca55f2e31b384a9c" /><Relationship Type="http://schemas.openxmlformats.org/officeDocument/2006/relationships/image" Target="/ppt/media/image488.png" Id="Rd130471f25004f04" /><Relationship Type="http://schemas.openxmlformats.org/officeDocument/2006/relationships/image" Target="/ppt/media/image488.svg" Id="R107a40ccec52460e" /><Relationship Type="http://schemas.openxmlformats.org/officeDocument/2006/relationships/image" Target="/ppt/media/image489.png" Id="R42f308d3d84f4695" /><Relationship Type="http://schemas.openxmlformats.org/officeDocument/2006/relationships/image" Target="/ppt/media/image489.svg" Id="R6b8582f87dc54c82" /><Relationship Type="http://schemas.openxmlformats.org/officeDocument/2006/relationships/image" Target="/ppt/media/image490.png" Id="R21899e885644470b" /><Relationship Type="http://schemas.openxmlformats.org/officeDocument/2006/relationships/image" Target="/ppt/media/image490.svg" Id="R2a067941371b484a" /><Relationship Type="http://schemas.openxmlformats.org/officeDocument/2006/relationships/image" Target="/ppt/media/image491.png" Id="R2dfedaee5c034f9c" /><Relationship Type="http://schemas.openxmlformats.org/officeDocument/2006/relationships/image" Target="/ppt/media/image491.svg" Id="R56b3b46de1a74df3" /><Relationship Type="http://schemas.openxmlformats.org/officeDocument/2006/relationships/image" Target="/ppt/media/image492.png" Id="R3dc7d5d3bfe84716" /><Relationship Type="http://schemas.openxmlformats.org/officeDocument/2006/relationships/image" Target="/ppt/media/image492.svg" Id="Rd3d2c2c25544441c" /><Relationship Type="http://schemas.openxmlformats.org/officeDocument/2006/relationships/image" Target="/ppt/media/image493.png" Id="R1e73698681e84d9a" /><Relationship Type="http://schemas.openxmlformats.org/officeDocument/2006/relationships/image" Target="/ppt/media/image493.svg" Id="Rff17c4d082ec49e9" /><Relationship Type="http://schemas.openxmlformats.org/officeDocument/2006/relationships/image" Target="/ppt/media/image494.png" Id="R377e1ad8651544dc" /><Relationship Type="http://schemas.openxmlformats.org/officeDocument/2006/relationships/image" Target="/ppt/media/image494.svg" Id="R38bcc381f7574a62" /><Relationship Type="http://schemas.openxmlformats.org/officeDocument/2006/relationships/image" Target="/ppt/media/image495.png" Id="R39d3cac6c1be45d8" /><Relationship Type="http://schemas.openxmlformats.org/officeDocument/2006/relationships/image" Target="/ppt/media/image495.svg" Id="R3ca528a63a25488c" /><Relationship Type="http://schemas.openxmlformats.org/officeDocument/2006/relationships/image" Target="/ppt/media/image496.png" Id="R74b427687d3d49ec" /><Relationship Type="http://schemas.openxmlformats.org/officeDocument/2006/relationships/image" Target="/ppt/media/image496.svg" Id="R0547f709774d4e62" /><Relationship Type="http://schemas.openxmlformats.org/officeDocument/2006/relationships/notesSlide" Target="/ppt/notesSlides/notesSlide53.xml" Id="Rc983bb95cae64a1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93ab6b2e541e3" /><Relationship Type="http://schemas.openxmlformats.org/officeDocument/2006/relationships/image" Target="/ppt/media/image497.png" Id="R12bfb48225604083" /><Relationship Type="http://schemas.openxmlformats.org/officeDocument/2006/relationships/image" Target="/ppt/media/image497.svg" Id="R6cf2089abf984ec7" /><Relationship Type="http://schemas.openxmlformats.org/officeDocument/2006/relationships/image" Target="/ppt/media/image498.png" Id="R885af50924f54a35" /><Relationship Type="http://schemas.openxmlformats.org/officeDocument/2006/relationships/image" Target="/ppt/media/image498.svg" Id="Rd384d9daf28e4172" /><Relationship Type="http://schemas.openxmlformats.org/officeDocument/2006/relationships/image" Target="/ppt/media/image499.png" Id="R607b2d6b07694a55" /><Relationship Type="http://schemas.openxmlformats.org/officeDocument/2006/relationships/image" Target="/ppt/media/image499.svg" Id="Ra17b95d31c10400e" /><Relationship Type="http://schemas.openxmlformats.org/officeDocument/2006/relationships/image" Target="/ppt/media/image500.png" Id="R8e4bfa17ed3147b5" /><Relationship Type="http://schemas.openxmlformats.org/officeDocument/2006/relationships/image" Target="/ppt/media/image500.svg" Id="Rfa8da75c75e74729" /><Relationship Type="http://schemas.openxmlformats.org/officeDocument/2006/relationships/image" Target="/ppt/media/image501.png" Id="R712a18be91864e41" /><Relationship Type="http://schemas.openxmlformats.org/officeDocument/2006/relationships/image" Target="/ppt/media/image501.svg" Id="R55937ad3cb994201" /><Relationship Type="http://schemas.openxmlformats.org/officeDocument/2006/relationships/image" Target="/ppt/media/image502.png" Id="Rab3890e6c3f74509" /><Relationship Type="http://schemas.openxmlformats.org/officeDocument/2006/relationships/image" Target="/ppt/media/image502.svg" Id="Rf0b8a6dcbb6e454a" /><Relationship Type="http://schemas.openxmlformats.org/officeDocument/2006/relationships/image" Target="/ppt/media/image503.png" Id="R44a3a2872a6044ac" /><Relationship Type="http://schemas.openxmlformats.org/officeDocument/2006/relationships/image" Target="/ppt/media/image503.svg" Id="R9ff530e5eb5d41c3" /><Relationship Type="http://schemas.openxmlformats.org/officeDocument/2006/relationships/image" Target="/ppt/media/image504.png" Id="Rd8e89fb47ddc42f1" /><Relationship Type="http://schemas.openxmlformats.org/officeDocument/2006/relationships/image" Target="/ppt/media/image504.svg" Id="Rf1e985dc313d4d8f" /><Relationship Type="http://schemas.openxmlformats.org/officeDocument/2006/relationships/image" Target="/ppt/media/image505.png" Id="R742b7da931de4d6e" /><Relationship Type="http://schemas.openxmlformats.org/officeDocument/2006/relationships/image" Target="/ppt/media/image505.svg" Id="Ra8b1c67597ec4306" /><Relationship Type="http://schemas.openxmlformats.org/officeDocument/2006/relationships/image" Target="/ppt/media/image506.png" Id="R2596594e704f4414" /><Relationship Type="http://schemas.openxmlformats.org/officeDocument/2006/relationships/image" Target="/ppt/media/image506.svg" Id="Re02bd8ce4f7f4b5b" /><Relationship Type="http://schemas.openxmlformats.org/officeDocument/2006/relationships/image" Target="/ppt/media/image507.png" Id="Rc79ebdee932049fd" /><Relationship Type="http://schemas.openxmlformats.org/officeDocument/2006/relationships/image" Target="/ppt/media/image507.svg" Id="R2f1bfd7841c6465b" /><Relationship Type="http://schemas.openxmlformats.org/officeDocument/2006/relationships/notesSlide" Target="/ppt/notesSlides/notesSlide54.xml" Id="Rd353f975199d473c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138f670ad4a5a" /><Relationship Type="http://schemas.openxmlformats.org/officeDocument/2006/relationships/image" Target="/ppt/media/image508.png" Id="R339c9ae508d347da" /><Relationship Type="http://schemas.openxmlformats.org/officeDocument/2006/relationships/image" Target="/ppt/media/image508.svg" Id="R5892a588f53b424b" /><Relationship Type="http://schemas.openxmlformats.org/officeDocument/2006/relationships/image" Target="/ppt/media/image509.png" Id="R5f123652053048bd" /><Relationship Type="http://schemas.openxmlformats.org/officeDocument/2006/relationships/image" Target="/ppt/media/image509.svg" Id="Rf455907fc7944547" /><Relationship Type="http://schemas.openxmlformats.org/officeDocument/2006/relationships/image" Target="/ppt/media/image510.png" Id="R331dc065859c44e4" /><Relationship Type="http://schemas.openxmlformats.org/officeDocument/2006/relationships/image" Target="/ppt/media/image510.svg" Id="Ra494299959e24ce9" /><Relationship Type="http://schemas.openxmlformats.org/officeDocument/2006/relationships/image" Target="/ppt/media/image511.png" Id="Re3783453fef64e27" /><Relationship Type="http://schemas.openxmlformats.org/officeDocument/2006/relationships/image" Target="/ppt/media/image511.svg" Id="R55920e734a06457e" /><Relationship Type="http://schemas.openxmlformats.org/officeDocument/2006/relationships/image" Target="/ppt/media/image512.png" Id="Rcb07b422349741fe" /><Relationship Type="http://schemas.openxmlformats.org/officeDocument/2006/relationships/image" Target="/ppt/media/image512.svg" Id="R9432d54c86f14c8a" /><Relationship Type="http://schemas.openxmlformats.org/officeDocument/2006/relationships/image" Target="/ppt/media/image513.png" Id="Rfab6382252464b93" /><Relationship Type="http://schemas.openxmlformats.org/officeDocument/2006/relationships/image" Target="/ppt/media/image513.svg" Id="Ra3d690fa9662442a" /><Relationship Type="http://schemas.openxmlformats.org/officeDocument/2006/relationships/image" Target="/ppt/media/image514.png" Id="R8d8b32481c5040bd" /><Relationship Type="http://schemas.openxmlformats.org/officeDocument/2006/relationships/image" Target="/ppt/media/image514.svg" Id="R0cc24187f6e74fbc" /><Relationship Type="http://schemas.openxmlformats.org/officeDocument/2006/relationships/image" Target="/ppt/media/image515.png" Id="Ra7ac8ab1a8ae4a39" /><Relationship Type="http://schemas.openxmlformats.org/officeDocument/2006/relationships/image" Target="/ppt/media/image515.svg" Id="Rff35c2e447ee4fbd" /><Relationship Type="http://schemas.openxmlformats.org/officeDocument/2006/relationships/image" Target="/ppt/media/image516.png" Id="Reb16c9220e44425a" /><Relationship Type="http://schemas.openxmlformats.org/officeDocument/2006/relationships/image" Target="/ppt/media/image516.svg" Id="R9c0c6500424e4935" /><Relationship Type="http://schemas.openxmlformats.org/officeDocument/2006/relationships/image" Target="/ppt/media/image517.png" Id="R39a59b38014f4264" /><Relationship Type="http://schemas.openxmlformats.org/officeDocument/2006/relationships/image" Target="/ppt/media/image517.svg" Id="Rac022b152a0c4392" /><Relationship Type="http://schemas.openxmlformats.org/officeDocument/2006/relationships/image" Target="/ppt/media/image518.png" Id="Ree6fe51d769b460d" /><Relationship Type="http://schemas.openxmlformats.org/officeDocument/2006/relationships/image" Target="/ppt/media/image518.svg" Id="Re9ac993aecc1411d" /><Relationship Type="http://schemas.openxmlformats.org/officeDocument/2006/relationships/image" Target="/ppt/media/image519.png" Id="R8bb1b493b79b4fb7" /><Relationship Type="http://schemas.openxmlformats.org/officeDocument/2006/relationships/image" Target="/ppt/media/image519.svg" Id="Rf6921055b52e42e2" /><Relationship Type="http://schemas.openxmlformats.org/officeDocument/2006/relationships/notesSlide" Target="/ppt/notesSlides/notesSlide55.xml" Id="R63e9ab5a97694539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ec45396484127" /><Relationship Type="http://schemas.openxmlformats.org/officeDocument/2006/relationships/image" Target="/ppt/media/image520.png" Id="Rd334b74968414b7b" /><Relationship Type="http://schemas.openxmlformats.org/officeDocument/2006/relationships/image" Target="/ppt/media/image520.svg" Id="R1044620232094b65" /><Relationship Type="http://schemas.openxmlformats.org/officeDocument/2006/relationships/image" Target="/ppt/media/image521.png" Id="Rb30407c6b3944f4e" /><Relationship Type="http://schemas.openxmlformats.org/officeDocument/2006/relationships/image" Target="/ppt/media/image521.svg" Id="Rf5348fd96c774cc3" /><Relationship Type="http://schemas.openxmlformats.org/officeDocument/2006/relationships/image" Target="/ppt/media/image522.png" Id="Ra37d0b2b4238468d" /><Relationship Type="http://schemas.openxmlformats.org/officeDocument/2006/relationships/image" Target="/ppt/media/image522.svg" Id="R23875f4858544b89" /><Relationship Type="http://schemas.openxmlformats.org/officeDocument/2006/relationships/image" Target="/ppt/media/image523.png" Id="R21670f62e1174456" /><Relationship Type="http://schemas.openxmlformats.org/officeDocument/2006/relationships/image" Target="/ppt/media/image523.svg" Id="Rbc2204474a14439e" /><Relationship Type="http://schemas.openxmlformats.org/officeDocument/2006/relationships/image" Target="/ppt/media/image524.png" Id="Rfe9a1c4dd837448f" /><Relationship Type="http://schemas.openxmlformats.org/officeDocument/2006/relationships/image" Target="/ppt/media/image524.svg" Id="R1b2ab68739f5459e" /><Relationship Type="http://schemas.openxmlformats.org/officeDocument/2006/relationships/image" Target="/ppt/media/image525.png" Id="Re1ad1be2e01e4bd6" /><Relationship Type="http://schemas.openxmlformats.org/officeDocument/2006/relationships/image" Target="/ppt/media/image525.svg" Id="R5e23a7151df3411e" /><Relationship Type="http://schemas.openxmlformats.org/officeDocument/2006/relationships/image" Target="/ppt/media/image526.png" Id="R9ccf242042f44bcb" /><Relationship Type="http://schemas.openxmlformats.org/officeDocument/2006/relationships/image" Target="/ppt/media/image526.svg" Id="R721ac9d15ee14d59" /><Relationship Type="http://schemas.openxmlformats.org/officeDocument/2006/relationships/image" Target="/ppt/media/image527.png" Id="R9aaa8cc45951433d" /><Relationship Type="http://schemas.openxmlformats.org/officeDocument/2006/relationships/image" Target="/ppt/media/image527.svg" Id="Rdbefd8b598384817" /><Relationship Type="http://schemas.openxmlformats.org/officeDocument/2006/relationships/image" Target="/ppt/media/image528.png" Id="R9794447ec77d4770" /><Relationship Type="http://schemas.openxmlformats.org/officeDocument/2006/relationships/image" Target="/ppt/media/image528.svg" Id="R8b2c73e29ddc4d0d" /><Relationship Type="http://schemas.openxmlformats.org/officeDocument/2006/relationships/image" Target="/ppt/media/image529.png" Id="Reb79f4d27d5d490e" /><Relationship Type="http://schemas.openxmlformats.org/officeDocument/2006/relationships/image" Target="/ppt/media/image529.svg" Id="Rb05addbcc24140d8" /><Relationship Type="http://schemas.openxmlformats.org/officeDocument/2006/relationships/image" Target="/ppt/media/image530.png" Id="R603c3a9f9fee4818" /><Relationship Type="http://schemas.openxmlformats.org/officeDocument/2006/relationships/image" Target="/ppt/media/image530.svg" Id="Rfddb8d1cab8b4648" /><Relationship Type="http://schemas.openxmlformats.org/officeDocument/2006/relationships/image" Target="/ppt/media/image531.png" Id="R8c89baf6feb547f7" /><Relationship Type="http://schemas.openxmlformats.org/officeDocument/2006/relationships/image" Target="/ppt/media/image531.svg" Id="Rac4c65116dca4ff4" /><Relationship Type="http://schemas.openxmlformats.org/officeDocument/2006/relationships/image" Target="/ppt/media/image532.png" Id="Re4b1c4d04e234786" /><Relationship Type="http://schemas.openxmlformats.org/officeDocument/2006/relationships/image" Target="/ppt/media/image532.svg" Id="Ra0cdd54933644cb8" /><Relationship Type="http://schemas.openxmlformats.org/officeDocument/2006/relationships/notesSlide" Target="/ppt/notesSlides/notesSlide56.xml" Id="R1093bf732edb455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66f10b73e492e" /><Relationship Type="http://schemas.openxmlformats.org/officeDocument/2006/relationships/notesSlide" Target="/ppt/notesSlides/notesSlide57.xml" Id="R9b1c61cb02304115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e640abf3948b1" /><Relationship Type="http://schemas.openxmlformats.org/officeDocument/2006/relationships/image" Target="/ppt/media/image533.png" Id="Re1f340f0ed554cab" /><Relationship Type="http://schemas.openxmlformats.org/officeDocument/2006/relationships/image" Target="/ppt/media/image533.svg" Id="R7f4419b1ea64424d" /><Relationship Type="http://schemas.openxmlformats.org/officeDocument/2006/relationships/image" Target="/ppt/media/image534.png" Id="R74ea7870e87245e9" /><Relationship Type="http://schemas.openxmlformats.org/officeDocument/2006/relationships/image" Target="/ppt/media/image534.svg" Id="R24ad3f6f1863424a" /><Relationship Type="http://schemas.openxmlformats.org/officeDocument/2006/relationships/image" Target="/ppt/media/image535.png" Id="R3e9a2eb782f948d3" /><Relationship Type="http://schemas.openxmlformats.org/officeDocument/2006/relationships/image" Target="/ppt/media/image535.svg" Id="Rf68ab590b1ce427a" /><Relationship Type="http://schemas.openxmlformats.org/officeDocument/2006/relationships/image" Target="/ppt/media/image536.png" Id="Rb2a0ba6093794931" /><Relationship Type="http://schemas.openxmlformats.org/officeDocument/2006/relationships/image" Target="/ppt/media/image536.svg" Id="Rca7507782aa04492" /><Relationship Type="http://schemas.openxmlformats.org/officeDocument/2006/relationships/image" Target="/ppt/media/image537.png" Id="Rbda8da7fc6ff4a30" /><Relationship Type="http://schemas.openxmlformats.org/officeDocument/2006/relationships/image" Target="/ppt/media/image537.svg" Id="Ra8d899e556cf4253" /><Relationship Type="http://schemas.openxmlformats.org/officeDocument/2006/relationships/image" Target="/ppt/media/image538.png" Id="R1413a7ef803c476f" /><Relationship Type="http://schemas.openxmlformats.org/officeDocument/2006/relationships/image" Target="/ppt/media/image538.svg" Id="Rb49da2bdc7be4556" /><Relationship Type="http://schemas.openxmlformats.org/officeDocument/2006/relationships/image" Target="/ppt/media/image539.png" Id="R8f0b9073aeeb450f" /><Relationship Type="http://schemas.openxmlformats.org/officeDocument/2006/relationships/image" Target="/ppt/media/image539.svg" Id="Rff6a21baa677485e" /><Relationship Type="http://schemas.openxmlformats.org/officeDocument/2006/relationships/image" Target="/ppt/media/image540.png" Id="R6ef48ac9301446b2" /><Relationship Type="http://schemas.openxmlformats.org/officeDocument/2006/relationships/image" Target="/ppt/media/image540.svg" Id="R3ee1a41e913840e4" /><Relationship Type="http://schemas.openxmlformats.org/officeDocument/2006/relationships/image" Target="/ppt/media/image541.png" Id="R1e8d9da0916b4f3b" /><Relationship Type="http://schemas.openxmlformats.org/officeDocument/2006/relationships/image" Target="/ppt/media/image541.svg" Id="Rc60033375e464a44" /><Relationship Type="http://schemas.openxmlformats.org/officeDocument/2006/relationships/notesSlide" Target="/ppt/notesSlides/notesSlide58.xml" Id="Re01afbba9ea749fd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8b9f4ad1c4d7b" /><Relationship Type="http://schemas.openxmlformats.org/officeDocument/2006/relationships/image" Target="/ppt/media/image542.png" Id="Rfd6daf6479224e08" /><Relationship Type="http://schemas.openxmlformats.org/officeDocument/2006/relationships/image" Target="/ppt/media/image542.svg" Id="R2b738afbb0994077" /><Relationship Type="http://schemas.openxmlformats.org/officeDocument/2006/relationships/image" Target="/ppt/media/image543.png" Id="R1db68d368c274495" /><Relationship Type="http://schemas.openxmlformats.org/officeDocument/2006/relationships/image" Target="/ppt/media/image543.svg" Id="Rb2189271a7e3456b" /><Relationship Type="http://schemas.openxmlformats.org/officeDocument/2006/relationships/image" Target="/ppt/media/image544.png" Id="R4a467c741f87490a" /><Relationship Type="http://schemas.openxmlformats.org/officeDocument/2006/relationships/image" Target="/ppt/media/image544.svg" Id="R1eff7f70a12c4092" /><Relationship Type="http://schemas.openxmlformats.org/officeDocument/2006/relationships/image" Target="/ppt/media/image545.png" Id="Rbac31fd40cbb46d1" /><Relationship Type="http://schemas.openxmlformats.org/officeDocument/2006/relationships/image" Target="/ppt/media/image545.svg" Id="R752e74e8f139484a" /><Relationship Type="http://schemas.openxmlformats.org/officeDocument/2006/relationships/image" Target="/ppt/media/image546.png" Id="R8fc5241de24948aa" /><Relationship Type="http://schemas.openxmlformats.org/officeDocument/2006/relationships/image" Target="/ppt/media/image546.svg" Id="R5c85616f0a6b4499" /><Relationship Type="http://schemas.openxmlformats.org/officeDocument/2006/relationships/image" Target="/ppt/media/image547.png" Id="Rdb3d9dd781c24583" /><Relationship Type="http://schemas.openxmlformats.org/officeDocument/2006/relationships/image" Target="/ppt/media/image547.svg" Id="R8a8715722cb340ca" /><Relationship Type="http://schemas.openxmlformats.org/officeDocument/2006/relationships/image" Target="/ppt/media/image548.png" Id="R7b0f6c33bd38447e" /><Relationship Type="http://schemas.openxmlformats.org/officeDocument/2006/relationships/image" Target="/ppt/media/image548.svg" Id="Ra45bd074d3594382" /><Relationship Type="http://schemas.openxmlformats.org/officeDocument/2006/relationships/image" Target="/ppt/media/image549.png" Id="R90b43859d96e4a78" /><Relationship Type="http://schemas.openxmlformats.org/officeDocument/2006/relationships/image" Target="/ppt/media/image549.svg" Id="Rbb8288be6ddf4dac" /><Relationship Type="http://schemas.openxmlformats.org/officeDocument/2006/relationships/image" Target="/ppt/media/image550.png" Id="Rc2642ec558004701" /><Relationship Type="http://schemas.openxmlformats.org/officeDocument/2006/relationships/image" Target="/ppt/media/image550.svg" Id="Rb988de32c30949a6" /><Relationship Type="http://schemas.openxmlformats.org/officeDocument/2006/relationships/image" Target="/ppt/media/image551.png" Id="R49f955f5b512429e" /><Relationship Type="http://schemas.openxmlformats.org/officeDocument/2006/relationships/image" Target="/ppt/media/image551.svg" Id="R0104624b099a4024" /><Relationship Type="http://schemas.openxmlformats.org/officeDocument/2006/relationships/notesSlide" Target="/ppt/notesSlides/notesSlide59.xml" Id="R60ebdcbbbe554439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b829ac0094cfa" /><Relationship Type="http://schemas.openxmlformats.org/officeDocument/2006/relationships/image" Target="/ppt/media/image552.png" Id="R820a2e0430c346ed" /><Relationship Type="http://schemas.openxmlformats.org/officeDocument/2006/relationships/image" Target="/ppt/media/image552.svg" Id="R11add8515cb04e37" /><Relationship Type="http://schemas.openxmlformats.org/officeDocument/2006/relationships/image" Target="/ppt/media/image553.png" Id="R33d05385b4424848" /><Relationship Type="http://schemas.openxmlformats.org/officeDocument/2006/relationships/image" Target="/ppt/media/image553.svg" Id="R034b2607fae24c7f" /><Relationship Type="http://schemas.openxmlformats.org/officeDocument/2006/relationships/image" Target="/ppt/media/image554.png" Id="R31f3b879bd47434e" /><Relationship Type="http://schemas.openxmlformats.org/officeDocument/2006/relationships/image" Target="/ppt/media/image554.svg" Id="R796ead116f104117" /><Relationship Type="http://schemas.openxmlformats.org/officeDocument/2006/relationships/image" Target="/ppt/media/image555.png" Id="R6d730faf7d6d4763" /><Relationship Type="http://schemas.openxmlformats.org/officeDocument/2006/relationships/image" Target="/ppt/media/image555.svg" Id="Rcbfd0044bd644bd2" /><Relationship Type="http://schemas.openxmlformats.org/officeDocument/2006/relationships/image" Target="/ppt/media/image556.png" Id="R57205d03807e4ba0" /><Relationship Type="http://schemas.openxmlformats.org/officeDocument/2006/relationships/image" Target="/ppt/media/image556.svg" Id="R799cbd47eade4eb4" /><Relationship Type="http://schemas.openxmlformats.org/officeDocument/2006/relationships/image" Target="/ppt/media/image557.png" Id="R81746662b07d409b" /><Relationship Type="http://schemas.openxmlformats.org/officeDocument/2006/relationships/image" Target="/ppt/media/image557.svg" Id="R7382f4d157a24666" /><Relationship Type="http://schemas.openxmlformats.org/officeDocument/2006/relationships/image" Target="/ppt/media/image558.png" Id="Re30abbe64b2c4935" /><Relationship Type="http://schemas.openxmlformats.org/officeDocument/2006/relationships/image" Target="/ppt/media/image558.svg" Id="R1b92f998d63643b1" /><Relationship Type="http://schemas.openxmlformats.org/officeDocument/2006/relationships/image" Target="/ppt/media/image559.png" Id="R28db69d491bc4818" /><Relationship Type="http://schemas.openxmlformats.org/officeDocument/2006/relationships/image" Target="/ppt/media/image559.svg" Id="R074c95c44fc14e9e" /><Relationship Type="http://schemas.openxmlformats.org/officeDocument/2006/relationships/image" Target="/ppt/media/image560.png" Id="R9bd8b8c9bf064e02" /><Relationship Type="http://schemas.openxmlformats.org/officeDocument/2006/relationships/image" Target="/ppt/media/image560.svg" Id="R3676867696b84266" /><Relationship Type="http://schemas.openxmlformats.org/officeDocument/2006/relationships/image" Target="/ppt/media/image561.png" Id="Re02a1854fc2541f4" /><Relationship Type="http://schemas.openxmlformats.org/officeDocument/2006/relationships/image" Target="/ppt/media/image561.svg" Id="Rdf5d2bc9189844a4" /><Relationship Type="http://schemas.openxmlformats.org/officeDocument/2006/relationships/image" Target="/ppt/media/image562.png" Id="Ree8d341bd2aa43ee" /><Relationship Type="http://schemas.openxmlformats.org/officeDocument/2006/relationships/image" Target="/ppt/media/image562.svg" Id="R2d52571a7ef04a48" /><Relationship Type="http://schemas.openxmlformats.org/officeDocument/2006/relationships/notesSlide" Target="/ppt/notesSlides/notesSlide60.xml" Id="R8df3fe3d63e246b7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aee33183a432f" /><Relationship Type="http://schemas.openxmlformats.org/officeDocument/2006/relationships/image" Target="/ppt/media/image563.png" Id="R8d4acae709eb425a" /><Relationship Type="http://schemas.openxmlformats.org/officeDocument/2006/relationships/image" Target="/ppt/media/image563.svg" Id="R69a3ade236184c6e" /><Relationship Type="http://schemas.openxmlformats.org/officeDocument/2006/relationships/image" Target="/ppt/media/image564.png" Id="R11150890007046c2" /><Relationship Type="http://schemas.openxmlformats.org/officeDocument/2006/relationships/image" Target="/ppt/media/image564.svg" Id="R1914b5b77fe64249" /><Relationship Type="http://schemas.openxmlformats.org/officeDocument/2006/relationships/image" Target="/ppt/media/image565.png" Id="Rcecf60c69be541aa" /><Relationship Type="http://schemas.openxmlformats.org/officeDocument/2006/relationships/image" Target="/ppt/media/image565.svg" Id="R7fa021719a724301" /><Relationship Type="http://schemas.openxmlformats.org/officeDocument/2006/relationships/image" Target="/ppt/media/image566.png" Id="R6394c1d3a78649d4" /><Relationship Type="http://schemas.openxmlformats.org/officeDocument/2006/relationships/image" Target="/ppt/media/image566.svg" Id="R139bf00d7cfe492a" /><Relationship Type="http://schemas.openxmlformats.org/officeDocument/2006/relationships/image" Target="/ppt/media/image567.png" Id="R074f7428603d4dc4" /><Relationship Type="http://schemas.openxmlformats.org/officeDocument/2006/relationships/image" Target="/ppt/media/image567.svg" Id="R41404a37dde14409" /><Relationship Type="http://schemas.openxmlformats.org/officeDocument/2006/relationships/image" Target="/ppt/media/image568.png" Id="R1f205fdb2cf24d5b" /><Relationship Type="http://schemas.openxmlformats.org/officeDocument/2006/relationships/image" Target="/ppt/media/image568.svg" Id="Rc112900ea64a4c23" /><Relationship Type="http://schemas.openxmlformats.org/officeDocument/2006/relationships/image" Target="/ppt/media/image569.png" Id="R62d5d037af314850" /><Relationship Type="http://schemas.openxmlformats.org/officeDocument/2006/relationships/image" Target="/ppt/media/image569.svg" Id="R2327133ee6154edc" /><Relationship Type="http://schemas.openxmlformats.org/officeDocument/2006/relationships/image" Target="/ppt/media/image570.png" Id="R73385b1102084697" /><Relationship Type="http://schemas.openxmlformats.org/officeDocument/2006/relationships/image" Target="/ppt/media/image570.svg" Id="Reab5f2cdeabe4ea9" /><Relationship Type="http://schemas.openxmlformats.org/officeDocument/2006/relationships/image" Target="/ppt/media/image571.png" Id="R7d61fe6e16044c6c" /><Relationship Type="http://schemas.openxmlformats.org/officeDocument/2006/relationships/image" Target="/ppt/media/image571.svg" Id="R22e3ee686e3f4898" /><Relationship Type="http://schemas.openxmlformats.org/officeDocument/2006/relationships/image" Target="/ppt/media/image572.png" Id="Redf676a21ca349e9" /><Relationship Type="http://schemas.openxmlformats.org/officeDocument/2006/relationships/image" Target="/ppt/media/image572.svg" Id="R140b2aa338a24d19" /><Relationship Type="http://schemas.openxmlformats.org/officeDocument/2006/relationships/image" Target="/ppt/media/image573.png" Id="Rcb8247d21e3845a7" /><Relationship Type="http://schemas.openxmlformats.org/officeDocument/2006/relationships/image" Target="/ppt/media/image573.svg" Id="Re7a32336cd044a1d" /><Relationship Type="http://schemas.openxmlformats.org/officeDocument/2006/relationships/image" Target="/ppt/media/image574.png" Id="R08a8cb0f2c4144a3" /><Relationship Type="http://schemas.openxmlformats.org/officeDocument/2006/relationships/image" Target="/ppt/media/image574.svg" Id="Rc2f99d42c95e4496" /><Relationship Type="http://schemas.openxmlformats.org/officeDocument/2006/relationships/notesSlide" Target="/ppt/notesSlides/notesSlide61.xml" Id="R43a267b5319346f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8d941357944ad" /><Relationship Type="http://schemas.openxmlformats.org/officeDocument/2006/relationships/image" Target="/ppt/media/image575.png" Id="Rc2c019e3f8884410" /><Relationship Type="http://schemas.openxmlformats.org/officeDocument/2006/relationships/image" Target="/ppt/media/image575.svg" Id="R4d606a7fb18442de" /><Relationship Type="http://schemas.openxmlformats.org/officeDocument/2006/relationships/image" Target="/ppt/media/image576.png" Id="Re52c66ec62ea41ee" /><Relationship Type="http://schemas.openxmlformats.org/officeDocument/2006/relationships/image" Target="/ppt/media/image576.svg" Id="R715a803cd7d74ca9" /><Relationship Type="http://schemas.openxmlformats.org/officeDocument/2006/relationships/image" Target="/ppt/media/image577.png" Id="Ra3eb8a17d30c4720" /><Relationship Type="http://schemas.openxmlformats.org/officeDocument/2006/relationships/image" Target="/ppt/media/image577.svg" Id="R965dc27238044fd9" /><Relationship Type="http://schemas.openxmlformats.org/officeDocument/2006/relationships/image" Target="/ppt/media/image578.png" Id="R530990a10a754e33" /><Relationship Type="http://schemas.openxmlformats.org/officeDocument/2006/relationships/image" Target="/ppt/media/image578.svg" Id="R8df3b15d4bfc40df" /><Relationship Type="http://schemas.openxmlformats.org/officeDocument/2006/relationships/image" Target="/ppt/media/image579.png" Id="Re17798021b6d4f99" /><Relationship Type="http://schemas.openxmlformats.org/officeDocument/2006/relationships/image" Target="/ppt/media/image579.svg" Id="Rc6fffa4cacdc4e17" /><Relationship Type="http://schemas.openxmlformats.org/officeDocument/2006/relationships/image" Target="/ppt/media/image580.png" Id="R056aa7ef25ee4cc2" /><Relationship Type="http://schemas.openxmlformats.org/officeDocument/2006/relationships/image" Target="/ppt/media/image580.svg" Id="R1cbef0b5b51c4b37" /><Relationship Type="http://schemas.openxmlformats.org/officeDocument/2006/relationships/image" Target="/ppt/media/image581.png" Id="Rf5b72c0209d241e9" /><Relationship Type="http://schemas.openxmlformats.org/officeDocument/2006/relationships/image" Target="/ppt/media/image581.svg" Id="R0418cd9bcd6042e7" /><Relationship Type="http://schemas.openxmlformats.org/officeDocument/2006/relationships/image" Target="/ppt/media/image582.png" Id="Rd14f8779b7b8478e" /><Relationship Type="http://schemas.openxmlformats.org/officeDocument/2006/relationships/image" Target="/ppt/media/image582.svg" Id="R2a228742fde645ed" /><Relationship Type="http://schemas.openxmlformats.org/officeDocument/2006/relationships/image" Target="/ppt/media/image583.png" Id="Raa078364b3df480a" /><Relationship Type="http://schemas.openxmlformats.org/officeDocument/2006/relationships/image" Target="/ppt/media/image583.svg" Id="R08d0495a12224bf9" /><Relationship Type="http://schemas.openxmlformats.org/officeDocument/2006/relationships/image" Target="/ppt/media/image584.png" Id="Rd2fdfabc80714a6b" /><Relationship Type="http://schemas.openxmlformats.org/officeDocument/2006/relationships/image" Target="/ppt/media/image584.svg" Id="R3934fad0daf44e04" /><Relationship Type="http://schemas.openxmlformats.org/officeDocument/2006/relationships/image" Target="/ppt/media/image585.png" Id="Re33640603f2249f6" /><Relationship Type="http://schemas.openxmlformats.org/officeDocument/2006/relationships/image" Target="/ppt/media/image585.svg" Id="R011fbac810f4451d" /><Relationship Type="http://schemas.openxmlformats.org/officeDocument/2006/relationships/image" Target="/ppt/media/image586.png" Id="R783224277f364a0c" /><Relationship Type="http://schemas.openxmlformats.org/officeDocument/2006/relationships/image" Target="/ppt/media/image586.svg" Id="Rc13a50354f7d4d82" /><Relationship Type="http://schemas.openxmlformats.org/officeDocument/2006/relationships/image" Target="/ppt/media/image587.png" Id="R294723281b014bec" /><Relationship Type="http://schemas.openxmlformats.org/officeDocument/2006/relationships/image" Target="/ppt/media/image587.svg" Id="R01b60828d1e140de" /><Relationship Type="http://schemas.openxmlformats.org/officeDocument/2006/relationships/notesSlide" Target="/ppt/notesSlides/notesSlide62.xml" Id="Rc852c9eae54a44c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8810ce2164653" /><Relationship Type="http://schemas.openxmlformats.org/officeDocument/2006/relationships/image" Target="/ppt/media/image588.png" Id="Rbd99208aee7e4065" /><Relationship Type="http://schemas.openxmlformats.org/officeDocument/2006/relationships/image" Target="/ppt/media/image588.svg" Id="Re3035b66d17d41ee" /><Relationship Type="http://schemas.openxmlformats.org/officeDocument/2006/relationships/image" Target="/ppt/media/image589.png" Id="R3b06c18f464647f2" /><Relationship Type="http://schemas.openxmlformats.org/officeDocument/2006/relationships/image" Target="/ppt/media/image589.svg" Id="R6304195ba45a4f62" /><Relationship Type="http://schemas.openxmlformats.org/officeDocument/2006/relationships/image" Target="/ppt/media/image590.png" Id="Radef01fa30ef4df9" /><Relationship Type="http://schemas.openxmlformats.org/officeDocument/2006/relationships/image" Target="/ppt/media/image590.svg" Id="R2c2743909a9045d9" /><Relationship Type="http://schemas.openxmlformats.org/officeDocument/2006/relationships/image" Target="/ppt/media/image591.png" Id="R3a9da887ccac42b7" /><Relationship Type="http://schemas.openxmlformats.org/officeDocument/2006/relationships/image" Target="/ppt/media/image591.svg" Id="R7317c6bd968e45a7" /><Relationship Type="http://schemas.openxmlformats.org/officeDocument/2006/relationships/image" Target="/ppt/media/image592.png" Id="R191b9a027a4648ec" /><Relationship Type="http://schemas.openxmlformats.org/officeDocument/2006/relationships/image" Target="/ppt/media/image592.svg" Id="R985dc35f784f4c1b" /><Relationship Type="http://schemas.openxmlformats.org/officeDocument/2006/relationships/image" Target="/ppt/media/image593.png" Id="R812a043ae2b84e1e" /><Relationship Type="http://schemas.openxmlformats.org/officeDocument/2006/relationships/image" Target="/ppt/media/image593.svg" Id="R9fb5bfe34997427d" /><Relationship Type="http://schemas.openxmlformats.org/officeDocument/2006/relationships/image" Target="/ppt/media/image594.png" Id="R9b859446e1e44d17" /><Relationship Type="http://schemas.openxmlformats.org/officeDocument/2006/relationships/image" Target="/ppt/media/image594.svg" Id="Reae7545efa934d2f" /><Relationship Type="http://schemas.openxmlformats.org/officeDocument/2006/relationships/image" Target="/ppt/media/image595.png" Id="Rfbaa4632b0144a45" /><Relationship Type="http://schemas.openxmlformats.org/officeDocument/2006/relationships/image" Target="/ppt/media/image595.svg" Id="Rf10b898605af4949" /><Relationship Type="http://schemas.openxmlformats.org/officeDocument/2006/relationships/image" Target="/ppt/media/image596.png" Id="R7c8a8ce0733b48f7" /><Relationship Type="http://schemas.openxmlformats.org/officeDocument/2006/relationships/image" Target="/ppt/media/image596.svg" Id="R92f12104a1f148f4" /><Relationship Type="http://schemas.openxmlformats.org/officeDocument/2006/relationships/image" Target="/ppt/media/image597.png" Id="Rb92316b0d0264b62" /><Relationship Type="http://schemas.openxmlformats.org/officeDocument/2006/relationships/image" Target="/ppt/media/image597.svg" Id="R49cb3697155247c9" /><Relationship Type="http://schemas.openxmlformats.org/officeDocument/2006/relationships/image" Target="/ppt/media/image598.png" Id="R8e24683897674852" /><Relationship Type="http://schemas.openxmlformats.org/officeDocument/2006/relationships/image" Target="/ppt/media/image598.svg" Id="R758087af93cf4b4f" /><Relationship Type="http://schemas.openxmlformats.org/officeDocument/2006/relationships/image" Target="/ppt/media/image599.png" Id="R49f435bc128d42c7" /><Relationship Type="http://schemas.openxmlformats.org/officeDocument/2006/relationships/image" Target="/ppt/media/image599.svg" Id="R3b5e156e5a364677" /><Relationship Type="http://schemas.openxmlformats.org/officeDocument/2006/relationships/image" Target="/ppt/media/image600.png" Id="R0822846754e34c38" /><Relationship Type="http://schemas.openxmlformats.org/officeDocument/2006/relationships/image" Target="/ppt/media/image600.svg" Id="R8052210f2876420f" /><Relationship Type="http://schemas.openxmlformats.org/officeDocument/2006/relationships/image" Target="/ppt/media/image601.png" Id="R3c230b4354c04852" /><Relationship Type="http://schemas.openxmlformats.org/officeDocument/2006/relationships/image" Target="/ppt/media/image601.svg" Id="Ra1467f3e4a184b26" /><Relationship Type="http://schemas.openxmlformats.org/officeDocument/2006/relationships/notesSlide" Target="/ppt/notesSlides/notesSlide63.xml" Id="Ra0400de6ddc24958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d2fde3b6d4389" /><Relationship Type="http://schemas.openxmlformats.org/officeDocument/2006/relationships/image" Target="/ppt/media/image602.png" Id="Rb3f435b1ee0446a8" /><Relationship Type="http://schemas.openxmlformats.org/officeDocument/2006/relationships/image" Target="/ppt/media/image602.svg" Id="R91c45a1f64674915" /><Relationship Type="http://schemas.openxmlformats.org/officeDocument/2006/relationships/image" Target="/ppt/media/image603.png" Id="Rcd4a43affa9f407c" /><Relationship Type="http://schemas.openxmlformats.org/officeDocument/2006/relationships/image" Target="/ppt/media/image603.svg" Id="Rf278f20df52c40e6" /><Relationship Type="http://schemas.openxmlformats.org/officeDocument/2006/relationships/image" Target="/ppt/media/image604.png" Id="R920fa0cd1b1546a9" /><Relationship Type="http://schemas.openxmlformats.org/officeDocument/2006/relationships/image" Target="/ppt/media/image604.svg" Id="Rfd0605f114ce4b1f" /><Relationship Type="http://schemas.openxmlformats.org/officeDocument/2006/relationships/image" Target="/ppt/media/image605.png" Id="R415c482ef6ec40b1" /><Relationship Type="http://schemas.openxmlformats.org/officeDocument/2006/relationships/image" Target="/ppt/media/image605.svg" Id="R25d3e9af6d4f4200" /><Relationship Type="http://schemas.openxmlformats.org/officeDocument/2006/relationships/image" Target="/ppt/media/image606.png" Id="Rd4ba336432a04b14" /><Relationship Type="http://schemas.openxmlformats.org/officeDocument/2006/relationships/image" Target="/ppt/media/image606.svg" Id="Rf3d54e4d29bf4e38" /><Relationship Type="http://schemas.openxmlformats.org/officeDocument/2006/relationships/image" Target="/ppt/media/image607.png" Id="Rbc5daa220cda4bb8" /><Relationship Type="http://schemas.openxmlformats.org/officeDocument/2006/relationships/image" Target="/ppt/media/image607.svg" Id="R1ad5e1dcd4d1472a" /><Relationship Type="http://schemas.openxmlformats.org/officeDocument/2006/relationships/image" Target="/ppt/media/image608.png" Id="R35c9a2b804c649ce" /><Relationship Type="http://schemas.openxmlformats.org/officeDocument/2006/relationships/image" Target="/ppt/media/image608.svg" Id="Rd92e2f98dcc5401d" /><Relationship Type="http://schemas.openxmlformats.org/officeDocument/2006/relationships/image" Target="/ppt/media/image609.png" Id="Rc8233bc21b674663" /><Relationship Type="http://schemas.openxmlformats.org/officeDocument/2006/relationships/image" Target="/ppt/media/image609.svg" Id="R9c8d2f0efed9481b" /><Relationship Type="http://schemas.openxmlformats.org/officeDocument/2006/relationships/image" Target="/ppt/media/image610.png" Id="R1189b97ccb3e46fb" /><Relationship Type="http://schemas.openxmlformats.org/officeDocument/2006/relationships/image" Target="/ppt/media/image610.svg" Id="Rdf4357ec99444c15" /><Relationship Type="http://schemas.openxmlformats.org/officeDocument/2006/relationships/image" Target="/ppt/media/image611.png" Id="R2ed91d19604e42ec" /><Relationship Type="http://schemas.openxmlformats.org/officeDocument/2006/relationships/image" Target="/ppt/media/image611.svg" Id="R8a7745e992014b18" /><Relationship Type="http://schemas.openxmlformats.org/officeDocument/2006/relationships/image" Target="/ppt/media/image612.png" Id="Rb8992627520c4d91" /><Relationship Type="http://schemas.openxmlformats.org/officeDocument/2006/relationships/image" Target="/ppt/media/image612.svg" Id="R0e4f712b3e1446ac" /><Relationship Type="http://schemas.openxmlformats.org/officeDocument/2006/relationships/image" Target="/ppt/media/image613.png" Id="R7ade5f3ab7f7427d" /><Relationship Type="http://schemas.openxmlformats.org/officeDocument/2006/relationships/image" Target="/ppt/media/image613.svg" Id="Rd67ceac4cb654399" /><Relationship Type="http://schemas.openxmlformats.org/officeDocument/2006/relationships/image" Target="/ppt/media/image614.png" Id="R21938aeba9c446e2" /><Relationship Type="http://schemas.openxmlformats.org/officeDocument/2006/relationships/image" Target="/ppt/media/image614.svg" Id="R0a14fa9d9e044ea6" /><Relationship Type="http://schemas.openxmlformats.org/officeDocument/2006/relationships/image" Target="/ppt/media/image615.png" Id="Rb5a01821212c4e6c" /><Relationship Type="http://schemas.openxmlformats.org/officeDocument/2006/relationships/image" Target="/ppt/media/image615.svg" Id="R689f0ce72dd64700" /><Relationship Type="http://schemas.openxmlformats.org/officeDocument/2006/relationships/image" Target="/ppt/media/image616.png" Id="R993c9d3f86984d46" /><Relationship Type="http://schemas.openxmlformats.org/officeDocument/2006/relationships/image" Target="/ppt/media/image616.svg" Id="R896f2063b1ee44c0" /><Relationship Type="http://schemas.openxmlformats.org/officeDocument/2006/relationships/notesSlide" Target="/ppt/notesSlides/notesSlide64.xml" Id="Rd569823a1be143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E2498DA-E93B-4AC3-9ACF-56286C00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93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8FA0863-7D3F-494D-9562-F65199E4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32099"/>
            <a:ext cx="11144250" cy="2978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55F0F480-6E08-41E3-ADF8-F8D0D7E2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93342"/>
          </a:xfrm>
          <a:custGeom xmlns:a="http://schemas.openxmlformats.org/drawingml/2006/main">
            <a:pathLst>
              <a:path w="514350" h="1593342">
                <a:moveTo>
                  <a:pt x="0" y="0"/>
                </a:moveTo>
                <a:lnTo>
                  <a:pt x="18983" y="0"/>
                </a:lnTo>
                <a:lnTo>
                  <a:pt x="37957" y="0"/>
                </a:lnTo>
                <a:lnTo>
                  <a:pt x="56940" y="0"/>
                </a:lnTo>
                <a:lnTo>
                  <a:pt x="75914" y="0"/>
                </a:lnTo>
                <a:lnTo>
                  <a:pt x="94898" y="0"/>
                </a:lnTo>
                <a:lnTo>
                  <a:pt x="113881" y="0"/>
                </a:lnTo>
                <a:lnTo>
                  <a:pt x="132855" y="0"/>
                </a:lnTo>
                <a:lnTo>
                  <a:pt x="151838" y="0"/>
                </a:lnTo>
                <a:lnTo>
                  <a:pt x="170812" y="0"/>
                </a:lnTo>
                <a:lnTo>
                  <a:pt x="189795" y="0"/>
                </a:lnTo>
                <a:lnTo>
                  <a:pt x="208778" y="0"/>
                </a:lnTo>
                <a:lnTo>
                  <a:pt x="227752" y="0"/>
                </a:lnTo>
                <a:lnTo>
                  <a:pt x="246736" y="0"/>
                </a:lnTo>
                <a:lnTo>
                  <a:pt x="265719" y="0"/>
                </a:lnTo>
                <a:lnTo>
                  <a:pt x="284693" y="0"/>
                </a:lnTo>
                <a:lnTo>
                  <a:pt x="303676" y="0"/>
                </a:lnTo>
                <a:lnTo>
                  <a:pt x="322650" y="0"/>
                </a:lnTo>
                <a:lnTo>
                  <a:pt x="341633" y="0"/>
                </a:lnTo>
                <a:lnTo>
                  <a:pt x="360617" y="0"/>
                </a:lnTo>
                <a:lnTo>
                  <a:pt x="379590" y="0"/>
                </a:lnTo>
                <a:lnTo>
                  <a:pt x="398574" y="0"/>
                </a:lnTo>
                <a:lnTo>
                  <a:pt x="417547" y="0"/>
                </a:lnTo>
                <a:lnTo>
                  <a:pt x="436531" y="0"/>
                </a:lnTo>
                <a:lnTo>
                  <a:pt x="455514" y="0"/>
                </a:lnTo>
                <a:lnTo>
                  <a:pt x="474488" y="0"/>
                </a:lnTo>
                <a:lnTo>
                  <a:pt x="493471" y="0"/>
                </a:lnTo>
                <a:lnTo>
                  <a:pt x="512445" y="0"/>
                </a:lnTo>
                <a:lnTo>
                  <a:pt x="514350" y="17078"/>
                </a:lnTo>
                <a:lnTo>
                  <a:pt x="514350" y="36062"/>
                </a:lnTo>
                <a:lnTo>
                  <a:pt x="514350" y="55035"/>
                </a:lnTo>
                <a:lnTo>
                  <a:pt x="514350" y="74019"/>
                </a:lnTo>
                <a:lnTo>
                  <a:pt x="514350" y="92993"/>
                </a:lnTo>
                <a:lnTo>
                  <a:pt x="514350" y="111976"/>
                </a:lnTo>
                <a:lnTo>
                  <a:pt x="514350" y="130950"/>
                </a:lnTo>
                <a:lnTo>
                  <a:pt x="514350" y="149933"/>
                </a:lnTo>
                <a:lnTo>
                  <a:pt x="514350" y="168907"/>
                </a:lnTo>
                <a:lnTo>
                  <a:pt x="514350" y="187890"/>
                </a:lnTo>
                <a:lnTo>
                  <a:pt x="514350" y="206864"/>
                </a:lnTo>
                <a:lnTo>
                  <a:pt x="514350" y="225847"/>
                </a:lnTo>
                <a:lnTo>
                  <a:pt x="514350" y="244831"/>
                </a:lnTo>
                <a:lnTo>
                  <a:pt x="514350" y="263804"/>
                </a:lnTo>
                <a:lnTo>
                  <a:pt x="514350" y="282788"/>
                </a:lnTo>
                <a:lnTo>
                  <a:pt x="514350" y="301762"/>
                </a:lnTo>
                <a:lnTo>
                  <a:pt x="514350" y="320745"/>
                </a:lnTo>
                <a:lnTo>
                  <a:pt x="514350" y="339719"/>
                </a:lnTo>
                <a:lnTo>
                  <a:pt x="514350" y="358702"/>
                </a:lnTo>
                <a:lnTo>
                  <a:pt x="514350" y="377676"/>
                </a:lnTo>
                <a:lnTo>
                  <a:pt x="514350" y="396659"/>
                </a:lnTo>
                <a:lnTo>
                  <a:pt x="514350" y="415633"/>
                </a:lnTo>
                <a:lnTo>
                  <a:pt x="514350" y="434616"/>
                </a:lnTo>
                <a:lnTo>
                  <a:pt x="514350" y="453600"/>
                </a:lnTo>
                <a:lnTo>
                  <a:pt x="514350" y="472573"/>
                </a:lnTo>
                <a:lnTo>
                  <a:pt x="514350" y="491557"/>
                </a:lnTo>
                <a:lnTo>
                  <a:pt x="514350" y="510530"/>
                </a:lnTo>
                <a:lnTo>
                  <a:pt x="514350" y="529514"/>
                </a:lnTo>
                <a:lnTo>
                  <a:pt x="514350" y="548488"/>
                </a:lnTo>
                <a:lnTo>
                  <a:pt x="514350" y="567471"/>
                </a:lnTo>
                <a:lnTo>
                  <a:pt x="514350" y="586445"/>
                </a:lnTo>
                <a:lnTo>
                  <a:pt x="514350" y="605428"/>
                </a:lnTo>
                <a:lnTo>
                  <a:pt x="514350" y="624402"/>
                </a:lnTo>
                <a:lnTo>
                  <a:pt x="514350" y="643385"/>
                </a:lnTo>
                <a:lnTo>
                  <a:pt x="514350" y="662369"/>
                </a:lnTo>
                <a:lnTo>
                  <a:pt x="514350" y="681342"/>
                </a:lnTo>
                <a:lnTo>
                  <a:pt x="514350" y="700326"/>
                </a:lnTo>
                <a:lnTo>
                  <a:pt x="514350" y="719299"/>
                </a:lnTo>
                <a:lnTo>
                  <a:pt x="514350" y="738283"/>
                </a:lnTo>
                <a:lnTo>
                  <a:pt x="514350" y="757257"/>
                </a:lnTo>
                <a:lnTo>
                  <a:pt x="514350" y="776240"/>
                </a:lnTo>
                <a:lnTo>
                  <a:pt x="514350" y="795214"/>
                </a:lnTo>
                <a:lnTo>
                  <a:pt x="514350" y="814197"/>
                </a:lnTo>
                <a:lnTo>
                  <a:pt x="514350" y="833171"/>
                </a:lnTo>
                <a:lnTo>
                  <a:pt x="514350" y="852154"/>
                </a:lnTo>
                <a:lnTo>
                  <a:pt x="514350" y="871137"/>
                </a:lnTo>
                <a:lnTo>
                  <a:pt x="514350" y="890111"/>
                </a:lnTo>
                <a:lnTo>
                  <a:pt x="514350" y="909095"/>
                </a:lnTo>
                <a:lnTo>
                  <a:pt x="514350" y="928068"/>
                </a:lnTo>
                <a:lnTo>
                  <a:pt x="514350" y="947052"/>
                </a:lnTo>
                <a:lnTo>
                  <a:pt x="514350" y="966026"/>
                </a:lnTo>
                <a:lnTo>
                  <a:pt x="514350" y="985009"/>
                </a:lnTo>
                <a:lnTo>
                  <a:pt x="514350" y="1003983"/>
                </a:lnTo>
                <a:lnTo>
                  <a:pt x="514350" y="1022966"/>
                </a:lnTo>
                <a:lnTo>
                  <a:pt x="514350" y="1041949"/>
                </a:lnTo>
                <a:lnTo>
                  <a:pt x="514350" y="1060923"/>
                </a:lnTo>
                <a:lnTo>
                  <a:pt x="514350" y="1079906"/>
                </a:lnTo>
                <a:lnTo>
                  <a:pt x="514350" y="1098880"/>
                </a:lnTo>
                <a:lnTo>
                  <a:pt x="514350" y="1117864"/>
                </a:lnTo>
                <a:lnTo>
                  <a:pt x="514350" y="1136837"/>
                </a:lnTo>
                <a:lnTo>
                  <a:pt x="514350" y="1155821"/>
                </a:lnTo>
                <a:lnTo>
                  <a:pt x="514350" y="1174794"/>
                </a:lnTo>
                <a:lnTo>
                  <a:pt x="514350" y="1193778"/>
                </a:lnTo>
                <a:lnTo>
                  <a:pt x="514350" y="1212752"/>
                </a:lnTo>
                <a:lnTo>
                  <a:pt x="514350" y="1231735"/>
                </a:lnTo>
                <a:lnTo>
                  <a:pt x="514350" y="1250718"/>
                </a:lnTo>
                <a:lnTo>
                  <a:pt x="514350" y="1269692"/>
                </a:lnTo>
                <a:lnTo>
                  <a:pt x="514350" y="1288675"/>
                </a:lnTo>
                <a:lnTo>
                  <a:pt x="514350" y="1307649"/>
                </a:lnTo>
                <a:lnTo>
                  <a:pt x="514350" y="1326632"/>
                </a:lnTo>
                <a:lnTo>
                  <a:pt x="514350" y="1345606"/>
                </a:lnTo>
                <a:lnTo>
                  <a:pt x="514350" y="1364590"/>
                </a:lnTo>
                <a:lnTo>
                  <a:pt x="514350" y="1383563"/>
                </a:lnTo>
                <a:lnTo>
                  <a:pt x="514350" y="1402547"/>
                </a:lnTo>
                <a:lnTo>
                  <a:pt x="514350" y="1421521"/>
                </a:lnTo>
                <a:lnTo>
                  <a:pt x="514350" y="1440504"/>
                </a:lnTo>
                <a:lnTo>
                  <a:pt x="506873" y="1455087"/>
                </a:lnTo>
                <a:lnTo>
                  <a:pt x="490280" y="1464297"/>
                </a:lnTo>
                <a:lnTo>
                  <a:pt x="473688" y="1473518"/>
                </a:lnTo>
                <a:lnTo>
                  <a:pt x="457095" y="1482738"/>
                </a:lnTo>
                <a:lnTo>
                  <a:pt x="440512" y="1491948"/>
                </a:lnTo>
                <a:lnTo>
                  <a:pt x="423920" y="1501169"/>
                </a:lnTo>
                <a:lnTo>
                  <a:pt x="407327" y="1510389"/>
                </a:lnTo>
                <a:lnTo>
                  <a:pt x="390735" y="1519599"/>
                </a:lnTo>
                <a:lnTo>
                  <a:pt x="374142" y="1528820"/>
                </a:lnTo>
                <a:lnTo>
                  <a:pt x="357549" y="1538040"/>
                </a:lnTo>
                <a:lnTo>
                  <a:pt x="340957" y="1547251"/>
                </a:lnTo>
                <a:lnTo>
                  <a:pt x="324374" y="1556471"/>
                </a:lnTo>
                <a:lnTo>
                  <a:pt x="307781" y="1565691"/>
                </a:lnTo>
                <a:lnTo>
                  <a:pt x="291189" y="1574902"/>
                </a:lnTo>
                <a:lnTo>
                  <a:pt x="274596" y="1584122"/>
                </a:lnTo>
                <a:lnTo>
                  <a:pt x="258004" y="1593342"/>
                </a:lnTo>
                <a:lnTo>
                  <a:pt x="241411" y="1585046"/>
                </a:lnTo>
                <a:lnTo>
                  <a:pt x="224828" y="1575826"/>
                </a:lnTo>
                <a:lnTo>
                  <a:pt x="208236" y="1566615"/>
                </a:lnTo>
                <a:lnTo>
                  <a:pt x="191643" y="1557395"/>
                </a:lnTo>
                <a:lnTo>
                  <a:pt x="175050" y="1548174"/>
                </a:lnTo>
                <a:lnTo>
                  <a:pt x="158458" y="1538964"/>
                </a:lnTo>
                <a:lnTo>
                  <a:pt x="141865" y="1529744"/>
                </a:lnTo>
                <a:lnTo>
                  <a:pt x="125273" y="1520523"/>
                </a:lnTo>
                <a:lnTo>
                  <a:pt x="108690" y="1511313"/>
                </a:lnTo>
                <a:lnTo>
                  <a:pt x="92097" y="1502093"/>
                </a:lnTo>
                <a:lnTo>
                  <a:pt x="75505" y="1492872"/>
                </a:lnTo>
                <a:lnTo>
                  <a:pt x="58912" y="1483662"/>
                </a:lnTo>
                <a:lnTo>
                  <a:pt x="42320" y="1474441"/>
                </a:lnTo>
                <a:lnTo>
                  <a:pt x="25727" y="1465221"/>
                </a:lnTo>
                <a:lnTo>
                  <a:pt x="9134" y="1456011"/>
                </a:lnTo>
                <a:lnTo>
                  <a:pt x="0" y="1442409"/>
                </a:lnTo>
                <a:lnTo>
                  <a:pt x="0" y="1423426"/>
                </a:lnTo>
                <a:lnTo>
                  <a:pt x="0" y="1404442"/>
                </a:lnTo>
                <a:lnTo>
                  <a:pt x="0" y="1385468"/>
                </a:lnTo>
                <a:lnTo>
                  <a:pt x="0" y="1366485"/>
                </a:lnTo>
                <a:lnTo>
                  <a:pt x="0" y="1347511"/>
                </a:lnTo>
                <a:lnTo>
                  <a:pt x="0" y="1328528"/>
                </a:lnTo>
                <a:lnTo>
                  <a:pt x="0" y="1309554"/>
                </a:lnTo>
                <a:lnTo>
                  <a:pt x="0" y="1290571"/>
                </a:lnTo>
                <a:lnTo>
                  <a:pt x="0" y="1271597"/>
                </a:lnTo>
                <a:lnTo>
                  <a:pt x="0" y="1252614"/>
                </a:lnTo>
                <a:lnTo>
                  <a:pt x="0" y="1233640"/>
                </a:lnTo>
                <a:lnTo>
                  <a:pt x="0" y="1214657"/>
                </a:lnTo>
                <a:lnTo>
                  <a:pt x="0" y="1195673"/>
                </a:lnTo>
                <a:lnTo>
                  <a:pt x="0" y="1176699"/>
                </a:lnTo>
                <a:lnTo>
                  <a:pt x="0" y="1157716"/>
                </a:lnTo>
                <a:lnTo>
                  <a:pt x="0" y="1138742"/>
                </a:lnTo>
                <a:lnTo>
                  <a:pt x="0" y="1119759"/>
                </a:lnTo>
                <a:lnTo>
                  <a:pt x="0" y="1100785"/>
                </a:lnTo>
                <a:lnTo>
                  <a:pt x="0" y="1081802"/>
                </a:lnTo>
                <a:lnTo>
                  <a:pt x="0" y="1062828"/>
                </a:lnTo>
                <a:lnTo>
                  <a:pt x="0" y="1043845"/>
                </a:lnTo>
                <a:lnTo>
                  <a:pt x="0" y="1024871"/>
                </a:lnTo>
                <a:lnTo>
                  <a:pt x="0" y="1005888"/>
                </a:lnTo>
                <a:lnTo>
                  <a:pt x="0" y="986904"/>
                </a:lnTo>
                <a:lnTo>
                  <a:pt x="0" y="967931"/>
                </a:lnTo>
                <a:lnTo>
                  <a:pt x="0" y="948947"/>
                </a:lnTo>
                <a:lnTo>
                  <a:pt x="0" y="929973"/>
                </a:lnTo>
                <a:lnTo>
                  <a:pt x="0" y="910990"/>
                </a:lnTo>
                <a:lnTo>
                  <a:pt x="0" y="892016"/>
                </a:lnTo>
                <a:lnTo>
                  <a:pt x="0" y="873033"/>
                </a:lnTo>
                <a:lnTo>
                  <a:pt x="0" y="854059"/>
                </a:lnTo>
                <a:lnTo>
                  <a:pt x="0" y="835076"/>
                </a:lnTo>
                <a:lnTo>
                  <a:pt x="0" y="816092"/>
                </a:lnTo>
                <a:lnTo>
                  <a:pt x="0" y="797119"/>
                </a:lnTo>
                <a:lnTo>
                  <a:pt x="0" y="778135"/>
                </a:lnTo>
                <a:lnTo>
                  <a:pt x="0" y="759162"/>
                </a:lnTo>
                <a:lnTo>
                  <a:pt x="0" y="740178"/>
                </a:lnTo>
                <a:lnTo>
                  <a:pt x="0" y="721204"/>
                </a:lnTo>
                <a:lnTo>
                  <a:pt x="0" y="702221"/>
                </a:lnTo>
                <a:lnTo>
                  <a:pt x="0" y="683247"/>
                </a:lnTo>
                <a:lnTo>
                  <a:pt x="0" y="664264"/>
                </a:lnTo>
                <a:lnTo>
                  <a:pt x="0" y="645290"/>
                </a:lnTo>
                <a:lnTo>
                  <a:pt x="0" y="626307"/>
                </a:lnTo>
                <a:lnTo>
                  <a:pt x="0" y="607333"/>
                </a:lnTo>
                <a:lnTo>
                  <a:pt x="0" y="588350"/>
                </a:lnTo>
                <a:lnTo>
                  <a:pt x="0" y="569366"/>
                </a:lnTo>
                <a:lnTo>
                  <a:pt x="0" y="550393"/>
                </a:lnTo>
                <a:lnTo>
                  <a:pt x="0" y="531409"/>
                </a:lnTo>
                <a:lnTo>
                  <a:pt x="0" y="512435"/>
                </a:lnTo>
                <a:lnTo>
                  <a:pt x="0" y="493452"/>
                </a:lnTo>
                <a:lnTo>
                  <a:pt x="0" y="474478"/>
                </a:lnTo>
                <a:lnTo>
                  <a:pt x="0" y="455495"/>
                </a:lnTo>
                <a:lnTo>
                  <a:pt x="0" y="436521"/>
                </a:lnTo>
                <a:lnTo>
                  <a:pt x="0" y="417538"/>
                </a:lnTo>
                <a:lnTo>
                  <a:pt x="0" y="398555"/>
                </a:lnTo>
                <a:lnTo>
                  <a:pt x="0" y="379581"/>
                </a:lnTo>
                <a:lnTo>
                  <a:pt x="0" y="360597"/>
                </a:lnTo>
                <a:lnTo>
                  <a:pt x="0" y="341624"/>
                </a:lnTo>
                <a:lnTo>
                  <a:pt x="0" y="322640"/>
                </a:lnTo>
                <a:lnTo>
                  <a:pt x="0" y="303667"/>
                </a:lnTo>
                <a:lnTo>
                  <a:pt x="0" y="284683"/>
                </a:lnTo>
                <a:lnTo>
                  <a:pt x="0" y="265709"/>
                </a:lnTo>
                <a:lnTo>
                  <a:pt x="0" y="246726"/>
                </a:lnTo>
                <a:lnTo>
                  <a:pt x="0" y="227752"/>
                </a:lnTo>
                <a:lnTo>
                  <a:pt x="0" y="208769"/>
                </a:lnTo>
                <a:lnTo>
                  <a:pt x="0" y="189786"/>
                </a:lnTo>
                <a:lnTo>
                  <a:pt x="0" y="170812"/>
                </a:lnTo>
                <a:lnTo>
                  <a:pt x="0" y="151829"/>
                </a:lnTo>
                <a:lnTo>
                  <a:pt x="0" y="132855"/>
                </a:lnTo>
                <a:lnTo>
                  <a:pt x="0" y="113871"/>
                </a:lnTo>
                <a:lnTo>
                  <a:pt x="0" y="94898"/>
                </a:lnTo>
                <a:lnTo>
                  <a:pt x="0" y="75914"/>
                </a:lnTo>
                <a:lnTo>
                  <a:pt x="0" y="56940"/>
                </a:lnTo>
                <a:lnTo>
                  <a:pt x="0" y="3795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67D262A2-5CA6-4A92-B31A-B95843BA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32099"/>
            <a:ext cx="514350" cy="2973734"/>
          </a:xfrm>
          <a:custGeom xmlns:a="http://schemas.openxmlformats.org/drawingml/2006/main">
            <a:pathLst>
              <a:path w="514350" h="2973734">
                <a:moveTo>
                  <a:pt x="0" y="0"/>
                </a:moveTo>
                <a:lnTo>
                  <a:pt x="24936" y="13859"/>
                </a:lnTo>
                <a:lnTo>
                  <a:pt x="49882" y="27708"/>
                </a:lnTo>
                <a:lnTo>
                  <a:pt x="74819" y="41567"/>
                </a:lnTo>
                <a:lnTo>
                  <a:pt x="99765" y="55416"/>
                </a:lnTo>
                <a:lnTo>
                  <a:pt x="124701" y="69275"/>
                </a:lnTo>
                <a:lnTo>
                  <a:pt x="149638" y="83134"/>
                </a:lnTo>
                <a:lnTo>
                  <a:pt x="174584" y="96984"/>
                </a:lnTo>
                <a:lnTo>
                  <a:pt x="199520" y="110842"/>
                </a:lnTo>
                <a:lnTo>
                  <a:pt x="224466" y="124701"/>
                </a:lnTo>
                <a:lnTo>
                  <a:pt x="249403" y="138551"/>
                </a:lnTo>
                <a:lnTo>
                  <a:pt x="274339" y="133331"/>
                </a:lnTo>
                <a:lnTo>
                  <a:pt x="299285" y="119482"/>
                </a:lnTo>
                <a:lnTo>
                  <a:pt x="324221" y="105623"/>
                </a:lnTo>
                <a:lnTo>
                  <a:pt x="349167" y="91764"/>
                </a:lnTo>
                <a:lnTo>
                  <a:pt x="374104" y="77915"/>
                </a:lnTo>
                <a:lnTo>
                  <a:pt x="399040" y="64056"/>
                </a:lnTo>
                <a:lnTo>
                  <a:pt x="423986" y="50206"/>
                </a:lnTo>
                <a:lnTo>
                  <a:pt x="448923" y="36347"/>
                </a:lnTo>
                <a:lnTo>
                  <a:pt x="473869" y="22489"/>
                </a:lnTo>
                <a:lnTo>
                  <a:pt x="498805" y="8639"/>
                </a:lnTo>
                <a:lnTo>
                  <a:pt x="514350" y="10744"/>
                </a:lnTo>
                <a:lnTo>
                  <a:pt x="514350" y="39272"/>
                </a:lnTo>
                <a:lnTo>
                  <a:pt x="514350" y="67808"/>
                </a:lnTo>
                <a:lnTo>
                  <a:pt x="514350" y="96336"/>
                </a:lnTo>
                <a:lnTo>
                  <a:pt x="514350" y="124863"/>
                </a:lnTo>
                <a:lnTo>
                  <a:pt x="514350" y="153391"/>
                </a:lnTo>
                <a:lnTo>
                  <a:pt x="514350" y="181928"/>
                </a:lnTo>
                <a:lnTo>
                  <a:pt x="514350" y="210455"/>
                </a:lnTo>
                <a:lnTo>
                  <a:pt x="514350" y="238982"/>
                </a:lnTo>
                <a:lnTo>
                  <a:pt x="514350" y="267510"/>
                </a:lnTo>
                <a:lnTo>
                  <a:pt x="514350" y="296047"/>
                </a:lnTo>
                <a:lnTo>
                  <a:pt x="514350" y="324574"/>
                </a:lnTo>
                <a:lnTo>
                  <a:pt x="514350" y="353101"/>
                </a:lnTo>
                <a:lnTo>
                  <a:pt x="514350" y="381629"/>
                </a:lnTo>
                <a:lnTo>
                  <a:pt x="514350" y="410166"/>
                </a:lnTo>
                <a:lnTo>
                  <a:pt x="514350" y="438693"/>
                </a:lnTo>
                <a:lnTo>
                  <a:pt x="514350" y="467220"/>
                </a:lnTo>
                <a:lnTo>
                  <a:pt x="514350" y="495748"/>
                </a:lnTo>
                <a:lnTo>
                  <a:pt x="514350" y="524285"/>
                </a:lnTo>
                <a:lnTo>
                  <a:pt x="514350" y="552812"/>
                </a:lnTo>
                <a:lnTo>
                  <a:pt x="514350" y="581339"/>
                </a:lnTo>
                <a:lnTo>
                  <a:pt x="514350" y="609867"/>
                </a:lnTo>
                <a:lnTo>
                  <a:pt x="514350" y="638394"/>
                </a:lnTo>
                <a:lnTo>
                  <a:pt x="514350" y="666931"/>
                </a:lnTo>
                <a:lnTo>
                  <a:pt x="514350" y="695458"/>
                </a:lnTo>
                <a:lnTo>
                  <a:pt x="514350" y="723986"/>
                </a:lnTo>
                <a:lnTo>
                  <a:pt x="514350" y="752513"/>
                </a:lnTo>
                <a:lnTo>
                  <a:pt x="514350" y="781050"/>
                </a:lnTo>
                <a:lnTo>
                  <a:pt x="514350" y="809577"/>
                </a:lnTo>
                <a:lnTo>
                  <a:pt x="514350" y="838105"/>
                </a:lnTo>
                <a:lnTo>
                  <a:pt x="514350" y="866632"/>
                </a:lnTo>
                <a:lnTo>
                  <a:pt x="514350" y="895169"/>
                </a:lnTo>
                <a:lnTo>
                  <a:pt x="514350" y="923696"/>
                </a:lnTo>
                <a:lnTo>
                  <a:pt x="514350" y="952224"/>
                </a:lnTo>
                <a:lnTo>
                  <a:pt x="514350" y="980751"/>
                </a:lnTo>
                <a:lnTo>
                  <a:pt x="514350" y="1009288"/>
                </a:lnTo>
                <a:lnTo>
                  <a:pt x="514350" y="1037815"/>
                </a:lnTo>
                <a:lnTo>
                  <a:pt x="514350" y="1066343"/>
                </a:lnTo>
                <a:lnTo>
                  <a:pt x="514350" y="1094870"/>
                </a:lnTo>
                <a:lnTo>
                  <a:pt x="514350" y="1123407"/>
                </a:lnTo>
                <a:lnTo>
                  <a:pt x="514350" y="1151934"/>
                </a:lnTo>
                <a:lnTo>
                  <a:pt x="514350" y="1180462"/>
                </a:lnTo>
                <a:lnTo>
                  <a:pt x="514350" y="1208989"/>
                </a:lnTo>
                <a:lnTo>
                  <a:pt x="514350" y="1237517"/>
                </a:lnTo>
                <a:lnTo>
                  <a:pt x="514350" y="1266053"/>
                </a:lnTo>
                <a:lnTo>
                  <a:pt x="514350" y="1294581"/>
                </a:lnTo>
                <a:lnTo>
                  <a:pt x="514350" y="1323108"/>
                </a:lnTo>
                <a:lnTo>
                  <a:pt x="514350" y="1351636"/>
                </a:lnTo>
                <a:lnTo>
                  <a:pt x="514350" y="1380173"/>
                </a:lnTo>
                <a:lnTo>
                  <a:pt x="514350" y="1408700"/>
                </a:lnTo>
                <a:lnTo>
                  <a:pt x="514350" y="1437227"/>
                </a:lnTo>
                <a:lnTo>
                  <a:pt x="514350" y="1465755"/>
                </a:lnTo>
                <a:lnTo>
                  <a:pt x="514350" y="1494292"/>
                </a:lnTo>
                <a:lnTo>
                  <a:pt x="514350" y="1522819"/>
                </a:lnTo>
                <a:lnTo>
                  <a:pt x="514350" y="1551346"/>
                </a:lnTo>
                <a:lnTo>
                  <a:pt x="514350" y="1579874"/>
                </a:lnTo>
                <a:lnTo>
                  <a:pt x="514350" y="1608411"/>
                </a:lnTo>
                <a:lnTo>
                  <a:pt x="514350" y="1636938"/>
                </a:lnTo>
                <a:lnTo>
                  <a:pt x="514350" y="1665465"/>
                </a:lnTo>
                <a:lnTo>
                  <a:pt x="514350" y="1693993"/>
                </a:lnTo>
                <a:lnTo>
                  <a:pt x="514350" y="1722520"/>
                </a:lnTo>
                <a:lnTo>
                  <a:pt x="514350" y="1751057"/>
                </a:lnTo>
                <a:lnTo>
                  <a:pt x="514350" y="1779584"/>
                </a:lnTo>
                <a:lnTo>
                  <a:pt x="514350" y="1808112"/>
                </a:lnTo>
                <a:lnTo>
                  <a:pt x="514350" y="1836639"/>
                </a:lnTo>
                <a:lnTo>
                  <a:pt x="514350" y="1865176"/>
                </a:lnTo>
                <a:lnTo>
                  <a:pt x="514350" y="1893703"/>
                </a:lnTo>
                <a:lnTo>
                  <a:pt x="514350" y="1922231"/>
                </a:lnTo>
                <a:lnTo>
                  <a:pt x="514350" y="1950758"/>
                </a:lnTo>
                <a:lnTo>
                  <a:pt x="514350" y="1979295"/>
                </a:lnTo>
                <a:lnTo>
                  <a:pt x="514350" y="2007822"/>
                </a:lnTo>
                <a:lnTo>
                  <a:pt x="514350" y="2036350"/>
                </a:lnTo>
                <a:lnTo>
                  <a:pt x="514350" y="2064877"/>
                </a:lnTo>
                <a:lnTo>
                  <a:pt x="514350" y="2093414"/>
                </a:lnTo>
                <a:lnTo>
                  <a:pt x="514350" y="2121941"/>
                </a:lnTo>
                <a:lnTo>
                  <a:pt x="514350" y="2150469"/>
                </a:lnTo>
                <a:lnTo>
                  <a:pt x="514350" y="2178996"/>
                </a:lnTo>
                <a:lnTo>
                  <a:pt x="514350" y="2207533"/>
                </a:lnTo>
                <a:lnTo>
                  <a:pt x="514350" y="2236060"/>
                </a:lnTo>
                <a:lnTo>
                  <a:pt x="514350" y="2264588"/>
                </a:lnTo>
                <a:lnTo>
                  <a:pt x="514350" y="2293115"/>
                </a:lnTo>
                <a:lnTo>
                  <a:pt x="514350" y="2321643"/>
                </a:lnTo>
                <a:lnTo>
                  <a:pt x="514350" y="2350179"/>
                </a:lnTo>
                <a:lnTo>
                  <a:pt x="514350" y="2378707"/>
                </a:lnTo>
                <a:lnTo>
                  <a:pt x="514350" y="2407234"/>
                </a:lnTo>
                <a:lnTo>
                  <a:pt x="514350" y="2435762"/>
                </a:lnTo>
                <a:lnTo>
                  <a:pt x="514350" y="2464298"/>
                </a:lnTo>
                <a:lnTo>
                  <a:pt x="514350" y="2492826"/>
                </a:lnTo>
                <a:lnTo>
                  <a:pt x="514350" y="2521353"/>
                </a:lnTo>
                <a:lnTo>
                  <a:pt x="514350" y="2549881"/>
                </a:lnTo>
                <a:lnTo>
                  <a:pt x="514350" y="2578418"/>
                </a:lnTo>
                <a:lnTo>
                  <a:pt x="514350" y="2606945"/>
                </a:lnTo>
                <a:lnTo>
                  <a:pt x="514350" y="2635472"/>
                </a:lnTo>
                <a:lnTo>
                  <a:pt x="514350" y="2664000"/>
                </a:lnTo>
                <a:lnTo>
                  <a:pt x="514350" y="2692537"/>
                </a:lnTo>
                <a:lnTo>
                  <a:pt x="514350" y="2721064"/>
                </a:lnTo>
                <a:lnTo>
                  <a:pt x="514350" y="2749591"/>
                </a:lnTo>
                <a:lnTo>
                  <a:pt x="514350" y="2778119"/>
                </a:lnTo>
                <a:lnTo>
                  <a:pt x="514350" y="2806656"/>
                </a:lnTo>
                <a:lnTo>
                  <a:pt x="514350" y="2835183"/>
                </a:lnTo>
                <a:lnTo>
                  <a:pt x="489414" y="2849032"/>
                </a:lnTo>
                <a:lnTo>
                  <a:pt x="464468" y="2862891"/>
                </a:lnTo>
                <a:lnTo>
                  <a:pt x="439531" y="2876750"/>
                </a:lnTo>
                <a:lnTo>
                  <a:pt x="414585" y="2890599"/>
                </a:lnTo>
                <a:lnTo>
                  <a:pt x="389649" y="2904458"/>
                </a:lnTo>
                <a:lnTo>
                  <a:pt x="364712" y="2918308"/>
                </a:lnTo>
                <a:lnTo>
                  <a:pt x="339766" y="2932166"/>
                </a:lnTo>
                <a:lnTo>
                  <a:pt x="314830" y="2946025"/>
                </a:lnTo>
                <a:lnTo>
                  <a:pt x="289884" y="2959875"/>
                </a:lnTo>
                <a:lnTo>
                  <a:pt x="264947" y="2973734"/>
                </a:lnTo>
                <a:lnTo>
                  <a:pt x="240011" y="2968514"/>
                </a:lnTo>
                <a:lnTo>
                  <a:pt x="215065" y="2954655"/>
                </a:lnTo>
                <a:lnTo>
                  <a:pt x="190129" y="2940806"/>
                </a:lnTo>
                <a:lnTo>
                  <a:pt x="165183" y="2926947"/>
                </a:lnTo>
                <a:lnTo>
                  <a:pt x="140246" y="2913097"/>
                </a:lnTo>
                <a:lnTo>
                  <a:pt x="115310" y="2899239"/>
                </a:lnTo>
                <a:lnTo>
                  <a:pt x="90364" y="2885380"/>
                </a:lnTo>
                <a:lnTo>
                  <a:pt x="65427" y="2871530"/>
                </a:lnTo>
                <a:lnTo>
                  <a:pt x="40481" y="2857671"/>
                </a:lnTo>
                <a:lnTo>
                  <a:pt x="15545" y="2843813"/>
                </a:lnTo>
                <a:lnTo>
                  <a:pt x="0" y="2824429"/>
                </a:lnTo>
                <a:lnTo>
                  <a:pt x="0" y="2795902"/>
                </a:lnTo>
                <a:lnTo>
                  <a:pt x="0" y="2767374"/>
                </a:lnTo>
                <a:lnTo>
                  <a:pt x="0" y="2738847"/>
                </a:lnTo>
                <a:lnTo>
                  <a:pt x="0" y="2710320"/>
                </a:lnTo>
                <a:lnTo>
                  <a:pt x="0" y="2681783"/>
                </a:lnTo>
                <a:lnTo>
                  <a:pt x="0" y="2653255"/>
                </a:lnTo>
                <a:lnTo>
                  <a:pt x="0" y="2624728"/>
                </a:lnTo>
                <a:lnTo>
                  <a:pt x="0" y="2596201"/>
                </a:lnTo>
                <a:lnTo>
                  <a:pt x="0" y="2567664"/>
                </a:lnTo>
                <a:lnTo>
                  <a:pt x="0" y="2539136"/>
                </a:lnTo>
                <a:lnTo>
                  <a:pt x="0" y="2510609"/>
                </a:lnTo>
                <a:lnTo>
                  <a:pt x="0" y="2482082"/>
                </a:lnTo>
                <a:lnTo>
                  <a:pt x="0" y="2453545"/>
                </a:lnTo>
                <a:lnTo>
                  <a:pt x="0" y="2425017"/>
                </a:lnTo>
                <a:lnTo>
                  <a:pt x="0" y="2396490"/>
                </a:lnTo>
                <a:lnTo>
                  <a:pt x="0" y="2367963"/>
                </a:lnTo>
                <a:lnTo>
                  <a:pt x="0" y="2339426"/>
                </a:lnTo>
                <a:lnTo>
                  <a:pt x="0" y="2310898"/>
                </a:lnTo>
                <a:lnTo>
                  <a:pt x="0" y="2282371"/>
                </a:lnTo>
                <a:lnTo>
                  <a:pt x="0" y="2253844"/>
                </a:lnTo>
                <a:lnTo>
                  <a:pt x="0" y="2225316"/>
                </a:lnTo>
                <a:lnTo>
                  <a:pt x="0" y="2196779"/>
                </a:lnTo>
                <a:lnTo>
                  <a:pt x="0" y="2168252"/>
                </a:lnTo>
                <a:lnTo>
                  <a:pt x="0" y="2139725"/>
                </a:lnTo>
                <a:lnTo>
                  <a:pt x="0" y="2111197"/>
                </a:lnTo>
                <a:lnTo>
                  <a:pt x="0" y="2082660"/>
                </a:lnTo>
                <a:lnTo>
                  <a:pt x="0" y="2054133"/>
                </a:lnTo>
                <a:lnTo>
                  <a:pt x="0" y="2025606"/>
                </a:lnTo>
                <a:lnTo>
                  <a:pt x="0" y="1997078"/>
                </a:lnTo>
                <a:lnTo>
                  <a:pt x="0" y="1968541"/>
                </a:lnTo>
                <a:lnTo>
                  <a:pt x="0" y="1940014"/>
                </a:lnTo>
                <a:lnTo>
                  <a:pt x="0" y="1911487"/>
                </a:lnTo>
                <a:lnTo>
                  <a:pt x="0" y="1882959"/>
                </a:lnTo>
                <a:lnTo>
                  <a:pt x="0" y="1854422"/>
                </a:lnTo>
                <a:lnTo>
                  <a:pt x="0" y="1825895"/>
                </a:lnTo>
                <a:lnTo>
                  <a:pt x="0" y="1797368"/>
                </a:lnTo>
                <a:lnTo>
                  <a:pt x="0" y="1768840"/>
                </a:lnTo>
                <a:lnTo>
                  <a:pt x="0" y="1740303"/>
                </a:lnTo>
                <a:lnTo>
                  <a:pt x="0" y="1711776"/>
                </a:lnTo>
                <a:lnTo>
                  <a:pt x="0" y="1683248"/>
                </a:lnTo>
                <a:lnTo>
                  <a:pt x="0" y="1654721"/>
                </a:lnTo>
                <a:lnTo>
                  <a:pt x="0" y="1626194"/>
                </a:lnTo>
                <a:lnTo>
                  <a:pt x="0" y="1597657"/>
                </a:lnTo>
                <a:lnTo>
                  <a:pt x="0" y="1569129"/>
                </a:lnTo>
                <a:lnTo>
                  <a:pt x="0" y="1540602"/>
                </a:lnTo>
                <a:lnTo>
                  <a:pt x="0" y="1512075"/>
                </a:lnTo>
                <a:lnTo>
                  <a:pt x="0" y="1483538"/>
                </a:lnTo>
                <a:lnTo>
                  <a:pt x="0" y="1455010"/>
                </a:lnTo>
                <a:lnTo>
                  <a:pt x="0" y="1426483"/>
                </a:lnTo>
                <a:lnTo>
                  <a:pt x="0" y="1397956"/>
                </a:lnTo>
                <a:lnTo>
                  <a:pt x="0" y="1369419"/>
                </a:lnTo>
                <a:lnTo>
                  <a:pt x="0" y="1340891"/>
                </a:lnTo>
                <a:lnTo>
                  <a:pt x="0" y="1312364"/>
                </a:lnTo>
                <a:lnTo>
                  <a:pt x="0" y="1283837"/>
                </a:lnTo>
                <a:lnTo>
                  <a:pt x="0" y="1255300"/>
                </a:lnTo>
                <a:lnTo>
                  <a:pt x="0" y="1226772"/>
                </a:lnTo>
                <a:lnTo>
                  <a:pt x="0" y="1198245"/>
                </a:lnTo>
                <a:lnTo>
                  <a:pt x="0" y="1169718"/>
                </a:lnTo>
                <a:lnTo>
                  <a:pt x="0" y="1141181"/>
                </a:lnTo>
                <a:lnTo>
                  <a:pt x="0" y="1112653"/>
                </a:lnTo>
                <a:lnTo>
                  <a:pt x="0" y="1084126"/>
                </a:lnTo>
                <a:lnTo>
                  <a:pt x="0" y="1055599"/>
                </a:lnTo>
                <a:lnTo>
                  <a:pt x="0" y="1027071"/>
                </a:lnTo>
                <a:lnTo>
                  <a:pt x="0" y="998534"/>
                </a:lnTo>
                <a:lnTo>
                  <a:pt x="0" y="970007"/>
                </a:lnTo>
                <a:lnTo>
                  <a:pt x="0" y="941480"/>
                </a:lnTo>
                <a:lnTo>
                  <a:pt x="0" y="912952"/>
                </a:lnTo>
                <a:lnTo>
                  <a:pt x="0" y="884415"/>
                </a:lnTo>
                <a:lnTo>
                  <a:pt x="0" y="855888"/>
                </a:lnTo>
                <a:lnTo>
                  <a:pt x="0" y="827361"/>
                </a:lnTo>
                <a:lnTo>
                  <a:pt x="0" y="798833"/>
                </a:lnTo>
                <a:lnTo>
                  <a:pt x="0" y="770296"/>
                </a:lnTo>
                <a:lnTo>
                  <a:pt x="0" y="741769"/>
                </a:lnTo>
                <a:lnTo>
                  <a:pt x="0" y="713242"/>
                </a:lnTo>
                <a:lnTo>
                  <a:pt x="0" y="684714"/>
                </a:lnTo>
                <a:lnTo>
                  <a:pt x="0" y="656177"/>
                </a:lnTo>
                <a:lnTo>
                  <a:pt x="0" y="627650"/>
                </a:lnTo>
                <a:lnTo>
                  <a:pt x="0" y="599123"/>
                </a:lnTo>
                <a:lnTo>
                  <a:pt x="0" y="570595"/>
                </a:lnTo>
                <a:lnTo>
                  <a:pt x="0" y="542058"/>
                </a:lnTo>
                <a:lnTo>
                  <a:pt x="0" y="513531"/>
                </a:lnTo>
                <a:lnTo>
                  <a:pt x="0" y="485003"/>
                </a:lnTo>
                <a:lnTo>
                  <a:pt x="0" y="456476"/>
                </a:lnTo>
                <a:lnTo>
                  <a:pt x="0" y="427949"/>
                </a:lnTo>
                <a:lnTo>
                  <a:pt x="0" y="399412"/>
                </a:lnTo>
                <a:lnTo>
                  <a:pt x="0" y="370884"/>
                </a:lnTo>
                <a:lnTo>
                  <a:pt x="0" y="342357"/>
                </a:lnTo>
                <a:lnTo>
                  <a:pt x="0" y="313830"/>
                </a:lnTo>
                <a:lnTo>
                  <a:pt x="0" y="285293"/>
                </a:lnTo>
                <a:lnTo>
                  <a:pt x="0" y="256765"/>
                </a:lnTo>
                <a:lnTo>
                  <a:pt x="0" y="228238"/>
                </a:lnTo>
                <a:lnTo>
                  <a:pt x="0" y="199711"/>
                </a:lnTo>
                <a:lnTo>
                  <a:pt x="0" y="171174"/>
                </a:lnTo>
                <a:lnTo>
                  <a:pt x="0" y="142646"/>
                </a:lnTo>
                <a:lnTo>
                  <a:pt x="0" y="114119"/>
                </a:lnTo>
                <a:lnTo>
                  <a:pt x="0" y="85592"/>
                </a:lnTo>
                <a:lnTo>
                  <a:pt x="0" y="57055"/>
                </a:lnTo>
                <a:lnTo>
                  <a:pt x="0" y="2852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02293FE7-C91B-42F0-A2ED-AAB6B13E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2674" cy="1319975"/>
          </a:xfrm>
          <a:custGeom xmlns:a="http://schemas.openxmlformats.org/drawingml/2006/main">
            <a:pathLst>
              <a:path w="3332674" h="1319975">
                <a:moveTo>
                  <a:pt x="0" y="0"/>
                </a:moveTo>
                <a:lnTo>
                  <a:pt x="13030" y="32414"/>
                </a:lnTo>
                <a:lnTo>
                  <a:pt x="26060" y="64818"/>
                </a:lnTo>
                <a:lnTo>
                  <a:pt x="39091" y="97231"/>
                </a:lnTo>
                <a:lnTo>
                  <a:pt x="52121" y="129635"/>
                </a:lnTo>
                <a:lnTo>
                  <a:pt x="65151" y="162049"/>
                </a:lnTo>
                <a:lnTo>
                  <a:pt x="78181" y="194453"/>
                </a:lnTo>
                <a:lnTo>
                  <a:pt x="91211" y="226866"/>
                </a:lnTo>
                <a:lnTo>
                  <a:pt x="104242" y="259280"/>
                </a:lnTo>
                <a:lnTo>
                  <a:pt x="117272" y="291684"/>
                </a:lnTo>
                <a:lnTo>
                  <a:pt x="130302" y="324098"/>
                </a:lnTo>
                <a:lnTo>
                  <a:pt x="143332" y="356502"/>
                </a:lnTo>
                <a:lnTo>
                  <a:pt x="156362" y="388915"/>
                </a:lnTo>
                <a:lnTo>
                  <a:pt x="169393" y="421329"/>
                </a:lnTo>
                <a:lnTo>
                  <a:pt x="182423" y="453733"/>
                </a:lnTo>
                <a:lnTo>
                  <a:pt x="195453" y="486146"/>
                </a:lnTo>
                <a:lnTo>
                  <a:pt x="208483" y="518551"/>
                </a:lnTo>
                <a:lnTo>
                  <a:pt x="221513" y="550964"/>
                </a:lnTo>
                <a:lnTo>
                  <a:pt x="234553" y="583368"/>
                </a:lnTo>
                <a:lnTo>
                  <a:pt x="247583" y="615782"/>
                </a:lnTo>
                <a:lnTo>
                  <a:pt x="260614" y="648195"/>
                </a:lnTo>
                <a:lnTo>
                  <a:pt x="273644" y="680599"/>
                </a:lnTo>
                <a:lnTo>
                  <a:pt x="286674" y="713013"/>
                </a:lnTo>
                <a:lnTo>
                  <a:pt x="299704" y="745417"/>
                </a:lnTo>
                <a:lnTo>
                  <a:pt x="312734" y="777831"/>
                </a:lnTo>
                <a:lnTo>
                  <a:pt x="325765" y="810244"/>
                </a:lnTo>
                <a:lnTo>
                  <a:pt x="338795" y="842648"/>
                </a:lnTo>
                <a:lnTo>
                  <a:pt x="351825" y="875062"/>
                </a:lnTo>
                <a:lnTo>
                  <a:pt x="364855" y="907466"/>
                </a:lnTo>
                <a:lnTo>
                  <a:pt x="377885" y="939879"/>
                </a:lnTo>
                <a:lnTo>
                  <a:pt x="390916" y="972283"/>
                </a:lnTo>
                <a:lnTo>
                  <a:pt x="403946" y="1004697"/>
                </a:lnTo>
                <a:lnTo>
                  <a:pt x="416976" y="1037111"/>
                </a:lnTo>
                <a:lnTo>
                  <a:pt x="430006" y="1069515"/>
                </a:lnTo>
                <a:lnTo>
                  <a:pt x="443036" y="1101928"/>
                </a:lnTo>
                <a:lnTo>
                  <a:pt x="456067" y="1134332"/>
                </a:lnTo>
                <a:lnTo>
                  <a:pt x="469097" y="1166746"/>
                </a:lnTo>
                <a:lnTo>
                  <a:pt x="482127" y="1199150"/>
                </a:lnTo>
                <a:lnTo>
                  <a:pt x="495157" y="1231563"/>
                </a:lnTo>
                <a:lnTo>
                  <a:pt x="516636" y="1256576"/>
                </a:lnTo>
                <a:lnTo>
                  <a:pt x="550059" y="1266587"/>
                </a:lnTo>
                <a:lnTo>
                  <a:pt x="584330" y="1273321"/>
                </a:lnTo>
                <a:lnTo>
                  <a:pt x="618858" y="1278588"/>
                </a:lnTo>
                <a:lnTo>
                  <a:pt x="653520" y="1282970"/>
                </a:lnTo>
                <a:lnTo>
                  <a:pt x="688248" y="1286732"/>
                </a:lnTo>
                <a:lnTo>
                  <a:pt x="723014" y="1290037"/>
                </a:lnTo>
                <a:lnTo>
                  <a:pt x="757828" y="1292981"/>
                </a:lnTo>
                <a:lnTo>
                  <a:pt x="792651" y="1295629"/>
                </a:lnTo>
                <a:lnTo>
                  <a:pt x="827503" y="1298029"/>
                </a:lnTo>
                <a:lnTo>
                  <a:pt x="862365" y="1300229"/>
                </a:lnTo>
                <a:lnTo>
                  <a:pt x="897236" y="1302229"/>
                </a:lnTo>
                <a:lnTo>
                  <a:pt x="932126" y="1304068"/>
                </a:lnTo>
                <a:lnTo>
                  <a:pt x="967007" y="1305763"/>
                </a:lnTo>
                <a:lnTo>
                  <a:pt x="1001906" y="1307325"/>
                </a:lnTo>
                <a:lnTo>
                  <a:pt x="1036806" y="1308764"/>
                </a:lnTo>
                <a:lnTo>
                  <a:pt x="1071715" y="1310088"/>
                </a:lnTo>
                <a:lnTo>
                  <a:pt x="1106624" y="1311307"/>
                </a:lnTo>
                <a:lnTo>
                  <a:pt x="1141533" y="1312431"/>
                </a:lnTo>
                <a:lnTo>
                  <a:pt x="1176452" y="1313450"/>
                </a:lnTo>
                <a:lnTo>
                  <a:pt x="1211370" y="1314402"/>
                </a:lnTo>
                <a:lnTo>
                  <a:pt x="1246289" y="1315250"/>
                </a:lnTo>
                <a:lnTo>
                  <a:pt x="1281217" y="1316031"/>
                </a:lnTo>
                <a:lnTo>
                  <a:pt x="1316136" y="1316736"/>
                </a:lnTo>
                <a:lnTo>
                  <a:pt x="1351064" y="1317355"/>
                </a:lnTo>
                <a:lnTo>
                  <a:pt x="1385992" y="1317917"/>
                </a:lnTo>
                <a:lnTo>
                  <a:pt x="1420920" y="1318403"/>
                </a:lnTo>
                <a:lnTo>
                  <a:pt x="1455849" y="1318822"/>
                </a:lnTo>
                <a:lnTo>
                  <a:pt x="1490777" y="1319174"/>
                </a:lnTo>
                <a:lnTo>
                  <a:pt x="1525705" y="1319460"/>
                </a:lnTo>
                <a:lnTo>
                  <a:pt x="1560633" y="1319679"/>
                </a:lnTo>
                <a:lnTo>
                  <a:pt x="1595561" y="1319841"/>
                </a:lnTo>
                <a:lnTo>
                  <a:pt x="1630499" y="1319936"/>
                </a:lnTo>
                <a:lnTo>
                  <a:pt x="1665427" y="1319975"/>
                </a:lnTo>
                <a:lnTo>
                  <a:pt x="1700355" y="1319946"/>
                </a:lnTo>
                <a:lnTo>
                  <a:pt x="1735293" y="1319851"/>
                </a:lnTo>
                <a:lnTo>
                  <a:pt x="1770221" y="1319698"/>
                </a:lnTo>
                <a:lnTo>
                  <a:pt x="1805149" y="1319479"/>
                </a:lnTo>
                <a:lnTo>
                  <a:pt x="1840078" y="1319193"/>
                </a:lnTo>
                <a:lnTo>
                  <a:pt x="1875006" y="1318851"/>
                </a:lnTo>
                <a:lnTo>
                  <a:pt x="1909934" y="1318441"/>
                </a:lnTo>
                <a:lnTo>
                  <a:pt x="1944862" y="1317955"/>
                </a:lnTo>
                <a:lnTo>
                  <a:pt x="1979790" y="1317403"/>
                </a:lnTo>
                <a:lnTo>
                  <a:pt x="2014718" y="1316784"/>
                </a:lnTo>
                <a:lnTo>
                  <a:pt x="2049637" y="1316088"/>
                </a:lnTo>
                <a:lnTo>
                  <a:pt x="2084565" y="1315317"/>
                </a:lnTo>
                <a:lnTo>
                  <a:pt x="2119484" y="1314469"/>
                </a:lnTo>
                <a:lnTo>
                  <a:pt x="2154403" y="1313536"/>
                </a:lnTo>
                <a:lnTo>
                  <a:pt x="2189321" y="1312516"/>
                </a:lnTo>
                <a:lnTo>
                  <a:pt x="2224230" y="1311402"/>
                </a:lnTo>
                <a:lnTo>
                  <a:pt x="2259140" y="1310192"/>
                </a:lnTo>
                <a:lnTo>
                  <a:pt x="2294049" y="1308878"/>
                </a:lnTo>
                <a:lnTo>
                  <a:pt x="2328948" y="1307449"/>
                </a:lnTo>
                <a:lnTo>
                  <a:pt x="2363848" y="1305906"/>
                </a:lnTo>
                <a:lnTo>
                  <a:pt x="2398738" y="1304211"/>
                </a:lnTo>
                <a:lnTo>
                  <a:pt x="2433618" y="1302391"/>
                </a:lnTo>
                <a:lnTo>
                  <a:pt x="2468499" y="1300401"/>
                </a:lnTo>
                <a:lnTo>
                  <a:pt x="2503361" y="1298219"/>
                </a:lnTo>
                <a:lnTo>
                  <a:pt x="2538203" y="1295838"/>
                </a:lnTo>
                <a:lnTo>
                  <a:pt x="2573036" y="1293209"/>
                </a:lnTo>
                <a:lnTo>
                  <a:pt x="2607850" y="1290295"/>
                </a:lnTo>
                <a:lnTo>
                  <a:pt x="2642626" y="1287018"/>
                </a:lnTo>
                <a:lnTo>
                  <a:pt x="2677354" y="1283294"/>
                </a:lnTo>
                <a:lnTo>
                  <a:pt x="2712015" y="1278979"/>
                </a:lnTo>
                <a:lnTo>
                  <a:pt x="2746562" y="1273807"/>
                </a:lnTo>
                <a:lnTo>
                  <a:pt x="2780862" y="1267235"/>
                </a:lnTo>
                <a:lnTo>
                  <a:pt x="2814428" y="1257652"/>
                </a:lnTo>
                <a:lnTo>
                  <a:pt x="2837507" y="1234250"/>
                </a:lnTo>
                <a:lnTo>
                  <a:pt x="2850547" y="1201836"/>
                </a:lnTo>
                <a:lnTo>
                  <a:pt x="2863577" y="1169432"/>
                </a:lnTo>
                <a:lnTo>
                  <a:pt x="2876607" y="1137018"/>
                </a:lnTo>
                <a:lnTo>
                  <a:pt x="2889637" y="1104614"/>
                </a:lnTo>
                <a:lnTo>
                  <a:pt x="2902668" y="1072201"/>
                </a:lnTo>
                <a:lnTo>
                  <a:pt x="2915698" y="1039797"/>
                </a:lnTo>
                <a:lnTo>
                  <a:pt x="2928728" y="1007383"/>
                </a:lnTo>
                <a:lnTo>
                  <a:pt x="2941758" y="974969"/>
                </a:lnTo>
                <a:lnTo>
                  <a:pt x="2954788" y="942565"/>
                </a:lnTo>
                <a:lnTo>
                  <a:pt x="2967819" y="910152"/>
                </a:lnTo>
                <a:lnTo>
                  <a:pt x="2980849" y="877748"/>
                </a:lnTo>
                <a:lnTo>
                  <a:pt x="2993879" y="845334"/>
                </a:lnTo>
                <a:lnTo>
                  <a:pt x="3006909" y="812930"/>
                </a:lnTo>
                <a:lnTo>
                  <a:pt x="3019939" y="780517"/>
                </a:lnTo>
                <a:lnTo>
                  <a:pt x="3032970" y="748103"/>
                </a:lnTo>
                <a:lnTo>
                  <a:pt x="3046000" y="715699"/>
                </a:lnTo>
                <a:lnTo>
                  <a:pt x="3059030" y="683285"/>
                </a:lnTo>
                <a:lnTo>
                  <a:pt x="3072060" y="650881"/>
                </a:lnTo>
                <a:lnTo>
                  <a:pt x="3085090" y="618468"/>
                </a:lnTo>
                <a:lnTo>
                  <a:pt x="3098121" y="586054"/>
                </a:lnTo>
                <a:lnTo>
                  <a:pt x="3111151" y="553650"/>
                </a:lnTo>
                <a:lnTo>
                  <a:pt x="3124181" y="521237"/>
                </a:lnTo>
                <a:lnTo>
                  <a:pt x="3137211" y="488833"/>
                </a:lnTo>
                <a:lnTo>
                  <a:pt x="3150241" y="456419"/>
                </a:lnTo>
                <a:lnTo>
                  <a:pt x="3163272" y="424015"/>
                </a:lnTo>
                <a:lnTo>
                  <a:pt x="3176302" y="391601"/>
                </a:lnTo>
                <a:lnTo>
                  <a:pt x="3189332" y="359188"/>
                </a:lnTo>
                <a:lnTo>
                  <a:pt x="3202362" y="326784"/>
                </a:lnTo>
                <a:lnTo>
                  <a:pt x="3215392" y="294370"/>
                </a:lnTo>
                <a:lnTo>
                  <a:pt x="3228423" y="261966"/>
                </a:lnTo>
                <a:lnTo>
                  <a:pt x="3241453" y="229553"/>
                </a:lnTo>
                <a:lnTo>
                  <a:pt x="3254483" y="197139"/>
                </a:lnTo>
                <a:lnTo>
                  <a:pt x="3267513" y="164735"/>
                </a:lnTo>
                <a:lnTo>
                  <a:pt x="3280543" y="132321"/>
                </a:lnTo>
                <a:lnTo>
                  <a:pt x="3293583" y="99917"/>
                </a:lnTo>
                <a:lnTo>
                  <a:pt x="3306613" y="67504"/>
                </a:lnTo>
                <a:lnTo>
                  <a:pt x="3319643" y="35100"/>
                </a:lnTo>
                <a:lnTo>
                  <a:pt x="3332674" y="2686"/>
                </a:lnTo>
                <a:lnTo>
                  <a:pt x="3307356" y="15573"/>
                </a:lnTo>
                <a:lnTo>
                  <a:pt x="3273266" y="23117"/>
                </a:lnTo>
                <a:lnTo>
                  <a:pt x="3238757" y="28518"/>
                </a:lnTo>
                <a:lnTo>
                  <a:pt x="3204105" y="32861"/>
                </a:lnTo>
                <a:lnTo>
                  <a:pt x="3169368" y="36557"/>
                </a:lnTo>
                <a:lnTo>
                  <a:pt x="3134582" y="39786"/>
                </a:lnTo>
                <a:lnTo>
                  <a:pt x="3099768" y="42653"/>
                </a:lnTo>
                <a:lnTo>
                  <a:pt x="3064935" y="45253"/>
                </a:lnTo>
                <a:lnTo>
                  <a:pt x="3030083" y="47625"/>
                </a:lnTo>
                <a:lnTo>
                  <a:pt x="2995222" y="49806"/>
                </a:lnTo>
                <a:lnTo>
                  <a:pt x="2960351" y="51806"/>
                </a:lnTo>
                <a:lnTo>
                  <a:pt x="2925470" y="53692"/>
                </a:lnTo>
                <a:lnTo>
                  <a:pt x="2890580" y="55426"/>
                </a:lnTo>
                <a:lnTo>
                  <a:pt x="2855690" y="57064"/>
                </a:lnTo>
                <a:lnTo>
                  <a:pt x="2820791" y="58598"/>
                </a:lnTo>
                <a:lnTo>
                  <a:pt x="2785891" y="60036"/>
                </a:lnTo>
                <a:lnTo>
                  <a:pt x="2750991" y="61389"/>
                </a:lnTo>
                <a:lnTo>
                  <a:pt x="2716082" y="62665"/>
                </a:lnTo>
                <a:lnTo>
                  <a:pt x="2681173" y="63865"/>
                </a:lnTo>
                <a:lnTo>
                  <a:pt x="2646255" y="64999"/>
                </a:lnTo>
                <a:lnTo>
                  <a:pt x="2611345" y="66075"/>
                </a:lnTo>
                <a:lnTo>
                  <a:pt x="2576427" y="67085"/>
                </a:lnTo>
                <a:lnTo>
                  <a:pt x="2541508" y="68037"/>
                </a:lnTo>
                <a:lnTo>
                  <a:pt x="2506589" y="68942"/>
                </a:lnTo>
                <a:lnTo>
                  <a:pt x="2471671" y="69790"/>
                </a:lnTo>
                <a:lnTo>
                  <a:pt x="2436743" y="70590"/>
                </a:lnTo>
                <a:lnTo>
                  <a:pt x="2401824" y="71352"/>
                </a:lnTo>
                <a:lnTo>
                  <a:pt x="2366896" y="72057"/>
                </a:lnTo>
                <a:lnTo>
                  <a:pt x="2331977" y="72733"/>
                </a:lnTo>
                <a:lnTo>
                  <a:pt x="2297049" y="73352"/>
                </a:lnTo>
                <a:lnTo>
                  <a:pt x="2262121" y="73943"/>
                </a:lnTo>
                <a:lnTo>
                  <a:pt x="2227202" y="74486"/>
                </a:lnTo>
                <a:lnTo>
                  <a:pt x="2192274" y="75000"/>
                </a:lnTo>
                <a:lnTo>
                  <a:pt x="2157346" y="75476"/>
                </a:lnTo>
                <a:lnTo>
                  <a:pt x="2122418" y="75905"/>
                </a:lnTo>
                <a:lnTo>
                  <a:pt x="2087489" y="76314"/>
                </a:lnTo>
                <a:lnTo>
                  <a:pt x="2052561" y="76676"/>
                </a:lnTo>
                <a:lnTo>
                  <a:pt x="2017624" y="77010"/>
                </a:lnTo>
                <a:lnTo>
                  <a:pt x="1982695" y="77314"/>
                </a:lnTo>
                <a:lnTo>
                  <a:pt x="1947767" y="77581"/>
                </a:lnTo>
                <a:lnTo>
                  <a:pt x="1912839" y="77810"/>
                </a:lnTo>
                <a:lnTo>
                  <a:pt x="1877911" y="78010"/>
                </a:lnTo>
                <a:lnTo>
                  <a:pt x="1842973" y="78181"/>
                </a:lnTo>
                <a:lnTo>
                  <a:pt x="1808045" y="78324"/>
                </a:lnTo>
                <a:lnTo>
                  <a:pt x="1773117" y="78438"/>
                </a:lnTo>
                <a:lnTo>
                  <a:pt x="1738179" y="78515"/>
                </a:lnTo>
                <a:lnTo>
                  <a:pt x="1703251" y="78562"/>
                </a:lnTo>
                <a:lnTo>
                  <a:pt x="1668323" y="78581"/>
                </a:lnTo>
                <a:lnTo>
                  <a:pt x="1633395" y="78562"/>
                </a:lnTo>
                <a:lnTo>
                  <a:pt x="1598457" y="78515"/>
                </a:lnTo>
                <a:lnTo>
                  <a:pt x="1563529" y="78438"/>
                </a:lnTo>
                <a:lnTo>
                  <a:pt x="1528601" y="78334"/>
                </a:lnTo>
                <a:lnTo>
                  <a:pt x="1493672" y="78200"/>
                </a:lnTo>
                <a:lnTo>
                  <a:pt x="1458735" y="78029"/>
                </a:lnTo>
                <a:lnTo>
                  <a:pt x="1423807" y="77829"/>
                </a:lnTo>
                <a:lnTo>
                  <a:pt x="1388878" y="77600"/>
                </a:lnTo>
                <a:lnTo>
                  <a:pt x="1353950" y="77333"/>
                </a:lnTo>
                <a:lnTo>
                  <a:pt x="1319012" y="77038"/>
                </a:lnTo>
                <a:lnTo>
                  <a:pt x="1284084" y="76705"/>
                </a:lnTo>
                <a:lnTo>
                  <a:pt x="1249156" y="76343"/>
                </a:lnTo>
                <a:lnTo>
                  <a:pt x="1214228" y="75943"/>
                </a:lnTo>
                <a:lnTo>
                  <a:pt x="1179300" y="75505"/>
                </a:lnTo>
                <a:lnTo>
                  <a:pt x="1144372" y="75038"/>
                </a:lnTo>
                <a:lnTo>
                  <a:pt x="1109443" y="74533"/>
                </a:lnTo>
                <a:lnTo>
                  <a:pt x="1074525" y="73990"/>
                </a:lnTo>
                <a:lnTo>
                  <a:pt x="1039597" y="73409"/>
                </a:lnTo>
                <a:lnTo>
                  <a:pt x="1004668" y="72781"/>
                </a:lnTo>
                <a:lnTo>
                  <a:pt x="969740" y="72114"/>
                </a:lnTo>
                <a:lnTo>
                  <a:pt x="934822" y="71409"/>
                </a:lnTo>
                <a:lnTo>
                  <a:pt x="899893" y="70656"/>
                </a:lnTo>
                <a:lnTo>
                  <a:pt x="864975" y="69856"/>
                </a:lnTo>
                <a:lnTo>
                  <a:pt x="830056" y="69018"/>
                </a:lnTo>
                <a:lnTo>
                  <a:pt x="795137" y="68113"/>
                </a:lnTo>
                <a:lnTo>
                  <a:pt x="760219" y="67161"/>
                </a:lnTo>
                <a:lnTo>
                  <a:pt x="725300" y="66161"/>
                </a:lnTo>
                <a:lnTo>
                  <a:pt x="690382" y="65094"/>
                </a:lnTo>
                <a:lnTo>
                  <a:pt x="655472" y="63960"/>
                </a:lnTo>
                <a:lnTo>
                  <a:pt x="620563" y="62760"/>
                </a:lnTo>
                <a:lnTo>
                  <a:pt x="585654" y="61493"/>
                </a:lnTo>
                <a:lnTo>
                  <a:pt x="550745" y="60150"/>
                </a:lnTo>
                <a:lnTo>
                  <a:pt x="515845" y="58722"/>
                </a:lnTo>
                <a:lnTo>
                  <a:pt x="480946" y="57188"/>
                </a:lnTo>
                <a:lnTo>
                  <a:pt x="446056" y="55569"/>
                </a:lnTo>
                <a:lnTo>
                  <a:pt x="411166" y="53835"/>
                </a:lnTo>
                <a:lnTo>
                  <a:pt x="376285" y="51968"/>
                </a:lnTo>
                <a:lnTo>
                  <a:pt x="341414" y="49978"/>
                </a:lnTo>
                <a:lnTo>
                  <a:pt x="306553" y="47815"/>
                </a:lnTo>
                <a:lnTo>
                  <a:pt x="271701" y="45463"/>
                </a:lnTo>
                <a:lnTo>
                  <a:pt x="236858" y="42882"/>
                </a:lnTo>
                <a:lnTo>
                  <a:pt x="202044" y="40034"/>
                </a:lnTo>
                <a:lnTo>
                  <a:pt x="167269" y="36843"/>
                </a:lnTo>
                <a:lnTo>
                  <a:pt x="132521" y="33195"/>
                </a:lnTo>
                <a:lnTo>
                  <a:pt x="97860" y="28908"/>
                </a:lnTo>
                <a:lnTo>
                  <a:pt x="63332" y="23622"/>
                </a:lnTo>
                <a:lnTo>
                  <a:pt x="29175" y="163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57B1334-0B20-4C6C-8BCA-77EBB482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74C1264-F233-449D-AA43-C4AD911E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70218"/>
            <a:ext cx="2331749" cy="1320070"/>
          </a:xfrm>
          <a:custGeom xmlns:a="http://schemas.openxmlformats.org/drawingml/2006/main">
            <a:pathLst>
              <a:path w="2331749" h="1320070">
                <a:moveTo>
                  <a:pt x="0" y="0"/>
                </a:moveTo>
                <a:lnTo>
                  <a:pt x="8030" y="26099"/>
                </a:lnTo>
                <a:lnTo>
                  <a:pt x="16069" y="52207"/>
                </a:lnTo>
                <a:lnTo>
                  <a:pt x="24098" y="78305"/>
                </a:lnTo>
                <a:lnTo>
                  <a:pt x="32128" y="104404"/>
                </a:lnTo>
                <a:lnTo>
                  <a:pt x="40167" y="130512"/>
                </a:lnTo>
                <a:lnTo>
                  <a:pt x="48196" y="156610"/>
                </a:lnTo>
                <a:lnTo>
                  <a:pt x="56226" y="182718"/>
                </a:lnTo>
                <a:lnTo>
                  <a:pt x="64256" y="208817"/>
                </a:lnTo>
                <a:lnTo>
                  <a:pt x="72295" y="234915"/>
                </a:lnTo>
                <a:lnTo>
                  <a:pt x="80324" y="261023"/>
                </a:lnTo>
                <a:lnTo>
                  <a:pt x="88354" y="287122"/>
                </a:lnTo>
                <a:lnTo>
                  <a:pt x="96393" y="313220"/>
                </a:lnTo>
                <a:lnTo>
                  <a:pt x="104423" y="339328"/>
                </a:lnTo>
                <a:lnTo>
                  <a:pt x="112452" y="365427"/>
                </a:lnTo>
                <a:lnTo>
                  <a:pt x="120491" y="391525"/>
                </a:lnTo>
                <a:lnTo>
                  <a:pt x="128521" y="417633"/>
                </a:lnTo>
                <a:lnTo>
                  <a:pt x="136550" y="443732"/>
                </a:lnTo>
                <a:lnTo>
                  <a:pt x="144580" y="469840"/>
                </a:lnTo>
                <a:lnTo>
                  <a:pt x="152619" y="495938"/>
                </a:lnTo>
                <a:lnTo>
                  <a:pt x="160649" y="522037"/>
                </a:lnTo>
                <a:lnTo>
                  <a:pt x="168678" y="548145"/>
                </a:lnTo>
                <a:lnTo>
                  <a:pt x="176717" y="574243"/>
                </a:lnTo>
                <a:lnTo>
                  <a:pt x="184747" y="600342"/>
                </a:lnTo>
                <a:lnTo>
                  <a:pt x="192776" y="626450"/>
                </a:lnTo>
                <a:lnTo>
                  <a:pt x="200816" y="652548"/>
                </a:lnTo>
                <a:lnTo>
                  <a:pt x="208845" y="678647"/>
                </a:lnTo>
                <a:lnTo>
                  <a:pt x="216875" y="704755"/>
                </a:lnTo>
                <a:lnTo>
                  <a:pt x="224904" y="730853"/>
                </a:lnTo>
                <a:lnTo>
                  <a:pt x="232943" y="756961"/>
                </a:lnTo>
                <a:lnTo>
                  <a:pt x="240973" y="783060"/>
                </a:lnTo>
                <a:lnTo>
                  <a:pt x="249003" y="809158"/>
                </a:lnTo>
                <a:lnTo>
                  <a:pt x="257042" y="835266"/>
                </a:lnTo>
                <a:lnTo>
                  <a:pt x="265071" y="861365"/>
                </a:lnTo>
                <a:lnTo>
                  <a:pt x="273101" y="887463"/>
                </a:lnTo>
                <a:lnTo>
                  <a:pt x="281140" y="913571"/>
                </a:lnTo>
                <a:lnTo>
                  <a:pt x="289169" y="939670"/>
                </a:lnTo>
                <a:lnTo>
                  <a:pt x="297199" y="965768"/>
                </a:lnTo>
                <a:lnTo>
                  <a:pt x="305229" y="991876"/>
                </a:lnTo>
                <a:lnTo>
                  <a:pt x="313268" y="1017975"/>
                </a:lnTo>
                <a:lnTo>
                  <a:pt x="321297" y="1044073"/>
                </a:lnTo>
                <a:lnTo>
                  <a:pt x="329327" y="1070181"/>
                </a:lnTo>
                <a:lnTo>
                  <a:pt x="337366" y="1096280"/>
                </a:lnTo>
                <a:lnTo>
                  <a:pt x="345396" y="1122388"/>
                </a:lnTo>
                <a:lnTo>
                  <a:pt x="353425" y="1148486"/>
                </a:lnTo>
                <a:lnTo>
                  <a:pt x="361464" y="1174585"/>
                </a:lnTo>
                <a:lnTo>
                  <a:pt x="369494" y="1200693"/>
                </a:lnTo>
                <a:lnTo>
                  <a:pt x="377523" y="1226791"/>
                </a:lnTo>
                <a:lnTo>
                  <a:pt x="387363" y="1251795"/>
                </a:lnTo>
                <a:lnTo>
                  <a:pt x="411175" y="1264834"/>
                </a:lnTo>
                <a:lnTo>
                  <a:pt x="437264" y="1272873"/>
                </a:lnTo>
                <a:lnTo>
                  <a:pt x="463887" y="1278941"/>
                </a:lnTo>
                <a:lnTo>
                  <a:pt x="490738" y="1283884"/>
                </a:lnTo>
                <a:lnTo>
                  <a:pt x="517731" y="1288066"/>
                </a:lnTo>
                <a:lnTo>
                  <a:pt x="544792" y="1291695"/>
                </a:lnTo>
                <a:lnTo>
                  <a:pt x="571919" y="1294895"/>
                </a:lnTo>
                <a:lnTo>
                  <a:pt x="599075" y="1297743"/>
                </a:lnTo>
                <a:lnTo>
                  <a:pt x="626269" y="1300305"/>
                </a:lnTo>
                <a:lnTo>
                  <a:pt x="653482" y="1302610"/>
                </a:lnTo>
                <a:lnTo>
                  <a:pt x="680714" y="1304706"/>
                </a:lnTo>
                <a:lnTo>
                  <a:pt x="707955" y="1306611"/>
                </a:lnTo>
                <a:lnTo>
                  <a:pt x="735206" y="1308344"/>
                </a:lnTo>
                <a:lnTo>
                  <a:pt x="762476" y="1309926"/>
                </a:lnTo>
                <a:lnTo>
                  <a:pt x="789746" y="1311345"/>
                </a:lnTo>
                <a:lnTo>
                  <a:pt x="817026" y="1312650"/>
                </a:lnTo>
                <a:lnTo>
                  <a:pt x="844306" y="1313821"/>
                </a:lnTo>
                <a:lnTo>
                  <a:pt x="871595" y="1314879"/>
                </a:lnTo>
                <a:lnTo>
                  <a:pt x="898893" y="1315831"/>
                </a:lnTo>
                <a:lnTo>
                  <a:pt x="926192" y="1316669"/>
                </a:lnTo>
                <a:lnTo>
                  <a:pt x="953491" y="1317412"/>
                </a:lnTo>
                <a:lnTo>
                  <a:pt x="980789" y="1318050"/>
                </a:lnTo>
                <a:lnTo>
                  <a:pt x="1008097" y="1318603"/>
                </a:lnTo>
                <a:lnTo>
                  <a:pt x="1035396" y="1319070"/>
                </a:lnTo>
                <a:lnTo>
                  <a:pt x="1062704" y="1319441"/>
                </a:lnTo>
                <a:lnTo>
                  <a:pt x="1090012" y="1319727"/>
                </a:lnTo>
                <a:lnTo>
                  <a:pt x="1117321" y="1319927"/>
                </a:lnTo>
                <a:lnTo>
                  <a:pt x="1144638" y="1320032"/>
                </a:lnTo>
                <a:lnTo>
                  <a:pt x="1171946" y="1320070"/>
                </a:lnTo>
                <a:lnTo>
                  <a:pt x="1199255" y="1320013"/>
                </a:lnTo>
                <a:lnTo>
                  <a:pt x="1226563" y="1319870"/>
                </a:lnTo>
                <a:lnTo>
                  <a:pt x="1253871" y="1319641"/>
                </a:lnTo>
                <a:lnTo>
                  <a:pt x="1281179" y="1319336"/>
                </a:lnTo>
                <a:lnTo>
                  <a:pt x="1308487" y="1318936"/>
                </a:lnTo>
                <a:lnTo>
                  <a:pt x="1335796" y="1318450"/>
                </a:lnTo>
                <a:lnTo>
                  <a:pt x="1363094" y="1317869"/>
                </a:lnTo>
                <a:lnTo>
                  <a:pt x="1390402" y="1317193"/>
                </a:lnTo>
                <a:lnTo>
                  <a:pt x="1417701" y="1316422"/>
                </a:lnTo>
                <a:lnTo>
                  <a:pt x="1444990" y="1315545"/>
                </a:lnTo>
                <a:lnTo>
                  <a:pt x="1472289" y="1314564"/>
                </a:lnTo>
                <a:lnTo>
                  <a:pt x="1499578" y="1313469"/>
                </a:lnTo>
                <a:lnTo>
                  <a:pt x="1526858" y="1312259"/>
                </a:lnTo>
                <a:lnTo>
                  <a:pt x="1554137" y="1310926"/>
                </a:lnTo>
                <a:lnTo>
                  <a:pt x="1581407" y="1309449"/>
                </a:lnTo>
                <a:lnTo>
                  <a:pt x="1608668" y="1307830"/>
                </a:lnTo>
                <a:lnTo>
                  <a:pt x="1635919" y="1306049"/>
                </a:lnTo>
                <a:lnTo>
                  <a:pt x="1663160" y="1304087"/>
                </a:lnTo>
                <a:lnTo>
                  <a:pt x="1690383" y="1301934"/>
                </a:lnTo>
                <a:lnTo>
                  <a:pt x="1717586" y="1299553"/>
                </a:lnTo>
                <a:lnTo>
                  <a:pt x="1744770" y="1296905"/>
                </a:lnTo>
                <a:lnTo>
                  <a:pt x="1771917" y="1293952"/>
                </a:lnTo>
                <a:lnTo>
                  <a:pt x="1799025" y="1290628"/>
                </a:lnTo>
                <a:lnTo>
                  <a:pt x="1826076" y="1286847"/>
                </a:lnTo>
                <a:lnTo>
                  <a:pt x="1853022" y="1282456"/>
                </a:lnTo>
                <a:lnTo>
                  <a:pt x="1879825" y="1277226"/>
                </a:lnTo>
                <a:lnTo>
                  <a:pt x="1906343" y="1270692"/>
                </a:lnTo>
                <a:lnTo>
                  <a:pt x="1932089" y="1261672"/>
                </a:lnTo>
                <a:lnTo>
                  <a:pt x="1952882" y="1244994"/>
                </a:lnTo>
                <a:lnTo>
                  <a:pt x="1960464" y="1218800"/>
                </a:lnTo>
                <a:lnTo>
                  <a:pt x="1968494" y="1192701"/>
                </a:lnTo>
                <a:lnTo>
                  <a:pt x="1976533" y="1166593"/>
                </a:lnTo>
                <a:lnTo>
                  <a:pt x="1984562" y="1140495"/>
                </a:lnTo>
                <a:lnTo>
                  <a:pt x="1992592" y="1114396"/>
                </a:lnTo>
                <a:lnTo>
                  <a:pt x="2000621" y="1088288"/>
                </a:lnTo>
                <a:lnTo>
                  <a:pt x="2008661" y="1062190"/>
                </a:lnTo>
                <a:lnTo>
                  <a:pt x="2016690" y="1036091"/>
                </a:lnTo>
                <a:lnTo>
                  <a:pt x="2024720" y="1009983"/>
                </a:lnTo>
                <a:lnTo>
                  <a:pt x="2032759" y="983885"/>
                </a:lnTo>
                <a:lnTo>
                  <a:pt x="2040788" y="957786"/>
                </a:lnTo>
                <a:lnTo>
                  <a:pt x="2048818" y="931678"/>
                </a:lnTo>
                <a:lnTo>
                  <a:pt x="2056857" y="905580"/>
                </a:lnTo>
                <a:lnTo>
                  <a:pt x="2064887" y="879472"/>
                </a:lnTo>
                <a:lnTo>
                  <a:pt x="2072916" y="853373"/>
                </a:lnTo>
                <a:lnTo>
                  <a:pt x="2080955" y="827275"/>
                </a:lnTo>
                <a:lnTo>
                  <a:pt x="2088985" y="801167"/>
                </a:lnTo>
                <a:lnTo>
                  <a:pt x="2097014" y="775068"/>
                </a:lnTo>
                <a:lnTo>
                  <a:pt x="2105044" y="748970"/>
                </a:lnTo>
                <a:lnTo>
                  <a:pt x="2113083" y="722862"/>
                </a:lnTo>
                <a:lnTo>
                  <a:pt x="2121113" y="696763"/>
                </a:lnTo>
                <a:lnTo>
                  <a:pt x="2129142" y="670665"/>
                </a:lnTo>
                <a:lnTo>
                  <a:pt x="2137181" y="644557"/>
                </a:lnTo>
                <a:lnTo>
                  <a:pt x="2145211" y="618458"/>
                </a:lnTo>
                <a:lnTo>
                  <a:pt x="2153241" y="592350"/>
                </a:lnTo>
                <a:lnTo>
                  <a:pt x="2161280" y="566252"/>
                </a:lnTo>
                <a:lnTo>
                  <a:pt x="2169309" y="540153"/>
                </a:lnTo>
                <a:lnTo>
                  <a:pt x="2177339" y="514045"/>
                </a:lnTo>
                <a:lnTo>
                  <a:pt x="2185368" y="487947"/>
                </a:lnTo>
                <a:lnTo>
                  <a:pt x="2193407" y="461848"/>
                </a:lnTo>
                <a:lnTo>
                  <a:pt x="2201437" y="435740"/>
                </a:lnTo>
                <a:lnTo>
                  <a:pt x="2209467" y="409642"/>
                </a:lnTo>
                <a:lnTo>
                  <a:pt x="2217506" y="383543"/>
                </a:lnTo>
                <a:lnTo>
                  <a:pt x="2225535" y="357435"/>
                </a:lnTo>
                <a:lnTo>
                  <a:pt x="2233565" y="331337"/>
                </a:lnTo>
                <a:lnTo>
                  <a:pt x="2241604" y="305229"/>
                </a:lnTo>
                <a:lnTo>
                  <a:pt x="2249634" y="279130"/>
                </a:lnTo>
                <a:lnTo>
                  <a:pt x="2257663" y="253032"/>
                </a:lnTo>
                <a:lnTo>
                  <a:pt x="2265693" y="226924"/>
                </a:lnTo>
                <a:lnTo>
                  <a:pt x="2273732" y="200825"/>
                </a:lnTo>
                <a:lnTo>
                  <a:pt x="2281761" y="174727"/>
                </a:lnTo>
                <a:lnTo>
                  <a:pt x="2289791" y="148619"/>
                </a:lnTo>
                <a:lnTo>
                  <a:pt x="2297830" y="122520"/>
                </a:lnTo>
                <a:lnTo>
                  <a:pt x="2305860" y="96422"/>
                </a:lnTo>
                <a:lnTo>
                  <a:pt x="2313889" y="70314"/>
                </a:lnTo>
                <a:lnTo>
                  <a:pt x="2321928" y="44215"/>
                </a:lnTo>
                <a:lnTo>
                  <a:pt x="2329958" y="18107"/>
                </a:lnTo>
                <a:lnTo>
                  <a:pt x="2331749" y="7191"/>
                </a:lnTo>
                <a:lnTo>
                  <a:pt x="2307355" y="19060"/>
                </a:lnTo>
                <a:lnTo>
                  <a:pt x="2280961" y="26013"/>
                </a:lnTo>
                <a:lnTo>
                  <a:pt x="2254158" y="31271"/>
                </a:lnTo>
                <a:lnTo>
                  <a:pt x="2227193" y="35576"/>
                </a:lnTo>
                <a:lnTo>
                  <a:pt x="2200132" y="39262"/>
                </a:lnTo>
                <a:lnTo>
                  <a:pt x="2173014" y="42501"/>
                </a:lnTo>
                <a:lnTo>
                  <a:pt x="2145859" y="45396"/>
                </a:lnTo>
                <a:lnTo>
                  <a:pt x="2118674" y="48006"/>
                </a:lnTo>
                <a:lnTo>
                  <a:pt x="2091471" y="50387"/>
                </a:lnTo>
                <a:lnTo>
                  <a:pt x="2064248" y="52578"/>
                </a:lnTo>
                <a:lnTo>
                  <a:pt x="2037017" y="54597"/>
                </a:lnTo>
                <a:lnTo>
                  <a:pt x="2009765" y="56474"/>
                </a:lnTo>
                <a:lnTo>
                  <a:pt x="1982514" y="58207"/>
                </a:lnTo>
                <a:lnTo>
                  <a:pt x="1955254" y="59827"/>
                </a:lnTo>
                <a:lnTo>
                  <a:pt x="1927984" y="61351"/>
                </a:lnTo>
                <a:lnTo>
                  <a:pt x="1900714" y="62770"/>
                </a:lnTo>
                <a:lnTo>
                  <a:pt x="1873434" y="64094"/>
                </a:lnTo>
                <a:lnTo>
                  <a:pt x="1846155" y="65351"/>
                </a:lnTo>
                <a:lnTo>
                  <a:pt x="1818865" y="66523"/>
                </a:lnTo>
                <a:lnTo>
                  <a:pt x="1791576" y="67618"/>
                </a:lnTo>
                <a:lnTo>
                  <a:pt x="1764287" y="68647"/>
                </a:lnTo>
                <a:lnTo>
                  <a:pt x="1736998" y="69609"/>
                </a:lnTo>
                <a:lnTo>
                  <a:pt x="1709699" y="70514"/>
                </a:lnTo>
                <a:lnTo>
                  <a:pt x="1682401" y="71361"/>
                </a:lnTo>
                <a:lnTo>
                  <a:pt x="1655102" y="72152"/>
                </a:lnTo>
                <a:lnTo>
                  <a:pt x="1627803" y="72885"/>
                </a:lnTo>
                <a:lnTo>
                  <a:pt x="1600505" y="73571"/>
                </a:lnTo>
                <a:lnTo>
                  <a:pt x="1573197" y="74209"/>
                </a:lnTo>
                <a:lnTo>
                  <a:pt x="1545898" y="74800"/>
                </a:lnTo>
                <a:lnTo>
                  <a:pt x="1518590" y="75343"/>
                </a:lnTo>
                <a:lnTo>
                  <a:pt x="1491291" y="75838"/>
                </a:lnTo>
                <a:lnTo>
                  <a:pt x="1463983" y="76286"/>
                </a:lnTo>
                <a:lnTo>
                  <a:pt x="1436675" y="76695"/>
                </a:lnTo>
                <a:lnTo>
                  <a:pt x="1409367" y="77067"/>
                </a:lnTo>
                <a:lnTo>
                  <a:pt x="1382058" y="77391"/>
                </a:lnTo>
                <a:lnTo>
                  <a:pt x="1354750" y="77676"/>
                </a:lnTo>
                <a:lnTo>
                  <a:pt x="1327442" y="77924"/>
                </a:lnTo>
                <a:lnTo>
                  <a:pt x="1300134" y="78124"/>
                </a:lnTo>
                <a:lnTo>
                  <a:pt x="1272826" y="78296"/>
                </a:lnTo>
                <a:lnTo>
                  <a:pt x="1245518" y="78419"/>
                </a:lnTo>
                <a:lnTo>
                  <a:pt x="1218200" y="78515"/>
                </a:lnTo>
                <a:lnTo>
                  <a:pt x="1190892" y="78562"/>
                </a:lnTo>
                <a:lnTo>
                  <a:pt x="1163584" y="78581"/>
                </a:lnTo>
                <a:lnTo>
                  <a:pt x="1136275" y="78553"/>
                </a:lnTo>
                <a:lnTo>
                  <a:pt x="1108967" y="78486"/>
                </a:lnTo>
                <a:lnTo>
                  <a:pt x="1081659" y="78391"/>
                </a:lnTo>
                <a:lnTo>
                  <a:pt x="1054341" y="78248"/>
                </a:lnTo>
                <a:lnTo>
                  <a:pt x="1027033" y="78067"/>
                </a:lnTo>
                <a:lnTo>
                  <a:pt x="999725" y="77848"/>
                </a:lnTo>
                <a:lnTo>
                  <a:pt x="972417" y="77591"/>
                </a:lnTo>
                <a:lnTo>
                  <a:pt x="945109" y="77295"/>
                </a:lnTo>
                <a:lnTo>
                  <a:pt x="917800" y="76952"/>
                </a:lnTo>
                <a:lnTo>
                  <a:pt x="890492" y="76571"/>
                </a:lnTo>
                <a:lnTo>
                  <a:pt x="863184" y="76152"/>
                </a:lnTo>
                <a:lnTo>
                  <a:pt x="835885" y="75686"/>
                </a:lnTo>
                <a:lnTo>
                  <a:pt x="808577" y="75171"/>
                </a:lnTo>
                <a:lnTo>
                  <a:pt x="781269" y="74619"/>
                </a:lnTo>
                <a:lnTo>
                  <a:pt x="753970" y="74019"/>
                </a:lnTo>
                <a:lnTo>
                  <a:pt x="726672" y="73362"/>
                </a:lnTo>
                <a:lnTo>
                  <a:pt x="699364" y="72666"/>
                </a:lnTo>
                <a:lnTo>
                  <a:pt x="672065" y="71914"/>
                </a:lnTo>
                <a:lnTo>
                  <a:pt x="644766" y="71104"/>
                </a:lnTo>
                <a:lnTo>
                  <a:pt x="617477" y="70247"/>
                </a:lnTo>
                <a:lnTo>
                  <a:pt x="590179" y="69323"/>
                </a:lnTo>
                <a:lnTo>
                  <a:pt x="562889" y="68342"/>
                </a:lnTo>
                <a:lnTo>
                  <a:pt x="535600" y="67285"/>
                </a:lnTo>
                <a:lnTo>
                  <a:pt x="508311" y="66161"/>
                </a:lnTo>
                <a:lnTo>
                  <a:pt x="481022" y="64970"/>
                </a:lnTo>
                <a:lnTo>
                  <a:pt x="453742" y="63703"/>
                </a:lnTo>
                <a:lnTo>
                  <a:pt x="426472" y="62351"/>
                </a:lnTo>
                <a:lnTo>
                  <a:pt x="399202" y="60893"/>
                </a:lnTo>
                <a:lnTo>
                  <a:pt x="371932" y="59341"/>
                </a:lnTo>
                <a:lnTo>
                  <a:pt x="344672" y="57693"/>
                </a:lnTo>
                <a:lnTo>
                  <a:pt x="317421" y="55912"/>
                </a:lnTo>
                <a:lnTo>
                  <a:pt x="290179" y="53988"/>
                </a:lnTo>
                <a:lnTo>
                  <a:pt x="262947" y="51921"/>
                </a:lnTo>
                <a:lnTo>
                  <a:pt x="235734" y="49682"/>
                </a:lnTo>
                <a:lnTo>
                  <a:pt x="208531" y="47234"/>
                </a:lnTo>
                <a:lnTo>
                  <a:pt x="181356" y="44539"/>
                </a:lnTo>
                <a:lnTo>
                  <a:pt x="154210" y="41548"/>
                </a:lnTo>
                <a:lnTo>
                  <a:pt x="127102" y="38186"/>
                </a:lnTo>
                <a:lnTo>
                  <a:pt x="100070" y="34338"/>
                </a:lnTo>
                <a:lnTo>
                  <a:pt x="73142" y="29785"/>
                </a:lnTo>
                <a:lnTo>
                  <a:pt x="46425" y="24127"/>
                </a:lnTo>
                <a:lnTo>
                  <a:pt x="20288" y="162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6C370273-D279-4097-AED8-0EE964A5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464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B359794-E627-46C2-9523-5052E2D2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92682"/>
            <a:ext cx="1569063" cy="1319965"/>
          </a:xfrm>
          <a:custGeom xmlns:a="http://schemas.openxmlformats.org/drawingml/2006/main">
            <a:pathLst>
              <a:path w="1569063" h="1319965">
                <a:moveTo>
                  <a:pt x="0" y="0"/>
                </a:moveTo>
                <a:lnTo>
                  <a:pt x="5725" y="20441"/>
                </a:lnTo>
                <a:lnTo>
                  <a:pt x="11449" y="40881"/>
                </a:lnTo>
                <a:lnTo>
                  <a:pt x="17174" y="61322"/>
                </a:lnTo>
                <a:lnTo>
                  <a:pt x="22889" y="81763"/>
                </a:lnTo>
                <a:lnTo>
                  <a:pt x="28613" y="102203"/>
                </a:lnTo>
                <a:lnTo>
                  <a:pt x="34338" y="122644"/>
                </a:lnTo>
                <a:lnTo>
                  <a:pt x="40062" y="143085"/>
                </a:lnTo>
                <a:lnTo>
                  <a:pt x="45787" y="163525"/>
                </a:lnTo>
                <a:lnTo>
                  <a:pt x="51511" y="183966"/>
                </a:lnTo>
                <a:lnTo>
                  <a:pt x="57226" y="204407"/>
                </a:lnTo>
                <a:lnTo>
                  <a:pt x="62951" y="224847"/>
                </a:lnTo>
                <a:lnTo>
                  <a:pt x="68675" y="245288"/>
                </a:lnTo>
                <a:lnTo>
                  <a:pt x="74400" y="265728"/>
                </a:lnTo>
                <a:lnTo>
                  <a:pt x="80124" y="286169"/>
                </a:lnTo>
                <a:lnTo>
                  <a:pt x="85849" y="306610"/>
                </a:lnTo>
                <a:lnTo>
                  <a:pt x="91573" y="327050"/>
                </a:lnTo>
                <a:lnTo>
                  <a:pt x="97288" y="347491"/>
                </a:lnTo>
                <a:lnTo>
                  <a:pt x="103013" y="367932"/>
                </a:lnTo>
                <a:lnTo>
                  <a:pt x="108737" y="388372"/>
                </a:lnTo>
                <a:lnTo>
                  <a:pt x="114462" y="408823"/>
                </a:lnTo>
                <a:lnTo>
                  <a:pt x="120186" y="429254"/>
                </a:lnTo>
                <a:lnTo>
                  <a:pt x="125911" y="449704"/>
                </a:lnTo>
                <a:lnTo>
                  <a:pt x="131626" y="470144"/>
                </a:lnTo>
                <a:lnTo>
                  <a:pt x="137351" y="490585"/>
                </a:lnTo>
                <a:lnTo>
                  <a:pt x="143075" y="511026"/>
                </a:lnTo>
                <a:lnTo>
                  <a:pt x="148800" y="531466"/>
                </a:lnTo>
                <a:lnTo>
                  <a:pt x="154524" y="551907"/>
                </a:lnTo>
                <a:lnTo>
                  <a:pt x="160249" y="572348"/>
                </a:lnTo>
                <a:lnTo>
                  <a:pt x="165973" y="592788"/>
                </a:lnTo>
                <a:lnTo>
                  <a:pt x="171688" y="613229"/>
                </a:lnTo>
                <a:lnTo>
                  <a:pt x="177413" y="633670"/>
                </a:lnTo>
                <a:lnTo>
                  <a:pt x="183137" y="654110"/>
                </a:lnTo>
                <a:lnTo>
                  <a:pt x="188862" y="674551"/>
                </a:lnTo>
                <a:lnTo>
                  <a:pt x="194586" y="694992"/>
                </a:lnTo>
                <a:lnTo>
                  <a:pt x="200311" y="715432"/>
                </a:lnTo>
                <a:lnTo>
                  <a:pt x="206026" y="735873"/>
                </a:lnTo>
                <a:lnTo>
                  <a:pt x="211750" y="756314"/>
                </a:lnTo>
                <a:lnTo>
                  <a:pt x="217475" y="776754"/>
                </a:lnTo>
                <a:lnTo>
                  <a:pt x="223199" y="797195"/>
                </a:lnTo>
                <a:lnTo>
                  <a:pt x="228924" y="817636"/>
                </a:lnTo>
                <a:lnTo>
                  <a:pt x="234648" y="838076"/>
                </a:lnTo>
                <a:lnTo>
                  <a:pt x="240373" y="858517"/>
                </a:lnTo>
                <a:lnTo>
                  <a:pt x="246088" y="878957"/>
                </a:lnTo>
                <a:lnTo>
                  <a:pt x="251812" y="899398"/>
                </a:lnTo>
                <a:lnTo>
                  <a:pt x="257537" y="919839"/>
                </a:lnTo>
                <a:lnTo>
                  <a:pt x="263261" y="940279"/>
                </a:lnTo>
                <a:lnTo>
                  <a:pt x="268986" y="960720"/>
                </a:lnTo>
                <a:lnTo>
                  <a:pt x="274711" y="981161"/>
                </a:lnTo>
                <a:lnTo>
                  <a:pt x="280435" y="1001601"/>
                </a:lnTo>
                <a:lnTo>
                  <a:pt x="286150" y="1022042"/>
                </a:lnTo>
                <a:lnTo>
                  <a:pt x="291875" y="1042483"/>
                </a:lnTo>
                <a:lnTo>
                  <a:pt x="297599" y="1062923"/>
                </a:lnTo>
                <a:lnTo>
                  <a:pt x="303324" y="1083364"/>
                </a:lnTo>
                <a:lnTo>
                  <a:pt x="309048" y="1103805"/>
                </a:lnTo>
                <a:lnTo>
                  <a:pt x="314773" y="1124245"/>
                </a:lnTo>
                <a:lnTo>
                  <a:pt x="320488" y="1144686"/>
                </a:lnTo>
                <a:lnTo>
                  <a:pt x="326212" y="1165127"/>
                </a:lnTo>
                <a:lnTo>
                  <a:pt x="331937" y="1185567"/>
                </a:lnTo>
                <a:lnTo>
                  <a:pt x="337661" y="1206008"/>
                </a:lnTo>
                <a:lnTo>
                  <a:pt x="343386" y="1226458"/>
                </a:lnTo>
                <a:lnTo>
                  <a:pt x="348434" y="1247023"/>
                </a:lnTo>
                <a:lnTo>
                  <a:pt x="361617" y="1263196"/>
                </a:lnTo>
                <a:lnTo>
                  <a:pt x="380095" y="1273578"/>
                </a:lnTo>
                <a:lnTo>
                  <a:pt x="399907" y="1281170"/>
                </a:lnTo>
                <a:lnTo>
                  <a:pt x="420253" y="1287189"/>
                </a:lnTo>
                <a:lnTo>
                  <a:pt x="440893" y="1292171"/>
                </a:lnTo>
                <a:lnTo>
                  <a:pt x="461686" y="1296391"/>
                </a:lnTo>
                <a:lnTo>
                  <a:pt x="482603" y="1300029"/>
                </a:lnTo>
                <a:lnTo>
                  <a:pt x="503596" y="1303191"/>
                </a:lnTo>
                <a:lnTo>
                  <a:pt x="524637" y="1305954"/>
                </a:lnTo>
                <a:lnTo>
                  <a:pt x="545725" y="1308383"/>
                </a:lnTo>
                <a:lnTo>
                  <a:pt x="566842" y="1310516"/>
                </a:lnTo>
                <a:lnTo>
                  <a:pt x="587988" y="1312383"/>
                </a:lnTo>
                <a:lnTo>
                  <a:pt x="609152" y="1314002"/>
                </a:lnTo>
                <a:lnTo>
                  <a:pt x="630336" y="1315403"/>
                </a:lnTo>
                <a:lnTo>
                  <a:pt x="651529" y="1316603"/>
                </a:lnTo>
                <a:lnTo>
                  <a:pt x="672732" y="1317603"/>
                </a:lnTo>
                <a:lnTo>
                  <a:pt x="693944" y="1318422"/>
                </a:lnTo>
                <a:lnTo>
                  <a:pt x="715156" y="1319060"/>
                </a:lnTo>
                <a:lnTo>
                  <a:pt x="736378" y="1319527"/>
                </a:lnTo>
                <a:lnTo>
                  <a:pt x="757609" y="1319822"/>
                </a:lnTo>
                <a:lnTo>
                  <a:pt x="778831" y="1319965"/>
                </a:lnTo>
                <a:lnTo>
                  <a:pt x="800062" y="1319936"/>
                </a:lnTo>
                <a:lnTo>
                  <a:pt x="821284" y="1319736"/>
                </a:lnTo>
                <a:lnTo>
                  <a:pt x="842505" y="1319384"/>
                </a:lnTo>
                <a:lnTo>
                  <a:pt x="863727" y="1318851"/>
                </a:lnTo>
                <a:lnTo>
                  <a:pt x="884949" y="1318155"/>
                </a:lnTo>
                <a:lnTo>
                  <a:pt x="906151" y="1317269"/>
                </a:lnTo>
                <a:lnTo>
                  <a:pt x="927354" y="1316203"/>
                </a:lnTo>
                <a:lnTo>
                  <a:pt x="948547" y="1314936"/>
                </a:lnTo>
                <a:lnTo>
                  <a:pt x="969721" y="1313450"/>
                </a:lnTo>
                <a:lnTo>
                  <a:pt x="990876" y="1311745"/>
                </a:lnTo>
                <a:lnTo>
                  <a:pt x="1012012" y="1309802"/>
                </a:lnTo>
                <a:lnTo>
                  <a:pt x="1033120" y="1307563"/>
                </a:lnTo>
                <a:lnTo>
                  <a:pt x="1054198" y="1305020"/>
                </a:lnTo>
                <a:lnTo>
                  <a:pt x="1075220" y="1302125"/>
                </a:lnTo>
                <a:lnTo>
                  <a:pt x="1096185" y="1298810"/>
                </a:lnTo>
                <a:lnTo>
                  <a:pt x="1117063" y="1294981"/>
                </a:lnTo>
                <a:lnTo>
                  <a:pt x="1137818" y="1290514"/>
                </a:lnTo>
                <a:lnTo>
                  <a:pt x="1158373" y="1285218"/>
                </a:lnTo>
                <a:lnTo>
                  <a:pt x="1178576" y="1278722"/>
                </a:lnTo>
                <a:lnTo>
                  <a:pt x="1198064" y="1270340"/>
                </a:lnTo>
                <a:lnTo>
                  <a:pt x="1215523" y="1258405"/>
                </a:lnTo>
                <a:lnTo>
                  <a:pt x="1224334" y="1239707"/>
                </a:lnTo>
                <a:lnTo>
                  <a:pt x="1230058" y="1219267"/>
                </a:lnTo>
                <a:lnTo>
                  <a:pt x="1235783" y="1198826"/>
                </a:lnTo>
                <a:lnTo>
                  <a:pt x="1241508" y="1178385"/>
                </a:lnTo>
                <a:lnTo>
                  <a:pt x="1247232" y="1157945"/>
                </a:lnTo>
                <a:lnTo>
                  <a:pt x="1252957" y="1137504"/>
                </a:lnTo>
                <a:lnTo>
                  <a:pt x="1258681" y="1117063"/>
                </a:lnTo>
                <a:lnTo>
                  <a:pt x="1264396" y="1096623"/>
                </a:lnTo>
                <a:lnTo>
                  <a:pt x="1270121" y="1076182"/>
                </a:lnTo>
                <a:lnTo>
                  <a:pt x="1275845" y="1055741"/>
                </a:lnTo>
                <a:lnTo>
                  <a:pt x="1281570" y="1035301"/>
                </a:lnTo>
                <a:lnTo>
                  <a:pt x="1287294" y="1014860"/>
                </a:lnTo>
                <a:lnTo>
                  <a:pt x="1293019" y="994420"/>
                </a:lnTo>
                <a:lnTo>
                  <a:pt x="1298734" y="973979"/>
                </a:lnTo>
                <a:lnTo>
                  <a:pt x="1304458" y="953538"/>
                </a:lnTo>
                <a:lnTo>
                  <a:pt x="1310183" y="933098"/>
                </a:lnTo>
                <a:lnTo>
                  <a:pt x="1315907" y="912657"/>
                </a:lnTo>
                <a:lnTo>
                  <a:pt x="1321632" y="892216"/>
                </a:lnTo>
                <a:lnTo>
                  <a:pt x="1327356" y="871776"/>
                </a:lnTo>
                <a:lnTo>
                  <a:pt x="1333081" y="851335"/>
                </a:lnTo>
                <a:lnTo>
                  <a:pt x="1338796" y="830894"/>
                </a:lnTo>
                <a:lnTo>
                  <a:pt x="1344520" y="810454"/>
                </a:lnTo>
                <a:lnTo>
                  <a:pt x="1350245" y="790013"/>
                </a:lnTo>
                <a:lnTo>
                  <a:pt x="1355969" y="769572"/>
                </a:lnTo>
                <a:lnTo>
                  <a:pt x="1361694" y="749132"/>
                </a:lnTo>
                <a:lnTo>
                  <a:pt x="1367419" y="728691"/>
                </a:lnTo>
                <a:lnTo>
                  <a:pt x="1373134" y="708250"/>
                </a:lnTo>
                <a:lnTo>
                  <a:pt x="1378858" y="687810"/>
                </a:lnTo>
                <a:lnTo>
                  <a:pt x="1384583" y="667369"/>
                </a:lnTo>
                <a:lnTo>
                  <a:pt x="1390307" y="646928"/>
                </a:lnTo>
                <a:lnTo>
                  <a:pt x="1396032" y="626488"/>
                </a:lnTo>
                <a:lnTo>
                  <a:pt x="1401756" y="606047"/>
                </a:lnTo>
                <a:lnTo>
                  <a:pt x="1407481" y="585607"/>
                </a:lnTo>
                <a:lnTo>
                  <a:pt x="1413196" y="565166"/>
                </a:lnTo>
                <a:lnTo>
                  <a:pt x="1418920" y="544725"/>
                </a:lnTo>
                <a:lnTo>
                  <a:pt x="1424645" y="524285"/>
                </a:lnTo>
                <a:lnTo>
                  <a:pt x="1430369" y="503844"/>
                </a:lnTo>
                <a:lnTo>
                  <a:pt x="1436094" y="483394"/>
                </a:lnTo>
                <a:lnTo>
                  <a:pt x="1441818" y="462953"/>
                </a:lnTo>
                <a:lnTo>
                  <a:pt x="1447533" y="442512"/>
                </a:lnTo>
                <a:lnTo>
                  <a:pt x="1453258" y="422072"/>
                </a:lnTo>
                <a:lnTo>
                  <a:pt x="1458982" y="401631"/>
                </a:lnTo>
                <a:lnTo>
                  <a:pt x="1464707" y="381191"/>
                </a:lnTo>
                <a:lnTo>
                  <a:pt x="1470431" y="360750"/>
                </a:lnTo>
                <a:lnTo>
                  <a:pt x="1476156" y="340309"/>
                </a:lnTo>
                <a:lnTo>
                  <a:pt x="1481880" y="319869"/>
                </a:lnTo>
                <a:lnTo>
                  <a:pt x="1487595" y="299428"/>
                </a:lnTo>
                <a:lnTo>
                  <a:pt x="1493320" y="278987"/>
                </a:lnTo>
                <a:lnTo>
                  <a:pt x="1499045" y="258547"/>
                </a:lnTo>
                <a:lnTo>
                  <a:pt x="1504769" y="238106"/>
                </a:lnTo>
                <a:lnTo>
                  <a:pt x="1510494" y="217665"/>
                </a:lnTo>
                <a:lnTo>
                  <a:pt x="1516218" y="197225"/>
                </a:lnTo>
                <a:lnTo>
                  <a:pt x="1521943" y="176784"/>
                </a:lnTo>
                <a:lnTo>
                  <a:pt x="1527658" y="156343"/>
                </a:lnTo>
                <a:lnTo>
                  <a:pt x="1533382" y="135903"/>
                </a:lnTo>
                <a:lnTo>
                  <a:pt x="1539107" y="115462"/>
                </a:lnTo>
                <a:lnTo>
                  <a:pt x="1544831" y="95021"/>
                </a:lnTo>
                <a:lnTo>
                  <a:pt x="1550556" y="74581"/>
                </a:lnTo>
                <a:lnTo>
                  <a:pt x="1556280" y="54140"/>
                </a:lnTo>
                <a:lnTo>
                  <a:pt x="1561995" y="33699"/>
                </a:lnTo>
                <a:lnTo>
                  <a:pt x="1567720" y="13259"/>
                </a:lnTo>
                <a:lnTo>
                  <a:pt x="1569063" y="6944"/>
                </a:lnTo>
                <a:lnTo>
                  <a:pt x="1552042" y="19260"/>
                </a:lnTo>
                <a:lnTo>
                  <a:pt x="1532220" y="26822"/>
                </a:lnTo>
                <a:lnTo>
                  <a:pt x="1511779" y="32509"/>
                </a:lnTo>
                <a:lnTo>
                  <a:pt x="1491063" y="37157"/>
                </a:lnTo>
                <a:lnTo>
                  <a:pt x="1470212" y="41110"/>
                </a:lnTo>
                <a:lnTo>
                  <a:pt x="1449267" y="44558"/>
                </a:lnTo>
                <a:lnTo>
                  <a:pt x="1428264" y="47625"/>
                </a:lnTo>
                <a:lnTo>
                  <a:pt x="1407214" y="50387"/>
                </a:lnTo>
                <a:lnTo>
                  <a:pt x="1386135" y="52892"/>
                </a:lnTo>
                <a:lnTo>
                  <a:pt x="1365028" y="55178"/>
                </a:lnTo>
                <a:lnTo>
                  <a:pt x="1343911" y="57274"/>
                </a:lnTo>
                <a:lnTo>
                  <a:pt x="1322775" y="59207"/>
                </a:lnTo>
                <a:lnTo>
                  <a:pt x="1301620" y="60998"/>
                </a:lnTo>
                <a:lnTo>
                  <a:pt x="1280455" y="62646"/>
                </a:lnTo>
                <a:lnTo>
                  <a:pt x="1259281" y="64179"/>
                </a:lnTo>
                <a:lnTo>
                  <a:pt x="1238107" y="65618"/>
                </a:lnTo>
                <a:lnTo>
                  <a:pt x="1216924" y="66932"/>
                </a:lnTo>
                <a:lnTo>
                  <a:pt x="1195730" y="68170"/>
                </a:lnTo>
                <a:lnTo>
                  <a:pt x="1174537" y="69313"/>
                </a:lnTo>
                <a:lnTo>
                  <a:pt x="1153335" y="70371"/>
                </a:lnTo>
                <a:lnTo>
                  <a:pt x="1132132" y="71352"/>
                </a:lnTo>
                <a:lnTo>
                  <a:pt x="1110920" y="72266"/>
                </a:lnTo>
                <a:lnTo>
                  <a:pt x="1089708" y="73095"/>
                </a:lnTo>
                <a:lnTo>
                  <a:pt x="1068495" y="73866"/>
                </a:lnTo>
                <a:lnTo>
                  <a:pt x="1047283" y="74571"/>
                </a:lnTo>
                <a:lnTo>
                  <a:pt x="1026062" y="75209"/>
                </a:lnTo>
                <a:lnTo>
                  <a:pt x="1004849" y="75800"/>
                </a:lnTo>
                <a:lnTo>
                  <a:pt x="983628" y="76324"/>
                </a:lnTo>
                <a:lnTo>
                  <a:pt x="962406" y="76781"/>
                </a:lnTo>
                <a:lnTo>
                  <a:pt x="941184" y="77191"/>
                </a:lnTo>
                <a:lnTo>
                  <a:pt x="919953" y="77553"/>
                </a:lnTo>
                <a:lnTo>
                  <a:pt x="898731" y="77848"/>
                </a:lnTo>
                <a:lnTo>
                  <a:pt x="877510" y="78105"/>
                </a:lnTo>
                <a:lnTo>
                  <a:pt x="856278" y="78296"/>
                </a:lnTo>
                <a:lnTo>
                  <a:pt x="835057" y="78438"/>
                </a:lnTo>
                <a:lnTo>
                  <a:pt x="813826" y="78534"/>
                </a:lnTo>
                <a:lnTo>
                  <a:pt x="792604" y="78572"/>
                </a:lnTo>
                <a:lnTo>
                  <a:pt x="771373" y="78562"/>
                </a:lnTo>
                <a:lnTo>
                  <a:pt x="750151" y="78505"/>
                </a:lnTo>
                <a:lnTo>
                  <a:pt x="728920" y="78400"/>
                </a:lnTo>
                <a:lnTo>
                  <a:pt x="707698" y="78229"/>
                </a:lnTo>
                <a:lnTo>
                  <a:pt x="686467" y="78019"/>
                </a:lnTo>
                <a:lnTo>
                  <a:pt x="665245" y="77753"/>
                </a:lnTo>
                <a:lnTo>
                  <a:pt x="644023" y="77429"/>
                </a:lnTo>
                <a:lnTo>
                  <a:pt x="622792" y="77057"/>
                </a:lnTo>
                <a:lnTo>
                  <a:pt x="601570" y="76629"/>
                </a:lnTo>
                <a:lnTo>
                  <a:pt x="580349" y="76143"/>
                </a:lnTo>
                <a:lnTo>
                  <a:pt x="559127" y="75600"/>
                </a:lnTo>
                <a:lnTo>
                  <a:pt x="537915" y="74990"/>
                </a:lnTo>
                <a:lnTo>
                  <a:pt x="516693" y="74333"/>
                </a:lnTo>
                <a:lnTo>
                  <a:pt x="495481" y="73609"/>
                </a:lnTo>
                <a:lnTo>
                  <a:pt x="474269" y="72809"/>
                </a:lnTo>
                <a:lnTo>
                  <a:pt x="453057" y="71952"/>
                </a:lnTo>
                <a:lnTo>
                  <a:pt x="431854" y="71018"/>
                </a:lnTo>
                <a:lnTo>
                  <a:pt x="410651" y="70009"/>
                </a:lnTo>
                <a:lnTo>
                  <a:pt x="389449" y="68913"/>
                </a:lnTo>
                <a:lnTo>
                  <a:pt x="368256" y="67742"/>
                </a:lnTo>
                <a:lnTo>
                  <a:pt x="347072" y="66485"/>
                </a:lnTo>
                <a:lnTo>
                  <a:pt x="325888" y="65122"/>
                </a:lnTo>
                <a:lnTo>
                  <a:pt x="304705" y="63665"/>
                </a:lnTo>
                <a:lnTo>
                  <a:pt x="283540" y="62084"/>
                </a:lnTo>
                <a:lnTo>
                  <a:pt x="262385" y="60379"/>
                </a:lnTo>
                <a:lnTo>
                  <a:pt x="241230" y="58550"/>
                </a:lnTo>
                <a:lnTo>
                  <a:pt x="220104" y="56559"/>
                </a:lnTo>
                <a:lnTo>
                  <a:pt x="198987" y="54397"/>
                </a:lnTo>
                <a:lnTo>
                  <a:pt x="177889" y="52035"/>
                </a:lnTo>
                <a:lnTo>
                  <a:pt x="156820" y="49454"/>
                </a:lnTo>
                <a:lnTo>
                  <a:pt x="135788" y="46587"/>
                </a:lnTo>
                <a:lnTo>
                  <a:pt x="114805" y="43396"/>
                </a:lnTo>
                <a:lnTo>
                  <a:pt x="93888" y="39786"/>
                </a:lnTo>
                <a:lnTo>
                  <a:pt x="73076" y="35614"/>
                </a:lnTo>
                <a:lnTo>
                  <a:pt x="52435" y="30661"/>
                </a:lnTo>
                <a:lnTo>
                  <a:pt x="32147" y="24451"/>
                </a:lnTo>
                <a:lnTo>
                  <a:pt x="12802" y="157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5AFF7C9-B41B-40BE-9027-C4B5C396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82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754722E-1EB7-4380-BD95-4D026BDE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181"/>
          </a:xfrm>
          <a:custGeom xmlns:a="http://schemas.openxmlformats.org/drawingml/2006/main">
            <a:pathLst>
              <a:path w="1733550" h="4264181">
                <a:moveTo>
                  <a:pt x="0" y="0"/>
                </a:moveTo>
                <a:lnTo>
                  <a:pt x="57" y="47920"/>
                </a:lnTo>
                <a:lnTo>
                  <a:pt x="8868" y="95031"/>
                </a:lnTo>
                <a:lnTo>
                  <a:pt x="17678" y="142142"/>
                </a:lnTo>
                <a:lnTo>
                  <a:pt x="26489" y="189252"/>
                </a:lnTo>
                <a:lnTo>
                  <a:pt x="35290" y="236353"/>
                </a:lnTo>
                <a:lnTo>
                  <a:pt x="44101" y="283464"/>
                </a:lnTo>
                <a:lnTo>
                  <a:pt x="52911" y="330575"/>
                </a:lnTo>
                <a:lnTo>
                  <a:pt x="61722" y="377685"/>
                </a:lnTo>
                <a:lnTo>
                  <a:pt x="70533" y="424796"/>
                </a:lnTo>
                <a:lnTo>
                  <a:pt x="79343" y="471907"/>
                </a:lnTo>
                <a:lnTo>
                  <a:pt x="88154" y="519017"/>
                </a:lnTo>
                <a:lnTo>
                  <a:pt x="96965" y="566118"/>
                </a:lnTo>
                <a:lnTo>
                  <a:pt x="105775" y="613229"/>
                </a:lnTo>
                <a:lnTo>
                  <a:pt x="114586" y="660340"/>
                </a:lnTo>
                <a:lnTo>
                  <a:pt x="123396" y="707450"/>
                </a:lnTo>
                <a:lnTo>
                  <a:pt x="132207" y="754561"/>
                </a:lnTo>
                <a:lnTo>
                  <a:pt x="141018" y="801672"/>
                </a:lnTo>
                <a:lnTo>
                  <a:pt x="149819" y="848773"/>
                </a:lnTo>
                <a:lnTo>
                  <a:pt x="158629" y="895883"/>
                </a:lnTo>
                <a:lnTo>
                  <a:pt x="167440" y="942994"/>
                </a:lnTo>
                <a:lnTo>
                  <a:pt x="176251" y="990105"/>
                </a:lnTo>
                <a:lnTo>
                  <a:pt x="185061" y="1037215"/>
                </a:lnTo>
                <a:lnTo>
                  <a:pt x="193872" y="1084326"/>
                </a:lnTo>
                <a:lnTo>
                  <a:pt x="202682" y="1131437"/>
                </a:lnTo>
                <a:lnTo>
                  <a:pt x="211493" y="1178538"/>
                </a:lnTo>
                <a:lnTo>
                  <a:pt x="220304" y="1225648"/>
                </a:lnTo>
                <a:lnTo>
                  <a:pt x="229114" y="1272759"/>
                </a:lnTo>
                <a:lnTo>
                  <a:pt x="237925" y="1319870"/>
                </a:lnTo>
                <a:lnTo>
                  <a:pt x="246736" y="1366980"/>
                </a:lnTo>
                <a:lnTo>
                  <a:pt x="254860" y="1414205"/>
                </a:lnTo>
                <a:lnTo>
                  <a:pt x="262080" y="1461583"/>
                </a:lnTo>
                <a:lnTo>
                  <a:pt x="268919" y="1509017"/>
                </a:lnTo>
                <a:lnTo>
                  <a:pt x="275663" y="1556471"/>
                </a:lnTo>
                <a:lnTo>
                  <a:pt x="282407" y="1603915"/>
                </a:lnTo>
                <a:lnTo>
                  <a:pt x="289160" y="1651359"/>
                </a:lnTo>
                <a:lnTo>
                  <a:pt x="295904" y="1698812"/>
                </a:lnTo>
                <a:lnTo>
                  <a:pt x="302657" y="1746256"/>
                </a:lnTo>
                <a:lnTo>
                  <a:pt x="309401" y="1793710"/>
                </a:lnTo>
                <a:lnTo>
                  <a:pt x="316154" y="1841154"/>
                </a:lnTo>
                <a:lnTo>
                  <a:pt x="322898" y="1888607"/>
                </a:lnTo>
                <a:lnTo>
                  <a:pt x="329641" y="1936052"/>
                </a:lnTo>
                <a:lnTo>
                  <a:pt x="336394" y="1983505"/>
                </a:lnTo>
                <a:lnTo>
                  <a:pt x="343138" y="2030949"/>
                </a:lnTo>
                <a:lnTo>
                  <a:pt x="349891" y="2078403"/>
                </a:lnTo>
                <a:lnTo>
                  <a:pt x="356635" y="2125847"/>
                </a:lnTo>
                <a:lnTo>
                  <a:pt x="363379" y="2173300"/>
                </a:lnTo>
                <a:lnTo>
                  <a:pt x="370132" y="2220744"/>
                </a:lnTo>
                <a:lnTo>
                  <a:pt x="376876" y="2268198"/>
                </a:lnTo>
                <a:lnTo>
                  <a:pt x="383629" y="2315642"/>
                </a:lnTo>
                <a:lnTo>
                  <a:pt x="390373" y="2363095"/>
                </a:lnTo>
                <a:lnTo>
                  <a:pt x="397126" y="2410539"/>
                </a:lnTo>
                <a:lnTo>
                  <a:pt x="403870" y="2457983"/>
                </a:lnTo>
                <a:lnTo>
                  <a:pt x="410613" y="2505437"/>
                </a:lnTo>
                <a:lnTo>
                  <a:pt x="417366" y="2552881"/>
                </a:lnTo>
                <a:lnTo>
                  <a:pt x="424110" y="2600335"/>
                </a:lnTo>
                <a:lnTo>
                  <a:pt x="430863" y="2647779"/>
                </a:lnTo>
                <a:lnTo>
                  <a:pt x="437607" y="2695232"/>
                </a:lnTo>
                <a:lnTo>
                  <a:pt x="444351" y="2742676"/>
                </a:lnTo>
                <a:lnTo>
                  <a:pt x="451104" y="2790130"/>
                </a:lnTo>
                <a:lnTo>
                  <a:pt x="457676" y="2837602"/>
                </a:lnTo>
                <a:lnTo>
                  <a:pt x="464029" y="2885103"/>
                </a:lnTo>
                <a:lnTo>
                  <a:pt x="470287" y="2932614"/>
                </a:lnTo>
                <a:lnTo>
                  <a:pt x="476526" y="2980134"/>
                </a:lnTo>
                <a:lnTo>
                  <a:pt x="482765" y="3027655"/>
                </a:lnTo>
                <a:lnTo>
                  <a:pt x="489014" y="3075175"/>
                </a:lnTo>
                <a:lnTo>
                  <a:pt x="495252" y="3122686"/>
                </a:lnTo>
                <a:lnTo>
                  <a:pt x="501491" y="3170206"/>
                </a:lnTo>
                <a:lnTo>
                  <a:pt x="507730" y="3217726"/>
                </a:lnTo>
                <a:lnTo>
                  <a:pt x="513969" y="3265246"/>
                </a:lnTo>
                <a:lnTo>
                  <a:pt x="520217" y="3312757"/>
                </a:lnTo>
                <a:lnTo>
                  <a:pt x="526456" y="3360277"/>
                </a:lnTo>
                <a:lnTo>
                  <a:pt x="532695" y="3407797"/>
                </a:lnTo>
                <a:lnTo>
                  <a:pt x="538934" y="3455318"/>
                </a:lnTo>
                <a:lnTo>
                  <a:pt x="545182" y="3502828"/>
                </a:lnTo>
                <a:lnTo>
                  <a:pt x="551421" y="3550349"/>
                </a:lnTo>
                <a:lnTo>
                  <a:pt x="538886" y="3581400"/>
                </a:lnTo>
                <a:lnTo>
                  <a:pt x="490966" y="3581400"/>
                </a:lnTo>
                <a:lnTo>
                  <a:pt x="443036" y="3581400"/>
                </a:lnTo>
                <a:lnTo>
                  <a:pt x="395107" y="3581400"/>
                </a:lnTo>
                <a:lnTo>
                  <a:pt x="347186" y="3581400"/>
                </a:lnTo>
                <a:lnTo>
                  <a:pt x="299256" y="3581400"/>
                </a:lnTo>
                <a:lnTo>
                  <a:pt x="251336" y="3581400"/>
                </a:lnTo>
                <a:lnTo>
                  <a:pt x="250841" y="3602117"/>
                </a:lnTo>
                <a:lnTo>
                  <a:pt x="283397" y="3637283"/>
                </a:lnTo>
                <a:lnTo>
                  <a:pt x="315963" y="3672449"/>
                </a:lnTo>
                <a:lnTo>
                  <a:pt x="348529" y="3707606"/>
                </a:lnTo>
                <a:lnTo>
                  <a:pt x="381095" y="3742773"/>
                </a:lnTo>
                <a:lnTo>
                  <a:pt x="413661" y="3777939"/>
                </a:lnTo>
                <a:lnTo>
                  <a:pt x="446227" y="3813096"/>
                </a:lnTo>
                <a:lnTo>
                  <a:pt x="478793" y="3848262"/>
                </a:lnTo>
                <a:lnTo>
                  <a:pt x="511359" y="3883419"/>
                </a:lnTo>
                <a:lnTo>
                  <a:pt x="543916" y="3918585"/>
                </a:lnTo>
                <a:lnTo>
                  <a:pt x="576482" y="3953751"/>
                </a:lnTo>
                <a:lnTo>
                  <a:pt x="609048" y="3988908"/>
                </a:lnTo>
                <a:lnTo>
                  <a:pt x="641614" y="4024074"/>
                </a:lnTo>
                <a:lnTo>
                  <a:pt x="674180" y="4059241"/>
                </a:lnTo>
                <a:lnTo>
                  <a:pt x="706745" y="4094397"/>
                </a:lnTo>
                <a:lnTo>
                  <a:pt x="739311" y="4129564"/>
                </a:lnTo>
                <a:lnTo>
                  <a:pt x="771868" y="4164730"/>
                </a:lnTo>
                <a:lnTo>
                  <a:pt x="804434" y="4199887"/>
                </a:lnTo>
                <a:lnTo>
                  <a:pt x="837000" y="4235053"/>
                </a:lnTo>
                <a:lnTo>
                  <a:pt x="869566" y="4264181"/>
                </a:lnTo>
                <a:lnTo>
                  <a:pt x="902132" y="4229024"/>
                </a:lnTo>
                <a:lnTo>
                  <a:pt x="934698" y="4193858"/>
                </a:lnTo>
                <a:lnTo>
                  <a:pt x="967264" y="4158701"/>
                </a:lnTo>
                <a:lnTo>
                  <a:pt x="999830" y="4123534"/>
                </a:lnTo>
                <a:lnTo>
                  <a:pt x="1032396" y="4088368"/>
                </a:lnTo>
                <a:lnTo>
                  <a:pt x="1064952" y="4053211"/>
                </a:lnTo>
                <a:lnTo>
                  <a:pt x="1097518" y="4018045"/>
                </a:lnTo>
                <a:lnTo>
                  <a:pt x="1130084" y="3982879"/>
                </a:lnTo>
                <a:lnTo>
                  <a:pt x="1162650" y="3947722"/>
                </a:lnTo>
                <a:lnTo>
                  <a:pt x="1195216" y="3912556"/>
                </a:lnTo>
                <a:lnTo>
                  <a:pt x="1227782" y="3877389"/>
                </a:lnTo>
                <a:lnTo>
                  <a:pt x="1260348" y="3842233"/>
                </a:lnTo>
                <a:lnTo>
                  <a:pt x="1292904" y="3807066"/>
                </a:lnTo>
                <a:lnTo>
                  <a:pt x="1325470" y="3771900"/>
                </a:lnTo>
                <a:lnTo>
                  <a:pt x="1358036" y="3736743"/>
                </a:lnTo>
                <a:lnTo>
                  <a:pt x="1390602" y="3701577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73" y="3581400"/>
                </a:lnTo>
                <a:lnTo>
                  <a:pt x="1378144" y="3581400"/>
                </a:lnTo>
                <a:lnTo>
                  <a:pt x="1330223" y="3581400"/>
                </a:lnTo>
                <a:lnTo>
                  <a:pt x="1282294" y="3581400"/>
                </a:lnTo>
                <a:lnTo>
                  <a:pt x="1234373" y="3581400"/>
                </a:lnTo>
                <a:lnTo>
                  <a:pt x="1186444" y="3581400"/>
                </a:lnTo>
                <a:lnTo>
                  <a:pt x="1183205" y="3542205"/>
                </a:lnTo>
                <a:lnTo>
                  <a:pt x="1189444" y="3494684"/>
                </a:lnTo>
                <a:lnTo>
                  <a:pt x="1195683" y="3447164"/>
                </a:lnTo>
                <a:lnTo>
                  <a:pt x="1201922" y="3399644"/>
                </a:lnTo>
                <a:lnTo>
                  <a:pt x="1208161" y="3352133"/>
                </a:lnTo>
                <a:lnTo>
                  <a:pt x="1214409" y="3304613"/>
                </a:lnTo>
                <a:lnTo>
                  <a:pt x="1220648" y="3257093"/>
                </a:lnTo>
                <a:lnTo>
                  <a:pt x="1226887" y="3209573"/>
                </a:lnTo>
                <a:lnTo>
                  <a:pt x="1233126" y="3162062"/>
                </a:lnTo>
                <a:lnTo>
                  <a:pt x="1239374" y="3114542"/>
                </a:lnTo>
                <a:lnTo>
                  <a:pt x="1245613" y="3067021"/>
                </a:lnTo>
                <a:lnTo>
                  <a:pt x="1251852" y="3019511"/>
                </a:lnTo>
                <a:lnTo>
                  <a:pt x="1258091" y="2971991"/>
                </a:lnTo>
                <a:lnTo>
                  <a:pt x="1264339" y="2924470"/>
                </a:lnTo>
                <a:lnTo>
                  <a:pt x="1270616" y="2876960"/>
                </a:lnTo>
                <a:lnTo>
                  <a:pt x="1276969" y="2829458"/>
                </a:lnTo>
                <a:lnTo>
                  <a:pt x="1283608" y="2781995"/>
                </a:lnTo>
                <a:lnTo>
                  <a:pt x="1290352" y="2734542"/>
                </a:lnTo>
                <a:lnTo>
                  <a:pt x="1297095" y="2687098"/>
                </a:lnTo>
                <a:lnTo>
                  <a:pt x="1303849" y="2639644"/>
                </a:lnTo>
                <a:lnTo>
                  <a:pt x="1310592" y="2592200"/>
                </a:lnTo>
                <a:lnTo>
                  <a:pt x="1317346" y="2544747"/>
                </a:lnTo>
                <a:lnTo>
                  <a:pt x="1324089" y="2497303"/>
                </a:lnTo>
                <a:lnTo>
                  <a:pt x="1330843" y="2449849"/>
                </a:lnTo>
                <a:lnTo>
                  <a:pt x="1337586" y="2402405"/>
                </a:lnTo>
                <a:lnTo>
                  <a:pt x="1344330" y="2354951"/>
                </a:lnTo>
                <a:lnTo>
                  <a:pt x="1351083" y="2307507"/>
                </a:lnTo>
                <a:lnTo>
                  <a:pt x="1357827" y="2260054"/>
                </a:lnTo>
                <a:lnTo>
                  <a:pt x="1364580" y="2212610"/>
                </a:lnTo>
                <a:lnTo>
                  <a:pt x="1371324" y="2165156"/>
                </a:lnTo>
                <a:lnTo>
                  <a:pt x="1378067" y="2117712"/>
                </a:lnTo>
                <a:lnTo>
                  <a:pt x="1384821" y="2070259"/>
                </a:lnTo>
                <a:lnTo>
                  <a:pt x="1391564" y="2022815"/>
                </a:lnTo>
                <a:lnTo>
                  <a:pt x="1398318" y="1975371"/>
                </a:lnTo>
                <a:lnTo>
                  <a:pt x="1405061" y="1927917"/>
                </a:lnTo>
                <a:lnTo>
                  <a:pt x="1411805" y="1880473"/>
                </a:lnTo>
                <a:lnTo>
                  <a:pt x="1418558" y="1833020"/>
                </a:lnTo>
                <a:lnTo>
                  <a:pt x="1425302" y="1785576"/>
                </a:lnTo>
                <a:lnTo>
                  <a:pt x="1432055" y="1738122"/>
                </a:lnTo>
                <a:lnTo>
                  <a:pt x="1438799" y="1690678"/>
                </a:lnTo>
                <a:lnTo>
                  <a:pt x="1445552" y="1643224"/>
                </a:lnTo>
                <a:lnTo>
                  <a:pt x="1452296" y="1595780"/>
                </a:lnTo>
                <a:lnTo>
                  <a:pt x="1459040" y="1548327"/>
                </a:lnTo>
                <a:lnTo>
                  <a:pt x="1465793" y="1500883"/>
                </a:lnTo>
                <a:lnTo>
                  <a:pt x="1472708" y="1453458"/>
                </a:lnTo>
                <a:lnTo>
                  <a:pt x="1479928" y="1406081"/>
                </a:lnTo>
                <a:lnTo>
                  <a:pt x="1488329" y="1358903"/>
                </a:lnTo>
                <a:lnTo>
                  <a:pt x="1497140" y="1311793"/>
                </a:lnTo>
                <a:lnTo>
                  <a:pt x="1505950" y="1264682"/>
                </a:lnTo>
                <a:lnTo>
                  <a:pt x="1514761" y="1217571"/>
                </a:lnTo>
                <a:lnTo>
                  <a:pt x="1523571" y="1170461"/>
                </a:lnTo>
                <a:lnTo>
                  <a:pt x="1532382" y="1123350"/>
                </a:lnTo>
                <a:lnTo>
                  <a:pt x="1541193" y="1076249"/>
                </a:lnTo>
                <a:lnTo>
                  <a:pt x="1549994" y="1029138"/>
                </a:lnTo>
                <a:lnTo>
                  <a:pt x="1558804" y="982028"/>
                </a:lnTo>
                <a:lnTo>
                  <a:pt x="1567615" y="934917"/>
                </a:lnTo>
                <a:lnTo>
                  <a:pt x="1576426" y="887806"/>
                </a:lnTo>
                <a:lnTo>
                  <a:pt x="1585236" y="840696"/>
                </a:lnTo>
                <a:lnTo>
                  <a:pt x="1594047" y="793594"/>
                </a:lnTo>
                <a:lnTo>
                  <a:pt x="1602857" y="746484"/>
                </a:lnTo>
                <a:lnTo>
                  <a:pt x="1611668" y="699373"/>
                </a:lnTo>
                <a:lnTo>
                  <a:pt x="1620479" y="652262"/>
                </a:lnTo>
                <a:lnTo>
                  <a:pt x="1629289" y="605152"/>
                </a:lnTo>
                <a:lnTo>
                  <a:pt x="1638100" y="558041"/>
                </a:lnTo>
                <a:lnTo>
                  <a:pt x="1646911" y="510931"/>
                </a:lnTo>
                <a:lnTo>
                  <a:pt x="1655721" y="463829"/>
                </a:lnTo>
                <a:lnTo>
                  <a:pt x="1664522" y="416719"/>
                </a:lnTo>
                <a:lnTo>
                  <a:pt x="1673333" y="369608"/>
                </a:lnTo>
                <a:lnTo>
                  <a:pt x="1682144" y="322497"/>
                </a:lnTo>
                <a:lnTo>
                  <a:pt x="1690954" y="275387"/>
                </a:lnTo>
                <a:lnTo>
                  <a:pt x="1699765" y="228276"/>
                </a:lnTo>
                <a:lnTo>
                  <a:pt x="1708575" y="181166"/>
                </a:lnTo>
                <a:lnTo>
                  <a:pt x="1717386" y="134064"/>
                </a:lnTo>
                <a:lnTo>
                  <a:pt x="1726197" y="86954"/>
                </a:lnTo>
                <a:lnTo>
                  <a:pt x="1733550" y="39710"/>
                </a:lnTo>
                <a:lnTo>
                  <a:pt x="1725330" y="0"/>
                </a:lnTo>
                <a:lnTo>
                  <a:pt x="1677410" y="0"/>
                </a:lnTo>
                <a:lnTo>
                  <a:pt x="1629480" y="0"/>
                </a:lnTo>
                <a:lnTo>
                  <a:pt x="1581550" y="0"/>
                </a:lnTo>
                <a:lnTo>
                  <a:pt x="1533630" y="0"/>
                </a:lnTo>
                <a:lnTo>
                  <a:pt x="1485700" y="0"/>
                </a:lnTo>
                <a:lnTo>
                  <a:pt x="1437780" y="0"/>
                </a:lnTo>
                <a:lnTo>
                  <a:pt x="1389850" y="0"/>
                </a:lnTo>
                <a:lnTo>
                  <a:pt x="1341930" y="0"/>
                </a:lnTo>
                <a:lnTo>
                  <a:pt x="1294000" y="0"/>
                </a:lnTo>
                <a:lnTo>
                  <a:pt x="1246070" y="0"/>
                </a:lnTo>
                <a:lnTo>
                  <a:pt x="1198150" y="0"/>
                </a:lnTo>
                <a:lnTo>
                  <a:pt x="1150220" y="0"/>
                </a:lnTo>
                <a:lnTo>
                  <a:pt x="1102300" y="0"/>
                </a:lnTo>
                <a:lnTo>
                  <a:pt x="1054370" y="0"/>
                </a:lnTo>
                <a:lnTo>
                  <a:pt x="1006440" y="0"/>
                </a:lnTo>
                <a:lnTo>
                  <a:pt x="958520" y="0"/>
                </a:lnTo>
                <a:lnTo>
                  <a:pt x="910590" y="0"/>
                </a:lnTo>
                <a:lnTo>
                  <a:pt x="862670" y="0"/>
                </a:lnTo>
                <a:lnTo>
                  <a:pt x="814740" y="0"/>
                </a:lnTo>
                <a:lnTo>
                  <a:pt x="766810" y="0"/>
                </a:lnTo>
                <a:lnTo>
                  <a:pt x="718890" y="0"/>
                </a:lnTo>
                <a:lnTo>
                  <a:pt x="670960" y="0"/>
                </a:lnTo>
                <a:lnTo>
                  <a:pt x="623040" y="0"/>
                </a:lnTo>
                <a:lnTo>
                  <a:pt x="575110" y="0"/>
                </a:lnTo>
                <a:lnTo>
                  <a:pt x="527190" y="0"/>
                </a:lnTo>
                <a:lnTo>
                  <a:pt x="479260" y="0"/>
                </a:lnTo>
                <a:lnTo>
                  <a:pt x="431330" y="0"/>
                </a:lnTo>
                <a:lnTo>
                  <a:pt x="383410" y="0"/>
                </a:lnTo>
                <a:lnTo>
                  <a:pt x="335480" y="0"/>
                </a:lnTo>
                <a:lnTo>
                  <a:pt x="287560" y="0"/>
                </a:lnTo>
                <a:lnTo>
                  <a:pt x="239630" y="0"/>
                </a:lnTo>
                <a:lnTo>
                  <a:pt x="19170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331F60B-C990-441A-9965-CF6DD514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93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3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AB2BC0D5-0627-4F95-8D18-D2AC9958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435123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4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C3D6FF38-1EF1-4DBC-9D27-9B82A68F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77320"/>
            <a:ext cx="28575" cy="11156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79D1A372-687D-4300-8CA5-7E773389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130323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6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9C7B2FF0-BE8E-4206-8ACE-12EAA52B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19913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17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B6338F17-F792-4318-B456-9ED19A7D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43763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18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4DB450A-B2E8-401C-BA2E-7F5CB930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32099"/>
            <a:ext cx="228600" cy="2978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19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714D5A14-8D67-48B3-B059-330A2CB6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4721123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0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C5106EB6-6F44-40AA-B1DF-04BF7993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678736"/>
            <a:ext cx="28575" cy="20846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9B33066A-79C1-4569-840D-3DE2FF33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416323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2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685493B9-99D6-4AAA-BB51-C2C4D496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405913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3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D67EE25B-B9F7-4A66-B589-FD91DB42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29763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2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8E60D05-96E5-4FEB-915D-701A3933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382736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2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61F9925C-B623-4B5B-AD9A-18ECBE2B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3805238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2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3070E4A5-3CA8-493F-A59F-2FBF3CA4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22758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</p:spTree>
    <p:extLst>
      <p:ext uri="{BB962C8B-B14F-4D97-AF65-F5344CB8AC3E}">
        <p14:creationId xmlns:p14="http://schemas.microsoft.com/office/powerpoint/2010/main" val="8758168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504AD15-BE75-4CC3-9568-D579A657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87218704-F4E7-46EA-8DE0-49650192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6FFED24-03C9-4026-90A9-0A92B022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2B74BB4E-C6FE-47A7-9D31-A0F4CD55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3A10D87-9A77-4AE8-8F2F-E654E634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3BC34C4-BABD-4C62-9572-597520FE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a64943c9c4ffc">
            <a:extLst>
              <a:ext uri="{96DAC541-7B7A-43D3-8B79-37D633B846F1}">
                <asvg:svgBlip xmlns:asvg="http://schemas.microsoft.com/office/drawing/2016/SVG/main" r:embed="R27e6dcd7f1e941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214E9E0-E653-43E2-B2A9-A7637CD7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C8783077-2905-4146-A3D3-2F491E2F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EF01D74-FD5B-4611-BF94-FBECBFB0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9d9f3a2f34d57">
            <a:extLst>
              <a:ext uri="{96DAC541-7B7A-43D3-8B79-37D633B846F1}">
                <asvg:svgBlip xmlns:asvg="http://schemas.microsoft.com/office/drawing/2016/SVG/main" r:embed="R1937f8e9e97543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E8A6281-159F-49CF-904F-C50061EE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ACCEEE4E-8E8C-4549-AE82-27894D5A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F6F0E8F-5157-4D0E-83DC-8D853CC9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2c3759d71403a">
            <a:extLst>
              <a:ext uri="{96DAC541-7B7A-43D3-8B79-37D633B846F1}">
                <asvg:svgBlip xmlns:asvg="http://schemas.microsoft.com/office/drawing/2016/SVG/main" r:embed="R144deef1897649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13526B93-9F04-4F76-ADC4-EEBE1594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978808FF-A80A-49CB-BFB1-D006FD2B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12461DD-0BAA-4D65-8714-50D247CC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9a6d661ca454b">
            <a:extLst>
              <a:ext uri="{96DAC541-7B7A-43D3-8B79-37D633B846F1}">
                <asvg:svgBlip xmlns:asvg="http://schemas.microsoft.com/office/drawing/2016/SVG/main" r:embed="Rf52dd0be51c34a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1256B4A1-EE44-4EBE-8ABF-DD633227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D83B720-C9DC-4951-BCE3-11C83CCB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BE0899CB-44A0-4CFF-BA8B-2523C809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CAF488CA-112E-4604-A547-D78201D3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B96E5F8A-3D2B-4BED-8730-E0AB4A9E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F842FE1-0B25-41C7-80D2-C36D8D21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71883c5264c6d">
            <a:extLst>
              <a:ext uri="{96DAC541-7B7A-43D3-8B79-37D633B846F1}">
                <asvg:svgBlip xmlns:asvg="http://schemas.microsoft.com/office/drawing/2016/SVG/main" r:embed="R8f6a80ebd7154e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43BF7A0-B30D-446B-ABAA-4EFB9223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288C64D-CC4A-43DE-847F-036FB466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518C1D7B-83F2-4C33-873C-5FC71EC0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36902dd774cae">
            <a:extLst>
              <a:ext uri="{96DAC541-7B7A-43D3-8B79-37D633B846F1}">
                <asvg:svgBlip xmlns:asvg="http://schemas.microsoft.com/office/drawing/2016/SVG/main" r:embed="R6a3fe2572bb848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493F9E02-2F88-437F-9A19-0BFEF64A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6190D9F3-CCB8-45F7-82D9-369F5501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69869C6D-9DE4-4233-B12F-516E7E42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5A258CB8-2A97-4800-8708-C6F73C6D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97CC13EA-40CC-43D1-8417-30A66CCE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F602DF57-C9A2-45F8-BEC7-8A141051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15AFD6F-AB89-4DF2-99D1-2376E92B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FDEC43B-DB9D-4AC4-9B66-73F6E672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31651D0-29B6-4A65-97E4-CFD837C4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B581268-BE3C-4426-B5CC-992DD7D8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5910491-FB9B-478F-994A-8714A6C6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74A87BD6-3D5F-45B5-B63E-3D7DA20B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D023ED99-47B2-4252-8EE0-A119E8CD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B2A6904-C180-4D0B-A051-C96DE880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EECB8DA-A911-4D73-B825-52394341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7e114e7044c50">
            <a:extLst>
              <a:ext uri="{96DAC541-7B7A-43D3-8B79-37D633B846F1}">
                <asvg:svgBlip xmlns:asvg="http://schemas.microsoft.com/office/drawing/2016/SVG/main" r:embed="Re85ec43efa7a4f8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447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5134BD0-552B-4147-AD70-115AA9BD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14B91D8F-D5DA-42FA-B989-35E24559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A74745E-D674-4194-9674-63C5D96F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41AD3A26-8E93-4077-BB1B-CA38C255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D344667D-5EFD-4700-92D7-9F742513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A7EB6932-611B-46CC-A23E-B5B56AAA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25427e89a4820">
            <a:extLst>
              <a:ext uri="{96DAC541-7B7A-43D3-8B79-37D633B846F1}">
                <asvg:svgBlip xmlns:asvg="http://schemas.microsoft.com/office/drawing/2016/SVG/main" r:embed="R43227117121e45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AE3BEEA7-062E-43B3-BECB-0A10D7AD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B02285ED-47AA-49B7-8877-E44AA3A2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BE1D39F7-C6DC-4956-87B0-A7DE179C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a8b6652d643cc">
            <a:extLst>
              <a:ext uri="{96DAC541-7B7A-43D3-8B79-37D633B846F1}">
                <asvg:svgBlip xmlns:asvg="http://schemas.microsoft.com/office/drawing/2016/SVG/main" r:embed="R4dd3dd9ebdc84e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3259418E-7E7C-46C3-8611-BE0E7D90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3282C7D-3150-4A3C-B1DA-DAACCE6C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9D2BA8A-2AA6-425A-8266-21187147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ff1c0e7e348f9">
            <a:extLst>
              <a:ext uri="{96DAC541-7B7A-43D3-8B79-37D633B846F1}">
                <asvg:svgBlip xmlns:asvg="http://schemas.microsoft.com/office/drawing/2016/SVG/main" r:embed="Ra5e7e5efc3e646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B0C5CD3C-4D78-440D-8704-CC15EFE5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93BABD3-034D-4106-9FD9-8DD3CD5E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BCAECF3-3F15-4146-B326-448B4A5B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203d6b44b4aef">
            <a:extLst>
              <a:ext uri="{96DAC541-7B7A-43D3-8B79-37D633B846F1}">
                <asvg:svgBlip xmlns:asvg="http://schemas.microsoft.com/office/drawing/2016/SVG/main" r:embed="Raf5cd17e779041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1490EBE8-9745-4D09-B072-B3ADA03C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D1422ED-1EAB-471D-BD0B-120C44FF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5F1CB2F-FD21-4E5C-8276-BF2D4D8F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7D72FA1-A0BC-4E3F-B01D-AE6BFB63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1AB54A1-3F5E-4DA7-9A57-30B50ED7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6366D3A-0F67-4F52-A9F2-9766D745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86c25fb794537">
            <a:extLst>
              <a:ext uri="{96DAC541-7B7A-43D3-8B79-37D633B846F1}">
                <asvg:svgBlip xmlns:asvg="http://schemas.microsoft.com/office/drawing/2016/SVG/main" r:embed="R342cedabce894ff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4B479199-A2C9-4A13-A125-E53A143A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963084CE-C17E-4521-B1E8-98B11FCA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5C217D7-7EBA-41A7-9077-5C1EF907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008f8caa94bcc">
            <a:extLst>
              <a:ext uri="{96DAC541-7B7A-43D3-8B79-37D633B846F1}">
                <asvg:svgBlip xmlns:asvg="http://schemas.microsoft.com/office/drawing/2016/SVG/main" r:embed="R7ef3d47b96b246b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692192C-0584-44AB-9218-C7A45B16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3C50D0BD-9976-431F-89BA-BB9A166D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6A68AFC-3FD9-4056-B999-1EBF7648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9187414-3620-4771-923E-67F4EA34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9DCA39F-02B7-4385-AAA7-0F61AB92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6BBB1AA-D26D-4202-BD7F-8E6EB455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B39A2BF-0E0D-4814-9A71-B0153E7A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3EB6660-0737-4AD9-A05B-686135DF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D3A96A4C-93D4-4A6E-9656-61DF2189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C7C06F5-C18D-4454-9E46-E796B1F5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4E14E0A-D346-4F91-AAF1-65BBD82E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50F9F07-2FC0-4288-953B-EF8BFE4F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304B0DAE-CE7B-4B36-A3C3-651FB0B7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ED0BDD3-5FF8-4B50-A818-3558CC39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603F1F44-9FA9-4233-BAA6-8E867670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d3e0f6c12d499b">
            <a:extLst>
              <a:ext uri="{96DAC541-7B7A-43D3-8B79-37D633B846F1}">
                <asvg:svgBlip xmlns:asvg="http://schemas.microsoft.com/office/drawing/2016/SVG/main" r:embed="R2400729e2f0e4d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785697B9-D026-4844-92A7-A69DD476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4e5b1dbff64c16">
            <a:extLst>
              <a:ext uri="{96DAC541-7B7A-43D3-8B79-37D633B846F1}">
                <asvg:svgBlip xmlns:asvg="http://schemas.microsoft.com/office/drawing/2016/SVG/main" r:embed="R41a2d3dc2ef647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9161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77273D4B-0063-4EFD-BF6C-5BEEBF15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B7A334B3-182F-4FB6-98D5-ED154E99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9C6A66D1-86F9-4337-A716-82E64254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832E5020-B0E6-494B-8375-191EA401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6BB6BB47-AE63-40BA-AE1C-44391ACB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5366C1BF-49BD-47C1-840C-8F84B2B0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c12923fdce4c7d">
            <a:extLst>
              <a:ext uri="{96DAC541-7B7A-43D3-8B79-37D633B846F1}">
                <asvg:svgBlip xmlns:asvg="http://schemas.microsoft.com/office/drawing/2016/SVG/main" r:embed="R3f95b8683d6940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AF98860-3BCC-4A9E-8613-A0F11661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1F9C2306-3D3E-42B6-A3E3-DC46A949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07FC218-1FF3-4A36-B5B0-5A7E418B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8ca36b8d7a4b07">
            <a:extLst>
              <a:ext uri="{96DAC541-7B7A-43D3-8B79-37D633B846F1}">
                <asvg:svgBlip xmlns:asvg="http://schemas.microsoft.com/office/drawing/2016/SVG/main" r:embed="R9b272ef099ab42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94D83441-7197-446D-BCCF-BFDFC1B0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E8E520C-3BC5-4D22-9085-C24571D6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ABEAB53F-34BA-4DA1-ADE3-7E61C37B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6abfd6c174ff8">
            <a:extLst>
              <a:ext uri="{96DAC541-7B7A-43D3-8B79-37D633B846F1}">
                <asvg:svgBlip xmlns:asvg="http://schemas.microsoft.com/office/drawing/2016/SVG/main" r:embed="R603b93aef34449f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0A3EA2FE-DDFD-41E2-A70C-6804F21C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0F37BDB8-C8A5-4E0F-BF78-36FC6284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A094678-82CB-4AED-9661-21EB0FE2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9a0129a8643ce">
            <a:extLst>
              <a:ext uri="{96DAC541-7B7A-43D3-8B79-37D633B846F1}">
                <asvg:svgBlip xmlns:asvg="http://schemas.microsoft.com/office/drawing/2016/SVG/main" r:embed="Re0b5f0bba4ad449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0B13FCB9-D578-445D-91F2-AD8A31A0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192F0B53-294E-40F3-B4A2-F9BC20C3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5DAB0285-EF6D-4CA8-8AD5-C2B10772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8D4C0299-B77A-4C5C-BBE0-B0632FC6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B429C370-CD52-4708-979B-B95064A6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23217AFC-DBFB-4A79-9FFB-1D9A8AA8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4b02e2fab424d">
            <a:extLst>
              <a:ext uri="{96DAC541-7B7A-43D3-8B79-37D633B846F1}">
                <asvg:svgBlip xmlns:asvg="http://schemas.microsoft.com/office/drawing/2016/SVG/main" r:embed="R722a37311a3a49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35D99203-D696-43F1-90B3-8152051C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C7C17C45-F463-4AE1-A552-6917299A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E8109EAB-CC15-4534-AD9D-F380FB2B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0eb44ab30642d2">
            <a:extLst>
              <a:ext uri="{96DAC541-7B7A-43D3-8B79-37D633B846F1}">
                <asvg:svgBlip xmlns:asvg="http://schemas.microsoft.com/office/drawing/2016/SVG/main" r:embed="Rc68a2362a1c646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216809B3-374E-43B8-9088-C6B6347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9A7038F7-0D6C-43AB-82A4-D64EB630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BE5F478-973C-487D-88A0-943D41C3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82EDA03C-1205-4EBF-B791-257A5B65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15C2C67-5A35-441F-93B3-5B2DDF3F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4ECAA2E-CAC1-4A7E-A819-8DCCC3F4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927F7EC-8DD6-4109-9250-B6BC8EBC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76A56E2-ED2F-40DF-996E-D6A04327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3494255-1532-4EC0-BB9D-64DF11F9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FC3838BD-F21A-48A4-B46B-EAE1E018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1E9856AD-86FA-42E8-A5F7-5971D310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ED6505B-CF2D-4214-9A70-126C83DB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B28B8EA-5C85-4745-91BA-252714DB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8069FED6-B0AA-4BEF-BAB7-16ADDBB1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4B937D73-1F10-40D2-9209-C371FADC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1218cff6b482b">
            <a:extLst>
              <a:ext uri="{96DAC541-7B7A-43D3-8B79-37D633B846F1}">
                <asvg:svgBlip xmlns:asvg="http://schemas.microsoft.com/office/drawing/2016/SVG/main" r:embed="Rdf0ce0e9d14b49a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472D96C2-9DD2-4029-8784-AF381CD0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e23de40034082">
            <a:extLst>
              <a:ext uri="{96DAC541-7B7A-43D3-8B79-37D633B846F1}">
                <asvg:svgBlip xmlns:asvg="http://schemas.microsoft.com/office/drawing/2016/SVG/main" r:embed="R0213a5b1ec214e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083DC60A-C4A6-4EBA-9E2D-F34C8F83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4fd694ca24134">
            <a:extLst>
              <a:ext uri="{96DAC541-7B7A-43D3-8B79-37D633B846F1}">
                <asvg:svgBlip xmlns:asvg="http://schemas.microsoft.com/office/drawing/2016/SVG/main" r:embed="Rda9c5938e9894c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3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E1CB306-7425-4F2A-8CDF-B8A723DC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E4DB27E4-8D2B-4E07-838F-8E615229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D0FA5D7-F7D6-42D0-A49D-FEA951B2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B166914D-D3AD-4588-A850-3BA41A0D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2B30E78-1EB4-4794-AB5C-9C52BD59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8396F30-C5F5-4332-8C5A-DF335B7A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12a9f91db450d">
            <a:extLst>
              <a:ext uri="{96DAC541-7B7A-43D3-8B79-37D633B846F1}">
                <asvg:svgBlip xmlns:asvg="http://schemas.microsoft.com/office/drawing/2016/SVG/main" r:embed="R094a8ec0c0c64ef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F6F49EF0-5445-4DE0-B7B2-0FC1ECF3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88CA599-49B5-484A-BBEF-ED88861C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A9A4941-EF65-4856-A9FC-00B0C42A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f0616175040ff">
            <a:extLst>
              <a:ext uri="{96DAC541-7B7A-43D3-8B79-37D633B846F1}">
                <asvg:svgBlip xmlns:asvg="http://schemas.microsoft.com/office/drawing/2016/SVG/main" r:embed="R57706e405324419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B5495D2-19B6-476E-A5F9-2E2B28B9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7DF7508-CAE0-4236-B49E-51A9B0F4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154493D-D27D-4D70-B4DA-51BE6619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408b4fb7343f5">
            <a:extLst>
              <a:ext uri="{96DAC541-7B7A-43D3-8B79-37D633B846F1}">
                <asvg:svgBlip xmlns:asvg="http://schemas.microsoft.com/office/drawing/2016/SVG/main" r:embed="R581d4e1aa16e4a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5E0BA0C1-BDE3-49E8-A140-DD8DA461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24BF06BF-9EF1-46DB-9358-5DCE1532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CF5B1F2-2C73-4C8A-8BE7-913A3884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0ea48851c49b8">
            <a:extLst>
              <a:ext uri="{96DAC541-7B7A-43D3-8B79-37D633B846F1}">
                <asvg:svgBlip xmlns:asvg="http://schemas.microsoft.com/office/drawing/2016/SVG/main" r:embed="R552bcc362cf84f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9B219465-2406-4189-A11D-33210657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2F038B7-27F5-4FAB-8A60-1FD0ADA2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2381062-227B-42BD-9571-46F8CF60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4A6FC8C-86D7-44E7-B9D7-17365D81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B3E8D0F9-E03B-4F02-9CB3-547F1C48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B9F259A-A00B-4A70-963D-50593221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53c37a01e44e3">
            <a:extLst>
              <a:ext uri="{96DAC541-7B7A-43D3-8B79-37D633B846F1}">
                <asvg:svgBlip xmlns:asvg="http://schemas.microsoft.com/office/drawing/2016/SVG/main" r:embed="R03bd55ef8d534b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49690A98-14D3-4247-B3D4-AE3A763E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AF4C9AD-0B8E-43B3-B847-EE1BE71F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E09735F3-9791-4DA4-B83C-E5D704BC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2bb059186548ad">
            <a:extLst>
              <a:ext uri="{96DAC541-7B7A-43D3-8B79-37D633B846F1}">
                <asvg:svgBlip xmlns:asvg="http://schemas.microsoft.com/office/drawing/2016/SVG/main" r:embed="Rc9b772856d2845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0DE57DD-3C59-4707-9A00-320AB7FB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77EFFD7D-C4AD-4BA0-A7E1-100BCDBC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A26C8A9-3BB6-4766-9636-956FCDCE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D446969-145A-44E1-9C35-9733CF0F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0A7D6ED6-4068-4240-9E69-47401E14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73A11E5-6381-4000-A681-66EBDE61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0539F8AA-ED85-418E-8348-787B5FBC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4CDBBC2-63DA-42B9-878E-C0C9FDDC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BE3AEB6-81B7-4592-ABC9-55B75B6B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2A25C5B-85F6-468D-B4F4-883DC9AD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DFB30DC-1DFC-4F51-8F24-E27EDA95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FB83DC24-9C0C-4D65-AA79-A6A749E7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22EA1AC-5221-4473-AE22-D5EFD88F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D1D46D5-0791-48C3-A557-ED73AB31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347798E4-076D-4EAA-8938-8E856955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e9aae379fd4a7b">
            <a:extLst>
              <a:ext uri="{96DAC541-7B7A-43D3-8B79-37D633B846F1}">
                <asvg:svgBlip xmlns:asvg="http://schemas.microsoft.com/office/drawing/2016/SVG/main" r:embed="R9e51159d0f9248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05F8A7D9-A83C-49ED-9177-AE712071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d35081470b4f1a">
            <a:extLst>
              <a:ext uri="{96DAC541-7B7A-43D3-8B79-37D633B846F1}">
                <asvg:svgBlip xmlns:asvg="http://schemas.microsoft.com/office/drawing/2016/SVG/main" r:embed="Rfe7be9dca22a43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84E3033-4678-44C2-9E7E-DAC0BB3C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f2fe297a324828">
            <a:extLst>
              <a:ext uri="{96DAC541-7B7A-43D3-8B79-37D633B846F1}">
                <asvg:svgBlip xmlns:asvg="http://schemas.microsoft.com/office/drawing/2016/SVG/main" r:embed="R7ea7265f639c42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682426EC-107A-4B72-8F01-888D114E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e3b3832064438">
            <a:extLst>
              <a:ext uri="{96DAC541-7B7A-43D3-8B79-37D633B846F1}">
                <asvg:svgBlip xmlns:asvg="http://schemas.microsoft.com/office/drawing/2016/SVG/main" r:embed="Ra9f19c4b2b8a47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4659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F4C3754-2CC4-4780-9230-419817BB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FFF262F-76CE-4D6C-A9A5-0617D99A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3B6C4D70-CCE1-4B69-87DA-F19CCEE1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8EFCDDE4-AAEF-4953-99C9-88A45B36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3D2DEA9-5EFA-4EBC-AFE7-E2A70001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2BF160B-646C-42C5-AC16-9200DD34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6d695104040b0">
            <a:extLst>
              <a:ext uri="{96DAC541-7B7A-43D3-8B79-37D633B846F1}">
                <asvg:svgBlip xmlns:asvg="http://schemas.microsoft.com/office/drawing/2016/SVG/main" r:embed="R571bb68a4b8b49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D2E12E45-6152-4331-BD88-9B04EBF5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7450510-5400-43A1-AF83-3978FF88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FFCBF005-3BB4-439B-A331-657A2B00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16b2de6fd43d1">
            <a:extLst>
              <a:ext uri="{96DAC541-7B7A-43D3-8B79-37D633B846F1}">
                <asvg:svgBlip xmlns:asvg="http://schemas.microsoft.com/office/drawing/2016/SVG/main" r:embed="R6c63bb70a2594c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4E00BD13-AE03-4D4C-87DC-214CDDCE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B98BD1B-51CC-4888-8F38-54573CCE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7C3D8D1-95AA-4B0C-B9A5-37C16FAA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654cf7e2004f66">
            <a:extLst>
              <a:ext uri="{96DAC541-7B7A-43D3-8B79-37D633B846F1}">
                <asvg:svgBlip xmlns:asvg="http://schemas.microsoft.com/office/drawing/2016/SVG/main" r:embed="Rdef07a2fc84c49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27A3049D-F5E8-417D-A16E-063FA945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F1E66A31-C411-4E3B-BB3B-16E8E3D0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F90C680-B8DB-48B4-A5DF-9D8A6474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cac3cb85340d9">
            <a:extLst>
              <a:ext uri="{96DAC541-7B7A-43D3-8B79-37D633B846F1}">
                <asvg:svgBlip xmlns:asvg="http://schemas.microsoft.com/office/drawing/2016/SVG/main" r:embed="R5a4c9ab3ec58418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12BFBE5-0B7F-47AA-8987-AD177CF3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0E40FED-8EF8-4643-A16E-58D4559E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0B6417E-860E-40B9-A466-88A196CC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92A3368-DE91-425A-B398-E37D5D87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FBB70ED-62D1-496E-973B-32DAEC56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B8B4DAFC-AAE2-4C91-94A6-88ACC0EA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46e50afb4c43f2">
            <a:extLst>
              <a:ext uri="{96DAC541-7B7A-43D3-8B79-37D633B846F1}">
                <asvg:svgBlip xmlns:asvg="http://schemas.microsoft.com/office/drawing/2016/SVG/main" r:embed="R98471c79c7f248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085C9748-A574-4EBC-91A6-63B17AB0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7E7A1FFB-0110-46BA-B926-6308AAA7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05F41D9-A930-4A48-81BA-FE33E55A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a0c8c82a641c4">
            <a:extLst>
              <a:ext uri="{96DAC541-7B7A-43D3-8B79-37D633B846F1}">
                <asvg:svgBlip xmlns:asvg="http://schemas.microsoft.com/office/drawing/2016/SVG/main" r:embed="R2b6a63ffee7448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3FB19B36-706D-4D6A-88BB-0BB32172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C538841-BDCE-4B7E-A101-550B8533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245327D5-C854-465B-B226-FDEAD172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A217F1D2-C850-4BEE-A11D-4BCB0CE2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4941428-9F2E-42B1-8302-ADEF0A34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6F7E7800-F0CD-4F7D-B554-B35CCF3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2656192-75CA-4230-817E-4326E2E2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28B2ED5-56CD-4D66-B6B1-0ED01D06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09B74E29-A33D-49B1-89AF-FB718DAA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08D09E2-298C-468C-BDE5-B7A0438B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62C32EB-C67B-4465-83F3-8CD84B52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4A85DFF-9B31-4E3F-847B-AB701630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50D0BDA-F74B-4362-9208-31E16F3E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C1004767-C0AE-4E95-B905-888E029B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270EB7A3-D6F1-4E5D-976C-34494C76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95e36c2344e4c">
            <a:extLst>
              <a:ext uri="{96DAC541-7B7A-43D3-8B79-37D633B846F1}">
                <asvg:svgBlip xmlns:asvg="http://schemas.microsoft.com/office/drawing/2016/SVG/main" r:embed="Rb5524f1052904d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9EED47FA-6B0F-4DC2-AA17-2DF65059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143b176ce4fe3">
            <a:extLst>
              <a:ext uri="{96DAC541-7B7A-43D3-8B79-37D633B846F1}">
                <asvg:svgBlip xmlns:asvg="http://schemas.microsoft.com/office/drawing/2016/SVG/main" r:embed="Rbdb89e207ced4e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00614728-E3C5-40E3-8570-B180C4D4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02577ebec44fb">
            <a:extLst>
              <a:ext uri="{96DAC541-7B7A-43D3-8B79-37D633B846F1}">
                <asvg:svgBlip xmlns:asvg="http://schemas.microsoft.com/office/drawing/2016/SVG/main" r:embed="Rfca0fdaa41cc44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C8BF2A78-7E55-4EE9-A8C0-5E4CFDF5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8207495df4193">
            <a:extLst>
              <a:ext uri="{96DAC541-7B7A-43D3-8B79-37D633B846F1}">
                <asvg:svgBlip xmlns:asvg="http://schemas.microsoft.com/office/drawing/2016/SVG/main" r:embed="R5d55e709983546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D4981BDD-D4FC-4B3C-87C9-092BF283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97fdb57b54815">
            <a:extLst>
              <a:ext uri="{96DAC541-7B7A-43D3-8B79-37D633B846F1}">
                <asvg:svgBlip xmlns:asvg="http://schemas.microsoft.com/office/drawing/2016/SVG/main" r:embed="R903ace913c1a4b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86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3D892937-23F2-46A9-9C76-48002228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B91FEEF-3228-42AB-98E1-5FA42F6D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0E36FB7-5663-422B-BBB6-FDAB5A50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CE65E8F-D1DC-4367-B312-A8C7D5A4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C3E2D5A-1222-4B82-A8D4-0ED15DC2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C5C628B-E484-4C54-8675-34FE62E4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bd03b75694185">
            <a:extLst>
              <a:ext uri="{96DAC541-7B7A-43D3-8B79-37D633B846F1}">
                <asvg:svgBlip xmlns:asvg="http://schemas.microsoft.com/office/drawing/2016/SVG/main" r:embed="R6bbacfd862e548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936EC43B-4904-4C1C-ACA4-D1196A1C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BD95313-E446-4415-83F1-80DC8FA3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1006D4D3-2213-49BD-A97A-1A756AAF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d6b10be29492f">
            <a:extLst>
              <a:ext uri="{96DAC541-7B7A-43D3-8B79-37D633B846F1}">
                <asvg:svgBlip xmlns:asvg="http://schemas.microsoft.com/office/drawing/2016/SVG/main" r:embed="Rc7279781fa56439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E8CAA5B-692C-4C0B-A495-F0AC969D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BF810E7-C13F-4215-B373-FBAB973F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3890A72-2156-4AEE-8FD2-67E5F27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03f1f271d4f10">
            <a:extLst>
              <a:ext uri="{96DAC541-7B7A-43D3-8B79-37D633B846F1}">
                <asvg:svgBlip xmlns:asvg="http://schemas.microsoft.com/office/drawing/2016/SVG/main" r:embed="R30301d2313fc4d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2BFE0612-0AE8-4E17-89D5-4E984C75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32E22E7-89AA-44F6-A200-62E93AAB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74715A9-7F14-41E7-AA7F-F617C5CA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fd2e307d394814">
            <a:extLst>
              <a:ext uri="{96DAC541-7B7A-43D3-8B79-37D633B846F1}">
                <asvg:svgBlip xmlns:asvg="http://schemas.microsoft.com/office/drawing/2016/SVG/main" r:embed="R73976ea477db4a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A7C5886D-9B95-49C6-BE88-D5E9A18D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65D9D1D8-CE74-4E0C-91C1-11B16740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540A373-2E6E-48F3-A867-54345BEA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5F0561A-1E59-49CE-8C59-949F826A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481FA38-8867-40A4-9C61-269A3762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2A263C40-7CE7-42FF-9407-6692F99B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38815cb6b44e0">
            <a:extLst>
              <a:ext uri="{96DAC541-7B7A-43D3-8B79-37D633B846F1}">
                <asvg:svgBlip xmlns:asvg="http://schemas.microsoft.com/office/drawing/2016/SVG/main" r:embed="Rf3c78fdc3fd64b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26E273E-E3A7-4B5B-9C9C-96AD8F30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D9EF5C2-30C3-4BDB-A621-A59944E6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1E9A93D2-9198-4290-8DD9-57CB79B2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b06bf31ec466c">
            <a:extLst>
              <a:ext uri="{96DAC541-7B7A-43D3-8B79-37D633B846F1}">
                <asvg:svgBlip xmlns:asvg="http://schemas.microsoft.com/office/drawing/2016/SVG/main" r:embed="R3c05d96329aa46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FAD9DE96-4175-49F7-9419-D3E38CEB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7EF3150-F4E2-4FC0-84F6-BF761B9C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0A880052-C5BD-4E25-A8D2-024F7C3C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F64138E8-A23C-4981-A713-48F5079C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68D18B85-93DA-463B-95A7-64B09F9E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5E6BD52-0389-4207-BE38-178E525D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8ED9656A-47BC-42A1-B3B1-DA7A4A32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5DB41E3D-AAFE-4197-B2ED-2672274F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4E9CB4A-6EC2-4F03-B311-D91CE7D3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94EDFB0-C350-4A4C-811E-E9A0E200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F14A40B-D9C7-4691-8CDC-2FF17B44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F8AC55A9-6997-4E1B-81F9-777CC4CB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4A77820-A947-45A6-A38D-B06596D0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891BB61-A700-4FB1-B6EA-36EBF44A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F1B537F-5FB2-439B-AF62-600B976D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7cfe1e6b14f06">
            <a:extLst>
              <a:ext uri="{96DAC541-7B7A-43D3-8B79-37D633B846F1}">
                <asvg:svgBlip xmlns:asvg="http://schemas.microsoft.com/office/drawing/2016/SVG/main" r:embed="Ra1ee4523810b406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D94A046-54EF-47F0-84F3-7BD2E5E1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721be114b4bcb">
            <a:extLst>
              <a:ext uri="{96DAC541-7B7A-43D3-8B79-37D633B846F1}">
                <asvg:svgBlip xmlns:asvg="http://schemas.microsoft.com/office/drawing/2016/SVG/main" r:embed="Rb60f811a8b3f40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62C8934-5B34-4994-BEE8-72EBE16F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194a444034f1c">
            <a:extLst>
              <a:ext uri="{96DAC541-7B7A-43D3-8B79-37D633B846F1}">
                <asvg:svgBlip xmlns:asvg="http://schemas.microsoft.com/office/drawing/2016/SVG/main" r:embed="R99087b269e214fa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2AC5211E-A8DF-4852-87CA-7084FB6A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b3dda3360425b">
            <a:extLst>
              <a:ext uri="{96DAC541-7B7A-43D3-8B79-37D633B846F1}">
                <asvg:svgBlip xmlns:asvg="http://schemas.microsoft.com/office/drawing/2016/SVG/main" r:embed="R5820787ae6e44a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A00B18AA-3299-413C-95D6-5C9B59DD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71e1f5eb3444a">
            <a:extLst>
              <a:ext uri="{96DAC541-7B7A-43D3-8B79-37D633B846F1}">
                <asvg:svgBlip xmlns:asvg="http://schemas.microsoft.com/office/drawing/2016/SVG/main" r:embed="R84619d26013c48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F004C89E-6E04-4968-8C4E-B1AB544B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567d10c5f4286">
            <a:extLst>
              <a:ext uri="{96DAC541-7B7A-43D3-8B79-37D633B846F1}">
                <asvg:svgBlip xmlns:asvg="http://schemas.microsoft.com/office/drawing/2016/SVG/main" r:embed="R88d115464fd44a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888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CAE83DB-664C-4342-8665-2CC97C22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8CF94676-DAE9-4576-809D-6937DDC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8322326-165A-4CF1-A38D-138DC9FC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A9C9D2CC-855F-4283-B0BC-FC3C9E35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19E74F4-7C02-42B7-8A35-31D31CCA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52E8CF2E-F2CC-4850-B1DE-1DE86CA7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2881e86474fe7">
            <a:extLst>
              <a:ext uri="{96DAC541-7B7A-43D3-8B79-37D633B846F1}">
                <asvg:svgBlip xmlns:asvg="http://schemas.microsoft.com/office/drawing/2016/SVG/main" r:embed="R6e6debf8eaae4d4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CD6ECDC1-0FD5-4073-8242-D2517A38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1B81DB30-2C3F-439A-A355-890A5EA6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4E65C4DC-911C-47D1-AC14-F58338E9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e3fec427f84019">
            <a:extLst>
              <a:ext uri="{96DAC541-7B7A-43D3-8B79-37D633B846F1}">
                <asvg:svgBlip xmlns:asvg="http://schemas.microsoft.com/office/drawing/2016/SVG/main" r:embed="R316eae768a724c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A4FF2575-C664-4FB4-9E0D-77983095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BCF00EC-3485-4B3F-94A8-866F6A85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6F635F5-2790-44F3-AB6B-E8D74959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0cf81303d4de7">
            <a:extLst>
              <a:ext uri="{96DAC541-7B7A-43D3-8B79-37D633B846F1}">
                <asvg:svgBlip xmlns:asvg="http://schemas.microsoft.com/office/drawing/2016/SVG/main" r:embed="Re430ca278e5e49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748BDB11-5DA6-44A6-A38D-413D31B3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C187D45-CE73-45DD-9119-03434D8E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A76896A-EC8C-4CCE-B405-28741416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f421d67b147da">
            <a:extLst>
              <a:ext uri="{96DAC541-7B7A-43D3-8B79-37D633B846F1}">
                <asvg:svgBlip xmlns:asvg="http://schemas.microsoft.com/office/drawing/2016/SVG/main" r:embed="R8b038d859e9b4b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B9E7D7F-DF93-4790-ACC6-DAA5DC31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2745416-C87D-4987-BD6E-2B9A8C7D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BE010F59-D31F-45D7-B44C-63857509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C479A5F-3A6B-490F-95A9-EF0E6C44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B1872D68-AFD3-4103-AC24-74491F8D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64AF6F77-05D4-4580-9146-41B27CDB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d9598befc4397">
            <a:extLst>
              <a:ext uri="{96DAC541-7B7A-43D3-8B79-37D633B846F1}">
                <asvg:svgBlip xmlns:asvg="http://schemas.microsoft.com/office/drawing/2016/SVG/main" r:embed="Ra1e9a58bcaaa48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3E90729-A71D-4A2A-BEA2-C9005204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4B3CCC69-2280-4B70-B34A-F589D4B2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71293801-42F3-4819-A7A9-D2D71055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0ef1c33f14c50">
            <a:extLst>
              <a:ext uri="{96DAC541-7B7A-43D3-8B79-37D633B846F1}">
                <asvg:svgBlip xmlns:asvg="http://schemas.microsoft.com/office/drawing/2016/SVG/main" r:embed="Rcf2a0910dbe54f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F2E4EE1-7824-4A7A-A369-0F78F716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DACB1C10-6E30-43B9-81F2-7BAE147F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9102E198-BB29-4E49-B926-5D5630A9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8A48B031-8A8C-4425-AA9C-3AC1AB0B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8527F24-E842-48D9-AB4C-4571644C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9584BCE-A565-4839-9D53-9070D0E3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90EB0EC-2524-4229-923D-4944273E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EEAFA26D-86CB-4400-8F6C-7925AC55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FBD66CD-42F2-4635-A92E-A0582073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D2E0B24-89DD-4095-B09A-359402F7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C2762763-5439-47B2-8639-BC76385E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69B4318-6DBF-4203-8C82-C63BD201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9B8BAF7-2933-4BB0-A844-CF88F038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36196F90-A748-44B7-B793-9C1D5E15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47CEFCC-10B3-40E3-BA59-BB61E85E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8edb87f7f4641">
            <a:extLst>
              <a:ext uri="{96DAC541-7B7A-43D3-8B79-37D633B846F1}">
                <asvg:svgBlip xmlns:asvg="http://schemas.microsoft.com/office/drawing/2016/SVG/main" r:embed="Rdc5b2143790943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E4FB1F33-EA62-4D31-BB7F-589CCF0A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ed476bd254afa">
            <a:extLst>
              <a:ext uri="{96DAC541-7B7A-43D3-8B79-37D633B846F1}">
                <asvg:svgBlip xmlns:asvg="http://schemas.microsoft.com/office/drawing/2016/SVG/main" r:embed="Rf84c889ead7045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DC32B81-98E4-49B0-9C17-3F060E14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605a7c0424415">
            <a:extLst>
              <a:ext uri="{96DAC541-7B7A-43D3-8B79-37D633B846F1}">
                <asvg:svgBlip xmlns:asvg="http://schemas.microsoft.com/office/drawing/2016/SVG/main" r:embed="Ra05811603a8549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248E1C46-2CB2-45BD-83D1-A971673B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106c4bc754d25">
            <a:extLst>
              <a:ext uri="{96DAC541-7B7A-43D3-8B79-37D633B846F1}">
                <asvg:svgBlip xmlns:asvg="http://schemas.microsoft.com/office/drawing/2016/SVG/main" r:embed="R77aa7d51e2264e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05FF04E5-B7C0-4EA4-ACA5-79E84339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a0e1eceae4b25">
            <a:extLst>
              <a:ext uri="{96DAC541-7B7A-43D3-8B79-37D633B846F1}">
                <asvg:svgBlip xmlns:asvg="http://schemas.microsoft.com/office/drawing/2016/SVG/main" r:embed="R5b8de38147c94f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E6236B52-27A3-40C1-A4FB-0A7EA61C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cf6f2ca1fe4d90">
            <a:extLst>
              <a:ext uri="{96DAC541-7B7A-43D3-8B79-37D633B846F1}">
                <asvg:svgBlip xmlns:asvg="http://schemas.microsoft.com/office/drawing/2016/SVG/main" r:embed="R10dfd6d3a06f47b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85AE2F55-A1D8-47DD-A5A3-46BE9CE3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371cbc798464d">
            <a:extLst>
              <a:ext uri="{96DAC541-7B7A-43D3-8B79-37D633B846F1}">
                <asvg:svgBlip xmlns:asvg="http://schemas.microsoft.com/office/drawing/2016/SVG/main" r:embed="Rea3f00d891c0491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8294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C02C0BF-E50C-47B1-B96F-AEA6A001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93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C06ED3C-0D52-434F-ABA2-494EE0D5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32099"/>
            <a:ext cx="11144250" cy="14223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6B355A37-060E-4765-8478-D47A24FA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4448"/>
            <a:ext cx="11144250" cy="15556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380A06FD-C766-4210-8B8C-A6339E76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93342"/>
          </a:xfrm>
          <a:custGeom xmlns:a="http://schemas.openxmlformats.org/drawingml/2006/main">
            <a:pathLst>
              <a:path w="514350" h="1593342">
                <a:moveTo>
                  <a:pt x="0" y="0"/>
                </a:moveTo>
                <a:lnTo>
                  <a:pt x="18983" y="0"/>
                </a:lnTo>
                <a:lnTo>
                  <a:pt x="37957" y="0"/>
                </a:lnTo>
                <a:lnTo>
                  <a:pt x="56940" y="0"/>
                </a:lnTo>
                <a:lnTo>
                  <a:pt x="75914" y="0"/>
                </a:lnTo>
                <a:lnTo>
                  <a:pt x="94898" y="0"/>
                </a:lnTo>
                <a:lnTo>
                  <a:pt x="113881" y="0"/>
                </a:lnTo>
                <a:lnTo>
                  <a:pt x="132855" y="0"/>
                </a:lnTo>
                <a:lnTo>
                  <a:pt x="151838" y="0"/>
                </a:lnTo>
                <a:lnTo>
                  <a:pt x="170812" y="0"/>
                </a:lnTo>
                <a:lnTo>
                  <a:pt x="189795" y="0"/>
                </a:lnTo>
                <a:lnTo>
                  <a:pt x="208778" y="0"/>
                </a:lnTo>
                <a:lnTo>
                  <a:pt x="227752" y="0"/>
                </a:lnTo>
                <a:lnTo>
                  <a:pt x="246736" y="0"/>
                </a:lnTo>
                <a:lnTo>
                  <a:pt x="265719" y="0"/>
                </a:lnTo>
                <a:lnTo>
                  <a:pt x="284693" y="0"/>
                </a:lnTo>
                <a:lnTo>
                  <a:pt x="303676" y="0"/>
                </a:lnTo>
                <a:lnTo>
                  <a:pt x="322650" y="0"/>
                </a:lnTo>
                <a:lnTo>
                  <a:pt x="341633" y="0"/>
                </a:lnTo>
                <a:lnTo>
                  <a:pt x="360617" y="0"/>
                </a:lnTo>
                <a:lnTo>
                  <a:pt x="379590" y="0"/>
                </a:lnTo>
                <a:lnTo>
                  <a:pt x="398574" y="0"/>
                </a:lnTo>
                <a:lnTo>
                  <a:pt x="417547" y="0"/>
                </a:lnTo>
                <a:lnTo>
                  <a:pt x="436531" y="0"/>
                </a:lnTo>
                <a:lnTo>
                  <a:pt x="455514" y="0"/>
                </a:lnTo>
                <a:lnTo>
                  <a:pt x="474488" y="0"/>
                </a:lnTo>
                <a:lnTo>
                  <a:pt x="493471" y="0"/>
                </a:lnTo>
                <a:lnTo>
                  <a:pt x="512445" y="0"/>
                </a:lnTo>
                <a:lnTo>
                  <a:pt x="514350" y="17078"/>
                </a:lnTo>
                <a:lnTo>
                  <a:pt x="514350" y="36062"/>
                </a:lnTo>
                <a:lnTo>
                  <a:pt x="514350" y="55035"/>
                </a:lnTo>
                <a:lnTo>
                  <a:pt x="514350" y="74019"/>
                </a:lnTo>
                <a:lnTo>
                  <a:pt x="514350" y="92993"/>
                </a:lnTo>
                <a:lnTo>
                  <a:pt x="514350" y="111976"/>
                </a:lnTo>
                <a:lnTo>
                  <a:pt x="514350" y="130950"/>
                </a:lnTo>
                <a:lnTo>
                  <a:pt x="514350" y="149933"/>
                </a:lnTo>
                <a:lnTo>
                  <a:pt x="514350" y="168907"/>
                </a:lnTo>
                <a:lnTo>
                  <a:pt x="514350" y="187890"/>
                </a:lnTo>
                <a:lnTo>
                  <a:pt x="514350" y="206864"/>
                </a:lnTo>
                <a:lnTo>
                  <a:pt x="514350" y="225847"/>
                </a:lnTo>
                <a:lnTo>
                  <a:pt x="514350" y="244831"/>
                </a:lnTo>
                <a:lnTo>
                  <a:pt x="514350" y="263804"/>
                </a:lnTo>
                <a:lnTo>
                  <a:pt x="514350" y="282788"/>
                </a:lnTo>
                <a:lnTo>
                  <a:pt x="514350" y="301762"/>
                </a:lnTo>
                <a:lnTo>
                  <a:pt x="514350" y="320745"/>
                </a:lnTo>
                <a:lnTo>
                  <a:pt x="514350" y="339719"/>
                </a:lnTo>
                <a:lnTo>
                  <a:pt x="514350" y="358702"/>
                </a:lnTo>
                <a:lnTo>
                  <a:pt x="514350" y="377676"/>
                </a:lnTo>
                <a:lnTo>
                  <a:pt x="514350" y="396659"/>
                </a:lnTo>
                <a:lnTo>
                  <a:pt x="514350" y="415633"/>
                </a:lnTo>
                <a:lnTo>
                  <a:pt x="514350" y="434616"/>
                </a:lnTo>
                <a:lnTo>
                  <a:pt x="514350" y="453600"/>
                </a:lnTo>
                <a:lnTo>
                  <a:pt x="514350" y="472573"/>
                </a:lnTo>
                <a:lnTo>
                  <a:pt x="514350" y="491557"/>
                </a:lnTo>
                <a:lnTo>
                  <a:pt x="514350" y="510530"/>
                </a:lnTo>
                <a:lnTo>
                  <a:pt x="514350" y="529514"/>
                </a:lnTo>
                <a:lnTo>
                  <a:pt x="514350" y="548488"/>
                </a:lnTo>
                <a:lnTo>
                  <a:pt x="514350" y="567471"/>
                </a:lnTo>
                <a:lnTo>
                  <a:pt x="514350" y="586445"/>
                </a:lnTo>
                <a:lnTo>
                  <a:pt x="514350" y="605428"/>
                </a:lnTo>
                <a:lnTo>
                  <a:pt x="514350" y="624402"/>
                </a:lnTo>
                <a:lnTo>
                  <a:pt x="514350" y="643385"/>
                </a:lnTo>
                <a:lnTo>
                  <a:pt x="514350" y="662369"/>
                </a:lnTo>
                <a:lnTo>
                  <a:pt x="514350" y="681342"/>
                </a:lnTo>
                <a:lnTo>
                  <a:pt x="514350" y="700326"/>
                </a:lnTo>
                <a:lnTo>
                  <a:pt x="514350" y="719299"/>
                </a:lnTo>
                <a:lnTo>
                  <a:pt x="514350" y="738283"/>
                </a:lnTo>
                <a:lnTo>
                  <a:pt x="514350" y="757257"/>
                </a:lnTo>
                <a:lnTo>
                  <a:pt x="514350" y="776240"/>
                </a:lnTo>
                <a:lnTo>
                  <a:pt x="514350" y="795214"/>
                </a:lnTo>
                <a:lnTo>
                  <a:pt x="514350" y="814197"/>
                </a:lnTo>
                <a:lnTo>
                  <a:pt x="514350" y="833171"/>
                </a:lnTo>
                <a:lnTo>
                  <a:pt x="514350" y="852154"/>
                </a:lnTo>
                <a:lnTo>
                  <a:pt x="514350" y="871137"/>
                </a:lnTo>
                <a:lnTo>
                  <a:pt x="514350" y="890111"/>
                </a:lnTo>
                <a:lnTo>
                  <a:pt x="514350" y="909095"/>
                </a:lnTo>
                <a:lnTo>
                  <a:pt x="514350" y="928068"/>
                </a:lnTo>
                <a:lnTo>
                  <a:pt x="514350" y="947052"/>
                </a:lnTo>
                <a:lnTo>
                  <a:pt x="514350" y="966026"/>
                </a:lnTo>
                <a:lnTo>
                  <a:pt x="514350" y="985009"/>
                </a:lnTo>
                <a:lnTo>
                  <a:pt x="514350" y="1003983"/>
                </a:lnTo>
                <a:lnTo>
                  <a:pt x="514350" y="1022966"/>
                </a:lnTo>
                <a:lnTo>
                  <a:pt x="514350" y="1041949"/>
                </a:lnTo>
                <a:lnTo>
                  <a:pt x="514350" y="1060923"/>
                </a:lnTo>
                <a:lnTo>
                  <a:pt x="514350" y="1079906"/>
                </a:lnTo>
                <a:lnTo>
                  <a:pt x="514350" y="1098880"/>
                </a:lnTo>
                <a:lnTo>
                  <a:pt x="514350" y="1117864"/>
                </a:lnTo>
                <a:lnTo>
                  <a:pt x="514350" y="1136837"/>
                </a:lnTo>
                <a:lnTo>
                  <a:pt x="514350" y="1155821"/>
                </a:lnTo>
                <a:lnTo>
                  <a:pt x="514350" y="1174794"/>
                </a:lnTo>
                <a:lnTo>
                  <a:pt x="514350" y="1193778"/>
                </a:lnTo>
                <a:lnTo>
                  <a:pt x="514350" y="1212752"/>
                </a:lnTo>
                <a:lnTo>
                  <a:pt x="514350" y="1231735"/>
                </a:lnTo>
                <a:lnTo>
                  <a:pt x="514350" y="1250718"/>
                </a:lnTo>
                <a:lnTo>
                  <a:pt x="514350" y="1269692"/>
                </a:lnTo>
                <a:lnTo>
                  <a:pt x="514350" y="1288675"/>
                </a:lnTo>
                <a:lnTo>
                  <a:pt x="514350" y="1307649"/>
                </a:lnTo>
                <a:lnTo>
                  <a:pt x="514350" y="1326632"/>
                </a:lnTo>
                <a:lnTo>
                  <a:pt x="514350" y="1345606"/>
                </a:lnTo>
                <a:lnTo>
                  <a:pt x="514350" y="1364590"/>
                </a:lnTo>
                <a:lnTo>
                  <a:pt x="514350" y="1383563"/>
                </a:lnTo>
                <a:lnTo>
                  <a:pt x="514350" y="1402547"/>
                </a:lnTo>
                <a:lnTo>
                  <a:pt x="514350" y="1421521"/>
                </a:lnTo>
                <a:lnTo>
                  <a:pt x="514350" y="1440504"/>
                </a:lnTo>
                <a:lnTo>
                  <a:pt x="506873" y="1455087"/>
                </a:lnTo>
                <a:lnTo>
                  <a:pt x="490280" y="1464297"/>
                </a:lnTo>
                <a:lnTo>
                  <a:pt x="473688" y="1473518"/>
                </a:lnTo>
                <a:lnTo>
                  <a:pt x="457095" y="1482738"/>
                </a:lnTo>
                <a:lnTo>
                  <a:pt x="440512" y="1491948"/>
                </a:lnTo>
                <a:lnTo>
                  <a:pt x="423920" y="1501169"/>
                </a:lnTo>
                <a:lnTo>
                  <a:pt x="407327" y="1510389"/>
                </a:lnTo>
                <a:lnTo>
                  <a:pt x="390735" y="1519599"/>
                </a:lnTo>
                <a:lnTo>
                  <a:pt x="374142" y="1528820"/>
                </a:lnTo>
                <a:lnTo>
                  <a:pt x="357549" y="1538040"/>
                </a:lnTo>
                <a:lnTo>
                  <a:pt x="340957" y="1547251"/>
                </a:lnTo>
                <a:lnTo>
                  <a:pt x="324374" y="1556471"/>
                </a:lnTo>
                <a:lnTo>
                  <a:pt x="307781" y="1565691"/>
                </a:lnTo>
                <a:lnTo>
                  <a:pt x="291189" y="1574902"/>
                </a:lnTo>
                <a:lnTo>
                  <a:pt x="274596" y="1584122"/>
                </a:lnTo>
                <a:lnTo>
                  <a:pt x="258004" y="1593342"/>
                </a:lnTo>
                <a:lnTo>
                  <a:pt x="241411" y="1585046"/>
                </a:lnTo>
                <a:lnTo>
                  <a:pt x="224828" y="1575826"/>
                </a:lnTo>
                <a:lnTo>
                  <a:pt x="208236" y="1566615"/>
                </a:lnTo>
                <a:lnTo>
                  <a:pt x="191643" y="1557395"/>
                </a:lnTo>
                <a:lnTo>
                  <a:pt x="175050" y="1548174"/>
                </a:lnTo>
                <a:lnTo>
                  <a:pt x="158458" y="1538964"/>
                </a:lnTo>
                <a:lnTo>
                  <a:pt x="141865" y="1529744"/>
                </a:lnTo>
                <a:lnTo>
                  <a:pt x="125273" y="1520523"/>
                </a:lnTo>
                <a:lnTo>
                  <a:pt x="108690" y="1511313"/>
                </a:lnTo>
                <a:lnTo>
                  <a:pt x="92097" y="1502093"/>
                </a:lnTo>
                <a:lnTo>
                  <a:pt x="75505" y="1492872"/>
                </a:lnTo>
                <a:lnTo>
                  <a:pt x="58912" y="1483662"/>
                </a:lnTo>
                <a:lnTo>
                  <a:pt x="42320" y="1474441"/>
                </a:lnTo>
                <a:lnTo>
                  <a:pt x="25727" y="1465221"/>
                </a:lnTo>
                <a:lnTo>
                  <a:pt x="9134" y="1456011"/>
                </a:lnTo>
                <a:lnTo>
                  <a:pt x="0" y="1442409"/>
                </a:lnTo>
                <a:lnTo>
                  <a:pt x="0" y="1423426"/>
                </a:lnTo>
                <a:lnTo>
                  <a:pt x="0" y="1404442"/>
                </a:lnTo>
                <a:lnTo>
                  <a:pt x="0" y="1385468"/>
                </a:lnTo>
                <a:lnTo>
                  <a:pt x="0" y="1366485"/>
                </a:lnTo>
                <a:lnTo>
                  <a:pt x="0" y="1347511"/>
                </a:lnTo>
                <a:lnTo>
                  <a:pt x="0" y="1328528"/>
                </a:lnTo>
                <a:lnTo>
                  <a:pt x="0" y="1309554"/>
                </a:lnTo>
                <a:lnTo>
                  <a:pt x="0" y="1290571"/>
                </a:lnTo>
                <a:lnTo>
                  <a:pt x="0" y="1271597"/>
                </a:lnTo>
                <a:lnTo>
                  <a:pt x="0" y="1252614"/>
                </a:lnTo>
                <a:lnTo>
                  <a:pt x="0" y="1233640"/>
                </a:lnTo>
                <a:lnTo>
                  <a:pt x="0" y="1214657"/>
                </a:lnTo>
                <a:lnTo>
                  <a:pt x="0" y="1195673"/>
                </a:lnTo>
                <a:lnTo>
                  <a:pt x="0" y="1176699"/>
                </a:lnTo>
                <a:lnTo>
                  <a:pt x="0" y="1157716"/>
                </a:lnTo>
                <a:lnTo>
                  <a:pt x="0" y="1138742"/>
                </a:lnTo>
                <a:lnTo>
                  <a:pt x="0" y="1119759"/>
                </a:lnTo>
                <a:lnTo>
                  <a:pt x="0" y="1100785"/>
                </a:lnTo>
                <a:lnTo>
                  <a:pt x="0" y="1081802"/>
                </a:lnTo>
                <a:lnTo>
                  <a:pt x="0" y="1062828"/>
                </a:lnTo>
                <a:lnTo>
                  <a:pt x="0" y="1043845"/>
                </a:lnTo>
                <a:lnTo>
                  <a:pt x="0" y="1024871"/>
                </a:lnTo>
                <a:lnTo>
                  <a:pt x="0" y="1005888"/>
                </a:lnTo>
                <a:lnTo>
                  <a:pt x="0" y="986904"/>
                </a:lnTo>
                <a:lnTo>
                  <a:pt x="0" y="967931"/>
                </a:lnTo>
                <a:lnTo>
                  <a:pt x="0" y="948947"/>
                </a:lnTo>
                <a:lnTo>
                  <a:pt x="0" y="929973"/>
                </a:lnTo>
                <a:lnTo>
                  <a:pt x="0" y="910990"/>
                </a:lnTo>
                <a:lnTo>
                  <a:pt x="0" y="892016"/>
                </a:lnTo>
                <a:lnTo>
                  <a:pt x="0" y="873033"/>
                </a:lnTo>
                <a:lnTo>
                  <a:pt x="0" y="854059"/>
                </a:lnTo>
                <a:lnTo>
                  <a:pt x="0" y="835076"/>
                </a:lnTo>
                <a:lnTo>
                  <a:pt x="0" y="816092"/>
                </a:lnTo>
                <a:lnTo>
                  <a:pt x="0" y="797119"/>
                </a:lnTo>
                <a:lnTo>
                  <a:pt x="0" y="778135"/>
                </a:lnTo>
                <a:lnTo>
                  <a:pt x="0" y="759162"/>
                </a:lnTo>
                <a:lnTo>
                  <a:pt x="0" y="740178"/>
                </a:lnTo>
                <a:lnTo>
                  <a:pt x="0" y="721204"/>
                </a:lnTo>
                <a:lnTo>
                  <a:pt x="0" y="702221"/>
                </a:lnTo>
                <a:lnTo>
                  <a:pt x="0" y="683247"/>
                </a:lnTo>
                <a:lnTo>
                  <a:pt x="0" y="664264"/>
                </a:lnTo>
                <a:lnTo>
                  <a:pt x="0" y="645290"/>
                </a:lnTo>
                <a:lnTo>
                  <a:pt x="0" y="626307"/>
                </a:lnTo>
                <a:lnTo>
                  <a:pt x="0" y="607333"/>
                </a:lnTo>
                <a:lnTo>
                  <a:pt x="0" y="588350"/>
                </a:lnTo>
                <a:lnTo>
                  <a:pt x="0" y="569366"/>
                </a:lnTo>
                <a:lnTo>
                  <a:pt x="0" y="550393"/>
                </a:lnTo>
                <a:lnTo>
                  <a:pt x="0" y="531409"/>
                </a:lnTo>
                <a:lnTo>
                  <a:pt x="0" y="512435"/>
                </a:lnTo>
                <a:lnTo>
                  <a:pt x="0" y="493452"/>
                </a:lnTo>
                <a:lnTo>
                  <a:pt x="0" y="474478"/>
                </a:lnTo>
                <a:lnTo>
                  <a:pt x="0" y="455495"/>
                </a:lnTo>
                <a:lnTo>
                  <a:pt x="0" y="436521"/>
                </a:lnTo>
                <a:lnTo>
                  <a:pt x="0" y="417538"/>
                </a:lnTo>
                <a:lnTo>
                  <a:pt x="0" y="398555"/>
                </a:lnTo>
                <a:lnTo>
                  <a:pt x="0" y="379581"/>
                </a:lnTo>
                <a:lnTo>
                  <a:pt x="0" y="360597"/>
                </a:lnTo>
                <a:lnTo>
                  <a:pt x="0" y="341624"/>
                </a:lnTo>
                <a:lnTo>
                  <a:pt x="0" y="322640"/>
                </a:lnTo>
                <a:lnTo>
                  <a:pt x="0" y="303667"/>
                </a:lnTo>
                <a:lnTo>
                  <a:pt x="0" y="284683"/>
                </a:lnTo>
                <a:lnTo>
                  <a:pt x="0" y="265709"/>
                </a:lnTo>
                <a:lnTo>
                  <a:pt x="0" y="246726"/>
                </a:lnTo>
                <a:lnTo>
                  <a:pt x="0" y="227752"/>
                </a:lnTo>
                <a:lnTo>
                  <a:pt x="0" y="208769"/>
                </a:lnTo>
                <a:lnTo>
                  <a:pt x="0" y="189786"/>
                </a:lnTo>
                <a:lnTo>
                  <a:pt x="0" y="170812"/>
                </a:lnTo>
                <a:lnTo>
                  <a:pt x="0" y="151829"/>
                </a:lnTo>
                <a:lnTo>
                  <a:pt x="0" y="132855"/>
                </a:lnTo>
                <a:lnTo>
                  <a:pt x="0" y="113871"/>
                </a:lnTo>
                <a:lnTo>
                  <a:pt x="0" y="94898"/>
                </a:lnTo>
                <a:lnTo>
                  <a:pt x="0" y="75914"/>
                </a:lnTo>
                <a:lnTo>
                  <a:pt x="0" y="56940"/>
                </a:lnTo>
                <a:lnTo>
                  <a:pt x="0" y="3795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5457C09-35DB-4E00-9A59-910053C4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32099"/>
            <a:ext cx="514350" cy="1422225"/>
          </a:xfrm>
          <a:custGeom xmlns:a="http://schemas.openxmlformats.org/drawingml/2006/main">
            <a:pathLst>
              <a:path w="514350" h="1422225">
                <a:moveTo>
                  <a:pt x="0" y="0"/>
                </a:moveTo>
                <a:lnTo>
                  <a:pt x="16574" y="9211"/>
                </a:lnTo>
                <a:lnTo>
                  <a:pt x="33157" y="18421"/>
                </a:lnTo>
                <a:lnTo>
                  <a:pt x="49730" y="27632"/>
                </a:lnTo>
                <a:lnTo>
                  <a:pt x="66313" y="36833"/>
                </a:lnTo>
                <a:lnTo>
                  <a:pt x="82887" y="46044"/>
                </a:lnTo>
                <a:lnTo>
                  <a:pt x="99460" y="55255"/>
                </a:lnTo>
                <a:lnTo>
                  <a:pt x="116043" y="64465"/>
                </a:lnTo>
                <a:lnTo>
                  <a:pt x="132617" y="73676"/>
                </a:lnTo>
                <a:lnTo>
                  <a:pt x="149200" y="82887"/>
                </a:lnTo>
                <a:lnTo>
                  <a:pt x="165773" y="92088"/>
                </a:lnTo>
                <a:lnTo>
                  <a:pt x="182347" y="101298"/>
                </a:lnTo>
                <a:lnTo>
                  <a:pt x="198930" y="110509"/>
                </a:lnTo>
                <a:lnTo>
                  <a:pt x="215503" y="119720"/>
                </a:lnTo>
                <a:lnTo>
                  <a:pt x="232077" y="128930"/>
                </a:lnTo>
                <a:lnTo>
                  <a:pt x="248660" y="138141"/>
                </a:lnTo>
                <a:lnTo>
                  <a:pt x="265233" y="138389"/>
                </a:lnTo>
                <a:lnTo>
                  <a:pt x="281816" y="129188"/>
                </a:lnTo>
                <a:lnTo>
                  <a:pt x="298390" y="119977"/>
                </a:lnTo>
                <a:lnTo>
                  <a:pt x="314963" y="110766"/>
                </a:lnTo>
                <a:lnTo>
                  <a:pt x="331546" y="101556"/>
                </a:lnTo>
                <a:lnTo>
                  <a:pt x="348120" y="92345"/>
                </a:lnTo>
                <a:lnTo>
                  <a:pt x="364703" y="83134"/>
                </a:lnTo>
                <a:lnTo>
                  <a:pt x="381276" y="73924"/>
                </a:lnTo>
                <a:lnTo>
                  <a:pt x="397850" y="64722"/>
                </a:lnTo>
                <a:lnTo>
                  <a:pt x="414433" y="55512"/>
                </a:lnTo>
                <a:lnTo>
                  <a:pt x="431006" y="46301"/>
                </a:lnTo>
                <a:lnTo>
                  <a:pt x="447589" y="37090"/>
                </a:lnTo>
                <a:lnTo>
                  <a:pt x="464163" y="27880"/>
                </a:lnTo>
                <a:lnTo>
                  <a:pt x="480736" y="18669"/>
                </a:lnTo>
                <a:lnTo>
                  <a:pt x="497319" y="9458"/>
                </a:lnTo>
                <a:lnTo>
                  <a:pt x="513893" y="257"/>
                </a:lnTo>
                <a:lnTo>
                  <a:pt x="514350" y="18440"/>
                </a:lnTo>
                <a:lnTo>
                  <a:pt x="514350" y="37405"/>
                </a:lnTo>
                <a:lnTo>
                  <a:pt x="514350" y="56369"/>
                </a:lnTo>
                <a:lnTo>
                  <a:pt x="514350" y="75333"/>
                </a:lnTo>
                <a:lnTo>
                  <a:pt x="514350" y="94298"/>
                </a:lnTo>
                <a:lnTo>
                  <a:pt x="514350" y="113252"/>
                </a:lnTo>
                <a:lnTo>
                  <a:pt x="514350" y="132217"/>
                </a:lnTo>
                <a:lnTo>
                  <a:pt x="514350" y="151181"/>
                </a:lnTo>
                <a:lnTo>
                  <a:pt x="514350" y="170145"/>
                </a:lnTo>
                <a:lnTo>
                  <a:pt x="514350" y="189109"/>
                </a:lnTo>
                <a:lnTo>
                  <a:pt x="514350" y="208074"/>
                </a:lnTo>
                <a:lnTo>
                  <a:pt x="514350" y="227038"/>
                </a:lnTo>
                <a:lnTo>
                  <a:pt x="514350" y="245993"/>
                </a:lnTo>
                <a:lnTo>
                  <a:pt x="514350" y="264957"/>
                </a:lnTo>
                <a:lnTo>
                  <a:pt x="514350" y="283921"/>
                </a:lnTo>
                <a:lnTo>
                  <a:pt x="514350" y="302885"/>
                </a:lnTo>
                <a:lnTo>
                  <a:pt x="514350" y="321850"/>
                </a:lnTo>
                <a:lnTo>
                  <a:pt x="514350" y="340814"/>
                </a:lnTo>
                <a:lnTo>
                  <a:pt x="514350" y="359778"/>
                </a:lnTo>
                <a:lnTo>
                  <a:pt x="514350" y="378743"/>
                </a:lnTo>
                <a:lnTo>
                  <a:pt x="514350" y="397697"/>
                </a:lnTo>
                <a:lnTo>
                  <a:pt x="514350" y="416662"/>
                </a:lnTo>
                <a:lnTo>
                  <a:pt x="514350" y="435626"/>
                </a:lnTo>
                <a:lnTo>
                  <a:pt x="514350" y="454590"/>
                </a:lnTo>
                <a:lnTo>
                  <a:pt x="514350" y="473554"/>
                </a:lnTo>
                <a:lnTo>
                  <a:pt x="514350" y="492519"/>
                </a:lnTo>
                <a:lnTo>
                  <a:pt x="514350" y="511483"/>
                </a:lnTo>
                <a:lnTo>
                  <a:pt x="514350" y="530438"/>
                </a:lnTo>
                <a:lnTo>
                  <a:pt x="514350" y="549402"/>
                </a:lnTo>
                <a:lnTo>
                  <a:pt x="514350" y="568366"/>
                </a:lnTo>
                <a:lnTo>
                  <a:pt x="514350" y="587331"/>
                </a:lnTo>
                <a:lnTo>
                  <a:pt x="514350" y="606295"/>
                </a:lnTo>
                <a:lnTo>
                  <a:pt x="514350" y="625259"/>
                </a:lnTo>
                <a:lnTo>
                  <a:pt x="514350" y="644223"/>
                </a:lnTo>
                <a:lnTo>
                  <a:pt x="514350" y="663188"/>
                </a:lnTo>
                <a:lnTo>
                  <a:pt x="514350" y="682142"/>
                </a:lnTo>
                <a:lnTo>
                  <a:pt x="514350" y="701107"/>
                </a:lnTo>
                <a:lnTo>
                  <a:pt x="514350" y="720071"/>
                </a:lnTo>
                <a:lnTo>
                  <a:pt x="514350" y="739035"/>
                </a:lnTo>
                <a:lnTo>
                  <a:pt x="514350" y="758000"/>
                </a:lnTo>
                <a:lnTo>
                  <a:pt x="514350" y="776964"/>
                </a:lnTo>
                <a:lnTo>
                  <a:pt x="514350" y="795928"/>
                </a:lnTo>
                <a:lnTo>
                  <a:pt x="514350" y="814883"/>
                </a:lnTo>
                <a:lnTo>
                  <a:pt x="514350" y="833847"/>
                </a:lnTo>
                <a:lnTo>
                  <a:pt x="514350" y="852811"/>
                </a:lnTo>
                <a:lnTo>
                  <a:pt x="514350" y="871776"/>
                </a:lnTo>
                <a:lnTo>
                  <a:pt x="514350" y="890740"/>
                </a:lnTo>
                <a:lnTo>
                  <a:pt x="514350" y="909704"/>
                </a:lnTo>
                <a:lnTo>
                  <a:pt x="514350" y="928668"/>
                </a:lnTo>
                <a:lnTo>
                  <a:pt x="514350" y="947623"/>
                </a:lnTo>
                <a:lnTo>
                  <a:pt x="514350" y="966587"/>
                </a:lnTo>
                <a:lnTo>
                  <a:pt x="514350" y="985552"/>
                </a:lnTo>
                <a:lnTo>
                  <a:pt x="514350" y="1004516"/>
                </a:lnTo>
                <a:lnTo>
                  <a:pt x="514350" y="1023480"/>
                </a:lnTo>
                <a:lnTo>
                  <a:pt x="514350" y="1042445"/>
                </a:lnTo>
                <a:lnTo>
                  <a:pt x="514350" y="1061409"/>
                </a:lnTo>
                <a:lnTo>
                  <a:pt x="514350" y="1080373"/>
                </a:lnTo>
                <a:lnTo>
                  <a:pt x="514350" y="1099328"/>
                </a:lnTo>
                <a:lnTo>
                  <a:pt x="514350" y="1118292"/>
                </a:lnTo>
                <a:lnTo>
                  <a:pt x="514350" y="1137256"/>
                </a:lnTo>
                <a:lnTo>
                  <a:pt x="514350" y="1156221"/>
                </a:lnTo>
                <a:lnTo>
                  <a:pt x="514350" y="1175185"/>
                </a:lnTo>
                <a:lnTo>
                  <a:pt x="514350" y="1194149"/>
                </a:lnTo>
                <a:lnTo>
                  <a:pt x="514350" y="1213114"/>
                </a:lnTo>
                <a:lnTo>
                  <a:pt x="514350" y="1232068"/>
                </a:lnTo>
                <a:lnTo>
                  <a:pt x="514350" y="1251033"/>
                </a:lnTo>
                <a:lnTo>
                  <a:pt x="514350" y="1269997"/>
                </a:lnTo>
                <a:lnTo>
                  <a:pt x="506063" y="1284084"/>
                </a:lnTo>
                <a:lnTo>
                  <a:pt x="489480" y="1293295"/>
                </a:lnTo>
                <a:lnTo>
                  <a:pt x="472907" y="1302506"/>
                </a:lnTo>
                <a:lnTo>
                  <a:pt x="456333" y="1311716"/>
                </a:lnTo>
                <a:lnTo>
                  <a:pt x="439750" y="1320917"/>
                </a:lnTo>
                <a:lnTo>
                  <a:pt x="423177" y="1330128"/>
                </a:lnTo>
                <a:lnTo>
                  <a:pt x="406594" y="1339339"/>
                </a:lnTo>
                <a:lnTo>
                  <a:pt x="390020" y="1348550"/>
                </a:lnTo>
                <a:lnTo>
                  <a:pt x="373447" y="1357760"/>
                </a:lnTo>
                <a:lnTo>
                  <a:pt x="356864" y="1366971"/>
                </a:lnTo>
                <a:lnTo>
                  <a:pt x="340290" y="1376182"/>
                </a:lnTo>
                <a:lnTo>
                  <a:pt x="323717" y="1385383"/>
                </a:lnTo>
                <a:lnTo>
                  <a:pt x="307134" y="1394593"/>
                </a:lnTo>
                <a:lnTo>
                  <a:pt x="290560" y="1403804"/>
                </a:lnTo>
                <a:lnTo>
                  <a:pt x="273977" y="1413015"/>
                </a:lnTo>
                <a:lnTo>
                  <a:pt x="257404" y="1422225"/>
                </a:lnTo>
                <a:lnTo>
                  <a:pt x="240830" y="1413272"/>
                </a:lnTo>
                <a:lnTo>
                  <a:pt x="224247" y="1404061"/>
                </a:lnTo>
                <a:lnTo>
                  <a:pt x="207674" y="1394851"/>
                </a:lnTo>
                <a:lnTo>
                  <a:pt x="191091" y="1385640"/>
                </a:lnTo>
                <a:lnTo>
                  <a:pt x="174517" y="1376429"/>
                </a:lnTo>
                <a:lnTo>
                  <a:pt x="157944" y="1367219"/>
                </a:lnTo>
                <a:lnTo>
                  <a:pt x="141361" y="1358008"/>
                </a:lnTo>
                <a:lnTo>
                  <a:pt x="124787" y="1348807"/>
                </a:lnTo>
                <a:lnTo>
                  <a:pt x="108204" y="1339596"/>
                </a:lnTo>
                <a:lnTo>
                  <a:pt x="91630" y="1330385"/>
                </a:lnTo>
                <a:lnTo>
                  <a:pt x="75057" y="1321175"/>
                </a:lnTo>
                <a:lnTo>
                  <a:pt x="58474" y="1311964"/>
                </a:lnTo>
                <a:lnTo>
                  <a:pt x="41900" y="1302753"/>
                </a:lnTo>
                <a:lnTo>
                  <a:pt x="25317" y="1293552"/>
                </a:lnTo>
                <a:lnTo>
                  <a:pt x="8744" y="1284341"/>
                </a:lnTo>
                <a:lnTo>
                  <a:pt x="0" y="1270521"/>
                </a:lnTo>
                <a:lnTo>
                  <a:pt x="0" y="1251556"/>
                </a:lnTo>
                <a:lnTo>
                  <a:pt x="0" y="1232592"/>
                </a:lnTo>
                <a:lnTo>
                  <a:pt x="0" y="1213628"/>
                </a:lnTo>
                <a:lnTo>
                  <a:pt x="0" y="1194673"/>
                </a:lnTo>
                <a:lnTo>
                  <a:pt x="0" y="1175709"/>
                </a:lnTo>
                <a:lnTo>
                  <a:pt x="0" y="1156745"/>
                </a:lnTo>
                <a:lnTo>
                  <a:pt x="0" y="1137780"/>
                </a:lnTo>
                <a:lnTo>
                  <a:pt x="0" y="1118816"/>
                </a:lnTo>
                <a:lnTo>
                  <a:pt x="0" y="1099852"/>
                </a:lnTo>
                <a:lnTo>
                  <a:pt x="0" y="1080887"/>
                </a:lnTo>
                <a:lnTo>
                  <a:pt x="0" y="1061923"/>
                </a:lnTo>
                <a:lnTo>
                  <a:pt x="0" y="1042968"/>
                </a:lnTo>
                <a:lnTo>
                  <a:pt x="0" y="1024004"/>
                </a:lnTo>
                <a:lnTo>
                  <a:pt x="0" y="1005040"/>
                </a:lnTo>
                <a:lnTo>
                  <a:pt x="0" y="986076"/>
                </a:lnTo>
                <a:lnTo>
                  <a:pt x="0" y="967111"/>
                </a:lnTo>
                <a:lnTo>
                  <a:pt x="0" y="948147"/>
                </a:lnTo>
                <a:lnTo>
                  <a:pt x="0" y="929183"/>
                </a:lnTo>
                <a:lnTo>
                  <a:pt x="0" y="910228"/>
                </a:lnTo>
                <a:lnTo>
                  <a:pt x="0" y="891264"/>
                </a:lnTo>
                <a:lnTo>
                  <a:pt x="0" y="872300"/>
                </a:lnTo>
                <a:lnTo>
                  <a:pt x="0" y="853335"/>
                </a:lnTo>
                <a:lnTo>
                  <a:pt x="0" y="834371"/>
                </a:lnTo>
                <a:lnTo>
                  <a:pt x="0" y="815407"/>
                </a:lnTo>
                <a:lnTo>
                  <a:pt x="0" y="796442"/>
                </a:lnTo>
                <a:lnTo>
                  <a:pt x="0" y="777488"/>
                </a:lnTo>
                <a:lnTo>
                  <a:pt x="0" y="758523"/>
                </a:lnTo>
                <a:lnTo>
                  <a:pt x="0" y="739559"/>
                </a:lnTo>
                <a:lnTo>
                  <a:pt x="0" y="720595"/>
                </a:lnTo>
                <a:lnTo>
                  <a:pt x="0" y="701631"/>
                </a:lnTo>
                <a:lnTo>
                  <a:pt x="0" y="682666"/>
                </a:lnTo>
                <a:lnTo>
                  <a:pt x="0" y="663702"/>
                </a:lnTo>
                <a:lnTo>
                  <a:pt x="0" y="644738"/>
                </a:lnTo>
                <a:lnTo>
                  <a:pt x="0" y="625783"/>
                </a:lnTo>
                <a:lnTo>
                  <a:pt x="0" y="606819"/>
                </a:lnTo>
                <a:lnTo>
                  <a:pt x="0" y="587854"/>
                </a:lnTo>
                <a:lnTo>
                  <a:pt x="0" y="568890"/>
                </a:lnTo>
                <a:lnTo>
                  <a:pt x="0" y="549926"/>
                </a:lnTo>
                <a:lnTo>
                  <a:pt x="0" y="530962"/>
                </a:lnTo>
                <a:lnTo>
                  <a:pt x="0" y="511997"/>
                </a:lnTo>
                <a:lnTo>
                  <a:pt x="0" y="493043"/>
                </a:lnTo>
                <a:lnTo>
                  <a:pt x="0" y="474078"/>
                </a:lnTo>
                <a:lnTo>
                  <a:pt x="0" y="455114"/>
                </a:lnTo>
                <a:lnTo>
                  <a:pt x="0" y="436150"/>
                </a:lnTo>
                <a:lnTo>
                  <a:pt x="0" y="417185"/>
                </a:lnTo>
                <a:lnTo>
                  <a:pt x="0" y="398221"/>
                </a:lnTo>
                <a:lnTo>
                  <a:pt x="0" y="379257"/>
                </a:lnTo>
                <a:lnTo>
                  <a:pt x="0" y="360293"/>
                </a:lnTo>
                <a:lnTo>
                  <a:pt x="0" y="341338"/>
                </a:lnTo>
                <a:lnTo>
                  <a:pt x="0" y="322374"/>
                </a:lnTo>
                <a:lnTo>
                  <a:pt x="0" y="303409"/>
                </a:lnTo>
                <a:lnTo>
                  <a:pt x="0" y="284445"/>
                </a:lnTo>
                <a:lnTo>
                  <a:pt x="0" y="265481"/>
                </a:lnTo>
                <a:lnTo>
                  <a:pt x="0" y="246517"/>
                </a:lnTo>
                <a:lnTo>
                  <a:pt x="0" y="227552"/>
                </a:lnTo>
                <a:lnTo>
                  <a:pt x="0" y="208598"/>
                </a:lnTo>
                <a:lnTo>
                  <a:pt x="0" y="189633"/>
                </a:lnTo>
                <a:lnTo>
                  <a:pt x="0" y="170669"/>
                </a:lnTo>
                <a:lnTo>
                  <a:pt x="0" y="151705"/>
                </a:lnTo>
                <a:lnTo>
                  <a:pt x="0" y="132740"/>
                </a:lnTo>
                <a:lnTo>
                  <a:pt x="0" y="113776"/>
                </a:lnTo>
                <a:lnTo>
                  <a:pt x="0" y="94812"/>
                </a:lnTo>
                <a:lnTo>
                  <a:pt x="0" y="75848"/>
                </a:lnTo>
                <a:lnTo>
                  <a:pt x="0" y="56893"/>
                </a:lnTo>
                <a:lnTo>
                  <a:pt x="0" y="37929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69304A3D-4E17-456A-AD38-01FDD504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4448"/>
            <a:ext cx="514350" cy="1555613"/>
          </a:xfrm>
          <a:custGeom xmlns:a="http://schemas.openxmlformats.org/drawingml/2006/main">
            <a:pathLst>
              <a:path w="514350" h="1555613">
                <a:moveTo>
                  <a:pt x="0" y="0"/>
                </a:moveTo>
                <a:lnTo>
                  <a:pt x="16583" y="9211"/>
                </a:lnTo>
                <a:lnTo>
                  <a:pt x="33166" y="18421"/>
                </a:lnTo>
                <a:lnTo>
                  <a:pt x="49749" y="27632"/>
                </a:lnTo>
                <a:lnTo>
                  <a:pt x="66332" y="36852"/>
                </a:lnTo>
                <a:lnTo>
                  <a:pt x="82915" y="46063"/>
                </a:lnTo>
                <a:lnTo>
                  <a:pt x="99489" y="55274"/>
                </a:lnTo>
                <a:lnTo>
                  <a:pt x="116072" y="64484"/>
                </a:lnTo>
                <a:lnTo>
                  <a:pt x="132655" y="73695"/>
                </a:lnTo>
                <a:lnTo>
                  <a:pt x="149238" y="82906"/>
                </a:lnTo>
                <a:lnTo>
                  <a:pt x="165821" y="92116"/>
                </a:lnTo>
                <a:lnTo>
                  <a:pt x="182404" y="101336"/>
                </a:lnTo>
                <a:lnTo>
                  <a:pt x="198987" y="110547"/>
                </a:lnTo>
                <a:lnTo>
                  <a:pt x="215570" y="119758"/>
                </a:lnTo>
                <a:lnTo>
                  <a:pt x="232153" y="128968"/>
                </a:lnTo>
                <a:lnTo>
                  <a:pt x="248736" y="138179"/>
                </a:lnTo>
                <a:lnTo>
                  <a:pt x="265319" y="138351"/>
                </a:lnTo>
                <a:lnTo>
                  <a:pt x="281902" y="129140"/>
                </a:lnTo>
                <a:lnTo>
                  <a:pt x="298475" y="119920"/>
                </a:lnTo>
                <a:lnTo>
                  <a:pt x="315058" y="110709"/>
                </a:lnTo>
                <a:lnTo>
                  <a:pt x="331641" y="101498"/>
                </a:lnTo>
                <a:lnTo>
                  <a:pt x="348224" y="92288"/>
                </a:lnTo>
                <a:lnTo>
                  <a:pt x="364808" y="83077"/>
                </a:lnTo>
                <a:lnTo>
                  <a:pt x="381391" y="73866"/>
                </a:lnTo>
                <a:lnTo>
                  <a:pt x="397974" y="64656"/>
                </a:lnTo>
                <a:lnTo>
                  <a:pt x="414557" y="55436"/>
                </a:lnTo>
                <a:lnTo>
                  <a:pt x="431140" y="46225"/>
                </a:lnTo>
                <a:lnTo>
                  <a:pt x="447723" y="37014"/>
                </a:lnTo>
                <a:lnTo>
                  <a:pt x="464306" y="27803"/>
                </a:lnTo>
                <a:lnTo>
                  <a:pt x="480889" y="18593"/>
                </a:lnTo>
                <a:lnTo>
                  <a:pt x="497462" y="9382"/>
                </a:lnTo>
                <a:lnTo>
                  <a:pt x="514045" y="171"/>
                </a:lnTo>
                <a:lnTo>
                  <a:pt x="514350" y="18621"/>
                </a:lnTo>
                <a:lnTo>
                  <a:pt x="514350" y="37595"/>
                </a:lnTo>
                <a:lnTo>
                  <a:pt x="514350" y="56559"/>
                </a:lnTo>
                <a:lnTo>
                  <a:pt x="514350" y="75533"/>
                </a:lnTo>
                <a:lnTo>
                  <a:pt x="514350" y="94498"/>
                </a:lnTo>
                <a:lnTo>
                  <a:pt x="514350" y="113471"/>
                </a:lnTo>
                <a:lnTo>
                  <a:pt x="514350" y="132436"/>
                </a:lnTo>
                <a:lnTo>
                  <a:pt x="514350" y="151409"/>
                </a:lnTo>
                <a:lnTo>
                  <a:pt x="514350" y="170374"/>
                </a:lnTo>
                <a:lnTo>
                  <a:pt x="514350" y="189347"/>
                </a:lnTo>
                <a:lnTo>
                  <a:pt x="514350" y="208312"/>
                </a:lnTo>
                <a:lnTo>
                  <a:pt x="514350" y="227286"/>
                </a:lnTo>
                <a:lnTo>
                  <a:pt x="514350" y="246250"/>
                </a:lnTo>
                <a:lnTo>
                  <a:pt x="514350" y="265214"/>
                </a:lnTo>
                <a:lnTo>
                  <a:pt x="514350" y="284188"/>
                </a:lnTo>
                <a:lnTo>
                  <a:pt x="514350" y="303152"/>
                </a:lnTo>
                <a:lnTo>
                  <a:pt x="514350" y="322126"/>
                </a:lnTo>
                <a:lnTo>
                  <a:pt x="514350" y="341090"/>
                </a:lnTo>
                <a:lnTo>
                  <a:pt x="514350" y="360064"/>
                </a:lnTo>
                <a:lnTo>
                  <a:pt x="514350" y="379028"/>
                </a:lnTo>
                <a:lnTo>
                  <a:pt x="514350" y="398002"/>
                </a:lnTo>
                <a:lnTo>
                  <a:pt x="514350" y="416966"/>
                </a:lnTo>
                <a:lnTo>
                  <a:pt x="514350" y="435940"/>
                </a:lnTo>
                <a:lnTo>
                  <a:pt x="514350" y="454904"/>
                </a:lnTo>
                <a:lnTo>
                  <a:pt x="514350" y="473878"/>
                </a:lnTo>
                <a:lnTo>
                  <a:pt x="514350" y="492843"/>
                </a:lnTo>
                <a:lnTo>
                  <a:pt x="514350" y="511816"/>
                </a:lnTo>
                <a:lnTo>
                  <a:pt x="514350" y="530781"/>
                </a:lnTo>
                <a:lnTo>
                  <a:pt x="514350" y="549754"/>
                </a:lnTo>
                <a:lnTo>
                  <a:pt x="514350" y="568719"/>
                </a:lnTo>
                <a:lnTo>
                  <a:pt x="514350" y="587693"/>
                </a:lnTo>
                <a:lnTo>
                  <a:pt x="514350" y="606657"/>
                </a:lnTo>
                <a:lnTo>
                  <a:pt x="514350" y="625621"/>
                </a:lnTo>
                <a:lnTo>
                  <a:pt x="514350" y="644595"/>
                </a:lnTo>
                <a:lnTo>
                  <a:pt x="514350" y="663559"/>
                </a:lnTo>
                <a:lnTo>
                  <a:pt x="514350" y="682533"/>
                </a:lnTo>
                <a:lnTo>
                  <a:pt x="514350" y="701497"/>
                </a:lnTo>
                <a:lnTo>
                  <a:pt x="514350" y="720471"/>
                </a:lnTo>
                <a:lnTo>
                  <a:pt x="514350" y="739435"/>
                </a:lnTo>
                <a:lnTo>
                  <a:pt x="514350" y="758409"/>
                </a:lnTo>
                <a:lnTo>
                  <a:pt x="514350" y="777373"/>
                </a:lnTo>
                <a:lnTo>
                  <a:pt x="514350" y="796347"/>
                </a:lnTo>
                <a:lnTo>
                  <a:pt x="514350" y="815311"/>
                </a:lnTo>
                <a:lnTo>
                  <a:pt x="514350" y="834285"/>
                </a:lnTo>
                <a:lnTo>
                  <a:pt x="514350" y="853250"/>
                </a:lnTo>
                <a:lnTo>
                  <a:pt x="514350" y="872223"/>
                </a:lnTo>
                <a:lnTo>
                  <a:pt x="514350" y="891188"/>
                </a:lnTo>
                <a:lnTo>
                  <a:pt x="514350" y="910161"/>
                </a:lnTo>
                <a:lnTo>
                  <a:pt x="514350" y="929126"/>
                </a:lnTo>
                <a:lnTo>
                  <a:pt x="514350" y="948099"/>
                </a:lnTo>
                <a:lnTo>
                  <a:pt x="514350" y="967064"/>
                </a:lnTo>
                <a:lnTo>
                  <a:pt x="514350" y="986028"/>
                </a:lnTo>
                <a:lnTo>
                  <a:pt x="514350" y="1005002"/>
                </a:lnTo>
                <a:lnTo>
                  <a:pt x="514350" y="1023966"/>
                </a:lnTo>
                <a:lnTo>
                  <a:pt x="514350" y="1042940"/>
                </a:lnTo>
                <a:lnTo>
                  <a:pt x="514350" y="1061904"/>
                </a:lnTo>
                <a:lnTo>
                  <a:pt x="514350" y="1080878"/>
                </a:lnTo>
                <a:lnTo>
                  <a:pt x="514350" y="1099842"/>
                </a:lnTo>
                <a:lnTo>
                  <a:pt x="514350" y="1118816"/>
                </a:lnTo>
                <a:lnTo>
                  <a:pt x="514350" y="1137780"/>
                </a:lnTo>
                <a:lnTo>
                  <a:pt x="514350" y="1156754"/>
                </a:lnTo>
                <a:lnTo>
                  <a:pt x="514350" y="1175718"/>
                </a:lnTo>
                <a:lnTo>
                  <a:pt x="514350" y="1194692"/>
                </a:lnTo>
                <a:lnTo>
                  <a:pt x="514350" y="1213656"/>
                </a:lnTo>
                <a:lnTo>
                  <a:pt x="514350" y="1232630"/>
                </a:lnTo>
                <a:lnTo>
                  <a:pt x="514350" y="1251595"/>
                </a:lnTo>
                <a:lnTo>
                  <a:pt x="514350" y="1270568"/>
                </a:lnTo>
                <a:lnTo>
                  <a:pt x="514350" y="1289533"/>
                </a:lnTo>
                <a:lnTo>
                  <a:pt x="514350" y="1308506"/>
                </a:lnTo>
                <a:lnTo>
                  <a:pt x="514350" y="1327471"/>
                </a:lnTo>
                <a:lnTo>
                  <a:pt x="514350" y="1346435"/>
                </a:lnTo>
                <a:lnTo>
                  <a:pt x="514350" y="1365409"/>
                </a:lnTo>
                <a:lnTo>
                  <a:pt x="514350" y="1384373"/>
                </a:lnTo>
                <a:lnTo>
                  <a:pt x="514350" y="1403347"/>
                </a:lnTo>
                <a:lnTo>
                  <a:pt x="506063" y="1417434"/>
                </a:lnTo>
                <a:lnTo>
                  <a:pt x="489480" y="1426645"/>
                </a:lnTo>
                <a:lnTo>
                  <a:pt x="472897" y="1435856"/>
                </a:lnTo>
                <a:lnTo>
                  <a:pt x="456314" y="1445076"/>
                </a:lnTo>
                <a:lnTo>
                  <a:pt x="439731" y="1454287"/>
                </a:lnTo>
                <a:lnTo>
                  <a:pt x="423148" y="1463497"/>
                </a:lnTo>
                <a:lnTo>
                  <a:pt x="406565" y="1472708"/>
                </a:lnTo>
                <a:lnTo>
                  <a:pt x="389982" y="1481919"/>
                </a:lnTo>
                <a:lnTo>
                  <a:pt x="373399" y="1491129"/>
                </a:lnTo>
                <a:lnTo>
                  <a:pt x="356816" y="1500340"/>
                </a:lnTo>
                <a:lnTo>
                  <a:pt x="340233" y="1509560"/>
                </a:lnTo>
                <a:lnTo>
                  <a:pt x="323650" y="1518771"/>
                </a:lnTo>
                <a:lnTo>
                  <a:pt x="307076" y="1527981"/>
                </a:lnTo>
                <a:lnTo>
                  <a:pt x="290493" y="1537192"/>
                </a:lnTo>
                <a:lnTo>
                  <a:pt x="273910" y="1546403"/>
                </a:lnTo>
                <a:lnTo>
                  <a:pt x="257327" y="1555613"/>
                </a:lnTo>
                <a:lnTo>
                  <a:pt x="240744" y="1546574"/>
                </a:lnTo>
                <a:lnTo>
                  <a:pt x="224161" y="1537364"/>
                </a:lnTo>
                <a:lnTo>
                  <a:pt x="207578" y="1528143"/>
                </a:lnTo>
                <a:lnTo>
                  <a:pt x="190995" y="1518933"/>
                </a:lnTo>
                <a:lnTo>
                  <a:pt x="174412" y="1509722"/>
                </a:lnTo>
                <a:lnTo>
                  <a:pt x="157829" y="1500511"/>
                </a:lnTo>
                <a:lnTo>
                  <a:pt x="141246" y="1491301"/>
                </a:lnTo>
                <a:lnTo>
                  <a:pt x="124663" y="1482090"/>
                </a:lnTo>
                <a:lnTo>
                  <a:pt x="108090" y="1472879"/>
                </a:lnTo>
                <a:lnTo>
                  <a:pt x="91507" y="1463659"/>
                </a:lnTo>
                <a:lnTo>
                  <a:pt x="74924" y="1454448"/>
                </a:lnTo>
                <a:lnTo>
                  <a:pt x="58341" y="1445238"/>
                </a:lnTo>
                <a:lnTo>
                  <a:pt x="41758" y="1436027"/>
                </a:lnTo>
                <a:lnTo>
                  <a:pt x="25175" y="1426816"/>
                </a:lnTo>
                <a:lnTo>
                  <a:pt x="8592" y="1417606"/>
                </a:lnTo>
                <a:lnTo>
                  <a:pt x="0" y="1403690"/>
                </a:lnTo>
                <a:lnTo>
                  <a:pt x="0" y="1384725"/>
                </a:lnTo>
                <a:lnTo>
                  <a:pt x="0" y="1365752"/>
                </a:lnTo>
                <a:lnTo>
                  <a:pt x="0" y="1346787"/>
                </a:lnTo>
                <a:lnTo>
                  <a:pt x="0" y="1327814"/>
                </a:lnTo>
                <a:lnTo>
                  <a:pt x="0" y="1308849"/>
                </a:lnTo>
                <a:lnTo>
                  <a:pt x="0" y="1289875"/>
                </a:lnTo>
                <a:lnTo>
                  <a:pt x="0" y="1270911"/>
                </a:lnTo>
                <a:lnTo>
                  <a:pt x="0" y="1251937"/>
                </a:lnTo>
                <a:lnTo>
                  <a:pt x="0" y="1232973"/>
                </a:lnTo>
                <a:lnTo>
                  <a:pt x="0" y="1213999"/>
                </a:lnTo>
                <a:lnTo>
                  <a:pt x="0" y="1195035"/>
                </a:lnTo>
                <a:lnTo>
                  <a:pt x="0" y="1176061"/>
                </a:lnTo>
                <a:lnTo>
                  <a:pt x="0" y="1157097"/>
                </a:lnTo>
                <a:lnTo>
                  <a:pt x="0" y="1138123"/>
                </a:lnTo>
                <a:lnTo>
                  <a:pt x="0" y="1119159"/>
                </a:lnTo>
                <a:lnTo>
                  <a:pt x="0" y="1100185"/>
                </a:lnTo>
                <a:lnTo>
                  <a:pt x="0" y="1081221"/>
                </a:lnTo>
                <a:lnTo>
                  <a:pt x="0" y="1062257"/>
                </a:lnTo>
                <a:lnTo>
                  <a:pt x="0" y="1043283"/>
                </a:lnTo>
                <a:lnTo>
                  <a:pt x="0" y="1024319"/>
                </a:lnTo>
                <a:lnTo>
                  <a:pt x="0" y="1005345"/>
                </a:lnTo>
                <a:lnTo>
                  <a:pt x="0" y="986380"/>
                </a:lnTo>
                <a:lnTo>
                  <a:pt x="0" y="967407"/>
                </a:lnTo>
                <a:lnTo>
                  <a:pt x="0" y="948442"/>
                </a:lnTo>
                <a:lnTo>
                  <a:pt x="0" y="929469"/>
                </a:lnTo>
                <a:lnTo>
                  <a:pt x="0" y="910504"/>
                </a:lnTo>
                <a:lnTo>
                  <a:pt x="0" y="891530"/>
                </a:lnTo>
                <a:lnTo>
                  <a:pt x="0" y="872566"/>
                </a:lnTo>
                <a:lnTo>
                  <a:pt x="0" y="853592"/>
                </a:lnTo>
                <a:lnTo>
                  <a:pt x="0" y="834628"/>
                </a:lnTo>
                <a:lnTo>
                  <a:pt x="0" y="815654"/>
                </a:lnTo>
                <a:lnTo>
                  <a:pt x="0" y="796690"/>
                </a:lnTo>
                <a:lnTo>
                  <a:pt x="0" y="777716"/>
                </a:lnTo>
                <a:lnTo>
                  <a:pt x="0" y="758752"/>
                </a:lnTo>
                <a:lnTo>
                  <a:pt x="0" y="739778"/>
                </a:lnTo>
                <a:lnTo>
                  <a:pt x="0" y="720814"/>
                </a:lnTo>
                <a:lnTo>
                  <a:pt x="0" y="701850"/>
                </a:lnTo>
                <a:lnTo>
                  <a:pt x="0" y="682876"/>
                </a:lnTo>
                <a:lnTo>
                  <a:pt x="0" y="663912"/>
                </a:lnTo>
                <a:lnTo>
                  <a:pt x="0" y="644938"/>
                </a:lnTo>
                <a:lnTo>
                  <a:pt x="0" y="625973"/>
                </a:lnTo>
                <a:lnTo>
                  <a:pt x="0" y="607000"/>
                </a:lnTo>
                <a:lnTo>
                  <a:pt x="0" y="588035"/>
                </a:lnTo>
                <a:lnTo>
                  <a:pt x="0" y="569062"/>
                </a:lnTo>
                <a:lnTo>
                  <a:pt x="0" y="550097"/>
                </a:lnTo>
                <a:lnTo>
                  <a:pt x="0" y="531124"/>
                </a:lnTo>
                <a:lnTo>
                  <a:pt x="0" y="512159"/>
                </a:lnTo>
                <a:lnTo>
                  <a:pt x="0" y="493185"/>
                </a:lnTo>
                <a:lnTo>
                  <a:pt x="0" y="474221"/>
                </a:lnTo>
                <a:lnTo>
                  <a:pt x="0" y="455247"/>
                </a:lnTo>
                <a:lnTo>
                  <a:pt x="0" y="436283"/>
                </a:lnTo>
                <a:lnTo>
                  <a:pt x="0" y="417309"/>
                </a:lnTo>
                <a:lnTo>
                  <a:pt x="0" y="398345"/>
                </a:lnTo>
                <a:lnTo>
                  <a:pt x="0" y="379371"/>
                </a:lnTo>
                <a:lnTo>
                  <a:pt x="0" y="360407"/>
                </a:lnTo>
                <a:lnTo>
                  <a:pt x="0" y="341443"/>
                </a:lnTo>
                <a:lnTo>
                  <a:pt x="0" y="322469"/>
                </a:lnTo>
                <a:lnTo>
                  <a:pt x="0" y="303505"/>
                </a:lnTo>
                <a:lnTo>
                  <a:pt x="0" y="284531"/>
                </a:lnTo>
                <a:lnTo>
                  <a:pt x="0" y="265567"/>
                </a:lnTo>
                <a:lnTo>
                  <a:pt x="0" y="246593"/>
                </a:lnTo>
                <a:lnTo>
                  <a:pt x="0" y="227628"/>
                </a:lnTo>
                <a:lnTo>
                  <a:pt x="0" y="208655"/>
                </a:lnTo>
                <a:lnTo>
                  <a:pt x="0" y="189690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67AC62D-842A-4569-9214-BA3FF8CC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2674" cy="1319975"/>
          </a:xfrm>
          <a:custGeom xmlns:a="http://schemas.openxmlformats.org/drawingml/2006/main">
            <a:pathLst>
              <a:path w="3332674" h="1319975">
                <a:moveTo>
                  <a:pt x="0" y="0"/>
                </a:moveTo>
                <a:lnTo>
                  <a:pt x="13030" y="32414"/>
                </a:lnTo>
                <a:lnTo>
                  <a:pt x="26060" y="64818"/>
                </a:lnTo>
                <a:lnTo>
                  <a:pt x="39091" y="97231"/>
                </a:lnTo>
                <a:lnTo>
                  <a:pt x="52121" y="129635"/>
                </a:lnTo>
                <a:lnTo>
                  <a:pt x="65151" y="162049"/>
                </a:lnTo>
                <a:lnTo>
                  <a:pt x="78181" y="194453"/>
                </a:lnTo>
                <a:lnTo>
                  <a:pt x="91211" y="226866"/>
                </a:lnTo>
                <a:lnTo>
                  <a:pt x="104242" y="259280"/>
                </a:lnTo>
                <a:lnTo>
                  <a:pt x="117272" y="291684"/>
                </a:lnTo>
                <a:lnTo>
                  <a:pt x="130302" y="324098"/>
                </a:lnTo>
                <a:lnTo>
                  <a:pt x="143332" y="356502"/>
                </a:lnTo>
                <a:lnTo>
                  <a:pt x="156362" y="388915"/>
                </a:lnTo>
                <a:lnTo>
                  <a:pt x="169393" y="421329"/>
                </a:lnTo>
                <a:lnTo>
                  <a:pt x="182423" y="453733"/>
                </a:lnTo>
                <a:lnTo>
                  <a:pt x="195453" y="486146"/>
                </a:lnTo>
                <a:lnTo>
                  <a:pt x="208483" y="518551"/>
                </a:lnTo>
                <a:lnTo>
                  <a:pt x="221513" y="550964"/>
                </a:lnTo>
                <a:lnTo>
                  <a:pt x="234553" y="583368"/>
                </a:lnTo>
                <a:lnTo>
                  <a:pt x="247583" y="615782"/>
                </a:lnTo>
                <a:lnTo>
                  <a:pt x="260614" y="648195"/>
                </a:lnTo>
                <a:lnTo>
                  <a:pt x="273644" y="680599"/>
                </a:lnTo>
                <a:lnTo>
                  <a:pt x="286674" y="713013"/>
                </a:lnTo>
                <a:lnTo>
                  <a:pt x="299704" y="745417"/>
                </a:lnTo>
                <a:lnTo>
                  <a:pt x="312734" y="777831"/>
                </a:lnTo>
                <a:lnTo>
                  <a:pt x="325765" y="810244"/>
                </a:lnTo>
                <a:lnTo>
                  <a:pt x="338795" y="842648"/>
                </a:lnTo>
                <a:lnTo>
                  <a:pt x="351825" y="875062"/>
                </a:lnTo>
                <a:lnTo>
                  <a:pt x="364855" y="907466"/>
                </a:lnTo>
                <a:lnTo>
                  <a:pt x="377885" y="939879"/>
                </a:lnTo>
                <a:lnTo>
                  <a:pt x="390916" y="972283"/>
                </a:lnTo>
                <a:lnTo>
                  <a:pt x="403946" y="1004697"/>
                </a:lnTo>
                <a:lnTo>
                  <a:pt x="416976" y="1037111"/>
                </a:lnTo>
                <a:lnTo>
                  <a:pt x="430006" y="1069515"/>
                </a:lnTo>
                <a:lnTo>
                  <a:pt x="443036" y="1101928"/>
                </a:lnTo>
                <a:lnTo>
                  <a:pt x="456067" y="1134332"/>
                </a:lnTo>
                <a:lnTo>
                  <a:pt x="469097" y="1166746"/>
                </a:lnTo>
                <a:lnTo>
                  <a:pt x="482127" y="1199150"/>
                </a:lnTo>
                <a:lnTo>
                  <a:pt x="495157" y="1231563"/>
                </a:lnTo>
                <a:lnTo>
                  <a:pt x="516636" y="1256576"/>
                </a:lnTo>
                <a:lnTo>
                  <a:pt x="550059" y="1266587"/>
                </a:lnTo>
                <a:lnTo>
                  <a:pt x="584330" y="1273321"/>
                </a:lnTo>
                <a:lnTo>
                  <a:pt x="618858" y="1278588"/>
                </a:lnTo>
                <a:lnTo>
                  <a:pt x="653520" y="1282970"/>
                </a:lnTo>
                <a:lnTo>
                  <a:pt x="688248" y="1286732"/>
                </a:lnTo>
                <a:lnTo>
                  <a:pt x="723014" y="1290037"/>
                </a:lnTo>
                <a:lnTo>
                  <a:pt x="757828" y="1292981"/>
                </a:lnTo>
                <a:lnTo>
                  <a:pt x="792651" y="1295629"/>
                </a:lnTo>
                <a:lnTo>
                  <a:pt x="827503" y="1298029"/>
                </a:lnTo>
                <a:lnTo>
                  <a:pt x="862365" y="1300229"/>
                </a:lnTo>
                <a:lnTo>
                  <a:pt x="897236" y="1302229"/>
                </a:lnTo>
                <a:lnTo>
                  <a:pt x="932126" y="1304068"/>
                </a:lnTo>
                <a:lnTo>
                  <a:pt x="967007" y="1305763"/>
                </a:lnTo>
                <a:lnTo>
                  <a:pt x="1001906" y="1307325"/>
                </a:lnTo>
                <a:lnTo>
                  <a:pt x="1036806" y="1308764"/>
                </a:lnTo>
                <a:lnTo>
                  <a:pt x="1071715" y="1310088"/>
                </a:lnTo>
                <a:lnTo>
                  <a:pt x="1106624" y="1311307"/>
                </a:lnTo>
                <a:lnTo>
                  <a:pt x="1141533" y="1312431"/>
                </a:lnTo>
                <a:lnTo>
                  <a:pt x="1176452" y="1313450"/>
                </a:lnTo>
                <a:lnTo>
                  <a:pt x="1211370" y="1314402"/>
                </a:lnTo>
                <a:lnTo>
                  <a:pt x="1246289" y="1315250"/>
                </a:lnTo>
                <a:lnTo>
                  <a:pt x="1281217" y="1316031"/>
                </a:lnTo>
                <a:lnTo>
                  <a:pt x="1316136" y="1316736"/>
                </a:lnTo>
                <a:lnTo>
                  <a:pt x="1351064" y="1317355"/>
                </a:lnTo>
                <a:lnTo>
                  <a:pt x="1385992" y="1317917"/>
                </a:lnTo>
                <a:lnTo>
                  <a:pt x="1420920" y="1318403"/>
                </a:lnTo>
                <a:lnTo>
                  <a:pt x="1455849" y="1318822"/>
                </a:lnTo>
                <a:lnTo>
                  <a:pt x="1490777" y="1319174"/>
                </a:lnTo>
                <a:lnTo>
                  <a:pt x="1525705" y="1319460"/>
                </a:lnTo>
                <a:lnTo>
                  <a:pt x="1560633" y="1319679"/>
                </a:lnTo>
                <a:lnTo>
                  <a:pt x="1595561" y="1319841"/>
                </a:lnTo>
                <a:lnTo>
                  <a:pt x="1630499" y="1319936"/>
                </a:lnTo>
                <a:lnTo>
                  <a:pt x="1665427" y="1319975"/>
                </a:lnTo>
                <a:lnTo>
                  <a:pt x="1700355" y="1319946"/>
                </a:lnTo>
                <a:lnTo>
                  <a:pt x="1735293" y="1319851"/>
                </a:lnTo>
                <a:lnTo>
                  <a:pt x="1770221" y="1319698"/>
                </a:lnTo>
                <a:lnTo>
                  <a:pt x="1805149" y="1319479"/>
                </a:lnTo>
                <a:lnTo>
                  <a:pt x="1840078" y="1319193"/>
                </a:lnTo>
                <a:lnTo>
                  <a:pt x="1875006" y="1318851"/>
                </a:lnTo>
                <a:lnTo>
                  <a:pt x="1909934" y="1318441"/>
                </a:lnTo>
                <a:lnTo>
                  <a:pt x="1944862" y="1317955"/>
                </a:lnTo>
                <a:lnTo>
                  <a:pt x="1979790" y="1317403"/>
                </a:lnTo>
                <a:lnTo>
                  <a:pt x="2014718" y="1316784"/>
                </a:lnTo>
                <a:lnTo>
                  <a:pt x="2049637" y="1316088"/>
                </a:lnTo>
                <a:lnTo>
                  <a:pt x="2084565" y="1315317"/>
                </a:lnTo>
                <a:lnTo>
                  <a:pt x="2119484" y="1314469"/>
                </a:lnTo>
                <a:lnTo>
                  <a:pt x="2154403" y="1313536"/>
                </a:lnTo>
                <a:lnTo>
                  <a:pt x="2189321" y="1312516"/>
                </a:lnTo>
                <a:lnTo>
                  <a:pt x="2224230" y="1311402"/>
                </a:lnTo>
                <a:lnTo>
                  <a:pt x="2259140" y="1310192"/>
                </a:lnTo>
                <a:lnTo>
                  <a:pt x="2294049" y="1308878"/>
                </a:lnTo>
                <a:lnTo>
                  <a:pt x="2328948" y="1307449"/>
                </a:lnTo>
                <a:lnTo>
                  <a:pt x="2363848" y="1305906"/>
                </a:lnTo>
                <a:lnTo>
                  <a:pt x="2398738" y="1304211"/>
                </a:lnTo>
                <a:lnTo>
                  <a:pt x="2433618" y="1302391"/>
                </a:lnTo>
                <a:lnTo>
                  <a:pt x="2468499" y="1300401"/>
                </a:lnTo>
                <a:lnTo>
                  <a:pt x="2503361" y="1298219"/>
                </a:lnTo>
                <a:lnTo>
                  <a:pt x="2538203" y="1295838"/>
                </a:lnTo>
                <a:lnTo>
                  <a:pt x="2573036" y="1293209"/>
                </a:lnTo>
                <a:lnTo>
                  <a:pt x="2607850" y="1290295"/>
                </a:lnTo>
                <a:lnTo>
                  <a:pt x="2642626" y="1287018"/>
                </a:lnTo>
                <a:lnTo>
                  <a:pt x="2677354" y="1283294"/>
                </a:lnTo>
                <a:lnTo>
                  <a:pt x="2712015" y="1278979"/>
                </a:lnTo>
                <a:lnTo>
                  <a:pt x="2746562" y="1273807"/>
                </a:lnTo>
                <a:lnTo>
                  <a:pt x="2780862" y="1267235"/>
                </a:lnTo>
                <a:lnTo>
                  <a:pt x="2814428" y="1257652"/>
                </a:lnTo>
                <a:lnTo>
                  <a:pt x="2837507" y="1234250"/>
                </a:lnTo>
                <a:lnTo>
                  <a:pt x="2850547" y="1201836"/>
                </a:lnTo>
                <a:lnTo>
                  <a:pt x="2863577" y="1169432"/>
                </a:lnTo>
                <a:lnTo>
                  <a:pt x="2876607" y="1137018"/>
                </a:lnTo>
                <a:lnTo>
                  <a:pt x="2889637" y="1104614"/>
                </a:lnTo>
                <a:lnTo>
                  <a:pt x="2902668" y="1072201"/>
                </a:lnTo>
                <a:lnTo>
                  <a:pt x="2915698" y="1039797"/>
                </a:lnTo>
                <a:lnTo>
                  <a:pt x="2928728" y="1007383"/>
                </a:lnTo>
                <a:lnTo>
                  <a:pt x="2941758" y="974969"/>
                </a:lnTo>
                <a:lnTo>
                  <a:pt x="2954788" y="942565"/>
                </a:lnTo>
                <a:lnTo>
                  <a:pt x="2967819" y="910152"/>
                </a:lnTo>
                <a:lnTo>
                  <a:pt x="2980849" y="877748"/>
                </a:lnTo>
                <a:lnTo>
                  <a:pt x="2993879" y="845334"/>
                </a:lnTo>
                <a:lnTo>
                  <a:pt x="3006909" y="812930"/>
                </a:lnTo>
                <a:lnTo>
                  <a:pt x="3019939" y="780517"/>
                </a:lnTo>
                <a:lnTo>
                  <a:pt x="3032970" y="748103"/>
                </a:lnTo>
                <a:lnTo>
                  <a:pt x="3046000" y="715699"/>
                </a:lnTo>
                <a:lnTo>
                  <a:pt x="3059030" y="683285"/>
                </a:lnTo>
                <a:lnTo>
                  <a:pt x="3072060" y="650881"/>
                </a:lnTo>
                <a:lnTo>
                  <a:pt x="3085090" y="618468"/>
                </a:lnTo>
                <a:lnTo>
                  <a:pt x="3098121" y="586054"/>
                </a:lnTo>
                <a:lnTo>
                  <a:pt x="3111151" y="553650"/>
                </a:lnTo>
                <a:lnTo>
                  <a:pt x="3124181" y="521237"/>
                </a:lnTo>
                <a:lnTo>
                  <a:pt x="3137211" y="488833"/>
                </a:lnTo>
                <a:lnTo>
                  <a:pt x="3150241" y="456419"/>
                </a:lnTo>
                <a:lnTo>
                  <a:pt x="3163272" y="424015"/>
                </a:lnTo>
                <a:lnTo>
                  <a:pt x="3176302" y="391601"/>
                </a:lnTo>
                <a:lnTo>
                  <a:pt x="3189332" y="359188"/>
                </a:lnTo>
                <a:lnTo>
                  <a:pt x="3202362" y="326784"/>
                </a:lnTo>
                <a:lnTo>
                  <a:pt x="3215392" y="294370"/>
                </a:lnTo>
                <a:lnTo>
                  <a:pt x="3228423" y="261966"/>
                </a:lnTo>
                <a:lnTo>
                  <a:pt x="3241453" y="229553"/>
                </a:lnTo>
                <a:lnTo>
                  <a:pt x="3254483" y="197139"/>
                </a:lnTo>
                <a:lnTo>
                  <a:pt x="3267513" y="164735"/>
                </a:lnTo>
                <a:lnTo>
                  <a:pt x="3280543" y="132321"/>
                </a:lnTo>
                <a:lnTo>
                  <a:pt x="3293583" y="99917"/>
                </a:lnTo>
                <a:lnTo>
                  <a:pt x="3306613" y="67504"/>
                </a:lnTo>
                <a:lnTo>
                  <a:pt x="3319643" y="35100"/>
                </a:lnTo>
                <a:lnTo>
                  <a:pt x="3332674" y="2686"/>
                </a:lnTo>
                <a:lnTo>
                  <a:pt x="3307356" y="15573"/>
                </a:lnTo>
                <a:lnTo>
                  <a:pt x="3273266" y="23117"/>
                </a:lnTo>
                <a:lnTo>
                  <a:pt x="3238757" y="28518"/>
                </a:lnTo>
                <a:lnTo>
                  <a:pt x="3204105" y="32861"/>
                </a:lnTo>
                <a:lnTo>
                  <a:pt x="3169368" y="36557"/>
                </a:lnTo>
                <a:lnTo>
                  <a:pt x="3134582" y="39786"/>
                </a:lnTo>
                <a:lnTo>
                  <a:pt x="3099768" y="42653"/>
                </a:lnTo>
                <a:lnTo>
                  <a:pt x="3064935" y="45253"/>
                </a:lnTo>
                <a:lnTo>
                  <a:pt x="3030083" y="47625"/>
                </a:lnTo>
                <a:lnTo>
                  <a:pt x="2995222" y="49806"/>
                </a:lnTo>
                <a:lnTo>
                  <a:pt x="2960351" y="51806"/>
                </a:lnTo>
                <a:lnTo>
                  <a:pt x="2925470" y="53692"/>
                </a:lnTo>
                <a:lnTo>
                  <a:pt x="2890580" y="55426"/>
                </a:lnTo>
                <a:lnTo>
                  <a:pt x="2855690" y="57064"/>
                </a:lnTo>
                <a:lnTo>
                  <a:pt x="2820791" y="58598"/>
                </a:lnTo>
                <a:lnTo>
                  <a:pt x="2785891" y="60036"/>
                </a:lnTo>
                <a:lnTo>
                  <a:pt x="2750991" y="61389"/>
                </a:lnTo>
                <a:lnTo>
                  <a:pt x="2716082" y="62665"/>
                </a:lnTo>
                <a:lnTo>
                  <a:pt x="2681173" y="63865"/>
                </a:lnTo>
                <a:lnTo>
                  <a:pt x="2646255" y="64999"/>
                </a:lnTo>
                <a:lnTo>
                  <a:pt x="2611345" y="66075"/>
                </a:lnTo>
                <a:lnTo>
                  <a:pt x="2576427" y="67085"/>
                </a:lnTo>
                <a:lnTo>
                  <a:pt x="2541508" y="68037"/>
                </a:lnTo>
                <a:lnTo>
                  <a:pt x="2506589" y="68942"/>
                </a:lnTo>
                <a:lnTo>
                  <a:pt x="2471671" y="69790"/>
                </a:lnTo>
                <a:lnTo>
                  <a:pt x="2436743" y="70590"/>
                </a:lnTo>
                <a:lnTo>
                  <a:pt x="2401824" y="71352"/>
                </a:lnTo>
                <a:lnTo>
                  <a:pt x="2366896" y="72057"/>
                </a:lnTo>
                <a:lnTo>
                  <a:pt x="2331977" y="72733"/>
                </a:lnTo>
                <a:lnTo>
                  <a:pt x="2297049" y="73352"/>
                </a:lnTo>
                <a:lnTo>
                  <a:pt x="2262121" y="73943"/>
                </a:lnTo>
                <a:lnTo>
                  <a:pt x="2227202" y="74486"/>
                </a:lnTo>
                <a:lnTo>
                  <a:pt x="2192274" y="75000"/>
                </a:lnTo>
                <a:lnTo>
                  <a:pt x="2157346" y="75476"/>
                </a:lnTo>
                <a:lnTo>
                  <a:pt x="2122418" y="75905"/>
                </a:lnTo>
                <a:lnTo>
                  <a:pt x="2087489" y="76314"/>
                </a:lnTo>
                <a:lnTo>
                  <a:pt x="2052561" y="76676"/>
                </a:lnTo>
                <a:lnTo>
                  <a:pt x="2017624" y="77010"/>
                </a:lnTo>
                <a:lnTo>
                  <a:pt x="1982695" y="77314"/>
                </a:lnTo>
                <a:lnTo>
                  <a:pt x="1947767" y="77581"/>
                </a:lnTo>
                <a:lnTo>
                  <a:pt x="1912839" y="77810"/>
                </a:lnTo>
                <a:lnTo>
                  <a:pt x="1877911" y="78010"/>
                </a:lnTo>
                <a:lnTo>
                  <a:pt x="1842973" y="78181"/>
                </a:lnTo>
                <a:lnTo>
                  <a:pt x="1808045" y="78324"/>
                </a:lnTo>
                <a:lnTo>
                  <a:pt x="1773117" y="78438"/>
                </a:lnTo>
                <a:lnTo>
                  <a:pt x="1738179" y="78515"/>
                </a:lnTo>
                <a:lnTo>
                  <a:pt x="1703251" y="78562"/>
                </a:lnTo>
                <a:lnTo>
                  <a:pt x="1668323" y="78581"/>
                </a:lnTo>
                <a:lnTo>
                  <a:pt x="1633395" y="78562"/>
                </a:lnTo>
                <a:lnTo>
                  <a:pt x="1598457" y="78515"/>
                </a:lnTo>
                <a:lnTo>
                  <a:pt x="1563529" y="78438"/>
                </a:lnTo>
                <a:lnTo>
                  <a:pt x="1528601" y="78334"/>
                </a:lnTo>
                <a:lnTo>
                  <a:pt x="1493672" y="78200"/>
                </a:lnTo>
                <a:lnTo>
                  <a:pt x="1458735" y="78029"/>
                </a:lnTo>
                <a:lnTo>
                  <a:pt x="1423807" y="77829"/>
                </a:lnTo>
                <a:lnTo>
                  <a:pt x="1388878" y="77600"/>
                </a:lnTo>
                <a:lnTo>
                  <a:pt x="1353950" y="77333"/>
                </a:lnTo>
                <a:lnTo>
                  <a:pt x="1319012" y="77038"/>
                </a:lnTo>
                <a:lnTo>
                  <a:pt x="1284084" y="76705"/>
                </a:lnTo>
                <a:lnTo>
                  <a:pt x="1249156" y="76343"/>
                </a:lnTo>
                <a:lnTo>
                  <a:pt x="1214228" y="75943"/>
                </a:lnTo>
                <a:lnTo>
                  <a:pt x="1179300" y="75505"/>
                </a:lnTo>
                <a:lnTo>
                  <a:pt x="1144372" y="75038"/>
                </a:lnTo>
                <a:lnTo>
                  <a:pt x="1109443" y="74533"/>
                </a:lnTo>
                <a:lnTo>
                  <a:pt x="1074525" y="73990"/>
                </a:lnTo>
                <a:lnTo>
                  <a:pt x="1039597" y="73409"/>
                </a:lnTo>
                <a:lnTo>
                  <a:pt x="1004668" y="72781"/>
                </a:lnTo>
                <a:lnTo>
                  <a:pt x="969740" y="72114"/>
                </a:lnTo>
                <a:lnTo>
                  <a:pt x="934822" y="71409"/>
                </a:lnTo>
                <a:lnTo>
                  <a:pt x="899893" y="70656"/>
                </a:lnTo>
                <a:lnTo>
                  <a:pt x="864975" y="69856"/>
                </a:lnTo>
                <a:lnTo>
                  <a:pt x="830056" y="69018"/>
                </a:lnTo>
                <a:lnTo>
                  <a:pt x="795137" y="68113"/>
                </a:lnTo>
                <a:lnTo>
                  <a:pt x="760219" y="67161"/>
                </a:lnTo>
                <a:lnTo>
                  <a:pt x="725300" y="66161"/>
                </a:lnTo>
                <a:lnTo>
                  <a:pt x="690382" y="65094"/>
                </a:lnTo>
                <a:lnTo>
                  <a:pt x="655472" y="63960"/>
                </a:lnTo>
                <a:lnTo>
                  <a:pt x="620563" y="62760"/>
                </a:lnTo>
                <a:lnTo>
                  <a:pt x="585654" y="61493"/>
                </a:lnTo>
                <a:lnTo>
                  <a:pt x="550745" y="60150"/>
                </a:lnTo>
                <a:lnTo>
                  <a:pt x="515845" y="58722"/>
                </a:lnTo>
                <a:lnTo>
                  <a:pt x="480946" y="57188"/>
                </a:lnTo>
                <a:lnTo>
                  <a:pt x="446056" y="55569"/>
                </a:lnTo>
                <a:lnTo>
                  <a:pt x="411166" y="53835"/>
                </a:lnTo>
                <a:lnTo>
                  <a:pt x="376285" y="51968"/>
                </a:lnTo>
                <a:lnTo>
                  <a:pt x="341414" y="49978"/>
                </a:lnTo>
                <a:lnTo>
                  <a:pt x="306553" y="47815"/>
                </a:lnTo>
                <a:lnTo>
                  <a:pt x="271701" y="45463"/>
                </a:lnTo>
                <a:lnTo>
                  <a:pt x="236858" y="42882"/>
                </a:lnTo>
                <a:lnTo>
                  <a:pt x="202044" y="40034"/>
                </a:lnTo>
                <a:lnTo>
                  <a:pt x="167269" y="36843"/>
                </a:lnTo>
                <a:lnTo>
                  <a:pt x="132521" y="33195"/>
                </a:lnTo>
                <a:lnTo>
                  <a:pt x="97860" y="28908"/>
                </a:lnTo>
                <a:lnTo>
                  <a:pt x="63332" y="23622"/>
                </a:lnTo>
                <a:lnTo>
                  <a:pt x="29175" y="163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9B79D4B-5E1E-49E3-9B9F-302C769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A5D8A5F-7B4C-4528-9B95-E22A956D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70218"/>
            <a:ext cx="2331749" cy="1320070"/>
          </a:xfrm>
          <a:custGeom xmlns:a="http://schemas.openxmlformats.org/drawingml/2006/main">
            <a:pathLst>
              <a:path w="2331749" h="1320070">
                <a:moveTo>
                  <a:pt x="0" y="0"/>
                </a:moveTo>
                <a:lnTo>
                  <a:pt x="8030" y="26099"/>
                </a:lnTo>
                <a:lnTo>
                  <a:pt x="16069" y="52207"/>
                </a:lnTo>
                <a:lnTo>
                  <a:pt x="24098" y="78305"/>
                </a:lnTo>
                <a:lnTo>
                  <a:pt x="32128" y="104404"/>
                </a:lnTo>
                <a:lnTo>
                  <a:pt x="40167" y="130512"/>
                </a:lnTo>
                <a:lnTo>
                  <a:pt x="48196" y="156610"/>
                </a:lnTo>
                <a:lnTo>
                  <a:pt x="56226" y="182718"/>
                </a:lnTo>
                <a:lnTo>
                  <a:pt x="64256" y="208817"/>
                </a:lnTo>
                <a:lnTo>
                  <a:pt x="72295" y="234915"/>
                </a:lnTo>
                <a:lnTo>
                  <a:pt x="80324" y="261023"/>
                </a:lnTo>
                <a:lnTo>
                  <a:pt x="88354" y="287122"/>
                </a:lnTo>
                <a:lnTo>
                  <a:pt x="96393" y="313220"/>
                </a:lnTo>
                <a:lnTo>
                  <a:pt x="104423" y="339328"/>
                </a:lnTo>
                <a:lnTo>
                  <a:pt x="112452" y="365427"/>
                </a:lnTo>
                <a:lnTo>
                  <a:pt x="120491" y="391525"/>
                </a:lnTo>
                <a:lnTo>
                  <a:pt x="128521" y="417633"/>
                </a:lnTo>
                <a:lnTo>
                  <a:pt x="136550" y="443732"/>
                </a:lnTo>
                <a:lnTo>
                  <a:pt x="144580" y="469840"/>
                </a:lnTo>
                <a:lnTo>
                  <a:pt x="152619" y="495938"/>
                </a:lnTo>
                <a:lnTo>
                  <a:pt x="160649" y="522037"/>
                </a:lnTo>
                <a:lnTo>
                  <a:pt x="168678" y="548145"/>
                </a:lnTo>
                <a:lnTo>
                  <a:pt x="176717" y="574243"/>
                </a:lnTo>
                <a:lnTo>
                  <a:pt x="184747" y="600342"/>
                </a:lnTo>
                <a:lnTo>
                  <a:pt x="192776" y="626450"/>
                </a:lnTo>
                <a:lnTo>
                  <a:pt x="200816" y="652548"/>
                </a:lnTo>
                <a:lnTo>
                  <a:pt x="208845" y="678647"/>
                </a:lnTo>
                <a:lnTo>
                  <a:pt x="216875" y="704755"/>
                </a:lnTo>
                <a:lnTo>
                  <a:pt x="224904" y="730853"/>
                </a:lnTo>
                <a:lnTo>
                  <a:pt x="232943" y="756961"/>
                </a:lnTo>
                <a:lnTo>
                  <a:pt x="240973" y="783060"/>
                </a:lnTo>
                <a:lnTo>
                  <a:pt x="249003" y="809158"/>
                </a:lnTo>
                <a:lnTo>
                  <a:pt x="257042" y="835266"/>
                </a:lnTo>
                <a:lnTo>
                  <a:pt x="265071" y="861365"/>
                </a:lnTo>
                <a:lnTo>
                  <a:pt x="273101" y="887463"/>
                </a:lnTo>
                <a:lnTo>
                  <a:pt x="281140" y="913571"/>
                </a:lnTo>
                <a:lnTo>
                  <a:pt x="289169" y="939670"/>
                </a:lnTo>
                <a:lnTo>
                  <a:pt x="297199" y="965768"/>
                </a:lnTo>
                <a:lnTo>
                  <a:pt x="305229" y="991876"/>
                </a:lnTo>
                <a:lnTo>
                  <a:pt x="313268" y="1017975"/>
                </a:lnTo>
                <a:lnTo>
                  <a:pt x="321297" y="1044073"/>
                </a:lnTo>
                <a:lnTo>
                  <a:pt x="329327" y="1070181"/>
                </a:lnTo>
                <a:lnTo>
                  <a:pt x="337366" y="1096280"/>
                </a:lnTo>
                <a:lnTo>
                  <a:pt x="345396" y="1122388"/>
                </a:lnTo>
                <a:lnTo>
                  <a:pt x="353425" y="1148486"/>
                </a:lnTo>
                <a:lnTo>
                  <a:pt x="361464" y="1174585"/>
                </a:lnTo>
                <a:lnTo>
                  <a:pt x="369494" y="1200693"/>
                </a:lnTo>
                <a:lnTo>
                  <a:pt x="377523" y="1226791"/>
                </a:lnTo>
                <a:lnTo>
                  <a:pt x="387363" y="1251795"/>
                </a:lnTo>
                <a:lnTo>
                  <a:pt x="411175" y="1264834"/>
                </a:lnTo>
                <a:lnTo>
                  <a:pt x="437264" y="1272873"/>
                </a:lnTo>
                <a:lnTo>
                  <a:pt x="463887" y="1278941"/>
                </a:lnTo>
                <a:lnTo>
                  <a:pt x="490738" y="1283884"/>
                </a:lnTo>
                <a:lnTo>
                  <a:pt x="517731" y="1288066"/>
                </a:lnTo>
                <a:lnTo>
                  <a:pt x="544792" y="1291695"/>
                </a:lnTo>
                <a:lnTo>
                  <a:pt x="571919" y="1294895"/>
                </a:lnTo>
                <a:lnTo>
                  <a:pt x="599075" y="1297743"/>
                </a:lnTo>
                <a:lnTo>
                  <a:pt x="626269" y="1300305"/>
                </a:lnTo>
                <a:lnTo>
                  <a:pt x="653482" y="1302610"/>
                </a:lnTo>
                <a:lnTo>
                  <a:pt x="680714" y="1304706"/>
                </a:lnTo>
                <a:lnTo>
                  <a:pt x="707955" y="1306611"/>
                </a:lnTo>
                <a:lnTo>
                  <a:pt x="735206" y="1308344"/>
                </a:lnTo>
                <a:lnTo>
                  <a:pt x="762476" y="1309926"/>
                </a:lnTo>
                <a:lnTo>
                  <a:pt x="789746" y="1311345"/>
                </a:lnTo>
                <a:lnTo>
                  <a:pt x="817026" y="1312650"/>
                </a:lnTo>
                <a:lnTo>
                  <a:pt x="844306" y="1313821"/>
                </a:lnTo>
                <a:lnTo>
                  <a:pt x="871595" y="1314879"/>
                </a:lnTo>
                <a:lnTo>
                  <a:pt x="898893" y="1315831"/>
                </a:lnTo>
                <a:lnTo>
                  <a:pt x="926192" y="1316669"/>
                </a:lnTo>
                <a:lnTo>
                  <a:pt x="953491" y="1317412"/>
                </a:lnTo>
                <a:lnTo>
                  <a:pt x="980789" y="1318050"/>
                </a:lnTo>
                <a:lnTo>
                  <a:pt x="1008097" y="1318603"/>
                </a:lnTo>
                <a:lnTo>
                  <a:pt x="1035396" y="1319070"/>
                </a:lnTo>
                <a:lnTo>
                  <a:pt x="1062704" y="1319441"/>
                </a:lnTo>
                <a:lnTo>
                  <a:pt x="1090012" y="1319727"/>
                </a:lnTo>
                <a:lnTo>
                  <a:pt x="1117321" y="1319927"/>
                </a:lnTo>
                <a:lnTo>
                  <a:pt x="1144638" y="1320032"/>
                </a:lnTo>
                <a:lnTo>
                  <a:pt x="1171946" y="1320070"/>
                </a:lnTo>
                <a:lnTo>
                  <a:pt x="1199255" y="1320013"/>
                </a:lnTo>
                <a:lnTo>
                  <a:pt x="1226563" y="1319870"/>
                </a:lnTo>
                <a:lnTo>
                  <a:pt x="1253871" y="1319641"/>
                </a:lnTo>
                <a:lnTo>
                  <a:pt x="1281179" y="1319336"/>
                </a:lnTo>
                <a:lnTo>
                  <a:pt x="1308487" y="1318936"/>
                </a:lnTo>
                <a:lnTo>
                  <a:pt x="1335796" y="1318450"/>
                </a:lnTo>
                <a:lnTo>
                  <a:pt x="1363094" y="1317869"/>
                </a:lnTo>
                <a:lnTo>
                  <a:pt x="1390402" y="1317193"/>
                </a:lnTo>
                <a:lnTo>
                  <a:pt x="1417701" y="1316422"/>
                </a:lnTo>
                <a:lnTo>
                  <a:pt x="1444990" y="1315545"/>
                </a:lnTo>
                <a:lnTo>
                  <a:pt x="1472289" y="1314564"/>
                </a:lnTo>
                <a:lnTo>
                  <a:pt x="1499578" y="1313469"/>
                </a:lnTo>
                <a:lnTo>
                  <a:pt x="1526858" y="1312259"/>
                </a:lnTo>
                <a:lnTo>
                  <a:pt x="1554137" y="1310926"/>
                </a:lnTo>
                <a:lnTo>
                  <a:pt x="1581407" y="1309449"/>
                </a:lnTo>
                <a:lnTo>
                  <a:pt x="1608668" y="1307830"/>
                </a:lnTo>
                <a:lnTo>
                  <a:pt x="1635919" y="1306049"/>
                </a:lnTo>
                <a:lnTo>
                  <a:pt x="1663160" y="1304087"/>
                </a:lnTo>
                <a:lnTo>
                  <a:pt x="1690383" y="1301934"/>
                </a:lnTo>
                <a:lnTo>
                  <a:pt x="1717586" y="1299553"/>
                </a:lnTo>
                <a:lnTo>
                  <a:pt x="1744770" y="1296905"/>
                </a:lnTo>
                <a:lnTo>
                  <a:pt x="1771917" y="1293952"/>
                </a:lnTo>
                <a:lnTo>
                  <a:pt x="1799025" y="1290628"/>
                </a:lnTo>
                <a:lnTo>
                  <a:pt x="1826076" y="1286847"/>
                </a:lnTo>
                <a:lnTo>
                  <a:pt x="1853022" y="1282456"/>
                </a:lnTo>
                <a:lnTo>
                  <a:pt x="1879825" y="1277226"/>
                </a:lnTo>
                <a:lnTo>
                  <a:pt x="1906343" y="1270692"/>
                </a:lnTo>
                <a:lnTo>
                  <a:pt x="1932089" y="1261672"/>
                </a:lnTo>
                <a:lnTo>
                  <a:pt x="1952882" y="1244994"/>
                </a:lnTo>
                <a:lnTo>
                  <a:pt x="1960464" y="1218800"/>
                </a:lnTo>
                <a:lnTo>
                  <a:pt x="1968494" y="1192701"/>
                </a:lnTo>
                <a:lnTo>
                  <a:pt x="1976533" y="1166593"/>
                </a:lnTo>
                <a:lnTo>
                  <a:pt x="1984562" y="1140495"/>
                </a:lnTo>
                <a:lnTo>
                  <a:pt x="1992592" y="1114396"/>
                </a:lnTo>
                <a:lnTo>
                  <a:pt x="2000621" y="1088288"/>
                </a:lnTo>
                <a:lnTo>
                  <a:pt x="2008661" y="1062190"/>
                </a:lnTo>
                <a:lnTo>
                  <a:pt x="2016690" y="1036091"/>
                </a:lnTo>
                <a:lnTo>
                  <a:pt x="2024720" y="1009983"/>
                </a:lnTo>
                <a:lnTo>
                  <a:pt x="2032759" y="983885"/>
                </a:lnTo>
                <a:lnTo>
                  <a:pt x="2040788" y="957786"/>
                </a:lnTo>
                <a:lnTo>
                  <a:pt x="2048818" y="931678"/>
                </a:lnTo>
                <a:lnTo>
                  <a:pt x="2056857" y="905580"/>
                </a:lnTo>
                <a:lnTo>
                  <a:pt x="2064887" y="879472"/>
                </a:lnTo>
                <a:lnTo>
                  <a:pt x="2072916" y="853373"/>
                </a:lnTo>
                <a:lnTo>
                  <a:pt x="2080955" y="827275"/>
                </a:lnTo>
                <a:lnTo>
                  <a:pt x="2088985" y="801167"/>
                </a:lnTo>
                <a:lnTo>
                  <a:pt x="2097014" y="775068"/>
                </a:lnTo>
                <a:lnTo>
                  <a:pt x="2105044" y="748970"/>
                </a:lnTo>
                <a:lnTo>
                  <a:pt x="2113083" y="722862"/>
                </a:lnTo>
                <a:lnTo>
                  <a:pt x="2121113" y="696763"/>
                </a:lnTo>
                <a:lnTo>
                  <a:pt x="2129142" y="670665"/>
                </a:lnTo>
                <a:lnTo>
                  <a:pt x="2137181" y="644557"/>
                </a:lnTo>
                <a:lnTo>
                  <a:pt x="2145211" y="618458"/>
                </a:lnTo>
                <a:lnTo>
                  <a:pt x="2153241" y="592350"/>
                </a:lnTo>
                <a:lnTo>
                  <a:pt x="2161280" y="566252"/>
                </a:lnTo>
                <a:lnTo>
                  <a:pt x="2169309" y="540153"/>
                </a:lnTo>
                <a:lnTo>
                  <a:pt x="2177339" y="514045"/>
                </a:lnTo>
                <a:lnTo>
                  <a:pt x="2185368" y="487947"/>
                </a:lnTo>
                <a:lnTo>
                  <a:pt x="2193407" y="461848"/>
                </a:lnTo>
                <a:lnTo>
                  <a:pt x="2201437" y="435740"/>
                </a:lnTo>
                <a:lnTo>
                  <a:pt x="2209467" y="409642"/>
                </a:lnTo>
                <a:lnTo>
                  <a:pt x="2217506" y="383543"/>
                </a:lnTo>
                <a:lnTo>
                  <a:pt x="2225535" y="357435"/>
                </a:lnTo>
                <a:lnTo>
                  <a:pt x="2233565" y="331337"/>
                </a:lnTo>
                <a:lnTo>
                  <a:pt x="2241604" y="305229"/>
                </a:lnTo>
                <a:lnTo>
                  <a:pt x="2249634" y="279130"/>
                </a:lnTo>
                <a:lnTo>
                  <a:pt x="2257663" y="253032"/>
                </a:lnTo>
                <a:lnTo>
                  <a:pt x="2265693" y="226924"/>
                </a:lnTo>
                <a:lnTo>
                  <a:pt x="2273732" y="200825"/>
                </a:lnTo>
                <a:lnTo>
                  <a:pt x="2281761" y="174727"/>
                </a:lnTo>
                <a:lnTo>
                  <a:pt x="2289791" y="148619"/>
                </a:lnTo>
                <a:lnTo>
                  <a:pt x="2297830" y="122520"/>
                </a:lnTo>
                <a:lnTo>
                  <a:pt x="2305860" y="96422"/>
                </a:lnTo>
                <a:lnTo>
                  <a:pt x="2313889" y="70314"/>
                </a:lnTo>
                <a:lnTo>
                  <a:pt x="2321928" y="44215"/>
                </a:lnTo>
                <a:lnTo>
                  <a:pt x="2329958" y="18107"/>
                </a:lnTo>
                <a:lnTo>
                  <a:pt x="2331749" y="7191"/>
                </a:lnTo>
                <a:lnTo>
                  <a:pt x="2307355" y="19060"/>
                </a:lnTo>
                <a:lnTo>
                  <a:pt x="2280961" y="26013"/>
                </a:lnTo>
                <a:lnTo>
                  <a:pt x="2254158" y="31271"/>
                </a:lnTo>
                <a:lnTo>
                  <a:pt x="2227193" y="35576"/>
                </a:lnTo>
                <a:lnTo>
                  <a:pt x="2200132" y="39262"/>
                </a:lnTo>
                <a:lnTo>
                  <a:pt x="2173014" y="42501"/>
                </a:lnTo>
                <a:lnTo>
                  <a:pt x="2145859" y="45396"/>
                </a:lnTo>
                <a:lnTo>
                  <a:pt x="2118674" y="48006"/>
                </a:lnTo>
                <a:lnTo>
                  <a:pt x="2091471" y="50387"/>
                </a:lnTo>
                <a:lnTo>
                  <a:pt x="2064248" y="52578"/>
                </a:lnTo>
                <a:lnTo>
                  <a:pt x="2037017" y="54597"/>
                </a:lnTo>
                <a:lnTo>
                  <a:pt x="2009765" y="56474"/>
                </a:lnTo>
                <a:lnTo>
                  <a:pt x="1982514" y="58207"/>
                </a:lnTo>
                <a:lnTo>
                  <a:pt x="1955254" y="59827"/>
                </a:lnTo>
                <a:lnTo>
                  <a:pt x="1927984" y="61351"/>
                </a:lnTo>
                <a:lnTo>
                  <a:pt x="1900714" y="62770"/>
                </a:lnTo>
                <a:lnTo>
                  <a:pt x="1873434" y="64094"/>
                </a:lnTo>
                <a:lnTo>
                  <a:pt x="1846155" y="65351"/>
                </a:lnTo>
                <a:lnTo>
                  <a:pt x="1818865" y="66523"/>
                </a:lnTo>
                <a:lnTo>
                  <a:pt x="1791576" y="67618"/>
                </a:lnTo>
                <a:lnTo>
                  <a:pt x="1764287" y="68647"/>
                </a:lnTo>
                <a:lnTo>
                  <a:pt x="1736998" y="69609"/>
                </a:lnTo>
                <a:lnTo>
                  <a:pt x="1709699" y="70514"/>
                </a:lnTo>
                <a:lnTo>
                  <a:pt x="1682401" y="71361"/>
                </a:lnTo>
                <a:lnTo>
                  <a:pt x="1655102" y="72152"/>
                </a:lnTo>
                <a:lnTo>
                  <a:pt x="1627803" y="72885"/>
                </a:lnTo>
                <a:lnTo>
                  <a:pt x="1600505" y="73571"/>
                </a:lnTo>
                <a:lnTo>
                  <a:pt x="1573197" y="74209"/>
                </a:lnTo>
                <a:lnTo>
                  <a:pt x="1545898" y="74800"/>
                </a:lnTo>
                <a:lnTo>
                  <a:pt x="1518590" y="75343"/>
                </a:lnTo>
                <a:lnTo>
                  <a:pt x="1491291" y="75838"/>
                </a:lnTo>
                <a:lnTo>
                  <a:pt x="1463983" y="76286"/>
                </a:lnTo>
                <a:lnTo>
                  <a:pt x="1436675" y="76695"/>
                </a:lnTo>
                <a:lnTo>
                  <a:pt x="1409367" y="77067"/>
                </a:lnTo>
                <a:lnTo>
                  <a:pt x="1382058" y="77391"/>
                </a:lnTo>
                <a:lnTo>
                  <a:pt x="1354750" y="77676"/>
                </a:lnTo>
                <a:lnTo>
                  <a:pt x="1327442" y="77924"/>
                </a:lnTo>
                <a:lnTo>
                  <a:pt x="1300134" y="78124"/>
                </a:lnTo>
                <a:lnTo>
                  <a:pt x="1272826" y="78296"/>
                </a:lnTo>
                <a:lnTo>
                  <a:pt x="1245518" y="78419"/>
                </a:lnTo>
                <a:lnTo>
                  <a:pt x="1218200" y="78515"/>
                </a:lnTo>
                <a:lnTo>
                  <a:pt x="1190892" y="78562"/>
                </a:lnTo>
                <a:lnTo>
                  <a:pt x="1163584" y="78581"/>
                </a:lnTo>
                <a:lnTo>
                  <a:pt x="1136275" y="78553"/>
                </a:lnTo>
                <a:lnTo>
                  <a:pt x="1108967" y="78486"/>
                </a:lnTo>
                <a:lnTo>
                  <a:pt x="1081659" y="78391"/>
                </a:lnTo>
                <a:lnTo>
                  <a:pt x="1054341" y="78248"/>
                </a:lnTo>
                <a:lnTo>
                  <a:pt x="1027033" y="78067"/>
                </a:lnTo>
                <a:lnTo>
                  <a:pt x="999725" y="77848"/>
                </a:lnTo>
                <a:lnTo>
                  <a:pt x="972417" y="77591"/>
                </a:lnTo>
                <a:lnTo>
                  <a:pt x="945109" y="77295"/>
                </a:lnTo>
                <a:lnTo>
                  <a:pt x="917800" y="76952"/>
                </a:lnTo>
                <a:lnTo>
                  <a:pt x="890492" y="76571"/>
                </a:lnTo>
                <a:lnTo>
                  <a:pt x="863184" y="76152"/>
                </a:lnTo>
                <a:lnTo>
                  <a:pt x="835885" y="75686"/>
                </a:lnTo>
                <a:lnTo>
                  <a:pt x="808577" y="75171"/>
                </a:lnTo>
                <a:lnTo>
                  <a:pt x="781269" y="74619"/>
                </a:lnTo>
                <a:lnTo>
                  <a:pt x="753970" y="74019"/>
                </a:lnTo>
                <a:lnTo>
                  <a:pt x="726672" y="73362"/>
                </a:lnTo>
                <a:lnTo>
                  <a:pt x="699364" y="72666"/>
                </a:lnTo>
                <a:lnTo>
                  <a:pt x="672065" y="71914"/>
                </a:lnTo>
                <a:lnTo>
                  <a:pt x="644766" y="71104"/>
                </a:lnTo>
                <a:lnTo>
                  <a:pt x="617477" y="70247"/>
                </a:lnTo>
                <a:lnTo>
                  <a:pt x="590179" y="69323"/>
                </a:lnTo>
                <a:lnTo>
                  <a:pt x="562889" y="68342"/>
                </a:lnTo>
                <a:lnTo>
                  <a:pt x="535600" y="67285"/>
                </a:lnTo>
                <a:lnTo>
                  <a:pt x="508311" y="66161"/>
                </a:lnTo>
                <a:lnTo>
                  <a:pt x="481022" y="64970"/>
                </a:lnTo>
                <a:lnTo>
                  <a:pt x="453742" y="63703"/>
                </a:lnTo>
                <a:lnTo>
                  <a:pt x="426472" y="62351"/>
                </a:lnTo>
                <a:lnTo>
                  <a:pt x="399202" y="60893"/>
                </a:lnTo>
                <a:lnTo>
                  <a:pt x="371932" y="59341"/>
                </a:lnTo>
                <a:lnTo>
                  <a:pt x="344672" y="57693"/>
                </a:lnTo>
                <a:lnTo>
                  <a:pt x="317421" y="55912"/>
                </a:lnTo>
                <a:lnTo>
                  <a:pt x="290179" y="53988"/>
                </a:lnTo>
                <a:lnTo>
                  <a:pt x="262947" y="51921"/>
                </a:lnTo>
                <a:lnTo>
                  <a:pt x="235734" y="49682"/>
                </a:lnTo>
                <a:lnTo>
                  <a:pt x="208531" y="47234"/>
                </a:lnTo>
                <a:lnTo>
                  <a:pt x="181356" y="44539"/>
                </a:lnTo>
                <a:lnTo>
                  <a:pt x="154210" y="41548"/>
                </a:lnTo>
                <a:lnTo>
                  <a:pt x="127102" y="38186"/>
                </a:lnTo>
                <a:lnTo>
                  <a:pt x="100070" y="34338"/>
                </a:lnTo>
                <a:lnTo>
                  <a:pt x="73142" y="29785"/>
                </a:lnTo>
                <a:lnTo>
                  <a:pt x="46425" y="24127"/>
                </a:lnTo>
                <a:lnTo>
                  <a:pt x="20288" y="162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36EB17FA-72C4-4D7B-8C8B-38F57119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464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E6E5625-1B20-420D-8823-9C8CE801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92682"/>
            <a:ext cx="1569063" cy="1319965"/>
          </a:xfrm>
          <a:custGeom xmlns:a="http://schemas.openxmlformats.org/drawingml/2006/main">
            <a:pathLst>
              <a:path w="1569063" h="1319965">
                <a:moveTo>
                  <a:pt x="0" y="0"/>
                </a:moveTo>
                <a:lnTo>
                  <a:pt x="5725" y="20441"/>
                </a:lnTo>
                <a:lnTo>
                  <a:pt x="11449" y="40881"/>
                </a:lnTo>
                <a:lnTo>
                  <a:pt x="17174" y="61322"/>
                </a:lnTo>
                <a:lnTo>
                  <a:pt x="22889" y="81763"/>
                </a:lnTo>
                <a:lnTo>
                  <a:pt x="28613" y="102203"/>
                </a:lnTo>
                <a:lnTo>
                  <a:pt x="34338" y="122644"/>
                </a:lnTo>
                <a:lnTo>
                  <a:pt x="40062" y="143085"/>
                </a:lnTo>
                <a:lnTo>
                  <a:pt x="45787" y="163525"/>
                </a:lnTo>
                <a:lnTo>
                  <a:pt x="51511" y="183966"/>
                </a:lnTo>
                <a:lnTo>
                  <a:pt x="57226" y="204407"/>
                </a:lnTo>
                <a:lnTo>
                  <a:pt x="62951" y="224847"/>
                </a:lnTo>
                <a:lnTo>
                  <a:pt x="68675" y="245288"/>
                </a:lnTo>
                <a:lnTo>
                  <a:pt x="74400" y="265728"/>
                </a:lnTo>
                <a:lnTo>
                  <a:pt x="80124" y="286169"/>
                </a:lnTo>
                <a:lnTo>
                  <a:pt x="85849" y="306610"/>
                </a:lnTo>
                <a:lnTo>
                  <a:pt x="91573" y="327050"/>
                </a:lnTo>
                <a:lnTo>
                  <a:pt x="97288" y="347491"/>
                </a:lnTo>
                <a:lnTo>
                  <a:pt x="103013" y="367932"/>
                </a:lnTo>
                <a:lnTo>
                  <a:pt x="108737" y="388372"/>
                </a:lnTo>
                <a:lnTo>
                  <a:pt x="114462" y="408823"/>
                </a:lnTo>
                <a:lnTo>
                  <a:pt x="120186" y="429254"/>
                </a:lnTo>
                <a:lnTo>
                  <a:pt x="125911" y="449704"/>
                </a:lnTo>
                <a:lnTo>
                  <a:pt x="131626" y="470144"/>
                </a:lnTo>
                <a:lnTo>
                  <a:pt x="137351" y="490585"/>
                </a:lnTo>
                <a:lnTo>
                  <a:pt x="143075" y="511026"/>
                </a:lnTo>
                <a:lnTo>
                  <a:pt x="148800" y="531466"/>
                </a:lnTo>
                <a:lnTo>
                  <a:pt x="154524" y="551907"/>
                </a:lnTo>
                <a:lnTo>
                  <a:pt x="160249" y="572348"/>
                </a:lnTo>
                <a:lnTo>
                  <a:pt x="165973" y="592788"/>
                </a:lnTo>
                <a:lnTo>
                  <a:pt x="171688" y="613229"/>
                </a:lnTo>
                <a:lnTo>
                  <a:pt x="177413" y="633670"/>
                </a:lnTo>
                <a:lnTo>
                  <a:pt x="183137" y="654110"/>
                </a:lnTo>
                <a:lnTo>
                  <a:pt x="188862" y="674551"/>
                </a:lnTo>
                <a:lnTo>
                  <a:pt x="194586" y="694992"/>
                </a:lnTo>
                <a:lnTo>
                  <a:pt x="200311" y="715432"/>
                </a:lnTo>
                <a:lnTo>
                  <a:pt x="206026" y="735873"/>
                </a:lnTo>
                <a:lnTo>
                  <a:pt x="211750" y="756314"/>
                </a:lnTo>
                <a:lnTo>
                  <a:pt x="217475" y="776754"/>
                </a:lnTo>
                <a:lnTo>
                  <a:pt x="223199" y="797195"/>
                </a:lnTo>
                <a:lnTo>
                  <a:pt x="228924" y="817636"/>
                </a:lnTo>
                <a:lnTo>
                  <a:pt x="234648" y="838076"/>
                </a:lnTo>
                <a:lnTo>
                  <a:pt x="240373" y="858517"/>
                </a:lnTo>
                <a:lnTo>
                  <a:pt x="246088" y="878957"/>
                </a:lnTo>
                <a:lnTo>
                  <a:pt x="251812" y="899398"/>
                </a:lnTo>
                <a:lnTo>
                  <a:pt x="257537" y="919839"/>
                </a:lnTo>
                <a:lnTo>
                  <a:pt x="263261" y="940279"/>
                </a:lnTo>
                <a:lnTo>
                  <a:pt x="268986" y="960720"/>
                </a:lnTo>
                <a:lnTo>
                  <a:pt x="274711" y="981161"/>
                </a:lnTo>
                <a:lnTo>
                  <a:pt x="280435" y="1001601"/>
                </a:lnTo>
                <a:lnTo>
                  <a:pt x="286150" y="1022042"/>
                </a:lnTo>
                <a:lnTo>
                  <a:pt x="291875" y="1042483"/>
                </a:lnTo>
                <a:lnTo>
                  <a:pt x="297599" y="1062923"/>
                </a:lnTo>
                <a:lnTo>
                  <a:pt x="303324" y="1083364"/>
                </a:lnTo>
                <a:lnTo>
                  <a:pt x="309048" y="1103805"/>
                </a:lnTo>
                <a:lnTo>
                  <a:pt x="314773" y="1124245"/>
                </a:lnTo>
                <a:lnTo>
                  <a:pt x="320488" y="1144686"/>
                </a:lnTo>
                <a:lnTo>
                  <a:pt x="326212" y="1165127"/>
                </a:lnTo>
                <a:lnTo>
                  <a:pt x="331937" y="1185567"/>
                </a:lnTo>
                <a:lnTo>
                  <a:pt x="337661" y="1206008"/>
                </a:lnTo>
                <a:lnTo>
                  <a:pt x="343386" y="1226458"/>
                </a:lnTo>
                <a:lnTo>
                  <a:pt x="348434" y="1247023"/>
                </a:lnTo>
                <a:lnTo>
                  <a:pt x="361617" y="1263196"/>
                </a:lnTo>
                <a:lnTo>
                  <a:pt x="380095" y="1273578"/>
                </a:lnTo>
                <a:lnTo>
                  <a:pt x="399907" y="1281170"/>
                </a:lnTo>
                <a:lnTo>
                  <a:pt x="420253" y="1287189"/>
                </a:lnTo>
                <a:lnTo>
                  <a:pt x="440893" y="1292171"/>
                </a:lnTo>
                <a:lnTo>
                  <a:pt x="461686" y="1296391"/>
                </a:lnTo>
                <a:lnTo>
                  <a:pt x="482603" y="1300029"/>
                </a:lnTo>
                <a:lnTo>
                  <a:pt x="503596" y="1303191"/>
                </a:lnTo>
                <a:lnTo>
                  <a:pt x="524637" y="1305954"/>
                </a:lnTo>
                <a:lnTo>
                  <a:pt x="545725" y="1308383"/>
                </a:lnTo>
                <a:lnTo>
                  <a:pt x="566842" y="1310516"/>
                </a:lnTo>
                <a:lnTo>
                  <a:pt x="587988" y="1312383"/>
                </a:lnTo>
                <a:lnTo>
                  <a:pt x="609152" y="1314002"/>
                </a:lnTo>
                <a:lnTo>
                  <a:pt x="630336" y="1315403"/>
                </a:lnTo>
                <a:lnTo>
                  <a:pt x="651529" y="1316603"/>
                </a:lnTo>
                <a:lnTo>
                  <a:pt x="672732" y="1317603"/>
                </a:lnTo>
                <a:lnTo>
                  <a:pt x="693944" y="1318422"/>
                </a:lnTo>
                <a:lnTo>
                  <a:pt x="715156" y="1319060"/>
                </a:lnTo>
                <a:lnTo>
                  <a:pt x="736378" y="1319527"/>
                </a:lnTo>
                <a:lnTo>
                  <a:pt x="757609" y="1319822"/>
                </a:lnTo>
                <a:lnTo>
                  <a:pt x="778831" y="1319965"/>
                </a:lnTo>
                <a:lnTo>
                  <a:pt x="800062" y="1319936"/>
                </a:lnTo>
                <a:lnTo>
                  <a:pt x="821284" y="1319736"/>
                </a:lnTo>
                <a:lnTo>
                  <a:pt x="842505" y="1319384"/>
                </a:lnTo>
                <a:lnTo>
                  <a:pt x="863727" y="1318851"/>
                </a:lnTo>
                <a:lnTo>
                  <a:pt x="884949" y="1318155"/>
                </a:lnTo>
                <a:lnTo>
                  <a:pt x="906151" y="1317269"/>
                </a:lnTo>
                <a:lnTo>
                  <a:pt x="927354" y="1316203"/>
                </a:lnTo>
                <a:lnTo>
                  <a:pt x="948547" y="1314936"/>
                </a:lnTo>
                <a:lnTo>
                  <a:pt x="969721" y="1313450"/>
                </a:lnTo>
                <a:lnTo>
                  <a:pt x="990876" y="1311745"/>
                </a:lnTo>
                <a:lnTo>
                  <a:pt x="1012012" y="1309802"/>
                </a:lnTo>
                <a:lnTo>
                  <a:pt x="1033120" y="1307563"/>
                </a:lnTo>
                <a:lnTo>
                  <a:pt x="1054198" y="1305020"/>
                </a:lnTo>
                <a:lnTo>
                  <a:pt x="1075220" y="1302125"/>
                </a:lnTo>
                <a:lnTo>
                  <a:pt x="1096185" y="1298810"/>
                </a:lnTo>
                <a:lnTo>
                  <a:pt x="1117063" y="1294981"/>
                </a:lnTo>
                <a:lnTo>
                  <a:pt x="1137818" y="1290514"/>
                </a:lnTo>
                <a:lnTo>
                  <a:pt x="1158373" y="1285218"/>
                </a:lnTo>
                <a:lnTo>
                  <a:pt x="1178576" y="1278722"/>
                </a:lnTo>
                <a:lnTo>
                  <a:pt x="1198064" y="1270340"/>
                </a:lnTo>
                <a:lnTo>
                  <a:pt x="1215523" y="1258405"/>
                </a:lnTo>
                <a:lnTo>
                  <a:pt x="1224334" y="1239707"/>
                </a:lnTo>
                <a:lnTo>
                  <a:pt x="1230058" y="1219267"/>
                </a:lnTo>
                <a:lnTo>
                  <a:pt x="1235783" y="1198826"/>
                </a:lnTo>
                <a:lnTo>
                  <a:pt x="1241508" y="1178385"/>
                </a:lnTo>
                <a:lnTo>
                  <a:pt x="1247232" y="1157945"/>
                </a:lnTo>
                <a:lnTo>
                  <a:pt x="1252957" y="1137504"/>
                </a:lnTo>
                <a:lnTo>
                  <a:pt x="1258681" y="1117063"/>
                </a:lnTo>
                <a:lnTo>
                  <a:pt x="1264396" y="1096623"/>
                </a:lnTo>
                <a:lnTo>
                  <a:pt x="1270121" y="1076182"/>
                </a:lnTo>
                <a:lnTo>
                  <a:pt x="1275845" y="1055741"/>
                </a:lnTo>
                <a:lnTo>
                  <a:pt x="1281570" y="1035301"/>
                </a:lnTo>
                <a:lnTo>
                  <a:pt x="1287294" y="1014860"/>
                </a:lnTo>
                <a:lnTo>
                  <a:pt x="1293019" y="994420"/>
                </a:lnTo>
                <a:lnTo>
                  <a:pt x="1298734" y="973979"/>
                </a:lnTo>
                <a:lnTo>
                  <a:pt x="1304458" y="953538"/>
                </a:lnTo>
                <a:lnTo>
                  <a:pt x="1310183" y="933098"/>
                </a:lnTo>
                <a:lnTo>
                  <a:pt x="1315907" y="912657"/>
                </a:lnTo>
                <a:lnTo>
                  <a:pt x="1321632" y="892216"/>
                </a:lnTo>
                <a:lnTo>
                  <a:pt x="1327356" y="871776"/>
                </a:lnTo>
                <a:lnTo>
                  <a:pt x="1333081" y="851335"/>
                </a:lnTo>
                <a:lnTo>
                  <a:pt x="1338796" y="830894"/>
                </a:lnTo>
                <a:lnTo>
                  <a:pt x="1344520" y="810454"/>
                </a:lnTo>
                <a:lnTo>
                  <a:pt x="1350245" y="790013"/>
                </a:lnTo>
                <a:lnTo>
                  <a:pt x="1355969" y="769572"/>
                </a:lnTo>
                <a:lnTo>
                  <a:pt x="1361694" y="749132"/>
                </a:lnTo>
                <a:lnTo>
                  <a:pt x="1367419" y="728691"/>
                </a:lnTo>
                <a:lnTo>
                  <a:pt x="1373134" y="708250"/>
                </a:lnTo>
                <a:lnTo>
                  <a:pt x="1378858" y="687810"/>
                </a:lnTo>
                <a:lnTo>
                  <a:pt x="1384583" y="667369"/>
                </a:lnTo>
                <a:lnTo>
                  <a:pt x="1390307" y="646928"/>
                </a:lnTo>
                <a:lnTo>
                  <a:pt x="1396032" y="626488"/>
                </a:lnTo>
                <a:lnTo>
                  <a:pt x="1401756" y="606047"/>
                </a:lnTo>
                <a:lnTo>
                  <a:pt x="1407481" y="585607"/>
                </a:lnTo>
                <a:lnTo>
                  <a:pt x="1413196" y="565166"/>
                </a:lnTo>
                <a:lnTo>
                  <a:pt x="1418920" y="544725"/>
                </a:lnTo>
                <a:lnTo>
                  <a:pt x="1424645" y="524285"/>
                </a:lnTo>
                <a:lnTo>
                  <a:pt x="1430369" y="503844"/>
                </a:lnTo>
                <a:lnTo>
                  <a:pt x="1436094" y="483394"/>
                </a:lnTo>
                <a:lnTo>
                  <a:pt x="1441818" y="462953"/>
                </a:lnTo>
                <a:lnTo>
                  <a:pt x="1447533" y="442512"/>
                </a:lnTo>
                <a:lnTo>
                  <a:pt x="1453258" y="422072"/>
                </a:lnTo>
                <a:lnTo>
                  <a:pt x="1458982" y="401631"/>
                </a:lnTo>
                <a:lnTo>
                  <a:pt x="1464707" y="381191"/>
                </a:lnTo>
                <a:lnTo>
                  <a:pt x="1470431" y="360750"/>
                </a:lnTo>
                <a:lnTo>
                  <a:pt x="1476156" y="340309"/>
                </a:lnTo>
                <a:lnTo>
                  <a:pt x="1481880" y="319869"/>
                </a:lnTo>
                <a:lnTo>
                  <a:pt x="1487595" y="299428"/>
                </a:lnTo>
                <a:lnTo>
                  <a:pt x="1493320" y="278987"/>
                </a:lnTo>
                <a:lnTo>
                  <a:pt x="1499045" y="258547"/>
                </a:lnTo>
                <a:lnTo>
                  <a:pt x="1504769" y="238106"/>
                </a:lnTo>
                <a:lnTo>
                  <a:pt x="1510494" y="217665"/>
                </a:lnTo>
                <a:lnTo>
                  <a:pt x="1516218" y="197225"/>
                </a:lnTo>
                <a:lnTo>
                  <a:pt x="1521943" y="176784"/>
                </a:lnTo>
                <a:lnTo>
                  <a:pt x="1527658" y="156343"/>
                </a:lnTo>
                <a:lnTo>
                  <a:pt x="1533382" y="135903"/>
                </a:lnTo>
                <a:lnTo>
                  <a:pt x="1539107" y="115462"/>
                </a:lnTo>
                <a:lnTo>
                  <a:pt x="1544831" y="95021"/>
                </a:lnTo>
                <a:lnTo>
                  <a:pt x="1550556" y="74581"/>
                </a:lnTo>
                <a:lnTo>
                  <a:pt x="1556280" y="54140"/>
                </a:lnTo>
                <a:lnTo>
                  <a:pt x="1561995" y="33699"/>
                </a:lnTo>
                <a:lnTo>
                  <a:pt x="1567720" y="13259"/>
                </a:lnTo>
                <a:lnTo>
                  <a:pt x="1569063" y="6944"/>
                </a:lnTo>
                <a:lnTo>
                  <a:pt x="1552042" y="19260"/>
                </a:lnTo>
                <a:lnTo>
                  <a:pt x="1532220" y="26822"/>
                </a:lnTo>
                <a:lnTo>
                  <a:pt x="1511779" y="32509"/>
                </a:lnTo>
                <a:lnTo>
                  <a:pt x="1491063" y="37157"/>
                </a:lnTo>
                <a:lnTo>
                  <a:pt x="1470212" y="41110"/>
                </a:lnTo>
                <a:lnTo>
                  <a:pt x="1449267" y="44558"/>
                </a:lnTo>
                <a:lnTo>
                  <a:pt x="1428264" y="47625"/>
                </a:lnTo>
                <a:lnTo>
                  <a:pt x="1407214" y="50387"/>
                </a:lnTo>
                <a:lnTo>
                  <a:pt x="1386135" y="52892"/>
                </a:lnTo>
                <a:lnTo>
                  <a:pt x="1365028" y="55178"/>
                </a:lnTo>
                <a:lnTo>
                  <a:pt x="1343911" y="57274"/>
                </a:lnTo>
                <a:lnTo>
                  <a:pt x="1322775" y="59207"/>
                </a:lnTo>
                <a:lnTo>
                  <a:pt x="1301620" y="60998"/>
                </a:lnTo>
                <a:lnTo>
                  <a:pt x="1280455" y="62646"/>
                </a:lnTo>
                <a:lnTo>
                  <a:pt x="1259281" y="64179"/>
                </a:lnTo>
                <a:lnTo>
                  <a:pt x="1238107" y="65618"/>
                </a:lnTo>
                <a:lnTo>
                  <a:pt x="1216924" y="66932"/>
                </a:lnTo>
                <a:lnTo>
                  <a:pt x="1195730" y="68170"/>
                </a:lnTo>
                <a:lnTo>
                  <a:pt x="1174537" y="69313"/>
                </a:lnTo>
                <a:lnTo>
                  <a:pt x="1153335" y="70371"/>
                </a:lnTo>
                <a:lnTo>
                  <a:pt x="1132132" y="71352"/>
                </a:lnTo>
                <a:lnTo>
                  <a:pt x="1110920" y="72266"/>
                </a:lnTo>
                <a:lnTo>
                  <a:pt x="1089708" y="73095"/>
                </a:lnTo>
                <a:lnTo>
                  <a:pt x="1068495" y="73866"/>
                </a:lnTo>
                <a:lnTo>
                  <a:pt x="1047283" y="74571"/>
                </a:lnTo>
                <a:lnTo>
                  <a:pt x="1026062" y="75209"/>
                </a:lnTo>
                <a:lnTo>
                  <a:pt x="1004849" y="75800"/>
                </a:lnTo>
                <a:lnTo>
                  <a:pt x="983628" y="76324"/>
                </a:lnTo>
                <a:lnTo>
                  <a:pt x="962406" y="76781"/>
                </a:lnTo>
                <a:lnTo>
                  <a:pt x="941184" y="77191"/>
                </a:lnTo>
                <a:lnTo>
                  <a:pt x="919953" y="77553"/>
                </a:lnTo>
                <a:lnTo>
                  <a:pt x="898731" y="77848"/>
                </a:lnTo>
                <a:lnTo>
                  <a:pt x="877510" y="78105"/>
                </a:lnTo>
                <a:lnTo>
                  <a:pt x="856278" y="78296"/>
                </a:lnTo>
                <a:lnTo>
                  <a:pt x="835057" y="78438"/>
                </a:lnTo>
                <a:lnTo>
                  <a:pt x="813826" y="78534"/>
                </a:lnTo>
                <a:lnTo>
                  <a:pt x="792604" y="78572"/>
                </a:lnTo>
                <a:lnTo>
                  <a:pt x="771373" y="78562"/>
                </a:lnTo>
                <a:lnTo>
                  <a:pt x="750151" y="78505"/>
                </a:lnTo>
                <a:lnTo>
                  <a:pt x="728920" y="78400"/>
                </a:lnTo>
                <a:lnTo>
                  <a:pt x="707698" y="78229"/>
                </a:lnTo>
                <a:lnTo>
                  <a:pt x="686467" y="78019"/>
                </a:lnTo>
                <a:lnTo>
                  <a:pt x="665245" y="77753"/>
                </a:lnTo>
                <a:lnTo>
                  <a:pt x="644023" y="77429"/>
                </a:lnTo>
                <a:lnTo>
                  <a:pt x="622792" y="77057"/>
                </a:lnTo>
                <a:lnTo>
                  <a:pt x="601570" y="76629"/>
                </a:lnTo>
                <a:lnTo>
                  <a:pt x="580349" y="76143"/>
                </a:lnTo>
                <a:lnTo>
                  <a:pt x="559127" y="75600"/>
                </a:lnTo>
                <a:lnTo>
                  <a:pt x="537915" y="74990"/>
                </a:lnTo>
                <a:lnTo>
                  <a:pt x="516693" y="74333"/>
                </a:lnTo>
                <a:lnTo>
                  <a:pt x="495481" y="73609"/>
                </a:lnTo>
                <a:lnTo>
                  <a:pt x="474269" y="72809"/>
                </a:lnTo>
                <a:lnTo>
                  <a:pt x="453057" y="71952"/>
                </a:lnTo>
                <a:lnTo>
                  <a:pt x="431854" y="71018"/>
                </a:lnTo>
                <a:lnTo>
                  <a:pt x="410651" y="70009"/>
                </a:lnTo>
                <a:lnTo>
                  <a:pt x="389449" y="68913"/>
                </a:lnTo>
                <a:lnTo>
                  <a:pt x="368256" y="67742"/>
                </a:lnTo>
                <a:lnTo>
                  <a:pt x="347072" y="66485"/>
                </a:lnTo>
                <a:lnTo>
                  <a:pt x="325888" y="65122"/>
                </a:lnTo>
                <a:lnTo>
                  <a:pt x="304705" y="63665"/>
                </a:lnTo>
                <a:lnTo>
                  <a:pt x="283540" y="62084"/>
                </a:lnTo>
                <a:lnTo>
                  <a:pt x="262385" y="60379"/>
                </a:lnTo>
                <a:lnTo>
                  <a:pt x="241230" y="58550"/>
                </a:lnTo>
                <a:lnTo>
                  <a:pt x="220104" y="56559"/>
                </a:lnTo>
                <a:lnTo>
                  <a:pt x="198987" y="54397"/>
                </a:lnTo>
                <a:lnTo>
                  <a:pt x="177889" y="52035"/>
                </a:lnTo>
                <a:lnTo>
                  <a:pt x="156820" y="49454"/>
                </a:lnTo>
                <a:lnTo>
                  <a:pt x="135788" y="46587"/>
                </a:lnTo>
                <a:lnTo>
                  <a:pt x="114805" y="43396"/>
                </a:lnTo>
                <a:lnTo>
                  <a:pt x="93888" y="39786"/>
                </a:lnTo>
                <a:lnTo>
                  <a:pt x="73076" y="35614"/>
                </a:lnTo>
                <a:lnTo>
                  <a:pt x="52435" y="30661"/>
                </a:lnTo>
                <a:lnTo>
                  <a:pt x="32147" y="24451"/>
                </a:lnTo>
                <a:lnTo>
                  <a:pt x="12802" y="157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BDEA0ACA-0BDE-49B0-BE02-AE97E4CA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82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4B15DD80-5518-4672-837A-8972A41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181"/>
          </a:xfrm>
          <a:custGeom xmlns:a="http://schemas.openxmlformats.org/drawingml/2006/main">
            <a:pathLst>
              <a:path w="1733550" h="4264181">
                <a:moveTo>
                  <a:pt x="0" y="0"/>
                </a:moveTo>
                <a:lnTo>
                  <a:pt x="57" y="47920"/>
                </a:lnTo>
                <a:lnTo>
                  <a:pt x="8868" y="95031"/>
                </a:lnTo>
                <a:lnTo>
                  <a:pt x="17678" y="142142"/>
                </a:lnTo>
                <a:lnTo>
                  <a:pt x="26489" y="189252"/>
                </a:lnTo>
                <a:lnTo>
                  <a:pt x="35290" y="236353"/>
                </a:lnTo>
                <a:lnTo>
                  <a:pt x="44101" y="283464"/>
                </a:lnTo>
                <a:lnTo>
                  <a:pt x="52911" y="330575"/>
                </a:lnTo>
                <a:lnTo>
                  <a:pt x="61722" y="377685"/>
                </a:lnTo>
                <a:lnTo>
                  <a:pt x="70533" y="424796"/>
                </a:lnTo>
                <a:lnTo>
                  <a:pt x="79343" y="471907"/>
                </a:lnTo>
                <a:lnTo>
                  <a:pt x="88154" y="519017"/>
                </a:lnTo>
                <a:lnTo>
                  <a:pt x="96965" y="566118"/>
                </a:lnTo>
                <a:lnTo>
                  <a:pt x="105775" y="613229"/>
                </a:lnTo>
                <a:lnTo>
                  <a:pt x="114586" y="660340"/>
                </a:lnTo>
                <a:lnTo>
                  <a:pt x="123396" y="707450"/>
                </a:lnTo>
                <a:lnTo>
                  <a:pt x="132207" y="754561"/>
                </a:lnTo>
                <a:lnTo>
                  <a:pt x="141018" y="801672"/>
                </a:lnTo>
                <a:lnTo>
                  <a:pt x="149819" y="848773"/>
                </a:lnTo>
                <a:lnTo>
                  <a:pt x="158629" y="895883"/>
                </a:lnTo>
                <a:lnTo>
                  <a:pt x="167440" y="942994"/>
                </a:lnTo>
                <a:lnTo>
                  <a:pt x="176251" y="990105"/>
                </a:lnTo>
                <a:lnTo>
                  <a:pt x="185061" y="1037215"/>
                </a:lnTo>
                <a:lnTo>
                  <a:pt x="193872" y="1084326"/>
                </a:lnTo>
                <a:lnTo>
                  <a:pt x="202682" y="1131437"/>
                </a:lnTo>
                <a:lnTo>
                  <a:pt x="211493" y="1178538"/>
                </a:lnTo>
                <a:lnTo>
                  <a:pt x="220304" y="1225648"/>
                </a:lnTo>
                <a:lnTo>
                  <a:pt x="229114" y="1272759"/>
                </a:lnTo>
                <a:lnTo>
                  <a:pt x="237925" y="1319870"/>
                </a:lnTo>
                <a:lnTo>
                  <a:pt x="246736" y="1366980"/>
                </a:lnTo>
                <a:lnTo>
                  <a:pt x="254860" y="1414205"/>
                </a:lnTo>
                <a:lnTo>
                  <a:pt x="262080" y="1461583"/>
                </a:lnTo>
                <a:lnTo>
                  <a:pt x="268919" y="1509017"/>
                </a:lnTo>
                <a:lnTo>
                  <a:pt x="275663" y="1556471"/>
                </a:lnTo>
                <a:lnTo>
                  <a:pt x="282407" y="1603915"/>
                </a:lnTo>
                <a:lnTo>
                  <a:pt x="289160" y="1651359"/>
                </a:lnTo>
                <a:lnTo>
                  <a:pt x="295904" y="1698812"/>
                </a:lnTo>
                <a:lnTo>
                  <a:pt x="302657" y="1746256"/>
                </a:lnTo>
                <a:lnTo>
                  <a:pt x="309401" y="1793710"/>
                </a:lnTo>
                <a:lnTo>
                  <a:pt x="316154" y="1841154"/>
                </a:lnTo>
                <a:lnTo>
                  <a:pt x="322898" y="1888607"/>
                </a:lnTo>
                <a:lnTo>
                  <a:pt x="329641" y="1936052"/>
                </a:lnTo>
                <a:lnTo>
                  <a:pt x="336394" y="1983505"/>
                </a:lnTo>
                <a:lnTo>
                  <a:pt x="343138" y="2030949"/>
                </a:lnTo>
                <a:lnTo>
                  <a:pt x="349891" y="2078403"/>
                </a:lnTo>
                <a:lnTo>
                  <a:pt x="356635" y="2125847"/>
                </a:lnTo>
                <a:lnTo>
                  <a:pt x="363379" y="2173300"/>
                </a:lnTo>
                <a:lnTo>
                  <a:pt x="370132" y="2220744"/>
                </a:lnTo>
                <a:lnTo>
                  <a:pt x="376876" y="2268198"/>
                </a:lnTo>
                <a:lnTo>
                  <a:pt x="383629" y="2315642"/>
                </a:lnTo>
                <a:lnTo>
                  <a:pt x="390373" y="2363095"/>
                </a:lnTo>
                <a:lnTo>
                  <a:pt x="397126" y="2410539"/>
                </a:lnTo>
                <a:lnTo>
                  <a:pt x="403870" y="2457983"/>
                </a:lnTo>
                <a:lnTo>
                  <a:pt x="410613" y="2505437"/>
                </a:lnTo>
                <a:lnTo>
                  <a:pt x="417366" y="2552881"/>
                </a:lnTo>
                <a:lnTo>
                  <a:pt x="424110" y="2600335"/>
                </a:lnTo>
                <a:lnTo>
                  <a:pt x="430863" y="2647779"/>
                </a:lnTo>
                <a:lnTo>
                  <a:pt x="437607" y="2695232"/>
                </a:lnTo>
                <a:lnTo>
                  <a:pt x="444351" y="2742676"/>
                </a:lnTo>
                <a:lnTo>
                  <a:pt x="451104" y="2790130"/>
                </a:lnTo>
                <a:lnTo>
                  <a:pt x="457676" y="2837602"/>
                </a:lnTo>
                <a:lnTo>
                  <a:pt x="464029" y="2885103"/>
                </a:lnTo>
                <a:lnTo>
                  <a:pt x="470287" y="2932614"/>
                </a:lnTo>
                <a:lnTo>
                  <a:pt x="476526" y="2980134"/>
                </a:lnTo>
                <a:lnTo>
                  <a:pt x="482765" y="3027655"/>
                </a:lnTo>
                <a:lnTo>
                  <a:pt x="489014" y="3075175"/>
                </a:lnTo>
                <a:lnTo>
                  <a:pt x="495252" y="3122686"/>
                </a:lnTo>
                <a:lnTo>
                  <a:pt x="501491" y="3170206"/>
                </a:lnTo>
                <a:lnTo>
                  <a:pt x="507730" y="3217726"/>
                </a:lnTo>
                <a:lnTo>
                  <a:pt x="513969" y="3265246"/>
                </a:lnTo>
                <a:lnTo>
                  <a:pt x="520217" y="3312757"/>
                </a:lnTo>
                <a:lnTo>
                  <a:pt x="526456" y="3360277"/>
                </a:lnTo>
                <a:lnTo>
                  <a:pt x="532695" y="3407797"/>
                </a:lnTo>
                <a:lnTo>
                  <a:pt x="538934" y="3455318"/>
                </a:lnTo>
                <a:lnTo>
                  <a:pt x="545182" y="3502828"/>
                </a:lnTo>
                <a:lnTo>
                  <a:pt x="551421" y="3550349"/>
                </a:lnTo>
                <a:lnTo>
                  <a:pt x="538886" y="3581400"/>
                </a:lnTo>
                <a:lnTo>
                  <a:pt x="490966" y="3581400"/>
                </a:lnTo>
                <a:lnTo>
                  <a:pt x="443036" y="3581400"/>
                </a:lnTo>
                <a:lnTo>
                  <a:pt x="395107" y="3581400"/>
                </a:lnTo>
                <a:lnTo>
                  <a:pt x="347186" y="3581400"/>
                </a:lnTo>
                <a:lnTo>
                  <a:pt x="299256" y="3581400"/>
                </a:lnTo>
                <a:lnTo>
                  <a:pt x="251336" y="3581400"/>
                </a:lnTo>
                <a:lnTo>
                  <a:pt x="250841" y="3602117"/>
                </a:lnTo>
                <a:lnTo>
                  <a:pt x="283397" y="3637283"/>
                </a:lnTo>
                <a:lnTo>
                  <a:pt x="315963" y="3672449"/>
                </a:lnTo>
                <a:lnTo>
                  <a:pt x="348529" y="3707606"/>
                </a:lnTo>
                <a:lnTo>
                  <a:pt x="381095" y="3742773"/>
                </a:lnTo>
                <a:lnTo>
                  <a:pt x="413661" y="3777939"/>
                </a:lnTo>
                <a:lnTo>
                  <a:pt x="446227" y="3813096"/>
                </a:lnTo>
                <a:lnTo>
                  <a:pt x="478793" y="3848262"/>
                </a:lnTo>
                <a:lnTo>
                  <a:pt x="511359" y="3883419"/>
                </a:lnTo>
                <a:lnTo>
                  <a:pt x="543916" y="3918585"/>
                </a:lnTo>
                <a:lnTo>
                  <a:pt x="576482" y="3953751"/>
                </a:lnTo>
                <a:lnTo>
                  <a:pt x="609048" y="3988908"/>
                </a:lnTo>
                <a:lnTo>
                  <a:pt x="641614" y="4024074"/>
                </a:lnTo>
                <a:lnTo>
                  <a:pt x="674180" y="4059241"/>
                </a:lnTo>
                <a:lnTo>
                  <a:pt x="706745" y="4094397"/>
                </a:lnTo>
                <a:lnTo>
                  <a:pt x="739311" y="4129564"/>
                </a:lnTo>
                <a:lnTo>
                  <a:pt x="771868" y="4164730"/>
                </a:lnTo>
                <a:lnTo>
                  <a:pt x="804434" y="4199887"/>
                </a:lnTo>
                <a:lnTo>
                  <a:pt x="837000" y="4235053"/>
                </a:lnTo>
                <a:lnTo>
                  <a:pt x="869566" y="4264181"/>
                </a:lnTo>
                <a:lnTo>
                  <a:pt x="902132" y="4229024"/>
                </a:lnTo>
                <a:lnTo>
                  <a:pt x="934698" y="4193858"/>
                </a:lnTo>
                <a:lnTo>
                  <a:pt x="967264" y="4158701"/>
                </a:lnTo>
                <a:lnTo>
                  <a:pt x="999830" y="4123534"/>
                </a:lnTo>
                <a:lnTo>
                  <a:pt x="1032396" y="4088368"/>
                </a:lnTo>
                <a:lnTo>
                  <a:pt x="1064952" y="4053211"/>
                </a:lnTo>
                <a:lnTo>
                  <a:pt x="1097518" y="4018045"/>
                </a:lnTo>
                <a:lnTo>
                  <a:pt x="1130084" y="3982879"/>
                </a:lnTo>
                <a:lnTo>
                  <a:pt x="1162650" y="3947722"/>
                </a:lnTo>
                <a:lnTo>
                  <a:pt x="1195216" y="3912556"/>
                </a:lnTo>
                <a:lnTo>
                  <a:pt x="1227782" y="3877389"/>
                </a:lnTo>
                <a:lnTo>
                  <a:pt x="1260348" y="3842233"/>
                </a:lnTo>
                <a:lnTo>
                  <a:pt x="1292904" y="3807066"/>
                </a:lnTo>
                <a:lnTo>
                  <a:pt x="1325470" y="3771900"/>
                </a:lnTo>
                <a:lnTo>
                  <a:pt x="1358036" y="3736743"/>
                </a:lnTo>
                <a:lnTo>
                  <a:pt x="1390602" y="3701577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73" y="3581400"/>
                </a:lnTo>
                <a:lnTo>
                  <a:pt x="1378144" y="3581400"/>
                </a:lnTo>
                <a:lnTo>
                  <a:pt x="1330223" y="3581400"/>
                </a:lnTo>
                <a:lnTo>
                  <a:pt x="1282294" y="3581400"/>
                </a:lnTo>
                <a:lnTo>
                  <a:pt x="1234373" y="3581400"/>
                </a:lnTo>
                <a:lnTo>
                  <a:pt x="1186444" y="3581400"/>
                </a:lnTo>
                <a:lnTo>
                  <a:pt x="1183205" y="3542205"/>
                </a:lnTo>
                <a:lnTo>
                  <a:pt x="1189444" y="3494684"/>
                </a:lnTo>
                <a:lnTo>
                  <a:pt x="1195683" y="3447164"/>
                </a:lnTo>
                <a:lnTo>
                  <a:pt x="1201922" y="3399644"/>
                </a:lnTo>
                <a:lnTo>
                  <a:pt x="1208161" y="3352133"/>
                </a:lnTo>
                <a:lnTo>
                  <a:pt x="1214409" y="3304613"/>
                </a:lnTo>
                <a:lnTo>
                  <a:pt x="1220648" y="3257093"/>
                </a:lnTo>
                <a:lnTo>
                  <a:pt x="1226887" y="3209573"/>
                </a:lnTo>
                <a:lnTo>
                  <a:pt x="1233126" y="3162062"/>
                </a:lnTo>
                <a:lnTo>
                  <a:pt x="1239374" y="3114542"/>
                </a:lnTo>
                <a:lnTo>
                  <a:pt x="1245613" y="3067021"/>
                </a:lnTo>
                <a:lnTo>
                  <a:pt x="1251852" y="3019511"/>
                </a:lnTo>
                <a:lnTo>
                  <a:pt x="1258091" y="2971991"/>
                </a:lnTo>
                <a:lnTo>
                  <a:pt x="1264339" y="2924470"/>
                </a:lnTo>
                <a:lnTo>
                  <a:pt x="1270616" y="2876960"/>
                </a:lnTo>
                <a:lnTo>
                  <a:pt x="1276969" y="2829458"/>
                </a:lnTo>
                <a:lnTo>
                  <a:pt x="1283608" y="2781995"/>
                </a:lnTo>
                <a:lnTo>
                  <a:pt x="1290352" y="2734542"/>
                </a:lnTo>
                <a:lnTo>
                  <a:pt x="1297095" y="2687098"/>
                </a:lnTo>
                <a:lnTo>
                  <a:pt x="1303849" y="2639644"/>
                </a:lnTo>
                <a:lnTo>
                  <a:pt x="1310592" y="2592200"/>
                </a:lnTo>
                <a:lnTo>
                  <a:pt x="1317346" y="2544747"/>
                </a:lnTo>
                <a:lnTo>
                  <a:pt x="1324089" y="2497303"/>
                </a:lnTo>
                <a:lnTo>
                  <a:pt x="1330843" y="2449849"/>
                </a:lnTo>
                <a:lnTo>
                  <a:pt x="1337586" y="2402405"/>
                </a:lnTo>
                <a:lnTo>
                  <a:pt x="1344330" y="2354951"/>
                </a:lnTo>
                <a:lnTo>
                  <a:pt x="1351083" y="2307507"/>
                </a:lnTo>
                <a:lnTo>
                  <a:pt x="1357827" y="2260054"/>
                </a:lnTo>
                <a:lnTo>
                  <a:pt x="1364580" y="2212610"/>
                </a:lnTo>
                <a:lnTo>
                  <a:pt x="1371324" y="2165156"/>
                </a:lnTo>
                <a:lnTo>
                  <a:pt x="1378067" y="2117712"/>
                </a:lnTo>
                <a:lnTo>
                  <a:pt x="1384821" y="2070259"/>
                </a:lnTo>
                <a:lnTo>
                  <a:pt x="1391564" y="2022815"/>
                </a:lnTo>
                <a:lnTo>
                  <a:pt x="1398318" y="1975371"/>
                </a:lnTo>
                <a:lnTo>
                  <a:pt x="1405061" y="1927917"/>
                </a:lnTo>
                <a:lnTo>
                  <a:pt x="1411805" y="1880473"/>
                </a:lnTo>
                <a:lnTo>
                  <a:pt x="1418558" y="1833020"/>
                </a:lnTo>
                <a:lnTo>
                  <a:pt x="1425302" y="1785576"/>
                </a:lnTo>
                <a:lnTo>
                  <a:pt x="1432055" y="1738122"/>
                </a:lnTo>
                <a:lnTo>
                  <a:pt x="1438799" y="1690678"/>
                </a:lnTo>
                <a:lnTo>
                  <a:pt x="1445552" y="1643224"/>
                </a:lnTo>
                <a:lnTo>
                  <a:pt x="1452296" y="1595780"/>
                </a:lnTo>
                <a:lnTo>
                  <a:pt x="1459040" y="1548327"/>
                </a:lnTo>
                <a:lnTo>
                  <a:pt x="1465793" y="1500883"/>
                </a:lnTo>
                <a:lnTo>
                  <a:pt x="1472708" y="1453458"/>
                </a:lnTo>
                <a:lnTo>
                  <a:pt x="1479928" y="1406081"/>
                </a:lnTo>
                <a:lnTo>
                  <a:pt x="1488329" y="1358903"/>
                </a:lnTo>
                <a:lnTo>
                  <a:pt x="1497140" y="1311793"/>
                </a:lnTo>
                <a:lnTo>
                  <a:pt x="1505950" y="1264682"/>
                </a:lnTo>
                <a:lnTo>
                  <a:pt x="1514761" y="1217571"/>
                </a:lnTo>
                <a:lnTo>
                  <a:pt x="1523571" y="1170461"/>
                </a:lnTo>
                <a:lnTo>
                  <a:pt x="1532382" y="1123350"/>
                </a:lnTo>
                <a:lnTo>
                  <a:pt x="1541193" y="1076249"/>
                </a:lnTo>
                <a:lnTo>
                  <a:pt x="1549994" y="1029138"/>
                </a:lnTo>
                <a:lnTo>
                  <a:pt x="1558804" y="982028"/>
                </a:lnTo>
                <a:lnTo>
                  <a:pt x="1567615" y="934917"/>
                </a:lnTo>
                <a:lnTo>
                  <a:pt x="1576426" y="887806"/>
                </a:lnTo>
                <a:lnTo>
                  <a:pt x="1585236" y="840696"/>
                </a:lnTo>
                <a:lnTo>
                  <a:pt x="1594047" y="793594"/>
                </a:lnTo>
                <a:lnTo>
                  <a:pt x="1602857" y="746484"/>
                </a:lnTo>
                <a:lnTo>
                  <a:pt x="1611668" y="699373"/>
                </a:lnTo>
                <a:lnTo>
                  <a:pt x="1620479" y="652262"/>
                </a:lnTo>
                <a:lnTo>
                  <a:pt x="1629289" y="605152"/>
                </a:lnTo>
                <a:lnTo>
                  <a:pt x="1638100" y="558041"/>
                </a:lnTo>
                <a:lnTo>
                  <a:pt x="1646911" y="510931"/>
                </a:lnTo>
                <a:lnTo>
                  <a:pt x="1655721" y="463829"/>
                </a:lnTo>
                <a:lnTo>
                  <a:pt x="1664522" y="416719"/>
                </a:lnTo>
                <a:lnTo>
                  <a:pt x="1673333" y="369608"/>
                </a:lnTo>
                <a:lnTo>
                  <a:pt x="1682144" y="322497"/>
                </a:lnTo>
                <a:lnTo>
                  <a:pt x="1690954" y="275387"/>
                </a:lnTo>
                <a:lnTo>
                  <a:pt x="1699765" y="228276"/>
                </a:lnTo>
                <a:lnTo>
                  <a:pt x="1708575" y="181166"/>
                </a:lnTo>
                <a:lnTo>
                  <a:pt x="1717386" y="134064"/>
                </a:lnTo>
                <a:lnTo>
                  <a:pt x="1726197" y="86954"/>
                </a:lnTo>
                <a:lnTo>
                  <a:pt x="1733550" y="39710"/>
                </a:lnTo>
                <a:lnTo>
                  <a:pt x="1725330" y="0"/>
                </a:lnTo>
                <a:lnTo>
                  <a:pt x="1677410" y="0"/>
                </a:lnTo>
                <a:lnTo>
                  <a:pt x="1629480" y="0"/>
                </a:lnTo>
                <a:lnTo>
                  <a:pt x="1581550" y="0"/>
                </a:lnTo>
                <a:lnTo>
                  <a:pt x="1533630" y="0"/>
                </a:lnTo>
                <a:lnTo>
                  <a:pt x="1485700" y="0"/>
                </a:lnTo>
                <a:lnTo>
                  <a:pt x="1437780" y="0"/>
                </a:lnTo>
                <a:lnTo>
                  <a:pt x="1389850" y="0"/>
                </a:lnTo>
                <a:lnTo>
                  <a:pt x="1341930" y="0"/>
                </a:lnTo>
                <a:lnTo>
                  <a:pt x="1294000" y="0"/>
                </a:lnTo>
                <a:lnTo>
                  <a:pt x="1246070" y="0"/>
                </a:lnTo>
                <a:lnTo>
                  <a:pt x="1198150" y="0"/>
                </a:lnTo>
                <a:lnTo>
                  <a:pt x="1150220" y="0"/>
                </a:lnTo>
                <a:lnTo>
                  <a:pt x="1102300" y="0"/>
                </a:lnTo>
                <a:lnTo>
                  <a:pt x="1054370" y="0"/>
                </a:lnTo>
                <a:lnTo>
                  <a:pt x="1006440" y="0"/>
                </a:lnTo>
                <a:lnTo>
                  <a:pt x="958520" y="0"/>
                </a:lnTo>
                <a:lnTo>
                  <a:pt x="910590" y="0"/>
                </a:lnTo>
                <a:lnTo>
                  <a:pt x="862670" y="0"/>
                </a:lnTo>
                <a:lnTo>
                  <a:pt x="814740" y="0"/>
                </a:lnTo>
                <a:lnTo>
                  <a:pt x="766810" y="0"/>
                </a:lnTo>
                <a:lnTo>
                  <a:pt x="718890" y="0"/>
                </a:lnTo>
                <a:lnTo>
                  <a:pt x="670960" y="0"/>
                </a:lnTo>
                <a:lnTo>
                  <a:pt x="623040" y="0"/>
                </a:lnTo>
                <a:lnTo>
                  <a:pt x="575110" y="0"/>
                </a:lnTo>
                <a:lnTo>
                  <a:pt x="527190" y="0"/>
                </a:lnTo>
                <a:lnTo>
                  <a:pt x="479260" y="0"/>
                </a:lnTo>
                <a:lnTo>
                  <a:pt x="431330" y="0"/>
                </a:lnTo>
                <a:lnTo>
                  <a:pt x="383410" y="0"/>
                </a:lnTo>
                <a:lnTo>
                  <a:pt x="335480" y="0"/>
                </a:lnTo>
                <a:lnTo>
                  <a:pt x="287560" y="0"/>
                </a:lnTo>
                <a:lnTo>
                  <a:pt x="239630" y="0"/>
                </a:lnTo>
                <a:lnTo>
                  <a:pt x="19170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E55470C-9B3A-40C8-8F31-D17828FE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93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5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DEF504CE-EA79-4371-8C91-4CF8DB68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435123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6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A880932D-8728-4BC3-B19B-32B71A53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77320"/>
            <a:ext cx="28575" cy="11156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49A83AF3-24E9-4C88-AC3E-8EE1E4F1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130323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8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AFC384E6-AE96-4038-917C-0AB29CF1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19913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19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59E7866F-4088-4A74-B587-D1DB4E43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43763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0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D4B0731-2335-4DA8-9E95-7667B6F4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32099"/>
            <a:ext cx="228600" cy="1422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21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DEF997CF-3CCE-475E-BC9F-ADB66B03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943198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2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49313302-F309-4800-BDBB-5AD5C201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445373"/>
            <a:ext cx="28575" cy="9955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37AB9C22-198A-4C35-8CAC-2366C931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638398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4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2477728B-033C-4D3B-A702-A6EEE0F1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627987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DB409561-E3F7-4343-93C2-17145FB4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951837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2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667C3EB8-DD51-4376-9FB5-DA1E62DF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4448"/>
            <a:ext cx="228600" cy="15556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27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5A76B464-B156-4317-86FC-54CFAF6A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432231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8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C938089E-B146-41DA-A715-F40A4D3B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887668"/>
            <a:ext cx="28575" cy="10889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C10A6085-35CF-46ED-B23B-4D17183A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5127431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0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2848AC19-3C1B-4A1B-B18D-31C8400E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117011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1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C68B5464-8E0C-4622-8F20-AE39D87D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440861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40E0072C-6165-4A3A-94E4-E634FC97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382736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8827E1A-5B8C-49F7-BBFE-0FE34CBA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3805238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6647F3F-A851-4BCD-98BA-56739710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22758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</p:spTree>
    <p:extLst>
      <p:ext uri="{BB962C8B-B14F-4D97-AF65-F5344CB8AC3E}">
        <p14:creationId xmlns:p14="http://schemas.microsoft.com/office/powerpoint/2010/main" val="17073864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4FEF825-13AB-4707-9CCC-CAB83425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51007267-E5C8-444E-A123-647FB1AA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21B5B0AC-390D-48E0-B01C-023DAFB4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0071EEF-0918-4DBE-82B6-5E272C7A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B7DBB949-1199-45FB-B8DF-B89ED9AF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0C3BC8E9-045C-4E37-941A-53472BC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3D7B65D-B3F2-4627-9C59-40534BBB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19b6e52374a3b">
            <a:extLst>
              <a:ext uri="{96DAC541-7B7A-43D3-8B79-37D633B846F1}">
                <asvg:svgBlip xmlns:asvg="http://schemas.microsoft.com/office/drawing/2016/SVG/main" r:embed="R2e6e79c25e024f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2B4EC6FC-04A8-471F-8DCB-BD162235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82DF88C-F32C-42A8-ABB7-EBEC3615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5B32BABD-05DF-4FF3-9C1E-7298CEE5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47843966f4053">
            <a:extLst>
              <a:ext uri="{96DAC541-7B7A-43D3-8B79-37D633B846F1}">
                <asvg:svgBlip xmlns:asvg="http://schemas.microsoft.com/office/drawing/2016/SVG/main" r:embed="R1766c5ec3b2c49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B1D6C7F-432D-47D3-9DE3-2E003A2F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60E750B-8F34-41DA-A758-DF4F9D98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64B0861-1F13-4746-BDCD-F32F459C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a5c6d9b85b4f44">
            <a:extLst>
              <a:ext uri="{96DAC541-7B7A-43D3-8B79-37D633B846F1}">
                <asvg:svgBlip xmlns:asvg="http://schemas.microsoft.com/office/drawing/2016/SVG/main" r:embed="R3024ff2279fe4a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1F1C4CE2-E5AE-4222-9A64-36F3C2EA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3F50DCDE-E53F-488C-8831-1EDCDD35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3A369BD8-E374-43E0-8AD6-2BE979C5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8996865334135">
            <a:extLst>
              <a:ext uri="{96DAC541-7B7A-43D3-8B79-37D633B846F1}">
                <asvg:svgBlip xmlns:asvg="http://schemas.microsoft.com/office/drawing/2016/SVG/main" r:embed="R75ad96a776e84f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61996C1-82A9-41D4-B123-DC392D39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6E5F9E2E-49BB-48DE-B698-4B86E44A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31A7FEB5-345C-48D4-B56C-110F5DE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85BDB0A-2585-48A5-9D43-F0CCFEE0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EF4497B-FFF6-4F99-A8BF-70F4CE9C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8BC69B2-9EE8-4E6B-A2A4-5059B817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1b43920e14ec7">
            <a:extLst>
              <a:ext uri="{96DAC541-7B7A-43D3-8B79-37D633B846F1}">
                <asvg:svgBlip xmlns:asvg="http://schemas.microsoft.com/office/drawing/2016/SVG/main" r:embed="R99cbbdbeb03a48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72656E7-8D20-4806-AE48-2AB12648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036265D-3FF8-4C0D-92F2-5DBCE210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0393F17-29B9-45E9-A5A0-C0078A91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673b09ead4d11">
            <a:extLst>
              <a:ext uri="{96DAC541-7B7A-43D3-8B79-37D633B846F1}">
                <asvg:svgBlip xmlns:asvg="http://schemas.microsoft.com/office/drawing/2016/SVG/main" r:embed="R67af7b6c2429402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61EA9E8-AE3A-488C-9746-4178FBE8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063673D5-E51A-4572-82D4-F7C95943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2EE5407D-471F-4129-96F6-8C83878F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27D3BEDD-28EB-4EDD-9B10-50743B61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9A47EC5C-0E32-4B4B-97BF-CA079389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1B03B791-9B2A-44A9-A962-90282525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f49df34be45f3">
            <a:extLst>
              <a:ext uri="{96DAC541-7B7A-43D3-8B79-37D633B846F1}">
                <asvg:svgBlip xmlns:asvg="http://schemas.microsoft.com/office/drawing/2016/SVG/main" r:embed="R16027091f0c648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44070C17-15AD-4FE9-896E-C4CE4EAD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F6742796-E1AB-4041-9BAA-DC719E3B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554DB0A-EDD2-42B6-83FD-66BE382B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c27cf36ee48a1">
            <a:extLst>
              <a:ext uri="{96DAC541-7B7A-43D3-8B79-37D633B846F1}">
                <asvg:svgBlip xmlns:asvg="http://schemas.microsoft.com/office/drawing/2016/SVG/main" r:embed="Rfaae39e99d0f4d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84ECFA58-F4D1-4C26-BF3F-F7B213D1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93590913-4A10-4228-A898-8E19023B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9D58C7E-DE61-4BF3-BDA7-AD989072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E7729F0-5CF9-403E-8DE1-7A945F88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4F10080-0168-4AD4-9C65-7D06FF64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9C29B29-AEF5-4515-885E-E839CD02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40079E53-27E9-4DB5-9FEA-CEFBBC24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A2AE647-9124-4C49-A894-751A7019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33967927-6EF2-4C71-8FB1-6ABAB83A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651B403-1118-45E9-8677-D2882926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5866B99-E057-449E-99B2-274D7860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100AC96F-1234-4F84-B338-510F4C8D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DB2544F-F9B9-49F0-BD19-D4E5C345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CA499BC7-0F69-4123-AD44-CCA94B9C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EDDCEFA-49FC-411C-B494-C3ED7C18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31EA5BDB-9EDD-4066-9A2C-DEF70F0B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8eb32a3fb4017">
            <a:extLst>
              <a:ext uri="{96DAC541-7B7A-43D3-8B79-37D633B846F1}">
                <asvg:svgBlip xmlns:asvg="http://schemas.microsoft.com/office/drawing/2016/SVG/main" r:embed="R2357e8149f9e41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0425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868ABEF-9E45-4085-B4EA-AB89AC41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FDE3D05-E75E-4BA2-A60A-3DAF2413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22BC1B0-0A5F-48D5-806C-50C757C6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B3CE67AC-5DAA-4ABE-9460-A7851B69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8685782B-2440-4F18-B86E-CF4BDC4D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DBB4ACF-2564-4C75-A5EF-B23E04C0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482C85B-7C1B-47F7-9BCC-7A96E807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3cf0223f441ba">
            <a:extLst>
              <a:ext uri="{96DAC541-7B7A-43D3-8B79-37D633B846F1}">
                <asvg:svgBlip xmlns:asvg="http://schemas.microsoft.com/office/drawing/2016/SVG/main" r:embed="R1cb4d65d1b9d40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7315DBA-0DE1-48C4-B9A3-BB621AEE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4BB4001-5C2C-4156-94D0-BB73F4A6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A6A6676-601F-4017-8D1E-B3FC51B7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5516312c443bf">
            <a:extLst>
              <a:ext uri="{96DAC541-7B7A-43D3-8B79-37D633B846F1}">
                <asvg:svgBlip xmlns:asvg="http://schemas.microsoft.com/office/drawing/2016/SVG/main" r:embed="R2052357400924d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671668D-4F21-41AF-9226-8709E727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D5FA407-7D82-41AF-8023-090144CF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09B1BD3-BC2A-41B6-A787-807D0807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bbffd2f2b417c">
            <a:extLst>
              <a:ext uri="{96DAC541-7B7A-43D3-8B79-37D633B846F1}">
                <asvg:svgBlip xmlns:asvg="http://schemas.microsoft.com/office/drawing/2016/SVG/main" r:embed="R7eb4b4d385e646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DCDDF8F-9B64-4136-9112-946C39F4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39B4DD8-C954-4676-B4BD-0A89AA8A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96BE61E-F950-4633-9295-2845F6CA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a217928124edb">
            <a:extLst>
              <a:ext uri="{96DAC541-7B7A-43D3-8B79-37D633B846F1}">
                <asvg:svgBlip xmlns:asvg="http://schemas.microsoft.com/office/drawing/2016/SVG/main" r:embed="R99a0246c6ba64f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79463EC7-4BDC-4587-98B5-8B18A462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FD816836-129F-4FB7-93A2-7A08CB99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01490A6-D8D3-4EBD-8E53-85FEE1B9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C121257-BB57-4D64-B855-075E4A42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E0194FBA-DA00-4EF2-9212-95148F5B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01D0A5EC-EE3C-4BC8-A7F0-484318BC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2e4aa91be49d9">
            <a:extLst>
              <a:ext uri="{96DAC541-7B7A-43D3-8B79-37D633B846F1}">
                <asvg:svgBlip xmlns:asvg="http://schemas.microsoft.com/office/drawing/2016/SVG/main" r:embed="R208e4d94b71043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7A382154-AE3B-4E8C-86D6-0D09409C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C6FE2F9E-CEBF-46C8-9536-0131C03C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0AF6867F-A6AF-456F-830F-41B10140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43949247b04bd1">
            <a:extLst>
              <a:ext uri="{96DAC541-7B7A-43D3-8B79-37D633B846F1}">
                <asvg:svgBlip xmlns:asvg="http://schemas.microsoft.com/office/drawing/2016/SVG/main" r:embed="R5bdb443f585f4e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9ABE65BE-277B-4E71-AF9C-6FA0BF5B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ECDD205-0512-4C70-987C-87245F47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F7560A45-3F46-4828-B2BA-EF3EF804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DE5B5F0A-0AC3-4A49-BFCD-31C593CC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0D809193-AABF-4B83-BF5D-B4394668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28ECF68C-9A12-446E-9D07-044B72B5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35a8f75b445fd">
            <a:extLst>
              <a:ext uri="{96DAC541-7B7A-43D3-8B79-37D633B846F1}">
                <asvg:svgBlip xmlns:asvg="http://schemas.microsoft.com/office/drawing/2016/SVG/main" r:embed="R1096742483ac43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476BC3B5-2D12-475E-8A14-59A14B54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BDB3CADF-686D-4F85-8D14-A3C0A809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E538613D-6F28-474F-8FA0-5B7EF681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88dd28c954ffc">
            <a:extLst>
              <a:ext uri="{96DAC541-7B7A-43D3-8B79-37D633B846F1}">
                <asvg:svgBlip xmlns:asvg="http://schemas.microsoft.com/office/drawing/2016/SVG/main" r:embed="Rcf61c5c3853747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86BA58E6-F66C-44F5-919D-000D81DF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D97481DB-9368-4290-87A2-9AC91AA8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B2C4FA5B-B0CC-40A1-A5A9-502CE366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53CC9A60-DF65-49D2-B8D6-FF7F7585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A044E8FC-3262-4A93-A8EA-E545B7E9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C405D4E-7CF2-41C5-9E0B-F8AF0595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CCCC107-590B-40D2-B364-544AD517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EFB81EC2-BE8C-40FD-A432-D248CB94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BE44DCB-AB79-4110-8A31-D2381B26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528D51C-58C4-4A69-AF9F-9DFFAB0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C84B749A-01FF-4FBA-A4BC-FD1D96AD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20BB9AB2-158F-42AC-88C0-190B05CD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2D8A457-8E05-4DAB-87ED-93E37CF0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3C2EA21-D811-4180-8180-BD04179A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0742C3D7-5CDE-441C-8C7C-15C6D272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9BC65EEF-B4E9-40EF-8845-8EA0E792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ed4f00da6c418f">
            <a:extLst>
              <a:ext uri="{96DAC541-7B7A-43D3-8B79-37D633B846F1}">
                <asvg:svgBlip xmlns:asvg="http://schemas.microsoft.com/office/drawing/2016/SVG/main" r:embed="Rb355215fb47744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5936A1F2-6070-49EA-9600-56782456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26c6c0fc84e25">
            <a:extLst>
              <a:ext uri="{96DAC541-7B7A-43D3-8B79-37D633B846F1}">
                <asvg:svgBlip xmlns:asvg="http://schemas.microsoft.com/office/drawing/2016/SVG/main" r:embed="R4ed74020f2e240e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7307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A4EF3DF-2EDD-4824-9FFD-7D427D5F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825D5F88-067C-4EF6-BD20-4937F2E6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EE8F00D8-BACE-43FD-A2F1-F00D1347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6AC1E12F-B4C2-410A-8E4C-AC866E35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EE76EDB-5971-41FA-B452-9609F9F6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E1AD89C-5BCB-4309-8152-2A89C078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066197C-02F2-4BB0-B8E2-8F17F4C6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2bc37a83c45d7">
            <a:extLst>
              <a:ext uri="{96DAC541-7B7A-43D3-8B79-37D633B846F1}">
                <asvg:svgBlip xmlns:asvg="http://schemas.microsoft.com/office/drawing/2016/SVG/main" r:embed="Rd4001faa99d442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483CE10-22BA-4670-BD18-E8B9311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13EFD18-D9A2-4164-9322-968582BE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1E94FB88-68DF-46F6-845B-B12BA3E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2fe6f154024f29">
            <a:extLst>
              <a:ext uri="{96DAC541-7B7A-43D3-8B79-37D633B846F1}">
                <asvg:svgBlip xmlns:asvg="http://schemas.microsoft.com/office/drawing/2016/SVG/main" r:embed="R13b8aee4710a48a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51F48266-AC4D-4BC1-891B-1DFE71A5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431166DC-8E11-40DD-BD27-8E84526C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FD35F70-A2E5-4859-BF0B-16822C1B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48f672aa1a4ede">
            <a:extLst>
              <a:ext uri="{96DAC541-7B7A-43D3-8B79-37D633B846F1}">
                <asvg:svgBlip xmlns:asvg="http://schemas.microsoft.com/office/drawing/2016/SVG/main" r:embed="R2b33921d173e43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950507E-DCBE-433E-901E-1E55576B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739C6018-96A7-4934-96C2-47B1E5EE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FCCAC15B-72C8-4B6A-8BED-B16C0DA6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6ff89ae964f6c">
            <a:extLst>
              <a:ext uri="{96DAC541-7B7A-43D3-8B79-37D633B846F1}">
                <asvg:svgBlip xmlns:asvg="http://schemas.microsoft.com/office/drawing/2016/SVG/main" r:embed="Rdd1f938eef144e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243ABF8-6141-46F9-88F1-9AB3B7C6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0BBFBD3-DA3A-486B-AF00-46BFBC00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68254D0F-9E2F-4D22-8013-E11C608A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21A1EF1-7CFC-414A-A24B-3EC23862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0A096750-C386-4639-97FA-032961D1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61789A46-5FB7-4A1C-B1EB-D953E8D1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978e1a5c0444a">
            <a:extLst>
              <a:ext uri="{96DAC541-7B7A-43D3-8B79-37D633B846F1}">
                <asvg:svgBlip xmlns:asvg="http://schemas.microsoft.com/office/drawing/2016/SVG/main" r:embed="Rf277a9a24cee4a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EDDDEECF-8B77-40E3-8962-9B9927FC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664742E-5A20-4B8E-BE65-70CBCD9E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EAF4C48-43EA-4B20-B4B8-E9CB93D1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c7e96cace9491e">
            <a:extLst>
              <a:ext uri="{96DAC541-7B7A-43D3-8B79-37D633B846F1}">
                <asvg:svgBlip xmlns:asvg="http://schemas.microsoft.com/office/drawing/2016/SVG/main" r:embed="Re9b9272aac604e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CA1046CD-C979-4799-BE45-65909715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044EDE43-4C95-45A4-AB50-7226E97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79F158F-131F-4E3E-8355-C416B36A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3B5F214B-9D75-4D53-9BEA-4398A4C4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08AAD82E-E3CD-452E-8328-0574F0C4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065DED37-5AE7-432F-9E4A-B714C30F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0977ded4342c4">
            <a:extLst>
              <a:ext uri="{96DAC541-7B7A-43D3-8B79-37D633B846F1}">
                <asvg:svgBlip xmlns:asvg="http://schemas.microsoft.com/office/drawing/2016/SVG/main" r:embed="R3a0faed036f045c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6E37B128-20CA-45DC-B6B7-CF83ACE7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036373B1-F162-4234-8988-9D04F12C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E7CE454-B4D6-4503-8739-2D7D82D7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32df59b054b45">
            <a:extLst>
              <a:ext uri="{96DAC541-7B7A-43D3-8B79-37D633B846F1}">
                <asvg:svgBlip xmlns:asvg="http://schemas.microsoft.com/office/drawing/2016/SVG/main" r:embed="Rf6602d54818b40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12535D8A-1004-4601-9CD4-7CAE62C5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A7B1FC90-5059-400F-8523-9C9986AB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795EC2C-5ACF-45A1-AD13-E688AFF7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9028E0D-AE03-4755-AEC1-27F8EA85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F2A390F8-B36D-4955-85E8-8B6471A5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75012C97-66AE-41AD-9DB1-605D2582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CCE9B566-176A-4871-B232-71DEF7A2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71E0C1C-D719-477F-99B2-10025131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485512D0-0DA8-47FA-AEAA-CDF7FF4F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8B8A6D0-D260-4C0D-9083-1DBDE10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739E538-0A2F-4D3F-A475-65557D33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DC5AA98-870F-4425-8281-2BA52D92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14A1BEF4-6894-49B1-A056-666B9EAC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F5357FBB-6F69-44E2-A46A-C8A53092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5392AF9-745B-4588-BC3B-62075E49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F4D027D0-BA48-4B08-9A70-02C55AB6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0e681e4e3446c2">
            <a:extLst>
              <a:ext uri="{96DAC541-7B7A-43D3-8B79-37D633B846F1}">
                <asvg:svgBlip xmlns:asvg="http://schemas.microsoft.com/office/drawing/2016/SVG/main" r:embed="R7bdc692f88484d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A13ED32B-E605-41E0-B290-7C1A8AF6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dd8a2b8594a17">
            <a:extLst>
              <a:ext uri="{96DAC541-7B7A-43D3-8B79-37D633B846F1}">
                <asvg:svgBlip xmlns:asvg="http://schemas.microsoft.com/office/drawing/2016/SVG/main" r:embed="R4c3e41e204a54d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AEDAA42-D385-4A87-826B-21ED791D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784dc8e1b49cc">
            <a:extLst>
              <a:ext uri="{96DAC541-7B7A-43D3-8B79-37D633B846F1}">
                <asvg:svgBlip xmlns:asvg="http://schemas.microsoft.com/office/drawing/2016/SVG/main" r:embed="Reb0706e7e0bb49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9201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78194076-253F-43EB-A15A-1E73082C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52CA3979-19E3-494F-BEB4-CF41D5C0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5AA26A09-EC89-4A25-BB9F-ECD4E278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AD74C20-577E-4E6A-B209-F8FC2B28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CAD9B25-34BF-49D4-9AAD-8F972932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2D2EF876-86A3-4607-8323-296E8EC1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26AFF39-B788-408B-B0EA-66A6C651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ac1acf30147cb">
            <a:extLst>
              <a:ext uri="{96DAC541-7B7A-43D3-8B79-37D633B846F1}">
                <asvg:svgBlip xmlns:asvg="http://schemas.microsoft.com/office/drawing/2016/SVG/main" r:embed="R510f7288896745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25AE9033-A9EA-4D23-97E7-9B68C2DD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5B7D1A7-6D7B-4281-808C-A6E87072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F6C0CF8-CD41-4348-A567-BDC428C0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36ebc84064152">
            <a:extLst>
              <a:ext uri="{96DAC541-7B7A-43D3-8B79-37D633B846F1}">
                <asvg:svgBlip xmlns:asvg="http://schemas.microsoft.com/office/drawing/2016/SVG/main" r:embed="Rdba9cc380efe4f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8A112D68-E0A7-439A-84CF-9A843CA9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66ED030F-8E8A-4E98-80C8-0388CEE6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5C00987-C88C-4404-B046-3C374AB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0d29be417149d5">
            <a:extLst>
              <a:ext uri="{96DAC541-7B7A-43D3-8B79-37D633B846F1}">
                <asvg:svgBlip xmlns:asvg="http://schemas.microsoft.com/office/drawing/2016/SVG/main" r:embed="Rf724860fef714b4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5290A464-89C1-44B6-AAB1-E0D24533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F56FB491-CCA1-4F56-9C58-168CAB34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EC4FA29-FBA5-4CBF-BBA0-AB3D5C3B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ebc0f9d9154e1d">
            <a:extLst>
              <a:ext uri="{96DAC541-7B7A-43D3-8B79-37D633B846F1}">
                <asvg:svgBlip xmlns:asvg="http://schemas.microsoft.com/office/drawing/2016/SVG/main" r:embed="Rd4c3ec1077704f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B5D99D8-E019-4762-AF62-50805A84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37AC60B6-81F5-41EE-B6D0-CA99E426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E8E903F-7442-47C5-9F23-70EDD89A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6BF3348-C26F-4E5D-86DE-EF4CEFCF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13513F7-0415-4539-BBCA-E6BF593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804CCAAA-1908-454C-95D1-A6924D23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440de820104f7e">
            <a:extLst>
              <a:ext uri="{96DAC541-7B7A-43D3-8B79-37D633B846F1}">
                <asvg:svgBlip xmlns:asvg="http://schemas.microsoft.com/office/drawing/2016/SVG/main" r:embed="Rca4a122c3bc744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C0196414-00EE-41C6-AA31-7F0318C9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958BAD7E-EB8E-43B3-9AF6-1CB1C245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0262C0F8-F283-4F43-928B-1D63D9F6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f946a3321542ac">
            <a:extLst>
              <a:ext uri="{96DAC541-7B7A-43D3-8B79-37D633B846F1}">
                <asvg:svgBlip xmlns:asvg="http://schemas.microsoft.com/office/drawing/2016/SVG/main" r:embed="R08caab36222b45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70370E6-659C-4A80-A817-176A627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56E124C-9F7D-48CC-A0CF-ED9114BF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7E37C382-996B-49B8-87EE-8DE6D9DD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67E1E511-6B6D-43C5-A750-D9DC0315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AD0C1CBF-BCFE-431A-89E1-B896F7D1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CA7711D2-42C0-4024-8882-53CB118A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1d2e6be7c4126">
            <a:extLst>
              <a:ext uri="{96DAC541-7B7A-43D3-8B79-37D633B846F1}">
                <asvg:svgBlip xmlns:asvg="http://schemas.microsoft.com/office/drawing/2016/SVG/main" r:embed="Re836350bb95241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1FF26E7C-AAEE-4060-AA13-C16B7FB1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4A8A0807-10E4-4491-A98B-3C96DC94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E2B251DD-40BA-4FB4-ABBF-B2E37C21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4475c4bd14404">
            <a:extLst>
              <a:ext uri="{96DAC541-7B7A-43D3-8B79-37D633B846F1}">
                <asvg:svgBlip xmlns:asvg="http://schemas.microsoft.com/office/drawing/2016/SVG/main" r:embed="Reb7bbc542a6f40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85101FF9-E5EC-4666-8ABC-B0506480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78DD555A-F9B6-4B08-AAAF-C24D18C7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ABE096F-089A-4322-86F1-5D8C5CB3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DCC4F72-50C8-46FC-BDBD-4343F011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9CB3961A-D572-4D6B-9AE7-AFE36AA4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96761BB4-2C24-413F-8B37-494350A6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7295539C-7052-49B3-A02F-5FD64ACA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A1B2D65-DED4-4889-9072-B815C83B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0050AAD0-E32F-4AFA-BE20-114311AE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94341CC-3861-4779-AAF3-B5A3E5E5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751790C-0E81-4ABB-8427-35809A01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3393B702-FFF0-46B5-80B5-8DE77028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E3C9B21-1A9B-496F-8FC2-FB2F9C6A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7CAF636-3105-46EB-BF5C-BD4DD867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C17061DE-BE2D-4613-A895-9BB9CB63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A27791D-B7C0-4779-9B08-30EF7F26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d2ae310c540fc">
            <a:extLst>
              <a:ext uri="{96DAC541-7B7A-43D3-8B79-37D633B846F1}">
                <asvg:svgBlip xmlns:asvg="http://schemas.microsoft.com/office/drawing/2016/SVG/main" r:embed="R431250d320c943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9FC32A7-2F03-4F61-A9F1-F95711B1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6f16fdf4344e1">
            <a:extLst>
              <a:ext uri="{96DAC541-7B7A-43D3-8B79-37D633B846F1}">
                <asvg:svgBlip xmlns:asvg="http://schemas.microsoft.com/office/drawing/2016/SVG/main" r:embed="R1ead1977cd8244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4C6A9BF-9B67-4868-833A-34549904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ab4a6d3bd04c90">
            <a:extLst>
              <a:ext uri="{96DAC541-7B7A-43D3-8B79-37D633B846F1}">
                <asvg:svgBlip xmlns:asvg="http://schemas.microsoft.com/office/drawing/2016/SVG/main" r:embed="R447613e488704d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C8D5DDF9-71BC-4DD4-9520-D0B422C8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c9ed66030440c5">
            <a:extLst>
              <a:ext uri="{96DAC541-7B7A-43D3-8B79-37D633B846F1}">
                <asvg:svgBlip xmlns:asvg="http://schemas.microsoft.com/office/drawing/2016/SVG/main" r:embed="Ra45a4495adc64a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35350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3EABA582-78D7-4CB4-A6C4-BE68DA06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E9F3928E-D507-4443-8E6A-32B8F8A7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F58B8C0D-BFF4-41A3-A891-862B6CBF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90CE197-8A45-48CA-BADC-E6D5CC48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A2FC6F1-3321-4382-BF90-5FD46D12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C42ABA9-59B5-46C0-B25A-CDC225CC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35EFC96C-E319-4D6C-A815-1F6E8418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40c30283694cc6">
            <a:extLst>
              <a:ext uri="{96DAC541-7B7A-43D3-8B79-37D633B846F1}">
                <asvg:svgBlip xmlns:asvg="http://schemas.microsoft.com/office/drawing/2016/SVG/main" r:embed="R28c0f9e4ab3140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746F888F-B357-4A42-8D6B-721944D0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0393442-C428-405B-8E0F-42125141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E2F805D1-D41B-462F-A6A6-C6BAAD2D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535c4c22446c7">
            <a:extLst>
              <a:ext uri="{96DAC541-7B7A-43D3-8B79-37D633B846F1}">
                <asvg:svgBlip xmlns:asvg="http://schemas.microsoft.com/office/drawing/2016/SVG/main" r:embed="R08eebf461f494e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FF243EE-A376-472B-961E-6B80F483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182EBACF-2D4A-487B-9DEF-F393FB3A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3BB6F53-1123-48C5-8204-833846BA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042ef2be0f4c58">
            <a:extLst>
              <a:ext uri="{96DAC541-7B7A-43D3-8B79-37D633B846F1}">
                <asvg:svgBlip xmlns:asvg="http://schemas.microsoft.com/office/drawing/2016/SVG/main" r:embed="R55a06a490ad94d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4A1D5E6-A56B-4CB1-BBA1-0E70DDE6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7E003CC1-E5E2-429C-BE00-09A1FA3F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5B4D2C5D-4D79-4981-A2A0-4F651AA7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2f064898e4616">
            <a:extLst>
              <a:ext uri="{96DAC541-7B7A-43D3-8B79-37D633B846F1}">
                <asvg:svgBlip xmlns:asvg="http://schemas.microsoft.com/office/drawing/2016/SVG/main" r:embed="Ra96181e5a2544d1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175F3348-FB47-4089-B1E8-F66BBE32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F139EA5C-0393-4A66-B228-3B945AC1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3A898AD-5564-462F-BE21-9D6C0328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B03696C-BF29-45B2-8DA7-F20539CD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4A650E7E-3A78-4266-A3F1-C34B79C8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80D19CAB-3AFC-4154-92C8-1273EAFE7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b3923e6a744709">
            <a:extLst>
              <a:ext uri="{96DAC541-7B7A-43D3-8B79-37D633B846F1}">
                <asvg:svgBlip xmlns:asvg="http://schemas.microsoft.com/office/drawing/2016/SVG/main" r:embed="R892457dcf4e942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38E7C5B0-AADD-46D9-A952-A84109AB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E6EB436F-DB0A-4C68-A771-40CF013C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1B87DD8B-3C3C-4EA6-A9EC-3A706566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95fac2b6042f5">
            <a:extLst>
              <a:ext uri="{96DAC541-7B7A-43D3-8B79-37D633B846F1}">
                <asvg:svgBlip xmlns:asvg="http://schemas.microsoft.com/office/drawing/2016/SVG/main" r:embed="Ra1a01fa791014d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D3480D9-32C0-4ABD-B2EB-8DE4D732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6AE6136-9E01-48BD-A7FB-160E6E3E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214D3D4B-199A-40D1-86D4-A730DC9C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77926BD7-F7A5-4E17-B4AB-22000FC5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B1D2722A-79BC-48F0-B8E3-21462B3B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FB1B2532-3F63-44A5-8DC6-2AD0D150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aebd57e9b499a">
            <a:extLst>
              <a:ext uri="{96DAC541-7B7A-43D3-8B79-37D633B846F1}">
                <asvg:svgBlip xmlns:asvg="http://schemas.microsoft.com/office/drawing/2016/SVG/main" r:embed="Rcfff0c96236a40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B57DA1CF-F919-4099-92D2-6122921B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8BEF938D-DC61-4C19-BE89-878125F0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559E5127-3B70-48C3-946E-FEFB2A6F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02c47f5234401e">
            <a:extLst>
              <a:ext uri="{96DAC541-7B7A-43D3-8B79-37D633B846F1}">
                <asvg:svgBlip xmlns:asvg="http://schemas.microsoft.com/office/drawing/2016/SVG/main" r:embed="R75a525c2e85a43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411F4A82-FD6F-490B-A19B-C8E63AA5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A8289AFB-81F8-4ED3-9FE4-FB35F4A3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D58B1CE5-5B89-4470-84A2-F478EDDB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8F450115-DECD-4A02-9AEA-547413CD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1B1CF78-A6DC-451A-8362-83BD886F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3B1F35CE-6ED3-4095-B9C7-D86A1310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B0C14D0-4C57-4C15-B1FE-B8082255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79620198-1A71-4708-A234-718DF832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4FA2AD3E-96B1-4D1D-AC19-23B7729D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1335CA57-BA9C-4932-869F-A2502FFA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E547AC1-F10C-4FE2-A691-7C7386DE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992468BB-B0F2-40B6-81A3-F00FAE7B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0148582-882A-4ABB-A7E8-087CB8D1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64F5B8F-C69C-44B7-89B0-3D126E31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F2CAE12F-8D72-4DB2-9195-972C5B40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22F3F25E-A0D0-41F4-919D-6469CFC5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fa4a9ec6b9485b">
            <a:extLst>
              <a:ext uri="{96DAC541-7B7A-43D3-8B79-37D633B846F1}">
                <asvg:svgBlip xmlns:asvg="http://schemas.microsoft.com/office/drawing/2016/SVG/main" r:embed="R20251690107f4c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378FB643-E548-4A7A-A466-C5DE63E7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2e6eee171642d5">
            <a:extLst>
              <a:ext uri="{96DAC541-7B7A-43D3-8B79-37D633B846F1}">
                <asvg:svgBlip xmlns:asvg="http://schemas.microsoft.com/office/drawing/2016/SVG/main" r:embed="R50ac72c6df2b42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FCC736E0-AB44-4033-8B72-AFF971AD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6a9bb1c6147dc">
            <a:extLst>
              <a:ext uri="{96DAC541-7B7A-43D3-8B79-37D633B846F1}">
                <asvg:svgBlip xmlns:asvg="http://schemas.microsoft.com/office/drawing/2016/SVG/main" r:embed="Rcf124922ce0342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0F8ED6F0-0DA5-4748-9B46-1C6A9963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52d55bf4744fb">
            <a:extLst>
              <a:ext uri="{96DAC541-7B7A-43D3-8B79-37D633B846F1}">
                <asvg:svgBlip xmlns:asvg="http://schemas.microsoft.com/office/drawing/2016/SVG/main" r:embed="Rf7d1243b72b949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04600F13-70F6-4675-8EF7-F7BE5772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ba9e10f744853">
            <a:extLst>
              <a:ext uri="{96DAC541-7B7A-43D3-8B79-37D633B846F1}">
                <asvg:svgBlip xmlns:asvg="http://schemas.microsoft.com/office/drawing/2016/SVG/main" r:embed="Rdacdc8631e9c4d3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71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37CEFBF-F533-4099-A246-0CD19C60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47539E2-7101-419F-8ADB-171D34CA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80D3FD84-6C5D-4877-9B59-D5EE0A4C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18ADE52-8CD1-4F95-88FE-AF8D2841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3F9A4519-9173-4145-98EF-60F4EBB0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88674307-1F17-41CE-B8CD-97F16237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672B337-C57B-45F7-A455-261F0FD1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f4a4225d44e5f">
            <a:extLst>
              <a:ext uri="{96DAC541-7B7A-43D3-8B79-37D633B846F1}">
                <asvg:svgBlip xmlns:asvg="http://schemas.microsoft.com/office/drawing/2016/SVG/main" r:embed="Rf8228d3760e540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CE3FAA9E-6BAE-4874-B6ED-8DF29D7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CE4CAD99-9B1B-4492-AEA5-3AD6ABB0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02A54C7-D049-4107-89B1-B7940622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8ef471bd3b4a28">
            <a:extLst>
              <a:ext uri="{96DAC541-7B7A-43D3-8B79-37D633B846F1}">
                <asvg:svgBlip xmlns:asvg="http://schemas.microsoft.com/office/drawing/2016/SVG/main" r:embed="R03bcd9f618d249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EA99D941-1EA2-4CDA-B5E5-C66C970A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FE68B45-2349-49DB-A440-69326183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4293CD7-BB3D-453F-B77B-57BF0A18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346f1f9ba42bc">
            <a:extLst>
              <a:ext uri="{96DAC541-7B7A-43D3-8B79-37D633B846F1}">
                <asvg:svgBlip xmlns:asvg="http://schemas.microsoft.com/office/drawing/2016/SVG/main" r:embed="R67c28a1523f24c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1D2C8C14-C679-44F9-AEC9-59CC0AF9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20DFE48-02D0-4E94-BC16-DDC13B81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3BD1958F-AAB0-4527-9737-50800649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7a695c4d44b91">
            <a:extLst>
              <a:ext uri="{96DAC541-7B7A-43D3-8B79-37D633B846F1}">
                <asvg:svgBlip xmlns:asvg="http://schemas.microsoft.com/office/drawing/2016/SVG/main" r:embed="Rfb632dbb1ad44d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8125957E-42BB-4927-BB7F-7255AD1D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1C5B9185-5329-4CA7-AE97-75901B5D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88F19E9-DF9A-4101-8061-8C35C3C4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BA6C947-68E2-4900-A891-3D403DED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A9F41233-8606-499F-8278-E2B2577D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8CBE826-1CA0-45A7-B3F7-33937F21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04be4027b4852">
            <a:extLst>
              <a:ext uri="{96DAC541-7B7A-43D3-8B79-37D633B846F1}">
                <asvg:svgBlip xmlns:asvg="http://schemas.microsoft.com/office/drawing/2016/SVG/main" r:embed="R6b52c34f568743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DB3B8721-B927-47E6-9AAE-B5FA37B0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61F9FC5-0B09-4923-9088-01C5F3BB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FFA2F1F-A6D0-4ACC-A6CB-AC184B3E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7a1ef8e034bf4">
            <a:extLst>
              <a:ext uri="{96DAC541-7B7A-43D3-8B79-37D633B846F1}">
                <asvg:svgBlip xmlns:asvg="http://schemas.microsoft.com/office/drawing/2016/SVG/main" r:embed="Reeb38a25c5e24d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6A61E9E6-7EB7-4589-A000-2F2E47A0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22BF61A5-3950-4136-B80B-E60AD998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2BF9E7B3-55C6-4F6F-A284-6E0C15AB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78937065-94C2-4B18-9664-5B0847F4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2E5FB6AF-95E9-4A3D-B43B-E4D3D935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23C2E6B8-EBF8-4AAC-9BD0-34927F08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0062da2fd4556">
            <a:extLst>
              <a:ext uri="{96DAC541-7B7A-43D3-8B79-37D633B846F1}">
                <asvg:svgBlip xmlns:asvg="http://schemas.microsoft.com/office/drawing/2016/SVG/main" r:embed="R60a436141be548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81934BF6-60E2-49BB-8BB8-B692B93A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75232819-A5A3-49BA-9B53-5436980A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5A693997-A04D-4C4F-8CEF-03FE3F6B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5dc1d58914d5c">
            <a:extLst>
              <a:ext uri="{96DAC541-7B7A-43D3-8B79-37D633B846F1}">
                <asvg:svgBlip xmlns:asvg="http://schemas.microsoft.com/office/drawing/2016/SVG/main" r:embed="Red9ed7b104e945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FC8F2A8-D1F8-4E75-B1DC-9323A466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50A0DBC7-585D-44EB-B9D0-A2E0F922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B97A653-8D9F-4C97-BF5B-CA0ED61C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2FC5DA9-173E-4DE8-9F83-F659F4E5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5517244-F799-4F7B-9CB1-F98934EB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B54960D-4096-478B-BBF4-E23682D7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84D45340-B47A-4466-B0C9-6E2B0CC9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9EC4313-8001-4347-B8CF-22521820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D288470-29AF-4C15-8D1C-D8F121DD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011CE88-7E82-4E20-BAD0-686829FD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7F4CFE3-906B-495C-9B8D-5DBA6241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E8F473D5-17D2-4C06-9DD4-43727978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ABD2C36-5270-4AC8-96F4-2FA61E20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3C199014-F02D-4DBB-BEB6-D8A9202E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64D35E0-5B8A-4D0D-B43B-7AF255C4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B33F2FBF-A6E4-4FBB-88AE-96D56C1E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69adee29c4d57">
            <a:extLst>
              <a:ext uri="{96DAC541-7B7A-43D3-8B79-37D633B846F1}">
                <asvg:svgBlip xmlns:asvg="http://schemas.microsoft.com/office/drawing/2016/SVG/main" r:embed="R88717bd735234f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52975D5-5036-4DEF-A80C-29909FA4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7f8c4b2f74b8d">
            <a:extLst>
              <a:ext uri="{96DAC541-7B7A-43D3-8B79-37D633B846F1}">
                <asvg:svgBlip xmlns:asvg="http://schemas.microsoft.com/office/drawing/2016/SVG/main" r:embed="R09e2dc8e679d4e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16C6F3A-98A4-4B75-9B2A-F021CE12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e295b7cef4495">
            <a:extLst>
              <a:ext uri="{96DAC541-7B7A-43D3-8B79-37D633B846F1}">
                <asvg:svgBlip xmlns:asvg="http://schemas.microsoft.com/office/drawing/2016/SVG/main" r:embed="R13deed434fdd4e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01F28B6F-F620-444A-90BE-6B1EB669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89bcb9d1c4411b">
            <a:extLst>
              <a:ext uri="{96DAC541-7B7A-43D3-8B79-37D633B846F1}">
                <asvg:svgBlip xmlns:asvg="http://schemas.microsoft.com/office/drawing/2016/SVG/main" r:embed="R2b7449fe2d7547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386A39E8-6FDC-45D3-986E-84AE3012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ec684d0a749b8">
            <a:extLst>
              <a:ext uri="{96DAC541-7B7A-43D3-8B79-37D633B846F1}">
                <asvg:svgBlip xmlns:asvg="http://schemas.microsoft.com/office/drawing/2016/SVG/main" r:embed="R0a96004e76d840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DB58EF3A-9272-47D3-9C45-F81D304B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ed9d958604a86">
            <a:extLst>
              <a:ext uri="{96DAC541-7B7A-43D3-8B79-37D633B846F1}">
                <asvg:svgBlip xmlns:asvg="http://schemas.microsoft.com/office/drawing/2016/SVG/main" r:embed="Ra733a055d72047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9415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6C9100B-4ABA-4FA4-9D24-008D4907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A8F14C11-13C5-427D-B199-EAAE27A4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CA074E5B-1893-47AA-8759-0A58DC97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D55FF2D-FFAD-4231-A02F-687F0E05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9931456-F7FD-4603-B9F1-26AB6BAE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1F4C3181-051C-4E90-8AC6-884B3A9D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FAA8BD5-CA9E-40AB-8681-B4360CBE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987998c9f49f3">
            <a:extLst>
              <a:ext uri="{96DAC541-7B7A-43D3-8B79-37D633B846F1}">
                <asvg:svgBlip xmlns:asvg="http://schemas.microsoft.com/office/drawing/2016/SVG/main" r:embed="R096e6054a12541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73FF8B2C-7A57-40C7-91ED-CC51478C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CA3612E9-35EE-41DA-A971-5B5D59B2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35AAC63E-F5A9-4778-883A-076CE373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a94308a9b4a1b">
            <a:extLst>
              <a:ext uri="{96DAC541-7B7A-43D3-8B79-37D633B846F1}">
                <asvg:svgBlip xmlns:asvg="http://schemas.microsoft.com/office/drawing/2016/SVG/main" r:embed="R0be7e312933542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6A9F4375-B5A5-43DC-90EB-70A8315E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48D264D5-4CF9-4729-AE4A-98339AA1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4CC5C5EF-F793-44A8-9763-8DA3B5EA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0dcb9674f41ef">
            <a:extLst>
              <a:ext uri="{96DAC541-7B7A-43D3-8B79-37D633B846F1}">
                <asvg:svgBlip xmlns:asvg="http://schemas.microsoft.com/office/drawing/2016/SVG/main" r:embed="R6e4bb105781046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A8133E20-0672-4614-8CF1-11DA0877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70A569FB-45F5-447E-9C1C-C5F6025D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866F43E2-A277-410A-96E8-333FE869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ed5b68de04a56">
            <a:extLst>
              <a:ext uri="{96DAC541-7B7A-43D3-8B79-37D633B846F1}">
                <asvg:svgBlip xmlns:asvg="http://schemas.microsoft.com/office/drawing/2016/SVG/main" r:embed="R7184838b28c84c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208A56F-21D3-4C38-9C56-1B275170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70B20DF4-2EBC-41A1-AE7F-02202A20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BF0452F-1994-4837-95F4-BCFE5171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556CAA3-72EC-4A44-B967-5271F72F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8DC6F2A-D04B-4EBE-A0FC-5CB3B8F0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CC5A4C4-5FC7-4320-BC77-A8E4D16B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33a88facd44f3">
            <a:extLst>
              <a:ext uri="{96DAC541-7B7A-43D3-8B79-37D633B846F1}">
                <asvg:svgBlip xmlns:asvg="http://schemas.microsoft.com/office/drawing/2016/SVG/main" r:embed="R00fb8e7740df4f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935C9908-F9E4-4E45-991E-C77E869A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AF1196EA-16E3-48D9-BCB2-C2CAE5DC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1C75162-5500-4B27-BEF6-55D792D3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1c6640a0f4fed">
            <a:extLst>
              <a:ext uri="{96DAC541-7B7A-43D3-8B79-37D633B846F1}">
                <asvg:svgBlip xmlns:asvg="http://schemas.microsoft.com/office/drawing/2016/SVG/main" r:embed="Rec94985b223a49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A08A94B-A8A0-42D5-8C8B-C2D0CC8F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788FBAC-BCE2-4CF6-BED1-1A9701A7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E7B1ACF5-7720-4617-8AEB-E84D1FC0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AE424F7D-BE27-4615-B009-1EB342E5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A6ED7418-CCEC-479B-9116-FE8981FD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FA991489-5105-46F3-9749-F5FE058F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a90f5aac04763">
            <a:extLst>
              <a:ext uri="{96DAC541-7B7A-43D3-8B79-37D633B846F1}">
                <asvg:svgBlip xmlns:asvg="http://schemas.microsoft.com/office/drawing/2016/SVG/main" r:embed="Rb28c9019ff7e42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BDFBE253-7FB7-46B0-BB70-79F62DE4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C42D5CC3-000D-4EB6-A700-2C39C925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A848BCC0-F672-414C-B2B1-48F98954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a47c16fc64b72">
            <a:extLst>
              <a:ext uri="{96DAC541-7B7A-43D3-8B79-37D633B846F1}">
                <asvg:svgBlip xmlns:asvg="http://schemas.microsoft.com/office/drawing/2016/SVG/main" r:embed="R8aa8d2d671e74d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777CBFC-4FB8-45D3-86DB-5A512800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CE8CFCBE-7324-4889-8262-A2A5270D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42872FD-F6B5-44BC-9625-E6375D99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21A2A39-4227-4BE4-A279-87EE6BEA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F68D8F9-D284-4B38-90D3-6EFD2E61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D8E4566-AA0B-4D43-A69C-B4C19A33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8574007D-E397-4D1F-8265-256C1898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C32FAAB-0C58-48FB-A435-5A74E313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23C69FEE-FF0A-42CB-BBB5-D01EBECC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B932274-DE5B-4AF4-BF9B-7DEC7E01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8DC5FAA-FC1A-4BE3-9B4A-8EFADB41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3A308652-CF1B-41BF-A28F-3C74773E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28C1A30-1851-4B1A-B80A-A039A5BE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E1BBFA3-9824-495E-8860-A91A0BD9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AE48F2B-D4B3-4BEB-9C13-5278A515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6ED2887-6358-4DEF-AA9B-2EB0FA72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cfadd932c47ac">
            <a:extLst>
              <a:ext uri="{96DAC541-7B7A-43D3-8B79-37D633B846F1}">
                <asvg:svgBlip xmlns:asvg="http://schemas.microsoft.com/office/drawing/2016/SVG/main" r:embed="Rb56ee282123144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6380A0A7-7065-473F-B6D6-58FC1490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709697ef5483a">
            <a:extLst>
              <a:ext uri="{96DAC541-7B7A-43D3-8B79-37D633B846F1}">
                <asvg:svgBlip xmlns:asvg="http://schemas.microsoft.com/office/drawing/2016/SVG/main" r:embed="R799ee306264f43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B2F90EF8-72E5-4C52-9C40-A2A62815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3eccac78bc43a3">
            <a:extLst>
              <a:ext uri="{96DAC541-7B7A-43D3-8B79-37D633B846F1}">
                <asvg:svgBlip xmlns:asvg="http://schemas.microsoft.com/office/drawing/2016/SVG/main" r:embed="R06acb296087f4c7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CFDB7D5E-4ED9-4B33-9289-C1A420B3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021d9485e42f1">
            <a:extLst>
              <a:ext uri="{96DAC541-7B7A-43D3-8B79-37D633B846F1}">
                <asvg:svgBlip xmlns:asvg="http://schemas.microsoft.com/office/drawing/2016/SVG/main" r:embed="R38a5df5e362d49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FF7B41C7-A44B-4F47-A6C4-196DED4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1c14a57975460b">
            <a:extLst>
              <a:ext uri="{96DAC541-7B7A-43D3-8B79-37D633B846F1}">
                <asvg:svgBlip xmlns:asvg="http://schemas.microsoft.com/office/drawing/2016/SVG/main" r:embed="R96dcac9aee0749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EC06C8DB-0BDF-4CD4-AC4D-6410D371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8df157b9c4e02">
            <a:extLst>
              <a:ext uri="{96DAC541-7B7A-43D3-8B79-37D633B846F1}">
                <asvg:svgBlip xmlns:asvg="http://schemas.microsoft.com/office/drawing/2016/SVG/main" r:embed="Rc774e56d4ea845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B5BB288D-27C1-4AA9-9EB1-ADF1DA4C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741d752ab4035">
            <a:extLst>
              <a:ext uri="{96DAC541-7B7A-43D3-8B79-37D633B846F1}">
                <asvg:svgBlip xmlns:asvg="http://schemas.microsoft.com/office/drawing/2016/SVG/main" r:embed="R414d14b19a234c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243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BE8DB0BD-6D9D-4AA6-A576-FC896BFB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882C94B-C215-456F-9D0A-E147052F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43350"/>
            <a:ext cx="111442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50EDC01-830C-4A95-9101-3E988691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300954"/>
          </a:xfrm>
          <a:custGeom xmlns:a="http://schemas.openxmlformats.org/drawingml/2006/main">
            <a:pathLst>
              <a:path w="514350" h="2300954">
                <a:moveTo>
                  <a:pt x="0" y="0"/>
                </a:moveTo>
                <a:lnTo>
                  <a:pt x="22612" y="0"/>
                </a:lnTo>
                <a:lnTo>
                  <a:pt x="45225" y="0"/>
                </a:lnTo>
                <a:lnTo>
                  <a:pt x="67837" y="0"/>
                </a:lnTo>
                <a:lnTo>
                  <a:pt x="90449" y="0"/>
                </a:lnTo>
                <a:lnTo>
                  <a:pt x="113062" y="0"/>
                </a:lnTo>
                <a:lnTo>
                  <a:pt x="135674" y="0"/>
                </a:lnTo>
                <a:lnTo>
                  <a:pt x="158286" y="0"/>
                </a:lnTo>
                <a:lnTo>
                  <a:pt x="180899" y="0"/>
                </a:lnTo>
                <a:lnTo>
                  <a:pt x="203521" y="0"/>
                </a:lnTo>
                <a:lnTo>
                  <a:pt x="226133" y="0"/>
                </a:lnTo>
                <a:lnTo>
                  <a:pt x="248745" y="0"/>
                </a:lnTo>
                <a:lnTo>
                  <a:pt x="271358" y="0"/>
                </a:lnTo>
                <a:lnTo>
                  <a:pt x="293970" y="0"/>
                </a:lnTo>
                <a:lnTo>
                  <a:pt x="316582" y="0"/>
                </a:lnTo>
                <a:lnTo>
                  <a:pt x="339195" y="0"/>
                </a:lnTo>
                <a:lnTo>
                  <a:pt x="361807" y="0"/>
                </a:lnTo>
                <a:lnTo>
                  <a:pt x="384419" y="0"/>
                </a:lnTo>
                <a:lnTo>
                  <a:pt x="407032" y="0"/>
                </a:lnTo>
                <a:lnTo>
                  <a:pt x="429644" y="0"/>
                </a:lnTo>
                <a:lnTo>
                  <a:pt x="452257" y="0"/>
                </a:lnTo>
                <a:lnTo>
                  <a:pt x="474869" y="0"/>
                </a:lnTo>
                <a:lnTo>
                  <a:pt x="497481" y="0"/>
                </a:lnTo>
                <a:lnTo>
                  <a:pt x="514350" y="5744"/>
                </a:lnTo>
                <a:lnTo>
                  <a:pt x="514350" y="28356"/>
                </a:lnTo>
                <a:lnTo>
                  <a:pt x="514350" y="50968"/>
                </a:lnTo>
                <a:lnTo>
                  <a:pt x="514350" y="73581"/>
                </a:lnTo>
                <a:lnTo>
                  <a:pt x="514350" y="96203"/>
                </a:lnTo>
                <a:lnTo>
                  <a:pt x="514350" y="118815"/>
                </a:lnTo>
                <a:lnTo>
                  <a:pt x="514350" y="141427"/>
                </a:lnTo>
                <a:lnTo>
                  <a:pt x="514350" y="164040"/>
                </a:lnTo>
                <a:lnTo>
                  <a:pt x="514350" y="186652"/>
                </a:lnTo>
                <a:lnTo>
                  <a:pt x="514350" y="209264"/>
                </a:lnTo>
                <a:lnTo>
                  <a:pt x="514350" y="231877"/>
                </a:lnTo>
                <a:lnTo>
                  <a:pt x="514350" y="254489"/>
                </a:lnTo>
                <a:lnTo>
                  <a:pt x="514350" y="277101"/>
                </a:lnTo>
                <a:lnTo>
                  <a:pt x="514350" y="299714"/>
                </a:lnTo>
                <a:lnTo>
                  <a:pt x="514350" y="322326"/>
                </a:lnTo>
                <a:lnTo>
                  <a:pt x="514350" y="344938"/>
                </a:lnTo>
                <a:lnTo>
                  <a:pt x="514350" y="367551"/>
                </a:lnTo>
                <a:lnTo>
                  <a:pt x="514350" y="390163"/>
                </a:lnTo>
                <a:lnTo>
                  <a:pt x="514350" y="412775"/>
                </a:lnTo>
                <a:lnTo>
                  <a:pt x="514350" y="435388"/>
                </a:lnTo>
                <a:lnTo>
                  <a:pt x="514350" y="458000"/>
                </a:lnTo>
                <a:lnTo>
                  <a:pt x="514350" y="480622"/>
                </a:lnTo>
                <a:lnTo>
                  <a:pt x="514350" y="503234"/>
                </a:lnTo>
                <a:lnTo>
                  <a:pt x="514350" y="525847"/>
                </a:lnTo>
                <a:lnTo>
                  <a:pt x="514350" y="548459"/>
                </a:lnTo>
                <a:lnTo>
                  <a:pt x="514350" y="571071"/>
                </a:lnTo>
                <a:lnTo>
                  <a:pt x="514350" y="593684"/>
                </a:lnTo>
                <a:lnTo>
                  <a:pt x="514350" y="616296"/>
                </a:lnTo>
                <a:lnTo>
                  <a:pt x="514350" y="638908"/>
                </a:lnTo>
                <a:lnTo>
                  <a:pt x="514350" y="661521"/>
                </a:lnTo>
                <a:lnTo>
                  <a:pt x="514350" y="684133"/>
                </a:lnTo>
                <a:lnTo>
                  <a:pt x="514350" y="706745"/>
                </a:lnTo>
                <a:lnTo>
                  <a:pt x="514350" y="729358"/>
                </a:lnTo>
                <a:lnTo>
                  <a:pt x="514350" y="751970"/>
                </a:lnTo>
                <a:lnTo>
                  <a:pt x="514350" y="774583"/>
                </a:lnTo>
                <a:lnTo>
                  <a:pt x="514350" y="797195"/>
                </a:lnTo>
                <a:lnTo>
                  <a:pt x="514350" y="819807"/>
                </a:lnTo>
                <a:lnTo>
                  <a:pt x="514350" y="842420"/>
                </a:lnTo>
                <a:lnTo>
                  <a:pt x="514350" y="865041"/>
                </a:lnTo>
                <a:lnTo>
                  <a:pt x="514350" y="887654"/>
                </a:lnTo>
                <a:lnTo>
                  <a:pt x="514350" y="910266"/>
                </a:lnTo>
                <a:lnTo>
                  <a:pt x="514350" y="932879"/>
                </a:lnTo>
                <a:lnTo>
                  <a:pt x="514350" y="955491"/>
                </a:lnTo>
                <a:lnTo>
                  <a:pt x="514350" y="978103"/>
                </a:lnTo>
                <a:lnTo>
                  <a:pt x="514350" y="1000716"/>
                </a:lnTo>
                <a:lnTo>
                  <a:pt x="514350" y="1023328"/>
                </a:lnTo>
                <a:lnTo>
                  <a:pt x="514350" y="1045940"/>
                </a:lnTo>
                <a:lnTo>
                  <a:pt x="514350" y="1068553"/>
                </a:lnTo>
                <a:lnTo>
                  <a:pt x="514350" y="1091165"/>
                </a:lnTo>
                <a:lnTo>
                  <a:pt x="514350" y="1113777"/>
                </a:lnTo>
                <a:lnTo>
                  <a:pt x="514350" y="1136390"/>
                </a:lnTo>
                <a:lnTo>
                  <a:pt x="514350" y="1159002"/>
                </a:lnTo>
                <a:lnTo>
                  <a:pt x="514350" y="1181614"/>
                </a:lnTo>
                <a:lnTo>
                  <a:pt x="514350" y="1204227"/>
                </a:lnTo>
                <a:lnTo>
                  <a:pt x="514350" y="1226839"/>
                </a:lnTo>
                <a:lnTo>
                  <a:pt x="514350" y="1249451"/>
                </a:lnTo>
                <a:lnTo>
                  <a:pt x="514350" y="1272073"/>
                </a:lnTo>
                <a:lnTo>
                  <a:pt x="514350" y="1294686"/>
                </a:lnTo>
                <a:lnTo>
                  <a:pt x="514350" y="1317298"/>
                </a:lnTo>
                <a:lnTo>
                  <a:pt x="514350" y="1339910"/>
                </a:lnTo>
                <a:lnTo>
                  <a:pt x="514350" y="1362523"/>
                </a:lnTo>
                <a:lnTo>
                  <a:pt x="514350" y="1385135"/>
                </a:lnTo>
                <a:lnTo>
                  <a:pt x="514350" y="1407747"/>
                </a:lnTo>
                <a:lnTo>
                  <a:pt x="514350" y="1430360"/>
                </a:lnTo>
                <a:lnTo>
                  <a:pt x="514350" y="1452972"/>
                </a:lnTo>
                <a:lnTo>
                  <a:pt x="514350" y="1475584"/>
                </a:lnTo>
                <a:lnTo>
                  <a:pt x="514350" y="1498197"/>
                </a:lnTo>
                <a:lnTo>
                  <a:pt x="514350" y="1520809"/>
                </a:lnTo>
                <a:lnTo>
                  <a:pt x="514350" y="1543421"/>
                </a:lnTo>
                <a:lnTo>
                  <a:pt x="514350" y="1566034"/>
                </a:lnTo>
                <a:lnTo>
                  <a:pt x="514350" y="1588646"/>
                </a:lnTo>
                <a:lnTo>
                  <a:pt x="514350" y="1611259"/>
                </a:lnTo>
                <a:lnTo>
                  <a:pt x="514350" y="1633871"/>
                </a:lnTo>
                <a:lnTo>
                  <a:pt x="514350" y="1656493"/>
                </a:lnTo>
                <a:lnTo>
                  <a:pt x="514350" y="1679105"/>
                </a:lnTo>
                <a:lnTo>
                  <a:pt x="514350" y="1701717"/>
                </a:lnTo>
                <a:lnTo>
                  <a:pt x="514350" y="1724330"/>
                </a:lnTo>
                <a:lnTo>
                  <a:pt x="514350" y="1746942"/>
                </a:lnTo>
                <a:lnTo>
                  <a:pt x="514350" y="1769555"/>
                </a:lnTo>
                <a:lnTo>
                  <a:pt x="514350" y="1792167"/>
                </a:lnTo>
                <a:lnTo>
                  <a:pt x="514350" y="1814779"/>
                </a:lnTo>
                <a:lnTo>
                  <a:pt x="514350" y="1837392"/>
                </a:lnTo>
                <a:lnTo>
                  <a:pt x="514350" y="1860004"/>
                </a:lnTo>
                <a:lnTo>
                  <a:pt x="514350" y="1882616"/>
                </a:lnTo>
                <a:lnTo>
                  <a:pt x="514350" y="1905229"/>
                </a:lnTo>
                <a:lnTo>
                  <a:pt x="514350" y="1927841"/>
                </a:lnTo>
                <a:lnTo>
                  <a:pt x="514350" y="1950453"/>
                </a:lnTo>
                <a:lnTo>
                  <a:pt x="514350" y="1973066"/>
                </a:lnTo>
                <a:lnTo>
                  <a:pt x="514350" y="1995678"/>
                </a:lnTo>
                <a:lnTo>
                  <a:pt x="514350" y="2018290"/>
                </a:lnTo>
                <a:lnTo>
                  <a:pt x="514350" y="2040903"/>
                </a:lnTo>
                <a:lnTo>
                  <a:pt x="514350" y="2063525"/>
                </a:lnTo>
                <a:lnTo>
                  <a:pt x="514350" y="2086137"/>
                </a:lnTo>
                <a:lnTo>
                  <a:pt x="514350" y="2108749"/>
                </a:lnTo>
                <a:lnTo>
                  <a:pt x="514350" y="2131362"/>
                </a:lnTo>
                <a:lnTo>
                  <a:pt x="514350" y="2153974"/>
                </a:lnTo>
                <a:lnTo>
                  <a:pt x="501758" y="2169176"/>
                </a:lnTo>
                <a:lnTo>
                  <a:pt x="481984" y="2180158"/>
                </a:lnTo>
                <a:lnTo>
                  <a:pt x="462220" y="2191141"/>
                </a:lnTo>
                <a:lnTo>
                  <a:pt x="442455" y="2202123"/>
                </a:lnTo>
                <a:lnTo>
                  <a:pt x="422681" y="2213096"/>
                </a:lnTo>
                <a:lnTo>
                  <a:pt x="402917" y="2224078"/>
                </a:lnTo>
                <a:lnTo>
                  <a:pt x="383153" y="2235060"/>
                </a:lnTo>
                <a:lnTo>
                  <a:pt x="363379" y="2246043"/>
                </a:lnTo>
                <a:lnTo>
                  <a:pt x="343614" y="2257025"/>
                </a:lnTo>
                <a:lnTo>
                  <a:pt x="323850" y="2268007"/>
                </a:lnTo>
                <a:lnTo>
                  <a:pt x="304086" y="2278990"/>
                </a:lnTo>
                <a:lnTo>
                  <a:pt x="284312" y="2289972"/>
                </a:lnTo>
                <a:lnTo>
                  <a:pt x="264547" y="2300954"/>
                </a:lnTo>
                <a:lnTo>
                  <a:pt x="244783" y="2298163"/>
                </a:lnTo>
                <a:lnTo>
                  <a:pt x="225009" y="2287181"/>
                </a:lnTo>
                <a:lnTo>
                  <a:pt x="205245" y="2276199"/>
                </a:lnTo>
                <a:lnTo>
                  <a:pt x="185480" y="2265216"/>
                </a:lnTo>
                <a:lnTo>
                  <a:pt x="165706" y="2254234"/>
                </a:lnTo>
                <a:lnTo>
                  <a:pt x="145942" y="2243252"/>
                </a:lnTo>
                <a:lnTo>
                  <a:pt x="126178" y="2232269"/>
                </a:lnTo>
                <a:lnTo>
                  <a:pt x="106413" y="2221287"/>
                </a:lnTo>
                <a:lnTo>
                  <a:pt x="86639" y="2210305"/>
                </a:lnTo>
                <a:lnTo>
                  <a:pt x="66875" y="2199332"/>
                </a:lnTo>
                <a:lnTo>
                  <a:pt x="47111" y="2188350"/>
                </a:lnTo>
                <a:lnTo>
                  <a:pt x="27337" y="2177367"/>
                </a:lnTo>
                <a:lnTo>
                  <a:pt x="7572" y="2166385"/>
                </a:lnTo>
                <a:lnTo>
                  <a:pt x="0" y="2148221"/>
                </a:lnTo>
                <a:lnTo>
                  <a:pt x="0" y="2125609"/>
                </a:lnTo>
                <a:lnTo>
                  <a:pt x="0" y="2102996"/>
                </a:lnTo>
                <a:lnTo>
                  <a:pt x="0" y="2080384"/>
                </a:lnTo>
                <a:lnTo>
                  <a:pt x="0" y="2057771"/>
                </a:lnTo>
                <a:lnTo>
                  <a:pt x="0" y="2035159"/>
                </a:lnTo>
                <a:lnTo>
                  <a:pt x="0" y="2012547"/>
                </a:lnTo>
                <a:lnTo>
                  <a:pt x="0" y="1989934"/>
                </a:lnTo>
                <a:lnTo>
                  <a:pt x="0" y="1967322"/>
                </a:lnTo>
                <a:lnTo>
                  <a:pt x="0" y="1944710"/>
                </a:lnTo>
                <a:lnTo>
                  <a:pt x="0" y="1922097"/>
                </a:lnTo>
                <a:lnTo>
                  <a:pt x="0" y="1899485"/>
                </a:lnTo>
                <a:lnTo>
                  <a:pt x="0" y="1876873"/>
                </a:lnTo>
                <a:lnTo>
                  <a:pt x="0" y="1854260"/>
                </a:lnTo>
                <a:lnTo>
                  <a:pt x="0" y="1831648"/>
                </a:lnTo>
                <a:lnTo>
                  <a:pt x="0" y="1809036"/>
                </a:lnTo>
                <a:lnTo>
                  <a:pt x="0" y="1786423"/>
                </a:lnTo>
                <a:lnTo>
                  <a:pt x="0" y="1763801"/>
                </a:lnTo>
                <a:lnTo>
                  <a:pt x="0" y="1741189"/>
                </a:lnTo>
                <a:lnTo>
                  <a:pt x="0" y="1718577"/>
                </a:lnTo>
                <a:lnTo>
                  <a:pt x="0" y="1695964"/>
                </a:lnTo>
                <a:lnTo>
                  <a:pt x="0" y="1673352"/>
                </a:lnTo>
                <a:lnTo>
                  <a:pt x="0" y="1650740"/>
                </a:lnTo>
                <a:lnTo>
                  <a:pt x="0" y="1628127"/>
                </a:lnTo>
                <a:lnTo>
                  <a:pt x="0" y="1605515"/>
                </a:lnTo>
                <a:lnTo>
                  <a:pt x="0" y="1582903"/>
                </a:lnTo>
                <a:lnTo>
                  <a:pt x="0" y="1560290"/>
                </a:lnTo>
                <a:lnTo>
                  <a:pt x="0" y="1537678"/>
                </a:lnTo>
                <a:lnTo>
                  <a:pt x="0" y="1515066"/>
                </a:lnTo>
                <a:lnTo>
                  <a:pt x="0" y="1492453"/>
                </a:lnTo>
                <a:lnTo>
                  <a:pt x="0" y="1469841"/>
                </a:lnTo>
                <a:lnTo>
                  <a:pt x="0" y="1447229"/>
                </a:lnTo>
                <a:lnTo>
                  <a:pt x="0" y="1424616"/>
                </a:lnTo>
                <a:lnTo>
                  <a:pt x="0" y="1402004"/>
                </a:lnTo>
                <a:lnTo>
                  <a:pt x="0" y="1379391"/>
                </a:lnTo>
                <a:lnTo>
                  <a:pt x="0" y="1356770"/>
                </a:lnTo>
                <a:lnTo>
                  <a:pt x="0" y="1334157"/>
                </a:lnTo>
                <a:lnTo>
                  <a:pt x="0" y="1311545"/>
                </a:lnTo>
                <a:lnTo>
                  <a:pt x="0" y="1288933"/>
                </a:lnTo>
                <a:lnTo>
                  <a:pt x="0" y="1266320"/>
                </a:lnTo>
                <a:lnTo>
                  <a:pt x="0" y="1243708"/>
                </a:lnTo>
                <a:lnTo>
                  <a:pt x="0" y="1221095"/>
                </a:lnTo>
                <a:lnTo>
                  <a:pt x="0" y="1198483"/>
                </a:lnTo>
                <a:lnTo>
                  <a:pt x="0" y="1175871"/>
                </a:lnTo>
                <a:lnTo>
                  <a:pt x="0" y="1153258"/>
                </a:lnTo>
                <a:lnTo>
                  <a:pt x="0" y="1130646"/>
                </a:lnTo>
                <a:lnTo>
                  <a:pt x="0" y="1108034"/>
                </a:lnTo>
                <a:lnTo>
                  <a:pt x="0" y="1085421"/>
                </a:lnTo>
                <a:lnTo>
                  <a:pt x="0" y="1062809"/>
                </a:lnTo>
                <a:lnTo>
                  <a:pt x="0" y="1040197"/>
                </a:lnTo>
                <a:lnTo>
                  <a:pt x="0" y="1017584"/>
                </a:lnTo>
                <a:lnTo>
                  <a:pt x="0" y="994972"/>
                </a:lnTo>
                <a:lnTo>
                  <a:pt x="0" y="972350"/>
                </a:lnTo>
                <a:lnTo>
                  <a:pt x="0" y="949738"/>
                </a:lnTo>
                <a:lnTo>
                  <a:pt x="0" y="927125"/>
                </a:lnTo>
                <a:lnTo>
                  <a:pt x="0" y="904513"/>
                </a:lnTo>
                <a:lnTo>
                  <a:pt x="0" y="881901"/>
                </a:lnTo>
                <a:lnTo>
                  <a:pt x="0" y="859288"/>
                </a:lnTo>
                <a:lnTo>
                  <a:pt x="0" y="836676"/>
                </a:lnTo>
                <a:lnTo>
                  <a:pt x="0" y="814064"/>
                </a:lnTo>
                <a:lnTo>
                  <a:pt x="0" y="791451"/>
                </a:lnTo>
                <a:lnTo>
                  <a:pt x="0" y="768839"/>
                </a:lnTo>
                <a:lnTo>
                  <a:pt x="0" y="746227"/>
                </a:lnTo>
                <a:lnTo>
                  <a:pt x="0" y="723614"/>
                </a:lnTo>
                <a:lnTo>
                  <a:pt x="0" y="701002"/>
                </a:lnTo>
                <a:lnTo>
                  <a:pt x="0" y="678390"/>
                </a:lnTo>
                <a:lnTo>
                  <a:pt x="0" y="655777"/>
                </a:lnTo>
                <a:lnTo>
                  <a:pt x="0" y="633165"/>
                </a:lnTo>
                <a:lnTo>
                  <a:pt x="0" y="610553"/>
                </a:lnTo>
                <a:lnTo>
                  <a:pt x="0" y="587931"/>
                </a:lnTo>
                <a:lnTo>
                  <a:pt x="0" y="565318"/>
                </a:lnTo>
                <a:lnTo>
                  <a:pt x="0" y="542706"/>
                </a:lnTo>
                <a:lnTo>
                  <a:pt x="0" y="520094"/>
                </a:lnTo>
                <a:lnTo>
                  <a:pt x="0" y="497481"/>
                </a:lnTo>
                <a:lnTo>
                  <a:pt x="0" y="474869"/>
                </a:lnTo>
                <a:lnTo>
                  <a:pt x="0" y="452257"/>
                </a:lnTo>
                <a:lnTo>
                  <a:pt x="0" y="429644"/>
                </a:lnTo>
                <a:lnTo>
                  <a:pt x="0" y="407032"/>
                </a:lnTo>
                <a:lnTo>
                  <a:pt x="0" y="384419"/>
                </a:lnTo>
                <a:lnTo>
                  <a:pt x="0" y="361807"/>
                </a:lnTo>
                <a:lnTo>
                  <a:pt x="0" y="339195"/>
                </a:lnTo>
                <a:lnTo>
                  <a:pt x="0" y="316582"/>
                </a:lnTo>
                <a:lnTo>
                  <a:pt x="0" y="293970"/>
                </a:lnTo>
                <a:lnTo>
                  <a:pt x="0" y="271358"/>
                </a:lnTo>
                <a:lnTo>
                  <a:pt x="0" y="248745"/>
                </a:lnTo>
                <a:lnTo>
                  <a:pt x="0" y="226133"/>
                </a:lnTo>
                <a:lnTo>
                  <a:pt x="0" y="203521"/>
                </a:lnTo>
                <a:lnTo>
                  <a:pt x="0" y="180899"/>
                </a:lnTo>
                <a:lnTo>
                  <a:pt x="0" y="158286"/>
                </a:lnTo>
                <a:lnTo>
                  <a:pt x="0" y="135674"/>
                </a:lnTo>
                <a:lnTo>
                  <a:pt x="0" y="113062"/>
                </a:lnTo>
                <a:lnTo>
                  <a:pt x="0" y="90449"/>
                </a:lnTo>
                <a:lnTo>
                  <a:pt x="0" y="67837"/>
                </a:lnTo>
                <a:lnTo>
                  <a:pt x="0" y="45225"/>
                </a:lnTo>
                <a:lnTo>
                  <a:pt x="0" y="226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89B7B23-5C7D-4800-A426-661F020F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43350"/>
            <a:ext cx="514350" cy="2266779"/>
          </a:xfrm>
          <a:custGeom xmlns:a="http://schemas.openxmlformats.org/drawingml/2006/main">
            <a:pathLst>
              <a:path w="514350" h="2266779">
                <a:moveTo>
                  <a:pt x="0" y="0"/>
                </a:moveTo>
                <a:lnTo>
                  <a:pt x="19755" y="10973"/>
                </a:lnTo>
                <a:lnTo>
                  <a:pt x="39519" y="21955"/>
                </a:lnTo>
                <a:lnTo>
                  <a:pt x="59274" y="32928"/>
                </a:lnTo>
                <a:lnTo>
                  <a:pt x="79038" y="43910"/>
                </a:lnTo>
                <a:lnTo>
                  <a:pt x="98793" y="54883"/>
                </a:lnTo>
                <a:lnTo>
                  <a:pt x="118558" y="65865"/>
                </a:lnTo>
                <a:lnTo>
                  <a:pt x="138313" y="76838"/>
                </a:lnTo>
                <a:lnTo>
                  <a:pt x="158077" y="87821"/>
                </a:lnTo>
                <a:lnTo>
                  <a:pt x="177832" y="98793"/>
                </a:lnTo>
                <a:lnTo>
                  <a:pt x="197596" y="109776"/>
                </a:lnTo>
                <a:lnTo>
                  <a:pt x="217351" y="120748"/>
                </a:lnTo>
                <a:lnTo>
                  <a:pt x="237115" y="131731"/>
                </a:lnTo>
                <a:lnTo>
                  <a:pt x="256870" y="142704"/>
                </a:lnTo>
                <a:lnTo>
                  <a:pt x="276635" y="132064"/>
                </a:lnTo>
                <a:lnTo>
                  <a:pt x="296389" y="121091"/>
                </a:lnTo>
                <a:lnTo>
                  <a:pt x="316154" y="110109"/>
                </a:lnTo>
                <a:lnTo>
                  <a:pt x="335909" y="99136"/>
                </a:lnTo>
                <a:lnTo>
                  <a:pt x="355673" y="88154"/>
                </a:lnTo>
                <a:lnTo>
                  <a:pt x="375428" y="77181"/>
                </a:lnTo>
                <a:lnTo>
                  <a:pt x="395192" y="66199"/>
                </a:lnTo>
                <a:lnTo>
                  <a:pt x="414947" y="55226"/>
                </a:lnTo>
                <a:lnTo>
                  <a:pt x="434702" y="44244"/>
                </a:lnTo>
                <a:lnTo>
                  <a:pt x="454466" y="33271"/>
                </a:lnTo>
                <a:lnTo>
                  <a:pt x="474221" y="22289"/>
                </a:lnTo>
                <a:lnTo>
                  <a:pt x="493986" y="11316"/>
                </a:lnTo>
                <a:lnTo>
                  <a:pt x="513740" y="333"/>
                </a:lnTo>
                <a:lnTo>
                  <a:pt x="514350" y="21908"/>
                </a:lnTo>
                <a:lnTo>
                  <a:pt x="514350" y="44510"/>
                </a:lnTo>
                <a:lnTo>
                  <a:pt x="514350" y="67123"/>
                </a:lnTo>
                <a:lnTo>
                  <a:pt x="514350" y="89726"/>
                </a:lnTo>
                <a:lnTo>
                  <a:pt x="514350" y="112328"/>
                </a:lnTo>
                <a:lnTo>
                  <a:pt x="514350" y="134931"/>
                </a:lnTo>
                <a:lnTo>
                  <a:pt x="514350" y="157534"/>
                </a:lnTo>
                <a:lnTo>
                  <a:pt x="514350" y="180137"/>
                </a:lnTo>
                <a:lnTo>
                  <a:pt x="514350" y="202740"/>
                </a:lnTo>
                <a:lnTo>
                  <a:pt x="514350" y="225342"/>
                </a:lnTo>
                <a:lnTo>
                  <a:pt x="514350" y="247945"/>
                </a:lnTo>
                <a:lnTo>
                  <a:pt x="514350" y="270558"/>
                </a:lnTo>
                <a:lnTo>
                  <a:pt x="514350" y="293160"/>
                </a:lnTo>
                <a:lnTo>
                  <a:pt x="514350" y="315763"/>
                </a:lnTo>
                <a:lnTo>
                  <a:pt x="514350" y="338366"/>
                </a:lnTo>
                <a:lnTo>
                  <a:pt x="514350" y="360969"/>
                </a:lnTo>
                <a:lnTo>
                  <a:pt x="514350" y="383572"/>
                </a:lnTo>
                <a:lnTo>
                  <a:pt x="514350" y="406175"/>
                </a:lnTo>
                <a:lnTo>
                  <a:pt x="514350" y="428777"/>
                </a:lnTo>
                <a:lnTo>
                  <a:pt x="514350" y="451390"/>
                </a:lnTo>
                <a:lnTo>
                  <a:pt x="514350" y="473993"/>
                </a:lnTo>
                <a:lnTo>
                  <a:pt x="514350" y="496595"/>
                </a:lnTo>
                <a:lnTo>
                  <a:pt x="514350" y="519198"/>
                </a:lnTo>
                <a:lnTo>
                  <a:pt x="514350" y="541801"/>
                </a:lnTo>
                <a:lnTo>
                  <a:pt x="514350" y="564404"/>
                </a:lnTo>
                <a:lnTo>
                  <a:pt x="514350" y="587007"/>
                </a:lnTo>
                <a:lnTo>
                  <a:pt x="514350" y="609610"/>
                </a:lnTo>
                <a:lnTo>
                  <a:pt x="514350" y="632212"/>
                </a:lnTo>
                <a:lnTo>
                  <a:pt x="514350" y="654825"/>
                </a:lnTo>
                <a:lnTo>
                  <a:pt x="514350" y="677428"/>
                </a:lnTo>
                <a:lnTo>
                  <a:pt x="514350" y="700030"/>
                </a:lnTo>
                <a:lnTo>
                  <a:pt x="514350" y="722633"/>
                </a:lnTo>
                <a:lnTo>
                  <a:pt x="514350" y="745236"/>
                </a:lnTo>
                <a:lnTo>
                  <a:pt x="514350" y="767839"/>
                </a:lnTo>
                <a:lnTo>
                  <a:pt x="514350" y="790442"/>
                </a:lnTo>
                <a:lnTo>
                  <a:pt x="514350" y="813044"/>
                </a:lnTo>
                <a:lnTo>
                  <a:pt x="514350" y="835647"/>
                </a:lnTo>
                <a:lnTo>
                  <a:pt x="514350" y="858260"/>
                </a:lnTo>
                <a:lnTo>
                  <a:pt x="514350" y="880862"/>
                </a:lnTo>
                <a:lnTo>
                  <a:pt x="514350" y="903465"/>
                </a:lnTo>
                <a:lnTo>
                  <a:pt x="514350" y="926068"/>
                </a:lnTo>
                <a:lnTo>
                  <a:pt x="514350" y="948671"/>
                </a:lnTo>
                <a:lnTo>
                  <a:pt x="514350" y="971274"/>
                </a:lnTo>
                <a:lnTo>
                  <a:pt x="514350" y="993877"/>
                </a:lnTo>
                <a:lnTo>
                  <a:pt x="514350" y="1016479"/>
                </a:lnTo>
                <a:lnTo>
                  <a:pt x="514350" y="1039092"/>
                </a:lnTo>
                <a:lnTo>
                  <a:pt x="514350" y="1061695"/>
                </a:lnTo>
                <a:lnTo>
                  <a:pt x="514350" y="1084297"/>
                </a:lnTo>
                <a:lnTo>
                  <a:pt x="514350" y="1106900"/>
                </a:lnTo>
                <a:lnTo>
                  <a:pt x="514350" y="1129503"/>
                </a:lnTo>
                <a:lnTo>
                  <a:pt x="514350" y="1152106"/>
                </a:lnTo>
                <a:lnTo>
                  <a:pt x="514350" y="1174709"/>
                </a:lnTo>
                <a:lnTo>
                  <a:pt x="514350" y="1197312"/>
                </a:lnTo>
                <a:lnTo>
                  <a:pt x="514350" y="1219914"/>
                </a:lnTo>
                <a:lnTo>
                  <a:pt x="514350" y="1242527"/>
                </a:lnTo>
                <a:lnTo>
                  <a:pt x="514350" y="1265130"/>
                </a:lnTo>
                <a:lnTo>
                  <a:pt x="514350" y="1287732"/>
                </a:lnTo>
                <a:lnTo>
                  <a:pt x="514350" y="1310335"/>
                </a:lnTo>
                <a:lnTo>
                  <a:pt x="514350" y="1332938"/>
                </a:lnTo>
                <a:lnTo>
                  <a:pt x="514350" y="1355541"/>
                </a:lnTo>
                <a:lnTo>
                  <a:pt x="514350" y="1378144"/>
                </a:lnTo>
                <a:lnTo>
                  <a:pt x="514350" y="1400747"/>
                </a:lnTo>
                <a:lnTo>
                  <a:pt x="514350" y="1423349"/>
                </a:lnTo>
                <a:lnTo>
                  <a:pt x="514350" y="1445962"/>
                </a:lnTo>
                <a:lnTo>
                  <a:pt x="514350" y="1468565"/>
                </a:lnTo>
                <a:lnTo>
                  <a:pt x="514350" y="1491167"/>
                </a:lnTo>
                <a:lnTo>
                  <a:pt x="514350" y="1513770"/>
                </a:lnTo>
                <a:lnTo>
                  <a:pt x="514350" y="1536373"/>
                </a:lnTo>
                <a:lnTo>
                  <a:pt x="514350" y="1558976"/>
                </a:lnTo>
                <a:lnTo>
                  <a:pt x="514350" y="1581579"/>
                </a:lnTo>
                <a:lnTo>
                  <a:pt x="514350" y="1604181"/>
                </a:lnTo>
                <a:lnTo>
                  <a:pt x="514350" y="1626794"/>
                </a:lnTo>
                <a:lnTo>
                  <a:pt x="514350" y="1649397"/>
                </a:lnTo>
                <a:lnTo>
                  <a:pt x="514350" y="1671999"/>
                </a:lnTo>
                <a:lnTo>
                  <a:pt x="514350" y="1694602"/>
                </a:lnTo>
                <a:lnTo>
                  <a:pt x="514350" y="1717205"/>
                </a:lnTo>
                <a:lnTo>
                  <a:pt x="514350" y="1739808"/>
                </a:lnTo>
                <a:lnTo>
                  <a:pt x="514350" y="1762411"/>
                </a:lnTo>
                <a:lnTo>
                  <a:pt x="514350" y="1785014"/>
                </a:lnTo>
                <a:lnTo>
                  <a:pt x="514350" y="1807616"/>
                </a:lnTo>
                <a:lnTo>
                  <a:pt x="514350" y="1830229"/>
                </a:lnTo>
                <a:lnTo>
                  <a:pt x="514350" y="1852832"/>
                </a:lnTo>
                <a:lnTo>
                  <a:pt x="514350" y="1875434"/>
                </a:lnTo>
                <a:lnTo>
                  <a:pt x="514350" y="1898037"/>
                </a:lnTo>
                <a:lnTo>
                  <a:pt x="514350" y="1920640"/>
                </a:lnTo>
                <a:lnTo>
                  <a:pt x="514350" y="1943243"/>
                </a:lnTo>
                <a:lnTo>
                  <a:pt x="514350" y="1965846"/>
                </a:lnTo>
                <a:lnTo>
                  <a:pt x="514350" y="1988449"/>
                </a:lnTo>
                <a:lnTo>
                  <a:pt x="514350" y="2011051"/>
                </a:lnTo>
                <a:lnTo>
                  <a:pt x="514350" y="2033664"/>
                </a:lnTo>
                <a:lnTo>
                  <a:pt x="514350" y="2056267"/>
                </a:lnTo>
                <a:lnTo>
                  <a:pt x="514350" y="2078869"/>
                </a:lnTo>
                <a:lnTo>
                  <a:pt x="514350" y="2101472"/>
                </a:lnTo>
                <a:lnTo>
                  <a:pt x="514350" y="2124075"/>
                </a:lnTo>
                <a:lnTo>
                  <a:pt x="494595" y="2135048"/>
                </a:lnTo>
                <a:lnTo>
                  <a:pt x="474831" y="2146030"/>
                </a:lnTo>
                <a:lnTo>
                  <a:pt x="455076" y="2157003"/>
                </a:lnTo>
                <a:lnTo>
                  <a:pt x="435312" y="2167985"/>
                </a:lnTo>
                <a:lnTo>
                  <a:pt x="415557" y="2178958"/>
                </a:lnTo>
                <a:lnTo>
                  <a:pt x="395792" y="2189940"/>
                </a:lnTo>
                <a:lnTo>
                  <a:pt x="376037" y="2200913"/>
                </a:lnTo>
                <a:lnTo>
                  <a:pt x="356273" y="2211896"/>
                </a:lnTo>
                <a:lnTo>
                  <a:pt x="336518" y="2222868"/>
                </a:lnTo>
                <a:lnTo>
                  <a:pt x="316754" y="2233851"/>
                </a:lnTo>
                <a:lnTo>
                  <a:pt x="296999" y="2244823"/>
                </a:lnTo>
                <a:lnTo>
                  <a:pt x="277235" y="2255806"/>
                </a:lnTo>
                <a:lnTo>
                  <a:pt x="257480" y="2266779"/>
                </a:lnTo>
                <a:lnTo>
                  <a:pt x="237715" y="2256139"/>
                </a:lnTo>
                <a:lnTo>
                  <a:pt x="217961" y="2245166"/>
                </a:lnTo>
                <a:lnTo>
                  <a:pt x="198196" y="2234184"/>
                </a:lnTo>
                <a:lnTo>
                  <a:pt x="178441" y="2223211"/>
                </a:lnTo>
                <a:lnTo>
                  <a:pt x="158677" y="2212229"/>
                </a:lnTo>
                <a:lnTo>
                  <a:pt x="138922" y="2201256"/>
                </a:lnTo>
                <a:lnTo>
                  <a:pt x="119158" y="2190274"/>
                </a:lnTo>
                <a:lnTo>
                  <a:pt x="99403" y="2179301"/>
                </a:lnTo>
                <a:lnTo>
                  <a:pt x="79648" y="2168319"/>
                </a:lnTo>
                <a:lnTo>
                  <a:pt x="59884" y="2157346"/>
                </a:lnTo>
                <a:lnTo>
                  <a:pt x="40129" y="2146364"/>
                </a:lnTo>
                <a:lnTo>
                  <a:pt x="20364" y="2135391"/>
                </a:lnTo>
                <a:lnTo>
                  <a:pt x="610" y="2124408"/>
                </a:lnTo>
                <a:lnTo>
                  <a:pt x="0" y="2102168"/>
                </a:lnTo>
                <a:lnTo>
                  <a:pt x="0" y="2079565"/>
                </a:lnTo>
                <a:lnTo>
                  <a:pt x="0" y="2056952"/>
                </a:lnTo>
                <a:lnTo>
                  <a:pt x="0" y="2034350"/>
                </a:lnTo>
                <a:lnTo>
                  <a:pt x="0" y="2011747"/>
                </a:lnTo>
                <a:lnTo>
                  <a:pt x="0" y="1989144"/>
                </a:lnTo>
                <a:lnTo>
                  <a:pt x="0" y="1966541"/>
                </a:lnTo>
                <a:lnTo>
                  <a:pt x="0" y="1943938"/>
                </a:lnTo>
                <a:lnTo>
                  <a:pt x="0" y="1921335"/>
                </a:lnTo>
                <a:lnTo>
                  <a:pt x="0" y="1898733"/>
                </a:lnTo>
                <a:lnTo>
                  <a:pt x="0" y="1876130"/>
                </a:lnTo>
                <a:lnTo>
                  <a:pt x="0" y="1853517"/>
                </a:lnTo>
                <a:lnTo>
                  <a:pt x="0" y="1830915"/>
                </a:lnTo>
                <a:lnTo>
                  <a:pt x="0" y="1808312"/>
                </a:lnTo>
                <a:lnTo>
                  <a:pt x="0" y="1785709"/>
                </a:lnTo>
                <a:lnTo>
                  <a:pt x="0" y="1763106"/>
                </a:lnTo>
                <a:lnTo>
                  <a:pt x="0" y="1740503"/>
                </a:lnTo>
                <a:lnTo>
                  <a:pt x="0" y="1717900"/>
                </a:lnTo>
                <a:lnTo>
                  <a:pt x="0" y="1695298"/>
                </a:lnTo>
                <a:lnTo>
                  <a:pt x="0" y="1672695"/>
                </a:lnTo>
                <a:lnTo>
                  <a:pt x="0" y="1650082"/>
                </a:lnTo>
                <a:lnTo>
                  <a:pt x="0" y="1627480"/>
                </a:lnTo>
                <a:lnTo>
                  <a:pt x="0" y="1604877"/>
                </a:lnTo>
                <a:lnTo>
                  <a:pt x="0" y="1582274"/>
                </a:lnTo>
                <a:lnTo>
                  <a:pt x="0" y="1559671"/>
                </a:lnTo>
                <a:lnTo>
                  <a:pt x="0" y="1537068"/>
                </a:lnTo>
                <a:lnTo>
                  <a:pt x="0" y="1514465"/>
                </a:lnTo>
                <a:lnTo>
                  <a:pt x="0" y="1491863"/>
                </a:lnTo>
                <a:lnTo>
                  <a:pt x="0" y="1469250"/>
                </a:lnTo>
                <a:lnTo>
                  <a:pt x="0" y="1446647"/>
                </a:lnTo>
                <a:lnTo>
                  <a:pt x="0" y="1424045"/>
                </a:lnTo>
                <a:lnTo>
                  <a:pt x="0" y="1401442"/>
                </a:lnTo>
                <a:lnTo>
                  <a:pt x="0" y="1378839"/>
                </a:lnTo>
                <a:lnTo>
                  <a:pt x="0" y="1356236"/>
                </a:lnTo>
                <a:lnTo>
                  <a:pt x="0" y="1333633"/>
                </a:lnTo>
                <a:lnTo>
                  <a:pt x="0" y="1311031"/>
                </a:lnTo>
                <a:lnTo>
                  <a:pt x="0" y="1288428"/>
                </a:lnTo>
                <a:lnTo>
                  <a:pt x="0" y="1265815"/>
                </a:lnTo>
                <a:lnTo>
                  <a:pt x="0" y="1243213"/>
                </a:lnTo>
                <a:lnTo>
                  <a:pt x="0" y="1220610"/>
                </a:lnTo>
                <a:lnTo>
                  <a:pt x="0" y="1198007"/>
                </a:lnTo>
                <a:lnTo>
                  <a:pt x="0" y="1175404"/>
                </a:lnTo>
                <a:lnTo>
                  <a:pt x="0" y="1152801"/>
                </a:lnTo>
                <a:lnTo>
                  <a:pt x="0" y="1130198"/>
                </a:lnTo>
                <a:lnTo>
                  <a:pt x="0" y="1107596"/>
                </a:lnTo>
                <a:lnTo>
                  <a:pt x="0" y="1084993"/>
                </a:lnTo>
                <a:lnTo>
                  <a:pt x="0" y="1062380"/>
                </a:lnTo>
                <a:lnTo>
                  <a:pt x="0" y="1039778"/>
                </a:lnTo>
                <a:lnTo>
                  <a:pt x="0" y="1017175"/>
                </a:lnTo>
                <a:lnTo>
                  <a:pt x="0" y="994572"/>
                </a:lnTo>
                <a:lnTo>
                  <a:pt x="0" y="971969"/>
                </a:lnTo>
                <a:lnTo>
                  <a:pt x="0" y="949366"/>
                </a:lnTo>
                <a:lnTo>
                  <a:pt x="0" y="926763"/>
                </a:lnTo>
                <a:lnTo>
                  <a:pt x="0" y="904161"/>
                </a:lnTo>
                <a:lnTo>
                  <a:pt x="0" y="881548"/>
                </a:lnTo>
                <a:lnTo>
                  <a:pt x="0" y="858945"/>
                </a:lnTo>
                <a:lnTo>
                  <a:pt x="0" y="836343"/>
                </a:lnTo>
                <a:lnTo>
                  <a:pt x="0" y="813740"/>
                </a:lnTo>
                <a:lnTo>
                  <a:pt x="0" y="791137"/>
                </a:lnTo>
                <a:lnTo>
                  <a:pt x="0" y="768534"/>
                </a:lnTo>
                <a:lnTo>
                  <a:pt x="0" y="745931"/>
                </a:lnTo>
                <a:lnTo>
                  <a:pt x="0" y="723329"/>
                </a:lnTo>
                <a:lnTo>
                  <a:pt x="0" y="700726"/>
                </a:lnTo>
                <a:lnTo>
                  <a:pt x="0" y="678113"/>
                </a:lnTo>
                <a:lnTo>
                  <a:pt x="0" y="655510"/>
                </a:lnTo>
                <a:lnTo>
                  <a:pt x="0" y="632908"/>
                </a:lnTo>
                <a:lnTo>
                  <a:pt x="0" y="610305"/>
                </a:lnTo>
                <a:lnTo>
                  <a:pt x="0" y="587702"/>
                </a:lnTo>
                <a:lnTo>
                  <a:pt x="0" y="565099"/>
                </a:lnTo>
                <a:lnTo>
                  <a:pt x="0" y="542496"/>
                </a:lnTo>
                <a:lnTo>
                  <a:pt x="0" y="519894"/>
                </a:lnTo>
                <a:lnTo>
                  <a:pt x="0" y="497291"/>
                </a:lnTo>
                <a:lnTo>
                  <a:pt x="0" y="474678"/>
                </a:lnTo>
                <a:lnTo>
                  <a:pt x="0" y="452076"/>
                </a:lnTo>
                <a:lnTo>
                  <a:pt x="0" y="429473"/>
                </a:lnTo>
                <a:lnTo>
                  <a:pt x="0" y="406870"/>
                </a:lnTo>
                <a:lnTo>
                  <a:pt x="0" y="384267"/>
                </a:lnTo>
                <a:lnTo>
                  <a:pt x="0" y="361664"/>
                </a:lnTo>
                <a:lnTo>
                  <a:pt x="0" y="339061"/>
                </a:lnTo>
                <a:lnTo>
                  <a:pt x="0" y="316459"/>
                </a:lnTo>
                <a:lnTo>
                  <a:pt x="0" y="293856"/>
                </a:lnTo>
                <a:lnTo>
                  <a:pt x="0" y="271243"/>
                </a:lnTo>
                <a:lnTo>
                  <a:pt x="0" y="248641"/>
                </a:lnTo>
                <a:lnTo>
                  <a:pt x="0" y="226038"/>
                </a:lnTo>
                <a:lnTo>
                  <a:pt x="0" y="203435"/>
                </a:lnTo>
                <a:lnTo>
                  <a:pt x="0" y="180832"/>
                </a:lnTo>
                <a:lnTo>
                  <a:pt x="0" y="158229"/>
                </a:lnTo>
                <a:lnTo>
                  <a:pt x="0" y="135626"/>
                </a:lnTo>
                <a:lnTo>
                  <a:pt x="0" y="113024"/>
                </a:lnTo>
                <a:lnTo>
                  <a:pt x="0" y="90411"/>
                </a:lnTo>
                <a:lnTo>
                  <a:pt x="0" y="67808"/>
                </a:lnTo>
                <a:lnTo>
                  <a:pt x="0" y="45206"/>
                </a:lnTo>
                <a:lnTo>
                  <a:pt x="0" y="2260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A1C63C1-8CBF-4279-BB64-A612C957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6054" cy="964406"/>
          </a:xfrm>
          <a:custGeom xmlns:a="http://schemas.openxmlformats.org/drawingml/2006/main">
            <a:pathLst>
              <a:path w="3326054" h="964406">
                <a:moveTo>
                  <a:pt x="0" y="0"/>
                </a:moveTo>
                <a:lnTo>
                  <a:pt x="13306" y="29899"/>
                </a:lnTo>
                <a:lnTo>
                  <a:pt x="26613" y="59807"/>
                </a:lnTo>
                <a:lnTo>
                  <a:pt x="39929" y="89706"/>
                </a:lnTo>
                <a:lnTo>
                  <a:pt x="53235" y="119605"/>
                </a:lnTo>
                <a:lnTo>
                  <a:pt x="66542" y="149514"/>
                </a:lnTo>
                <a:lnTo>
                  <a:pt x="79848" y="179413"/>
                </a:lnTo>
                <a:lnTo>
                  <a:pt x="93155" y="209312"/>
                </a:lnTo>
                <a:lnTo>
                  <a:pt x="106461" y="239220"/>
                </a:lnTo>
                <a:lnTo>
                  <a:pt x="119777" y="269119"/>
                </a:lnTo>
                <a:lnTo>
                  <a:pt x="133083" y="299018"/>
                </a:lnTo>
                <a:lnTo>
                  <a:pt x="146390" y="328927"/>
                </a:lnTo>
                <a:lnTo>
                  <a:pt x="159696" y="358826"/>
                </a:lnTo>
                <a:lnTo>
                  <a:pt x="173003" y="388725"/>
                </a:lnTo>
                <a:lnTo>
                  <a:pt x="186309" y="418633"/>
                </a:lnTo>
                <a:lnTo>
                  <a:pt x="199625" y="448532"/>
                </a:lnTo>
                <a:lnTo>
                  <a:pt x="212931" y="478431"/>
                </a:lnTo>
                <a:lnTo>
                  <a:pt x="226238" y="508340"/>
                </a:lnTo>
                <a:lnTo>
                  <a:pt x="239544" y="538239"/>
                </a:lnTo>
                <a:lnTo>
                  <a:pt x="252851" y="568138"/>
                </a:lnTo>
                <a:lnTo>
                  <a:pt x="266157" y="598046"/>
                </a:lnTo>
                <a:lnTo>
                  <a:pt x="279473" y="627945"/>
                </a:lnTo>
                <a:lnTo>
                  <a:pt x="292779" y="657844"/>
                </a:lnTo>
                <a:lnTo>
                  <a:pt x="306086" y="687753"/>
                </a:lnTo>
                <a:lnTo>
                  <a:pt x="319392" y="717652"/>
                </a:lnTo>
                <a:lnTo>
                  <a:pt x="332699" y="747551"/>
                </a:lnTo>
                <a:lnTo>
                  <a:pt x="346015" y="777459"/>
                </a:lnTo>
                <a:lnTo>
                  <a:pt x="359321" y="807358"/>
                </a:lnTo>
                <a:lnTo>
                  <a:pt x="372628" y="837257"/>
                </a:lnTo>
                <a:lnTo>
                  <a:pt x="385934" y="867166"/>
                </a:lnTo>
                <a:lnTo>
                  <a:pt x="401384" y="895236"/>
                </a:lnTo>
                <a:lnTo>
                  <a:pt x="431873" y="906809"/>
                </a:lnTo>
                <a:lnTo>
                  <a:pt x="463839" y="913809"/>
                </a:lnTo>
                <a:lnTo>
                  <a:pt x="496129" y="919124"/>
                </a:lnTo>
                <a:lnTo>
                  <a:pt x="528561" y="923496"/>
                </a:lnTo>
                <a:lnTo>
                  <a:pt x="561080" y="927249"/>
                </a:lnTo>
                <a:lnTo>
                  <a:pt x="593646" y="930535"/>
                </a:lnTo>
                <a:lnTo>
                  <a:pt x="626240" y="933460"/>
                </a:lnTo>
                <a:lnTo>
                  <a:pt x="658863" y="936107"/>
                </a:lnTo>
                <a:lnTo>
                  <a:pt x="691505" y="938517"/>
                </a:lnTo>
                <a:lnTo>
                  <a:pt x="724167" y="940718"/>
                </a:lnTo>
                <a:lnTo>
                  <a:pt x="756828" y="942746"/>
                </a:lnTo>
                <a:lnTo>
                  <a:pt x="789508" y="944623"/>
                </a:lnTo>
                <a:lnTo>
                  <a:pt x="822188" y="946356"/>
                </a:lnTo>
                <a:lnTo>
                  <a:pt x="854878" y="947976"/>
                </a:lnTo>
                <a:lnTo>
                  <a:pt x="887578" y="949481"/>
                </a:lnTo>
                <a:lnTo>
                  <a:pt x="920277" y="950871"/>
                </a:lnTo>
                <a:lnTo>
                  <a:pt x="952976" y="952176"/>
                </a:lnTo>
                <a:lnTo>
                  <a:pt x="985685" y="953395"/>
                </a:lnTo>
                <a:lnTo>
                  <a:pt x="1018394" y="954519"/>
                </a:lnTo>
                <a:lnTo>
                  <a:pt x="1051112" y="955577"/>
                </a:lnTo>
                <a:lnTo>
                  <a:pt x="1083821" y="956558"/>
                </a:lnTo>
                <a:lnTo>
                  <a:pt x="1116540" y="957472"/>
                </a:lnTo>
                <a:lnTo>
                  <a:pt x="1149258" y="958320"/>
                </a:lnTo>
                <a:lnTo>
                  <a:pt x="1181976" y="959091"/>
                </a:lnTo>
                <a:lnTo>
                  <a:pt x="1214704" y="959815"/>
                </a:lnTo>
                <a:lnTo>
                  <a:pt x="1247423" y="960482"/>
                </a:lnTo>
                <a:lnTo>
                  <a:pt x="1280150" y="961082"/>
                </a:lnTo>
                <a:lnTo>
                  <a:pt x="1312878" y="961634"/>
                </a:lnTo>
                <a:lnTo>
                  <a:pt x="1345597" y="962139"/>
                </a:lnTo>
                <a:lnTo>
                  <a:pt x="1378325" y="962577"/>
                </a:lnTo>
                <a:lnTo>
                  <a:pt x="1411053" y="962978"/>
                </a:lnTo>
                <a:lnTo>
                  <a:pt x="1443780" y="963320"/>
                </a:lnTo>
                <a:lnTo>
                  <a:pt x="1476508" y="963616"/>
                </a:lnTo>
                <a:lnTo>
                  <a:pt x="1509246" y="963863"/>
                </a:lnTo>
                <a:lnTo>
                  <a:pt x="1541974" y="964063"/>
                </a:lnTo>
                <a:lnTo>
                  <a:pt x="1574702" y="964225"/>
                </a:lnTo>
                <a:lnTo>
                  <a:pt x="1607429" y="964330"/>
                </a:lnTo>
                <a:lnTo>
                  <a:pt x="1640157" y="964387"/>
                </a:lnTo>
                <a:lnTo>
                  <a:pt x="1672895" y="964406"/>
                </a:lnTo>
                <a:lnTo>
                  <a:pt x="1705623" y="964368"/>
                </a:lnTo>
                <a:lnTo>
                  <a:pt x="1738351" y="964292"/>
                </a:lnTo>
                <a:lnTo>
                  <a:pt x="1771079" y="964168"/>
                </a:lnTo>
                <a:lnTo>
                  <a:pt x="1803806" y="963997"/>
                </a:lnTo>
                <a:lnTo>
                  <a:pt x="1836534" y="963778"/>
                </a:lnTo>
                <a:lnTo>
                  <a:pt x="1869272" y="963511"/>
                </a:lnTo>
                <a:lnTo>
                  <a:pt x="1902000" y="963197"/>
                </a:lnTo>
                <a:lnTo>
                  <a:pt x="1934728" y="962835"/>
                </a:lnTo>
                <a:lnTo>
                  <a:pt x="1967446" y="962425"/>
                </a:lnTo>
                <a:lnTo>
                  <a:pt x="2000174" y="961958"/>
                </a:lnTo>
                <a:lnTo>
                  <a:pt x="2032902" y="961434"/>
                </a:lnTo>
                <a:lnTo>
                  <a:pt x="2065630" y="960863"/>
                </a:lnTo>
                <a:lnTo>
                  <a:pt x="2098348" y="960244"/>
                </a:lnTo>
                <a:lnTo>
                  <a:pt x="2131076" y="959558"/>
                </a:lnTo>
                <a:lnTo>
                  <a:pt x="2163794" y="958815"/>
                </a:lnTo>
                <a:lnTo>
                  <a:pt x="2196513" y="958015"/>
                </a:lnTo>
                <a:lnTo>
                  <a:pt x="2229231" y="957139"/>
                </a:lnTo>
                <a:lnTo>
                  <a:pt x="2261949" y="956205"/>
                </a:lnTo>
                <a:lnTo>
                  <a:pt x="2294668" y="955205"/>
                </a:lnTo>
                <a:lnTo>
                  <a:pt x="2327377" y="954119"/>
                </a:lnTo>
                <a:lnTo>
                  <a:pt x="2360085" y="952957"/>
                </a:lnTo>
                <a:lnTo>
                  <a:pt x="2392794" y="951709"/>
                </a:lnTo>
                <a:lnTo>
                  <a:pt x="2425494" y="950376"/>
                </a:lnTo>
                <a:lnTo>
                  <a:pt x="2458193" y="948938"/>
                </a:lnTo>
                <a:lnTo>
                  <a:pt x="2490883" y="947395"/>
                </a:lnTo>
                <a:lnTo>
                  <a:pt x="2523573" y="945737"/>
                </a:lnTo>
                <a:lnTo>
                  <a:pt x="2556253" y="943947"/>
                </a:lnTo>
                <a:lnTo>
                  <a:pt x="2588933" y="942023"/>
                </a:lnTo>
                <a:lnTo>
                  <a:pt x="2621594" y="939927"/>
                </a:lnTo>
                <a:lnTo>
                  <a:pt x="2654246" y="937660"/>
                </a:lnTo>
                <a:lnTo>
                  <a:pt x="2686879" y="935165"/>
                </a:lnTo>
                <a:lnTo>
                  <a:pt x="2719492" y="932421"/>
                </a:lnTo>
                <a:lnTo>
                  <a:pt x="2752077" y="929373"/>
                </a:lnTo>
                <a:lnTo>
                  <a:pt x="2784624" y="925925"/>
                </a:lnTo>
                <a:lnTo>
                  <a:pt x="2817114" y="921982"/>
                </a:lnTo>
                <a:lnTo>
                  <a:pt x="2849509" y="917305"/>
                </a:lnTo>
                <a:lnTo>
                  <a:pt x="2881722" y="911495"/>
                </a:lnTo>
                <a:lnTo>
                  <a:pt x="2913431" y="903456"/>
                </a:lnTo>
                <a:lnTo>
                  <a:pt x="2939501" y="886101"/>
                </a:lnTo>
                <a:lnTo>
                  <a:pt x="2952702" y="856174"/>
                </a:lnTo>
                <a:lnTo>
                  <a:pt x="2966018" y="826275"/>
                </a:lnTo>
                <a:lnTo>
                  <a:pt x="2979325" y="796366"/>
                </a:lnTo>
                <a:lnTo>
                  <a:pt x="2992631" y="766467"/>
                </a:lnTo>
                <a:lnTo>
                  <a:pt x="3005938" y="736568"/>
                </a:lnTo>
                <a:lnTo>
                  <a:pt x="3019244" y="706660"/>
                </a:lnTo>
                <a:lnTo>
                  <a:pt x="3032550" y="676761"/>
                </a:lnTo>
                <a:lnTo>
                  <a:pt x="3045866" y="646862"/>
                </a:lnTo>
                <a:lnTo>
                  <a:pt x="3059173" y="616953"/>
                </a:lnTo>
                <a:lnTo>
                  <a:pt x="3072479" y="587054"/>
                </a:lnTo>
                <a:lnTo>
                  <a:pt x="3085786" y="557155"/>
                </a:lnTo>
                <a:lnTo>
                  <a:pt x="3099092" y="527247"/>
                </a:lnTo>
                <a:lnTo>
                  <a:pt x="3112408" y="497348"/>
                </a:lnTo>
                <a:lnTo>
                  <a:pt x="3125714" y="467449"/>
                </a:lnTo>
                <a:lnTo>
                  <a:pt x="3139021" y="437540"/>
                </a:lnTo>
                <a:lnTo>
                  <a:pt x="3152327" y="407641"/>
                </a:lnTo>
                <a:lnTo>
                  <a:pt x="3165634" y="377742"/>
                </a:lnTo>
                <a:lnTo>
                  <a:pt x="3178940" y="347834"/>
                </a:lnTo>
                <a:lnTo>
                  <a:pt x="3192256" y="317935"/>
                </a:lnTo>
                <a:lnTo>
                  <a:pt x="3205563" y="288036"/>
                </a:lnTo>
                <a:lnTo>
                  <a:pt x="3218869" y="258128"/>
                </a:lnTo>
                <a:lnTo>
                  <a:pt x="3232175" y="228229"/>
                </a:lnTo>
                <a:lnTo>
                  <a:pt x="3245482" y="198330"/>
                </a:lnTo>
                <a:lnTo>
                  <a:pt x="3258788" y="168421"/>
                </a:lnTo>
                <a:lnTo>
                  <a:pt x="3272104" y="138522"/>
                </a:lnTo>
                <a:lnTo>
                  <a:pt x="3285411" y="108614"/>
                </a:lnTo>
                <a:lnTo>
                  <a:pt x="3298717" y="78715"/>
                </a:lnTo>
                <a:lnTo>
                  <a:pt x="3312023" y="48816"/>
                </a:lnTo>
                <a:lnTo>
                  <a:pt x="3325330" y="18907"/>
                </a:lnTo>
                <a:lnTo>
                  <a:pt x="3326054" y="8553"/>
                </a:lnTo>
                <a:lnTo>
                  <a:pt x="3295031" y="18717"/>
                </a:lnTo>
                <a:lnTo>
                  <a:pt x="3262894" y="24889"/>
                </a:lnTo>
                <a:lnTo>
                  <a:pt x="3230509" y="29632"/>
                </a:lnTo>
                <a:lnTo>
                  <a:pt x="3198019" y="33557"/>
                </a:lnTo>
                <a:lnTo>
                  <a:pt x="3165462" y="36938"/>
                </a:lnTo>
                <a:lnTo>
                  <a:pt x="3132877" y="39929"/>
                </a:lnTo>
                <a:lnTo>
                  <a:pt x="3100254" y="42615"/>
                </a:lnTo>
                <a:lnTo>
                  <a:pt x="3067612" y="45063"/>
                </a:lnTo>
                <a:lnTo>
                  <a:pt x="3034960" y="47301"/>
                </a:lnTo>
                <a:lnTo>
                  <a:pt x="3002299" y="49378"/>
                </a:lnTo>
                <a:lnTo>
                  <a:pt x="2969628" y="51292"/>
                </a:lnTo>
                <a:lnTo>
                  <a:pt x="2936948" y="53083"/>
                </a:lnTo>
                <a:lnTo>
                  <a:pt x="2904258" y="54759"/>
                </a:lnTo>
                <a:lnTo>
                  <a:pt x="2871568" y="56340"/>
                </a:lnTo>
                <a:lnTo>
                  <a:pt x="2838869" y="57817"/>
                </a:lnTo>
                <a:lnTo>
                  <a:pt x="2806170" y="59207"/>
                </a:lnTo>
                <a:lnTo>
                  <a:pt x="2773461" y="60522"/>
                </a:lnTo>
                <a:lnTo>
                  <a:pt x="2740762" y="61770"/>
                </a:lnTo>
                <a:lnTo>
                  <a:pt x="2708053" y="62941"/>
                </a:lnTo>
                <a:lnTo>
                  <a:pt x="2675334" y="64056"/>
                </a:lnTo>
                <a:lnTo>
                  <a:pt x="2642626" y="65113"/>
                </a:lnTo>
                <a:lnTo>
                  <a:pt x="2609907" y="66113"/>
                </a:lnTo>
                <a:lnTo>
                  <a:pt x="2577198" y="67066"/>
                </a:lnTo>
                <a:lnTo>
                  <a:pt x="2544480" y="67961"/>
                </a:lnTo>
                <a:lnTo>
                  <a:pt x="2511762" y="68809"/>
                </a:lnTo>
                <a:lnTo>
                  <a:pt x="2479034" y="69618"/>
                </a:lnTo>
                <a:lnTo>
                  <a:pt x="2446315" y="70380"/>
                </a:lnTo>
                <a:lnTo>
                  <a:pt x="2413597" y="71104"/>
                </a:lnTo>
                <a:lnTo>
                  <a:pt x="2380869" y="71780"/>
                </a:lnTo>
                <a:lnTo>
                  <a:pt x="2348151" y="72428"/>
                </a:lnTo>
                <a:lnTo>
                  <a:pt x="2315423" y="73038"/>
                </a:lnTo>
                <a:lnTo>
                  <a:pt x="2282704" y="73609"/>
                </a:lnTo>
                <a:lnTo>
                  <a:pt x="2249976" y="74143"/>
                </a:lnTo>
                <a:lnTo>
                  <a:pt x="2217249" y="74638"/>
                </a:lnTo>
                <a:lnTo>
                  <a:pt x="2184521" y="75105"/>
                </a:lnTo>
                <a:lnTo>
                  <a:pt x="2151793" y="75543"/>
                </a:lnTo>
                <a:lnTo>
                  <a:pt x="2119065" y="75952"/>
                </a:lnTo>
                <a:lnTo>
                  <a:pt x="2086337" y="76324"/>
                </a:lnTo>
                <a:lnTo>
                  <a:pt x="2053609" y="76667"/>
                </a:lnTo>
                <a:lnTo>
                  <a:pt x="2020881" y="76981"/>
                </a:lnTo>
                <a:lnTo>
                  <a:pt x="1988153" y="77267"/>
                </a:lnTo>
                <a:lnTo>
                  <a:pt x="1955425" y="77524"/>
                </a:lnTo>
                <a:lnTo>
                  <a:pt x="1922697" y="77753"/>
                </a:lnTo>
                <a:lnTo>
                  <a:pt x="1889970" y="77953"/>
                </a:lnTo>
                <a:lnTo>
                  <a:pt x="1857242" y="78124"/>
                </a:lnTo>
                <a:lnTo>
                  <a:pt x="1824504" y="78267"/>
                </a:lnTo>
                <a:lnTo>
                  <a:pt x="1791776" y="78381"/>
                </a:lnTo>
                <a:lnTo>
                  <a:pt x="1759048" y="78467"/>
                </a:lnTo>
                <a:lnTo>
                  <a:pt x="1726321" y="78534"/>
                </a:lnTo>
                <a:lnTo>
                  <a:pt x="1693593" y="78572"/>
                </a:lnTo>
                <a:lnTo>
                  <a:pt x="1660855" y="78581"/>
                </a:lnTo>
                <a:lnTo>
                  <a:pt x="1628127" y="78562"/>
                </a:lnTo>
                <a:lnTo>
                  <a:pt x="1595399" y="78515"/>
                </a:lnTo>
                <a:lnTo>
                  <a:pt x="1562672" y="78438"/>
                </a:lnTo>
                <a:lnTo>
                  <a:pt x="1529944" y="78343"/>
                </a:lnTo>
                <a:lnTo>
                  <a:pt x="1497206" y="78210"/>
                </a:lnTo>
                <a:lnTo>
                  <a:pt x="1464478" y="78057"/>
                </a:lnTo>
                <a:lnTo>
                  <a:pt x="1431750" y="77886"/>
                </a:lnTo>
                <a:lnTo>
                  <a:pt x="1399022" y="77667"/>
                </a:lnTo>
                <a:lnTo>
                  <a:pt x="1366295" y="77429"/>
                </a:lnTo>
                <a:lnTo>
                  <a:pt x="1333567" y="77162"/>
                </a:lnTo>
                <a:lnTo>
                  <a:pt x="1300839" y="76867"/>
                </a:lnTo>
                <a:lnTo>
                  <a:pt x="1268111" y="76543"/>
                </a:lnTo>
                <a:lnTo>
                  <a:pt x="1235383" y="76190"/>
                </a:lnTo>
                <a:lnTo>
                  <a:pt x="1202655" y="75809"/>
                </a:lnTo>
                <a:lnTo>
                  <a:pt x="1169927" y="75390"/>
                </a:lnTo>
                <a:lnTo>
                  <a:pt x="1137199" y="74943"/>
                </a:lnTo>
                <a:lnTo>
                  <a:pt x="1104471" y="74457"/>
                </a:lnTo>
                <a:lnTo>
                  <a:pt x="1071743" y="73943"/>
                </a:lnTo>
                <a:lnTo>
                  <a:pt x="1039025" y="73400"/>
                </a:lnTo>
                <a:lnTo>
                  <a:pt x="1006297" y="72809"/>
                </a:lnTo>
                <a:lnTo>
                  <a:pt x="973569" y="72190"/>
                </a:lnTo>
                <a:lnTo>
                  <a:pt x="940851" y="71542"/>
                </a:lnTo>
                <a:lnTo>
                  <a:pt x="908123" y="70847"/>
                </a:lnTo>
                <a:lnTo>
                  <a:pt x="875405" y="70114"/>
                </a:lnTo>
                <a:lnTo>
                  <a:pt x="842686" y="69332"/>
                </a:lnTo>
                <a:lnTo>
                  <a:pt x="809968" y="68504"/>
                </a:lnTo>
                <a:lnTo>
                  <a:pt x="777250" y="67637"/>
                </a:lnTo>
                <a:lnTo>
                  <a:pt x="744531" y="66723"/>
                </a:lnTo>
                <a:lnTo>
                  <a:pt x="711813" y="65751"/>
                </a:lnTo>
                <a:lnTo>
                  <a:pt x="679094" y="64732"/>
                </a:lnTo>
                <a:lnTo>
                  <a:pt x="646386" y="63656"/>
                </a:lnTo>
                <a:lnTo>
                  <a:pt x="613677" y="62522"/>
                </a:lnTo>
                <a:lnTo>
                  <a:pt x="580968" y="61322"/>
                </a:lnTo>
                <a:lnTo>
                  <a:pt x="548269" y="60055"/>
                </a:lnTo>
                <a:lnTo>
                  <a:pt x="515560" y="58703"/>
                </a:lnTo>
                <a:lnTo>
                  <a:pt x="482860" y="57283"/>
                </a:lnTo>
                <a:lnTo>
                  <a:pt x="450171" y="55769"/>
                </a:lnTo>
                <a:lnTo>
                  <a:pt x="417481" y="54159"/>
                </a:lnTo>
                <a:lnTo>
                  <a:pt x="384791" y="52445"/>
                </a:lnTo>
                <a:lnTo>
                  <a:pt x="352111" y="50606"/>
                </a:lnTo>
                <a:lnTo>
                  <a:pt x="319440" y="48635"/>
                </a:lnTo>
                <a:lnTo>
                  <a:pt x="286788" y="46501"/>
                </a:lnTo>
                <a:lnTo>
                  <a:pt x="254137" y="44186"/>
                </a:lnTo>
                <a:lnTo>
                  <a:pt x="221504" y="41662"/>
                </a:lnTo>
                <a:lnTo>
                  <a:pt x="188890" y="38872"/>
                </a:lnTo>
                <a:lnTo>
                  <a:pt x="156315" y="35747"/>
                </a:lnTo>
                <a:lnTo>
                  <a:pt x="123777" y="32185"/>
                </a:lnTo>
                <a:lnTo>
                  <a:pt x="91316" y="28004"/>
                </a:lnTo>
                <a:lnTo>
                  <a:pt x="58998" y="22841"/>
                </a:lnTo>
                <a:lnTo>
                  <a:pt x="27051" y="157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BA6A72FD-BF89-4A4A-B579-C7D2E146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CB6B213-B376-4D07-9A02-C6B1A008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65" y="2914650"/>
            <a:ext cx="2544032" cy="964406"/>
          </a:xfrm>
          <a:custGeom xmlns:a="http://schemas.openxmlformats.org/drawingml/2006/main">
            <a:pathLst>
              <a:path w="2544032" h="964406">
                <a:moveTo>
                  <a:pt x="0" y="0"/>
                </a:moveTo>
                <a:lnTo>
                  <a:pt x="8601" y="25251"/>
                </a:lnTo>
                <a:lnTo>
                  <a:pt x="17202" y="50511"/>
                </a:lnTo>
                <a:lnTo>
                  <a:pt x="25813" y="75762"/>
                </a:lnTo>
                <a:lnTo>
                  <a:pt x="34414" y="101022"/>
                </a:lnTo>
                <a:lnTo>
                  <a:pt x="43015" y="126273"/>
                </a:lnTo>
                <a:lnTo>
                  <a:pt x="51616" y="151533"/>
                </a:lnTo>
                <a:lnTo>
                  <a:pt x="60217" y="176784"/>
                </a:lnTo>
                <a:lnTo>
                  <a:pt x="68828" y="202044"/>
                </a:lnTo>
                <a:lnTo>
                  <a:pt x="77429" y="227295"/>
                </a:lnTo>
                <a:lnTo>
                  <a:pt x="86030" y="252555"/>
                </a:lnTo>
                <a:lnTo>
                  <a:pt x="94631" y="277806"/>
                </a:lnTo>
                <a:lnTo>
                  <a:pt x="103241" y="303066"/>
                </a:lnTo>
                <a:lnTo>
                  <a:pt x="111843" y="328317"/>
                </a:lnTo>
                <a:lnTo>
                  <a:pt x="120444" y="353568"/>
                </a:lnTo>
                <a:lnTo>
                  <a:pt x="129045" y="378828"/>
                </a:lnTo>
                <a:lnTo>
                  <a:pt x="137646" y="404079"/>
                </a:lnTo>
                <a:lnTo>
                  <a:pt x="146256" y="429339"/>
                </a:lnTo>
                <a:lnTo>
                  <a:pt x="154857" y="454590"/>
                </a:lnTo>
                <a:lnTo>
                  <a:pt x="163459" y="479850"/>
                </a:lnTo>
                <a:lnTo>
                  <a:pt x="172060" y="505101"/>
                </a:lnTo>
                <a:lnTo>
                  <a:pt x="180661" y="530362"/>
                </a:lnTo>
                <a:lnTo>
                  <a:pt x="189271" y="555612"/>
                </a:lnTo>
                <a:lnTo>
                  <a:pt x="197872" y="580873"/>
                </a:lnTo>
                <a:lnTo>
                  <a:pt x="206473" y="606123"/>
                </a:lnTo>
                <a:lnTo>
                  <a:pt x="215074" y="631384"/>
                </a:lnTo>
                <a:lnTo>
                  <a:pt x="223676" y="656634"/>
                </a:lnTo>
                <a:lnTo>
                  <a:pt x="232286" y="681885"/>
                </a:lnTo>
                <a:lnTo>
                  <a:pt x="240887" y="707146"/>
                </a:lnTo>
                <a:lnTo>
                  <a:pt x="249488" y="732396"/>
                </a:lnTo>
                <a:lnTo>
                  <a:pt x="258089" y="757657"/>
                </a:lnTo>
                <a:lnTo>
                  <a:pt x="266690" y="782907"/>
                </a:lnTo>
                <a:lnTo>
                  <a:pt x="275301" y="808168"/>
                </a:lnTo>
                <a:lnTo>
                  <a:pt x="283902" y="833418"/>
                </a:lnTo>
                <a:lnTo>
                  <a:pt x="292503" y="858679"/>
                </a:lnTo>
                <a:lnTo>
                  <a:pt x="301104" y="883930"/>
                </a:lnTo>
                <a:lnTo>
                  <a:pt x="318697" y="902141"/>
                </a:lnTo>
                <a:lnTo>
                  <a:pt x="343853" y="910952"/>
                </a:lnTo>
                <a:lnTo>
                  <a:pt x="369789" y="917172"/>
                </a:lnTo>
                <a:lnTo>
                  <a:pt x="396002" y="922125"/>
                </a:lnTo>
                <a:lnTo>
                  <a:pt x="422358" y="926287"/>
                </a:lnTo>
                <a:lnTo>
                  <a:pt x="448789" y="929888"/>
                </a:lnTo>
                <a:lnTo>
                  <a:pt x="475278" y="933079"/>
                </a:lnTo>
                <a:lnTo>
                  <a:pt x="501806" y="935927"/>
                </a:lnTo>
                <a:lnTo>
                  <a:pt x="528361" y="938498"/>
                </a:lnTo>
                <a:lnTo>
                  <a:pt x="554946" y="940851"/>
                </a:lnTo>
                <a:lnTo>
                  <a:pt x="581539" y="942994"/>
                </a:lnTo>
                <a:lnTo>
                  <a:pt x="608143" y="944975"/>
                </a:lnTo>
                <a:lnTo>
                  <a:pt x="634756" y="946795"/>
                </a:lnTo>
                <a:lnTo>
                  <a:pt x="661387" y="948480"/>
                </a:lnTo>
                <a:lnTo>
                  <a:pt x="688019" y="950043"/>
                </a:lnTo>
                <a:lnTo>
                  <a:pt x="714661" y="951490"/>
                </a:lnTo>
                <a:lnTo>
                  <a:pt x="741312" y="952833"/>
                </a:lnTo>
                <a:lnTo>
                  <a:pt x="767963" y="954081"/>
                </a:lnTo>
                <a:lnTo>
                  <a:pt x="794614" y="955234"/>
                </a:lnTo>
                <a:lnTo>
                  <a:pt x="821274" y="956310"/>
                </a:lnTo>
                <a:lnTo>
                  <a:pt x="847935" y="957301"/>
                </a:lnTo>
                <a:lnTo>
                  <a:pt x="874595" y="958215"/>
                </a:lnTo>
                <a:lnTo>
                  <a:pt x="901265" y="959053"/>
                </a:lnTo>
                <a:lnTo>
                  <a:pt x="927935" y="959825"/>
                </a:lnTo>
                <a:lnTo>
                  <a:pt x="954605" y="960530"/>
                </a:lnTo>
                <a:lnTo>
                  <a:pt x="981275" y="961177"/>
                </a:lnTo>
                <a:lnTo>
                  <a:pt x="1007955" y="961749"/>
                </a:lnTo>
                <a:lnTo>
                  <a:pt x="1034625" y="962263"/>
                </a:lnTo>
                <a:lnTo>
                  <a:pt x="1061304" y="962720"/>
                </a:lnTo>
                <a:lnTo>
                  <a:pt x="1087984" y="963130"/>
                </a:lnTo>
                <a:lnTo>
                  <a:pt x="1114663" y="963473"/>
                </a:lnTo>
                <a:lnTo>
                  <a:pt x="1141343" y="963759"/>
                </a:lnTo>
                <a:lnTo>
                  <a:pt x="1168022" y="963997"/>
                </a:lnTo>
                <a:lnTo>
                  <a:pt x="1194702" y="964178"/>
                </a:lnTo>
                <a:lnTo>
                  <a:pt x="1221381" y="964301"/>
                </a:lnTo>
                <a:lnTo>
                  <a:pt x="1248061" y="964378"/>
                </a:lnTo>
                <a:lnTo>
                  <a:pt x="1274740" y="964406"/>
                </a:lnTo>
                <a:lnTo>
                  <a:pt x="1301420" y="964368"/>
                </a:lnTo>
                <a:lnTo>
                  <a:pt x="1328099" y="964292"/>
                </a:lnTo>
                <a:lnTo>
                  <a:pt x="1354779" y="964149"/>
                </a:lnTo>
                <a:lnTo>
                  <a:pt x="1381458" y="963959"/>
                </a:lnTo>
                <a:lnTo>
                  <a:pt x="1408138" y="963720"/>
                </a:lnTo>
                <a:lnTo>
                  <a:pt x="1434817" y="963425"/>
                </a:lnTo>
                <a:lnTo>
                  <a:pt x="1461497" y="963063"/>
                </a:lnTo>
                <a:lnTo>
                  <a:pt x="1488167" y="962654"/>
                </a:lnTo>
                <a:lnTo>
                  <a:pt x="1514846" y="962187"/>
                </a:lnTo>
                <a:lnTo>
                  <a:pt x="1541526" y="961663"/>
                </a:lnTo>
                <a:lnTo>
                  <a:pt x="1568196" y="961073"/>
                </a:lnTo>
                <a:lnTo>
                  <a:pt x="1594866" y="960425"/>
                </a:lnTo>
                <a:lnTo>
                  <a:pt x="1621536" y="959710"/>
                </a:lnTo>
                <a:lnTo>
                  <a:pt x="1648206" y="958929"/>
                </a:lnTo>
                <a:lnTo>
                  <a:pt x="1674876" y="958072"/>
                </a:lnTo>
                <a:lnTo>
                  <a:pt x="1701536" y="957148"/>
                </a:lnTo>
                <a:lnTo>
                  <a:pt x="1728197" y="956148"/>
                </a:lnTo>
                <a:lnTo>
                  <a:pt x="1754857" y="955062"/>
                </a:lnTo>
                <a:lnTo>
                  <a:pt x="1781508" y="953891"/>
                </a:lnTo>
                <a:lnTo>
                  <a:pt x="1808159" y="952633"/>
                </a:lnTo>
                <a:lnTo>
                  <a:pt x="1834810" y="951271"/>
                </a:lnTo>
                <a:lnTo>
                  <a:pt x="1861452" y="949804"/>
                </a:lnTo>
                <a:lnTo>
                  <a:pt x="1888084" y="948223"/>
                </a:lnTo>
                <a:lnTo>
                  <a:pt x="1914706" y="946509"/>
                </a:lnTo>
                <a:lnTo>
                  <a:pt x="1941328" y="944670"/>
                </a:lnTo>
                <a:lnTo>
                  <a:pt x="1967932" y="942661"/>
                </a:lnTo>
                <a:lnTo>
                  <a:pt x="1994516" y="940489"/>
                </a:lnTo>
                <a:lnTo>
                  <a:pt x="2021091" y="938108"/>
                </a:lnTo>
                <a:lnTo>
                  <a:pt x="2047646" y="935498"/>
                </a:lnTo>
                <a:lnTo>
                  <a:pt x="2074164" y="932593"/>
                </a:lnTo>
                <a:lnTo>
                  <a:pt x="2100653" y="929354"/>
                </a:lnTo>
                <a:lnTo>
                  <a:pt x="2127075" y="925678"/>
                </a:lnTo>
                <a:lnTo>
                  <a:pt x="2153412" y="921410"/>
                </a:lnTo>
                <a:lnTo>
                  <a:pt x="2179596" y="916295"/>
                </a:lnTo>
                <a:lnTo>
                  <a:pt x="2205466" y="909790"/>
                </a:lnTo>
                <a:lnTo>
                  <a:pt x="2230345" y="900284"/>
                </a:lnTo>
                <a:lnTo>
                  <a:pt x="2245519" y="879948"/>
                </a:lnTo>
                <a:lnTo>
                  <a:pt x="2254120" y="854697"/>
                </a:lnTo>
                <a:lnTo>
                  <a:pt x="2262721" y="829437"/>
                </a:lnTo>
                <a:lnTo>
                  <a:pt x="2271332" y="804186"/>
                </a:lnTo>
                <a:lnTo>
                  <a:pt x="2279933" y="778926"/>
                </a:lnTo>
                <a:lnTo>
                  <a:pt x="2288534" y="753675"/>
                </a:lnTo>
                <a:lnTo>
                  <a:pt x="2297135" y="728424"/>
                </a:lnTo>
                <a:lnTo>
                  <a:pt x="2305745" y="703164"/>
                </a:lnTo>
                <a:lnTo>
                  <a:pt x="2314346" y="677913"/>
                </a:lnTo>
                <a:lnTo>
                  <a:pt x="2322947" y="652653"/>
                </a:lnTo>
                <a:lnTo>
                  <a:pt x="2331549" y="627402"/>
                </a:lnTo>
                <a:lnTo>
                  <a:pt x="2340150" y="602142"/>
                </a:lnTo>
                <a:lnTo>
                  <a:pt x="2348760" y="576891"/>
                </a:lnTo>
                <a:lnTo>
                  <a:pt x="2357361" y="551631"/>
                </a:lnTo>
                <a:lnTo>
                  <a:pt x="2365962" y="526380"/>
                </a:lnTo>
                <a:lnTo>
                  <a:pt x="2374563" y="501120"/>
                </a:lnTo>
                <a:lnTo>
                  <a:pt x="2383165" y="475869"/>
                </a:lnTo>
                <a:lnTo>
                  <a:pt x="2391775" y="450609"/>
                </a:lnTo>
                <a:lnTo>
                  <a:pt x="2400376" y="425358"/>
                </a:lnTo>
                <a:lnTo>
                  <a:pt x="2408977" y="400098"/>
                </a:lnTo>
                <a:lnTo>
                  <a:pt x="2417578" y="374847"/>
                </a:lnTo>
                <a:lnTo>
                  <a:pt x="2426179" y="349596"/>
                </a:lnTo>
                <a:lnTo>
                  <a:pt x="2434790" y="324336"/>
                </a:lnTo>
                <a:lnTo>
                  <a:pt x="2443391" y="299085"/>
                </a:lnTo>
                <a:lnTo>
                  <a:pt x="2451992" y="273825"/>
                </a:lnTo>
                <a:lnTo>
                  <a:pt x="2460593" y="248574"/>
                </a:lnTo>
                <a:lnTo>
                  <a:pt x="2469194" y="223314"/>
                </a:lnTo>
                <a:lnTo>
                  <a:pt x="2477805" y="198063"/>
                </a:lnTo>
                <a:lnTo>
                  <a:pt x="2486406" y="172803"/>
                </a:lnTo>
                <a:lnTo>
                  <a:pt x="2495007" y="147552"/>
                </a:lnTo>
                <a:lnTo>
                  <a:pt x="2503608" y="122291"/>
                </a:lnTo>
                <a:lnTo>
                  <a:pt x="2512219" y="97041"/>
                </a:lnTo>
                <a:lnTo>
                  <a:pt x="2520820" y="71780"/>
                </a:lnTo>
                <a:lnTo>
                  <a:pt x="2529421" y="46530"/>
                </a:lnTo>
                <a:lnTo>
                  <a:pt x="2538022" y="21279"/>
                </a:lnTo>
                <a:lnTo>
                  <a:pt x="2544032" y="3962"/>
                </a:lnTo>
                <a:lnTo>
                  <a:pt x="2521201" y="16964"/>
                </a:lnTo>
                <a:lnTo>
                  <a:pt x="2495464" y="23946"/>
                </a:lnTo>
                <a:lnTo>
                  <a:pt x="2469290" y="29137"/>
                </a:lnTo>
                <a:lnTo>
                  <a:pt x="2442953" y="33366"/>
                </a:lnTo>
                <a:lnTo>
                  <a:pt x="2416521" y="36976"/>
                </a:lnTo>
                <a:lnTo>
                  <a:pt x="2390023" y="40138"/>
                </a:lnTo>
                <a:lnTo>
                  <a:pt x="2363495" y="42977"/>
                </a:lnTo>
                <a:lnTo>
                  <a:pt x="2336940" y="45539"/>
                </a:lnTo>
                <a:lnTo>
                  <a:pt x="2310365" y="47882"/>
                </a:lnTo>
                <a:lnTo>
                  <a:pt x="2283771" y="50044"/>
                </a:lnTo>
                <a:lnTo>
                  <a:pt x="2257168" y="52035"/>
                </a:lnTo>
                <a:lnTo>
                  <a:pt x="2230545" y="53892"/>
                </a:lnTo>
                <a:lnTo>
                  <a:pt x="2203923" y="55616"/>
                </a:lnTo>
                <a:lnTo>
                  <a:pt x="2177291" y="57236"/>
                </a:lnTo>
                <a:lnTo>
                  <a:pt x="2150659" y="58760"/>
                </a:lnTo>
                <a:lnTo>
                  <a:pt x="2124018" y="60188"/>
                </a:lnTo>
                <a:lnTo>
                  <a:pt x="2097367" y="61532"/>
                </a:lnTo>
                <a:lnTo>
                  <a:pt x="2070716" y="62798"/>
                </a:lnTo>
                <a:lnTo>
                  <a:pt x="2044065" y="63998"/>
                </a:lnTo>
                <a:lnTo>
                  <a:pt x="2017405" y="65122"/>
                </a:lnTo>
                <a:lnTo>
                  <a:pt x="1990754" y="66189"/>
                </a:lnTo>
                <a:lnTo>
                  <a:pt x="1964093" y="67189"/>
                </a:lnTo>
                <a:lnTo>
                  <a:pt x="1937423" y="68142"/>
                </a:lnTo>
                <a:lnTo>
                  <a:pt x="1910763" y="69037"/>
                </a:lnTo>
                <a:lnTo>
                  <a:pt x="1884093" y="69885"/>
                </a:lnTo>
                <a:lnTo>
                  <a:pt x="1857423" y="70685"/>
                </a:lnTo>
                <a:lnTo>
                  <a:pt x="1830753" y="71438"/>
                </a:lnTo>
                <a:lnTo>
                  <a:pt x="1804083" y="72142"/>
                </a:lnTo>
                <a:lnTo>
                  <a:pt x="1777413" y="72800"/>
                </a:lnTo>
                <a:lnTo>
                  <a:pt x="1750743" y="73428"/>
                </a:lnTo>
                <a:lnTo>
                  <a:pt x="1724063" y="74009"/>
                </a:lnTo>
                <a:lnTo>
                  <a:pt x="1697393" y="74552"/>
                </a:lnTo>
                <a:lnTo>
                  <a:pt x="1670714" y="75057"/>
                </a:lnTo>
                <a:lnTo>
                  <a:pt x="1644044" y="75524"/>
                </a:lnTo>
                <a:lnTo>
                  <a:pt x="1617364" y="75952"/>
                </a:lnTo>
                <a:lnTo>
                  <a:pt x="1590685" y="76352"/>
                </a:lnTo>
                <a:lnTo>
                  <a:pt x="1564005" y="76714"/>
                </a:lnTo>
                <a:lnTo>
                  <a:pt x="1537325" y="77048"/>
                </a:lnTo>
                <a:lnTo>
                  <a:pt x="1510655" y="77343"/>
                </a:lnTo>
                <a:lnTo>
                  <a:pt x="1483976" y="77610"/>
                </a:lnTo>
                <a:lnTo>
                  <a:pt x="1457296" y="77838"/>
                </a:lnTo>
                <a:lnTo>
                  <a:pt x="1430617" y="78038"/>
                </a:lnTo>
                <a:lnTo>
                  <a:pt x="1403937" y="78200"/>
                </a:lnTo>
                <a:lnTo>
                  <a:pt x="1377258" y="78343"/>
                </a:lnTo>
                <a:lnTo>
                  <a:pt x="1350569" y="78448"/>
                </a:lnTo>
                <a:lnTo>
                  <a:pt x="1323889" y="78524"/>
                </a:lnTo>
                <a:lnTo>
                  <a:pt x="1297210" y="78562"/>
                </a:lnTo>
                <a:lnTo>
                  <a:pt x="1270530" y="78581"/>
                </a:lnTo>
                <a:lnTo>
                  <a:pt x="1243851" y="78562"/>
                </a:lnTo>
                <a:lnTo>
                  <a:pt x="1217171" y="78515"/>
                </a:lnTo>
                <a:lnTo>
                  <a:pt x="1190492" y="78429"/>
                </a:lnTo>
                <a:lnTo>
                  <a:pt x="1163812" y="78324"/>
                </a:lnTo>
                <a:lnTo>
                  <a:pt x="1137133" y="78181"/>
                </a:lnTo>
                <a:lnTo>
                  <a:pt x="1110453" y="78010"/>
                </a:lnTo>
                <a:lnTo>
                  <a:pt x="1083774" y="77800"/>
                </a:lnTo>
                <a:lnTo>
                  <a:pt x="1057094" y="77572"/>
                </a:lnTo>
                <a:lnTo>
                  <a:pt x="1030415" y="77295"/>
                </a:lnTo>
                <a:lnTo>
                  <a:pt x="1003735" y="77000"/>
                </a:lnTo>
                <a:lnTo>
                  <a:pt x="977055" y="76667"/>
                </a:lnTo>
                <a:lnTo>
                  <a:pt x="950376" y="76295"/>
                </a:lnTo>
                <a:lnTo>
                  <a:pt x="923706" y="75895"/>
                </a:lnTo>
                <a:lnTo>
                  <a:pt x="897026" y="75457"/>
                </a:lnTo>
                <a:lnTo>
                  <a:pt x="870347" y="74981"/>
                </a:lnTo>
                <a:lnTo>
                  <a:pt x="843677" y="74466"/>
                </a:lnTo>
                <a:lnTo>
                  <a:pt x="816997" y="73914"/>
                </a:lnTo>
                <a:lnTo>
                  <a:pt x="790327" y="73333"/>
                </a:lnTo>
                <a:lnTo>
                  <a:pt x="763657" y="72704"/>
                </a:lnTo>
                <a:lnTo>
                  <a:pt x="736978" y="72028"/>
                </a:lnTo>
                <a:lnTo>
                  <a:pt x="710308" y="71314"/>
                </a:lnTo>
                <a:lnTo>
                  <a:pt x="683638" y="70561"/>
                </a:lnTo>
                <a:lnTo>
                  <a:pt x="656977" y="69752"/>
                </a:lnTo>
                <a:lnTo>
                  <a:pt x="630307" y="68904"/>
                </a:lnTo>
                <a:lnTo>
                  <a:pt x="603647" y="67999"/>
                </a:lnTo>
                <a:lnTo>
                  <a:pt x="576977" y="67037"/>
                </a:lnTo>
                <a:lnTo>
                  <a:pt x="550316" y="66027"/>
                </a:lnTo>
                <a:lnTo>
                  <a:pt x="523656" y="64951"/>
                </a:lnTo>
                <a:lnTo>
                  <a:pt x="497005" y="63808"/>
                </a:lnTo>
                <a:lnTo>
                  <a:pt x="470354" y="62608"/>
                </a:lnTo>
                <a:lnTo>
                  <a:pt x="443703" y="61331"/>
                </a:lnTo>
                <a:lnTo>
                  <a:pt x="417052" y="59969"/>
                </a:lnTo>
                <a:lnTo>
                  <a:pt x="390411" y="58522"/>
                </a:lnTo>
                <a:lnTo>
                  <a:pt x="363779" y="56988"/>
                </a:lnTo>
                <a:lnTo>
                  <a:pt x="337147" y="55359"/>
                </a:lnTo>
                <a:lnTo>
                  <a:pt x="310525" y="53607"/>
                </a:lnTo>
                <a:lnTo>
                  <a:pt x="283912" y="51730"/>
                </a:lnTo>
                <a:lnTo>
                  <a:pt x="257308" y="49711"/>
                </a:lnTo>
                <a:lnTo>
                  <a:pt x="230715" y="47530"/>
                </a:lnTo>
                <a:lnTo>
                  <a:pt x="204140" y="45149"/>
                </a:lnTo>
                <a:lnTo>
                  <a:pt x="177594" y="42548"/>
                </a:lnTo>
                <a:lnTo>
                  <a:pt x="151067" y="39672"/>
                </a:lnTo>
                <a:lnTo>
                  <a:pt x="124577" y="36433"/>
                </a:lnTo>
                <a:lnTo>
                  <a:pt x="98155" y="32737"/>
                </a:lnTo>
                <a:lnTo>
                  <a:pt x="71838" y="28394"/>
                </a:lnTo>
                <a:lnTo>
                  <a:pt x="45710" y="23003"/>
                </a:lnTo>
                <a:lnTo>
                  <a:pt x="20107" y="155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5FF7F8AC-76C3-4405-8EC4-67168F5C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74" y="2790825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711843C3-52A5-42B8-A006-69EF38F6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81450"/>
            <a:ext cx="1941662" cy="964406"/>
          </a:xfrm>
          <a:custGeom xmlns:a="http://schemas.openxmlformats.org/drawingml/2006/main">
            <a:pathLst>
              <a:path w="1941662" h="964406">
                <a:moveTo>
                  <a:pt x="0" y="0"/>
                </a:moveTo>
                <a:lnTo>
                  <a:pt x="6467" y="20869"/>
                </a:lnTo>
                <a:lnTo>
                  <a:pt x="12935" y="41739"/>
                </a:lnTo>
                <a:lnTo>
                  <a:pt x="19402" y="62608"/>
                </a:lnTo>
                <a:lnTo>
                  <a:pt x="25870" y="83487"/>
                </a:lnTo>
                <a:lnTo>
                  <a:pt x="32337" y="104356"/>
                </a:lnTo>
                <a:lnTo>
                  <a:pt x="38805" y="125225"/>
                </a:lnTo>
                <a:lnTo>
                  <a:pt x="45272" y="146094"/>
                </a:lnTo>
                <a:lnTo>
                  <a:pt x="51740" y="166964"/>
                </a:lnTo>
                <a:lnTo>
                  <a:pt x="58207" y="187833"/>
                </a:lnTo>
                <a:lnTo>
                  <a:pt x="64675" y="208712"/>
                </a:lnTo>
                <a:lnTo>
                  <a:pt x="71142" y="229581"/>
                </a:lnTo>
                <a:lnTo>
                  <a:pt x="77610" y="250450"/>
                </a:lnTo>
                <a:lnTo>
                  <a:pt x="84077" y="271320"/>
                </a:lnTo>
                <a:lnTo>
                  <a:pt x="90545" y="292189"/>
                </a:lnTo>
                <a:lnTo>
                  <a:pt x="97012" y="313058"/>
                </a:lnTo>
                <a:lnTo>
                  <a:pt x="103480" y="333927"/>
                </a:lnTo>
                <a:lnTo>
                  <a:pt x="109947" y="354806"/>
                </a:lnTo>
                <a:lnTo>
                  <a:pt x="116415" y="375676"/>
                </a:lnTo>
                <a:lnTo>
                  <a:pt x="122882" y="396545"/>
                </a:lnTo>
                <a:lnTo>
                  <a:pt x="129350" y="417414"/>
                </a:lnTo>
                <a:lnTo>
                  <a:pt x="135817" y="438283"/>
                </a:lnTo>
                <a:lnTo>
                  <a:pt x="142294" y="459153"/>
                </a:lnTo>
                <a:lnTo>
                  <a:pt x="148761" y="480031"/>
                </a:lnTo>
                <a:lnTo>
                  <a:pt x="155229" y="500901"/>
                </a:lnTo>
                <a:lnTo>
                  <a:pt x="161696" y="521770"/>
                </a:lnTo>
                <a:lnTo>
                  <a:pt x="168164" y="542639"/>
                </a:lnTo>
                <a:lnTo>
                  <a:pt x="174631" y="563509"/>
                </a:lnTo>
                <a:lnTo>
                  <a:pt x="181099" y="584378"/>
                </a:lnTo>
                <a:lnTo>
                  <a:pt x="187566" y="605247"/>
                </a:lnTo>
                <a:lnTo>
                  <a:pt x="194034" y="626126"/>
                </a:lnTo>
                <a:lnTo>
                  <a:pt x="200501" y="646995"/>
                </a:lnTo>
                <a:lnTo>
                  <a:pt x="206969" y="667864"/>
                </a:lnTo>
                <a:lnTo>
                  <a:pt x="213436" y="688734"/>
                </a:lnTo>
                <a:lnTo>
                  <a:pt x="219904" y="709603"/>
                </a:lnTo>
                <a:lnTo>
                  <a:pt x="226371" y="730472"/>
                </a:lnTo>
                <a:lnTo>
                  <a:pt x="232839" y="751351"/>
                </a:lnTo>
                <a:lnTo>
                  <a:pt x="239306" y="772220"/>
                </a:lnTo>
                <a:lnTo>
                  <a:pt x="245774" y="793090"/>
                </a:lnTo>
                <a:lnTo>
                  <a:pt x="252241" y="813959"/>
                </a:lnTo>
                <a:lnTo>
                  <a:pt x="258709" y="834828"/>
                </a:lnTo>
                <a:lnTo>
                  <a:pt x="265176" y="855697"/>
                </a:lnTo>
                <a:lnTo>
                  <a:pt x="271643" y="876576"/>
                </a:lnTo>
                <a:lnTo>
                  <a:pt x="279597" y="896531"/>
                </a:lnTo>
                <a:lnTo>
                  <a:pt x="297961" y="908142"/>
                </a:lnTo>
                <a:lnTo>
                  <a:pt x="318449" y="915705"/>
                </a:lnTo>
                <a:lnTo>
                  <a:pt x="339519" y="921496"/>
                </a:lnTo>
                <a:lnTo>
                  <a:pt x="360836" y="926249"/>
                </a:lnTo>
                <a:lnTo>
                  <a:pt x="382305" y="930307"/>
                </a:lnTo>
                <a:lnTo>
                  <a:pt x="403870" y="933841"/>
                </a:lnTo>
                <a:lnTo>
                  <a:pt x="425491" y="936965"/>
                </a:lnTo>
                <a:lnTo>
                  <a:pt x="447161" y="939775"/>
                </a:lnTo>
                <a:lnTo>
                  <a:pt x="468868" y="942308"/>
                </a:lnTo>
                <a:lnTo>
                  <a:pt x="490595" y="944604"/>
                </a:lnTo>
                <a:lnTo>
                  <a:pt x="512340" y="946699"/>
                </a:lnTo>
                <a:lnTo>
                  <a:pt x="534105" y="948614"/>
                </a:lnTo>
                <a:lnTo>
                  <a:pt x="555889" y="950385"/>
                </a:lnTo>
                <a:lnTo>
                  <a:pt x="577682" y="951995"/>
                </a:lnTo>
                <a:lnTo>
                  <a:pt x="599475" y="953481"/>
                </a:lnTo>
                <a:lnTo>
                  <a:pt x="621287" y="954843"/>
                </a:lnTo>
                <a:lnTo>
                  <a:pt x="643099" y="956091"/>
                </a:lnTo>
                <a:lnTo>
                  <a:pt x="664921" y="957234"/>
                </a:lnTo>
                <a:lnTo>
                  <a:pt x="686743" y="958272"/>
                </a:lnTo>
                <a:lnTo>
                  <a:pt x="708574" y="959225"/>
                </a:lnTo>
                <a:lnTo>
                  <a:pt x="730406" y="960082"/>
                </a:lnTo>
                <a:lnTo>
                  <a:pt x="752246" y="960853"/>
                </a:lnTo>
                <a:lnTo>
                  <a:pt x="774078" y="961549"/>
                </a:lnTo>
                <a:lnTo>
                  <a:pt x="795919" y="962158"/>
                </a:lnTo>
                <a:lnTo>
                  <a:pt x="817769" y="962692"/>
                </a:lnTo>
                <a:lnTo>
                  <a:pt x="839610" y="963149"/>
                </a:lnTo>
                <a:lnTo>
                  <a:pt x="861460" y="963530"/>
                </a:lnTo>
                <a:lnTo>
                  <a:pt x="883310" y="963844"/>
                </a:lnTo>
                <a:lnTo>
                  <a:pt x="905151" y="964092"/>
                </a:lnTo>
                <a:lnTo>
                  <a:pt x="927002" y="964263"/>
                </a:lnTo>
                <a:lnTo>
                  <a:pt x="948852" y="964368"/>
                </a:lnTo>
                <a:lnTo>
                  <a:pt x="970702" y="964406"/>
                </a:lnTo>
                <a:lnTo>
                  <a:pt x="992553" y="964368"/>
                </a:lnTo>
                <a:lnTo>
                  <a:pt x="1014403" y="964263"/>
                </a:lnTo>
                <a:lnTo>
                  <a:pt x="1036253" y="964101"/>
                </a:lnTo>
                <a:lnTo>
                  <a:pt x="1058104" y="963854"/>
                </a:lnTo>
                <a:lnTo>
                  <a:pt x="1079945" y="963539"/>
                </a:lnTo>
                <a:lnTo>
                  <a:pt x="1101795" y="963158"/>
                </a:lnTo>
                <a:lnTo>
                  <a:pt x="1123636" y="962692"/>
                </a:lnTo>
                <a:lnTo>
                  <a:pt x="1145486" y="962168"/>
                </a:lnTo>
                <a:lnTo>
                  <a:pt x="1167327" y="961558"/>
                </a:lnTo>
                <a:lnTo>
                  <a:pt x="1189168" y="960863"/>
                </a:lnTo>
                <a:lnTo>
                  <a:pt x="1210999" y="960101"/>
                </a:lnTo>
                <a:lnTo>
                  <a:pt x="1232830" y="959234"/>
                </a:lnTo>
                <a:lnTo>
                  <a:pt x="1254662" y="958291"/>
                </a:lnTo>
                <a:lnTo>
                  <a:pt x="1276483" y="957243"/>
                </a:lnTo>
                <a:lnTo>
                  <a:pt x="1298305" y="956110"/>
                </a:lnTo>
                <a:lnTo>
                  <a:pt x="1320117" y="954862"/>
                </a:lnTo>
                <a:lnTo>
                  <a:pt x="1341930" y="953500"/>
                </a:lnTo>
                <a:lnTo>
                  <a:pt x="1363732" y="952014"/>
                </a:lnTo>
                <a:lnTo>
                  <a:pt x="1385516" y="950414"/>
                </a:lnTo>
                <a:lnTo>
                  <a:pt x="1407300" y="948652"/>
                </a:lnTo>
                <a:lnTo>
                  <a:pt x="1429064" y="946728"/>
                </a:lnTo>
                <a:lnTo>
                  <a:pt x="1450810" y="944642"/>
                </a:lnTo>
                <a:lnTo>
                  <a:pt x="1472546" y="942346"/>
                </a:lnTo>
                <a:lnTo>
                  <a:pt x="1494244" y="939813"/>
                </a:lnTo>
                <a:lnTo>
                  <a:pt x="1515913" y="937012"/>
                </a:lnTo>
                <a:lnTo>
                  <a:pt x="1537535" y="933888"/>
                </a:lnTo>
                <a:lnTo>
                  <a:pt x="1559100" y="930364"/>
                </a:lnTo>
                <a:lnTo>
                  <a:pt x="1580579" y="926325"/>
                </a:lnTo>
                <a:lnTo>
                  <a:pt x="1601905" y="921582"/>
                </a:lnTo>
                <a:lnTo>
                  <a:pt x="1622974" y="915810"/>
                </a:lnTo>
                <a:lnTo>
                  <a:pt x="1643472" y="908285"/>
                </a:lnTo>
                <a:lnTo>
                  <a:pt x="1661912" y="896788"/>
                </a:lnTo>
                <a:lnTo>
                  <a:pt x="1670018" y="876919"/>
                </a:lnTo>
                <a:lnTo>
                  <a:pt x="1676486" y="856040"/>
                </a:lnTo>
                <a:lnTo>
                  <a:pt x="1682953" y="835171"/>
                </a:lnTo>
                <a:lnTo>
                  <a:pt x="1689421" y="814302"/>
                </a:lnTo>
                <a:lnTo>
                  <a:pt x="1695888" y="793433"/>
                </a:lnTo>
                <a:lnTo>
                  <a:pt x="1702356" y="772563"/>
                </a:lnTo>
                <a:lnTo>
                  <a:pt x="1708823" y="751694"/>
                </a:lnTo>
                <a:lnTo>
                  <a:pt x="1715291" y="730825"/>
                </a:lnTo>
                <a:lnTo>
                  <a:pt x="1721758" y="709946"/>
                </a:lnTo>
                <a:lnTo>
                  <a:pt x="1728226" y="689077"/>
                </a:lnTo>
                <a:lnTo>
                  <a:pt x="1734693" y="668207"/>
                </a:lnTo>
                <a:lnTo>
                  <a:pt x="1741160" y="647338"/>
                </a:lnTo>
                <a:lnTo>
                  <a:pt x="1747628" y="626469"/>
                </a:lnTo>
                <a:lnTo>
                  <a:pt x="1754095" y="605600"/>
                </a:lnTo>
                <a:lnTo>
                  <a:pt x="1760563" y="584721"/>
                </a:lnTo>
                <a:lnTo>
                  <a:pt x="1767030" y="563851"/>
                </a:lnTo>
                <a:lnTo>
                  <a:pt x="1773498" y="542982"/>
                </a:lnTo>
                <a:lnTo>
                  <a:pt x="1779965" y="522113"/>
                </a:lnTo>
                <a:lnTo>
                  <a:pt x="1786433" y="501244"/>
                </a:lnTo>
                <a:lnTo>
                  <a:pt x="1792900" y="480374"/>
                </a:lnTo>
                <a:lnTo>
                  <a:pt x="1799368" y="459496"/>
                </a:lnTo>
                <a:lnTo>
                  <a:pt x="1805835" y="438626"/>
                </a:lnTo>
                <a:lnTo>
                  <a:pt x="1812303" y="417757"/>
                </a:lnTo>
                <a:lnTo>
                  <a:pt x="1818770" y="396888"/>
                </a:lnTo>
                <a:lnTo>
                  <a:pt x="1825238" y="376018"/>
                </a:lnTo>
                <a:lnTo>
                  <a:pt x="1831705" y="355149"/>
                </a:lnTo>
                <a:lnTo>
                  <a:pt x="1838173" y="334280"/>
                </a:lnTo>
                <a:lnTo>
                  <a:pt x="1844640" y="313401"/>
                </a:lnTo>
                <a:lnTo>
                  <a:pt x="1851108" y="292532"/>
                </a:lnTo>
                <a:lnTo>
                  <a:pt x="1857585" y="271663"/>
                </a:lnTo>
                <a:lnTo>
                  <a:pt x="1864052" y="250793"/>
                </a:lnTo>
                <a:lnTo>
                  <a:pt x="1870520" y="229924"/>
                </a:lnTo>
                <a:lnTo>
                  <a:pt x="1876987" y="209055"/>
                </a:lnTo>
                <a:lnTo>
                  <a:pt x="1883454" y="188176"/>
                </a:lnTo>
                <a:lnTo>
                  <a:pt x="1889922" y="167307"/>
                </a:lnTo>
                <a:lnTo>
                  <a:pt x="1896389" y="146437"/>
                </a:lnTo>
                <a:lnTo>
                  <a:pt x="1902857" y="125568"/>
                </a:lnTo>
                <a:lnTo>
                  <a:pt x="1909324" y="104699"/>
                </a:lnTo>
                <a:lnTo>
                  <a:pt x="1915792" y="83830"/>
                </a:lnTo>
                <a:lnTo>
                  <a:pt x="1922259" y="62960"/>
                </a:lnTo>
                <a:lnTo>
                  <a:pt x="1928727" y="42081"/>
                </a:lnTo>
                <a:lnTo>
                  <a:pt x="1935194" y="21212"/>
                </a:lnTo>
                <a:lnTo>
                  <a:pt x="1941662" y="343"/>
                </a:lnTo>
                <a:lnTo>
                  <a:pt x="1927698" y="14926"/>
                </a:lnTo>
                <a:lnTo>
                  <a:pt x="1907362" y="22860"/>
                </a:lnTo>
                <a:lnTo>
                  <a:pt x="1886274" y="28556"/>
                </a:lnTo>
                <a:lnTo>
                  <a:pt x="1864909" y="33128"/>
                </a:lnTo>
                <a:lnTo>
                  <a:pt x="1843402" y="36995"/>
                </a:lnTo>
                <a:lnTo>
                  <a:pt x="1821818" y="40367"/>
                </a:lnTo>
                <a:lnTo>
                  <a:pt x="1800168" y="43358"/>
                </a:lnTo>
                <a:lnTo>
                  <a:pt x="1778489" y="46063"/>
                </a:lnTo>
                <a:lnTo>
                  <a:pt x="1756781" y="48520"/>
                </a:lnTo>
                <a:lnTo>
                  <a:pt x="1735045" y="50768"/>
                </a:lnTo>
                <a:lnTo>
                  <a:pt x="1713290" y="52845"/>
                </a:lnTo>
                <a:lnTo>
                  <a:pt x="1691526" y="54769"/>
                </a:lnTo>
                <a:lnTo>
                  <a:pt x="1669752" y="56559"/>
                </a:lnTo>
                <a:lnTo>
                  <a:pt x="1647968" y="58226"/>
                </a:lnTo>
                <a:lnTo>
                  <a:pt x="1626175" y="59788"/>
                </a:lnTo>
                <a:lnTo>
                  <a:pt x="1604372" y="61255"/>
                </a:lnTo>
                <a:lnTo>
                  <a:pt x="1582569" y="62627"/>
                </a:lnTo>
                <a:lnTo>
                  <a:pt x="1560757" y="63913"/>
                </a:lnTo>
                <a:lnTo>
                  <a:pt x="1538935" y="65132"/>
                </a:lnTo>
                <a:lnTo>
                  <a:pt x="1517113" y="66265"/>
                </a:lnTo>
                <a:lnTo>
                  <a:pt x="1495292" y="67342"/>
                </a:lnTo>
                <a:lnTo>
                  <a:pt x="1473470" y="68351"/>
                </a:lnTo>
                <a:lnTo>
                  <a:pt x="1451639" y="69304"/>
                </a:lnTo>
                <a:lnTo>
                  <a:pt x="1429807" y="70190"/>
                </a:lnTo>
                <a:lnTo>
                  <a:pt x="1407976" y="71028"/>
                </a:lnTo>
                <a:lnTo>
                  <a:pt x="1386135" y="71809"/>
                </a:lnTo>
                <a:lnTo>
                  <a:pt x="1364294" y="72533"/>
                </a:lnTo>
                <a:lnTo>
                  <a:pt x="1342463" y="73219"/>
                </a:lnTo>
                <a:lnTo>
                  <a:pt x="1320622" y="73857"/>
                </a:lnTo>
                <a:lnTo>
                  <a:pt x="1298772" y="74447"/>
                </a:lnTo>
                <a:lnTo>
                  <a:pt x="1276931" y="75000"/>
                </a:lnTo>
                <a:lnTo>
                  <a:pt x="1255090" y="75505"/>
                </a:lnTo>
                <a:lnTo>
                  <a:pt x="1233240" y="75971"/>
                </a:lnTo>
                <a:lnTo>
                  <a:pt x="1211399" y="76391"/>
                </a:lnTo>
                <a:lnTo>
                  <a:pt x="1189549" y="76781"/>
                </a:lnTo>
                <a:lnTo>
                  <a:pt x="1167708" y="77124"/>
                </a:lnTo>
                <a:lnTo>
                  <a:pt x="1145858" y="77429"/>
                </a:lnTo>
                <a:lnTo>
                  <a:pt x="1124007" y="77705"/>
                </a:lnTo>
                <a:lnTo>
                  <a:pt x="1102157" y="77934"/>
                </a:lnTo>
                <a:lnTo>
                  <a:pt x="1080306" y="78134"/>
                </a:lnTo>
                <a:lnTo>
                  <a:pt x="1058466" y="78296"/>
                </a:lnTo>
                <a:lnTo>
                  <a:pt x="1036615" y="78419"/>
                </a:lnTo>
                <a:lnTo>
                  <a:pt x="1014765" y="78505"/>
                </a:lnTo>
                <a:lnTo>
                  <a:pt x="992915" y="78562"/>
                </a:lnTo>
                <a:lnTo>
                  <a:pt x="971064" y="78581"/>
                </a:lnTo>
                <a:lnTo>
                  <a:pt x="949214" y="78562"/>
                </a:lnTo>
                <a:lnTo>
                  <a:pt x="927364" y="78505"/>
                </a:lnTo>
                <a:lnTo>
                  <a:pt x="905513" y="78419"/>
                </a:lnTo>
                <a:lnTo>
                  <a:pt x="883663" y="78296"/>
                </a:lnTo>
                <a:lnTo>
                  <a:pt x="861812" y="78134"/>
                </a:lnTo>
                <a:lnTo>
                  <a:pt x="839962" y="77943"/>
                </a:lnTo>
                <a:lnTo>
                  <a:pt x="818121" y="77705"/>
                </a:lnTo>
                <a:lnTo>
                  <a:pt x="796271" y="77438"/>
                </a:lnTo>
                <a:lnTo>
                  <a:pt x="774421" y="77133"/>
                </a:lnTo>
                <a:lnTo>
                  <a:pt x="752570" y="76781"/>
                </a:lnTo>
                <a:lnTo>
                  <a:pt x="730729" y="76400"/>
                </a:lnTo>
                <a:lnTo>
                  <a:pt x="708879" y="75981"/>
                </a:lnTo>
                <a:lnTo>
                  <a:pt x="687038" y="75514"/>
                </a:lnTo>
                <a:lnTo>
                  <a:pt x="665188" y="75009"/>
                </a:lnTo>
                <a:lnTo>
                  <a:pt x="643347" y="74457"/>
                </a:lnTo>
                <a:lnTo>
                  <a:pt x="621506" y="73866"/>
                </a:lnTo>
                <a:lnTo>
                  <a:pt x="599665" y="73228"/>
                </a:lnTo>
                <a:lnTo>
                  <a:pt x="577825" y="72552"/>
                </a:lnTo>
                <a:lnTo>
                  <a:pt x="555993" y="71819"/>
                </a:lnTo>
                <a:lnTo>
                  <a:pt x="534152" y="71037"/>
                </a:lnTo>
                <a:lnTo>
                  <a:pt x="512321" y="70199"/>
                </a:lnTo>
                <a:lnTo>
                  <a:pt x="490490" y="69313"/>
                </a:lnTo>
                <a:lnTo>
                  <a:pt x="468659" y="68370"/>
                </a:lnTo>
                <a:lnTo>
                  <a:pt x="446827" y="67361"/>
                </a:lnTo>
                <a:lnTo>
                  <a:pt x="425006" y="66284"/>
                </a:lnTo>
                <a:lnTo>
                  <a:pt x="403184" y="65151"/>
                </a:lnTo>
                <a:lnTo>
                  <a:pt x="381371" y="63941"/>
                </a:lnTo>
                <a:lnTo>
                  <a:pt x="359559" y="62655"/>
                </a:lnTo>
                <a:lnTo>
                  <a:pt x="337757" y="61284"/>
                </a:lnTo>
                <a:lnTo>
                  <a:pt x="315954" y="59817"/>
                </a:lnTo>
                <a:lnTo>
                  <a:pt x="294161" y="58255"/>
                </a:lnTo>
                <a:lnTo>
                  <a:pt x="272367" y="56588"/>
                </a:lnTo>
                <a:lnTo>
                  <a:pt x="250593" y="54797"/>
                </a:lnTo>
                <a:lnTo>
                  <a:pt x="228829" y="52883"/>
                </a:lnTo>
                <a:lnTo>
                  <a:pt x="207083" y="50806"/>
                </a:lnTo>
                <a:lnTo>
                  <a:pt x="185347" y="48558"/>
                </a:lnTo>
                <a:lnTo>
                  <a:pt x="163630" y="46101"/>
                </a:lnTo>
                <a:lnTo>
                  <a:pt x="141951" y="43405"/>
                </a:lnTo>
                <a:lnTo>
                  <a:pt x="120310" y="40415"/>
                </a:lnTo>
                <a:lnTo>
                  <a:pt x="98717" y="37062"/>
                </a:lnTo>
                <a:lnTo>
                  <a:pt x="77210" y="33195"/>
                </a:lnTo>
                <a:lnTo>
                  <a:pt x="55845" y="28642"/>
                </a:lnTo>
                <a:lnTo>
                  <a:pt x="34747" y="22965"/>
                </a:lnTo>
                <a:lnTo>
                  <a:pt x="14392" y="150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4DB1AE7-2621-43F4-A299-95F5B4EF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57625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266FF71B-3EE8-464F-BE6D-120E4860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27" y="5048250"/>
            <a:ext cx="1391717" cy="964397"/>
          </a:xfrm>
          <a:custGeom xmlns:a="http://schemas.openxmlformats.org/drawingml/2006/main">
            <a:pathLst>
              <a:path w="1391717" h="964397">
                <a:moveTo>
                  <a:pt x="0" y="0"/>
                </a:moveTo>
                <a:lnTo>
                  <a:pt x="5324" y="18259"/>
                </a:lnTo>
                <a:lnTo>
                  <a:pt x="10649" y="36528"/>
                </a:lnTo>
                <a:lnTo>
                  <a:pt x="15973" y="54788"/>
                </a:lnTo>
                <a:lnTo>
                  <a:pt x="21298" y="73057"/>
                </a:lnTo>
                <a:lnTo>
                  <a:pt x="26622" y="91316"/>
                </a:lnTo>
                <a:lnTo>
                  <a:pt x="31947" y="109585"/>
                </a:lnTo>
                <a:lnTo>
                  <a:pt x="37271" y="127845"/>
                </a:lnTo>
                <a:lnTo>
                  <a:pt x="42586" y="146104"/>
                </a:lnTo>
                <a:lnTo>
                  <a:pt x="47911" y="164373"/>
                </a:lnTo>
                <a:lnTo>
                  <a:pt x="53235" y="182632"/>
                </a:lnTo>
                <a:lnTo>
                  <a:pt x="58560" y="200901"/>
                </a:lnTo>
                <a:lnTo>
                  <a:pt x="63884" y="219161"/>
                </a:lnTo>
                <a:lnTo>
                  <a:pt x="69209" y="237430"/>
                </a:lnTo>
                <a:lnTo>
                  <a:pt x="74533" y="255689"/>
                </a:lnTo>
                <a:lnTo>
                  <a:pt x="79858" y="273949"/>
                </a:lnTo>
                <a:lnTo>
                  <a:pt x="85182" y="292217"/>
                </a:lnTo>
                <a:lnTo>
                  <a:pt x="90507" y="310477"/>
                </a:lnTo>
                <a:lnTo>
                  <a:pt x="95831" y="328746"/>
                </a:lnTo>
                <a:lnTo>
                  <a:pt x="101155" y="347005"/>
                </a:lnTo>
                <a:lnTo>
                  <a:pt x="106480" y="365265"/>
                </a:lnTo>
                <a:lnTo>
                  <a:pt x="111804" y="383534"/>
                </a:lnTo>
                <a:lnTo>
                  <a:pt x="117129" y="401793"/>
                </a:lnTo>
                <a:lnTo>
                  <a:pt x="122453" y="420062"/>
                </a:lnTo>
                <a:lnTo>
                  <a:pt x="127778" y="438321"/>
                </a:lnTo>
                <a:lnTo>
                  <a:pt x="133093" y="456590"/>
                </a:lnTo>
                <a:lnTo>
                  <a:pt x="138417" y="474850"/>
                </a:lnTo>
                <a:lnTo>
                  <a:pt x="143742" y="493109"/>
                </a:lnTo>
                <a:lnTo>
                  <a:pt x="149066" y="511378"/>
                </a:lnTo>
                <a:lnTo>
                  <a:pt x="154391" y="529638"/>
                </a:lnTo>
                <a:lnTo>
                  <a:pt x="159715" y="547907"/>
                </a:lnTo>
                <a:lnTo>
                  <a:pt x="165040" y="566166"/>
                </a:lnTo>
                <a:lnTo>
                  <a:pt x="170364" y="584435"/>
                </a:lnTo>
                <a:lnTo>
                  <a:pt x="175689" y="602694"/>
                </a:lnTo>
                <a:lnTo>
                  <a:pt x="181013" y="620954"/>
                </a:lnTo>
                <a:lnTo>
                  <a:pt x="186338" y="639223"/>
                </a:lnTo>
                <a:lnTo>
                  <a:pt x="191662" y="657482"/>
                </a:lnTo>
                <a:lnTo>
                  <a:pt x="196987" y="675751"/>
                </a:lnTo>
                <a:lnTo>
                  <a:pt x="202311" y="694011"/>
                </a:lnTo>
                <a:lnTo>
                  <a:pt x="207635" y="712270"/>
                </a:lnTo>
                <a:lnTo>
                  <a:pt x="212960" y="730539"/>
                </a:lnTo>
                <a:lnTo>
                  <a:pt x="218275" y="748798"/>
                </a:lnTo>
                <a:lnTo>
                  <a:pt x="223599" y="767067"/>
                </a:lnTo>
                <a:lnTo>
                  <a:pt x="228924" y="785327"/>
                </a:lnTo>
                <a:lnTo>
                  <a:pt x="234248" y="803596"/>
                </a:lnTo>
                <a:lnTo>
                  <a:pt x="239573" y="821855"/>
                </a:lnTo>
                <a:lnTo>
                  <a:pt x="244897" y="840115"/>
                </a:lnTo>
                <a:lnTo>
                  <a:pt x="250222" y="858383"/>
                </a:lnTo>
                <a:lnTo>
                  <a:pt x="255546" y="876643"/>
                </a:lnTo>
                <a:lnTo>
                  <a:pt x="260509" y="894912"/>
                </a:lnTo>
                <a:lnTo>
                  <a:pt x="273529" y="908533"/>
                </a:lnTo>
                <a:lnTo>
                  <a:pt x="290151" y="917734"/>
                </a:lnTo>
                <a:lnTo>
                  <a:pt x="307848" y="924687"/>
                </a:lnTo>
                <a:lnTo>
                  <a:pt x="326022" y="930297"/>
                </a:lnTo>
                <a:lnTo>
                  <a:pt x="344462" y="934993"/>
                </a:lnTo>
                <a:lnTo>
                  <a:pt x="363045" y="939022"/>
                </a:lnTo>
                <a:lnTo>
                  <a:pt x="381743" y="942518"/>
                </a:lnTo>
                <a:lnTo>
                  <a:pt x="400517" y="945604"/>
                </a:lnTo>
                <a:lnTo>
                  <a:pt x="419348" y="948328"/>
                </a:lnTo>
                <a:lnTo>
                  <a:pt x="438217" y="950738"/>
                </a:lnTo>
                <a:lnTo>
                  <a:pt x="457114" y="952891"/>
                </a:lnTo>
                <a:lnTo>
                  <a:pt x="476040" y="954805"/>
                </a:lnTo>
                <a:lnTo>
                  <a:pt x="494995" y="956501"/>
                </a:lnTo>
                <a:lnTo>
                  <a:pt x="513959" y="958005"/>
                </a:lnTo>
                <a:lnTo>
                  <a:pt x="532933" y="959329"/>
                </a:lnTo>
                <a:lnTo>
                  <a:pt x="551926" y="960472"/>
                </a:lnTo>
                <a:lnTo>
                  <a:pt x="570919" y="961463"/>
                </a:lnTo>
                <a:lnTo>
                  <a:pt x="589921" y="962301"/>
                </a:lnTo>
                <a:lnTo>
                  <a:pt x="608933" y="962997"/>
                </a:lnTo>
                <a:lnTo>
                  <a:pt x="627955" y="963539"/>
                </a:lnTo>
                <a:lnTo>
                  <a:pt x="646967" y="963959"/>
                </a:lnTo>
                <a:lnTo>
                  <a:pt x="665988" y="964235"/>
                </a:lnTo>
                <a:lnTo>
                  <a:pt x="685019" y="964378"/>
                </a:lnTo>
                <a:lnTo>
                  <a:pt x="704040" y="964397"/>
                </a:lnTo>
                <a:lnTo>
                  <a:pt x="723062" y="964273"/>
                </a:lnTo>
                <a:lnTo>
                  <a:pt x="742083" y="964016"/>
                </a:lnTo>
                <a:lnTo>
                  <a:pt x="761105" y="963635"/>
                </a:lnTo>
                <a:lnTo>
                  <a:pt x="780117" y="963111"/>
                </a:lnTo>
                <a:lnTo>
                  <a:pt x="799128" y="962454"/>
                </a:lnTo>
                <a:lnTo>
                  <a:pt x="818140" y="961644"/>
                </a:lnTo>
                <a:lnTo>
                  <a:pt x="837133" y="960682"/>
                </a:lnTo>
                <a:lnTo>
                  <a:pt x="856126" y="959568"/>
                </a:lnTo>
                <a:lnTo>
                  <a:pt x="875109" y="958282"/>
                </a:lnTo>
                <a:lnTo>
                  <a:pt x="894074" y="956815"/>
                </a:lnTo>
                <a:lnTo>
                  <a:pt x="913028" y="955157"/>
                </a:lnTo>
                <a:lnTo>
                  <a:pt x="931955" y="953281"/>
                </a:lnTo>
                <a:lnTo>
                  <a:pt x="950862" y="951176"/>
                </a:lnTo>
                <a:lnTo>
                  <a:pt x="969740" y="948814"/>
                </a:lnTo>
                <a:lnTo>
                  <a:pt x="988581" y="946156"/>
                </a:lnTo>
                <a:lnTo>
                  <a:pt x="1007364" y="943146"/>
                </a:lnTo>
                <a:lnTo>
                  <a:pt x="1026071" y="939737"/>
                </a:lnTo>
                <a:lnTo>
                  <a:pt x="1044692" y="935822"/>
                </a:lnTo>
                <a:lnTo>
                  <a:pt x="1063161" y="931269"/>
                </a:lnTo>
                <a:lnTo>
                  <a:pt x="1081392" y="925859"/>
                </a:lnTo>
                <a:lnTo>
                  <a:pt x="1099214" y="919220"/>
                </a:lnTo>
                <a:lnTo>
                  <a:pt x="1116140" y="910571"/>
                </a:lnTo>
                <a:lnTo>
                  <a:pt x="1130313" y="898065"/>
                </a:lnTo>
                <a:lnTo>
                  <a:pt x="1136161" y="880186"/>
                </a:lnTo>
                <a:lnTo>
                  <a:pt x="1141486" y="861927"/>
                </a:lnTo>
                <a:lnTo>
                  <a:pt x="1146810" y="843658"/>
                </a:lnTo>
                <a:lnTo>
                  <a:pt x="1152134" y="825398"/>
                </a:lnTo>
                <a:lnTo>
                  <a:pt x="1157459" y="807139"/>
                </a:lnTo>
                <a:lnTo>
                  <a:pt x="1162783" y="788870"/>
                </a:lnTo>
                <a:lnTo>
                  <a:pt x="1168108" y="770611"/>
                </a:lnTo>
                <a:lnTo>
                  <a:pt x="1173432" y="752342"/>
                </a:lnTo>
                <a:lnTo>
                  <a:pt x="1178757" y="734082"/>
                </a:lnTo>
                <a:lnTo>
                  <a:pt x="1184081" y="715813"/>
                </a:lnTo>
                <a:lnTo>
                  <a:pt x="1189406" y="697554"/>
                </a:lnTo>
                <a:lnTo>
                  <a:pt x="1194730" y="679294"/>
                </a:lnTo>
                <a:lnTo>
                  <a:pt x="1200055" y="661025"/>
                </a:lnTo>
                <a:lnTo>
                  <a:pt x="1205379" y="642766"/>
                </a:lnTo>
                <a:lnTo>
                  <a:pt x="1210704" y="624497"/>
                </a:lnTo>
                <a:lnTo>
                  <a:pt x="1216028" y="606238"/>
                </a:lnTo>
                <a:lnTo>
                  <a:pt x="1221343" y="587978"/>
                </a:lnTo>
                <a:lnTo>
                  <a:pt x="1226668" y="569709"/>
                </a:lnTo>
                <a:lnTo>
                  <a:pt x="1231992" y="551450"/>
                </a:lnTo>
                <a:lnTo>
                  <a:pt x="1237317" y="533181"/>
                </a:lnTo>
                <a:lnTo>
                  <a:pt x="1242641" y="514922"/>
                </a:lnTo>
                <a:lnTo>
                  <a:pt x="1247966" y="496653"/>
                </a:lnTo>
                <a:lnTo>
                  <a:pt x="1253290" y="478393"/>
                </a:lnTo>
                <a:lnTo>
                  <a:pt x="1258614" y="460134"/>
                </a:lnTo>
                <a:lnTo>
                  <a:pt x="1263939" y="441865"/>
                </a:lnTo>
                <a:lnTo>
                  <a:pt x="1269263" y="423605"/>
                </a:lnTo>
                <a:lnTo>
                  <a:pt x="1274588" y="405336"/>
                </a:lnTo>
                <a:lnTo>
                  <a:pt x="1279912" y="387077"/>
                </a:lnTo>
                <a:lnTo>
                  <a:pt x="1285237" y="368808"/>
                </a:lnTo>
                <a:lnTo>
                  <a:pt x="1290561" y="350549"/>
                </a:lnTo>
                <a:lnTo>
                  <a:pt x="1295886" y="332289"/>
                </a:lnTo>
                <a:lnTo>
                  <a:pt x="1301210" y="314020"/>
                </a:lnTo>
                <a:lnTo>
                  <a:pt x="1306535" y="295761"/>
                </a:lnTo>
                <a:lnTo>
                  <a:pt x="1311850" y="277492"/>
                </a:lnTo>
                <a:lnTo>
                  <a:pt x="1317174" y="259232"/>
                </a:lnTo>
                <a:lnTo>
                  <a:pt x="1322499" y="240973"/>
                </a:lnTo>
                <a:lnTo>
                  <a:pt x="1327823" y="222704"/>
                </a:lnTo>
                <a:lnTo>
                  <a:pt x="1333148" y="204445"/>
                </a:lnTo>
                <a:lnTo>
                  <a:pt x="1338472" y="186176"/>
                </a:lnTo>
                <a:lnTo>
                  <a:pt x="1343797" y="167916"/>
                </a:lnTo>
                <a:lnTo>
                  <a:pt x="1349121" y="149647"/>
                </a:lnTo>
                <a:lnTo>
                  <a:pt x="1354445" y="131388"/>
                </a:lnTo>
                <a:lnTo>
                  <a:pt x="1359770" y="113128"/>
                </a:lnTo>
                <a:lnTo>
                  <a:pt x="1365094" y="94859"/>
                </a:lnTo>
                <a:lnTo>
                  <a:pt x="1370419" y="76600"/>
                </a:lnTo>
                <a:lnTo>
                  <a:pt x="1375743" y="58331"/>
                </a:lnTo>
                <a:lnTo>
                  <a:pt x="1381068" y="40072"/>
                </a:lnTo>
                <a:lnTo>
                  <a:pt x="1386392" y="21803"/>
                </a:lnTo>
                <a:lnTo>
                  <a:pt x="1391717" y="3543"/>
                </a:lnTo>
                <a:lnTo>
                  <a:pt x="1385335" y="12859"/>
                </a:lnTo>
                <a:lnTo>
                  <a:pt x="1368981" y="22460"/>
                </a:lnTo>
                <a:lnTo>
                  <a:pt x="1351169" y="29137"/>
                </a:lnTo>
                <a:lnTo>
                  <a:pt x="1332890" y="34385"/>
                </a:lnTo>
                <a:lnTo>
                  <a:pt x="1314374" y="38757"/>
                </a:lnTo>
                <a:lnTo>
                  <a:pt x="1295733" y="42520"/>
                </a:lnTo>
                <a:lnTo>
                  <a:pt x="1276998" y="45834"/>
                </a:lnTo>
                <a:lnTo>
                  <a:pt x="1258205" y="48797"/>
                </a:lnTo>
                <a:lnTo>
                  <a:pt x="1239374" y="51464"/>
                </a:lnTo>
                <a:lnTo>
                  <a:pt x="1220505" y="53892"/>
                </a:lnTo>
                <a:lnTo>
                  <a:pt x="1201607" y="56121"/>
                </a:lnTo>
                <a:lnTo>
                  <a:pt x="1182700" y="58160"/>
                </a:lnTo>
                <a:lnTo>
                  <a:pt x="1163765" y="60046"/>
                </a:lnTo>
                <a:lnTo>
                  <a:pt x="1144829" y="61779"/>
                </a:lnTo>
                <a:lnTo>
                  <a:pt x="1125874" y="63398"/>
                </a:lnTo>
                <a:lnTo>
                  <a:pt x="1106900" y="64894"/>
                </a:lnTo>
                <a:lnTo>
                  <a:pt x="1087936" y="66284"/>
                </a:lnTo>
                <a:lnTo>
                  <a:pt x="1068953" y="67580"/>
                </a:lnTo>
                <a:lnTo>
                  <a:pt x="1049969" y="68771"/>
                </a:lnTo>
                <a:lnTo>
                  <a:pt x="1030976" y="69885"/>
                </a:lnTo>
                <a:lnTo>
                  <a:pt x="1011984" y="70914"/>
                </a:lnTo>
                <a:lnTo>
                  <a:pt x="992981" y="71866"/>
                </a:lnTo>
                <a:lnTo>
                  <a:pt x="973979" y="72742"/>
                </a:lnTo>
                <a:lnTo>
                  <a:pt x="954967" y="73552"/>
                </a:lnTo>
                <a:lnTo>
                  <a:pt x="935965" y="74295"/>
                </a:lnTo>
                <a:lnTo>
                  <a:pt x="916953" y="74962"/>
                </a:lnTo>
                <a:lnTo>
                  <a:pt x="897931" y="75571"/>
                </a:lnTo>
                <a:lnTo>
                  <a:pt x="878919" y="76124"/>
                </a:lnTo>
                <a:lnTo>
                  <a:pt x="859907" y="76619"/>
                </a:lnTo>
                <a:lnTo>
                  <a:pt x="840886" y="77057"/>
                </a:lnTo>
                <a:lnTo>
                  <a:pt x="821865" y="77429"/>
                </a:lnTo>
                <a:lnTo>
                  <a:pt x="802843" y="77753"/>
                </a:lnTo>
                <a:lnTo>
                  <a:pt x="783822" y="78019"/>
                </a:lnTo>
                <a:lnTo>
                  <a:pt x="764800" y="78238"/>
                </a:lnTo>
                <a:lnTo>
                  <a:pt x="745779" y="78400"/>
                </a:lnTo>
                <a:lnTo>
                  <a:pt x="726758" y="78515"/>
                </a:lnTo>
                <a:lnTo>
                  <a:pt x="707727" y="78572"/>
                </a:lnTo>
                <a:lnTo>
                  <a:pt x="688705" y="78572"/>
                </a:lnTo>
                <a:lnTo>
                  <a:pt x="669684" y="78524"/>
                </a:lnTo>
                <a:lnTo>
                  <a:pt x="650662" y="78429"/>
                </a:lnTo>
                <a:lnTo>
                  <a:pt x="631641" y="78276"/>
                </a:lnTo>
                <a:lnTo>
                  <a:pt x="612610" y="78067"/>
                </a:lnTo>
                <a:lnTo>
                  <a:pt x="593588" y="77810"/>
                </a:lnTo>
                <a:lnTo>
                  <a:pt x="574567" y="77495"/>
                </a:lnTo>
                <a:lnTo>
                  <a:pt x="555555" y="77133"/>
                </a:lnTo>
                <a:lnTo>
                  <a:pt x="536534" y="76705"/>
                </a:lnTo>
                <a:lnTo>
                  <a:pt x="517512" y="76229"/>
                </a:lnTo>
                <a:lnTo>
                  <a:pt x="498500" y="75686"/>
                </a:lnTo>
                <a:lnTo>
                  <a:pt x="479489" y="75086"/>
                </a:lnTo>
                <a:lnTo>
                  <a:pt x="460477" y="74428"/>
                </a:lnTo>
                <a:lnTo>
                  <a:pt x="441465" y="73704"/>
                </a:lnTo>
                <a:lnTo>
                  <a:pt x="422453" y="72904"/>
                </a:lnTo>
                <a:lnTo>
                  <a:pt x="403450" y="72038"/>
                </a:lnTo>
                <a:lnTo>
                  <a:pt x="384448" y="71104"/>
                </a:lnTo>
                <a:lnTo>
                  <a:pt x="365455" y="70094"/>
                </a:lnTo>
                <a:lnTo>
                  <a:pt x="346462" y="68999"/>
                </a:lnTo>
                <a:lnTo>
                  <a:pt x="327479" y="67818"/>
                </a:lnTo>
                <a:lnTo>
                  <a:pt x="308496" y="66551"/>
                </a:lnTo>
                <a:lnTo>
                  <a:pt x="289522" y="65170"/>
                </a:lnTo>
                <a:lnTo>
                  <a:pt x="270558" y="63703"/>
                </a:lnTo>
                <a:lnTo>
                  <a:pt x="251593" y="62103"/>
                </a:lnTo>
                <a:lnTo>
                  <a:pt x="232648" y="60389"/>
                </a:lnTo>
                <a:lnTo>
                  <a:pt x="213722" y="58541"/>
                </a:lnTo>
                <a:lnTo>
                  <a:pt x="194805" y="56531"/>
                </a:lnTo>
                <a:lnTo>
                  <a:pt x="175908" y="54340"/>
                </a:lnTo>
                <a:lnTo>
                  <a:pt x="157029" y="51959"/>
                </a:lnTo>
                <a:lnTo>
                  <a:pt x="138189" y="49340"/>
                </a:lnTo>
                <a:lnTo>
                  <a:pt x="119386" y="46434"/>
                </a:lnTo>
                <a:lnTo>
                  <a:pt x="100641" y="43196"/>
                </a:lnTo>
                <a:lnTo>
                  <a:pt x="81982" y="39529"/>
                </a:lnTo>
                <a:lnTo>
                  <a:pt x="63437" y="35290"/>
                </a:lnTo>
                <a:lnTo>
                  <a:pt x="45091" y="30242"/>
                </a:lnTo>
                <a:lnTo>
                  <a:pt x="27165" y="23908"/>
                </a:lnTo>
                <a:lnTo>
                  <a:pt x="10344" y="151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735B92FE-7293-46FE-A0D9-F9ABC558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46" y="4924425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45751CC-E1DA-4015-826F-63018DF1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09"/>
          </a:xfrm>
          <a:custGeom xmlns:a="http://schemas.openxmlformats.org/drawingml/2006/main">
            <a:pathLst>
              <a:path w="1733550" h="4264209">
                <a:moveTo>
                  <a:pt x="0" y="0"/>
                </a:moveTo>
                <a:lnTo>
                  <a:pt x="57" y="47920"/>
                </a:lnTo>
                <a:lnTo>
                  <a:pt x="9354" y="94936"/>
                </a:lnTo>
                <a:lnTo>
                  <a:pt x="18650" y="141961"/>
                </a:lnTo>
                <a:lnTo>
                  <a:pt x="27946" y="188976"/>
                </a:lnTo>
                <a:lnTo>
                  <a:pt x="37243" y="235991"/>
                </a:lnTo>
                <a:lnTo>
                  <a:pt x="46530" y="283007"/>
                </a:lnTo>
                <a:lnTo>
                  <a:pt x="55826" y="330032"/>
                </a:lnTo>
                <a:lnTo>
                  <a:pt x="65122" y="377047"/>
                </a:lnTo>
                <a:lnTo>
                  <a:pt x="74419" y="424063"/>
                </a:lnTo>
                <a:lnTo>
                  <a:pt x="83715" y="471078"/>
                </a:lnTo>
                <a:lnTo>
                  <a:pt x="93012" y="518093"/>
                </a:lnTo>
                <a:lnTo>
                  <a:pt x="102308" y="565118"/>
                </a:lnTo>
                <a:lnTo>
                  <a:pt x="111595" y="612134"/>
                </a:lnTo>
                <a:lnTo>
                  <a:pt x="120891" y="659149"/>
                </a:lnTo>
                <a:lnTo>
                  <a:pt x="130188" y="706164"/>
                </a:lnTo>
                <a:lnTo>
                  <a:pt x="139484" y="753189"/>
                </a:lnTo>
                <a:lnTo>
                  <a:pt x="148781" y="800205"/>
                </a:lnTo>
                <a:lnTo>
                  <a:pt x="158077" y="847220"/>
                </a:lnTo>
                <a:lnTo>
                  <a:pt x="167373" y="894236"/>
                </a:lnTo>
                <a:lnTo>
                  <a:pt x="176660" y="941260"/>
                </a:lnTo>
                <a:lnTo>
                  <a:pt x="185957" y="988276"/>
                </a:lnTo>
                <a:lnTo>
                  <a:pt x="195253" y="1035291"/>
                </a:lnTo>
                <a:lnTo>
                  <a:pt x="202930" y="1082602"/>
                </a:lnTo>
                <a:lnTo>
                  <a:pt x="210350" y="1129951"/>
                </a:lnTo>
                <a:lnTo>
                  <a:pt x="217456" y="1177347"/>
                </a:lnTo>
                <a:lnTo>
                  <a:pt x="224561" y="1224744"/>
                </a:lnTo>
                <a:lnTo>
                  <a:pt x="231667" y="1272140"/>
                </a:lnTo>
                <a:lnTo>
                  <a:pt x="238773" y="1319536"/>
                </a:lnTo>
                <a:lnTo>
                  <a:pt x="245878" y="1366942"/>
                </a:lnTo>
                <a:lnTo>
                  <a:pt x="252984" y="1414339"/>
                </a:lnTo>
                <a:lnTo>
                  <a:pt x="260090" y="1461735"/>
                </a:lnTo>
                <a:lnTo>
                  <a:pt x="267195" y="1509131"/>
                </a:lnTo>
                <a:lnTo>
                  <a:pt x="274301" y="1556528"/>
                </a:lnTo>
                <a:lnTo>
                  <a:pt x="281407" y="1603924"/>
                </a:lnTo>
                <a:lnTo>
                  <a:pt x="288512" y="1651330"/>
                </a:lnTo>
                <a:lnTo>
                  <a:pt x="295618" y="1698727"/>
                </a:lnTo>
                <a:lnTo>
                  <a:pt x="302724" y="1746123"/>
                </a:lnTo>
                <a:lnTo>
                  <a:pt x="309829" y="1793519"/>
                </a:lnTo>
                <a:lnTo>
                  <a:pt x="316925" y="1840916"/>
                </a:lnTo>
                <a:lnTo>
                  <a:pt x="324031" y="1888312"/>
                </a:lnTo>
                <a:lnTo>
                  <a:pt x="331137" y="1935718"/>
                </a:lnTo>
                <a:lnTo>
                  <a:pt x="338242" y="1983115"/>
                </a:lnTo>
                <a:lnTo>
                  <a:pt x="345348" y="2030511"/>
                </a:lnTo>
                <a:lnTo>
                  <a:pt x="352454" y="2077907"/>
                </a:lnTo>
                <a:lnTo>
                  <a:pt x="359388" y="2125332"/>
                </a:lnTo>
                <a:lnTo>
                  <a:pt x="366093" y="2172786"/>
                </a:lnTo>
                <a:lnTo>
                  <a:pt x="372599" y="2220268"/>
                </a:lnTo>
                <a:lnTo>
                  <a:pt x="379066" y="2267760"/>
                </a:lnTo>
                <a:lnTo>
                  <a:pt x="385534" y="2315251"/>
                </a:lnTo>
                <a:lnTo>
                  <a:pt x="392001" y="2362743"/>
                </a:lnTo>
                <a:lnTo>
                  <a:pt x="398459" y="2410225"/>
                </a:lnTo>
                <a:lnTo>
                  <a:pt x="404927" y="2457717"/>
                </a:lnTo>
                <a:lnTo>
                  <a:pt x="411394" y="2505208"/>
                </a:lnTo>
                <a:lnTo>
                  <a:pt x="417862" y="2552700"/>
                </a:lnTo>
                <a:lnTo>
                  <a:pt x="424329" y="2600182"/>
                </a:lnTo>
                <a:lnTo>
                  <a:pt x="430797" y="2647674"/>
                </a:lnTo>
                <a:lnTo>
                  <a:pt x="437255" y="2695165"/>
                </a:lnTo>
                <a:lnTo>
                  <a:pt x="443722" y="2742657"/>
                </a:lnTo>
                <a:lnTo>
                  <a:pt x="450190" y="2790149"/>
                </a:lnTo>
                <a:lnTo>
                  <a:pt x="456657" y="2837631"/>
                </a:lnTo>
                <a:lnTo>
                  <a:pt x="463125" y="2885123"/>
                </a:lnTo>
                <a:lnTo>
                  <a:pt x="469592" y="2932614"/>
                </a:lnTo>
                <a:lnTo>
                  <a:pt x="476050" y="2980106"/>
                </a:lnTo>
                <a:lnTo>
                  <a:pt x="482517" y="3027588"/>
                </a:lnTo>
                <a:lnTo>
                  <a:pt x="488985" y="3075080"/>
                </a:lnTo>
                <a:lnTo>
                  <a:pt x="495452" y="3122571"/>
                </a:lnTo>
                <a:lnTo>
                  <a:pt x="501920" y="3170063"/>
                </a:lnTo>
                <a:lnTo>
                  <a:pt x="508159" y="3217583"/>
                </a:lnTo>
                <a:lnTo>
                  <a:pt x="514379" y="3265103"/>
                </a:lnTo>
                <a:lnTo>
                  <a:pt x="520560" y="3312633"/>
                </a:lnTo>
                <a:lnTo>
                  <a:pt x="526733" y="3360153"/>
                </a:lnTo>
                <a:lnTo>
                  <a:pt x="532914" y="3407683"/>
                </a:lnTo>
                <a:lnTo>
                  <a:pt x="539096" y="3455213"/>
                </a:lnTo>
                <a:lnTo>
                  <a:pt x="545268" y="3502743"/>
                </a:lnTo>
                <a:lnTo>
                  <a:pt x="551450" y="3550272"/>
                </a:lnTo>
                <a:lnTo>
                  <a:pt x="538963" y="3581400"/>
                </a:lnTo>
                <a:lnTo>
                  <a:pt x="491033" y="3581400"/>
                </a:lnTo>
                <a:lnTo>
                  <a:pt x="443113" y="3581400"/>
                </a:lnTo>
                <a:lnTo>
                  <a:pt x="395183" y="3581400"/>
                </a:lnTo>
                <a:lnTo>
                  <a:pt x="347253" y="3581400"/>
                </a:lnTo>
                <a:lnTo>
                  <a:pt x="299323" y="3581400"/>
                </a:lnTo>
                <a:lnTo>
                  <a:pt x="251403" y="3581400"/>
                </a:lnTo>
                <a:lnTo>
                  <a:pt x="250793" y="3602069"/>
                </a:lnTo>
                <a:lnTo>
                  <a:pt x="283359" y="3637236"/>
                </a:lnTo>
                <a:lnTo>
                  <a:pt x="315925" y="3672402"/>
                </a:lnTo>
                <a:lnTo>
                  <a:pt x="348491" y="3707568"/>
                </a:lnTo>
                <a:lnTo>
                  <a:pt x="381057" y="3742734"/>
                </a:lnTo>
                <a:lnTo>
                  <a:pt x="413623" y="3777891"/>
                </a:lnTo>
                <a:lnTo>
                  <a:pt x="446189" y="3813058"/>
                </a:lnTo>
                <a:lnTo>
                  <a:pt x="478755" y="3848224"/>
                </a:lnTo>
                <a:lnTo>
                  <a:pt x="511321" y="3883390"/>
                </a:lnTo>
                <a:lnTo>
                  <a:pt x="543887" y="3918547"/>
                </a:lnTo>
                <a:lnTo>
                  <a:pt x="576453" y="3953713"/>
                </a:lnTo>
                <a:lnTo>
                  <a:pt x="609019" y="3988879"/>
                </a:lnTo>
                <a:lnTo>
                  <a:pt x="641585" y="4024046"/>
                </a:lnTo>
                <a:lnTo>
                  <a:pt x="674151" y="4059203"/>
                </a:lnTo>
                <a:lnTo>
                  <a:pt x="706717" y="4094369"/>
                </a:lnTo>
                <a:lnTo>
                  <a:pt x="739283" y="4129535"/>
                </a:lnTo>
                <a:lnTo>
                  <a:pt x="771849" y="4164701"/>
                </a:lnTo>
                <a:lnTo>
                  <a:pt x="804415" y="4199868"/>
                </a:lnTo>
                <a:lnTo>
                  <a:pt x="836981" y="4235025"/>
                </a:lnTo>
                <a:lnTo>
                  <a:pt x="869547" y="4264209"/>
                </a:lnTo>
                <a:lnTo>
                  <a:pt x="902113" y="4229043"/>
                </a:lnTo>
                <a:lnTo>
                  <a:pt x="934679" y="4193877"/>
                </a:lnTo>
                <a:lnTo>
                  <a:pt x="967245" y="4158720"/>
                </a:lnTo>
                <a:lnTo>
                  <a:pt x="999811" y="4123553"/>
                </a:lnTo>
                <a:lnTo>
                  <a:pt x="1032377" y="4088387"/>
                </a:lnTo>
                <a:lnTo>
                  <a:pt x="1064943" y="4053221"/>
                </a:lnTo>
                <a:lnTo>
                  <a:pt x="1097509" y="4018064"/>
                </a:lnTo>
                <a:lnTo>
                  <a:pt x="1130075" y="3982898"/>
                </a:lnTo>
                <a:lnTo>
                  <a:pt x="1162641" y="3947732"/>
                </a:lnTo>
                <a:lnTo>
                  <a:pt x="1195207" y="3912565"/>
                </a:lnTo>
                <a:lnTo>
                  <a:pt x="1227773" y="3877399"/>
                </a:lnTo>
                <a:lnTo>
                  <a:pt x="1260338" y="3842242"/>
                </a:lnTo>
                <a:lnTo>
                  <a:pt x="1292904" y="3807076"/>
                </a:lnTo>
                <a:lnTo>
                  <a:pt x="1325470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44" y="3581400"/>
                </a:lnTo>
                <a:lnTo>
                  <a:pt x="1330214" y="3581400"/>
                </a:lnTo>
                <a:lnTo>
                  <a:pt x="1282284" y="3581400"/>
                </a:lnTo>
                <a:lnTo>
                  <a:pt x="1234354" y="3581400"/>
                </a:lnTo>
                <a:lnTo>
                  <a:pt x="1186434" y="3581400"/>
                </a:lnTo>
                <a:lnTo>
                  <a:pt x="1183148" y="3542176"/>
                </a:lnTo>
                <a:lnTo>
                  <a:pt x="1189330" y="3494656"/>
                </a:lnTo>
                <a:lnTo>
                  <a:pt x="1195511" y="3447126"/>
                </a:lnTo>
                <a:lnTo>
                  <a:pt x="1201684" y="3399596"/>
                </a:lnTo>
                <a:lnTo>
                  <a:pt x="1207865" y="3352067"/>
                </a:lnTo>
                <a:lnTo>
                  <a:pt x="1214047" y="3304546"/>
                </a:lnTo>
                <a:lnTo>
                  <a:pt x="1220219" y="3257017"/>
                </a:lnTo>
                <a:lnTo>
                  <a:pt x="1226449" y="3209496"/>
                </a:lnTo>
                <a:lnTo>
                  <a:pt x="1232735" y="3161976"/>
                </a:lnTo>
                <a:lnTo>
                  <a:pt x="1239203" y="3114494"/>
                </a:lnTo>
                <a:lnTo>
                  <a:pt x="1245660" y="3067002"/>
                </a:lnTo>
                <a:lnTo>
                  <a:pt x="1252128" y="3019511"/>
                </a:lnTo>
                <a:lnTo>
                  <a:pt x="1258595" y="2972019"/>
                </a:lnTo>
                <a:lnTo>
                  <a:pt x="1265063" y="2924527"/>
                </a:lnTo>
                <a:lnTo>
                  <a:pt x="1271530" y="2877045"/>
                </a:lnTo>
                <a:lnTo>
                  <a:pt x="1277998" y="2829554"/>
                </a:lnTo>
                <a:lnTo>
                  <a:pt x="1284456" y="2782062"/>
                </a:lnTo>
                <a:lnTo>
                  <a:pt x="1290923" y="2734570"/>
                </a:lnTo>
                <a:lnTo>
                  <a:pt x="1297391" y="2687088"/>
                </a:lnTo>
                <a:lnTo>
                  <a:pt x="1303858" y="2639597"/>
                </a:lnTo>
                <a:lnTo>
                  <a:pt x="1310326" y="2592105"/>
                </a:lnTo>
                <a:lnTo>
                  <a:pt x="1316793" y="2544613"/>
                </a:lnTo>
                <a:lnTo>
                  <a:pt x="1323251" y="2497122"/>
                </a:lnTo>
                <a:lnTo>
                  <a:pt x="1329719" y="2449640"/>
                </a:lnTo>
                <a:lnTo>
                  <a:pt x="1336186" y="2402148"/>
                </a:lnTo>
                <a:lnTo>
                  <a:pt x="1342654" y="2354656"/>
                </a:lnTo>
                <a:lnTo>
                  <a:pt x="1349121" y="2307165"/>
                </a:lnTo>
                <a:lnTo>
                  <a:pt x="1355588" y="2259682"/>
                </a:lnTo>
                <a:lnTo>
                  <a:pt x="1362046" y="2212191"/>
                </a:lnTo>
                <a:lnTo>
                  <a:pt x="1368600" y="2164709"/>
                </a:lnTo>
                <a:lnTo>
                  <a:pt x="1375305" y="2117255"/>
                </a:lnTo>
                <a:lnTo>
                  <a:pt x="1382306" y="2069840"/>
                </a:lnTo>
                <a:lnTo>
                  <a:pt x="1389412" y="2022443"/>
                </a:lnTo>
                <a:lnTo>
                  <a:pt x="1396517" y="1975047"/>
                </a:lnTo>
                <a:lnTo>
                  <a:pt x="1403623" y="1927650"/>
                </a:lnTo>
                <a:lnTo>
                  <a:pt x="1410719" y="1880254"/>
                </a:lnTo>
                <a:lnTo>
                  <a:pt x="1417825" y="1832848"/>
                </a:lnTo>
                <a:lnTo>
                  <a:pt x="1424930" y="1785452"/>
                </a:lnTo>
                <a:lnTo>
                  <a:pt x="1432036" y="1738055"/>
                </a:lnTo>
                <a:lnTo>
                  <a:pt x="1439142" y="1690659"/>
                </a:lnTo>
                <a:lnTo>
                  <a:pt x="1446247" y="1643263"/>
                </a:lnTo>
                <a:lnTo>
                  <a:pt x="1453353" y="1595866"/>
                </a:lnTo>
                <a:lnTo>
                  <a:pt x="1460459" y="1548460"/>
                </a:lnTo>
                <a:lnTo>
                  <a:pt x="1467564" y="1501064"/>
                </a:lnTo>
                <a:lnTo>
                  <a:pt x="1474670" y="1453667"/>
                </a:lnTo>
                <a:lnTo>
                  <a:pt x="1481776" y="1406271"/>
                </a:lnTo>
                <a:lnTo>
                  <a:pt x="1488881" y="1358875"/>
                </a:lnTo>
                <a:lnTo>
                  <a:pt x="1495987" y="1311478"/>
                </a:lnTo>
                <a:lnTo>
                  <a:pt x="1503093" y="1264072"/>
                </a:lnTo>
                <a:lnTo>
                  <a:pt x="1510198" y="1216676"/>
                </a:lnTo>
                <a:lnTo>
                  <a:pt x="1517304" y="1169279"/>
                </a:lnTo>
                <a:lnTo>
                  <a:pt x="1524410" y="1121883"/>
                </a:lnTo>
                <a:lnTo>
                  <a:pt x="1531906" y="1074544"/>
                </a:lnTo>
                <a:lnTo>
                  <a:pt x="1539878" y="1027290"/>
                </a:lnTo>
                <a:lnTo>
                  <a:pt x="1549175" y="980275"/>
                </a:lnTo>
                <a:lnTo>
                  <a:pt x="1558471" y="933260"/>
                </a:lnTo>
                <a:lnTo>
                  <a:pt x="1567767" y="886235"/>
                </a:lnTo>
                <a:lnTo>
                  <a:pt x="1577054" y="839219"/>
                </a:lnTo>
                <a:lnTo>
                  <a:pt x="1586351" y="792204"/>
                </a:lnTo>
                <a:lnTo>
                  <a:pt x="1595647" y="745188"/>
                </a:lnTo>
                <a:lnTo>
                  <a:pt x="1604943" y="698163"/>
                </a:lnTo>
                <a:lnTo>
                  <a:pt x="1614240" y="651148"/>
                </a:lnTo>
                <a:lnTo>
                  <a:pt x="1623536" y="604133"/>
                </a:lnTo>
                <a:lnTo>
                  <a:pt x="1632833" y="557117"/>
                </a:lnTo>
                <a:lnTo>
                  <a:pt x="1642120" y="510102"/>
                </a:lnTo>
                <a:lnTo>
                  <a:pt x="1651416" y="463077"/>
                </a:lnTo>
                <a:lnTo>
                  <a:pt x="1660712" y="416062"/>
                </a:lnTo>
                <a:lnTo>
                  <a:pt x="1670009" y="369046"/>
                </a:lnTo>
                <a:lnTo>
                  <a:pt x="1679305" y="322031"/>
                </a:lnTo>
                <a:lnTo>
                  <a:pt x="1688602" y="275006"/>
                </a:lnTo>
                <a:lnTo>
                  <a:pt x="1697898" y="227990"/>
                </a:lnTo>
                <a:lnTo>
                  <a:pt x="1707185" y="180975"/>
                </a:lnTo>
                <a:lnTo>
                  <a:pt x="1716481" y="133960"/>
                </a:lnTo>
                <a:lnTo>
                  <a:pt x="1725778" y="86935"/>
                </a:lnTo>
                <a:lnTo>
                  <a:pt x="1733550" y="39767"/>
                </a:lnTo>
                <a:lnTo>
                  <a:pt x="1725397" y="0"/>
                </a:lnTo>
                <a:lnTo>
                  <a:pt x="1677467" y="0"/>
                </a:lnTo>
                <a:lnTo>
                  <a:pt x="1629537" y="0"/>
                </a:lnTo>
                <a:lnTo>
                  <a:pt x="1581607" y="0"/>
                </a:lnTo>
                <a:lnTo>
                  <a:pt x="1533687" y="0"/>
                </a:lnTo>
                <a:lnTo>
                  <a:pt x="1485757" y="0"/>
                </a:lnTo>
                <a:lnTo>
                  <a:pt x="1437827" y="0"/>
                </a:lnTo>
                <a:lnTo>
                  <a:pt x="1389898" y="0"/>
                </a:lnTo>
                <a:lnTo>
                  <a:pt x="1341977" y="0"/>
                </a:lnTo>
                <a:lnTo>
                  <a:pt x="1294047" y="0"/>
                </a:lnTo>
                <a:lnTo>
                  <a:pt x="1246118" y="0"/>
                </a:lnTo>
                <a:lnTo>
                  <a:pt x="1198188" y="0"/>
                </a:lnTo>
                <a:lnTo>
                  <a:pt x="1150258" y="0"/>
                </a:lnTo>
                <a:lnTo>
                  <a:pt x="1102338" y="0"/>
                </a:lnTo>
                <a:lnTo>
                  <a:pt x="1054408" y="0"/>
                </a:lnTo>
                <a:lnTo>
                  <a:pt x="1006478" y="0"/>
                </a:lnTo>
                <a:lnTo>
                  <a:pt x="958548" y="0"/>
                </a:lnTo>
                <a:lnTo>
                  <a:pt x="910628" y="0"/>
                </a:lnTo>
                <a:lnTo>
                  <a:pt x="862698" y="0"/>
                </a:lnTo>
                <a:lnTo>
                  <a:pt x="814769" y="0"/>
                </a:lnTo>
                <a:lnTo>
                  <a:pt x="766839" y="0"/>
                </a:lnTo>
                <a:lnTo>
                  <a:pt x="718918" y="0"/>
                </a:lnTo>
                <a:lnTo>
                  <a:pt x="670989" y="0"/>
                </a:lnTo>
                <a:lnTo>
                  <a:pt x="623059" y="0"/>
                </a:lnTo>
                <a:lnTo>
                  <a:pt x="575129" y="0"/>
                </a:lnTo>
                <a:lnTo>
                  <a:pt x="527199" y="0"/>
                </a:lnTo>
                <a:lnTo>
                  <a:pt x="479279" y="0"/>
                </a:lnTo>
                <a:lnTo>
                  <a:pt x="431349" y="0"/>
                </a:lnTo>
                <a:lnTo>
                  <a:pt x="383419" y="0"/>
                </a:lnTo>
                <a:lnTo>
                  <a:pt x="335490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449A1F1-541A-4FC9-A9B3-104EE315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5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D557F21C-40B9-478D-87B1-CF0872C7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790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6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CFC5F6D4-64CB-4D60-8800-48A057B6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984029"/>
            <a:ext cx="28575" cy="16134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8E383205-E945-45A6-B375-4519A94F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486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8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80725107-2D14-4E4B-A755-55CC26D6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75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19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A105A38E-E52A-40D2-A398-D16AAC84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799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20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6A3FE68-1382-495B-B0C0-0475B2F3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43350"/>
            <a:ext cx="228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21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C6291619-3E3F-438D-A840-D1F34E10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076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2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3F7C7664-639F-4C3B-872A-DD89DB42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283278"/>
            <a:ext cx="28575" cy="1586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EEEC0C52-D9BA-4132-A371-03B192F0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772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4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A0828FD0-A05E-4311-B908-A83582DB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61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5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42642BC8-477B-461E-8229-8789D3FF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085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2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CDC9252-02F0-4101-AA91-B99896FC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205038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2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64ACE107-CD87-4343-9DC1-7134C045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271838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2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A8410B0-4A62-49A9-BFE6-9FB74FB1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338638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3654FEB0-5D19-4AFC-B730-E1255B4D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405438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</p:spTree>
    <p:extLst>
      <p:ext uri="{BB962C8B-B14F-4D97-AF65-F5344CB8AC3E}">
        <p14:creationId xmlns:p14="http://schemas.microsoft.com/office/powerpoint/2010/main" val="13546145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1A9E9127-43C4-4147-8E6A-3CCFDC69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9CF269D-C054-479C-A29A-6968437A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5FB764A-2F04-413B-8553-B1AFE0E9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106BC19-2843-4463-BA29-7E311AC0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BE2EDFAC-6F12-4B38-9F68-B2FA7675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6C078E1-85E7-42BC-9ACD-5198C08C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e9f4f78144e90">
            <a:extLst>
              <a:ext uri="{96DAC541-7B7A-43D3-8B79-37D633B846F1}">
                <asvg:svgBlip xmlns:asvg="http://schemas.microsoft.com/office/drawing/2016/SVG/main" r:embed="R040dc1b2f75a41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0B9DD2E3-F233-4539-BFD4-6FD0531F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B780203-591B-49F8-B461-129F433A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26A6FB3-1E86-4418-AF72-939F28B1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4e0003fdf401f">
            <a:extLst>
              <a:ext uri="{96DAC541-7B7A-43D3-8B79-37D633B846F1}">
                <asvg:svgBlip xmlns:asvg="http://schemas.microsoft.com/office/drawing/2016/SVG/main" r:embed="R720e474078f74a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7B1AE79-EB4B-4B5D-8AA7-81E18038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0F451BBE-EFCA-4BFD-A209-5E412FB1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57E2147-F31C-440E-B6F3-7BE50410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d6cf34a5d4a5f">
            <a:extLst>
              <a:ext uri="{96DAC541-7B7A-43D3-8B79-37D633B846F1}">
                <asvg:svgBlip xmlns:asvg="http://schemas.microsoft.com/office/drawing/2016/SVG/main" r:embed="R9853c99203bf4a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A943B680-0104-4FB3-AA2D-B38E0DEB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0FBCF88-22A6-446E-8A77-751F50CB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7924848-A3B6-4CD8-A3F7-32958CA5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3967caa6f4e21">
            <a:extLst>
              <a:ext uri="{96DAC541-7B7A-43D3-8B79-37D633B846F1}">
                <asvg:svgBlip xmlns:asvg="http://schemas.microsoft.com/office/drawing/2016/SVG/main" r:embed="Re349a4396c8840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5898333-D48F-47FA-96C5-E6689182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0FCB0982-EF88-4277-AF9A-BD785B17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BB9D343D-CD4E-4A7B-8612-1790C8E6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9C372B12-FCDD-470B-8ED7-CCA5E511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09B68FFC-AB9E-44B0-B71C-B6FE457A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9A68D1F-4DB8-41A0-9446-F649339A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3ea5f2518b464c">
            <a:extLst>
              <a:ext uri="{96DAC541-7B7A-43D3-8B79-37D633B846F1}">
                <asvg:svgBlip xmlns:asvg="http://schemas.microsoft.com/office/drawing/2016/SVG/main" r:embed="Re4856d90299b4f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F50F8574-AB7A-4B3C-B904-CF6F13E7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59FBC462-5FCE-4580-A87E-051CA81F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4D7C9560-B8B2-4334-A5D6-174AF612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b38b8c30f4ecf">
            <a:extLst>
              <a:ext uri="{96DAC541-7B7A-43D3-8B79-37D633B846F1}">
                <asvg:svgBlip xmlns:asvg="http://schemas.microsoft.com/office/drawing/2016/SVG/main" r:embed="R5490ca1f31c94c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3A2D06E-F4F3-471E-B5BC-B44AD916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2BCEB997-1FFA-4C82-8733-14A4A032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B6D7AC3D-4ACC-44CA-8587-76BDC772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EB56D9F-956B-4E58-9CF8-34EE6E5F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A335E415-2258-4B99-9D55-3925844B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C81D911-3457-45C5-AE0B-154BF595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5DAC718-6801-4370-8DCF-C86CDBC9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40438078-368F-41F3-9076-94E9CD6F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BF6668A-DADC-4762-9F9A-048C4965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861C79B3-52C5-48F7-A60C-AE96347D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483BD3A-1FDC-4890-857C-EF133C67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0F7F911-A081-4778-B54D-59D03498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6653D9C-35FD-462E-99EB-82082EDC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A61EC13-9B2A-4095-9ACE-D155D064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0A95C8A9-ABFB-4F1F-B5C0-2971FD39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0C34D61-E32C-48E6-A4BC-120B0AF7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F320E688-DFC4-4C01-83AB-AC2D2724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D2B76170-E86C-4D8F-8B89-DDD8D1FF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38df5e37fd401c">
            <a:extLst>
              <a:ext uri="{96DAC541-7B7A-43D3-8B79-37D633B846F1}">
                <asvg:svgBlip xmlns:asvg="http://schemas.microsoft.com/office/drawing/2016/SVG/main" r:embed="R20e53411ab724f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59866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25371C7-51AC-4218-97E8-B46405B8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EEE31BBF-7072-492A-902E-46E3F661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BA6E517-68E7-440B-91BB-1C7951B3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D966EB86-7A0D-45F9-B80A-E791C450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33146DA-CE65-458C-9B71-A305F990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553157B-61AC-4473-8346-4FB72898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94c979242434a">
            <a:extLst>
              <a:ext uri="{96DAC541-7B7A-43D3-8B79-37D633B846F1}">
                <asvg:svgBlip xmlns:asvg="http://schemas.microsoft.com/office/drawing/2016/SVG/main" r:embed="R236cb69e31d749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9E1F81A1-44F8-468F-A8D3-2E4CB26A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5D2BD27-83A6-4B0E-B7D7-6D7D3C9D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6906048-D2A0-4EC6-B083-5DCA2988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07fdcb3be54fc9">
            <a:extLst>
              <a:ext uri="{96DAC541-7B7A-43D3-8B79-37D633B846F1}">
                <asvg:svgBlip xmlns:asvg="http://schemas.microsoft.com/office/drawing/2016/SVG/main" r:embed="R26112d3b5dce4d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B66A844-BD12-4E19-8D64-164A3E2C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6C318458-DBD7-43B0-98D8-DEB6FA9A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778D570-F7CD-4D50-A006-57DC498E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933cfad1c4b8a">
            <a:extLst>
              <a:ext uri="{96DAC541-7B7A-43D3-8B79-37D633B846F1}">
                <asvg:svgBlip xmlns:asvg="http://schemas.microsoft.com/office/drawing/2016/SVG/main" r:embed="R9c7703c88c0448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7A35BB9B-DA39-4F24-9413-372FFED5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3E01AD5-4E7A-442C-967F-8CE09304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EF574CD-E754-4A32-9116-89A516F6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909c96e4742c2">
            <a:extLst>
              <a:ext uri="{96DAC541-7B7A-43D3-8B79-37D633B846F1}">
                <asvg:svgBlip xmlns:asvg="http://schemas.microsoft.com/office/drawing/2016/SVG/main" r:embed="R60663db921a447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961776D1-D7BA-4EDE-919B-0AF5EC1F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1A376097-A535-48B5-B1D7-CB92B8AB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0D06206-A016-4C00-9881-F3F0AAD3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6B625822-0713-4BD2-A147-2CCF1C64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371DB38-44A4-4C08-B317-776184AE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22049CDE-9F97-4B15-8019-0FB88AAA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67517b92834eb9">
            <a:extLst>
              <a:ext uri="{96DAC541-7B7A-43D3-8B79-37D633B846F1}">
                <asvg:svgBlip xmlns:asvg="http://schemas.microsoft.com/office/drawing/2016/SVG/main" r:embed="R5bd747e64bc04b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D184B74-A01C-4F89-96BF-A4E9A6D3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E9A14393-A0C9-4053-B9CD-BCBE9049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CF5D64FE-40F0-4915-AF74-2F351A1B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4d5c9b310f489a">
            <a:extLst>
              <a:ext uri="{96DAC541-7B7A-43D3-8B79-37D633B846F1}">
                <asvg:svgBlip xmlns:asvg="http://schemas.microsoft.com/office/drawing/2016/SVG/main" r:embed="Rcd93cde3c9a64f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EC749CB-AC7F-4D4A-9428-B5CA4C47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52EA083-1F3C-428D-B694-513E1F30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657B8D6B-354F-4DE1-931C-DD0C369C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75215C12-AA9C-4DDE-B754-644B7E27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49CD797-7C13-40E0-9B4C-CE1A3F39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7C5E3B9-2F4B-43DA-A59F-965BA467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171D67B-64A0-4849-950E-8C7C17E3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0A94F32-58BA-4AA2-85D6-DB0EEE85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55701C5A-45E3-4237-B0D7-1CB1ACB3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A9D27CEB-B27C-40FC-AA6F-67FE2027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4478E7F-955A-443B-814A-61ADF1C5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85E6F22-1709-40A8-A004-8888B3F3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B1A573F-6A31-4E3E-AF22-6F9A6C8E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8D52126-D59B-4B79-9D11-4D87A926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35D64D4-A39E-41F2-9AB0-26B025C7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8B6F18C3-B460-4D61-ACD5-E3F42B1A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EDCFC430-E8D2-48D0-B244-FC236EC1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6856CEB0-5D63-4718-B3B4-D3EFA8DA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6c0ddd476f4613">
            <a:extLst>
              <a:ext uri="{96DAC541-7B7A-43D3-8B79-37D633B846F1}">
                <asvg:svgBlip xmlns:asvg="http://schemas.microsoft.com/office/drawing/2016/SVG/main" r:embed="R923c23e3923b490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2D3CFE5B-D91B-4DAA-81A3-93294D41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68d2b48fc4a1e">
            <a:extLst>
              <a:ext uri="{96DAC541-7B7A-43D3-8B79-37D633B846F1}">
                <asvg:svgBlip xmlns:asvg="http://schemas.microsoft.com/office/drawing/2016/SVG/main" r:embed="R4ae820050c1c41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4721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0B401DA9-2603-40D5-9625-5B817A28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DDE2B3D-5983-4003-9BBB-A3049E99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3675576D-A607-4187-BEE1-5675C50E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B93C83D-8BCD-44E0-9A10-C0634BC7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62A04E5-4975-415D-BEE0-3F707B4D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1C4F089-A470-41A0-922B-F8544589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fdf98a0b74f8b">
            <a:extLst>
              <a:ext uri="{96DAC541-7B7A-43D3-8B79-37D633B846F1}">
                <asvg:svgBlip xmlns:asvg="http://schemas.microsoft.com/office/drawing/2016/SVG/main" r:embed="R63647ab4d77c46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88DA4BF-6C82-4E8A-9486-EAB748AB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F1FE4C3-A803-4C68-A675-39B27695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8B64CF14-7674-4CCE-AD1B-C59312EB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c754ea5964509">
            <a:extLst>
              <a:ext uri="{96DAC541-7B7A-43D3-8B79-37D633B846F1}">
                <asvg:svgBlip xmlns:asvg="http://schemas.microsoft.com/office/drawing/2016/SVG/main" r:embed="R181dcfd60ea643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8C94897-7BFB-4D8B-92DF-952FEE49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969A2C6-DC17-4F09-AC29-43DE4AF7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AAEFD01-81C3-43E6-9AC8-1C7ECD60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c2bc0722746ca">
            <a:extLst>
              <a:ext uri="{96DAC541-7B7A-43D3-8B79-37D633B846F1}">
                <asvg:svgBlip xmlns:asvg="http://schemas.microsoft.com/office/drawing/2016/SVG/main" r:embed="R87959fafbf8b47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4924C95D-8191-472B-9EAD-11102AFD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7E61FB0-E084-4B15-A5BA-37DEBA86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8D65EA7-B942-4BBC-93B5-90AC3E96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a1d348909c49e8">
            <a:extLst>
              <a:ext uri="{96DAC541-7B7A-43D3-8B79-37D633B846F1}">
                <asvg:svgBlip xmlns:asvg="http://schemas.microsoft.com/office/drawing/2016/SVG/main" r:embed="R6a6d7371303747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2D802AD-D05A-4E8D-B28E-83B940CC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89C6E929-52C4-4387-AEDF-CCF1A229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4AD1077-BF69-4F3C-9EC1-C4F8FD4B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C0D334A6-8827-4A44-9C75-E9FE94A1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44AE6D7-5D06-4EFE-A3EF-8B792EA9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500548B1-4B90-4C8C-87D3-CF1A2A88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dbcd172b440d1">
            <a:extLst>
              <a:ext uri="{96DAC541-7B7A-43D3-8B79-37D633B846F1}">
                <asvg:svgBlip xmlns:asvg="http://schemas.microsoft.com/office/drawing/2016/SVG/main" r:embed="R28be831b801a42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973615CC-C650-4590-8019-9678D800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EFC01449-C3DB-40DD-941B-51CDE43D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1E34B532-7DCB-46CA-A70B-C7B6A1B6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52151c5574371">
            <a:extLst>
              <a:ext uri="{96DAC541-7B7A-43D3-8B79-37D633B846F1}">
                <asvg:svgBlip xmlns:asvg="http://schemas.microsoft.com/office/drawing/2016/SVG/main" r:embed="Re15aa6f7765e4ee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5842CBE-498D-4988-A72C-E5E0D2E1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A8262A0A-8A48-45AF-B4C9-52D48031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3235AC3-3631-48F0-93AA-B822C196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618CC89-C02A-46A7-A6C9-79D0ADC6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EC4CBD5-D0BF-4D43-A26F-E528FCEC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86A7F7EA-1E2A-48A6-AA09-65BDFDFB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6C6FAFF-1E79-4289-9119-99E6609D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744C7A14-EC30-4A06-9200-A7CA7EB3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02977E2-CDDC-4B11-8E8A-70C9D31D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4938AE10-2ABD-43CA-A982-7A7DD8E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09851586-2326-4E57-B293-75752E00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75FB8F0-0C99-4D4E-9B8C-EE99319E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B070418-5ACE-4100-88B4-5F8E556B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FA74837-6CA4-4CF3-B81B-3325E488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3C05871-EACC-48E4-AE39-42A47B5A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9E25E3FD-18A5-403E-AED6-6C32DC1C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F81A34AA-2D8A-4438-ADEE-00F201C7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6404426-1A15-4EC8-8876-7AA5959E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c8f07b9964380">
            <a:extLst>
              <a:ext uri="{96DAC541-7B7A-43D3-8B79-37D633B846F1}">
                <asvg:svgBlip xmlns:asvg="http://schemas.microsoft.com/office/drawing/2016/SVG/main" r:embed="R2f29e1ef9c7740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E10080F-6575-4E06-9F1D-DADC081F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7dc3c53b124ea5">
            <a:extLst>
              <a:ext uri="{96DAC541-7B7A-43D3-8B79-37D633B846F1}">
                <asvg:svgBlip xmlns:asvg="http://schemas.microsoft.com/office/drawing/2016/SVG/main" r:embed="R6f117e4879d844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583BF371-221C-44CF-9D12-119AAEC4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10b403629404f">
            <a:extLst>
              <a:ext uri="{96DAC541-7B7A-43D3-8B79-37D633B846F1}">
                <asvg:svgBlip xmlns:asvg="http://schemas.microsoft.com/office/drawing/2016/SVG/main" r:embed="R8cdfe5bc9fb646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87850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1BEBBC04-0F4F-4439-AEFB-E8B6744F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8472A40-B426-4CF4-91CD-565C1D8B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2C1F5A0-0E72-4365-BD34-A2F45D4F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FD110774-6870-47DE-BBA9-5BFDBFDB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ED939F6-4121-4F41-914E-9BE2D746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E56344E-6EA3-4919-B5F0-F39B8FEA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9fe000ddf24c42">
            <a:extLst>
              <a:ext uri="{96DAC541-7B7A-43D3-8B79-37D633B846F1}">
                <asvg:svgBlip xmlns:asvg="http://schemas.microsoft.com/office/drawing/2016/SVG/main" r:embed="R3c3d02f5056b44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92E54E5-CAEA-4DFE-AB96-783DF86A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CEC6C99D-A6A7-4E42-BE71-B18876EC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F66A434A-1999-48B5-965F-2B1F661D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f8710712e45ae">
            <a:extLst>
              <a:ext uri="{96DAC541-7B7A-43D3-8B79-37D633B846F1}">
                <asvg:svgBlip xmlns:asvg="http://schemas.microsoft.com/office/drawing/2016/SVG/main" r:embed="R00c705c43ed241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4BFE8E02-0640-4E32-A05E-4B06BB79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250C7248-EE5A-4261-A0EC-DCA4C0BD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713667F-7A3B-418E-9833-4F4AFCD0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400137c843405a">
            <a:extLst>
              <a:ext uri="{96DAC541-7B7A-43D3-8B79-37D633B846F1}">
                <asvg:svgBlip xmlns:asvg="http://schemas.microsoft.com/office/drawing/2016/SVG/main" r:embed="Rcef3338e50cd4d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D6021B9-564D-4D18-88F5-CF71F19D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7546D68A-72FB-4ED3-A02C-69DE04A7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B055127-0357-49AA-BD0B-556EB482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9e7f3ae1e49d8">
            <a:extLst>
              <a:ext uri="{96DAC541-7B7A-43D3-8B79-37D633B846F1}">
                <asvg:svgBlip xmlns:asvg="http://schemas.microsoft.com/office/drawing/2016/SVG/main" r:embed="R4d25fc07bce644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4B662EE-F681-4151-B2D5-30790F9F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95E3CD11-F0F1-48D8-923B-ACD07868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5B5F290-6D4B-4B19-89B4-485320FD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BCA3E0C-FACD-4A25-8279-2A18D9C4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D8B8056-0C53-42EA-AA8A-8E0253E7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BB28B5C-4ADE-46C1-94E3-0E3EB73B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eb336d95b448f">
            <a:extLst>
              <a:ext uri="{96DAC541-7B7A-43D3-8B79-37D633B846F1}">
                <asvg:svgBlip xmlns:asvg="http://schemas.microsoft.com/office/drawing/2016/SVG/main" r:embed="R5661b41c5831483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A4EC577-8ABC-4BF5-9D89-51CE31D8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95EB1F10-1A5F-4BC6-AA2A-6F80B70B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BEE2914B-D0F7-4CDB-A1BB-E3ED7E84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6228b7ceb4a25">
            <a:extLst>
              <a:ext uri="{96DAC541-7B7A-43D3-8B79-37D633B846F1}">
                <asvg:svgBlip xmlns:asvg="http://schemas.microsoft.com/office/drawing/2016/SVG/main" r:embed="Rbef0c7b5dce5439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192FFF9-84B9-4B1F-8DE4-B6A45098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637BC3F8-8EDB-46C1-846F-27AB6822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D9BBD2EF-71CA-40AB-9E11-431785C5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4E18C9DC-E5E3-4EA4-9B3D-5118D3D5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62420401-5C71-47AF-A690-C01D796F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DD1D5D8-F249-4DFF-A9D3-C410EC08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71DECD9-05FB-4EE8-B005-F77AF1FB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0A1D4CE-34E3-469C-9AED-0EEC04F0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539460C8-C302-4324-92FA-125D3A45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BA7DF026-02B7-497D-9D39-AAA65891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FAD1E1F8-E1D4-4ADB-B4B9-96DD61D1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15EE577-5FDD-4D32-BD82-6CCC850A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414610D-AD4A-4652-A229-66760F77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44FF0D6A-ABD6-421D-8A72-24D28BDE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C735BBD-CB31-42C7-9091-8252F906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2A8D5D2-81AF-49E7-A0CD-E1241A0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DD1FD60-5A2F-4E59-9D88-1054AC90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9AE7D6B-60B5-4B7C-BF71-875FE752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38d0f58a649b4">
            <a:extLst>
              <a:ext uri="{96DAC541-7B7A-43D3-8B79-37D633B846F1}">
                <asvg:svgBlip xmlns:asvg="http://schemas.microsoft.com/office/drawing/2016/SVG/main" r:embed="Rce6ae6c2484c401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DFBD4F8C-4AC2-4F5C-9F38-C3E4C9B7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d85a23e08b4c33">
            <a:extLst>
              <a:ext uri="{96DAC541-7B7A-43D3-8B79-37D633B846F1}">
                <asvg:svgBlip xmlns:asvg="http://schemas.microsoft.com/office/drawing/2016/SVG/main" r:embed="Rb1bf93e205c34f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E9BD4D3-B1F2-4CC6-A0C8-B146A5E3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98c2fe2274778">
            <a:extLst>
              <a:ext uri="{96DAC541-7B7A-43D3-8B79-37D633B846F1}">
                <asvg:svgBlip xmlns:asvg="http://schemas.microsoft.com/office/drawing/2016/SVG/main" r:embed="R0510204425c040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A6BCC908-2137-4569-B3A9-218518B6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aca7c22544bff">
            <a:extLst>
              <a:ext uri="{96DAC541-7B7A-43D3-8B79-37D633B846F1}">
                <asvg:svgBlip xmlns:asvg="http://schemas.microsoft.com/office/drawing/2016/SVG/main" r:embed="R8f4498e73f0b40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04629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AA8DFD7-9616-442B-A690-20416F64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877DB066-6EDE-4571-A313-601856FC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2F76D84F-122A-4B36-BD02-B42D3620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222324F0-0AB0-4873-ACC2-3FEC0E3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0F43765-4174-4423-BFE2-B9F2C0B0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AF4B6CA-5E57-43B8-881D-8EBE017B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ea88deae0418a">
            <a:extLst>
              <a:ext uri="{96DAC541-7B7A-43D3-8B79-37D633B846F1}">
                <asvg:svgBlip xmlns:asvg="http://schemas.microsoft.com/office/drawing/2016/SVG/main" r:embed="R89c1e32c33874f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FEB16BE8-5563-4733-AD48-1894BE17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1C2B677-1C99-4487-BDC9-6D897476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EE94F1D-6445-4583-AF3A-3EFDBFF6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cd1e532b743fd">
            <a:extLst>
              <a:ext uri="{96DAC541-7B7A-43D3-8B79-37D633B846F1}">
                <asvg:svgBlip xmlns:asvg="http://schemas.microsoft.com/office/drawing/2016/SVG/main" r:embed="Rd0f2bf2d5af343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E268B829-CD9E-4118-A241-14B4C125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1854871-8B1D-4649-8CD9-92AFDA74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C9DACC68-6024-45DE-93C9-E15B8434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f945b582934623">
            <a:extLst>
              <a:ext uri="{96DAC541-7B7A-43D3-8B79-37D633B846F1}">
                <asvg:svgBlip xmlns:asvg="http://schemas.microsoft.com/office/drawing/2016/SVG/main" r:embed="Rfd36a947b95546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7DB7936-291A-4C3B-AC03-B110A963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CB464EB-D6DD-4F3C-B8DC-C37E9D27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E294CB9-555C-4670-ABE3-7312CCF8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24dfdec6b4e88">
            <a:extLst>
              <a:ext uri="{96DAC541-7B7A-43D3-8B79-37D633B846F1}">
                <asvg:svgBlip xmlns:asvg="http://schemas.microsoft.com/office/drawing/2016/SVG/main" r:embed="R6676c767353d44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0905AD97-4F78-4524-90EA-C658C29C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AFF5BE7-D3AC-4273-84FC-7BAD75E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0CA70BF-7FF1-4967-9A4B-54A3851E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5522B50-88CB-46FF-92D5-612AB07C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994F920-A8CC-4E9B-9AC4-C97BB143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5BB1B933-415E-4162-90CA-14A73804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4fea0d4114cec">
            <a:extLst>
              <a:ext uri="{96DAC541-7B7A-43D3-8B79-37D633B846F1}">
                <asvg:svgBlip xmlns:asvg="http://schemas.microsoft.com/office/drawing/2016/SVG/main" r:embed="Re7a101c44146473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4AA5DBE-400B-45D5-8F16-2E72ACFE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951FDBB2-83A2-48A9-A8B9-75AFC986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E1B57CC-6341-4A33-B0E6-CFDF1E64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2c6ca44374561">
            <a:extLst>
              <a:ext uri="{96DAC541-7B7A-43D3-8B79-37D633B846F1}">
                <asvg:svgBlip xmlns:asvg="http://schemas.microsoft.com/office/drawing/2016/SVG/main" r:embed="R1c0a38d3421446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49286936-59FF-4CCC-AEDD-4FAC0641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2C5B654-FFEE-406C-830F-A3B189A4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36D325F-D2BE-4084-965B-D8F4B0D6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A9B9568-8937-4711-A5D9-967E941E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CBE93215-1969-47B5-A678-FC53A21E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DC1A44A-9D31-4EB1-8115-7AAF71DE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4AB0AC6-762A-4357-BA14-86337121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430E580E-4DBC-4DA7-901B-FD57571C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E25F629D-5D0C-4201-B80D-69D5ACD9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4D36EC52-B3FD-40ED-8BA0-5D21A48D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31D283A-4A7A-4C5F-9368-BB40EDF0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7E602D50-C756-43CB-BF95-CC170B40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391AF3D-0FB7-484B-AAE9-0D0DCFBD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E7D7573-CB6F-4CCF-821C-0206FCBB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82A7DEC-CA4B-4BFC-AB4A-F0B7B802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7859A01-2339-42A4-BBA4-B199D885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0D84A94E-33BD-4BAD-A60C-5CB0B7FB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50119EF0-3DCB-4531-AFCC-3D6C6A90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1e33874bc74ed0">
            <a:extLst>
              <a:ext uri="{96DAC541-7B7A-43D3-8B79-37D633B846F1}">
                <asvg:svgBlip xmlns:asvg="http://schemas.microsoft.com/office/drawing/2016/SVG/main" r:embed="R94c8d3500cd24ed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40C841BE-3387-4EB0-B341-5984342F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e0e53920cc4a33">
            <a:extLst>
              <a:ext uri="{96DAC541-7B7A-43D3-8B79-37D633B846F1}">
                <asvg:svgBlip xmlns:asvg="http://schemas.microsoft.com/office/drawing/2016/SVG/main" r:embed="Rd7fbdea817ba48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6FC0DEF5-19F4-4F58-BB8C-842AA600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055059c284287">
            <a:extLst>
              <a:ext uri="{96DAC541-7B7A-43D3-8B79-37D633B846F1}">
                <asvg:svgBlip xmlns:asvg="http://schemas.microsoft.com/office/drawing/2016/SVG/main" r:embed="Ree496e1cbf7746e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ECB0A301-9BA3-4EB2-BF0D-87725116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d419b2363c4012">
            <a:extLst>
              <a:ext uri="{96DAC541-7B7A-43D3-8B79-37D633B846F1}">
                <asvg:svgBlip xmlns:asvg="http://schemas.microsoft.com/office/drawing/2016/SVG/main" r:embed="R2ced5b98130c4e5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12D0D3A5-8CC3-45BA-A30D-B73207F1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9900bebb149fa">
            <a:extLst>
              <a:ext uri="{96DAC541-7B7A-43D3-8B79-37D633B846F1}">
                <asvg:svgBlip xmlns:asvg="http://schemas.microsoft.com/office/drawing/2016/SVG/main" r:embed="R6d60e923fb714bf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08818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C73E27F-6CE2-4E19-9EAA-83B43B67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02908AD-7B24-48AC-B8B3-CC0FAD7E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6650D7C-0298-4215-9F7C-821AFC24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03D5BB9-7C50-4498-9244-09B4D030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691416E-99B4-4B03-84CD-06CB4999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AF090D8-CB05-497A-8073-8C035FB4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64ecbbf474db0">
            <a:extLst>
              <a:ext uri="{96DAC541-7B7A-43D3-8B79-37D633B846F1}">
                <asvg:svgBlip xmlns:asvg="http://schemas.microsoft.com/office/drawing/2016/SVG/main" r:embed="R119b6e8ae3f647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F5113EE3-30C4-4A62-BDBA-376F989A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CE11F48-D22A-455D-A49D-AEAA5C5C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B0497077-B750-48E7-B535-62F2002D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94cc72829470b">
            <a:extLst>
              <a:ext uri="{96DAC541-7B7A-43D3-8B79-37D633B846F1}">
                <asvg:svgBlip xmlns:asvg="http://schemas.microsoft.com/office/drawing/2016/SVG/main" r:embed="R237f076577774b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0A23057-A5DF-42A7-B609-F9D4C59D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D2B88160-F2B2-4905-8F45-3F026CD9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DF84D4CB-A96A-4313-AF23-DF620533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4f841c88b74148">
            <a:extLst>
              <a:ext uri="{96DAC541-7B7A-43D3-8B79-37D633B846F1}">
                <asvg:svgBlip xmlns:asvg="http://schemas.microsoft.com/office/drawing/2016/SVG/main" r:embed="R40755f9034bc4e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6C6E84A9-5957-4827-BDED-373E0326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C4C8757-A418-444E-BC74-30B7EA95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DFEFB3A2-DA0C-4C3A-A505-FCAFC55C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4e4b5b99e49cb">
            <a:extLst>
              <a:ext uri="{96DAC541-7B7A-43D3-8B79-37D633B846F1}">
                <asvg:svgBlip xmlns:asvg="http://schemas.microsoft.com/office/drawing/2016/SVG/main" r:embed="R183e310ce22245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B083566-563A-43BE-AEBE-3EF64331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866BED7D-1957-4FEB-BA4F-A68A213E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A72CF63-7C95-4573-B0D1-1215CF84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88C48B6C-6495-47BE-ABBC-EC156004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3CAB379-D048-4EFE-93C3-47A1F7C7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7F03B1F9-4988-4325-BEB3-DE06488B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8ee41633ba4aca">
            <a:extLst>
              <a:ext uri="{96DAC541-7B7A-43D3-8B79-37D633B846F1}">
                <asvg:svgBlip xmlns:asvg="http://schemas.microsoft.com/office/drawing/2016/SVG/main" r:embed="Rba627f7dfd6c4c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F984489-1DB3-4717-B984-B0E61EC7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AE4DF78F-8C87-4B62-9F2A-9F0B7FDD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85E4B3E-D220-4319-AAA8-81E49B5A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3827b2873473d">
            <a:extLst>
              <a:ext uri="{96DAC541-7B7A-43D3-8B79-37D633B846F1}">
                <asvg:svgBlip xmlns:asvg="http://schemas.microsoft.com/office/drawing/2016/SVG/main" r:embed="Rd8fddb407c0142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6102F74-A88A-441C-89CA-19B3494C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FBB05731-9E09-4AAE-854D-10BFCBAC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1767FF8B-B22B-4367-97EA-049B8F61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A36BAA3-40EB-4A30-BDDE-B4FE3E83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5D92B36-2725-42D7-80BD-33DADA03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70D881A-F4D2-4197-8D58-53C8F95A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02C4BD3-98EF-43E4-AA51-B78688C6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18C3A67-A213-41E7-B031-7593A2B3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450C82CE-377D-4B69-A309-F30EEFF6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8A3572D5-D041-4337-8366-D019FAFB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1942AEB-84DC-4B22-85E4-734A53C4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7421E95-F6DD-4BE4-B30C-4BC5B096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56CE8F9-A80E-48AE-8180-DA339DD6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5DEAC2E-B7DA-4C2D-8648-78AF4066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227D2A6-FAA6-4338-98E0-A838534F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6567890-9770-4F29-B7CE-27A83CA2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5A7888BC-41AA-4889-9714-3842F893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E7D68DB-2010-4551-B4A3-C3300FE8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33373e5f4744">
            <a:extLst>
              <a:ext uri="{96DAC541-7B7A-43D3-8B79-37D633B846F1}">
                <asvg:svgBlip xmlns:asvg="http://schemas.microsoft.com/office/drawing/2016/SVG/main" r:embed="R43f598889c5943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3C0FD45B-4465-4C11-BB7A-F43758AA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c19662f0c2488f">
            <a:extLst>
              <a:ext uri="{96DAC541-7B7A-43D3-8B79-37D633B846F1}">
                <asvg:svgBlip xmlns:asvg="http://schemas.microsoft.com/office/drawing/2016/SVG/main" r:embed="R70e71530ecd744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8249E2D9-6F19-4AB3-A7C5-AE106C2C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a79debf4a4018">
            <a:extLst>
              <a:ext uri="{96DAC541-7B7A-43D3-8B79-37D633B846F1}">
                <asvg:svgBlip xmlns:asvg="http://schemas.microsoft.com/office/drawing/2016/SVG/main" r:embed="R8222b4c898a046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04C53176-20F0-4FB4-B403-20A760BB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e28a24497458d">
            <a:extLst>
              <a:ext uri="{96DAC541-7B7A-43D3-8B79-37D633B846F1}">
                <asvg:svgBlip xmlns:asvg="http://schemas.microsoft.com/office/drawing/2016/SVG/main" r:embed="R22e6f1b1b4be40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C1FD3A7C-C2AD-49FE-A620-4B82852D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e22dee9bf48dc">
            <a:extLst>
              <a:ext uri="{96DAC541-7B7A-43D3-8B79-37D633B846F1}">
                <asvg:svgBlip xmlns:asvg="http://schemas.microsoft.com/office/drawing/2016/SVG/main" r:embed="Re6807f32c99342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760192E6-42FA-46B2-BD76-C0A13D36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b88425fe194f40">
            <a:extLst>
              <a:ext uri="{96DAC541-7B7A-43D3-8B79-37D633B846F1}">
                <asvg:svgBlip xmlns:asvg="http://schemas.microsoft.com/office/drawing/2016/SVG/main" r:embed="R68ba9422046041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38923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9F946EC1-48DD-48F7-A39B-3F879651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A7D01E0-8C4A-4CD2-8FBC-9B63D007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0AE1B5B-D53E-4D89-80D5-AD5929DA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2B46BEAB-FA38-4897-AC08-79D08508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0A343360-C670-40A6-876D-ABEE2412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F49C4D90-D302-45A1-BADF-E35AF05F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f9d61d83047f1">
            <a:extLst>
              <a:ext uri="{96DAC541-7B7A-43D3-8B79-37D633B846F1}">
                <asvg:svgBlip xmlns:asvg="http://schemas.microsoft.com/office/drawing/2016/SVG/main" r:embed="R88e1bc26b97844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0045ED5A-8992-4E42-B709-90436146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9A072633-CFB4-4663-918E-2F4B7FF3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EE2F7D90-9F1D-4C63-970E-AF26A93D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e7d54586c42b9">
            <a:extLst>
              <a:ext uri="{96DAC541-7B7A-43D3-8B79-37D633B846F1}">
                <asvg:svgBlip xmlns:asvg="http://schemas.microsoft.com/office/drawing/2016/SVG/main" r:embed="Re5b4b4c6335446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552410F-00BE-4719-AB3A-CFFE7429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A48EFB6F-D2F4-4D96-A34E-D22D0C9F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1CD152C-7135-4098-92FD-68E05FC6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ee00072ece46ed">
            <a:extLst>
              <a:ext uri="{96DAC541-7B7A-43D3-8B79-37D633B846F1}">
                <asvg:svgBlip xmlns:asvg="http://schemas.microsoft.com/office/drawing/2016/SVG/main" r:embed="Rc97d8b7ea05d4c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8C3FE674-9073-462C-813A-DB2861E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FED895A-E582-4B0C-B404-5BBBCDBE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FE0594E-6143-4C69-9469-5F71B6C8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475e385114d8e">
            <a:extLst>
              <a:ext uri="{96DAC541-7B7A-43D3-8B79-37D633B846F1}">
                <asvg:svgBlip xmlns:asvg="http://schemas.microsoft.com/office/drawing/2016/SVG/main" r:embed="Re37cf2304aaf41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75EF446-D7F5-42CB-926B-13FF9409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82F40AA1-867F-4EEF-A0C0-C899374A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9389382-7A30-4BA0-A034-6E737338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96279307-6EF6-4B8B-9E68-DDA49F56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D250D2D-F5D7-46A6-99B9-2F6488D8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75EE7AB9-C809-4AD5-8D49-669D22E3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530e39c0640ce">
            <a:extLst>
              <a:ext uri="{96DAC541-7B7A-43D3-8B79-37D633B846F1}">
                <asvg:svgBlip xmlns:asvg="http://schemas.microsoft.com/office/drawing/2016/SVG/main" r:embed="Re7289d0fc2824b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F2A9635-C1A4-4825-ABC4-C4AAB53F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FADA164F-4268-44B2-9E97-FEE06DAD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D2A2ABD6-C5DD-48B1-8499-303C63AD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acd6767bc0461e">
            <a:extLst>
              <a:ext uri="{96DAC541-7B7A-43D3-8B79-37D633B846F1}">
                <asvg:svgBlip xmlns:asvg="http://schemas.microsoft.com/office/drawing/2016/SVG/main" r:embed="Rb1f254fee3f44dc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3FB9A9E9-21EE-4B63-AE97-48E6CFF1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D210D671-C344-47B6-91E2-7DD0D0FC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9A4C32F-BE4D-4C0D-B1DC-2331303F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646C5AF-39C4-482D-89CC-EADD3203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2969988-CEA8-46DD-9194-F89B803B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C269705-6B27-4D0A-9E89-8DCC5609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8B7DAE1B-83E1-4FA4-B716-A27A364D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636E13B-6D36-4FF0-815D-4B62A2D3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2B2F029-9233-443A-B01C-B7943211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0B3EAF9-9D66-4A92-8C0B-80104125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D44E501-7036-453B-9365-F4A46133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AE27A84-10CD-4512-B7A0-098AD05B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CE3B5C4F-318B-4F06-A813-016A3CAB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6D83D34-9447-49ED-86A9-6420EEFA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FEBFE05-8E4B-498E-ACDC-497E9F34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B941B925-DF1D-4A5F-BB21-0C1002C6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A318A70D-C6F5-4633-98EE-F8AF1B40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DB4B12B-F676-40F1-B5B2-84F97D61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15742730694dc8">
            <a:extLst>
              <a:ext uri="{96DAC541-7B7A-43D3-8B79-37D633B846F1}">
                <asvg:svgBlip xmlns:asvg="http://schemas.microsoft.com/office/drawing/2016/SVG/main" r:embed="R501c28a8980242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5C44891D-308F-494E-AB8F-83241FCD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1b52724bc446c">
            <a:extLst>
              <a:ext uri="{96DAC541-7B7A-43D3-8B79-37D633B846F1}">
                <asvg:svgBlip xmlns:asvg="http://schemas.microsoft.com/office/drawing/2016/SVG/main" r:embed="R7504acb47ef941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714675C2-0AB1-4F12-AF1B-FDFACC68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d0c66a2fd4186">
            <a:extLst>
              <a:ext uri="{96DAC541-7B7A-43D3-8B79-37D633B846F1}">
                <asvg:svgBlip xmlns:asvg="http://schemas.microsoft.com/office/drawing/2016/SVG/main" r:embed="R44999ce9838542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F64C819C-B147-48E2-8601-C6471AB5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213e4a4ab4ed4">
            <a:extLst>
              <a:ext uri="{96DAC541-7B7A-43D3-8B79-37D633B846F1}">
                <asvg:svgBlip xmlns:asvg="http://schemas.microsoft.com/office/drawing/2016/SVG/main" r:embed="R1472778850cd4e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38C27B0A-0853-4D81-B193-C0CD67C5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8277cafa3483e">
            <a:extLst>
              <a:ext uri="{96DAC541-7B7A-43D3-8B79-37D633B846F1}">
                <asvg:svgBlip xmlns:asvg="http://schemas.microsoft.com/office/drawing/2016/SVG/main" r:embed="R31b0d1a963e24d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178DD73A-551B-4A9A-9665-F669D380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2b693b08c45e1">
            <a:extLst>
              <a:ext uri="{96DAC541-7B7A-43D3-8B79-37D633B846F1}">
                <asvg:svgBlip xmlns:asvg="http://schemas.microsoft.com/office/drawing/2016/SVG/main" r:embed="R9b99b542b9b240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2D12EDAA-1D1A-414E-A8BD-6BAC014B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d7ae622ec463c">
            <a:extLst>
              <a:ext uri="{96DAC541-7B7A-43D3-8B79-37D633B846F1}">
                <asvg:svgBlip xmlns:asvg="http://schemas.microsoft.com/office/drawing/2016/SVG/main" r:embed="Rce136cb873974d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8876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37E61E8A-EB8C-49C7-B268-7F685C67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8FD4BC01-674D-483A-BE6E-A113A92C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2876550"/>
            <a:ext cx="11144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B91B2C64-12CD-468C-BDEB-C6EAB702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43350"/>
            <a:ext cx="111442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034FC58A-4C61-4FBF-9B55-CA793594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238164"/>
          </a:xfrm>
          <a:custGeom xmlns:a="http://schemas.openxmlformats.org/drawingml/2006/main">
            <a:pathLst>
              <a:path w="514350" h="1238164">
                <a:moveTo>
                  <a:pt x="0" y="0"/>
                </a:moveTo>
                <a:lnTo>
                  <a:pt x="19040" y="0"/>
                </a:lnTo>
                <a:lnTo>
                  <a:pt x="38071" y="0"/>
                </a:lnTo>
                <a:lnTo>
                  <a:pt x="57112" y="0"/>
                </a:lnTo>
                <a:lnTo>
                  <a:pt x="76152" y="0"/>
                </a:lnTo>
                <a:lnTo>
                  <a:pt x="95183" y="0"/>
                </a:lnTo>
                <a:lnTo>
                  <a:pt x="114224" y="0"/>
                </a:lnTo>
                <a:lnTo>
                  <a:pt x="133264" y="0"/>
                </a:lnTo>
                <a:lnTo>
                  <a:pt x="152305" y="0"/>
                </a:lnTo>
                <a:lnTo>
                  <a:pt x="171336" y="0"/>
                </a:lnTo>
                <a:lnTo>
                  <a:pt x="190376" y="0"/>
                </a:lnTo>
                <a:lnTo>
                  <a:pt x="209417" y="0"/>
                </a:lnTo>
                <a:lnTo>
                  <a:pt x="228448" y="0"/>
                </a:lnTo>
                <a:lnTo>
                  <a:pt x="247488" y="0"/>
                </a:lnTo>
                <a:lnTo>
                  <a:pt x="266529" y="0"/>
                </a:lnTo>
                <a:lnTo>
                  <a:pt x="285560" y="0"/>
                </a:lnTo>
                <a:lnTo>
                  <a:pt x="304600" y="0"/>
                </a:lnTo>
                <a:lnTo>
                  <a:pt x="323640" y="0"/>
                </a:lnTo>
                <a:lnTo>
                  <a:pt x="342671" y="0"/>
                </a:lnTo>
                <a:lnTo>
                  <a:pt x="361712" y="0"/>
                </a:lnTo>
                <a:lnTo>
                  <a:pt x="380752" y="0"/>
                </a:lnTo>
                <a:lnTo>
                  <a:pt x="399793" y="0"/>
                </a:lnTo>
                <a:lnTo>
                  <a:pt x="418824" y="0"/>
                </a:lnTo>
                <a:lnTo>
                  <a:pt x="437864" y="0"/>
                </a:lnTo>
                <a:lnTo>
                  <a:pt x="456905" y="0"/>
                </a:lnTo>
                <a:lnTo>
                  <a:pt x="475936" y="0"/>
                </a:lnTo>
                <a:lnTo>
                  <a:pt x="494976" y="0"/>
                </a:lnTo>
                <a:lnTo>
                  <a:pt x="514017" y="0"/>
                </a:lnTo>
                <a:lnTo>
                  <a:pt x="514350" y="18698"/>
                </a:lnTo>
                <a:lnTo>
                  <a:pt x="514350" y="37738"/>
                </a:lnTo>
                <a:lnTo>
                  <a:pt x="514350" y="56779"/>
                </a:lnTo>
                <a:lnTo>
                  <a:pt x="514350" y="75809"/>
                </a:lnTo>
                <a:lnTo>
                  <a:pt x="514350" y="94850"/>
                </a:lnTo>
                <a:lnTo>
                  <a:pt x="514350" y="113890"/>
                </a:lnTo>
                <a:lnTo>
                  <a:pt x="514350" y="132931"/>
                </a:lnTo>
                <a:lnTo>
                  <a:pt x="514350" y="151962"/>
                </a:lnTo>
                <a:lnTo>
                  <a:pt x="514350" y="171002"/>
                </a:lnTo>
                <a:lnTo>
                  <a:pt x="514350" y="190043"/>
                </a:lnTo>
                <a:lnTo>
                  <a:pt x="514350" y="209074"/>
                </a:lnTo>
                <a:lnTo>
                  <a:pt x="514350" y="228114"/>
                </a:lnTo>
                <a:lnTo>
                  <a:pt x="514350" y="247155"/>
                </a:lnTo>
                <a:lnTo>
                  <a:pt x="514350" y="266186"/>
                </a:lnTo>
                <a:lnTo>
                  <a:pt x="514350" y="285226"/>
                </a:lnTo>
                <a:lnTo>
                  <a:pt x="514350" y="304267"/>
                </a:lnTo>
                <a:lnTo>
                  <a:pt x="514350" y="323298"/>
                </a:lnTo>
                <a:lnTo>
                  <a:pt x="514350" y="342338"/>
                </a:lnTo>
                <a:lnTo>
                  <a:pt x="514350" y="361379"/>
                </a:lnTo>
                <a:lnTo>
                  <a:pt x="514350" y="380419"/>
                </a:lnTo>
                <a:lnTo>
                  <a:pt x="514350" y="399450"/>
                </a:lnTo>
                <a:lnTo>
                  <a:pt x="514350" y="418490"/>
                </a:lnTo>
                <a:lnTo>
                  <a:pt x="514350" y="437531"/>
                </a:lnTo>
                <a:lnTo>
                  <a:pt x="514350" y="456562"/>
                </a:lnTo>
                <a:lnTo>
                  <a:pt x="514350" y="475602"/>
                </a:lnTo>
                <a:lnTo>
                  <a:pt x="514350" y="494643"/>
                </a:lnTo>
                <a:lnTo>
                  <a:pt x="514350" y="513674"/>
                </a:lnTo>
                <a:lnTo>
                  <a:pt x="514350" y="532714"/>
                </a:lnTo>
                <a:lnTo>
                  <a:pt x="514350" y="551755"/>
                </a:lnTo>
                <a:lnTo>
                  <a:pt x="514350" y="570786"/>
                </a:lnTo>
                <a:lnTo>
                  <a:pt x="514350" y="589826"/>
                </a:lnTo>
                <a:lnTo>
                  <a:pt x="514350" y="608867"/>
                </a:lnTo>
                <a:lnTo>
                  <a:pt x="514350" y="627907"/>
                </a:lnTo>
                <a:lnTo>
                  <a:pt x="514350" y="646938"/>
                </a:lnTo>
                <a:lnTo>
                  <a:pt x="514350" y="665978"/>
                </a:lnTo>
                <a:lnTo>
                  <a:pt x="514350" y="685019"/>
                </a:lnTo>
                <a:lnTo>
                  <a:pt x="514350" y="704050"/>
                </a:lnTo>
                <a:lnTo>
                  <a:pt x="514350" y="723090"/>
                </a:lnTo>
                <a:lnTo>
                  <a:pt x="514350" y="742131"/>
                </a:lnTo>
                <a:lnTo>
                  <a:pt x="514350" y="761162"/>
                </a:lnTo>
                <a:lnTo>
                  <a:pt x="514350" y="780202"/>
                </a:lnTo>
                <a:lnTo>
                  <a:pt x="514350" y="799243"/>
                </a:lnTo>
                <a:lnTo>
                  <a:pt x="514350" y="818274"/>
                </a:lnTo>
                <a:lnTo>
                  <a:pt x="514350" y="837314"/>
                </a:lnTo>
                <a:lnTo>
                  <a:pt x="514350" y="856355"/>
                </a:lnTo>
                <a:lnTo>
                  <a:pt x="514350" y="875395"/>
                </a:lnTo>
                <a:lnTo>
                  <a:pt x="514350" y="894426"/>
                </a:lnTo>
                <a:lnTo>
                  <a:pt x="514350" y="913467"/>
                </a:lnTo>
                <a:lnTo>
                  <a:pt x="514350" y="932507"/>
                </a:lnTo>
                <a:lnTo>
                  <a:pt x="514350" y="951538"/>
                </a:lnTo>
                <a:lnTo>
                  <a:pt x="514350" y="970578"/>
                </a:lnTo>
                <a:lnTo>
                  <a:pt x="514350" y="989619"/>
                </a:lnTo>
                <a:lnTo>
                  <a:pt x="514350" y="1008650"/>
                </a:lnTo>
                <a:lnTo>
                  <a:pt x="514350" y="1027690"/>
                </a:lnTo>
                <a:lnTo>
                  <a:pt x="514350" y="1046731"/>
                </a:lnTo>
                <a:lnTo>
                  <a:pt x="514350" y="1065762"/>
                </a:lnTo>
                <a:lnTo>
                  <a:pt x="514350" y="1084802"/>
                </a:lnTo>
                <a:lnTo>
                  <a:pt x="506949" y="1099490"/>
                </a:lnTo>
                <a:lnTo>
                  <a:pt x="490309" y="1108729"/>
                </a:lnTo>
                <a:lnTo>
                  <a:pt x="473669" y="1117978"/>
                </a:lnTo>
                <a:lnTo>
                  <a:pt x="457019" y="1127227"/>
                </a:lnTo>
                <a:lnTo>
                  <a:pt x="440379" y="1136466"/>
                </a:lnTo>
                <a:lnTo>
                  <a:pt x="423739" y="1145715"/>
                </a:lnTo>
                <a:lnTo>
                  <a:pt x="407099" y="1154963"/>
                </a:lnTo>
                <a:lnTo>
                  <a:pt x="390458" y="1164203"/>
                </a:lnTo>
                <a:lnTo>
                  <a:pt x="373818" y="1173451"/>
                </a:lnTo>
                <a:lnTo>
                  <a:pt x="357168" y="1182700"/>
                </a:lnTo>
                <a:lnTo>
                  <a:pt x="340528" y="1191939"/>
                </a:lnTo>
                <a:lnTo>
                  <a:pt x="323888" y="1201188"/>
                </a:lnTo>
                <a:lnTo>
                  <a:pt x="307248" y="1210427"/>
                </a:lnTo>
                <a:lnTo>
                  <a:pt x="290608" y="1219676"/>
                </a:lnTo>
                <a:lnTo>
                  <a:pt x="273968" y="1228925"/>
                </a:lnTo>
                <a:lnTo>
                  <a:pt x="257318" y="1238164"/>
                </a:lnTo>
                <a:lnTo>
                  <a:pt x="240678" y="1229087"/>
                </a:lnTo>
                <a:lnTo>
                  <a:pt x="224038" y="1219838"/>
                </a:lnTo>
                <a:lnTo>
                  <a:pt x="207397" y="1210599"/>
                </a:lnTo>
                <a:lnTo>
                  <a:pt x="190757" y="1201350"/>
                </a:lnTo>
                <a:lnTo>
                  <a:pt x="174117" y="1192101"/>
                </a:lnTo>
                <a:lnTo>
                  <a:pt x="157467" y="1182862"/>
                </a:lnTo>
                <a:lnTo>
                  <a:pt x="140827" y="1173613"/>
                </a:lnTo>
                <a:lnTo>
                  <a:pt x="124187" y="1164365"/>
                </a:lnTo>
                <a:lnTo>
                  <a:pt x="107547" y="1155125"/>
                </a:lnTo>
                <a:lnTo>
                  <a:pt x="90907" y="1145877"/>
                </a:lnTo>
                <a:lnTo>
                  <a:pt x="74266" y="1136628"/>
                </a:lnTo>
                <a:lnTo>
                  <a:pt x="57617" y="1127389"/>
                </a:lnTo>
                <a:lnTo>
                  <a:pt x="40977" y="1118140"/>
                </a:lnTo>
                <a:lnTo>
                  <a:pt x="24336" y="1108891"/>
                </a:lnTo>
                <a:lnTo>
                  <a:pt x="7696" y="1099652"/>
                </a:lnTo>
                <a:lnTo>
                  <a:pt x="0" y="1085136"/>
                </a:lnTo>
                <a:lnTo>
                  <a:pt x="0" y="1066105"/>
                </a:lnTo>
                <a:lnTo>
                  <a:pt x="0" y="1047064"/>
                </a:lnTo>
                <a:lnTo>
                  <a:pt x="0" y="1028024"/>
                </a:lnTo>
                <a:lnTo>
                  <a:pt x="0" y="1008993"/>
                </a:lnTo>
                <a:lnTo>
                  <a:pt x="0" y="989952"/>
                </a:lnTo>
                <a:lnTo>
                  <a:pt x="0" y="970912"/>
                </a:lnTo>
                <a:lnTo>
                  <a:pt x="0" y="951881"/>
                </a:lnTo>
                <a:lnTo>
                  <a:pt x="0" y="932840"/>
                </a:lnTo>
                <a:lnTo>
                  <a:pt x="0" y="913800"/>
                </a:lnTo>
                <a:lnTo>
                  <a:pt x="0" y="894769"/>
                </a:lnTo>
                <a:lnTo>
                  <a:pt x="0" y="875729"/>
                </a:lnTo>
                <a:lnTo>
                  <a:pt x="0" y="856688"/>
                </a:lnTo>
                <a:lnTo>
                  <a:pt x="0" y="837648"/>
                </a:lnTo>
                <a:lnTo>
                  <a:pt x="0" y="818617"/>
                </a:lnTo>
                <a:lnTo>
                  <a:pt x="0" y="799576"/>
                </a:lnTo>
                <a:lnTo>
                  <a:pt x="0" y="780536"/>
                </a:lnTo>
                <a:lnTo>
                  <a:pt x="0" y="761505"/>
                </a:lnTo>
                <a:lnTo>
                  <a:pt x="0" y="742464"/>
                </a:lnTo>
                <a:lnTo>
                  <a:pt x="0" y="723424"/>
                </a:lnTo>
                <a:lnTo>
                  <a:pt x="0" y="704393"/>
                </a:lnTo>
                <a:lnTo>
                  <a:pt x="0" y="685352"/>
                </a:lnTo>
                <a:lnTo>
                  <a:pt x="0" y="666312"/>
                </a:lnTo>
                <a:lnTo>
                  <a:pt x="0" y="647281"/>
                </a:lnTo>
                <a:lnTo>
                  <a:pt x="0" y="628240"/>
                </a:lnTo>
                <a:lnTo>
                  <a:pt x="0" y="609200"/>
                </a:lnTo>
                <a:lnTo>
                  <a:pt x="0" y="590159"/>
                </a:lnTo>
                <a:lnTo>
                  <a:pt x="0" y="571129"/>
                </a:lnTo>
                <a:lnTo>
                  <a:pt x="0" y="552088"/>
                </a:lnTo>
                <a:lnTo>
                  <a:pt x="0" y="533048"/>
                </a:lnTo>
                <a:lnTo>
                  <a:pt x="0" y="514017"/>
                </a:lnTo>
                <a:lnTo>
                  <a:pt x="0" y="494976"/>
                </a:lnTo>
                <a:lnTo>
                  <a:pt x="0" y="475936"/>
                </a:lnTo>
                <a:lnTo>
                  <a:pt x="0" y="456905"/>
                </a:lnTo>
                <a:lnTo>
                  <a:pt x="0" y="437864"/>
                </a:lnTo>
                <a:lnTo>
                  <a:pt x="0" y="418824"/>
                </a:lnTo>
                <a:lnTo>
                  <a:pt x="0" y="399793"/>
                </a:lnTo>
                <a:lnTo>
                  <a:pt x="0" y="380752"/>
                </a:lnTo>
                <a:lnTo>
                  <a:pt x="0" y="361712"/>
                </a:lnTo>
                <a:lnTo>
                  <a:pt x="0" y="342671"/>
                </a:lnTo>
                <a:lnTo>
                  <a:pt x="0" y="323640"/>
                </a:lnTo>
                <a:lnTo>
                  <a:pt x="0" y="304600"/>
                </a:lnTo>
                <a:lnTo>
                  <a:pt x="0" y="285560"/>
                </a:lnTo>
                <a:lnTo>
                  <a:pt x="0" y="266529"/>
                </a:lnTo>
                <a:lnTo>
                  <a:pt x="0" y="247488"/>
                </a:lnTo>
                <a:lnTo>
                  <a:pt x="0" y="228448"/>
                </a:lnTo>
                <a:lnTo>
                  <a:pt x="0" y="209417"/>
                </a:lnTo>
                <a:lnTo>
                  <a:pt x="0" y="190376"/>
                </a:lnTo>
                <a:lnTo>
                  <a:pt x="0" y="171336"/>
                </a:lnTo>
                <a:lnTo>
                  <a:pt x="0" y="152305"/>
                </a:lnTo>
                <a:lnTo>
                  <a:pt x="0" y="133264"/>
                </a:lnTo>
                <a:lnTo>
                  <a:pt x="0" y="114224"/>
                </a:lnTo>
                <a:lnTo>
                  <a:pt x="0" y="95183"/>
                </a:lnTo>
                <a:lnTo>
                  <a:pt x="0" y="76152"/>
                </a:lnTo>
                <a:lnTo>
                  <a:pt x="0" y="57112"/>
                </a:lnTo>
                <a:lnTo>
                  <a:pt x="0" y="38071"/>
                </a:lnTo>
                <a:lnTo>
                  <a:pt x="0" y="19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83FA32A-8367-4E56-8F49-D23D98CE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2876550"/>
            <a:ext cx="514350" cy="1066476"/>
          </a:xfrm>
          <a:custGeom xmlns:a="http://schemas.openxmlformats.org/drawingml/2006/main">
            <a:pathLst>
              <a:path w="514350" h="1066476">
                <a:moveTo>
                  <a:pt x="0" y="0"/>
                </a:moveTo>
                <a:lnTo>
                  <a:pt x="16631" y="9239"/>
                </a:lnTo>
                <a:lnTo>
                  <a:pt x="33261" y="18479"/>
                </a:lnTo>
                <a:lnTo>
                  <a:pt x="49882" y="27718"/>
                </a:lnTo>
                <a:lnTo>
                  <a:pt x="66513" y="36957"/>
                </a:lnTo>
                <a:lnTo>
                  <a:pt x="83144" y="46196"/>
                </a:lnTo>
                <a:lnTo>
                  <a:pt x="99774" y="55426"/>
                </a:lnTo>
                <a:lnTo>
                  <a:pt x="116405" y="64665"/>
                </a:lnTo>
                <a:lnTo>
                  <a:pt x="133036" y="73904"/>
                </a:lnTo>
                <a:lnTo>
                  <a:pt x="149657" y="83144"/>
                </a:lnTo>
                <a:lnTo>
                  <a:pt x="166287" y="92383"/>
                </a:lnTo>
                <a:lnTo>
                  <a:pt x="182918" y="101622"/>
                </a:lnTo>
                <a:lnTo>
                  <a:pt x="199549" y="110861"/>
                </a:lnTo>
                <a:lnTo>
                  <a:pt x="216179" y="120101"/>
                </a:lnTo>
                <a:lnTo>
                  <a:pt x="232810" y="129340"/>
                </a:lnTo>
                <a:lnTo>
                  <a:pt x="249431" y="138579"/>
                </a:lnTo>
                <a:lnTo>
                  <a:pt x="266062" y="137941"/>
                </a:lnTo>
                <a:lnTo>
                  <a:pt x="282692" y="128702"/>
                </a:lnTo>
                <a:lnTo>
                  <a:pt x="299323" y="119463"/>
                </a:lnTo>
                <a:lnTo>
                  <a:pt x="315954" y="110223"/>
                </a:lnTo>
                <a:lnTo>
                  <a:pt x="332584" y="100984"/>
                </a:lnTo>
                <a:lnTo>
                  <a:pt x="349206" y="91745"/>
                </a:lnTo>
                <a:lnTo>
                  <a:pt x="365836" y="82506"/>
                </a:lnTo>
                <a:lnTo>
                  <a:pt x="382467" y="73266"/>
                </a:lnTo>
                <a:lnTo>
                  <a:pt x="399098" y="64027"/>
                </a:lnTo>
                <a:lnTo>
                  <a:pt x="415728" y="54788"/>
                </a:lnTo>
                <a:lnTo>
                  <a:pt x="432359" y="45549"/>
                </a:lnTo>
                <a:lnTo>
                  <a:pt x="448980" y="36319"/>
                </a:lnTo>
                <a:lnTo>
                  <a:pt x="465611" y="27080"/>
                </a:lnTo>
                <a:lnTo>
                  <a:pt x="482241" y="17840"/>
                </a:lnTo>
                <a:lnTo>
                  <a:pt x="498872" y="8601"/>
                </a:lnTo>
                <a:lnTo>
                  <a:pt x="514350" y="1314"/>
                </a:lnTo>
                <a:lnTo>
                  <a:pt x="514350" y="20336"/>
                </a:lnTo>
                <a:lnTo>
                  <a:pt x="514350" y="39357"/>
                </a:lnTo>
                <a:lnTo>
                  <a:pt x="514350" y="58379"/>
                </a:lnTo>
                <a:lnTo>
                  <a:pt x="514350" y="77410"/>
                </a:lnTo>
                <a:lnTo>
                  <a:pt x="514350" y="96431"/>
                </a:lnTo>
                <a:lnTo>
                  <a:pt x="514350" y="115453"/>
                </a:lnTo>
                <a:lnTo>
                  <a:pt x="514350" y="134474"/>
                </a:lnTo>
                <a:lnTo>
                  <a:pt x="514350" y="153495"/>
                </a:lnTo>
                <a:lnTo>
                  <a:pt x="514350" y="172517"/>
                </a:lnTo>
                <a:lnTo>
                  <a:pt x="514350" y="191548"/>
                </a:lnTo>
                <a:lnTo>
                  <a:pt x="514350" y="210569"/>
                </a:lnTo>
                <a:lnTo>
                  <a:pt x="514350" y="229591"/>
                </a:lnTo>
                <a:lnTo>
                  <a:pt x="514350" y="248612"/>
                </a:lnTo>
                <a:lnTo>
                  <a:pt x="514350" y="267633"/>
                </a:lnTo>
                <a:lnTo>
                  <a:pt x="514350" y="286655"/>
                </a:lnTo>
                <a:lnTo>
                  <a:pt x="514350" y="305676"/>
                </a:lnTo>
                <a:lnTo>
                  <a:pt x="514350" y="324707"/>
                </a:lnTo>
                <a:lnTo>
                  <a:pt x="514350" y="343729"/>
                </a:lnTo>
                <a:lnTo>
                  <a:pt x="514350" y="362750"/>
                </a:lnTo>
                <a:lnTo>
                  <a:pt x="514350" y="381772"/>
                </a:lnTo>
                <a:lnTo>
                  <a:pt x="514350" y="400793"/>
                </a:lnTo>
                <a:lnTo>
                  <a:pt x="514350" y="419814"/>
                </a:lnTo>
                <a:lnTo>
                  <a:pt x="514350" y="438845"/>
                </a:lnTo>
                <a:lnTo>
                  <a:pt x="514350" y="457867"/>
                </a:lnTo>
                <a:lnTo>
                  <a:pt x="514350" y="476888"/>
                </a:lnTo>
                <a:lnTo>
                  <a:pt x="514350" y="495910"/>
                </a:lnTo>
                <a:lnTo>
                  <a:pt x="514350" y="514931"/>
                </a:lnTo>
                <a:lnTo>
                  <a:pt x="514350" y="533952"/>
                </a:lnTo>
                <a:lnTo>
                  <a:pt x="514350" y="552974"/>
                </a:lnTo>
                <a:lnTo>
                  <a:pt x="514350" y="572005"/>
                </a:lnTo>
                <a:lnTo>
                  <a:pt x="514350" y="591026"/>
                </a:lnTo>
                <a:lnTo>
                  <a:pt x="514350" y="610048"/>
                </a:lnTo>
                <a:lnTo>
                  <a:pt x="514350" y="629069"/>
                </a:lnTo>
                <a:lnTo>
                  <a:pt x="514350" y="648091"/>
                </a:lnTo>
                <a:lnTo>
                  <a:pt x="514350" y="667112"/>
                </a:lnTo>
                <a:lnTo>
                  <a:pt x="514350" y="686143"/>
                </a:lnTo>
                <a:lnTo>
                  <a:pt x="514350" y="705164"/>
                </a:lnTo>
                <a:lnTo>
                  <a:pt x="514350" y="724186"/>
                </a:lnTo>
                <a:lnTo>
                  <a:pt x="514350" y="743207"/>
                </a:lnTo>
                <a:lnTo>
                  <a:pt x="514350" y="762229"/>
                </a:lnTo>
                <a:lnTo>
                  <a:pt x="514350" y="781250"/>
                </a:lnTo>
                <a:lnTo>
                  <a:pt x="514350" y="800271"/>
                </a:lnTo>
                <a:lnTo>
                  <a:pt x="514350" y="819302"/>
                </a:lnTo>
                <a:lnTo>
                  <a:pt x="514350" y="838324"/>
                </a:lnTo>
                <a:lnTo>
                  <a:pt x="514350" y="857345"/>
                </a:lnTo>
                <a:lnTo>
                  <a:pt x="514350" y="876367"/>
                </a:lnTo>
                <a:lnTo>
                  <a:pt x="514350" y="895388"/>
                </a:lnTo>
                <a:lnTo>
                  <a:pt x="514350" y="914410"/>
                </a:lnTo>
                <a:lnTo>
                  <a:pt x="506035" y="928545"/>
                </a:lnTo>
                <a:lnTo>
                  <a:pt x="489404" y="937784"/>
                </a:lnTo>
                <a:lnTo>
                  <a:pt x="472773" y="947023"/>
                </a:lnTo>
                <a:lnTo>
                  <a:pt x="456152" y="956262"/>
                </a:lnTo>
                <a:lnTo>
                  <a:pt x="439522" y="965502"/>
                </a:lnTo>
                <a:lnTo>
                  <a:pt x="422891" y="974731"/>
                </a:lnTo>
                <a:lnTo>
                  <a:pt x="406260" y="983971"/>
                </a:lnTo>
                <a:lnTo>
                  <a:pt x="389630" y="993210"/>
                </a:lnTo>
                <a:lnTo>
                  <a:pt x="372999" y="1002449"/>
                </a:lnTo>
                <a:lnTo>
                  <a:pt x="356378" y="1011688"/>
                </a:lnTo>
                <a:lnTo>
                  <a:pt x="339747" y="1020928"/>
                </a:lnTo>
                <a:lnTo>
                  <a:pt x="323117" y="1030167"/>
                </a:lnTo>
                <a:lnTo>
                  <a:pt x="306486" y="1039406"/>
                </a:lnTo>
                <a:lnTo>
                  <a:pt x="289855" y="1048645"/>
                </a:lnTo>
                <a:lnTo>
                  <a:pt x="273234" y="1057885"/>
                </a:lnTo>
                <a:lnTo>
                  <a:pt x="256604" y="1066476"/>
                </a:lnTo>
                <a:lnTo>
                  <a:pt x="239973" y="1057246"/>
                </a:lnTo>
                <a:lnTo>
                  <a:pt x="223342" y="1048007"/>
                </a:lnTo>
                <a:lnTo>
                  <a:pt x="206712" y="1038768"/>
                </a:lnTo>
                <a:lnTo>
                  <a:pt x="190081" y="1029529"/>
                </a:lnTo>
                <a:lnTo>
                  <a:pt x="173460" y="1020289"/>
                </a:lnTo>
                <a:lnTo>
                  <a:pt x="156829" y="1011050"/>
                </a:lnTo>
                <a:lnTo>
                  <a:pt x="140198" y="1001811"/>
                </a:lnTo>
                <a:lnTo>
                  <a:pt x="123568" y="992572"/>
                </a:lnTo>
                <a:lnTo>
                  <a:pt x="106937" y="983332"/>
                </a:lnTo>
                <a:lnTo>
                  <a:pt x="90307" y="974093"/>
                </a:lnTo>
                <a:lnTo>
                  <a:pt x="73685" y="964863"/>
                </a:lnTo>
                <a:lnTo>
                  <a:pt x="57055" y="955624"/>
                </a:lnTo>
                <a:lnTo>
                  <a:pt x="40424" y="946385"/>
                </a:lnTo>
                <a:lnTo>
                  <a:pt x="23793" y="937146"/>
                </a:lnTo>
                <a:lnTo>
                  <a:pt x="7163" y="927906"/>
                </a:lnTo>
                <a:lnTo>
                  <a:pt x="0" y="913095"/>
                </a:lnTo>
                <a:lnTo>
                  <a:pt x="0" y="894074"/>
                </a:lnTo>
                <a:lnTo>
                  <a:pt x="0" y="875052"/>
                </a:lnTo>
                <a:lnTo>
                  <a:pt x="0" y="856031"/>
                </a:lnTo>
                <a:lnTo>
                  <a:pt x="0" y="837009"/>
                </a:lnTo>
                <a:lnTo>
                  <a:pt x="0" y="817988"/>
                </a:lnTo>
                <a:lnTo>
                  <a:pt x="0" y="798957"/>
                </a:lnTo>
                <a:lnTo>
                  <a:pt x="0" y="779936"/>
                </a:lnTo>
                <a:lnTo>
                  <a:pt x="0" y="760914"/>
                </a:lnTo>
                <a:lnTo>
                  <a:pt x="0" y="741893"/>
                </a:lnTo>
                <a:lnTo>
                  <a:pt x="0" y="722871"/>
                </a:lnTo>
                <a:lnTo>
                  <a:pt x="0" y="703850"/>
                </a:lnTo>
                <a:lnTo>
                  <a:pt x="0" y="684828"/>
                </a:lnTo>
                <a:lnTo>
                  <a:pt x="0" y="665798"/>
                </a:lnTo>
                <a:lnTo>
                  <a:pt x="0" y="646776"/>
                </a:lnTo>
                <a:lnTo>
                  <a:pt x="0" y="627755"/>
                </a:lnTo>
                <a:lnTo>
                  <a:pt x="0" y="608733"/>
                </a:lnTo>
                <a:lnTo>
                  <a:pt x="0" y="589712"/>
                </a:lnTo>
                <a:lnTo>
                  <a:pt x="0" y="570690"/>
                </a:lnTo>
                <a:lnTo>
                  <a:pt x="0" y="551659"/>
                </a:lnTo>
                <a:lnTo>
                  <a:pt x="0" y="532638"/>
                </a:lnTo>
                <a:lnTo>
                  <a:pt x="0" y="513617"/>
                </a:lnTo>
                <a:lnTo>
                  <a:pt x="0" y="494595"/>
                </a:lnTo>
                <a:lnTo>
                  <a:pt x="0" y="475574"/>
                </a:lnTo>
                <a:lnTo>
                  <a:pt x="0" y="456552"/>
                </a:lnTo>
                <a:lnTo>
                  <a:pt x="0" y="437531"/>
                </a:lnTo>
                <a:lnTo>
                  <a:pt x="0" y="418500"/>
                </a:lnTo>
                <a:lnTo>
                  <a:pt x="0" y="399479"/>
                </a:lnTo>
                <a:lnTo>
                  <a:pt x="0" y="380457"/>
                </a:lnTo>
                <a:lnTo>
                  <a:pt x="0" y="361436"/>
                </a:lnTo>
                <a:lnTo>
                  <a:pt x="0" y="342414"/>
                </a:lnTo>
                <a:lnTo>
                  <a:pt x="0" y="323393"/>
                </a:lnTo>
                <a:lnTo>
                  <a:pt x="0" y="304362"/>
                </a:lnTo>
                <a:lnTo>
                  <a:pt x="0" y="285340"/>
                </a:lnTo>
                <a:lnTo>
                  <a:pt x="0" y="266319"/>
                </a:lnTo>
                <a:lnTo>
                  <a:pt x="0" y="247298"/>
                </a:lnTo>
                <a:lnTo>
                  <a:pt x="0" y="228276"/>
                </a:lnTo>
                <a:lnTo>
                  <a:pt x="0" y="209255"/>
                </a:lnTo>
                <a:lnTo>
                  <a:pt x="0" y="190233"/>
                </a:lnTo>
                <a:lnTo>
                  <a:pt x="0" y="171202"/>
                </a:lnTo>
                <a:lnTo>
                  <a:pt x="0" y="152181"/>
                </a:lnTo>
                <a:lnTo>
                  <a:pt x="0" y="133160"/>
                </a:lnTo>
                <a:lnTo>
                  <a:pt x="0" y="114138"/>
                </a:lnTo>
                <a:lnTo>
                  <a:pt x="0" y="95117"/>
                </a:lnTo>
                <a:lnTo>
                  <a:pt x="0" y="76095"/>
                </a:lnTo>
                <a:lnTo>
                  <a:pt x="0" y="57064"/>
                </a:lnTo>
                <a:lnTo>
                  <a:pt x="0" y="38043"/>
                </a:lnTo>
                <a:lnTo>
                  <a:pt x="0" y="19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81B9920E-D28E-457E-9B79-C52DFC87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43350"/>
            <a:ext cx="514350" cy="2266779"/>
          </a:xfrm>
          <a:custGeom xmlns:a="http://schemas.openxmlformats.org/drawingml/2006/main">
            <a:pathLst>
              <a:path w="514350" h="2266779">
                <a:moveTo>
                  <a:pt x="0" y="0"/>
                </a:moveTo>
                <a:lnTo>
                  <a:pt x="19755" y="10973"/>
                </a:lnTo>
                <a:lnTo>
                  <a:pt x="39519" y="21955"/>
                </a:lnTo>
                <a:lnTo>
                  <a:pt x="59274" y="32928"/>
                </a:lnTo>
                <a:lnTo>
                  <a:pt x="79038" y="43910"/>
                </a:lnTo>
                <a:lnTo>
                  <a:pt x="98793" y="54883"/>
                </a:lnTo>
                <a:lnTo>
                  <a:pt x="118558" y="65865"/>
                </a:lnTo>
                <a:lnTo>
                  <a:pt x="138313" y="76838"/>
                </a:lnTo>
                <a:lnTo>
                  <a:pt x="158077" y="87821"/>
                </a:lnTo>
                <a:lnTo>
                  <a:pt x="177832" y="98793"/>
                </a:lnTo>
                <a:lnTo>
                  <a:pt x="197596" y="109776"/>
                </a:lnTo>
                <a:lnTo>
                  <a:pt x="217351" y="120748"/>
                </a:lnTo>
                <a:lnTo>
                  <a:pt x="237115" y="131731"/>
                </a:lnTo>
                <a:lnTo>
                  <a:pt x="256870" y="142704"/>
                </a:lnTo>
                <a:lnTo>
                  <a:pt x="276635" y="132064"/>
                </a:lnTo>
                <a:lnTo>
                  <a:pt x="296389" y="121091"/>
                </a:lnTo>
                <a:lnTo>
                  <a:pt x="316154" y="110109"/>
                </a:lnTo>
                <a:lnTo>
                  <a:pt x="335909" y="99136"/>
                </a:lnTo>
                <a:lnTo>
                  <a:pt x="355673" y="88154"/>
                </a:lnTo>
                <a:lnTo>
                  <a:pt x="375428" y="77181"/>
                </a:lnTo>
                <a:lnTo>
                  <a:pt x="395192" y="66199"/>
                </a:lnTo>
                <a:lnTo>
                  <a:pt x="414947" y="55226"/>
                </a:lnTo>
                <a:lnTo>
                  <a:pt x="434702" y="44244"/>
                </a:lnTo>
                <a:lnTo>
                  <a:pt x="454466" y="33271"/>
                </a:lnTo>
                <a:lnTo>
                  <a:pt x="474221" y="22289"/>
                </a:lnTo>
                <a:lnTo>
                  <a:pt x="493986" y="11316"/>
                </a:lnTo>
                <a:lnTo>
                  <a:pt x="513740" y="333"/>
                </a:lnTo>
                <a:lnTo>
                  <a:pt x="514350" y="21908"/>
                </a:lnTo>
                <a:lnTo>
                  <a:pt x="514350" y="44510"/>
                </a:lnTo>
                <a:lnTo>
                  <a:pt x="514350" y="67123"/>
                </a:lnTo>
                <a:lnTo>
                  <a:pt x="514350" y="89726"/>
                </a:lnTo>
                <a:lnTo>
                  <a:pt x="514350" y="112328"/>
                </a:lnTo>
                <a:lnTo>
                  <a:pt x="514350" y="134931"/>
                </a:lnTo>
                <a:lnTo>
                  <a:pt x="514350" y="157534"/>
                </a:lnTo>
                <a:lnTo>
                  <a:pt x="514350" y="180137"/>
                </a:lnTo>
                <a:lnTo>
                  <a:pt x="514350" y="202740"/>
                </a:lnTo>
                <a:lnTo>
                  <a:pt x="514350" y="225342"/>
                </a:lnTo>
                <a:lnTo>
                  <a:pt x="514350" y="247945"/>
                </a:lnTo>
                <a:lnTo>
                  <a:pt x="514350" y="270558"/>
                </a:lnTo>
                <a:lnTo>
                  <a:pt x="514350" y="293160"/>
                </a:lnTo>
                <a:lnTo>
                  <a:pt x="514350" y="315763"/>
                </a:lnTo>
                <a:lnTo>
                  <a:pt x="514350" y="338366"/>
                </a:lnTo>
                <a:lnTo>
                  <a:pt x="514350" y="360969"/>
                </a:lnTo>
                <a:lnTo>
                  <a:pt x="514350" y="383572"/>
                </a:lnTo>
                <a:lnTo>
                  <a:pt x="514350" y="406175"/>
                </a:lnTo>
                <a:lnTo>
                  <a:pt x="514350" y="428777"/>
                </a:lnTo>
                <a:lnTo>
                  <a:pt x="514350" y="451390"/>
                </a:lnTo>
                <a:lnTo>
                  <a:pt x="514350" y="473993"/>
                </a:lnTo>
                <a:lnTo>
                  <a:pt x="514350" y="496595"/>
                </a:lnTo>
                <a:lnTo>
                  <a:pt x="514350" y="519198"/>
                </a:lnTo>
                <a:lnTo>
                  <a:pt x="514350" y="541801"/>
                </a:lnTo>
                <a:lnTo>
                  <a:pt x="514350" y="564404"/>
                </a:lnTo>
                <a:lnTo>
                  <a:pt x="514350" y="587007"/>
                </a:lnTo>
                <a:lnTo>
                  <a:pt x="514350" y="609610"/>
                </a:lnTo>
                <a:lnTo>
                  <a:pt x="514350" y="632212"/>
                </a:lnTo>
                <a:lnTo>
                  <a:pt x="514350" y="654825"/>
                </a:lnTo>
                <a:lnTo>
                  <a:pt x="514350" y="677428"/>
                </a:lnTo>
                <a:lnTo>
                  <a:pt x="514350" y="700030"/>
                </a:lnTo>
                <a:lnTo>
                  <a:pt x="514350" y="722633"/>
                </a:lnTo>
                <a:lnTo>
                  <a:pt x="514350" y="745236"/>
                </a:lnTo>
                <a:lnTo>
                  <a:pt x="514350" y="767839"/>
                </a:lnTo>
                <a:lnTo>
                  <a:pt x="514350" y="790442"/>
                </a:lnTo>
                <a:lnTo>
                  <a:pt x="514350" y="813044"/>
                </a:lnTo>
                <a:lnTo>
                  <a:pt x="514350" y="835647"/>
                </a:lnTo>
                <a:lnTo>
                  <a:pt x="514350" y="858260"/>
                </a:lnTo>
                <a:lnTo>
                  <a:pt x="514350" y="880862"/>
                </a:lnTo>
                <a:lnTo>
                  <a:pt x="514350" y="903465"/>
                </a:lnTo>
                <a:lnTo>
                  <a:pt x="514350" y="926068"/>
                </a:lnTo>
                <a:lnTo>
                  <a:pt x="514350" y="948671"/>
                </a:lnTo>
                <a:lnTo>
                  <a:pt x="514350" y="971274"/>
                </a:lnTo>
                <a:lnTo>
                  <a:pt x="514350" y="993877"/>
                </a:lnTo>
                <a:lnTo>
                  <a:pt x="514350" y="1016479"/>
                </a:lnTo>
                <a:lnTo>
                  <a:pt x="514350" y="1039092"/>
                </a:lnTo>
                <a:lnTo>
                  <a:pt x="514350" y="1061695"/>
                </a:lnTo>
                <a:lnTo>
                  <a:pt x="514350" y="1084297"/>
                </a:lnTo>
                <a:lnTo>
                  <a:pt x="514350" y="1106900"/>
                </a:lnTo>
                <a:lnTo>
                  <a:pt x="514350" y="1129503"/>
                </a:lnTo>
                <a:lnTo>
                  <a:pt x="514350" y="1152106"/>
                </a:lnTo>
                <a:lnTo>
                  <a:pt x="514350" y="1174709"/>
                </a:lnTo>
                <a:lnTo>
                  <a:pt x="514350" y="1197312"/>
                </a:lnTo>
                <a:lnTo>
                  <a:pt x="514350" y="1219914"/>
                </a:lnTo>
                <a:lnTo>
                  <a:pt x="514350" y="1242527"/>
                </a:lnTo>
                <a:lnTo>
                  <a:pt x="514350" y="1265130"/>
                </a:lnTo>
                <a:lnTo>
                  <a:pt x="514350" y="1287732"/>
                </a:lnTo>
                <a:lnTo>
                  <a:pt x="514350" y="1310335"/>
                </a:lnTo>
                <a:lnTo>
                  <a:pt x="514350" y="1332938"/>
                </a:lnTo>
                <a:lnTo>
                  <a:pt x="514350" y="1355541"/>
                </a:lnTo>
                <a:lnTo>
                  <a:pt x="514350" y="1378144"/>
                </a:lnTo>
                <a:lnTo>
                  <a:pt x="514350" y="1400747"/>
                </a:lnTo>
                <a:lnTo>
                  <a:pt x="514350" y="1423349"/>
                </a:lnTo>
                <a:lnTo>
                  <a:pt x="514350" y="1445962"/>
                </a:lnTo>
                <a:lnTo>
                  <a:pt x="514350" y="1468565"/>
                </a:lnTo>
                <a:lnTo>
                  <a:pt x="514350" y="1491167"/>
                </a:lnTo>
                <a:lnTo>
                  <a:pt x="514350" y="1513770"/>
                </a:lnTo>
                <a:lnTo>
                  <a:pt x="514350" y="1536373"/>
                </a:lnTo>
                <a:lnTo>
                  <a:pt x="514350" y="1558976"/>
                </a:lnTo>
                <a:lnTo>
                  <a:pt x="514350" y="1581579"/>
                </a:lnTo>
                <a:lnTo>
                  <a:pt x="514350" y="1604181"/>
                </a:lnTo>
                <a:lnTo>
                  <a:pt x="514350" y="1626794"/>
                </a:lnTo>
                <a:lnTo>
                  <a:pt x="514350" y="1649397"/>
                </a:lnTo>
                <a:lnTo>
                  <a:pt x="514350" y="1671999"/>
                </a:lnTo>
                <a:lnTo>
                  <a:pt x="514350" y="1694602"/>
                </a:lnTo>
                <a:lnTo>
                  <a:pt x="514350" y="1717205"/>
                </a:lnTo>
                <a:lnTo>
                  <a:pt x="514350" y="1739808"/>
                </a:lnTo>
                <a:lnTo>
                  <a:pt x="514350" y="1762411"/>
                </a:lnTo>
                <a:lnTo>
                  <a:pt x="514350" y="1785014"/>
                </a:lnTo>
                <a:lnTo>
                  <a:pt x="514350" y="1807616"/>
                </a:lnTo>
                <a:lnTo>
                  <a:pt x="514350" y="1830229"/>
                </a:lnTo>
                <a:lnTo>
                  <a:pt x="514350" y="1852832"/>
                </a:lnTo>
                <a:lnTo>
                  <a:pt x="514350" y="1875434"/>
                </a:lnTo>
                <a:lnTo>
                  <a:pt x="514350" y="1898037"/>
                </a:lnTo>
                <a:lnTo>
                  <a:pt x="514350" y="1920640"/>
                </a:lnTo>
                <a:lnTo>
                  <a:pt x="514350" y="1943243"/>
                </a:lnTo>
                <a:lnTo>
                  <a:pt x="514350" y="1965846"/>
                </a:lnTo>
                <a:lnTo>
                  <a:pt x="514350" y="1988449"/>
                </a:lnTo>
                <a:lnTo>
                  <a:pt x="514350" y="2011051"/>
                </a:lnTo>
                <a:lnTo>
                  <a:pt x="514350" y="2033664"/>
                </a:lnTo>
                <a:lnTo>
                  <a:pt x="514350" y="2056267"/>
                </a:lnTo>
                <a:lnTo>
                  <a:pt x="514350" y="2078869"/>
                </a:lnTo>
                <a:lnTo>
                  <a:pt x="514350" y="2101472"/>
                </a:lnTo>
                <a:lnTo>
                  <a:pt x="514350" y="2124075"/>
                </a:lnTo>
                <a:lnTo>
                  <a:pt x="494595" y="2135048"/>
                </a:lnTo>
                <a:lnTo>
                  <a:pt x="474831" y="2146030"/>
                </a:lnTo>
                <a:lnTo>
                  <a:pt x="455076" y="2157003"/>
                </a:lnTo>
                <a:lnTo>
                  <a:pt x="435312" y="2167985"/>
                </a:lnTo>
                <a:lnTo>
                  <a:pt x="415557" y="2178958"/>
                </a:lnTo>
                <a:lnTo>
                  <a:pt x="395792" y="2189940"/>
                </a:lnTo>
                <a:lnTo>
                  <a:pt x="376037" y="2200913"/>
                </a:lnTo>
                <a:lnTo>
                  <a:pt x="356273" y="2211896"/>
                </a:lnTo>
                <a:lnTo>
                  <a:pt x="336518" y="2222868"/>
                </a:lnTo>
                <a:lnTo>
                  <a:pt x="316754" y="2233851"/>
                </a:lnTo>
                <a:lnTo>
                  <a:pt x="296999" y="2244823"/>
                </a:lnTo>
                <a:lnTo>
                  <a:pt x="277235" y="2255806"/>
                </a:lnTo>
                <a:lnTo>
                  <a:pt x="257480" y="2266779"/>
                </a:lnTo>
                <a:lnTo>
                  <a:pt x="237715" y="2256139"/>
                </a:lnTo>
                <a:lnTo>
                  <a:pt x="217961" y="2245166"/>
                </a:lnTo>
                <a:lnTo>
                  <a:pt x="198196" y="2234184"/>
                </a:lnTo>
                <a:lnTo>
                  <a:pt x="178441" y="2223211"/>
                </a:lnTo>
                <a:lnTo>
                  <a:pt x="158677" y="2212229"/>
                </a:lnTo>
                <a:lnTo>
                  <a:pt x="138922" y="2201256"/>
                </a:lnTo>
                <a:lnTo>
                  <a:pt x="119158" y="2190274"/>
                </a:lnTo>
                <a:lnTo>
                  <a:pt x="99403" y="2179301"/>
                </a:lnTo>
                <a:lnTo>
                  <a:pt x="79648" y="2168319"/>
                </a:lnTo>
                <a:lnTo>
                  <a:pt x="59884" y="2157346"/>
                </a:lnTo>
                <a:lnTo>
                  <a:pt x="40129" y="2146364"/>
                </a:lnTo>
                <a:lnTo>
                  <a:pt x="20364" y="2135391"/>
                </a:lnTo>
                <a:lnTo>
                  <a:pt x="610" y="2124408"/>
                </a:lnTo>
                <a:lnTo>
                  <a:pt x="0" y="2102168"/>
                </a:lnTo>
                <a:lnTo>
                  <a:pt x="0" y="2079565"/>
                </a:lnTo>
                <a:lnTo>
                  <a:pt x="0" y="2056952"/>
                </a:lnTo>
                <a:lnTo>
                  <a:pt x="0" y="2034350"/>
                </a:lnTo>
                <a:lnTo>
                  <a:pt x="0" y="2011747"/>
                </a:lnTo>
                <a:lnTo>
                  <a:pt x="0" y="1989144"/>
                </a:lnTo>
                <a:lnTo>
                  <a:pt x="0" y="1966541"/>
                </a:lnTo>
                <a:lnTo>
                  <a:pt x="0" y="1943938"/>
                </a:lnTo>
                <a:lnTo>
                  <a:pt x="0" y="1921335"/>
                </a:lnTo>
                <a:lnTo>
                  <a:pt x="0" y="1898733"/>
                </a:lnTo>
                <a:lnTo>
                  <a:pt x="0" y="1876130"/>
                </a:lnTo>
                <a:lnTo>
                  <a:pt x="0" y="1853517"/>
                </a:lnTo>
                <a:lnTo>
                  <a:pt x="0" y="1830915"/>
                </a:lnTo>
                <a:lnTo>
                  <a:pt x="0" y="1808312"/>
                </a:lnTo>
                <a:lnTo>
                  <a:pt x="0" y="1785709"/>
                </a:lnTo>
                <a:lnTo>
                  <a:pt x="0" y="1763106"/>
                </a:lnTo>
                <a:lnTo>
                  <a:pt x="0" y="1740503"/>
                </a:lnTo>
                <a:lnTo>
                  <a:pt x="0" y="1717900"/>
                </a:lnTo>
                <a:lnTo>
                  <a:pt x="0" y="1695298"/>
                </a:lnTo>
                <a:lnTo>
                  <a:pt x="0" y="1672695"/>
                </a:lnTo>
                <a:lnTo>
                  <a:pt x="0" y="1650082"/>
                </a:lnTo>
                <a:lnTo>
                  <a:pt x="0" y="1627480"/>
                </a:lnTo>
                <a:lnTo>
                  <a:pt x="0" y="1604877"/>
                </a:lnTo>
                <a:lnTo>
                  <a:pt x="0" y="1582274"/>
                </a:lnTo>
                <a:lnTo>
                  <a:pt x="0" y="1559671"/>
                </a:lnTo>
                <a:lnTo>
                  <a:pt x="0" y="1537068"/>
                </a:lnTo>
                <a:lnTo>
                  <a:pt x="0" y="1514465"/>
                </a:lnTo>
                <a:lnTo>
                  <a:pt x="0" y="1491863"/>
                </a:lnTo>
                <a:lnTo>
                  <a:pt x="0" y="1469250"/>
                </a:lnTo>
                <a:lnTo>
                  <a:pt x="0" y="1446647"/>
                </a:lnTo>
                <a:lnTo>
                  <a:pt x="0" y="1424045"/>
                </a:lnTo>
                <a:lnTo>
                  <a:pt x="0" y="1401442"/>
                </a:lnTo>
                <a:lnTo>
                  <a:pt x="0" y="1378839"/>
                </a:lnTo>
                <a:lnTo>
                  <a:pt x="0" y="1356236"/>
                </a:lnTo>
                <a:lnTo>
                  <a:pt x="0" y="1333633"/>
                </a:lnTo>
                <a:lnTo>
                  <a:pt x="0" y="1311031"/>
                </a:lnTo>
                <a:lnTo>
                  <a:pt x="0" y="1288428"/>
                </a:lnTo>
                <a:lnTo>
                  <a:pt x="0" y="1265815"/>
                </a:lnTo>
                <a:lnTo>
                  <a:pt x="0" y="1243213"/>
                </a:lnTo>
                <a:lnTo>
                  <a:pt x="0" y="1220610"/>
                </a:lnTo>
                <a:lnTo>
                  <a:pt x="0" y="1198007"/>
                </a:lnTo>
                <a:lnTo>
                  <a:pt x="0" y="1175404"/>
                </a:lnTo>
                <a:lnTo>
                  <a:pt x="0" y="1152801"/>
                </a:lnTo>
                <a:lnTo>
                  <a:pt x="0" y="1130198"/>
                </a:lnTo>
                <a:lnTo>
                  <a:pt x="0" y="1107596"/>
                </a:lnTo>
                <a:lnTo>
                  <a:pt x="0" y="1084993"/>
                </a:lnTo>
                <a:lnTo>
                  <a:pt x="0" y="1062380"/>
                </a:lnTo>
                <a:lnTo>
                  <a:pt x="0" y="1039778"/>
                </a:lnTo>
                <a:lnTo>
                  <a:pt x="0" y="1017175"/>
                </a:lnTo>
                <a:lnTo>
                  <a:pt x="0" y="994572"/>
                </a:lnTo>
                <a:lnTo>
                  <a:pt x="0" y="971969"/>
                </a:lnTo>
                <a:lnTo>
                  <a:pt x="0" y="949366"/>
                </a:lnTo>
                <a:lnTo>
                  <a:pt x="0" y="926763"/>
                </a:lnTo>
                <a:lnTo>
                  <a:pt x="0" y="904161"/>
                </a:lnTo>
                <a:lnTo>
                  <a:pt x="0" y="881548"/>
                </a:lnTo>
                <a:lnTo>
                  <a:pt x="0" y="858945"/>
                </a:lnTo>
                <a:lnTo>
                  <a:pt x="0" y="836343"/>
                </a:lnTo>
                <a:lnTo>
                  <a:pt x="0" y="813740"/>
                </a:lnTo>
                <a:lnTo>
                  <a:pt x="0" y="791137"/>
                </a:lnTo>
                <a:lnTo>
                  <a:pt x="0" y="768534"/>
                </a:lnTo>
                <a:lnTo>
                  <a:pt x="0" y="745931"/>
                </a:lnTo>
                <a:lnTo>
                  <a:pt x="0" y="723329"/>
                </a:lnTo>
                <a:lnTo>
                  <a:pt x="0" y="700726"/>
                </a:lnTo>
                <a:lnTo>
                  <a:pt x="0" y="678113"/>
                </a:lnTo>
                <a:lnTo>
                  <a:pt x="0" y="655510"/>
                </a:lnTo>
                <a:lnTo>
                  <a:pt x="0" y="632908"/>
                </a:lnTo>
                <a:lnTo>
                  <a:pt x="0" y="610305"/>
                </a:lnTo>
                <a:lnTo>
                  <a:pt x="0" y="587702"/>
                </a:lnTo>
                <a:lnTo>
                  <a:pt x="0" y="565099"/>
                </a:lnTo>
                <a:lnTo>
                  <a:pt x="0" y="542496"/>
                </a:lnTo>
                <a:lnTo>
                  <a:pt x="0" y="519894"/>
                </a:lnTo>
                <a:lnTo>
                  <a:pt x="0" y="497291"/>
                </a:lnTo>
                <a:lnTo>
                  <a:pt x="0" y="474678"/>
                </a:lnTo>
                <a:lnTo>
                  <a:pt x="0" y="452076"/>
                </a:lnTo>
                <a:lnTo>
                  <a:pt x="0" y="429473"/>
                </a:lnTo>
                <a:lnTo>
                  <a:pt x="0" y="406870"/>
                </a:lnTo>
                <a:lnTo>
                  <a:pt x="0" y="384267"/>
                </a:lnTo>
                <a:lnTo>
                  <a:pt x="0" y="361664"/>
                </a:lnTo>
                <a:lnTo>
                  <a:pt x="0" y="339061"/>
                </a:lnTo>
                <a:lnTo>
                  <a:pt x="0" y="316459"/>
                </a:lnTo>
                <a:lnTo>
                  <a:pt x="0" y="293856"/>
                </a:lnTo>
                <a:lnTo>
                  <a:pt x="0" y="271243"/>
                </a:lnTo>
                <a:lnTo>
                  <a:pt x="0" y="248641"/>
                </a:lnTo>
                <a:lnTo>
                  <a:pt x="0" y="226038"/>
                </a:lnTo>
                <a:lnTo>
                  <a:pt x="0" y="203435"/>
                </a:lnTo>
                <a:lnTo>
                  <a:pt x="0" y="180832"/>
                </a:lnTo>
                <a:lnTo>
                  <a:pt x="0" y="158229"/>
                </a:lnTo>
                <a:lnTo>
                  <a:pt x="0" y="135626"/>
                </a:lnTo>
                <a:lnTo>
                  <a:pt x="0" y="113024"/>
                </a:lnTo>
                <a:lnTo>
                  <a:pt x="0" y="90411"/>
                </a:lnTo>
                <a:lnTo>
                  <a:pt x="0" y="67808"/>
                </a:lnTo>
                <a:lnTo>
                  <a:pt x="0" y="45206"/>
                </a:lnTo>
                <a:lnTo>
                  <a:pt x="0" y="2260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E1A3CA6D-6269-4722-9BBD-77FE4937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6054" cy="964406"/>
          </a:xfrm>
          <a:custGeom xmlns:a="http://schemas.openxmlformats.org/drawingml/2006/main">
            <a:pathLst>
              <a:path w="3326054" h="964406">
                <a:moveTo>
                  <a:pt x="0" y="0"/>
                </a:moveTo>
                <a:lnTo>
                  <a:pt x="13306" y="29899"/>
                </a:lnTo>
                <a:lnTo>
                  <a:pt x="26613" y="59807"/>
                </a:lnTo>
                <a:lnTo>
                  <a:pt x="39929" y="89706"/>
                </a:lnTo>
                <a:lnTo>
                  <a:pt x="53235" y="119605"/>
                </a:lnTo>
                <a:lnTo>
                  <a:pt x="66542" y="149514"/>
                </a:lnTo>
                <a:lnTo>
                  <a:pt x="79848" y="179413"/>
                </a:lnTo>
                <a:lnTo>
                  <a:pt x="93155" y="209312"/>
                </a:lnTo>
                <a:lnTo>
                  <a:pt x="106461" y="239220"/>
                </a:lnTo>
                <a:lnTo>
                  <a:pt x="119777" y="269119"/>
                </a:lnTo>
                <a:lnTo>
                  <a:pt x="133083" y="299018"/>
                </a:lnTo>
                <a:lnTo>
                  <a:pt x="146390" y="328927"/>
                </a:lnTo>
                <a:lnTo>
                  <a:pt x="159696" y="358826"/>
                </a:lnTo>
                <a:lnTo>
                  <a:pt x="173003" y="388725"/>
                </a:lnTo>
                <a:lnTo>
                  <a:pt x="186309" y="418633"/>
                </a:lnTo>
                <a:lnTo>
                  <a:pt x="199625" y="448532"/>
                </a:lnTo>
                <a:lnTo>
                  <a:pt x="212931" y="478431"/>
                </a:lnTo>
                <a:lnTo>
                  <a:pt x="226238" y="508340"/>
                </a:lnTo>
                <a:lnTo>
                  <a:pt x="239544" y="538239"/>
                </a:lnTo>
                <a:lnTo>
                  <a:pt x="252851" y="568138"/>
                </a:lnTo>
                <a:lnTo>
                  <a:pt x="266157" y="598046"/>
                </a:lnTo>
                <a:lnTo>
                  <a:pt x="279473" y="627945"/>
                </a:lnTo>
                <a:lnTo>
                  <a:pt x="292779" y="657844"/>
                </a:lnTo>
                <a:lnTo>
                  <a:pt x="306086" y="687753"/>
                </a:lnTo>
                <a:lnTo>
                  <a:pt x="319392" y="717652"/>
                </a:lnTo>
                <a:lnTo>
                  <a:pt x="332699" y="747551"/>
                </a:lnTo>
                <a:lnTo>
                  <a:pt x="346015" y="777459"/>
                </a:lnTo>
                <a:lnTo>
                  <a:pt x="359321" y="807358"/>
                </a:lnTo>
                <a:lnTo>
                  <a:pt x="372628" y="837257"/>
                </a:lnTo>
                <a:lnTo>
                  <a:pt x="385934" y="867166"/>
                </a:lnTo>
                <a:lnTo>
                  <a:pt x="401384" y="895236"/>
                </a:lnTo>
                <a:lnTo>
                  <a:pt x="431873" y="906809"/>
                </a:lnTo>
                <a:lnTo>
                  <a:pt x="463839" y="913809"/>
                </a:lnTo>
                <a:lnTo>
                  <a:pt x="496129" y="919124"/>
                </a:lnTo>
                <a:lnTo>
                  <a:pt x="528561" y="923496"/>
                </a:lnTo>
                <a:lnTo>
                  <a:pt x="561080" y="927249"/>
                </a:lnTo>
                <a:lnTo>
                  <a:pt x="593646" y="930535"/>
                </a:lnTo>
                <a:lnTo>
                  <a:pt x="626240" y="933460"/>
                </a:lnTo>
                <a:lnTo>
                  <a:pt x="658863" y="936107"/>
                </a:lnTo>
                <a:lnTo>
                  <a:pt x="691505" y="938517"/>
                </a:lnTo>
                <a:lnTo>
                  <a:pt x="724167" y="940718"/>
                </a:lnTo>
                <a:lnTo>
                  <a:pt x="756828" y="942746"/>
                </a:lnTo>
                <a:lnTo>
                  <a:pt x="789508" y="944623"/>
                </a:lnTo>
                <a:lnTo>
                  <a:pt x="822188" y="946356"/>
                </a:lnTo>
                <a:lnTo>
                  <a:pt x="854878" y="947976"/>
                </a:lnTo>
                <a:lnTo>
                  <a:pt x="887578" y="949481"/>
                </a:lnTo>
                <a:lnTo>
                  <a:pt x="920277" y="950871"/>
                </a:lnTo>
                <a:lnTo>
                  <a:pt x="952976" y="952176"/>
                </a:lnTo>
                <a:lnTo>
                  <a:pt x="985685" y="953395"/>
                </a:lnTo>
                <a:lnTo>
                  <a:pt x="1018394" y="954519"/>
                </a:lnTo>
                <a:lnTo>
                  <a:pt x="1051112" y="955577"/>
                </a:lnTo>
                <a:lnTo>
                  <a:pt x="1083821" y="956558"/>
                </a:lnTo>
                <a:lnTo>
                  <a:pt x="1116540" y="957472"/>
                </a:lnTo>
                <a:lnTo>
                  <a:pt x="1149258" y="958320"/>
                </a:lnTo>
                <a:lnTo>
                  <a:pt x="1181976" y="959091"/>
                </a:lnTo>
                <a:lnTo>
                  <a:pt x="1214704" y="959815"/>
                </a:lnTo>
                <a:lnTo>
                  <a:pt x="1247423" y="960482"/>
                </a:lnTo>
                <a:lnTo>
                  <a:pt x="1280150" y="961082"/>
                </a:lnTo>
                <a:lnTo>
                  <a:pt x="1312878" y="961634"/>
                </a:lnTo>
                <a:lnTo>
                  <a:pt x="1345597" y="962139"/>
                </a:lnTo>
                <a:lnTo>
                  <a:pt x="1378325" y="962577"/>
                </a:lnTo>
                <a:lnTo>
                  <a:pt x="1411053" y="962978"/>
                </a:lnTo>
                <a:lnTo>
                  <a:pt x="1443780" y="963320"/>
                </a:lnTo>
                <a:lnTo>
                  <a:pt x="1476508" y="963616"/>
                </a:lnTo>
                <a:lnTo>
                  <a:pt x="1509246" y="963863"/>
                </a:lnTo>
                <a:lnTo>
                  <a:pt x="1541974" y="964063"/>
                </a:lnTo>
                <a:lnTo>
                  <a:pt x="1574702" y="964225"/>
                </a:lnTo>
                <a:lnTo>
                  <a:pt x="1607429" y="964330"/>
                </a:lnTo>
                <a:lnTo>
                  <a:pt x="1640157" y="964387"/>
                </a:lnTo>
                <a:lnTo>
                  <a:pt x="1672895" y="964406"/>
                </a:lnTo>
                <a:lnTo>
                  <a:pt x="1705623" y="964368"/>
                </a:lnTo>
                <a:lnTo>
                  <a:pt x="1738351" y="964292"/>
                </a:lnTo>
                <a:lnTo>
                  <a:pt x="1771079" y="964168"/>
                </a:lnTo>
                <a:lnTo>
                  <a:pt x="1803806" y="963997"/>
                </a:lnTo>
                <a:lnTo>
                  <a:pt x="1836534" y="963778"/>
                </a:lnTo>
                <a:lnTo>
                  <a:pt x="1869272" y="963511"/>
                </a:lnTo>
                <a:lnTo>
                  <a:pt x="1902000" y="963197"/>
                </a:lnTo>
                <a:lnTo>
                  <a:pt x="1934728" y="962835"/>
                </a:lnTo>
                <a:lnTo>
                  <a:pt x="1967446" y="962425"/>
                </a:lnTo>
                <a:lnTo>
                  <a:pt x="2000174" y="961958"/>
                </a:lnTo>
                <a:lnTo>
                  <a:pt x="2032902" y="961434"/>
                </a:lnTo>
                <a:lnTo>
                  <a:pt x="2065630" y="960863"/>
                </a:lnTo>
                <a:lnTo>
                  <a:pt x="2098348" y="960244"/>
                </a:lnTo>
                <a:lnTo>
                  <a:pt x="2131076" y="959558"/>
                </a:lnTo>
                <a:lnTo>
                  <a:pt x="2163794" y="958815"/>
                </a:lnTo>
                <a:lnTo>
                  <a:pt x="2196513" y="958015"/>
                </a:lnTo>
                <a:lnTo>
                  <a:pt x="2229231" y="957139"/>
                </a:lnTo>
                <a:lnTo>
                  <a:pt x="2261949" y="956205"/>
                </a:lnTo>
                <a:lnTo>
                  <a:pt x="2294668" y="955205"/>
                </a:lnTo>
                <a:lnTo>
                  <a:pt x="2327377" y="954119"/>
                </a:lnTo>
                <a:lnTo>
                  <a:pt x="2360085" y="952957"/>
                </a:lnTo>
                <a:lnTo>
                  <a:pt x="2392794" y="951709"/>
                </a:lnTo>
                <a:lnTo>
                  <a:pt x="2425494" y="950376"/>
                </a:lnTo>
                <a:lnTo>
                  <a:pt x="2458193" y="948938"/>
                </a:lnTo>
                <a:lnTo>
                  <a:pt x="2490883" y="947395"/>
                </a:lnTo>
                <a:lnTo>
                  <a:pt x="2523573" y="945737"/>
                </a:lnTo>
                <a:lnTo>
                  <a:pt x="2556253" y="943947"/>
                </a:lnTo>
                <a:lnTo>
                  <a:pt x="2588933" y="942023"/>
                </a:lnTo>
                <a:lnTo>
                  <a:pt x="2621594" y="939927"/>
                </a:lnTo>
                <a:lnTo>
                  <a:pt x="2654246" y="937660"/>
                </a:lnTo>
                <a:lnTo>
                  <a:pt x="2686879" y="935165"/>
                </a:lnTo>
                <a:lnTo>
                  <a:pt x="2719492" y="932421"/>
                </a:lnTo>
                <a:lnTo>
                  <a:pt x="2752077" y="929373"/>
                </a:lnTo>
                <a:lnTo>
                  <a:pt x="2784624" y="925925"/>
                </a:lnTo>
                <a:lnTo>
                  <a:pt x="2817114" y="921982"/>
                </a:lnTo>
                <a:lnTo>
                  <a:pt x="2849509" y="917305"/>
                </a:lnTo>
                <a:lnTo>
                  <a:pt x="2881722" y="911495"/>
                </a:lnTo>
                <a:lnTo>
                  <a:pt x="2913431" y="903456"/>
                </a:lnTo>
                <a:lnTo>
                  <a:pt x="2939501" y="886101"/>
                </a:lnTo>
                <a:lnTo>
                  <a:pt x="2952702" y="856174"/>
                </a:lnTo>
                <a:lnTo>
                  <a:pt x="2966018" y="826275"/>
                </a:lnTo>
                <a:lnTo>
                  <a:pt x="2979325" y="796366"/>
                </a:lnTo>
                <a:lnTo>
                  <a:pt x="2992631" y="766467"/>
                </a:lnTo>
                <a:lnTo>
                  <a:pt x="3005938" y="736568"/>
                </a:lnTo>
                <a:lnTo>
                  <a:pt x="3019244" y="706660"/>
                </a:lnTo>
                <a:lnTo>
                  <a:pt x="3032550" y="676761"/>
                </a:lnTo>
                <a:lnTo>
                  <a:pt x="3045866" y="646862"/>
                </a:lnTo>
                <a:lnTo>
                  <a:pt x="3059173" y="616953"/>
                </a:lnTo>
                <a:lnTo>
                  <a:pt x="3072479" y="587054"/>
                </a:lnTo>
                <a:lnTo>
                  <a:pt x="3085786" y="557155"/>
                </a:lnTo>
                <a:lnTo>
                  <a:pt x="3099092" y="527247"/>
                </a:lnTo>
                <a:lnTo>
                  <a:pt x="3112408" y="497348"/>
                </a:lnTo>
                <a:lnTo>
                  <a:pt x="3125714" y="467449"/>
                </a:lnTo>
                <a:lnTo>
                  <a:pt x="3139021" y="437540"/>
                </a:lnTo>
                <a:lnTo>
                  <a:pt x="3152327" y="407641"/>
                </a:lnTo>
                <a:lnTo>
                  <a:pt x="3165634" y="377742"/>
                </a:lnTo>
                <a:lnTo>
                  <a:pt x="3178940" y="347834"/>
                </a:lnTo>
                <a:lnTo>
                  <a:pt x="3192256" y="317935"/>
                </a:lnTo>
                <a:lnTo>
                  <a:pt x="3205563" y="288036"/>
                </a:lnTo>
                <a:lnTo>
                  <a:pt x="3218869" y="258128"/>
                </a:lnTo>
                <a:lnTo>
                  <a:pt x="3232175" y="228229"/>
                </a:lnTo>
                <a:lnTo>
                  <a:pt x="3245482" y="198330"/>
                </a:lnTo>
                <a:lnTo>
                  <a:pt x="3258788" y="168421"/>
                </a:lnTo>
                <a:lnTo>
                  <a:pt x="3272104" y="138522"/>
                </a:lnTo>
                <a:lnTo>
                  <a:pt x="3285411" y="108614"/>
                </a:lnTo>
                <a:lnTo>
                  <a:pt x="3298717" y="78715"/>
                </a:lnTo>
                <a:lnTo>
                  <a:pt x="3312023" y="48816"/>
                </a:lnTo>
                <a:lnTo>
                  <a:pt x="3325330" y="18907"/>
                </a:lnTo>
                <a:lnTo>
                  <a:pt x="3326054" y="8553"/>
                </a:lnTo>
                <a:lnTo>
                  <a:pt x="3295031" y="18717"/>
                </a:lnTo>
                <a:lnTo>
                  <a:pt x="3262894" y="24889"/>
                </a:lnTo>
                <a:lnTo>
                  <a:pt x="3230509" y="29632"/>
                </a:lnTo>
                <a:lnTo>
                  <a:pt x="3198019" y="33557"/>
                </a:lnTo>
                <a:lnTo>
                  <a:pt x="3165462" y="36938"/>
                </a:lnTo>
                <a:lnTo>
                  <a:pt x="3132877" y="39929"/>
                </a:lnTo>
                <a:lnTo>
                  <a:pt x="3100254" y="42615"/>
                </a:lnTo>
                <a:lnTo>
                  <a:pt x="3067612" y="45063"/>
                </a:lnTo>
                <a:lnTo>
                  <a:pt x="3034960" y="47301"/>
                </a:lnTo>
                <a:lnTo>
                  <a:pt x="3002299" y="49378"/>
                </a:lnTo>
                <a:lnTo>
                  <a:pt x="2969628" y="51292"/>
                </a:lnTo>
                <a:lnTo>
                  <a:pt x="2936948" y="53083"/>
                </a:lnTo>
                <a:lnTo>
                  <a:pt x="2904258" y="54759"/>
                </a:lnTo>
                <a:lnTo>
                  <a:pt x="2871568" y="56340"/>
                </a:lnTo>
                <a:lnTo>
                  <a:pt x="2838869" y="57817"/>
                </a:lnTo>
                <a:lnTo>
                  <a:pt x="2806170" y="59207"/>
                </a:lnTo>
                <a:lnTo>
                  <a:pt x="2773461" y="60522"/>
                </a:lnTo>
                <a:lnTo>
                  <a:pt x="2740762" y="61770"/>
                </a:lnTo>
                <a:lnTo>
                  <a:pt x="2708053" y="62941"/>
                </a:lnTo>
                <a:lnTo>
                  <a:pt x="2675334" y="64056"/>
                </a:lnTo>
                <a:lnTo>
                  <a:pt x="2642626" y="65113"/>
                </a:lnTo>
                <a:lnTo>
                  <a:pt x="2609907" y="66113"/>
                </a:lnTo>
                <a:lnTo>
                  <a:pt x="2577198" y="67066"/>
                </a:lnTo>
                <a:lnTo>
                  <a:pt x="2544480" y="67961"/>
                </a:lnTo>
                <a:lnTo>
                  <a:pt x="2511762" y="68809"/>
                </a:lnTo>
                <a:lnTo>
                  <a:pt x="2479034" y="69618"/>
                </a:lnTo>
                <a:lnTo>
                  <a:pt x="2446315" y="70380"/>
                </a:lnTo>
                <a:lnTo>
                  <a:pt x="2413597" y="71104"/>
                </a:lnTo>
                <a:lnTo>
                  <a:pt x="2380869" y="71780"/>
                </a:lnTo>
                <a:lnTo>
                  <a:pt x="2348151" y="72428"/>
                </a:lnTo>
                <a:lnTo>
                  <a:pt x="2315423" y="73038"/>
                </a:lnTo>
                <a:lnTo>
                  <a:pt x="2282704" y="73609"/>
                </a:lnTo>
                <a:lnTo>
                  <a:pt x="2249976" y="74143"/>
                </a:lnTo>
                <a:lnTo>
                  <a:pt x="2217249" y="74638"/>
                </a:lnTo>
                <a:lnTo>
                  <a:pt x="2184521" y="75105"/>
                </a:lnTo>
                <a:lnTo>
                  <a:pt x="2151793" y="75543"/>
                </a:lnTo>
                <a:lnTo>
                  <a:pt x="2119065" y="75952"/>
                </a:lnTo>
                <a:lnTo>
                  <a:pt x="2086337" y="76324"/>
                </a:lnTo>
                <a:lnTo>
                  <a:pt x="2053609" y="76667"/>
                </a:lnTo>
                <a:lnTo>
                  <a:pt x="2020881" y="76981"/>
                </a:lnTo>
                <a:lnTo>
                  <a:pt x="1988153" y="77267"/>
                </a:lnTo>
                <a:lnTo>
                  <a:pt x="1955425" y="77524"/>
                </a:lnTo>
                <a:lnTo>
                  <a:pt x="1922697" y="77753"/>
                </a:lnTo>
                <a:lnTo>
                  <a:pt x="1889970" y="77953"/>
                </a:lnTo>
                <a:lnTo>
                  <a:pt x="1857242" y="78124"/>
                </a:lnTo>
                <a:lnTo>
                  <a:pt x="1824504" y="78267"/>
                </a:lnTo>
                <a:lnTo>
                  <a:pt x="1791776" y="78381"/>
                </a:lnTo>
                <a:lnTo>
                  <a:pt x="1759048" y="78467"/>
                </a:lnTo>
                <a:lnTo>
                  <a:pt x="1726321" y="78534"/>
                </a:lnTo>
                <a:lnTo>
                  <a:pt x="1693593" y="78572"/>
                </a:lnTo>
                <a:lnTo>
                  <a:pt x="1660855" y="78581"/>
                </a:lnTo>
                <a:lnTo>
                  <a:pt x="1628127" y="78562"/>
                </a:lnTo>
                <a:lnTo>
                  <a:pt x="1595399" y="78515"/>
                </a:lnTo>
                <a:lnTo>
                  <a:pt x="1562672" y="78438"/>
                </a:lnTo>
                <a:lnTo>
                  <a:pt x="1529944" y="78343"/>
                </a:lnTo>
                <a:lnTo>
                  <a:pt x="1497206" y="78210"/>
                </a:lnTo>
                <a:lnTo>
                  <a:pt x="1464478" y="78057"/>
                </a:lnTo>
                <a:lnTo>
                  <a:pt x="1431750" y="77886"/>
                </a:lnTo>
                <a:lnTo>
                  <a:pt x="1399022" y="77667"/>
                </a:lnTo>
                <a:lnTo>
                  <a:pt x="1366295" y="77429"/>
                </a:lnTo>
                <a:lnTo>
                  <a:pt x="1333567" y="77162"/>
                </a:lnTo>
                <a:lnTo>
                  <a:pt x="1300839" y="76867"/>
                </a:lnTo>
                <a:lnTo>
                  <a:pt x="1268111" y="76543"/>
                </a:lnTo>
                <a:lnTo>
                  <a:pt x="1235383" y="76190"/>
                </a:lnTo>
                <a:lnTo>
                  <a:pt x="1202655" y="75809"/>
                </a:lnTo>
                <a:lnTo>
                  <a:pt x="1169927" y="75390"/>
                </a:lnTo>
                <a:lnTo>
                  <a:pt x="1137199" y="74943"/>
                </a:lnTo>
                <a:lnTo>
                  <a:pt x="1104471" y="74457"/>
                </a:lnTo>
                <a:lnTo>
                  <a:pt x="1071743" y="73943"/>
                </a:lnTo>
                <a:lnTo>
                  <a:pt x="1039025" y="73400"/>
                </a:lnTo>
                <a:lnTo>
                  <a:pt x="1006297" y="72809"/>
                </a:lnTo>
                <a:lnTo>
                  <a:pt x="973569" y="72190"/>
                </a:lnTo>
                <a:lnTo>
                  <a:pt x="940851" y="71542"/>
                </a:lnTo>
                <a:lnTo>
                  <a:pt x="908123" y="70847"/>
                </a:lnTo>
                <a:lnTo>
                  <a:pt x="875405" y="70114"/>
                </a:lnTo>
                <a:lnTo>
                  <a:pt x="842686" y="69332"/>
                </a:lnTo>
                <a:lnTo>
                  <a:pt x="809968" y="68504"/>
                </a:lnTo>
                <a:lnTo>
                  <a:pt x="777250" y="67637"/>
                </a:lnTo>
                <a:lnTo>
                  <a:pt x="744531" y="66723"/>
                </a:lnTo>
                <a:lnTo>
                  <a:pt x="711813" y="65751"/>
                </a:lnTo>
                <a:lnTo>
                  <a:pt x="679094" y="64732"/>
                </a:lnTo>
                <a:lnTo>
                  <a:pt x="646386" y="63656"/>
                </a:lnTo>
                <a:lnTo>
                  <a:pt x="613677" y="62522"/>
                </a:lnTo>
                <a:lnTo>
                  <a:pt x="580968" y="61322"/>
                </a:lnTo>
                <a:lnTo>
                  <a:pt x="548269" y="60055"/>
                </a:lnTo>
                <a:lnTo>
                  <a:pt x="515560" y="58703"/>
                </a:lnTo>
                <a:lnTo>
                  <a:pt x="482860" y="57283"/>
                </a:lnTo>
                <a:lnTo>
                  <a:pt x="450171" y="55769"/>
                </a:lnTo>
                <a:lnTo>
                  <a:pt x="417481" y="54159"/>
                </a:lnTo>
                <a:lnTo>
                  <a:pt x="384791" y="52445"/>
                </a:lnTo>
                <a:lnTo>
                  <a:pt x="352111" y="50606"/>
                </a:lnTo>
                <a:lnTo>
                  <a:pt x="319440" y="48635"/>
                </a:lnTo>
                <a:lnTo>
                  <a:pt x="286788" y="46501"/>
                </a:lnTo>
                <a:lnTo>
                  <a:pt x="254137" y="44186"/>
                </a:lnTo>
                <a:lnTo>
                  <a:pt x="221504" y="41662"/>
                </a:lnTo>
                <a:lnTo>
                  <a:pt x="188890" y="38872"/>
                </a:lnTo>
                <a:lnTo>
                  <a:pt x="156315" y="35747"/>
                </a:lnTo>
                <a:lnTo>
                  <a:pt x="123777" y="32185"/>
                </a:lnTo>
                <a:lnTo>
                  <a:pt x="91316" y="28004"/>
                </a:lnTo>
                <a:lnTo>
                  <a:pt x="58998" y="22841"/>
                </a:lnTo>
                <a:lnTo>
                  <a:pt x="27051" y="157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5980301-A8AE-4454-9700-86BAD523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66A5F4A-7E13-42B3-9991-FA485AD8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65" y="2914650"/>
            <a:ext cx="2544032" cy="964406"/>
          </a:xfrm>
          <a:custGeom xmlns:a="http://schemas.openxmlformats.org/drawingml/2006/main">
            <a:pathLst>
              <a:path w="2544032" h="964406">
                <a:moveTo>
                  <a:pt x="0" y="0"/>
                </a:moveTo>
                <a:lnTo>
                  <a:pt x="8601" y="25251"/>
                </a:lnTo>
                <a:lnTo>
                  <a:pt x="17202" y="50511"/>
                </a:lnTo>
                <a:lnTo>
                  <a:pt x="25813" y="75762"/>
                </a:lnTo>
                <a:lnTo>
                  <a:pt x="34414" y="101022"/>
                </a:lnTo>
                <a:lnTo>
                  <a:pt x="43015" y="126273"/>
                </a:lnTo>
                <a:lnTo>
                  <a:pt x="51616" y="151533"/>
                </a:lnTo>
                <a:lnTo>
                  <a:pt x="60217" y="176784"/>
                </a:lnTo>
                <a:lnTo>
                  <a:pt x="68828" y="202044"/>
                </a:lnTo>
                <a:lnTo>
                  <a:pt x="77429" y="227295"/>
                </a:lnTo>
                <a:lnTo>
                  <a:pt x="86030" y="252555"/>
                </a:lnTo>
                <a:lnTo>
                  <a:pt x="94631" y="277806"/>
                </a:lnTo>
                <a:lnTo>
                  <a:pt x="103241" y="303066"/>
                </a:lnTo>
                <a:lnTo>
                  <a:pt x="111843" y="328317"/>
                </a:lnTo>
                <a:lnTo>
                  <a:pt x="120444" y="353568"/>
                </a:lnTo>
                <a:lnTo>
                  <a:pt x="129045" y="378828"/>
                </a:lnTo>
                <a:lnTo>
                  <a:pt x="137646" y="404079"/>
                </a:lnTo>
                <a:lnTo>
                  <a:pt x="146256" y="429339"/>
                </a:lnTo>
                <a:lnTo>
                  <a:pt x="154857" y="454590"/>
                </a:lnTo>
                <a:lnTo>
                  <a:pt x="163459" y="479850"/>
                </a:lnTo>
                <a:lnTo>
                  <a:pt x="172060" y="505101"/>
                </a:lnTo>
                <a:lnTo>
                  <a:pt x="180661" y="530362"/>
                </a:lnTo>
                <a:lnTo>
                  <a:pt x="189271" y="555612"/>
                </a:lnTo>
                <a:lnTo>
                  <a:pt x="197872" y="580873"/>
                </a:lnTo>
                <a:lnTo>
                  <a:pt x="206473" y="606123"/>
                </a:lnTo>
                <a:lnTo>
                  <a:pt x="215074" y="631384"/>
                </a:lnTo>
                <a:lnTo>
                  <a:pt x="223676" y="656634"/>
                </a:lnTo>
                <a:lnTo>
                  <a:pt x="232286" y="681885"/>
                </a:lnTo>
                <a:lnTo>
                  <a:pt x="240887" y="707146"/>
                </a:lnTo>
                <a:lnTo>
                  <a:pt x="249488" y="732396"/>
                </a:lnTo>
                <a:lnTo>
                  <a:pt x="258089" y="757657"/>
                </a:lnTo>
                <a:lnTo>
                  <a:pt x="266690" y="782907"/>
                </a:lnTo>
                <a:lnTo>
                  <a:pt x="275301" y="808168"/>
                </a:lnTo>
                <a:lnTo>
                  <a:pt x="283902" y="833418"/>
                </a:lnTo>
                <a:lnTo>
                  <a:pt x="292503" y="858679"/>
                </a:lnTo>
                <a:lnTo>
                  <a:pt x="301104" y="883930"/>
                </a:lnTo>
                <a:lnTo>
                  <a:pt x="318697" y="902141"/>
                </a:lnTo>
                <a:lnTo>
                  <a:pt x="343853" y="910952"/>
                </a:lnTo>
                <a:lnTo>
                  <a:pt x="369789" y="917172"/>
                </a:lnTo>
                <a:lnTo>
                  <a:pt x="396002" y="922125"/>
                </a:lnTo>
                <a:lnTo>
                  <a:pt x="422358" y="926287"/>
                </a:lnTo>
                <a:lnTo>
                  <a:pt x="448789" y="929888"/>
                </a:lnTo>
                <a:lnTo>
                  <a:pt x="475278" y="933079"/>
                </a:lnTo>
                <a:lnTo>
                  <a:pt x="501806" y="935927"/>
                </a:lnTo>
                <a:lnTo>
                  <a:pt x="528361" y="938498"/>
                </a:lnTo>
                <a:lnTo>
                  <a:pt x="554946" y="940851"/>
                </a:lnTo>
                <a:lnTo>
                  <a:pt x="581539" y="942994"/>
                </a:lnTo>
                <a:lnTo>
                  <a:pt x="608143" y="944975"/>
                </a:lnTo>
                <a:lnTo>
                  <a:pt x="634756" y="946795"/>
                </a:lnTo>
                <a:lnTo>
                  <a:pt x="661387" y="948480"/>
                </a:lnTo>
                <a:lnTo>
                  <a:pt x="688019" y="950043"/>
                </a:lnTo>
                <a:lnTo>
                  <a:pt x="714661" y="951490"/>
                </a:lnTo>
                <a:lnTo>
                  <a:pt x="741312" y="952833"/>
                </a:lnTo>
                <a:lnTo>
                  <a:pt x="767963" y="954081"/>
                </a:lnTo>
                <a:lnTo>
                  <a:pt x="794614" y="955234"/>
                </a:lnTo>
                <a:lnTo>
                  <a:pt x="821274" y="956310"/>
                </a:lnTo>
                <a:lnTo>
                  <a:pt x="847935" y="957301"/>
                </a:lnTo>
                <a:lnTo>
                  <a:pt x="874595" y="958215"/>
                </a:lnTo>
                <a:lnTo>
                  <a:pt x="901265" y="959053"/>
                </a:lnTo>
                <a:lnTo>
                  <a:pt x="927935" y="959825"/>
                </a:lnTo>
                <a:lnTo>
                  <a:pt x="954605" y="960530"/>
                </a:lnTo>
                <a:lnTo>
                  <a:pt x="981275" y="961177"/>
                </a:lnTo>
                <a:lnTo>
                  <a:pt x="1007955" y="961749"/>
                </a:lnTo>
                <a:lnTo>
                  <a:pt x="1034625" y="962263"/>
                </a:lnTo>
                <a:lnTo>
                  <a:pt x="1061304" y="962720"/>
                </a:lnTo>
                <a:lnTo>
                  <a:pt x="1087984" y="963130"/>
                </a:lnTo>
                <a:lnTo>
                  <a:pt x="1114663" y="963473"/>
                </a:lnTo>
                <a:lnTo>
                  <a:pt x="1141343" y="963759"/>
                </a:lnTo>
                <a:lnTo>
                  <a:pt x="1168022" y="963997"/>
                </a:lnTo>
                <a:lnTo>
                  <a:pt x="1194702" y="964178"/>
                </a:lnTo>
                <a:lnTo>
                  <a:pt x="1221381" y="964301"/>
                </a:lnTo>
                <a:lnTo>
                  <a:pt x="1248061" y="964378"/>
                </a:lnTo>
                <a:lnTo>
                  <a:pt x="1274740" y="964406"/>
                </a:lnTo>
                <a:lnTo>
                  <a:pt x="1301420" y="964368"/>
                </a:lnTo>
                <a:lnTo>
                  <a:pt x="1328099" y="964292"/>
                </a:lnTo>
                <a:lnTo>
                  <a:pt x="1354779" y="964149"/>
                </a:lnTo>
                <a:lnTo>
                  <a:pt x="1381458" y="963959"/>
                </a:lnTo>
                <a:lnTo>
                  <a:pt x="1408138" y="963720"/>
                </a:lnTo>
                <a:lnTo>
                  <a:pt x="1434817" y="963425"/>
                </a:lnTo>
                <a:lnTo>
                  <a:pt x="1461497" y="963063"/>
                </a:lnTo>
                <a:lnTo>
                  <a:pt x="1488167" y="962654"/>
                </a:lnTo>
                <a:lnTo>
                  <a:pt x="1514846" y="962187"/>
                </a:lnTo>
                <a:lnTo>
                  <a:pt x="1541526" y="961663"/>
                </a:lnTo>
                <a:lnTo>
                  <a:pt x="1568196" y="961073"/>
                </a:lnTo>
                <a:lnTo>
                  <a:pt x="1594866" y="960425"/>
                </a:lnTo>
                <a:lnTo>
                  <a:pt x="1621536" y="959710"/>
                </a:lnTo>
                <a:lnTo>
                  <a:pt x="1648206" y="958929"/>
                </a:lnTo>
                <a:lnTo>
                  <a:pt x="1674876" y="958072"/>
                </a:lnTo>
                <a:lnTo>
                  <a:pt x="1701536" y="957148"/>
                </a:lnTo>
                <a:lnTo>
                  <a:pt x="1728197" y="956148"/>
                </a:lnTo>
                <a:lnTo>
                  <a:pt x="1754857" y="955062"/>
                </a:lnTo>
                <a:lnTo>
                  <a:pt x="1781508" y="953891"/>
                </a:lnTo>
                <a:lnTo>
                  <a:pt x="1808159" y="952633"/>
                </a:lnTo>
                <a:lnTo>
                  <a:pt x="1834810" y="951271"/>
                </a:lnTo>
                <a:lnTo>
                  <a:pt x="1861452" y="949804"/>
                </a:lnTo>
                <a:lnTo>
                  <a:pt x="1888084" y="948223"/>
                </a:lnTo>
                <a:lnTo>
                  <a:pt x="1914706" y="946509"/>
                </a:lnTo>
                <a:lnTo>
                  <a:pt x="1941328" y="944670"/>
                </a:lnTo>
                <a:lnTo>
                  <a:pt x="1967932" y="942661"/>
                </a:lnTo>
                <a:lnTo>
                  <a:pt x="1994516" y="940489"/>
                </a:lnTo>
                <a:lnTo>
                  <a:pt x="2021091" y="938108"/>
                </a:lnTo>
                <a:lnTo>
                  <a:pt x="2047646" y="935498"/>
                </a:lnTo>
                <a:lnTo>
                  <a:pt x="2074164" y="932593"/>
                </a:lnTo>
                <a:lnTo>
                  <a:pt x="2100653" y="929354"/>
                </a:lnTo>
                <a:lnTo>
                  <a:pt x="2127075" y="925678"/>
                </a:lnTo>
                <a:lnTo>
                  <a:pt x="2153412" y="921410"/>
                </a:lnTo>
                <a:lnTo>
                  <a:pt x="2179596" y="916295"/>
                </a:lnTo>
                <a:lnTo>
                  <a:pt x="2205466" y="909790"/>
                </a:lnTo>
                <a:lnTo>
                  <a:pt x="2230345" y="900284"/>
                </a:lnTo>
                <a:lnTo>
                  <a:pt x="2245519" y="879948"/>
                </a:lnTo>
                <a:lnTo>
                  <a:pt x="2254120" y="854697"/>
                </a:lnTo>
                <a:lnTo>
                  <a:pt x="2262721" y="829437"/>
                </a:lnTo>
                <a:lnTo>
                  <a:pt x="2271332" y="804186"/>
                </a:lnTo>
                <a:lnTo>
                  <a:pt x="2279933" y="778926"/>
                </a:lnTo>
                <a:lnTo>
                  <a:pt x="2288534" y="753675"/>
                </a:lnTo>
                <a:lnTo>
                  <a:pt x="2297135" y="728424"/>
                </a:lnTo>
                <a:lnTo>
                  <a:pt x="2305745" y="703164"/>
                </a:lnTo>
                <a:lnTo>
                  <a:pt x="2314346" y="677913"/>
                </a:lnTo>
                <a:lnTo>
                  <a:pt x="2322947" y="652653"/>
                </a:lnTo>
                <a:lnTo>
                  <a:pt x="2331549" y="627402"/>
                </a:lnTo>
                <a:lnTo>
                  <a:pt x="2340150" y="602142"/>
                </a:lnTo>
                <a:lnTo>
                  <a:pt x="2348760" y="576891"/>
                </a:lnTo>
                <a:lnTo>
                  <a:pt x="2357361" y="551631"/>
                </a:lnTo>
                <a:lnTo>
                  <a:pt x="2365962" y="526380"/>
                </a:lnTo>
                <a:lnTo>
                  <a:pt x="2374563" y="501120"/>
                </a:lnTo>
                <a:lnTo>
                  <a:pt x="2383165" y="475869"/>
                </a:lnTo>
                <a:lnTo>
                  <a:pt x="2391775" y="450609"/>
                </a:lnTo>
                <a:lnTo>
                  <a:pt x="2400376" y="425358"/>
                </a:lnTo>
                <a:lnTo>
                  <a:pt x="2408977" y="400098"/>
                </a:lnTo>
                <a:lnTo>
                  <a:pt x="2417578" y="374847"/>
                </a:lnTo>
                <a:lnTo>
                  <a:pt x="2426179" y="349596"/>
                </a:lnTo>
                <a:lnTo>
                  <a:pt x="2434790" y="324336"/>
                </a:lnTo>
                <a:lnTo>
                  <a:pt x="2443391" y="299085"/>
                </a:lnTo>
                <a:lnTo>
                  <a:pt x="2451992" y="273825"/>
                </a:lnTo>
                <a:lnTo>
                  <a:pt x="2460593" y="248574"/>
                </a:lnTo>
                <a:lnTo>
                  <a:pt x="2469194" y="223314"/>
                </a:lnTo>
                <a:lnTo>
                  <a:pt x="2477805" y="198063"/>
                </a:lnTo>
                <a:lnTo>
                  <a:pt x="2486406" y="172803"/>
                </a:lnTo>
                <a:lnTo>
                  <a:pt x="2495007" y="147552"/>
                </a:lnTo>
                <a:lnTo>
                  <a:pt x="2503608" y="122291"/>
                </a:lnTo>
                <a:lnTo>
                  <a:pt x="2512219" y="97041"/>
                </a:lnTo>
                <a:lnTo>
                  <a:pt x="2520820" y="71780"/>
                </a:lnTo>
                <a:lnTo>
                  <a:pt x="2529421" y="46530"/>
                </a:lnTo>
                <a:lnTo>
                  <a:pt x="2538022" y="21279"/>
                </a:lnTo>
                <a:lnTo>
                  <a:pt x="2544032" y="3962"/>
                </a:lnTo>
                <a:lnTo>
                  <a:pt x="2521201" y="16964"/>
                </a:lnTo>
                <a:lnTo>
                  <a:pt x="2495464" y="23946"/>
                </a:lnTo>
                <a:lnTo>
                  <a:pt x="2469290" y="29137"/>
                </a:lnTo>
                <a:lnTo>
                  <a:pt x="2442953" y="33366"/>
                </a:lnTo>
                <a:lnTo>
                  <a:pt x="2416521" y="36976"/>
                </a:lnTo>
                <a:lnTo>
                  <a:pt x="2390023" y="40138"/>
                </a:lnTo>
                <a:lnTo>
                  <a:pt x="2363495" y="42977"/>
                </a:lnTo>
                <a:lnTo>
                  <a:pt x="2336940" y="45539"/>
                </a:lnTo>
                <a:lnTo>
                  <a:pt x="2310365" y="47882"/>
                </a:lnTo>
                <a:lnTo>
                  <a:pt x="2283771" y="50044"/>
                </a:lnTo>
                <a:lnTo>
                  <a:pt x="2257168" y="52035"/>
                </a:lnTo>
                <a:lnTo>
                  <a:pt x="2230545" y="53892"/>
                </a:lnTo>
                <a:lnTo>
                  <a:pt x="2203923" y="55616"/>
                </a:lnTo>
                <a:lnTo>
                  <a:pt x="2177291" y="57236"/>
                </a:lnTo>
                <a:lnTo>
                  <a:pt x="2150659" y="58760"/>
                </a:lnTo>
                <a:lnTo>
                  <a:pt x="2124018" y="60188"/>
                </a:lnTo>
                <a:lnTo>
                  <a:pt x="2097367" y="61532"/>
                </a:lnTo>
                <a:lnTo>
                  <a:pt x="2070716" y="62798"/>
                </a:lnTo>
                <a:lnTo>
                  <a:pt x="2044065" y="63998"/>
                </a:lnTo>
                <a:lnTo>
                  <a:pt x="2017405" y="65122"/>
                </a:lnTo>
                <a:lnTo>
                  <a:pt x="1990754" y="66189"/>
                </a:lnTo>
                <a:lnTo>
                  <a:pt x="1964093" y="67189"/>
                </a:lnTo>
                <a:lnTo>
                  <a:pt x="1937423" y="68142"/>
                </a:lnTo>
                <a:lnTo>
                  <a:pt x="1910763" y="69037"/>
                </a:lnTo>
                <a:lnTo>
                  <a:pt x="1884093" y="69885"/>
                </a:lnTo>
                <a:lnTo>
                  <a:pt x="1857423" y="70685"/>
                </a:lnTo>
                <a:lnTo>
                  <a:pt x="1830753" y="71438"/>
                </a:lnTo>
                <a:lnTo>
                  <a:pt x="1804083" y="72142"/>
                </a:lnTo>
                <a:lnTo>
                  <a:pt x="1777413" y="72800"/>
                </a:lnTo>
                <a:lnTo>
                  <a:pt x="1750743" y="73428"/>
                </a:lnTo>
                <a:lnTo>
                  <a:pt x="1724063" y="74009"/>
                </a:lnTo>
                <a:lnTo>
                  <a:pt x="1697393" y="74552"/>
                </a:lnTo>
                <a:lnTo>
                  <a:pt x="1670714" y="75057"/>
                </a:lnTo>
                <a:lnTo>
                  <a:pt x="1644044" y="75524"/>
                </a:lnTo>
                <a:lnTo>
                  <a:pt x="1617364" y="75952"/>
                </a:lnTo>
                <a:lnTo>
                  <a:pt x="1590685" y="76352"/>
                </a:lnTo>
                <a:lnTo>
                  <a:pt x="1564005" y="76714"/>
                </a:lnTo>
                <a:lnTo>
                  <a:pt x="1537325" y="77048"/>
                </a:lnTo>
                <a:lnTo>
                  <a:pt x="1510655" y="77343"/>
                </a:lnTo>
                <a:lnTo>
                  <a:pt x="1483976" y="77610"/>
                </a:lnTo>
                <a:lnTo>
                  <a:pt x="1457296" y="77838"/>
                </a:lnTo>
                <a:lnTo>
                  <a:pt x="1430617" y="78038"/>
                </a:lnTo>
                <a:lnTo>
                  <a:pt x="1403937" y="78200"/>
                </a:lnTo>
                <a:lnTo>
                  <a:pt x="1377258" y="78343"/>
                </a:lnTo>
                <a:lnTo>
                  <a:pt x="1350569" y="78448"/>
                </a:lnTo>
                <a:lnTo>
                  <a:pt x="1323889" y="78524"/>
                </a:lnTo>
                <a:lnTo>
                  <a:pt x="1297210" y="78562"/>
                </a:lnTo>
                <a:lnTo>
                  <a:pt x="1270530" y="78581"/>
                </a:lnTo>
                <a:lnTo>
                  <a:pt x="1243851" y="78562"/>
                </a:lnTo>
                <a:lnTo>
                  <a:pt x="1217171" y="78515"/>
                </a:lnTo>
                <a:lnTo>
                  <a:pt x="1190492" y="78429"/>
                </a:lnTo>
                <a:lnTo>
                  <a:pt x="1163812" y="78324"/>
                </a:lnTo>
                <a:lnTo>
                  <a:pt x="1137133" y="78181"/>
                </a:lnTo>
                <a:lnTo>
                  <a:pt x="1110453" y="78010"/>
                </a:lnTo>
                <a:lnTo>
                  <a:pt x="1083774" y="77800"/>
                </a:lnTo>
                <a:lnTo>
                  <a:pt x="1057094" y="77572"/>
                </a:lnTo>
                <a:lnTo>
                  <a:pt x="1030415" y="77295"/>
                </a:lnTo>
                <a:lnTo>
                  <a:pt x="1003735" y="77000"/>
                </a:lnTo>
                <a:lnTo>
                  <a:pt x="977055" y="76667"/>
                </a:lnTo>
                <a:lnTo>
                  <a:pt x="950376" y="76295"/>
                </a:lnTo>
                <a:lnTo>
                  <a:pt x="923706" y="75895"/>
                </a:lnTo>
                <a:lnTo>
                  <a:pt x="897026" y="75457"/>
                </a:lnTo>
                <a:lnTo>
                  <a:pt x="870347" y="74981"/>
                </a:lnTo>
                <a:lnTo>
                  <a:pt x="843677" y="74466"/>
                </a:lnTo>
                <a:lnTo>
                  <a:pt x="816997" y="73914"/>
                </a:lnTo>
                <a:lnTo>
                  <a:pt x="790327" y="73333"/>
                </a:lnTo>
                <a:lnTo>
                  <a:pt x="763657" y="72704"/>
                </a:lnTo>
                <a:lnTo>
                  <a:pt x="736978" y="72028"/>
                </a:lnTo>
                <a:lnTo>
                  <a:pt x="710308" y="71314"/>
                </a:lnTo>
                <a:lnTo>
                  <a:pt x="683638" y="70561"/>
                </a:lnTo>
                <a:lnTo>
                  <a:pt x="656977" y="69752"/>
                </a:lnTo>
                <a:lnTo>
                  <a:pt x="630307" y="68904"/>
                </a:lnTo>
                <a:lnTo>
                  <a:pt x="603647" y="67999"/>
                </a:lnTo>
                <a:lnTo>
                  <a:pt x="576977" y="67037"/>
                </a:lnTo>
                <a:lnTo>
                  <a:pt x="550316" y="66027"/>
                </a:lnTo>
                <a:lnTo>
                  <a:pt x="523656" y="64951"/>
                </a:lnTo>
                <a:lnTo>
                  <a:pt x="497005" y="63808"/>
                </a:lnTo>
                <a:lnTo>
                  <a:pt x="470354" y="62608"/>
                </a:lnTo>
                <a:lnTo>
                  <a:pt x="443703" y="61331"/>
                </a:lnTo>
                <a:lnTo>
                  <a:pt x="417052" y="59969"/>
                </a:lnTo>
                <a:lnTo>
                  <a:pt x="390411" y="58522"/>
                </a:lnTo>
                <a:lnTo>
                  <a:pt x="363779" y="56988"/>
                </a:lnTo>
                <a:lnTo>
                  <a:pt x="337147" y="55359"/>
                </a:lnTo>
                <a:lnTo>
                  <a:pt x="310525" y="53607"/>
                </a:lnTo>
                <a:lnTo>
                  <a:pt x="283912" y="51730"/>
                </a:lnTo>
                <a:lnTo>
                  <a:pt x="257308" y="49711"/>
                </a:lnTo>
                <a:lnTo>
                  <a:pt x="230715" y="47530"/>
                </a:lnTo>
                <a:lnTo>
                  <a:pt x="204140" y="45149"/>
                </a:lnTo>
                <a:lnTo>
                  <a:pt x="177594" y="42548"/>
                </a:lnTo>
                <a:lnTo>
                  <a:pt x="151067" y="39672"/>
                </a:lnTo>
                <a:lnTo>
                  <a:pt x="124577" y="36433"/>
                </a:lnTo>
                <a:lnTo>
                  <a:pt x="98155" y="32737"/>
                </a:lnTo>
                <a:lnTo>
                  <a:pt x="71838" y="28394"/>
                </a:lnTo>
                <a:lnTo>
                  <a:pt x="45710" y="23003"/>
                </a:lnTo>
                <a:lnTo>
                  <a:pt x="20107" y="155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8BC901C-A437-4F6E-BAB3-580C983B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74" y="2790825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94AD1A4-E185-4977-95C0-E40CD1E2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81450"/>
            <a:ext cx="1941662" cy="964406"/>
          </a:xfrm>
          <a:custGeom xmlns:a="http://schemas.openxmlformats.org/drawingml/2006/main">
            <a:pathLst>
              <a:path w="1941662" h="964406">
                <a:moveTo>
                  <a:pt x="0" y="0"/>
                </a:moveTo>
                <a:lnTo>
                  <a:pt x="6467" y="20869"/>
                </a:lnTo>
                <a:lnTo>
                  <a:pt x="12935" y="41739"/>
                </a:lnTo>
                <a:lnTo>
                  <a:pt x="19402" y="62608"/>
                </a:lnTo>
                <a:lnTo>
                  <a:pt x="25870" y="83487"/>
                </a:lnTo>
                <a:lnTo>
                  <a:pt x="32337" y="104356"/>
                </a:lnTo>
                <a:lnTo>
                  <a:pt x="38805" y="125225"/>
                </a:lnTo>
                <a:lnTo>
                  <a:pt x="45272" y="146094"/>
                </a:lnTo>
                <a:lnTo>
                  <a:pt x="51740" y="166964"/>
                </a:lnTo>
                <a:lnTo>
                  <a:pt x="58207" y="187833"/>
                </a:lnTo>
                <a:lnTo>
                  <a:pt x="64675" y="208712"/>
                </a:lnTo>
                <a:lnTo>
                  <a:pt x="71142" y="229581"/>
                </a:lnTo>
                <a:lnTo>
                  <a:pt x="77610" y="250450"/>
                </a:lnTo>
                <a:lnTo>
                  <a:pt x="84077" y="271320"/>
                </a:lnTo>
                <a:lnTo>
                  <a:pt x="90545" y="292189"/>
                </a:lnTo>
                <a:lnTo>
                  <a:pt x="97012" y="313058"/>
                </a:lnTo>
                <a:lnTo>
                  <a:pt x="103480" y="333927"/>
                </a:lnTo>
                <a:lnTo>
                  <a:pt x="109947" y="354806"/>
                </a:lnTo>
                <a:lnTo>
                  <a:pt x="116415" y="375676"/>
                </a:lnTo>
                <a:lnTo>
                  <a:pt x="122882" y="396545"/>
                </a:lnTo>
                <a:lnTo>
                  <a:pt x="129350" y="417414"/>
                </a:lnTo>
                <a:lnTo>
                  <a:pt x="135817" y="438283"/>
                </a:lnTo>
                <a:lnTo>
                  <a:pt x="142294" y="459153"/>
                </a:lnTo>
                <a:lnTo>
                  <a:pt x="148761" y="480031"/>
                </a:lnTo>
                <a:lnTo>
                  <a:pt x="155229" y="500901"/>
                </a:lnTo>
                <a:lnTo>
                  <a:pt x="161696" y="521770"/>
                </a:lnTo>
                <a:lnTo>
                  <a:pt x="168164" y="542639"/>
                </a:lnTo>
                <a:lnTo>
                  <a:pt x="174631" y="563509"/>
                </a:lnTo>
                <a:lnTo>
                  <a:pt x="181099" y="584378"/>
                </a:lnTo>
                <a:lnTo>
                  <a:pt x="187566" y="605247"/>
                </a:lnTo>
                <a:lnTo>
                  <a:pt x="194034" y="626126"/>
                </a:lnTo>
                <a:lnTo>
                  <a:pt x="200501" y="646995"/>
                </a:lnTo>
                <a:lnTo>
                  <a:pt x="206969" y="667864"/>
                </a:lnTo>
                <a:lnTo>
                  <a:pt x="213436" y="688734"/>
                </a:lnTo>
                <a:lnTo>
                  <a:pt x="219904" y="709603"/>
                </a:lnTo>
                <a:lnTo>
                  <a:pt x="226371" y="730472"/>
                </a:lnTo>
                <a:lnTo>
                  <a:pt x="232839" y="751351"/>
                </a:lnTo>
                <a:lnTo>
                  <a:pt x="239306" y="772220"/>
                </a:lnTo>
                <a:lnTo>
                  <a:pt x="245774" y="793090"/>
                </a:lnTo>
                <a:lnTo>
                  <a:pt x="252241" y="813959"/>
                </a:lnTo>
                <a:lnTo>
                  <a:pt x="258709" y="834828"/>
                </a:lnTo>
                <a:lnTo>
                  <a:pt x="265176" y="855697"/>
                </a:lnTo>
                <a:lnTo>
                  <a:pt x="271643" y="876576"/>
                </a:lnTo>
                <a:lnTo>
                  <a:pt x="279597" y="896531"/>
                </a:lnTo>
                <a:lnTo>
                  <a:pt x="297961" y="908142"/>
                </a:lnTo>
                <a:lnTo>
                  <a:pt x="318449" y="915705"/>
                </a:lnTo>
                <a:lnTo>
                  <a:pt x="339519" y="921496"/>
                </a:lnTo>
                <a:lnTo>
                  <a:pt x="360836" y="926249"/>
                </a:lnTo>
                <a:lnTo>
                  <a:pt x="382305" y="930307"/>
                </a:lnTo>
                <a:lnTo>
                  <a:pt x="403870" y="933841"/>
                </a:lnTo>
                <a:lnTo>
                  <a:pt x="425491" y="936965"/>
                </a:lnTo>
                <a:lnTo>
                  <a:pt x="447161" y="939775"/>
                </a:lnTo>
                <a:lnTo>
                  <a:pt x="468868" y="942308"/>
                </a:lnTo>
                <a:lnTo>
                  <a:pt x="490595" y="944604"/>
                </a:lnTo>
                <a:lnTo>
                  <a:pt x="512340" y="946699"/>
                </a:lnTo>
                <a:lnTo>
                  <a:pt x="534105" y="948614"/>
                </a:lnTo>
                <a:lnTo>
                  <a:pt x="555889" y="950385"/>
                </a:lnTo>
                <a:lnTo>
                  <a:pt x="577682" y="951995"/>
                </a:lnTo>
                <a:lnTo>
                  <a:pt x="599475" y="953481"/>
                </a:lnTo>
                <a:lnTo>
                  <a:pt x="621287" y="954843"/>
                </a:lnTo>
                <a:lnTo>
                  <a:pt x="643099" y="956091"/>
                </a:lnTo>
                <a:lnTo>
                  <a:pt x="664921" y="957234"/>
                </a:lnTo>
                <a:lnTo>
                  <a:pt x="686743" y="958272"/>
                </a:lnTo>
                <a:lnTo>
                  <a:pt x="708574" y="959225"/>
                </a:lnTo>
                <a:lnTo>
                  <a:pt x="730406" y="960082"/>
                </a:lnTo>
                <a:lnTo>
                  <a:pt x="752246" y="960853"/>
                </a:lnTo>
                <a:lnTo>
                  <a:pt x="774078" y="961549"/>
                </a:lnTo>
                <a:lnTo>
                  <a:pt x="795919" y="962158"/>
                </a:lnTo>
                <a:lnTo>
                  <a:pt x="817769" y="962692"/>
                </a:lnTo>
                <a:lnTo>
                  <a:pt x="839610" y="963149"/>
                </a:lnTo>
                <a:lnTo>
                  <a:pt x="861460" y="963530"/>
                </a:lnTo>
                <a:lnTo>
                  <a:pt x="883310" y="963844"/>
                </a:lnTo>
                <a:lnTo>
                  <a:pt x="905151" y="964092"/>
                </a:lnTo>
                <a:lnTo>
                  <a:pt x="927002" y="964263"/>
                </a:lnTo>
                <a:lnTo>
                  <a:pt x="948852" y="964368"/>
                </a:lnTo>
                <a:lnTo>
                  <a:pt x="970702" y="964406"/>
                </a:lnTo>
                <a:lnTo>
                  <a:pt x="992553" y="964368"/>
                </a:lnTo>
                <a:lnTo>
                  <a:pt x="1014403" y="964263"/>
                </a:lnTo>
                <a:lnTo>
                  <a:pt x="1036253" y="964101"/>
                </a:lnTo>
                <a:lnTo>
                  <a:pt x="1058104" y="963854"/>
                </a:lnTo>
                <a:lnTo>
                  <a:pt x="1079945" y="963539"/>
                </a:lnTo>
                <a:lnTo>
                  <a:pt x="1101795" y="963158"/>
                </a:lnTo>
                <a:lnTo>
                  <a:pt x="1123636" y="962692"/>
                </a:lnTo>
                <a:lnTo>
                  <a:pt x="1145486" y="962168"/>
                </a:lnTo>
                <a:lnTo>
                  <a:pt x="1167327" y="961558"/>
                </a:lnTo>
                <a:lnTo>
                  <a:pt x="1189168" y="960863"/>
                </a:lnTo>
                <a:lnTo>
                  <a:pt x="1210999" y="960101"/>
                </a:lnTo>
                <a:lnTo>
                  <a:pt x="1232830" y="959234"/>
                </a:lnTo>
                <a:lnTo>
                  <a:pt x="1254662" y="958291"/>
                </a:lnTo>
                <a:lnTo>
                  <a:pt x="1276483" y="957243"/>
                </a:lnTo>
                <a:lnTo>
                  <a:pt x="1298305" y="956110"/>
                </a:lnTo>
                <a:lnTo>
                  <a:pt x="1320117" y="954862"/>
                </a:lnTo>
                <a:lnTo>
                  <a:pt x="1341930" y="953500"/>
                </a:lnTo>
                <a:lnTo>
                  <a:pt x="1363732" y="952014"/>
                </a:lnTo>
                <a:lnTo>
                  <a:pt x="1385516" y="950414"/>
                </a:lnTo>
                <a:lnTo>
                  <a:pt x="1407300" y="948652"/>
                </a:lnTo>
                <a:lnTo>
                  <a:pt x="1429064" y="946728"/>
                </a:lnTo>
                <a:lnTo>
                  <a:pt x="1450810" y="944642"/>
                </a:lnTo>
                <a:lnTo>
                  <a:pt x="1472546" y="942346"/>
                </a:lnTo>
                <a:lnTo>
                  <a:pt x="1494244" y="939813"/>
                </a:lnTo>
                <a:lnTo>
                  <a:pt x="1515913" y="937012"/>
                </a:lnTo>
                <a:lnTo>
                  <a:pt x="1537535" y="933888"/>
                </a:lnTo>
                <a:lnTo>
                  <a:pt x="1559100" y="930364"/>
                </a:lnTo>
                <a:lnTo>
                  <a:pt x="1580579" y="926325"/>
                </a:lnTo>
                <a:lnTo>
                  <a:pt x="1601905" y="921582"/>
                </a:lnTo>
                <a:lnTo>
                  <a:pt x="1622974" y="915810"/>
                </a:lnTo>
                <a:lnTo>
                  <a:pt x="1643472" y="908285"/>
                </a:lnTo>
                <a:lnTo>
                  <a:pt x="1661912" y="896788"/>
                </a:lnTo>
                <a:lnTo>
                  <a:pt x="1670018" y="876919"/>
                </a:lnTo>
                <a:lnTo>
                  <a:pt x="1676486" y="856040"/>
                </a:lnTo>
                <a:lnTo>
                  <a:pt x="1682953" y="835171"/>
                </a:lnTo>
                <a:lnTo>
                  <a:pt x="1689421" y="814302"/>
                </a:lnTo>
                <a:lnTo>
                  <a:pt x="1695888" y="793433"/>
                </a:lnTo>
                <a:lnTo>
                  <a:pt x="1702356" y="772563"/>
                </a:lnTo>
                <a:lnTo>
                  <a:pt x="1708823" y="751694"/>
                </a:lnTo>
                <a:lnTo>
                  <a:pt x="1715291" y="730825"/>
                </a:lnTo>
                <a:lnTo>
                  <a:pt x="1721758" y="709946"/>
                </a:lnTo>
                <a:lnTo>
                  <a:pt x="1728226" y="689077"/>
                </a:lnTo>
                <a:lnTo>
                  <a:pt x="1734693" y="668207"/>
                </a:lnTo>
                <a:lnTo>
                  <a:pt x="1741160" y="647338"/>
                </a:lnTo>
                <a:lnTo>
                  <a:pt x="1747628" y="626469"/>
                </a:lnTo>
                <a:lnTo>
                  <a:pt x="1754095" y="605600"/>
                </a:lnTo>
                <a:lnTo>
                  <a:pt x="1760563" y="584721"/>
                </a:lnTo>
                <a:lnTo>
                  <a:pt x="1767030" y="563851"/>
                </a:lnTo>
                <a:lnTo>
                  <a:pt x="1773498" y="542982"/>
                </a:lnTo>
                <a:lnTo>
                  <a:pt x="1779965" y="522113"/>
                </a:lnTo>
                <a:lnTo>
                  <a:pt x="1786433" y="501244"/>
                </a:lnTo>
                <a:lnTo>
                  <a:pt x="1792900" y="480374"/>
                </a:lnTo>
                <a:lnTo>
                  <a:pt x="1799368" y="459496"/>
                </a:lnTo>
                <a:lnTo>
                  <a:pt x="1805835" y="438626"/>
                </a:lnTo>
                <a:lnTo>
                  <a:pt x="1812303" y="417757"/>
                </a:lnTo>
                <a:lnTo>
                  <a:pt x="1818770" y="396888"/>
                </a:lnTo>
                <a:lnTo>
                  <a:pt x="1825238" y="376018"/>
                </a:lnTo>
                <a:lnTo>
                  <a:pt x="1831705" y="355149"/>
                </a:lnTo>
                <a:lnTo>
                  <a:pt x="1838173" y="334280"/>
                </a:lnTo>
                <a:lnTo>
                  <a:pt x="1844640" y="313401"/>
                </a:lnTo>
                <a:lnTo>
                  <a:pt x="1851108" y="292532"/>
                </a:lnTo>
                <a:lnTo>
                  <a:pt x="1857585" y="271663"/>
                </a:lnTo>
                <a:lnTo>
                  <a:pt x="1864052" y="250793"/>
                </a:lnTo>
                <a:lnTo>
                  <a:pt x="1870520" y="229924"/>
                </a:lnTo>
                <a:lnTo>
                  <a:pt x="1876987" y="209055"/>
                </a:lnTo>
                <a:lnTo>
                  <a:pt x="1883454" y="188176"/>
                </a:lnTo>
                <a:lnTo>
                  <a:pt x="1889922" y="167307"/>
                </a:lnTo>
                <a:lnTo>
                  <a:pt x="1896389" y="146437"/>
                </a:lnTo>
                <a:lnTo>
                  <a:pt x="1902857" y="125568"/>
                </a:lnTo>
                <a:lnTo>
                  <a:pt x="1909324" y="104699"/>
                </a:lnTo>
                <a:lnTo>
                  <a:pt x="1915792" y="83830"/>
                </a:lnTo>
                <a:lnTo>
                  <a:pt x="1922259" y="62960"/>
                </a:lnTo>
                <a:lnTo>
                  <a:pt x="1928727" y="42081"/>
                </a:lnTo>
                <a:lnTo>
                  <a:pt x="1935194" y="21212"/>
                </a:lnTo>
                <a:lnTo>
                  <a:pt x="1941662" y="343"/>
                </a:lnTo>
                <a:lnTo>
                  <a:pt x="1927698" y="14926"/>
                </a:lnTo>
                <a:lnTo>
                  <a:pt x="1907362" y="22860"/>
                </a:lnTo>
                <a:lnTo>
                  <a:pt x="1886274" y="28556"/>
                </a:lnTo>
                <a:lnTo>
                  <a:pt x="1864909" y="33128"/>
                </a:lnTo>
                <a:lnTo>
                  <a:pt x="1843402" y="36995"/>
                </a:lnTo>
                <a:lnTo>
                  <a:pt x="1821818" y="40367"/>
                </a:lnTo>
                <a:lnTo>
                  <a:pt x="1800168" y="43358"/>
                </a:lnTo>
                <a:lnTo>
                  <a:pt x="1778489" y="46063"/>
                </a:lnTo>
                <a:lnTo>
                  <a:pt x="1756781" y="48520"/>
                </a:lnTo>
                <a:lnTo>
                  <a:pt x="1735045" y="50768"/>
                </a:lnTo>
                <a:lnTo>
                  <a:pt x="1713290" y="52845"/>
                </a:lnTo>
                <a:lnTo>
                  <a:pt x="1691526" y="54769"/>
                </a:lnTo>
                <a:lnTo>
                  <a:pt x="1669752" y="56559"/>
                </a:lnTo>
                <a:lnTo>
                  <a:pt x="1647968" y="58226"/>
                </a:lnTo>
                <a:lnTo>
                  <a:pt x="1626175" y="59788"/>
                </a:lnTo>
                <a:lnTo>
                  <a:pt x="1604372" y="61255"/>
                </a:lnTo>
                <a:lnTo>
                  <a:pt x="1582569" y="62627"/>
                </a:lnTo>
                <a:lnTo>
                  <a:pt x="1560757" y="63913"/>
                </a:lnTo>
                <a:lnTo>
                  <a:pt x="1538935" y="65132"/>
                </a:lnTo>
                <a:lnTo>
                  <a:pt x="1517113" y="66265"/>
                </a:lnTo>
                <a:lnTo>
                  <a:pt x="1495292" y="67342"/>
                </a:lnTo>
                <a:lnTo>
                  <a:pt x="1473470" y="68351"/>
                </a:lnTo>
                <a:lnTo>
                  <a:pt x="1451639" y="69304"/>
                </a:lnTo>
                <a:lnTo>
                  <a:pt x="1429807" y="70190"/>
                </a:lnTo>
                <a:lnTo>
                  <a:pt x="1407976" y="71028"/>
                </a:lnTo>
                <a:lnTo>
                  <a:pt x="1386135" y="71809"/>
                </a:lnTo>
                <a:lnTo>
                  <a:pt x="1364294" y="72533"/>
                </a:lnTo>
                <a:lnTo>
                  <a:pt x="1342463" y="73219"/>
                </a:lnTo>
                <a:lnTo>
                  <a:pt x="1320622" y="73857"/>
                </a:lnTo>
                <a:lnTo>
                  <a:pt x="1298772" y="74447"/>
                </a:lnTo>
                <a:lnTo>
                  <a:pt x="1276931" y="75000"/>
                </a:lnTo>
                <a:lnTo>
                  <a:pt x="1255090" y="75505"/>
                </a:lnTo>
                <a:lnTo>
                  <a:pt x="1233240" y="75971"/>
                </a:lnTo>
                <a:lnTo>
                  <a:pt x="1211399" y="76391"/>
                </a:lnTo>
                <a:lnTo>
                  <a:pt x="1189549" y="76781"/>
                </a:lnTo>
                <a:lnTo>
                  <a:pt x="1167708" y="77124"/>
                </a:lnTo>
                <a:lnTo>
                  <a:pt x="1145858" y="77429"/>
                </a:lnTo>
                <a:lnTo>
                  <a:pt x="1124007" y="77705"/>
                </a:lnTo>
                <a:lnTo>
                  <a:pt x="1102157" y="77934"/>
                </a:lnTo>
                <a:lnTo>
                  <a:pt x="1080306" y="78134"/>
                </a:lnTo>
                <a:lnTo>
                  <a:pt x="1058466" y="78296"/>
                </a:lnTo>
                <a:lnTo>
                  <a:pt x="1036615" y="78419"/>
                </a:lnTo>
                <a:lnTo>
                  <a:pt x="1014765" y="78505"/>
                </a:lnTo>
                <a:lnTo>
                  <a:pt x="992915" y="78562"/>
                </a:lnTo>
                <a:lnTo>
                  <a:pt x="971064" y="78581"/>
                </a:lnTo>
                <a:lnTo>
                  <a:pt x="949214" y="78562"/>
                </a:lnTo>
                <a:lnTo>
                  <a:pt x="927364" y="78505"/>
                </a:lnTo>
                <a:lnTo>
                  <a:pt x="905513" y="78419"/>
                </a:lnTo>
                <a:lnTo>
                  <a:pt x="883663" y="78296"/>
                </a:lnTo>
                <a:lnTo>
                  <a:pt x="861812" y="78134"/>
                </a:lnTo>
                <a:lnTo>
                  <a:pt x="839962" y="77943"/>
                </a:lnTo>
                <a:lnTo>
                  <a:pt x="818121" y="77705"/>
                </a:lnTo>
                <a:lnTo>
                  <a:pt x="796271" y="77438"/>
                </a:lnTo>
                <a:lnTo>
                  <a:pt x="774421" y="77133"/>
                </a:lnTo>
                <a:lnTo>
                  <a:pt x="752570" y="76781"/>
                </a:lnTo>
                <a:lnTo>
                  <a:pt x="730729" y="76400"/>
                </a:lnTo>
                <a:lnTo>
                  <a:pt x="708879" y="75981"/>
                </a:lnTo>
                <a:lnTo>
                  <a:pt x="687038" y="75514"/>
                </a:lnTo>
                <a:lnTo>
                  <a:pt x="665188" y="75009"/>
                </a:lnTo>
                <a:lnTo>
                  <a:pt x="643347" y="74457"/>
                </a:lnTo>
                <a:lnTo>
                  <a:pt x="621506" y="73866"/>
                </a:lnTo>
                <a:lnTo>
                  <a:pt x="599665" y="73228"/>
                </a:lnTo>
                <a:lnTo>
                  <a:pt x="577825" y="72552"/>
                </a:lnTo>
                <a:lnTo>
                  <a:pt x="555993" y="71819"/>
                </a:lnTo>
                <a:lnTo>
                  <a:pt x="534152" y="71037"/>
                </a:lnTo>
                <a:lnTo>
                  <a:pt x="512321" y="70199"/>
                </a:lnTo>
                <a:lnTo>
                  <a:pt x="490490" y="69313"/>
                </a:lnTo>
                <a:lnTo>
                  <a:pt x="468659" y="68370"/>
                </a:lnTo>
                <a:lnTo>
                  <a:pt x="446827" y="67361"/>
                </a:lnTo>
                <a:lnTo>
                  <a:pt x="425006" y="66284"/>
                </a:lnTo>
                <a:lnTo>
                  <a:pt x="403184" y="65151"/>
                </a:lnTo>
                <a:lnTo>
                  <a:pt x="381371" y="63941"/>
                </a:lnTo>
                <a:lnTo>
                  <a:pt x="359559" y="62655"/>
                </a:lnTo>
                <a:lnTo>
                  <a:pt x="337757" y="61284"/>
                </a:lnTo>
                <a:lnTo>
                  <a:pt x="315954" y="59817"/>
                </a:lnTo>
                <a:lnTo>
                  <a:pt x="294161" y="58255"/>
                </a:lnTo>
                <a:lnTo>
                  <a:pt x="272367" y="56588"/>
                </a:lnTo>
                <a:lnTo>
                  <a:pt x="250593" y="54797"/>
                </a:lnTo>
                <a:lnTo>
                  <a:pt x="228829" y="52883"/>
                </a:lnTo>
                <a:lnTo>
                  <a:pt x="207083" y="50806"/>
                </a:lnTo>
                <a:lnTo>
                  <a:pt x="185347" y="48558"/>
                </a:lnTo>
                <a:lnTo>
                  <a:pt x="163630" y="46101"/>
                </a:lnTo>
                <a:lnTo>
                  <a:pt x="141951" y="43405"/>
                </a:lnTo>
                <a:lnTo>
                  <a:pt x="120310" y="40415"/>
                </a:lnTo>
                <a:lnTo>
                  <a:pt x="98717" y="37062"/>
                </a:lnTo>
                <a:lnTo>
                  <a:pt x="77210" y="33195"/>
                </a:lnTo>
                <a:lnTo>
                  <a:pt x="55845" y="28642"/>
                </a:lnTo>
                <a:lnTo>
                  <a:pt x="34747" y="22965"/>
                </a:lnTo>
                <a:lnTo>
                  <a:pt x="14392" y="150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19BFDBA-F4F2-45D3-A46F-B13686E5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57625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1B4F1FB-8E77-4B66-B271-781CED85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27" y="5048250"/>
            <a:ext cx="1391717" cy="964397"/>
          </a:xfrm>
          <a:custGeom xmlns:a="http://schemas.openxmlformats.org/drawingml/2006/main">
            <a:pathLst>
              <a:path w="1391717" h="964397">
                <a:moveTo>
                  <a:pt x="0" y="0"/>
                </a:moveTo>
                <a:lnTo>
                  <a:pt x="5324" y="18259"/>
                </a:lnTo>
                <a:lnTo>
                  <a:pt x="10649" y="36528"/>
                </a:lnTo>
                <a:lnTo>
                  <a:pt x="15973" y="54788"/>
                </a:lnTo>
                <a:lnTo>
                  <a:pt x="21298" y="73057"/>
                </a:lnTo>
                <a:lnTo>
                  <a:pt x="26622" y="91316"/>
                </a:lnTo>
                <a:lnTo>
                  <a:pt x="31947" y="109585"/>
                </a:lnTo>
                <a:lnTo>
                  <a:pt x="37271" y="127845"/>
                </a:lnTo>
                <a:lnTo>
                  <a:pt x="42586" y="146104"/>
                </a:lnTo>
                <a:lnTo>
                  <a:pt x="47911" y="164373"/>
                </a:lnTo>
                <a:lnTo>
                  <a:pt x="53235" y="182632"/>
                </a:lnTo>
                <a:lnTo>
                  <a:pt x="58560" y="200901"/>
                </a:lnTo>
                <a:lnTo>
                  <a:pt x="63884" y="219161"/>
                </a:lnTo>
                <a:lnTo>
                  <a:pt x="69209" y="237430"/>
                </a:lnTo>
                <a:lnTo>
                  <a:pt x="74533" y="255689"/>
                </a:lnTo>
                <a:lnTo>
                  <a:pt x="79858" y="273949"/>
                </a:lnTo>
                <a:lnTo>
                  <a:pt x="85182" y="292217"/>
                </a:lnTo>
                <a:lnTo>
                  <a:pt x="90507" y="310477"/>
                </a:lnTo>
                <a:lnTo>
                  <a:pt x="95831" y="328746"/>
                </a:lnTo>
                <a:lnTo>
                  <a:pt x="101155" y="347005"/>
                </a:lnTo>
                <a:lnTo>
                  <a:pt x="106480" y="365265"/>
                </a:lnTo>
                <a:lnTo>
                  <a:pt x="111804" y="383534"/>
                </a:lnTo>
                <a:lnTo>
                  <a:pt x="117129" y="401793"/>
                </a:lnTo>
                <a:lnTo>
                  <a:pt x="122453" y="420062"/>
                </a:lnTo>
                <a:lnTo>
                  <a:pt x="127778" y="438321"/>
                </a:lnTo>
                <a:lnTo>
                  <a:pt x="133093" y="456590"/>
                </a:lnTo>
                <a:lnTo>
                  <a:pt x="138417" y="474850"/>
                </a:lnTo>
                <a:lnTo>
                  <a:pt x="143742" y="493109"/>
                </a:lnTo>
                <a:lnTo>
                  <a:pt x="149066" y="511378"/>
                </a:lnTo>
                <a:lnTo>
                  <a:pt x="154391" y="529638"/>
                </a:lnTo>
                <a:lnTo>
                  <a:pt x="159715" y="547907"/>
                </a:lnTo>
                <a:lnTo>
                  <a:pt x="165040" y="566166"/>
                </a:lnTo>
                <a:lnTo>
                  <a:pt x="170364" y="584435"/>
                </a:lnTo>
                <a:lnTo>
                  <a:pt x="175689" y="602694"/>
                </a:lnTo>
                <a:lnTo>
                  <a:pt x="181013" y="620954"/>
                </a:lnTo>
                <a:lnTo>
                  <a:pt x="186338" y="639223"/>
                </a:lnTo>
                <a:lnTo>
                  <a:pt x="191662" y="657482"/>
                </a:lnTo>
                <a:lnTo>
                  <a:pt x="196987" y="675751"/>
                </a:lnTo>
                <a:lnTo>
                  <a:pt x="202311" y="694011"/>
                </a:lnTo>
                <a:lnTo>
                  <a:pt x="207635" y="712270"/>
                </a:lnTo>
                <a:lnTo>
                  <a:pt x="212960" y="730539"/>
                </a:lnTo>
                <a:lnTo>
                  <a:pt x="218275" y="748798"/>
                </a:lnTo>
                <a:lnTo>
                  <a:pt x="223599" y="767067"/>
                </a:lnTo>
                <a:lnTo>
                  <a:pt x="228924" y="785327"/>
                </a:lnTo>
                <a:lnTo>
                  <a:pt x="234248" y="803596"/>
                </a:lnTo>
                <a:lnTo>
                  <a:pt x="239573" y="821855"/>
                </a:lnTo>
                <a:lnTo>
                  <a:pt x="244897" y="840115"/>
                </a:lnTo>
                <a:lnTo>
                  <a:pt x="250222" y="858383"/>
                </a:lnTo>
                <a:lnTo>
                  <a:pt x="255546" y="876643"/>
                </a:lnTo>
                <a:lnTo>
                  <a:pt x="260509" y="894912"/>
                </a:lnTo>
                <a:lnTo>
                  <a:pt x="273529" y="908533"/>
                </a:lnTo>
                <a:lnTo>
                  <a:pt x="290151" y="917734"/>
                </a:lnTo>
                <a:lnTo>
                  <a:pt x="307848" y="924687"/>
                </a:lnTo>
                <a:lnTo>
                  <a:pt x="326022" y="930297"/>
                </a:lnTo>
                <a:lnTo>
                  <a:pt x="344462" y="934993"/>
                </a:lnTo>
                <a:lnTo>
                  <a:pt x="363045" y="939022"/>
                </a:lnTo>
                <a:lnTo>
                  <a:pt x="381743" y="942518"/>
                </a:lnTo>
                <a:lnTo>
                  <a:pt x="400517" y="945604"/>
                </a:lnTo>
                <a:lnTo>
                  <a:pt x="419348" y="948328"/>
                </a:lnTo>
                <a:lnTo>
                  <a:pt x="438217" y="950738"/>
                </a:lnTo>
                <a:lnTo>
                  <a:pt x="457114" y="952891"/>
                </a:lnTo>
                <a:lnTo>
                  <a:pt x="476040" y="954805"/>
                </a:lnTo>
                <a:lnTo>
                  <a:pt x="494995" y="956501"/>
                </a:lnTo>
                <a:lnTo>
                  <a:pt x="513959" y="958005"/>
                </a:lnTo>
                <a:lnTo>
                  <a:pt x="532933" y="959329"/>
                </a:lnTo>
                <a:lnTo>
                  <a:pt x="551926" y="960472"/>
                </a:lnTo>
                <a:lnTo>
                  <a:pt x="570919" y="961463"/>
                </a:lnTo>
                <a:lnTo>
                  <a:pt x="589921" y="962301"/>
                </a:lnTo>
                <a:lnTo>
                  <a:pt x="608933" y="962997"/>
                </a:lnTo>
                <a:lnTo>
                  <a:pt x="627955" y="963539"/>
                </a:lnTo>
                <a:lnTo>
                  <a:pt x="646967" y="963959"/>
                </a:lnTo>
                <a:lnTo>
                  <a:pt x="665988" y="964235"/>
                </a:lnTo>
                <a:lnTo>
                  <a:pt x="685019" y="964378"/>
                </a:lnTo>
                <a:lnTo>
                  <a:pt x="704040" y="964397"/>
                </a:lnTo>
                <a:lnTo>
                  <a:pt x="723062" y="964273"/>
                </a:lnTo>
                <a:lnTo>
                  <a:pt x="742083" y="964016"/>
                </a:lnTo>
                <a:lnTo>
                  <a:pt x="761105" y="963635"/>
                </a:lnTo>
                <a:lnTo>
                  <a:pt x="780117" y="963111"/>
                </a:lnTo>
                <a:lnTo>
                  <a:pt x="799128" y="962454"/>
                </a:lnTo>
                <a:lnTo>
                  <a:pt x="818140" y="961644"/>
                </a:lnTo>
                <a:lnTo>
                  <a:pt x="837133" y="960682"/>
                </a:lnTo>
                <a:lnTo>
                  <a:pt x="856126" y="959568"/>
                </a:lnTo>
                <a:lnTo>
                  <a:pt x="875109" y="958282"/>
                </a:lnTo>
                <a:lnTo>
                  <a:pt x="894074" y="956815"/>
                </a:lnTo>
                <a:lnTo>
                  <a:pt x="913028" y="955157"/>
                </a:lnTo>
                <a:lnTo>
                  <a:pt x="931955" y="953281"/>
                </a:lnTo>
                <a:lnTo>
                  <a:pt x="950862" y="951176"/>
                </a:lnTo>
                <a:lnTo>
                  <a:pt x="969740" y="948814"/>
                </a:lnTo>
                <a:lnTo>
                  <a:pt x="988581" y="946156"/>
                </a:lnTo>
                <a:lnTo>
                  <a:pt x="1007364" y="943146"/>
                </a:lnTo>
                <a:lnTo>
                  <a:pt x="1026071" y="939737"/>
                </a:lnTo>
                <a:lnTo>
                  <a:pt x="1044692" y="935822"/>
                </a:lnTo>
                <a:lnTo>
                  <a:pt x="1063161" y="931269"/>
                </a:lnTo>
                <a:lnTo>
                  <a:pt x="1081392" y="925859"/>
                </a:lnTo>
                <a:lnTo>
                  <a:pt x="1099214" y="919220"/>
                </a:lnTo>
                <a:lnTo>
                  <a:pt x="1116140" y="910571"/>
                </a:lnTo>
                <a:lnTo>
                  <a:pt x="1130313" y="898065"/>
                </a:lnTo>
                <a:lnTo>
                  <a:pt x="1136161" y="880186"/>
                </a:lnTo>
                <a:lnTo>
                  <a:pt x="1141486" y="861927"/>
                </a:lnTo>
                <a:lnTo>
                  <a:pt x="1146810" y="843658"/>
                </a:lnTo>
                <a:lnTo>
                  <a:pt x="1152134" y="825398"/>
                </a:lnTo>
                <a:lnTo>
                  <a:pt x="1157459" y="807139"/>
                </a:lnTo>
                <a:lnTo>
                  <a:pt x="1162783" y="788870"/>
                </a:lnTo>
                <a:lnTo>
                  <a:pt x="1168108" y="770611"/>
                </a:lnTo>
                <a:lnTo>
                  <a:pt x="1173432" y="752342"/>
                </a:lnTo>
                <a:lnTo>
                  <a:pt x="1178757" y="734082"/>
                </a:lnTo>
                <a:lnTo>
                  <a:pt x="1184081" y="715813"/>
                </a:lnTo>
                <a:lnTo>
                  <a:pt x="1189406" y="697554"/>
                </a:lnTo>
                <a:lnTo>
                  <a:pt x="1194730" y="679294"/>
                </a:lnTo>
                <a:lnTo>
                  <a:pt x="1200055" y="661025"/>
                </a:lnTo>
                <a:lnTo>
                  <a:pt x="1205379" y="642766"/>
                </a:lnTo>
                <a:lnTo>
                  <a:pt x="1210704" y="624497"/>
                </a:lnTo>
                <a:lnTo>
                  <a:pt x="1216028" y="606238"/>
                </a:lnTo>
                <a:lnTo>
                  <a:pt x="1221343" y="587978"/>
                </a:lnTo>
                <a:lnTo>
                  <a:pt x="1226668" y="569709"/>
                </a:lnTo>
                <a:lnTo>
                  <a:pt x="1231992" y="551450"/>
                </a:lnTo>
                <a:lnTo>
                  <a:pt x="1237317" y="533181"/>
                </a:lnTo>
                <a:lnTo>
                  <a:pt x="1242641" y="514922"/>
                </a:lnTo>
                <a:lnTo>
                  <a:pt x="1247966" y="496653"/>
                </a:lnTo>
                <a:lnTo>
                  <a:pt x="1253290" y="478393"/>
                </a:lnTo>
                <a:lnTo>
                  <a:pt x="1258614" y="460134"/>
                </a:lnTo>
                <a:lnTo>
                  <a:pt x="1263939" y="441865"/>
                </a:lnTo>
                <a:lnTo>
                  <a:pt x="1269263" y="423605"/>
                </a:lnTo>
                <a:lnTo>
                  <a:pt x="1274588" y="405336"/>
                </a:lnTo>
                <a:lnTo>
                  <a:pt x="1279912" y="387077"/>
                </a:lnTo>
                <a:lnTo>
                  <a:pt x="1285237" y="368808"/>
                </a:lnTo>
                <a:lnTo>
                  <a:pt x="1290561" y="350549"/>
                </a:lnTo>
                <a:lnTo>
                  <a:pt x="1295886" y="332289"/>
                </a:lnTo>
                <a:lnTo>
                  <a:pt x="1301210" y="314020"/>
                </a:lnTo>
                <a:lnTo>
                  <a:pt x="1306535" y="295761"/>
                </a:lnTo>
                <a:lnTo>
                  <a:pt x="1311850" y="277492"/>
                </a:lnTo>
                <a:lnTo>
                  <a:pt x="1317174" y="259232"/>
                </a:lnTo>
                <a:lnTo>
                  <a:pt x="1322499" y="240973"/>
                </a:lnTo>
                <a:lnTo>
                  <a:pt x="1327823" y="222704"/>
                </a:lnTo>
                <a:lnTo>
                  <a:pt x="1333148" y="204445"/>
                </a:lnTo>
                <a:lnTo>
                  <a:pt x="1338472" y="186176"/>
                </a:lnTo>
                <a:lnTo>
                  <a:pt x="1343797" y="167916"/>
                </a:lnTo>
                <a:lnTo>
                  <a:pt x="1349121" y="149647"/>
                </a:lnTo>
                <a:lnTo>
                  <a:pt x="1354445" y="131388"/>
                </a:lnTo>
                <a:lnTo>
                  <a:pt x="1359770" y="113128"/>
                </a:lnTo>
                <a:lnTo>
                  <a:pt x="1365094" y="94859"/>
                </a:lnTo>
                <a:lnTo>
                  <a:pt x="1370419" y="76600"/>
                </a:lnTo>
                <a:lnTo>
                  <a:pt x="1375743" y="58331"/>
                </a:lnTo>
                <a:lnTo>
                  <a:pt x="1381068" y="40072"/>
                </a:lnTo>
                <a:lnTo>
                  <a:pt x="1386392" y="21803"/>
                </a:lnTo>
                <a:lnTo>
                  <a:pt x="1391717" y="3543"/>
                </a:lnTo>
                <a:lnTo>
                  <a:pt x="1385335" y="12859"/>
                </a:lnTo>
                <a:lnTo>
                  <a:pt x="1368981" y="22460"/>
                </a:lnTo>
                <a:lnTo>
                  <a:pt x="1351169" y="29137"/>
                </a:lnTo>
                <a:lnTo>
                  <a:pt x="1332890" y="34385"/>
                </a:lnTo>
                <a:lnTo>
                  <a:pt x="1314374" y="38757"/>
                </a:lnTo>
                <a:lnTo>
                  <a:pt x="1295733" y="42520"/>
                </a:lnTo>
                <a:lnTo>
                  <a:pt x="1276998" y="45834"/>
                </a:lnTo>
                <a:lnTo>
                  <a:pt x="1258205" y="48797"/>
                </a:lnTo>
                <a:lnTo>
                  <a:pt x="1239374" y="51464"/>
                </a:lnTo>
                <a:lnTo>
                  <a:pt x="1220505" y="53892"/>
                </a:lnTo>
                <a:lnTo>
                  <a:pt x="1201607" y="56121"/>
                </a:lnTo>
                <a:lnTo>
                  <a:pt x="1182700" y="58160"/>
                </a:lnTo>
                <a:lnTo>
                  <a:pt x="1163765" y="60046"/>
                </a:lnTo>
                <a:lnTo>
                  <a:pt x="1144829" y="61779"/>
                </a:lnTo>
                <a:lnTo>
                  <a:pt x="1125874" y="63398"/>
                </a:lnTo>
                <a:lnTo>
                  <a:pt x="1106900" y="64894"/>
                </a:lnTo>
                <a:lnTo>
                  <a:pt x="1087936" y="66284"/>
                </a:lnTo>
                <a:lnTo>
                  <a:pt x="1068953" y="67580"/>
                </a:lnTo>
                <a:lnTo>
                  <a:pt x="1049969" y="68771"/>
                </a:lnTo>
                <a:lnTo>
                  <a:pt x="1030976" y="69885"/>
                </a:lnTo>
                <a:lnTo>
                  <a:pt x="1011984" y="70914"/>
                </a:lnTo>
                <a:lnTo>
                  <a:pt x="992981" y="71866"/>
                </a:lnTo>
                <a:lnTo>
                  <a:pt x="973979" y="72742"/>
                </a:lnTo>
                <a:lnTo>
                  <a:pt x="954967" y="73552"/>
                </a:lnTo>
                <a:lnTo>
                  <a:pt x="935965" y="74295"/>
                </a:lnTo>
                <a:lnTo>
                  <a:pt x="916953" y="74962"/>
                </a:lnTo>
                <a:lnTo>
                  <a:pt x="897931" y="75571"/>
                </a:lnTo>
                <a:lnTo>
                  <a:pt x="878919" y="76124"/>
                </a:lnTo>
                <a:lnTo>
                  <a:pt x="859907" y="76619"/>
                </a:lnTo>
                <a:lnTo>
                  <a:pt x="840886" y="77057"/>
                </a:lnTo>
                <a:lnTo>
                  <a:pt x="821865" y="77429"/>
                </a:lnTo>
                <a:lnTo>
                  <a:pt x="802843" y="77753"/>
                </a:lnTo>
                <a:lnTo>
                  <a:pt x="783822" y="78019"/>
                </a:lnTo>
                <a:lnTo>
                  <a:pt x="764800" y="78238"/>
                </a:lnTo>
                <a:lnTo>
                  <a:pt x="745779" y="78400"/>
                </a:lnTo>
                <a:lnTo>
                  <a:pt x="726758" y="78515"/>
                </a:lnTo>
                <a:lnTo>
                  <a:pt x="707727" y="78572"/>
                </a:lnTo>
                <a:lnTo>
                  <a:pt x="688705" y="78572"/>
                </a:lnTo>
                <a:lnTo>
                  <a:pt x="669684" y="78524"/>
                </a:lnTo>
                <a:lnTo>
                  <a:pt x="650662" y="78429"/>
                </a:lnTo>
                <a:lnTo>
                  <a:pt x="631641" y="78276"/>
                </a:lnTo>
                <a:lnTo>
                  <a:pt x="612610" y="78067"/>
                </a:lnTo>
                <a:lnTo>
                  <a:pt x="593588" y="77810"/>
                </a:lnTo>
                <a:lnTo>
                  <a:pt x="574567" y="77495"/>
                </a:lnTo>
                <a:lnTo>
                  <a:pt x="555555" y="77133"/>
                </a:lnTo>
                <a:lnTo>
                  <a:pt x="536534" y="76705"/>
                </a:lnTo>
                <a:lnTo>
                  <a:pt x="517512" y="76229"/>
                </a:lnTo>
                <a:lnTo>
                  <a:pt x="498500" y="75686"/>
                </a:lnTo>
                <a:lnTo>
                  <a:pt x="479489" y="75086"/>
                </a:lnTo>
                <a:lnTo>
                  <a:pt x="460477" y="74428"/>
                </a:lnTo>
                <a:lnTo>
                  <a:pt x="441465" y="73704"/>
                </a:lnTo>
                <a:lnTo>
                  <a:pt x="422453" y="72904"/>
                </a:lnTo>
                <a:lnTo>
                  <a:pt x="403450" y="72038"/>
                </a:lnTo>
                <a:lnTo>
                  <a:pt x="384448" y="71104"/>
                </a:lnTo>
                <a:lnTo>
                  <a:pt x="365455" y="70094"/>
                </a:lnTo>
                <a:lnTo>
                  <a:pt x="346462" y="68999"/>
                </a:lnTo>
                <a:lnTo>
                  <a:pt x="327479" y="67818"/>
                </a:lnTo>
                <a:lnTo>
                  <a:pt x="308496" y="66551"/>
                </a:lnTo>
                <a:lnTo>
                  <a:pt x="289522" y="65170"/>
                </a:lnTo>
                <a:lnTo>
                  <a:pt x="270558" y="63703"/>
                </a:lnTo>
                <a:lnTo>
                  <a:pt x="251593" y="62103"/>
                </a:lnTo>
                <a:lnTo>
                  <a:pt x="232648" y="60389"/>
                </a:lnTo>
                <a:lnTo>
                  <a:pt x="213722" y="58541"/>
                </a:lnTo>
                <a:lnTo>
                  <a:pt x="194805" y="56531"/>
                </a:lnTo>
                <a:lnTo>
                  <a:pt x="175908" y="54340"/>
                </a:lnTo>
                <a:lnTo>
                  <a:pt x="157029" y="51959"/>
                </a:lnTo>
                <a:lnTo>
                  <a:pt x="138189" y="49340"/>
                </a:lnTo>
                <a:lnTo>
                  <a:pt x="119386" y="46434"/>
                </a:lnTo>
                <a:lnTo>
                  <a:pt x="100641" y="43196"/>
                </a:lnTo>
                <a:lnTo>
                  <a:pt x="81982" y="39529"/>
                </a:lnTo>
                <a:lnTo>
                  <a:pt x="63437" y="35290"/>
                </a:lnTo>
                <a:lnTo>
                  <a:pt x="45091" y="30242"/>
                </a:lnTo>
                <a:lnTo>
                  <a:pt x="27165" y="23908"/>
                </a:lnTo>
                <a:lnTo>
                  <a:pt x="10344" y="151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C300CE5E-C8BE-4B8F-A5E5-B360AC21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46" y="4924425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F3945BB6-DA84-477F-BEFB-19974CEB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09"/>
          </a:xfrm>
          <a:custGeom xmlns:a="http://schemas.openxmlformats.org/drawingml/2006/main">
            <a:pathLst>
              <a:path w="1733550" h="4264209">
                <a:moveTo>
                  <a:pt x="0" y="0"/>
                </a:moveTo>
                <a:lnTo>
                  <a:pt x="57" y="47920"/>
                </a:lnTo>
                <a:lnTo>
                  <a:pt x="9354" y="94936"/>
                </a:lnTo>
                <a:lnTo>
                  <a:pt x="18650" y="141961"/>
                </a:lnTo>
                <a:lnTo>
                  <a:pt x="27946" y="188976"/>
                </a:lnTo>
                <a:lnTo>
                  <a:pt x="37243" y="235991"/>
                </a:lnTo>
                <a:lnTo>
                  <a:pt x="46530" y="283007"/>
                </a:lnTo>
                <a:lnTo>
                  <a:pt x="55826" y="330032"/>
                </a:lnTo>
                <a:lnTo>
                  <a:pt x="65122" y="377047"/>
                </a:lnTo>
                <a:lnTo>
                  <a:pt x="74419" y="424063"/>
                </a:lnTo>
                <a:lnTo>
                  <a:pt x="83715" y="471078"/>
                </a:lnTo>
                <a:lnTo>
                  <a:pt x="93012" y="518093"/>
                </a:lnTo>
                <a:lnTo>
                  <a:pt x="102308" y="565118"/>
                </a:lnTo>
                <a:lnTo>
                  <a:pt x="111595" y="612134"/>
                </a:lnTo>
                <a:lnTo>
                  <a:pt x="120891" y="659149"/>
                </a:lnTo>
                <a:lnTo>
                  <a:pt x="130188" y="706164"/>
                </a:lnTo>
                <a:lnTo>
                  <a:pt x="139484" y="753189"/>
                </a:lnTo>
                <a:lnTo>
                  <a:pt x="148781" y="800205"/>
                </a:lnTo>
                <a:lnTo>
                  <a:pt x="158077" y="847220"/>
                </a:lnTo>
                <a:lnTo>
                  <a:pt x="167373" y="894236"/>
                </a:lnTo>
                <a:lnTo>
                  <a:pt x="176660" y="941260"/>
                </a:lnTo>
                <a:lnTo>
                  <a:pt x="185957" y="988276"/>
                </a:lnTo>
                <a:lnTo>
                  <a:pt x="195253" y="1035291"/>
                </a:lnTo>
                <a:lnTo>
                  <a:pt x="202930" y="1082602"/>
                </a:lnTo>
                <a:lnTo>
                  <a:pt x="210350" y="1129951"/>
                </a:lnTo>
                <a:lnTo>
                  <a:pt x="217456" y="1177347"/>
                </a:lnTo>
                <a:lnTo>
                  <a:pt x="224561" y="1224744"/>
                </a:lnTo>
                <a:lnTo>
                  <a:pt x="231667" y="1272140"/>
                </a:lnTo>
                <a:lnTo>
                  <a:pt x="238773" y="1319536"/>
                </a:lnTo>
                <a:lnTo>
                  <a:pt x="245878" y="1366942"/>
                </a:lnTo>
                <a:lnTo>
                  <a:pt x="252984" y="1414339"/>
                </a:lnTo>
                <a:lnTo>
                  <a:pt x="260090" y="1461735"/>
                </a:lnTo>
                <a:lnTo>
                  <a:pt x="267195" y="1509131"/>
                </a:lnTo>
                <a:lnTo>
                  <a:pt x="274301" y="1556528"/>
                </a:lnTo>
                <a:lnTo>
                  <a:pt x="281407" y="1603924"/>
                </a:lnTo>
                <a:lnTo>
                  <a:pt x="288512" y="1651330"/>
                </a:lnTo>
                <a:lnTo>
                  <a:pt x="295618" y="1698727"/>
                </a:lnTo>
                <a:lnTo>
                  <a:pt x="302724" y="1746123"/>
                </a:lnTo>
                <a:lnTo>
                  <a:pt x="309829" y="1793519"/>
                </a:lnTo>
                <a:lnTo>
                  <a:pt x="316925" y="1840916"/>
                </a:lnTo>
                <a:lnTo>
                  <a:pt x="324031" y="1888312"/>
                </a:lnTo>
                <a:lnTo>
                  <a:pt x="331137" y="1935718"/>
                </a:lnTo>
                <a:lnTo>
                  <a:pt x="338242" y="1983115"/>
                </a:lnTo>
                <a:lnTo>
                  <a:pt x="345348" y="2030511"/>
                </a:lnTo>
                <a:lnTo>
                  <a:pt x="352454" y="2077907"/>
                </a:lnTo>
                <a:lnTo>
                  <a:pt x="359388" y="2125332"/>
                </a:lnTo>
                <a:lnTo>
                  <a:pt x="366093" y="2172786"/>
                </a:lnTo>
                <a:lnTo>
                  <a:pt x="372599" y="2220268"/>
                </a:lnTo>
                <a:lnTo>
                  <a:pt x="379066" y="2267760"/>
                </a:lnTo>
                <a:lnTo>
                  <a:pt x="385534" y="2315251"/>
                </a:lnTo>
                <a:lnTo>
                  <a:pt x="392001" y="2362743"/>
                </a:lnTo>
                <a:lnTo>
                  <a:pt x="398459" y="2410225"/>
                </a:lnTo>
                <a:lnTo>
                  <a:pt x="404927" y="2457717"/>
                </a:lnTo>
                <a:lnTo>
                  <a:pt x="411394" y="2505208"/>
                </a:lnTo>
                <a:lnTo>
                  <a:pt x="417862" y="2552700"/>
                </a:lnTo>
                <a:lnTo>
                  <a:pt x="424329" y="2600182"/>
                </a:lnTo>
                <a:lnTo>
                  <a:pt x="430797" y="2647674"/>
                </a:lnTo>
                <a:lnTo>
                  <a:pt x="437255" y="2695165"/>
                </a:lnTo>
                <a:lnTo>
                  <a:pt x="443722" y="2742657"/>
                </a:lnTo>
                <a:lnTo>
                  <a:pt x="450190" y="2790149"/>
                </a:lnTo>
                <a:lnTo>
                  <a:pt x="456657" y="2837631"/>
                </a:lnTo>
                <a:lnTo>
                  <a:pt x="463125" y="2885123"/>
                </a:lnTo>
                <a:lnTo>
                  <a:pt x="469592" y="2932614"/>
                </a:lnTo>
                <a:lnTo>
                  <a:pt x="476050" y="2980106"/>
                </a:lnTo>
                <a:lnTo>
                  <a:pt x="482517" y="3027588"/>
                </a:lnTo>
                <a:lnTo>
                  <a:pt x="488985" y="3075080"/>
                </a:lnTo>
                <a:lnTo>
                  <a:pt x="495452" y="3122571"/>
                </a:lnTo>
                <a:lnTo>
                  <a:pt x="501920" y="3170063"/>
                </a:lnTo>
                <a:lnTo>
                  <a:pt x="508159" y="3217583"/>
                </a:lnTo>
                <a:lnTo>
                  <a:pt x="514379" y="3265103"/>
                </a:lnTo>
                <a:lnTo>
                  <a:pt x="520560" y="3312633"/>
                </a:lnTo>
                <a:lnTo>
                  <a:pt x="526733" y="3360153"/>
                </a:lnTo>
                <a:lnTo>
                  <a:pt x="532914" y="3407683"/>
                </a:lnTo>
                <a:lnTo>
                  <a:pt x="539096" y="3455213"/>
                </a:lnTo>
                <a:lnTo>
                  <a:pt x="545268" y="3502743"/>
                </a:lnTo>
                <a:lnTo>
                  <a:pt x="551450" y="3550272"/>
                </a:lnTo>
                <a:lnTo>
                  <a:pt x="538963" y="3581400"/>
                </a:lnTo>
                <a:lnTo>
                  <a:pt x="491033" y="3581400"/>
                </a:lnTo>
                <a:lnTo>
                  <a:pt x="443113" y="3581400"/>
                </a:lnTo>
                <a:lnTo>
                  <a:pt x="395183" y="3581400"/>
                </a:lnTo>
                <a:lnTo>
                  <a:pt x="347253" y="3581400"/>
                </a:lnTo>
                <a:lnTo>
                  <a:pt x="299323" y="3581400"/>
                </a:lnTo>
                <a:lnTo>
                  <a:pt x="251403" y="3581400"/>
                </a:lnTo>
                <a:lnTo>
                  <a:pt x="250793" y="3602069"/>
                </a:lnTo>
                <a:lnTo>
                  <a:pt x="283359" y="3637236"/>
                </a:lnTo>
                <a:lnTo>
                  <a:pt x="315925" y="3672402"/>
                </a:lnTo>
                <a:lnTo>
                  <a:pt x="348491" y="3707568"/>
                </a:lnTo>
                <a:lnTo>
                  <a:pt x="381057" y="3742734"/>
                </a:lnTo>
                <a:lnTo>
                  <a:pt x="413623" y="3777891"/>
                </a:lnTo>
                <a:lnTo>
                  <a:pt x="446189" y="3813058"/>
                </a:lnTo>
                <a:lnTo>
                  <a:pt x="478755" y="3848224"/>
                </a:lnTo>
                <a:lnTo>
                  <a:pt x="511321" y="3883390"/>
                </a:lnTo>
                <a:lnTo>
                  <a:pt x="543887" y="3918547"/>
                </a:lnTo>
                <a:lnTo>
                  <a:pt x="576453" y="3953713"/>
                </a:lnTo>
                <a:lnTo>
                  <a:pt x="609019" y="3988879"/>
                </a:lnTo>
                <a:lnTo>
                  <a:pt x="641585" y="4024046"/>
                </a:lnTo>
                <a:lnTo>
                  <a:pt x="674151" y="4059203"/>
                </a:lnTo>
                <a:lnTo>
                  <a:pt x="706717" y="4094369"/>
                </a:lnTo>
                <a:lnTo>
                  <a:pt x="739283" y="4129535"/>
                </a:lnTo>
                <a:lnTo>
                  <a:pt x="771849" y="4164701"/>
                </a:lnTo>
                <a:lnTo>
                  <a:pt x="804415" y="4199868"/>
                </a:lnTo>
                <a:lnTo>
                  <a:pt x="836981" y="4235025"/>
                </a:lnTo>
                <a:lnTo>
                  <a:pt x="869547" y="4264209"/>
                </a:lnTo>
                <a:lnTo>
                  <a:pt x="902113" y="4229043"/>
                </a:lnTo>
                <a:lnTo>
                  <a:pt x="934679" y="4193877"/>
                </a:lnTo>
                <a:lnTo>
                  <a:pt x="967245" y="4158720"/>
                </a:lnTo>
                <a:lnTo>
                  <a:pt x="999811" y="4123553"/>
                </a:lnTo>
                <a:lnTo>
                  <a:pt x="1032377" y="4088387"/>
                </a:lnTo>
                <a:lnTo>
                  <a:pt x="1064943" y="4053221"/>
                </a:lnTo>
                <a:lnTo>
                  <a:pt x="1097509" y="4018064"/>
                </a:lnTo>
                <a:lnTo>
                  <a:pt x="1130075" y="3982898"/>
                </a:lnTo>
                <a:lnTo>
                  <a:pt x="1162641" y="3947732"/>
                </a:lnTo>
                <a:lnTo>
                  <a:pt x="1195207" y="3912565"/>
                </a:lnTo>
                <a:lnTo>
                  <a:pt x="1227773" y="3877399"/>
                </a:lnTo>
                <a:lnTo>
                  <a:pt x="1260338" y="3842242"/>
                </a:lnTo>
                <a:lnTo>
                  <a:pt x="1292904" y="3807076"/>
                </a:lnTo>
                <a:lnTo>
                  <a:pt x="1325470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44" y="3581400"/>
                </a:lnTo>
                <a:lnTo>
                  <a:pt x="1330214" y="3581400"/>
                </a:lnTo>
                <a:lnTo>
                  <a:pt x="1282284" y="3581400"/>
                </a:lnTo>
                <a:lnTo>
                  <a:pt x="1234354" y="3581400"/>
                </a:lnTo>
                <a:lnTo>
                  <a:pt x="1186434" y="3581400"/>
                </a:lnTo>
                <a:lnTo>
                  <a:pt x="1183148" y="3542176"/>
                </a:lnTo>
                <a:lnTo>
                  <a:pt x="1189330" y="3494656"/>
                </a:lnTo>
                <a:lnTo>
                  <a:pt x="1195511" y="3447126"/>
                </a:lnTo>
                <a:lnTo>
                  <a:pt x="1201684" y="3399596"/>
                </a:lnTo>
                <a:lnTo>
                  <a:pt x="1207865" y="3352067"/>
                </a:lnTo>
                <a:lnTo>
                  <a:pt x="1214047" y="3304546"/>
                </a:lnTo>
                <a:lnTo>
                  <a:pt x="1220219" y="3257017"/>
                </a:lnTo>
                <a:lnTo>
                  <a:pt x="1226449" y="3209496"/>
                </a:lnTo>
                <a:lnTo>
                  <a:pt x="1232735" y="3161976"/>
                </a:lnTo>
                <a:lnTo>
                  <a:pt x="1239203" y="3114494"/>
                </a:lnTo>
                <a:lnTo>
                  <a:pt x="1245660" y="3067002"/>
                </a:lnTo>
                <a:lnTo>
                  <a:pt x="1252128" y="3019511"/>
                </a:lnTo>
                <a:lnTo>
                  <a:pt x="1258595" y="2972019"/>
                </a:lnTo>
                <a:lnTo>
                  <a:pt x="1265063" y="2924527"/>
                </a:lnTo>
                <a:lnTo>
                  <a:pt x="1271530" y="2877045"/>
                </a:lnTo>
                <a:lnTo>
                  <a:pt x="1277998" y="2829554"/>
                </a:lnTo>
                <a:lnTo>
                  <a:pt x="1284456" y="2782062"/>
                </a:lnTo>
                <a:lnTo>
                  <a:pt x="1290923" y="2734570"/>
                </a:lnTo>
                <a:lnTo>
                  <a:pt x="1297391" y="2687088"/>
                </a:lnTo>
                <a:lnTo>
                  <a:pt x="1303858" y="2639597"/>
                </a:lnTo>
                <a:lnTo>
                  <a:pt x="1310326" y="2592105"/>
                </a:lnTo>
                <a:lnTo>
                  <a:pt x="1316793" y="2544613"/>
                </a:lnTo>
                <a:lnTo>
                  <a:pt x="1323251" y="2497122"/>
                </a:lnTo>
                <a:lnTo>
                  <a:pt x="1329719" y="2449640"/>
                </a:lnTo>
                <a:lnTo>
                  <a:pt x="1336186" y="2402148"/>
                </a:lnTo>
                <a:lnTo>
                  <a:pt x="1342654" y="2354656"/>
                </a:lnTo>
                <a:lnTo>
                  <a:pt x="1349121" y="2307165"/>
                </a:lnTo>
                <a:lnTo>
                  <a:pt x="1355588" y="2259682"/>
                </a:lnTo>
                <a:lnTo>
                  <a:pt x="1362046" y="2212191"/>
                </a:lnTo>
                <a:lnTo>
                  <a:pt x="1368600" y="2164709"/>
                </a:lnTo>
                <a:lnTo>
                  <a:pt x="1375305" y="2117255"/>
                </a:lnTo>
                <a:lnTo>
                  <a:pt x="1382306" y="2069840"/>
                </a:lnTo>
                <a:lnTo>
                  <a:pt x="1389412" y="2022443"/>
                </a:lnTo>
                <a:lnTo>
                  <a:pt x="1396517" y="1975047"/>
                </a:lnTo>
                <a:lnTo>
                  <a:pt x="1403623" y="1927650"/>
                </a:lnTo>
                <a:lnTo>
                  <a:pt x="1410719" y="1880254"/>
                </a:lnTo>
                <a:lnTo>
                  <a:pt x="1417825" y="1832848"/>
                </a:lnTo>
                <a:lnTo>
                  <a:pt x="1424930" y="1785452"/>
                </a:lnTo>
                <a:lnTo>
                  <a:pt x="1432036" y="1738055"/>
                </a:lnTo>
                <a:lnTo>
                  <a:pt x="1439142" y="1690659"/>
                </a:lnTo>
                <a:lnTo>
                  <a:pt x="1446247" y="1643263"/>
                </a:lnTo>
                <a:lnTo>
                  <a:pt x="1453353" y="1595866"/>
                </a:lnTo>
                <a:lnTo>
                  <a:pt x="1460459" y="1548460"/>
                </a:lnTo>
                <a:lnTo>
                  <a:pt x="1467564" y="1501064"/>
                </a:lnTo>
                <a:lnTo>
                  <a:pt x="1474670" y="1453667"/>
                </a:lnTo>
                <a:lnTo>
                  <a:pt x="1481776" y="1406271"/>
                </a:lnTo>
                <a:lnTo>
                  <a:pt x="1488881" y="1358875"/>
                </a:lnTo>
                <a:lnTo>
                  <a:pt x="1495987" y="1311478"/>
                </a:lnTo>
                <a:lnTo>
                  <a:pt x="1503093" y="1264072"/>
                </a:lnTo>
                <a:lnTo>
                  <a:pt x="1510198" y="1216676"/>
                </a:lnTo>
                <a:lnTo>
                  <a:pt x="1517304" y="1169279"/>
                </a:lnTo>
                <a:lnTo>
                  <a:pt x="1524410" y="1121883"/>
                </a:lnTo>
                <a:lnTo>
                  <a:pt x="1531906" y="1074544"/>
                </a:lnTo>
                <a:lnTo>
                  <a:pt x="1539878" y="1027290"/>
                </a:lnTo>
                <a:lnTo>
                  <a:pt x="1549175" y="980275"/>
                </a:lnTo>
                <a:lnTo>
                  <a:pt x="1558471" y="933260"/>
                </a:lnTo>
                <a:lnTo>
                  <a:pt x="1567767" y="886235"/>
                </a:lnTo>
                <a:lnTo>
                  <a:pt x="1577054" y="839219"/>
                </a:lnTo>
                <a:lnTo>
                  <a:pt x="1586351" y="792204"/>
                </a:lnTo>
                <a:lnTo>
                  <a:pt x="1595647" y="745188"/>
                </a:lnTo>
                <a:lnTo>
                  <a:pt x="1604943" y="698163"/>
                </a:lnTo>
                <a:lnTo>
                  <a:pt x="1614240" y="651148"/>
                </a:lnTo>
                <a:lnTo>
                  <a:pt x="1623536" y="604133"/>
                </a:lnTo>
                <a:lnTo>
                  <a:pt x="1632833" y="557117"/>
                </a:lnTo>
                <a:lnTo>
                  <a:pt x="1642120" y="510102"/>
                </a:lnTo>
                <a:lnTo>
                  <a:pt x="1651416" y="463077"/>
                </a:lnTo>
                <a:lnTo>
                  <a:pt x="1660712" y="416062"/>
                </a:lnTo>
                <a:lnTo>
                  <a:pt x="1670009" y="369046"/>
                </a:lnTo>
                <a:lnTo>
                  <a:pt x="1679305" y="322031"/>
                </a:lnTo>
                <a:lnTo>
                  <a:pt x="1688602" y="275006"/>
                </a:lnTo>
                <a:lnTo>
                  <a:pt x="1697898" y="227990"/>
                </a:lnTo>
                <a:lnTo>
                  <a:pt x="1707185" y="180975"/>
                </a:lnTo>
                <a:lnTo>
                  <a:pt x="1716481" y="133960"/>
                </a:lnTo>
                <a:lnTo>
                  <a:pt x="1725778" y="86935"/>
                </a:lnTo>
                <a:lnTo>
                  <a:pt x="1733550" y="39767"/>
                </a:lnTo>
                <a:lnTo>
                  <a:pt x="1725397" y="0"/>
                </a:lnTo>
                <a:lnTo>
                  <a:pt x="1677467" y="0"/>
                </a:lnTo>
                <a:lnTo>
                  <a:pt x="1629537" y="0"/>
                </a:lnTo>
                <a:lnTo>
                  <a:pt x="1581607" y="0"/>
                </a:lnTo>
                <a:lnTo>
                  <a:pt x="1533687" y="0"/>
                </a:lnTo>
                <a:lnTo>
                  <a:pt x="1485757" y="0"/>
                </a:lnTo>
                <a:lnTo>
                  <a:pt x="1437827" y="0"/>
                </a:lnTo>
                <a:lnTo>
                  <a:pt x="1389898" y="0"/>
                </a:lnTo>
                <a:lnTo>
                  <a:pt x="1341977" y="0"/>
                </a:lnTo>
                <a:lnTo>
                  <a:pt x="1294047" y="0"/>
                </a:lnTo>
                <a:lnTo>
                  <a:pt x="1246118" y="0"/>
                </a:lnTo>
                <a:lnTo>
                  <a:pt x="1198188" y="0"/>
                </a:lnTo>
                <a:lnTo>
                  <a:pt x="1150258" y="0"/>
                </a:lnTo>
                <a:lnTo>
                  <a:pt x="1102338" y="0"/>
                </a:lnTo>
                <a:lnTo>
                  <a:pt x="1054408" y="0"/>
                </a:lnTo>
                <a:lnTo>
                  <a:pt x="1006478" y="0"/>
                </a:lnTo>
                <a:lnTo>
                  <a:pt x="958548" y="0"/>
                </a:lnTo>
                <a:lnTo>
                  <a:pt x="910628" y="0"/>
                </a:lnTo>
                <a:lnTo>
                  <a:pt x="862698" y="0"/>
                </a:lnTo>
                <a:lnTo>
                  <a:pt x="814769" y="0"/>
                </a:lnTo>
                <a:lnTo>
                  <a:pt x="766839" y="0"/>
                </a:lnTo>
                <a:lnTo>
                  <a:pt x="718918" y="0"/>
                </a:lnTo>
                <a:lnTo>
                  <a:pt x="670989" y="0"/>
                </a:lnTo>
                <a:lnTo>
                  <a:pt x="623059" y="0"/>
                </a:lnTo>
                <a:lnTo>
                  <a:pt x="575129" y="0"/>
                </a:lnTo>
                <a:lnTo>
                  <a:pt x="527199" y="0"/>
                </a:lnTo>
                <a:lnTo>
                  <a:pt x="479279" y="0"/>
                </a:lnTo>
                <a:lnTo>
                  <a:pt x="431349" y="0"/>
                </a:lnTo>
                <a:lnTo>
                  <a:pt x="383419" y="0"/>
                </a:lnTo>
                <a:lnTo>
                  <a:pt x="335490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828F45F-8649-479D-B6BC-12B5B1AD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7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13019236-3CA0-4EC4-8D66-3FC756B3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2574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8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4A4A58B0-4287-4BBC-A3E9-CF98B69E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24038"/>
            <a:ext cx="285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28956915-452E-4881-A0D9-B77221C0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19526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0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A11E8E88-5740-4F87-B9CB-5521CC06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19422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21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4D0DE2B9-CD88-4AF1-9F34-46BCAC3E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2660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2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59940F2C-BD24-410B-8006-C7688FA9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876550"/>
            <a:ext cx="228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23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484C781C-7CAA-4A37-BF4E-193BF074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409950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4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FC5BE435-96A8-4965-8174-0D709782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036541"/>
            <a:ext cx="28575" cy="7466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D155AABD-2361-49CD-B78E-6E488355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105150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D7AB18D0-B091-439B-AF4D-0F2775C6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094730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7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B2D48CDC-2C4A-4BC8-8489-EC289DC6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418580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2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40F6102F-05A0-4F10-B0EB-C01AB937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43350"/>
            <a:ext cx="228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29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90C2922C-E247-4AB5-A4CE-400E1C6C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076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0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905E9365-0013-4DC1-ABBE-C8C1E776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283278"/>
            <a:ext cx="28575" cy="1586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F3AD71C6-D1AB-46D4-87C8-8258FE1B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772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2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16D29B2A-7A7D-4DE4-A4CA-B6ACA602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61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3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2EB85EC4-C012-4695-8549-439BB9D7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085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80E519E-4644-428E-85F4-D1A32347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205038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406EE6C-058E-441C-A39E-36300567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271838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029C8F9-D07B-4FE7-A56D-1763507C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338638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B3180BE-C2CF-46B8-A954-470FD0A3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405438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</p:spTree>
    <p:extLst>
      <p:ext uri="{BB962C8B-B14F-4D97-AF65-F5344CB8AC3E}">
        <p14:creationId xmlns:p14="http://schemas.microsoft.com/office/powerpoint/2010/main" val="26716381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31AF8F34-E4A9-4B33-8063-B23C73A1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BAD78CF-3655-437E-AB2D-3199885E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C3C27A6B-2F8A-4DA8-8047-D452A818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4FDEE654-E5C0-499D-B72A-0E970147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E08A34B-EDD4-4FBE-8699-2B8228C6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04F0845-9E60-40BA-8ABF-B1559AC9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1F0F414-872A-4D18-8911-BFBBC2BF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ddabb0b37e4543">
            <a:extLst>
              <a:ext uri="{96DAC541-7B7A-43D3-8B79-37D633B846F1}">
                <asvg:svgBlip xmlns:asvg="http://schemas.microsoft.com/office/drawing/2016/SVG/main" r:embed="Rfa59edb27c9648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35984778-CAFE-4FB7-8848-BF4D11EC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D836BF5-E94B-435E-A897-73A7CFF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E6A4B15-CBBD-4160-A75C-1FDA21EA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3f7d2ed0a450a">
            <a:extLst>
              <a:ext uri="{96DAC541-7B7A-43D3-8B79-37D633B846F1}">
                <asvg:svgBlip xmlns:asvg="http://schemas.microsoft.com/office/drawing/2016/SVG/main" r:embed="R8507db4886bb4c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9A742E75-CA52-45D6-847F-42714374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492A7041-D67A-40AB-9938-7D421F4D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199661FD-67F4-4D23-B22C-3378CF3E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b7527b0dd49a5">
            <a:extLst>
              <a:ext uri="{96DAC541-7B7A-43D3-8B79-37D633B846F1}">
                <asvg:svgBlip xmlns:asvg="http://schemas.microsoft.com/office/drawing/2016/SVG/main" r:embed="Rbc7702f3e6134f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A92DB1CB-BB60-481F-BF17-0C66A737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EF4F526-2850-4790-94F9-D5E770B5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4EE4FDC-1C94-432E-9FA8-3909B257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88f8a97b64e25">
            <a:extLst>
              <a:ext uri="{96DAC541-7B7A-43D3-8B79-37D633B846F1}">
                <asvg:svgBlip xmlns:asvg="http://schemas.microsoft.com/office/drawing/2016/SVG/main" r:embed="R648aa35be40c4d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CA6A20F-0BB1-4D5C-8A48-8788DA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89C0637-31A4-4CB4-B57A-6556B50D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F6C2B49-3766-430C-BF32-84E4FDD3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C90832F-82CB-4418-B771-1A184649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ED24D5E-6D14-4CE8-A919-073F900D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2E112E9-3E25-4236-AD23-DAFD4207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cecf2c2e348fb">
            <a:extLst>
              <a:ext uri="{96DAC541-7B7A-43D3-8B79-37D633B846F1}">
                <asvg:svgBlip xmlns:asvg="http://schemas.microsoft.com/office/drawing/2016/SVG/main" r:embed="R141073d363364b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7DDDB36-F0DD-47BD-987B-5DA2F51B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0CD1D1E7-C68C-4BA9-B6A3-9B019C16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DAF90F6C-7398-49FF-8350-C0BE45A7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9b5ba04274e88">
            <a:extLst>
              <a:ext uri="{96DAC541-7B7A-43D3-8B79-37D633B846F1}">
                <asvg:svgBlip xmlns:asvg="http://schemas.microsoft.com/office/drawing/2016/SVG/main" r:embed="Rf9deb8928c144a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8963497-68FD-4D86-A9C3-6AE94E76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C9C3EE94-57EC-4E97-ABA2-8569493B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E659A52B-3BC7-4923-86BB-12EC9642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A73C856A-4898-480C-AF21-3261EE94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8775BEC8-42E3-477F-864B-077CE7BA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FF219B78-6369-48F0-98A4-E5038CB2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94234e15b400f">
            <a:extLst>
              <a:ext uri="{96DAC541-7B7A-43D3-8B79-37D633B846F1}">
                <asvg:svgBlip xmlns:asvg="http://schemas.microsoft.com/office/drawing/2016/SVG/main" r:embed="R6ee7b845936a4e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A95D86EA-DF1E-4EB2-88AD-77B4278B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17D2D710-BA70-4AD8-B119-28A1C70F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09E3B7CC-3918-488F-8B33-83D70F7F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909800a1b4a4b">
            <a:extLst>
              <a:ext uri="{96DAC541-7B7A-43D3-8B79-37D633B846F1}">
                <asvg:svgBlip xmlns:asvg="http://schemas.microsoft.com/office/drawing/2016/SVG/main" r:embed="Reb31ad04aa5040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EB0CC953-63ED-41B9-9B83-828B07A8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1D0E3548-338F-4507-B37C-6FC4EE2B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50EB695A-31A5-483D-AB9E-5CD091FC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455DD6E9-4730-4B3B-8C8A-744E9748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6D6F3BE3-C599-43C7-9845-31FA5D96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5875D1B1-088F-46BD-B274-763F9464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845BDFE-1535-4B98-B3CC-18C3BADF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03111C9-E340-4014-9945-29399BE5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E15309E-7F20-4A8A-B5EF-1C6536E4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E79A7900-1063-4512-AA00-49D9087F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E752A4EF-0F1B-4481-9D5F-B782193F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4AF5677-B15E-450A-910B-82DAD240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FD90458-2955-42AB-BB79-43D11DF2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7BE876CF-2B79-4FC1-8B97-A2C03064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6D0FD83-0F05-49E3-8548-1E85EB0E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05EFE2D-1495-467B-9171-E604AE18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96A8DA6-BFCD-45F2-85C2-D3993DAB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B345350-1EF8-4161-B646-40E9EE6D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C9B3796A-59C2-4069-8C69-F684B6C6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e50cc47c9f4434">
            <a:extLst>
              <a:ext uri="{96DAC541-7B7A-43D3-8B79-37D633B846F1}">
                <asvg:svgBlip xmlns:asvg="http://schemas.microsoft.com/office/drawing/2016/SVG/main" r:embed="R48496510902647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6841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51EAE3D-2360-4531-AC2D-A050582D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DDAF13D-9783-431C-BD05-53A713C0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E968B235-3879-4120-9908-AF7B8FE2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B32F1B33-666A-4B3D-826F-85274C5E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83FDC651-A713-41DC-9706-4BFC495C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DC59A14-2D71-4AF9-A77C-B79573DB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B2E08CDD-0351-4A5C-B611-4E6D51FD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8901af293649f2">
            <a:extLst>
              <a:ext uri="{96DAC541-7B7A-43D3-8B79-37D633B846F1}">
                <asvg:svgBlip xmlns:asvg="http://schemas.microsoft.com/office/drawing/2016/SVG/main" r:embed="Rc36f7fd3eed24da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D1D022BC-7E21-4517-814B-E62CC80B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3899E7C4-C4F9-45C7-9FE7-7F68E0EB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1A4B48A6-2E07-4A34-8F91-56ECD468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c77dd06bf4c65">
            <a:extLst>
              <a:ext uri="{96DAC541-7B7A-43D3-8B79-37D633B846F1}">
                <asvg:svgBlip xmlns:asvg="http://schemas.microsoft.com/office/drawing/2016/SVG/main" r:embed="R5a764d4e18a24d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D4ACB53-68CC-49A7-94BA-548F1F5C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60FFF3DF-B1A1-40B5-86D4-6E360CF4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CA8176F4-0D97-4024-9BEF-6A8B7703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c7d1431ac4912">
            <a:extLst>
              <a:ext uri="{96DAC541-7B7A-43D3-8B79-37D633B846F1}">
                <asvg:svgBlip xmlns:asvg="http://schemas.microsoft.com/office/drawing/2016/SVG/main" r:embed="Raeb6c13eff0f48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9339EA3F-38B2-447D-8442-4895B524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433965D-BA40-407E-8ECD-EA960890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5384AAA-84A9-4B2F-B78C-2C918D0F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1747ad1634808">
            <a:extLst>
              <a:ext uri="{96DAC541-7B7A-43D3-8B79-37D633B846F1}">
                <asvg:svgBlip xmlns:asvg="http://schemas.microsoft.com/office/drawing/2016/SVG/main" r:embed="R9189a2767b4343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86EC243C-6E50-4995-85DD-CC896C72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16EE5ED-31C7-47BD-9473-36EC7B37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98AAB8E-B3BD-464A-A8A7-FC0C2AD5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4A38E81-F4BD-42E0-ACA4-0E475F22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548AFB2-55D1-47E0-985C-04BA86A6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3DD8FB3-03DB-47A4-BA46-B7635CA2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b572f2c0e43fb">
            <a:extLst>
              <a:ext uri="{96DAC541-7B7A-43D3-8B79-37D633B846F1}">
                <asvg:svgBlip xmlns:asvg="http://schemas.microsoft.com/office/drawing/2016/SVG/main" r:embed="R55c270aed1ea42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35B5A345-4917-41B2-879B-9F872468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52AC061-AE44-4551-9890-33AD637C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BCCFF97-63F9-4075-8CF0-338F508D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64f48c3eac40ab">
            <a:extLst>
              <a:ext uri="{96DAC541-7B7A-43D3-8B79-37D633B846F1}">
                <asvg:svgBlip xmlns:asvg="http://schemas.microsoft.com/office/drawing/2016/SVG/main" r:embed="R7ed54e3b84ea45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DA5A331F-038D-412F-AFB2-C84161EC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16F9AF11-F932-4FB9-A031-1E0D3316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7447D80-5300-47BF-AFF3-3F761B74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04D7DF3D-D55B-4C22-B162-694494EC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E948D680-B9FC-4C18-853C-5007E662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681180BD-835C-4166-BD6F-269F5E8F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e747b0e8d4ab5">
            <a:extLst>
              <a:ext uri="{96DAC541-7B7A-43D3-8B79-37D633B846F1}">
                <asvg:svgBlip xmlns:asvg="http://schemas.microsoft.com/office/drawing/2016/SVG/main" r:embed="Rac85872b264c447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681CFC0F-EB33-44D6-967E-C7E342E7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78224CEC-EB96-45CA-9BAC-5409B9AF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69CC5C04-58A9-49FF-B7FA-06F3AA0A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9e2175a2b4709">
            <a:extLst>
              <a:ext uri="{96DAC541-7B7A-43D3-8B79-37D633B846F1}">
                <asvg:svgBlip xmlns:asvg="http://schemas.microsoft.com/office/drawing/2016/SVG/main" r:embed="R20d36ea1d21e40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31EDF9C6-DB55-469F-9EF1-7C2D8F45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D93CE56D-E00E-49BC-AFEB-C41CCC32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51C567C-5EF1-43BB-AEBD-72CA8720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9ABADBC-7B2B-4797-B3E4-7A1CAB44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D7595B3-9F00-45D2-97D5-2D0EA048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64C37A5-35D9-4C0C-848C-F0F7FAC4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F558075-E0A0-4664-BB27-0136F4DB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9246965-25DA-4D5A-BB1B-54664363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BFA22347-AB09-4E03-A36D-D220A70C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A50FFBE3-8B88-4D39-AAB3-7725AE42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72ABED3-7568-4244-8388-07AF7DA3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9E628A4-EBF3-4868-A115-ED2181BA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5A577C7-F17A-4138-94B4-89BD16AC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EF35CE35-983F-4F96-816C-41B490DF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CFF92F2-51B9-4945-965A-015F3592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0D45A05B-261C-46BF-BB46-4C84A02E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B765CE7-8587-46FA-8EE9-EA27F77C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B3725015-5AC4-40EE-AD75-87B28F4E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DAE0C4F4-9DCD-43CA-BC9E-F652879F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ac6c3216941ad">
            <a:extLst>
              <a:ext uri="{96DAC541-7B7A-43D3-8B79-37D633B846F1}">
                <asvg:svgBlip xmlns:asvg="http://schemas.microsoft.com/office/drawing/2016/SVG/main" r:embed="Rdd3c2972659c42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7769F1F-9768-4C5F-B2C4-8B713AAE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69e860a984d22">
            <a:extLst>
              <a:ext uri="{96DAC541-7B7A-43D3-8B79-37D633B846F1}">
                <asvg:svgBlip xmlns:asvg="http://schemas.microsoft.com/office/drawing/2016/SVG/main" r:embed="Rb029cfb1b6154bf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08345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4903F12-0B0A-4D25-A48F-1C2705E8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A15B0C73-1070-4432-9127-0EC6D1B0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F883B9CF-E2D8-4355-9C05-D9652555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0B02B8B-85C7-4993-9BEF-97D21D90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63F5335-99D6-439A-AF74-FB27E073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6547D73D-CBDB-4E46-AE39-2075245F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CE4372B-D90E-47AB-9F63-CC5F9568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5a5c297f3494f">
            <a:extLst>
              <a:ext uri="{96DAC541-7B7A-43D3-8B79-37D633B846F1}">
                <asvg:svgBlip xmlns:asvg="http://schemas.microsoft.com/office/drawing/2016/SVG/main" r:embed="Rcaaf5a560a0b4f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6682C2C-7A84-4767-9396-B2FCEB4C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807A2B43-591F-4DE5-8B95-3CAE6F87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1BD4DA0-D515-4562-8AB3-6B44CE74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4245ff7f14c1a">
            <a:extLst>
              <a:ext uri="{96DAC541-7B7A-43D3-8B79-37D633B846F1}">
                <asvg:svgBlip xmlns:asvg="http://schemas.microsoft.com/office/drawing/2016/SVG/main" r:embed="Rf6a19d2f24ef40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4D59FD8E-7882-4435-A59C-DE5AFE18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BDB5290-C5D4-44B5-84CD-1FBA622D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93951C3-FCA8-4AD9-9F32-AAADD25D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c2048cd5b4ccf">
            <a:extLst>
              <a:ext uri="{96DAC541-7B7A-43D3-8B79-37D633B846F1}">
                <asvg:svgBlip xmlns:asvg="http://schemas.microsoft.com/office/drawing/2016/SVG/main" r:embed="R37af45d3c0aa4a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A96A4BDF-F310-463D-A3F2-A20EFD62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A586A9F-6639-4A0E-BD0B-06E6BFD4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679E498-2380-4032-8765-F168167C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db168c0c24dd4">
            <a:extLst>
              <a:ext uri="{96DAC541-7B7A-43D3-8B79-37D633B846F1}">
                <asvg:svgBlip xmlns:asvg="http://schemas.microsoft.com/office/drawing/2016/SVG/main" r:embed="Rfa4c64bc4f8e413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88F33FD-1144-4940-A19F-7A43DBE8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98308DB9-4821-43B7-BCC7-45F779C2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9222EACC-81E0-4633-9F2D-4C7A3C1F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42B8174-0DF3-423A-9313-62D7CD90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0B147DB-CFD1-4B63-BC78-6D2A2086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3C5B61C-FBE7-4F0D-B127-DFA4E835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075fc54724a67">
            <a:extLst>
              <a:ext uri="{96DAC541-7B7A-43D3-8B79-37D633B846F1}">
                <asvg:svgBlip xmlns:asvg="http://schemas.microsoft.com/office/drawing/2016/SVG/main" r:embed="Re97dbac42e1847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FE3F3A65-E750-485B-88D8-E8F2171F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52F1F198-F9C3-46D4-8C74-81A5D951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BF1A60D-CD76-4461-8214-B4F1DBDF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0f6557ead4628">
            <a:extLst>
              <a:ext uri="{96DAC541-7B7A-43D3-8B79-37D633B846F1}">
                <asvg:svgBlip xmlns:asvg="http://schemas.microsoft.com/office/drawing/2016/SVG/main" r:embed="R89ece3a153614c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AAFF21AD-EF65-4086-A5A3-2B41BBE0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894793F-1EE6-47C3-A75C-56CC5470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6F2BF62E-464C-4E64-8EA3-36405B17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BE1F5D88-2EB5-416B-B0F6-7A1EA4B6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4B7221FE-F664-4A32-9C81-BCAE1EA8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ABB667C7-9E43-45B3-99C5-68646D62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27004bb62497f">
            <a:extLst>
              <a:ext uri="{96DAC541-7B7A-43D3-8B79-37D633B846F1}">
                <asvg:svgBlip xmlns:asvg="http://schemas.microsoft.com/office/drawing/2016/SVG/main" r:embed="Rc707524961924f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9A422317-2E7F-48B8-9DA4-3FC102B7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5370905F-F7C2-409F-80B9-6C886AEE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03D520F9-3260-4310-8E5A-57D35279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806a6261694ff8">
            <a:extLst>
              <a:ext uri="{96DAC541-7B7A-43D3-8B79-37D633B846F1}">
                <asvg:svgBlip xmlns:asvg="http://schemas.microsoft.com/office/drawing/2016/SVG/main" r:embed="Re14d277d5a4846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8C5D48A6-1DE6-437D-9CBF-CB436016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F81F175E-5E8B-4D9E-96F7-1E4E9DF0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57E26311-B6AD-448A-B6BB-76F89578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F7D985E5-EE51-4DD6-84B8-F0043EEE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57794C1-A617-44C3-8624-F7C0AADC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DB0A38A-D689-4186-914F-0A3802EB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41909DE5-E8DA-44A7-996E-AF7F8C02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54D18EC-CCA6-4F1E-B6F6-43B99A18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B96F3985-1E75-444F-9033-DDCA40BC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792DA91E-A7CF-40F5-9AE0-55444DDB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54FAC6C-D6E7-40DF-BBC2-AE56DE62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7A5839B-ACEF-4BC9-9893-D495C697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7842CE7-64E3-482D-B248-C6A3C225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0C862437-2E84-4C4F-A3D3-2FF1CDBB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C1E2CFA-CE7C-44C7-844E-2A8D8F33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80C43BC-3815-41EB-8C01-EECE36CE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D419BA7-ED74-4ECF-8A72-80DC1589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F5412122-CC63-41B3-8250-082DB4EC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1A2E9E5-1579-4947-ADC0-D12C11E9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c3ae34dbef407e">
            <a:extLst>
              <a:ext uri="{96DAC541-7B7A-43D3-8B79-37D633B846F1}">
                <asvg:svgBlip xmlns:asvg="http://schemas.microsoft.com/office/drawing/2016/SVG/main" r:embed="R652b24bfbd1e4d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44BF4F4A-78FA-44BA-A4E2-7F944C2F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336e463f246f8">
            <a:extLst>
              <a:ext uri="{96DAC541-7B7A-43D3-8B79-37D633B846F1}">
                <asvg:svgBlip xmlns:asvg="http://schemas.microsoft.com/office/drawing/2016/SVG/main" r:embed="Rd9a9ef3cd1e841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3CBAB581-FDD3-49D5-BE97-C8A07F17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3213085864505">
            <a:extLst>
              <a:ext uri="{96DAC541-7B7A-43D3-8B79-37D633B846F1}">
                <asvg:svgBlip xmlns:asvg="http://schemas.microsoft.com/office/drawing/2016/SVG/main" r:embed="R094dd4ac9c684ca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612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90B25B7-8C01-4E5F-A063-808C52E1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7A9CED4-9D61-4B62-B907-07C0989E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7EFCAEE7-E5BE-4572-880A-0A9DFC31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CF3BE99-1E52-45A9-98FE-B95EBEF2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F95F64CC-4798-4870-AF66-C6C3BD2A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28A6837-D57A-48CA-B6BB-8B035A43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FD420E19-46F1-47ED-A60F-4C72F7B0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dbd7e0cda94338">
            <a:extLst>
              <a:ext uri="{96DAC541-7B7A-43D3-8B79-37D633B846F1}">
                <asvg:svgBlip xmlns:asvg="http://schemas.microsoft.com/office/drawing/2016/SVG/main" r:embed="R2162f18db70345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F7CC9C3-D9B5-4103-8C79-6CF4A4D9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4FB27F3-241A-4740-88B1-FC6E74F2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2CA3B66-6B91-4C07-93E2-E9F4A300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46789beda4a39">
            <a:extLst>
              <a:ext uri="{96DAC541-7B7A-43D3-8B79-37D633B846F1}">
                <asvg:svgBlip xmlns:asvg="http://schemas.microsoft.com/office/drawing/2016/SVG/main" r:embed="R9b143add5a3449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598C7572-EFEF-4D0D-B2F0-130519F5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1573875-F7C2-41F9-B4A3-EC34C885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2FF1B73-99A8-499C-BC54-441CFBB0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16bb5ff1a4b6c">
            <a:extLst>
              <a:ext uri="{96DAC541-7B7A-43D3-8B79-37D633B846F1}">
                <asvg:svgBlip xmlns:asvg="http://schemas.microsoft.com/office/drawing/2016/SVG/main" r:embed="Rb61d07409e1c44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0FA0F210-2F8C-4EC1-9661-A7ECB376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40240D2-2597-471A-BB65-CFE454D1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37316EAF-0018-4F48-997D-1247D11F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9cdd5de9c54960">
            <a:extLst>
              <a:ext uri="{96DAC541-7B7A-43D3-8B79-37D633B846F1}">
                <asvg:svgBlip xmlns:asvg="http://schemas.microsoft.com/office/drawing/2016/SVG/main" r:embed="R03d31f8d6b5f4d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72DA366-85C0-4A06-B4BF-C004EC40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CE5B322-664B-4AF5-8A7A-0FF11BF2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DF1DBFAF-0ED6-4991-839C-BF98015E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E3F3748-209B-4D61-94ED-A179B02D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E2BB3FC-8DAD-49F4-99A0-51A97F8F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213881E1-8D28-4DEC-9809-4479BBE8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18413b5614ccb">
            <a:extLst>
              <a:ext uri="{96DAC541-7B7A-43D3-8B79-37D633B846F1}">
                <asvg:svgBlip xmlns:asvg="http://schemas.microsoft.com/office/drawing/2016/SVG/main" r:embed="R0552d7a804e34d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CE0AB3F-A757-43F6-9F4A-27A02E25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F44DF11A-25A9-47D1-A98A-2393AD13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00C559AA-6F12-4C44-B44A-4288BE85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f998b7659e4a9a">
            <a:extLst>
              <a:ext uri="{96DAC541-7B7A-43D3-8B79-37D633B846F1}">
                <asvg:svgBlip xmlns:asvg="http://schemas.microsoft.com/office/drawing/2016/SVG/main" r:embed="Rd9e922b7de0946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2572D32-D0E3-49AF-BFE8-7B768901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55A7965F-DC17-40BE-BC40-44F79BF0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323981B9-9ACA-45F9-8341-2931AA97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804C0562-99A8-42B9-B1A2-C0E7E48A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2B162F72-0A18-4176-81BA-1333E4F3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60664E5E-4DCF-4207-A97B-53BEE40B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df64bbf9b4c00">
            <a:extLst>
              <a:ext uri="{96DAC541-7B7A-43D3-8B79-37D633B846F1}">
                <asvg:svgBlip xmlns:asvg="http://schemas.microsoft.com/office/drawing/2016/SVG/main" r:embed="R15838c078ce749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99D4A888-B237-4FF3-8D42-A66DFEB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5924100B-60E4-43C2-8258-26BB55FB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71E7D42B-C40A-4783-9F8A-5A74EB52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d3ae625d2442f">
            <a:extLst>
              <a:ext uri="{96DAC541-7B7A-43D3-8B79-37D633B846F1}">
                <asvg:svgBlip xmlns:asvg="http://schemas.microsoft.com/office/drawing/2016/SVG/main" r:embed="Rdf54b0ea427e46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28DC1ED4-8D4F-4D4F-8C26-1C8A4E4A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13095A8A-C372-4211-BD50-C0D6BD34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690E9676-CB7F-4F8D-9EFF-7AC7C571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886EF79-2D2B-4785-9F20-25A2E98F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53B5D48-77D4-442F-86AC-607F5E5C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F18E2E51-C309-4DC3-A7FE-6D7C2E7A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B66FAE8-BE7B-4984-A2BB-C52B3D0B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995F7F5A-8C70-4FD2-A51B-7677EAAD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746CDAB6-98F5-4AD9-8397-4A87F6CF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BE1C993-4D26-4011-B63B-BA55A629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1B59D4C-C023-4FBB-B2AB-253E581E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1137700F-9E8D-41C0-9A00-EB8FEC25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530463F-1402-4FCC-8E33-59A815A2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F9C1E7A-22BB-46B5-AC87-1DBC5E7E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2199119C-63F8-4E68-B678-874DA06E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DED4D5A8-93BA-40FE-BCD8-00563347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68094F4-6CFF-4C3F-896D-BE35B39B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8CF40F31-26E4-4607-9578-4A69D382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18968DB-2779-4502-B972-F11D7EFB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4accea53245cb">
            <a:extLst>
              <a:ext uri="{96DAC541-7B7A-43D3-8B79-37D633B846F1}">
                <asvg:svgBlip xmlns:asvg="http://schemas.microsoft.com/office/drawing/2016/SVG/main" r:embed="R0b9863195ccf4a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35EF47A6-3086-40AD-A44E-E68401E6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7705296f446cc">
            <a:extLst>
              <a:ext uri="{96DAC541-7B7A-43D3-8B79-37D633B846F1}">
                <asvg:svgBlip xmlns:asvg="http://schemas.microsoft.com/office/drawing/2016/SVG/main" r:embed="R70c7a027e4ae44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7A7F50C7-91B7-4BF8-A5FB-2991EA51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902f8858c348de">
            <a:extLst>
              <a:ext uri="{96DAC541-7B7A-43D3-8B79-37D633B846F1}">
                <asvg:svgBlip xmlns:asvg="http://schemas.microsoft.com/office/drawing/2016/SVG/main" r:embed="R2547bc988b3241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6DCBE336-D8D5-46D2-BDB6-B4F4908B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638f948074078">
            <a:extLst>
              <a:ext uri="{96DAC541-7B7A-43D3-8B79-37D633B846F1}">
                <asvg:svgBlip xmlns:asvg="http://schemas.microsoft.com/office/drawing/2016/SVG/main" r:embed="R56465d72bc624e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56640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3514DBB-406A-4B43-81E4-4B85E6F0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341A57C2-7AF0-4595-B211-9C9BA525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72E497A1-57F9-44DB-99ED-0E680A3C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99A1551-3B4B-4C0F-B0D5-41172F06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CB4B24D-2DCF-4301-8CE2-83194820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879E10C7-5535-4849-9910-2A605613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E02EF3F1-BA03-4BE0-A4CA-9E1420E0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eccbdada64a62">
            <a:extLst>
              <a:ext uri="{96DAC541-7B7A-43D3-8B79-37D633B846F1}">
                <asvg:svgBlip xmlns:asvg="http://schemas.microsoft.com/office/drawing/2016/SVG/main" r:embed="R373566f9689c44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220E533-A1E7-4596-85A3-DCBEF354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7D67E606-5B3A-479A-8098-790ECC64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E70FA68-95AD-4843-87D0-89E19B6B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c0b7aa4c1a4efc">
            <a:extLst>
              <a:ext uri="{96DAC541-7B7A-43D3-8B79-37D633B846F1}">
                <asvg:svgBlip xmlns:asvg="http://schemas.microsoft.com/office/drawing/2016/SVG/main" r:embed="Rf598d632b56e4e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A9FA9A93-008A-48B3-9000-EB0EE10C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11D715AB-2907-47A1-A00D-8AF55265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489543E2-7F79-4F6F-B086-E57AEEDF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4485dae074ebf">
            <a:extLst>
              <a:ext uri="{96DAC541-7B7A-43D3-8B79-37D633B846F1}">
                <asvg:svgBlip xmlns:asvg="http://schemas.microsoft.com/office/drawing/2016/SVG/main" r:embed="R4dbb7e5c8adc4b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363B55E-EFD4-4849-89DA-108EB6B0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6A532687-29F3-4CBE-825B-D8FC7AF1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44B5775-5320-4A19-A335-40DC50D7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ea72f2e2694e7a">
            <a:extLst>
              <a:ext uri="{96DAC541-7B7A-43D3-8B79-37D633B846F1}">
                <asvg:svgBlip xmlns:asvg="http://schemas.microsoft.com/office/drawing/2016/SVG/main" r:embed="R29b1ab00a23641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4227F81-3E75-4B39-B0F1-8EA80EDF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1E417E6-8DB1-4AF9-A496-F33FFF61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5BF639E-717C-4A3A-BEAA-E5E4CCFE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6B6110E-A143-4FBE-8C52-A1907CFC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5B28972-B1B4-4A43-9437-7D2D08ED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686349C-09BB-4C76-8E39-77F68C63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0fca3fd1b4ab8">
            <a:extLst>
              <a:ext uri="{96DAC541-7B7A-43D3-8B79-37D633B846F1}">
                <asvg:svgBlip xmlns:asvg="http://schemas.microsoft.com/office/drawing/2016/SVG/main" r:embed="Rc9ec3dec3ffb4b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E71774EC-AAB7-4529-B090-A5CC023E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F0FAE04-CF1A-41A5-B61F-DF1F62F7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E7B641A-90D3-4025-B75F-1EEBB6CB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f6b8b7ccc9422f">
            <a:extLst>
              <a:ext uri="{96DAC541-7B7A-43D3-8B79-37D633B846F1}">
                <asvg:svgBlip xmlns:asvg="http://schemas.microsoft.com/office/drawing/2016/SVG/main" r:embed="Re464ddd3c36f47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DF26C3FE-710B-4EF1-8FB0-EED6041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C5A1EB7D-CE92-4142-87E2-5C40B455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25DED5F0-D490-4408-A87E-AE147CC6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9DC2EDDF-3C48-48AC-9A53-F8E917F2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821F9D60-8BBE-430D-AE0F-C03E4504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76C91096-9D72-4734-A83B-AF01646B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83bda69b154fcf">
            <a:extLst>
              <a:ext uri="{96DAC541-7B7A-43D3-8B79-37D633B846F1}">
                <asvg:svgBlip xmlns:asvg="http://schemas.microsoft.com/office/drawing/2016/SVG/main" r:embed="R633db61a7f1a41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765CAE63-EBEF-4633-953A-55E1168A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DFB4B38A-A246-412D-A9AF-448FF581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35859C33-95B3-454E-819B-CF3084D0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7fc38a8654e00">
            <a:extLst>
              <a:ext uri="{96DAC541-7B7A-43D3-8B79-37D633B846F1}">
                <asvg:svgBlip xmlns:asvg="http://schemas.microsoft.com/office/drawing/2016/SVG/main" r:embed="Ra8be0743780a4b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09956C75-BA22-4988-A821-005165F7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24876CE8-B449-45FE-9D55-4FE29962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A0C1EEE-3AEA-408E-9C5F-B20DD858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CFFD3D7-845B-44D2-8883-8CE49500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8B17D69-948C-4B46-ACAC-CDAF028E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3E5D669-EB9B-4365-B85B-5A9C190D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2A85779D-1732-4CFB-8253-5CA0AA00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6FCEBF1-B8D5-4892-97EA-52E09F73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B79BFDA7-2630-4055-9329-441A62EA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B21677C-CE40-458B-842D-192D2C74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C23EB11-EF58-45A2-BFA0-190808D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7D15C5B-5073-4F0E-9058-D0CF56FC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74D4751-4D50-496B-A3E6-2BC6E3FA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7811329A-3CA4-470F-A0AD-F409E200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2E93327E-2F7C-4FB7-948C-7313FB13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B075125-C585-4233-9A26-20B76445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324FAA9-963F-419D-8ABE-FFAF6EFD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0A8023B1-3D5F-4015-B8D1-5E624199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027057B-B6B9-4E56-9C13-74BDB877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8978495b2b4e87">
            <a:extLst>
              <a:ext uri="{96DAC541-7B7A-43D3-8B79-37D633B846F1}">
                <asvg:svgBlip xmlns:asvg="http://schemas.microsoft.com/office/drawing/2016/SVG/main" r:embed="R4a978159938140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4D9CC4B-3FD0-4049-A4D8-54098D27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0e48f966ce4963">
            <a:extLst>
              <a:ext uri="{96DAC541-7B7A-43D3-8B79-37D633B846F1}">
                <asvg:svgBlip xmlns:asvg="http://schemas.microsoft.com/office/drawing/2016/SVG/main" r:embed="R6e066b5066f944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0FD3DE4C-95B3-4182-9044-3E89318F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4ee3d0d9b4ed9">
            <a:extLst>
              <a:ext uri="{96DAC541-7B7A-43D3-8B79-37D633B846F1}">
                <asvg:svgBlip xmlns:asvg="http://schemas.microsoft.com/office/drawing/2016/SVG/main" r:embed="Rc8a09927d7d94a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A7028929-5424-48B2-BF52-3B9B4EB4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549bba5234831">
            <a:extLst>
              <a:ext uri="{96DAC541-7B7A-43D3-8B79-37D633B846F1}">
                <asvg:svgBlip xmlns:asvg="http://schemas.microsoft.com/office/drawing/2016/SVG/main" r:embed="R93e3777085d148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FB9B4DE4-4A20-4854-9B30-3E815138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089f2e93247c8">
            <a:extLst>
              <a:ext uri="{96DAC541-7B7A-43D3-8B79-37D633B846F1}">
                <asvg:svgBlip xmlns:asvg="http://schemas.microsoft.com/office/drawing/2016/SVG/main" r:embed="R7417980297984b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9905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73A68049-1410-453E-A5BF-F5D345EB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17C37588-6F3D-4CC6-9F62-FA641DE5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B06AC077-4C9A-4B53-9B01-5E06FD66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031D4D4-2B95-4575-858A-A07C2E11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DAE7AEB-9F97-4A35-A18E-0DB4FC8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35C5B5F-8684-483B-8BD4-8E8DEBE9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61B6CCD-2173-48BB-A89F-830310FE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5f3cf8e7543e3">
            <a:extLst>
              <a:ext uri="{96DAC541-7B7A-43D3-8B79-37D633B846F1}">
                <asvg:svgBlip xmlns:asvg="http://schemas.microsoft.com/office/drawing/2016/SVG/main" r:embed="Re93fcb0cd52a4c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A4421E9-DFF0-47DF-BDAE-8B0676EC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855240FB-3613-460D-B081-53535D34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38B6EDD5-694F-488C-959C-B2B77FF6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f120e8d89d4fc7">
            <a:extLst>
              <a:ext uri="{96DAC541-7B7A-43D3-8B79-37D633B846F1}">
                <asvg:svgBlip xmlns:asvg="http://schemas.microsoft.com/office/drawing/2016/SVG/main" r:embed="R108b62f3d6854ba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4D4FE7DF-EB55-44AB-A321-0E481D5A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9D52A85-3FEF-4B53-B144-960235FC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62F87FD-911D-4DF7-B699-775F10F9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3bbca586c64cf7">
            <a:extLst>
              <a:ext uri="{96DAC541-7B7A-43D3-8B79-37D633B846F1}">
                <asvg:svgBlip xmlns:asvg="http://schemas.microsoft.com/office/drawing/2016/SVG/main" r:embed="Re125266c949845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C15D5D33-579C-41EE-8ABC-7B6C8968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07942311-B10E-4D19-82FA-A577A602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0275DFC-C170-4743-A869-D67600A4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608984b7f4bce">
            <a:extLst>
              <a:ext uri="{96DAC541-7B7A-43D3-8B79-37D633B846F1}">
                <asvg:svgBlip xmlns:asvg="http://schemas.microsoft.com/office/drawing/2016/SVG/main" r:embed="R5ec4521eff214a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1F31BF8-5F54-4D9D-B30C-5267D19A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9C2A317-9587-4130-B33E-FF1F2198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7A993BC-3294-4196-9190-9D690573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A248AF5-ABA6-4617-9CE4-BE9DA03B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464E85C4-7DC9-4693-A622-6894149B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B78DEFAF-EF3E-4176-9B63-4A5721C6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03e5808d124e2e">
            <a:extLst>
              <a:ext uri="{96DAC541-7B7A-43D3-8B79-37D633B846F1}">
                <asvg:svgBlip xmlns:asvg="http://schemas.microsoft.com/office/drawing/2016/SVG/main" r:embed="R9dc687b5cd9d4f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DC754F32-79D9-4CB2-A264-7227D899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AA576849-8575-4F0C-AA60-806084D7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48F44F72-11C7-44F0-A26C-13EEC037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6fb2ab17a4147">
            <a:extLst>
              <a:ext uri="{96DAC541-7B7A-43D3-8B79-37D633B846F1}">
                <asvg:svgBlip xmlns:asvg="http://schemas.microsoft.com/office/drawing/2016/SVG/main" r:embed="R23449394f35545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906987FF-7F75-4759-881E-5EAD260B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C49D029-C107-41AD-9DBB-8DAC5E6B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529F7899-73B0-49A7-9DCC-F56B04F7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B4AC10FA-3F19-4D15-97BC-E96DA4A9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4B519264-A759-4191-84A1-AA469AC9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F2F90F50-6675-41AE-9F9C-773D6294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a6d8d88f94735">
            <a:extLst>
              <a:ext uri="{96DAC541-7B7A-43D3-8B79-37D633B846F1}">
                <asvg:svgBlip xmlns:asvg="http://schemas.microsoft.com/office/drawing/2016/SVG/main" r:embed="R16fbb7f6dfc34c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7EF39C4E-5D04-4CDA-8667-C0502D1C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9C380FB5-C6A7-447B-9551-AD399EDA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A686348F-5BA5-49DF-9123-11E5D38D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ab9c1bdd34571">
            <a:extLst>
              <a:ext uri="{96DAC541-7B7A-43D3-8B79-37D633B846F1}">
                <asvg:svgBlip xmlns:asvg="http://schemas.microsoft.com/office/drawing/2016/SVG/main" r:embed="Re2afc4ba4bc143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47EC1281-F55C-4742-B9AA-15E4F215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BA93681B-95C3-461B-8BD4-45BA38AD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E8B3CFF-C621-4701-BB44-09CCDA14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7AE814CD-2D8B-4D9A-81D9-B6B2AEA9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DCD1AF9-6A47-4A9A-BF95-1BD43EFD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20704A4-C85F-4251-80E5-B8F56BC7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B5C3393-DBC0-4671-A181-27FF5D48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1909E35-3D63-4290-AD21-12CD814E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66534BC8-0CDD-4636-972B-18B7F06B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C81E950-C13B-4755-87FB-5FC02E1D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E890A00-D7CC-4F9A-9A76-03D90007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19334DB-B7B8-4194-855F-FFCF8238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15BBBDE-DDCA-4E38-A989-7EB5A841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EEDFF401-0073-4DE1-9214-A8167FC4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619AACC-F043-4408-91CA-0938BC83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6A707275-AB7D-483F-B654-433B0E15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053EE56-167E-45C7-A92D-6622C5DB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43E772C2-EABE-45AE-B601-6535299B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6993335D-094E-456A-98E0-4D7CA1A1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1be93b9704d5b">
            <a:extLst>
              <a:ext uri="{96DAC541-7B7A-43D3-8B79-37D633B846F1}">
                <asvg:svgBlip xmlns:asvg="http://schemas.microsoft.com/office/drawing/2016/SVG/main" r:embed="R2ff11b922d27493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A4DB877A-26E9-49A9-A41B-99F634F8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97fed366a486b">
            <a:extLst>
              <a:ext uri="{96DAC541-7B7A-43D3-8B79-37D633B846F1}">
                <asvg:svgBlip xmlns:asvg="http://schemas.microsoft.com/office/drawing/2016/SVG/main" r:embed="R2f093dab87fb4d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16C8A9DF-156E-48D0-BA7A-DD85039A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8498e9e0545eb">
            <a:extLst>
              <a:ext uri="{96DAC541-7B7A-43D3-8B79-37D633B846F1}">
                <asvg:svgBlip xmlns:asvg="http://schemas.microsoft.com/office/drawing/2016/SVG/main" r:embed="Rc4989272826540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CDD15AC-F56C-4761-9A0A-206BAD33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912cc3c8144ba">
            <a:extLst>
              <a:ext uri="{96DAC541-7B7A-43D3-8B79-37D633B846F1}">
                <asvg:svgBlip xmlns:asvg="http://schemas.microsoft.com/office/drawing/2016/SVG/main" r:embed="R7b94adc36dac4d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322DCCAA-996B-42E4-BE8A-3D28BC11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187ebc7834443c">
            <a:extLst>
              <a:ext uri="{96DAC541-7B7A-43D3-8B79-37D633B846F1}">
                <asvg:svgBlip xmlns:asvg="http://schemas.microsoft.com/office/drawing/2016/SVG/main" r:embed="R6634d46f397c4f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9F8CF094-A22B-49F3-B40C-BE8E5C4F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d89ec9b3c42e3">
            <a:extLst>
              <a:ext uri="{96DAC541-7B7A-43D3-8B79-37D633B846F1}">
                <asvg:svgBlip xmlns:asvg="http://schemas.microsoft.com/office/drawing/2016/SVG/main" r:embed="R5c4864d1aee243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98025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1965D6B-E4E0-45BA-8858-1444B806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F878D96-C61A-40DB-AC74-FB136706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04F7CE94-E89C-4933-8184-077D4DB1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69D3847-85CC-49C3-8ECA-81944F38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8F5E031-E2CF-49F3-B9A3-C1111372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3D8B5083-E919-4991-8AB3-68FEDBBA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E49EAA8E-BAA0-4954-A859-42E32570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9e18f00f746a0">
            <a:extLst>
              <a:ext uri="{96DAC541-7B7A-43D3-8B79-37D633B846F1}">
                <asvg:svgBlip xmlns:asvg="http://schemas.microsoft.com/office/drawing/2016/SVG/main" r:embed="R186d1e1a4b5545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7BDC0C59-8A5A-40A6-B1B0-BF7D93B5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550B480-9007-4BBE-90B2-CEBE54CD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86C54E0-621D-42B8-A7E4-22C5EE0E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816c27ac7485e">
            <a:extLst>
              <a:ext uri="{96DAC541-7B7A-43D3-8B79-37D633B846F1}">
                <asvg:svgBlip xmlns:asvg="http://schemas.microsoft.com/office/drawing/2016/SVG/main" r:embed="Rc31169cbfbd142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3833739-F8AC-426E-9F88-91A9935B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AEB7EB1-5754-4E96-B2C6-2D6AC668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540B346-A7CA-402C-84EF-715D4EA6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2d9cabf7a643df">
            <a:extLst>
              <a:ext uri="{96DAC541-7B7A-43D3-8B79-37D633B846F1}">
                <asvg:svgBlip xmlns:asvg="http://schemas.microsoft.com/office/drawing/2016/SVG/main" r:embed="R0443b74e3474430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BF4285F-6564-4FBD-8EA3-948B63F9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8614B51E-655F-4E15-AACB-5D6A6199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E46C693-3648-41B3-A4AB-F61372E9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7a4feecc0403a">
            <a:extLst>
              <a:ext uri="{96DAC541-7B7A-43D3-8B79-37D633B846F1}">
                <asvg:svgBlip xmlns:asvg="http://schemas.microsoft.com/office/drawing/2016/SVG/main" r:embed="R0069af3fd1c842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0D17B8CF-9F2D-458B-8392-12431CE4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0AF96C3D-B59D-4C48-A39C-6BF3F7B0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61B2CEB5-7FDB-4C35-9846-2EAB4E9E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BD8E60A-D50A-4598-B17D-97CDF195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70874F0-54CD-4D98-BC41-44FB63C5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9B976FB-3E8E-4F17-BB1F-0933A67B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eb6b2c4c44c32">
            <a:extLst>
              <a:ext uri="{96DAC541-7B7A-43D3-8B79-37D633B846F1}">
                <asvg:svgBlip xmlns:asvg="http://schemas.microsoft.com/office/drawing/2016/SVG/main" r:embed="R6c6b9f4375c74f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E07F5C7-9744-473E-9715-3FBF6C92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CEC1E9E-78E8-452E-8050-24B4D063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41244E9-FCBB-4D78-AD4C-37F70669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2c5d5d2d04584">
            <a:extLst>
              <a:ext uri="{96DAC541-7B7A-43D3-8B79-37D633B846F1}">
                <asvg:svgBlip xmlns:asvg="http://schemas.microsoft.com/office/drawing/2016/SVG/main" r:embed="R85e3f4e3049c48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58C0BD91-9AF2-45C5-9B9B-B5223BD8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56232F19-D427-4548-8A62-802E14E7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9DCE795D-C7EE-450F-887E-C83C88D6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BAABB172-25CE-49DD-9DB0-660403D7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D2FEDE3E-E8DC-48EA-9C9D-96E8818A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0248F224-E0D0-4E69-882B-78E0E2B5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1f38317de4cfc">
            <a:extLst>
              <a:ext uri="{96DAC541-7B7A-43D3-8B79-37D633B846F1}">
                <asvg:svgBlip xmlns:asvg="http://schemas.microsoft.com/office/drawing/2016/SVG/main" r:embed="Rd6627c295dee4c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D6FCDB0F-8DDA-4DA7-95D2-286088BD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58E2F387-CFD1-4CCC-A2A5-11D34F54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6E5DB1BB-1926-4039-8F29-469E0B47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fa0c2d6e44128">
            <a:extLst>
              <a:ext uri="{96DAC541-7B7A-43D3-8B79-37D633B846F1}">
                <asvg:svgBlip xmlns:asvg="http://schemas.microsoft.com/office/drawing/2016/SVG/main" r:embed="R9b3a2003afcd4d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2C07C3DF-02C0-47DF-A4F0-A4055B30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0D3F338A-01FA-4BA2-94AD-717BBE06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A79DD96-680D-4B1F-BCF2-179F1439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ADB01D84-5EA6-4CCB-8491-EA14667A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268CD622-3E87-46E5-ADB5-6FADD99E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3ABD68B-C99F-4090-AE39-490C15C1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4A9AF0D2-59D2-47FC-9BF1-DF786C95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4427BCA-C5AB-42A8-BFBC-D1CDAECB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9E1B84F8-D504-4C4F-8DFA-61F0433A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D5ACC0E-ACBF-4BF9-8B12-D69B0B09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CCFEF43-9115-4FB3-8D7A-E53D091B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C13085B-E2EF-4F0F-91A0-649302FC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BAFBC7B-9DC3-4E7B-BF19-E924B3C3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A073718E-9F2A-44E0-A3FD-0B2624F2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4DD043F-3E9F-4470-BA8D-DF22A9F7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59A7E98-E9A9-4821-B024-BDD7C434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2B6B251-6800-40A9-A3E6-786479C2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E4ED0831-7FC7-4B3B-A0A1-CD0097CE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9F345583-48F9-4ACA-8F45-30D90E29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4ec7608f042ca">
            <a:extLst>
              <a:ext uri="{96DAC541-7B7A-43D3-8B79-37D633B846F1}">
                <asvg:svgBlip xmlns:asvg="http://schemas.microsoft.com/office/drawing/2016/SVG/main" r:embed="R0a82b4f8883e4b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092D34BB-8D11-4CC3-AC44-E9E8350F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9b93f7f524195">
            <a:extLst>
              <a:ext uri="{96DAC541-7B7A-43D3-8B79-37D633B846F1}">
                <asvg:svgBlip xmlns:asvg="http://schemas.microsoft.com/office/drawing/2016/SVG/main" r:embed="R681e8d9de47743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081E3E3E-F8A3-4CD5-B927-84F6C0EE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cceb081bd4462">
            <a:extLst>
              <a:ext uri="{96DAC541-7B7A-43D3-8B79-37D633B846F1}">
                <asvg:svgBlip xmlns:asvg="http://schemas.microsoft.com/office/drawing/2016/SVG/main" r:embed="R5265de5ec7ae41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82282EF-B3CE-4EEE-84EB-2682C18E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91b07e35546cf">
            <a:extLst>
              <a:ext uri="{96DAC541-7B7A-43D3-8B79-37D633B846F1}">
                <asvg:svgBlip xmlns:asvg="http://schemas.microsoft.com/office/drawing/2016/SVG/main" r:embed="Rcd99f9ea911c4f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9CBEA111-EE66-41AD-AC85-F62E60CE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d41a0965746dd">
            <a:extLst>
              <a:ext uri="{96DAC541-7B7A-43D3-8B79-37D633B846F1}">
                <asvg:svgBlip xmlns:asvg="http://schemas.microsoft.com/office/drawing/2016/SVG/main" r:embed="Rddcaec62224e4b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A730FDF3-BE16-4430-BDD3-82356399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bd5bc021e946d6">
            <a:extLst>
              <a:ext uri="{96DAC541-7B7A-43D3-8B79-37D633B846F1}">
                <asvg:svgBlip xmlns:asvg="http://schemas.microsoft.com/office/drawing/2016/SVG/main" r:embed="Rc6f90f1dfff144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96E1A62D-BB33-4337-B7CF-60CA219A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432adccf91444d">
            <a:extLst>
              <a:ext uri="{96DAC541-7B7A-43D3-8B79-37D633B846F1}">
                <asvg:svgBlip xmlns:asvg="http://schemas.microsoft.com/office/drawing/2016/SVG/main" r:embed="R887c777f085240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23608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82419C3-3606-4858-A37D-C47C6137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878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8450863-22F4-4128-B7EE-8CAE9D40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516516"/>
            <a:ext cx="11144250" cy="2693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07159DAD-D0E3-4F8C-AD4A-DD1089E0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873625"/>
          </a:xfrm>
          <a:custGeom xmlns:a="http://schemas.openxmlformats.org/drawingml/2006/main">
            <a:pathLst>
              <a:path w="514350" h="1873625">
                <a:moveTo>
                  <a:pt x="0" y="0"/>
                </a:moveTo>
                <a:lnTo>
                  <a:pt x="19060" y="0"/>
                </a:lnTo>
                <a:lnTo>
                  <a:pt x="38110" y="0"/>
                </a:lnTo>
                <a:lnTo>
                  <a:pt x="57169" y="0"/>
                </a:lnTo>
                <a:lnTo>
                  <a:pt x="76229" y="0"/>
                </a:lnTo>
                <a:lnTo>
                  <a:pt x="95288" y="0"/>
                </a:lnTo>
                <a:lnTo>
                  <a:pt x="114338" y="0"/>
                </a:lnTo>
                <a:lnTo>
                  <a:pt x="133398" y="0"/>
                </a:lnTo>
                <a:lnTo>
                  <a:pt x="152457" y="0"/>
                </a:lnTo>
                <a:lnTo>
                  <a:pt x="171517" y="0"/>
                </a:lnTo>
                <a:lnTo>
                  <a:pt x="190567" y="0"/>
                </a:lnTo>
                <a:lnTo>
                  <a:pt x="209626" y="0"/>
                </a:lnTo>
                <a:lnTo>
                  <a:pt x="228686" y="0"/>
                </a:lnTo>
                <a:lnTo>
                  <a:pt x="247736" y="0"/>
                </a:lnTo>
                <a:lnTo>
                  <a:pt x="266795" y="0"/>
                </a:lnTo>
                <a:lnTo>
                  <a:pt x="285855" y="0"/>
                </a:lnTo>
                <a:lnTo>
                  <a:pt x="304914" y="0"/>
                </a:lnTo>
                <a:lnTo>
                  <a:pt x="323964" y="0"/>
                </a:lnTo>
                <a:lnTo>
                  <a:pt x="343024" y="0"/>
                </a:lnTo>
                <a:lnTo>
                  <a:pt x="362083" y="0"/>
                </a:lnTo>
                <a:lnTo>
                  <a:pt x="381133" y="0"/>
                </a:lnTo>
                <a:lnTo>
                  <a:pt x="400193" y="0"/>
                </a:lnTo>
                <a:lnTo>
                  <a:pt x="419252" y="0"/>
                </a:lnTo>
                <a:lnTo>
                  <a:pt x="438312" y="0"/>
                </a:lnTo>
                <a:lnTo>
                  <a:pt x="457362" y="0"/>
                </a:lnTo>
                <a:lnTo>
                  <a:pt x="476421" y="0"/>
                </a:lnTo>
                <a:lnTo>
                  <a:pt x="495481" y="0"/>
                </a:lnTo>
                <a:lnTo>
                  <a:pt x="514350" y="191"/>
                </a:lnTo>
                <a:lnTo>
                  <a:pt x="514350" y="19241"/>
                </a:lnTo>
                <a:lnTo>
                  <a:pt x="514350" y="38300"/>
                </a:lnTo>
                <a:lnTo>
                  <a:pt x="514350" y="57350"/>
                </a:lnTo>
                <a:lnTo>
                  <a:pt x="514350" y="76410"/>
                </a:lnTo>
                <a:lnTo>
                  <a:pt x="514350" y="95469"/>
                </a:lnTo>
                <a:lnTo>
                  <a:pt x="514350" y="114519"/>
                </a:lnTo>
                <a:lnTo>
                  <a:pt x="514350" y="133579"/>
                </a:lnTo>
                <a:lnTo>
                  <a:pt x="514350" y="152629"/>
                </a:lnTo>
                <a:lnTo>
                  <a:pt x="514350" y="171688"/>
                </a:lnTo>
                <a:lnTo>
                  <a:pt x="514350" y="190748"/>
                </a:lnTo>
                <a:lnTo>
                  <a:pt x="514350" y="209798"/>
                </a:lnTo>
                <a:lnTo>
                  <a:pt x="514350" y="228857"/>
                </a:lnTo>
                <a:lnTo>
                  <a:pt x="514350" y="247907"/>
                </a:lnTo>
                <a:lnTo>
                  <a:pt x="514350" y="266967"/>
                </a:lnTo>
                <a:lnTo>
                  <a:pt x="514350" y="286026"/>
                </a:lnTo>
                <a:lnTo>
                  <a:pt x="514350" y="305076"/>
                </a:lnTo>
                <a:lnTo>
                  <a:pt x="514350" y="324136"/>
                </a:lnTo>
                <a:lnTo>
                  <a:pt x="514350" y="343186"/>
                </a:lnTo>
                <a:lnTo>
                  <a:pt x="514350" y="362245"/>
                </a:lnTo>
                <a:lnTo>
                  <a:pt x="514350" y="381295"/>
                </a:lnTo>
                <a:lnTo>
                  <a:pt x="514350" y="400355"/>
                </a:lnTo>
                <a:lnTo>
                  <a:pt x="514350" y="419414"/>
                </a:lnTo>
                <a:lnTo>
                  <a:pt x="514350" y="438464"/>
                </a:lnTo>
                <a:lnTo>
                  <a:pt x="514350" y="457524"/>
                </a:lnTo>
                <a:lnTo>
                  <a:pt x="514350" y="476574"/>
                </a:lnTo>
                <a:lnTo>
                  <a:pt x="514350" y="495633"/>
                </a:lnTo>
                <a:lnTo>
                  <a:pt x="514350" y="514693"/>
                </a:lnTo>
                <a:lnTo>
                  <a:pt x="514350" y="533743"/>
                </a:lnTo>
                <a:lnTo>
                  <a:pt x="514350" y="552802"/>
                </a:lnTo>
                <a:lnTo>
                  <a:pt x="514350" y="571852"/>
                </a:lnTo>
                <a:lnTo>
                  <a:pt x="514350" y="590912"/>
                </a:lnTo>
                <a:lnTo>
                  <a:pt x="514350" y="609971"/>
                </a:lnTo>
                <a:lnTo>
                  <a:pt x="514350" y="629021"/>
                </a:lnTo>
                <a:lnTo>
                  <a:pt x="514350" y="648081"/>
                </a:lnTo>
                <a:lnTo>
                  <a:pt x="514350" y="667131"/>
                </a:lnTo>
                <a:lnTo>
                  <a:pt x="514350" y="686191"/>
                </a:lnTo>
                <a:lnTo>
                  <a:pt x="514350" y="705250"/>
                </a:lnTo>
                <a:lnTo>
                  <a:pt x="514350" y="724300"/>
                </a:lnTo>
                <a:lnTo>
                  <a:pt x="514350" y="743360"/>
                </a:lnTo>
                <a:lnTo>
                  <a:pt x="514350" y="762410"/>
                </a:lnTo>
                <a:lnTo>
                  <a:pt x="514350" y="781469"/>
                </a:lnTo>
                <a:lnTo>
                  <a:pt x="514350" y="800529"/>
                </a:lnTo>
                <a:lnTo>
                  <a:pt x="514350" y="819579"/>
                </a:lnTo>
                <a:lnTo>
                  <a:pt x="514350" y="838638"/>
                </a:lnTo>
                <a:lnTo>
                  <a:pt x="514350" y="857688"/>
                </a:lnTo>
                <a:lnTo>
                  <a:pt x="514350" y="876748"/>
                </a:lnTo>
                <a:lnTo>
                  <a:pt x="514350" y="895807"/>
                </a:lnTo>
                <a:lnTo>
                  <a:pt x="514350" y="914857"/>
                </a:lnTo>
                <a:lnTo>
                  <a:pt x="514350" y="933917"/>
                </a:lnTo>
                <a:lnTo>
                  <a:pt x="514350" y="952967"/>
                </a:lnTo>
                <a:lnTo>
                  <a:pt x="514350" y="972026"/>
                </a:lnTo>
                <a:lnTo>
                  <a:pt x="514350" y="991086"/>
                </a:lnTo>
                <a:lnTo>
                  <a:pt x="514350" y="1010136"/>
                </a:lnTo>
                <a:lnTo>
                  <a:pt x="514350" y="1029195"/>
                </a:lnTo>
                <a:lnTo>
                  <a:pt x="514350" y="1048245"/>
                </a:lnTo>
                <a:lnTo>
                  <a:pt x="514350" y="1067305"/>
                </a:lnTo>
                <a:lnTo>
                  <a:pt x="514350" y="1086364"/>
                </a:lnTo>
                <a:lnTo>
                  <a:pt x="514350" y="1105414"/>
                </a:lnTo>
                <a:lnTo>
                  <a:pt x="514350" y="1124474"/>
                </a:lnTo>
                <a:lnTo>
                  <a:pt x="514350" y="1143524"/>
                </a:lnTo>
                <a:lnTo>
                  <a:pt x="514350" y="1162583"/>
                </a:lnTo>
                <a:lnTo>
                  <a:pt x="514350" y="1181643"/>
                </a:lnTo>
                <a:lnTo>
                  <a:pt x="514350" y="1200693"/>
                </a:lnTo>
                <a:lnTo>
                  <a:pt x="514350" y="1219752"/>
                </a:lnTo>
                <a:lnTo>
                  <a:pt x="514350" y="1238802"/>
                </a:lnTo>
                <a:lnTo>
                  <a:pt x="514350" y="1257862"/>
                </a:lnTo>
                <a:lnTo>
                  <a:pt x="514350" y="1276922"/>
                </a:lnTo>
                <a:lnTo>
                  <a:pt x="514350" y="1295972"/>
                </a:lnTo>
                <a:lnTo>
                  <a:pt x="514350" y="1315031"/>
                </a:lnTo>
                <a:lnTo>
                  <a:pt x="514350" y="1334081"/>
                </a:lnTo>
                <a:lnTo>
                  <a:pt x="514350" y="1353141"/>
                </a:lnTo>
                <a:lnTo>
                  <a:pt x="514350" y="1372200"/>
                </a:lnTo>
                <a:lnTo>
                  <a:pt x="514350" y="1391250"/>
                </a:lnTo>
                <a:lnTo>
                  <a:pt x="514350" y="1410310"/>
                </a:lnTo>
                <a:lnTo>
                  <a:pt x="514350" y="1429360"/>
                </a:lnTo>
                <a:lnTo>
                  <a:pt x="514350" y="1448419"/>
                </a:lnTo>
                <a:lnTo>
                  <a:pt x="514350" y="1467479"/>
                </a:lnTo>
                <a:lnTo>
                  <a:pt x="514350" y="1486529"/>
                </a:lnTo>
                <a:lnTo>
                  <a:pt x="514350" y="1505588"/>
                </a:lnTo>
                <a:lnTo>
                  <a:pt x="514350" y="1524638"/>
                </a:lnTo>
                <a:lnTo>
                  <a:pt x="514350" y="1543698"/>
                </a:lnTo>
                <a:lnTo>
                  <a:pt x="514350" y="1562757"/>
                </a:lnTo>
                <a:lnTo>
                  <a:pt x="514350" y="1581807"/>
                </a:lnTo>
                <a:lnTo>
                  <a:pt x="514350" y="1600867"/>
                </a:lnTo>
                <a:lnTo>
                  <a:pt x="514350" y="1619917"/>
                </a:lnTo>
                <a:lnTo>
                  <a:pt x="514350" y="1638976"/>
                </a:lnTo>
                <a:lnTo>
                  <a:pt x="514350" y="1658036"/>
                </a:lnTo>
                <a:lnTo>
                  <a:pt x="514350" y="1677086"/>
                </a:lnTo>
                <a:lnTo>
                  <a:pt x="514350" y="1696145"/>
                </a:lnTo>
                <a:lnTo>
                  <a:pt x="514350" y="1715195"/>
                </a:lnTo>
                <a:lnTo>
                  <a:pt x="514350" y="1734255"/>
                </a:lnTo>
                <a:lnTo>
                  <a:pt x="498643" y="1744066"/>
                </a:lnTo>
                <a:lnTo>
                  <a:pt x="481984" y="1753324"/>
                </a:lnTo>
                <a:lnTo>
                  <a:pt x="465325" y="1762582"/>
                </a:lnTo>
                <a:lnTo>
                  <a:pt x="448666" y="1771831"/>
                </a:lnTo>
                <a:lnTo>
                  <a:pt x="432006" y="1781089"/>
                </a:lnTo>
                <a:lnTo>
                  <a:pt x="415347" y="1790338"/>
                </a:lnTo>
                <a:lnTo>
                  <a:pt x="398697" y="1799596"/>
                </a:lnTo>
                <a:lnTo>
                  <a:pt x="382038" y="1808845"/>
                </a:lnTo>
                <a:lnTo>
                  <a:pt x="365379" y="1818103"/>
                </a:lnTo>
                <a:lnTo>
                  <a:pt x="348720" y="1827362"/>
                </a:lnTo>
                <a:lnTo>
                  <a:pt x="332061" y="1836611"/>
                </a:lnTo>
                <a:lnTo>
                  <a:pt x="315401" y="1845869"/>
                </a:lnTo>
                <a:lnTo>
                  <a:pt x="298742" y="1855118"/>
                </a:lnTo>
                <a:lnTo>
                  <a:pt x="282083" y="1864376"/>
                </a:lnTo>
                <a:lnTo>
                  <a:pt x="265424" y="1873625"/>
                </a:lnTo>
                <a:lnTo>
                  <a:pt x="248764" y="1873539"/>
                </a:lnTo>
                <a:lnTo>
                  <a:pt x="232105" y="1864281"/>
                </a:lnTo>
                <a:lnTo>
                  <a:pt x="215446" y="1855032"/>
                </a:lnTo>
                <a:lnTo>
                  <a:pt x="198787" y="1845774"/>
                </a:lnTo>
                <a:lnTo>
                  <a:pt x="182128" y="1836525"/>
                </a:lnTo>
                <a:lnTo>
                  <a:pt x="165468" y="1827266"/>
                </a:lnTo>
                <a:lnTo>
                  <a:pt x="148809" y="1818018"/>
                </a:lnTo>
                <a:lnTo>
                  <a:pt x="132150" y="1808759"/>
                </a:lnTo>
                <a:lnTo>
                  <a:pt x="115491" y="1799501"/>
                </a:lnTo>
                <a:lnTo>
                  <a:pt x="98831" y="1790252"/>
                </a:lnTo>
                <a:lnTo>
                  <a:pt x="82182" y="1780994"/>
                </a:lnTo>
                <a:lnTo>
                  <a:pt x="65522" y="1771745"/>
                </a:lnTo>
                <a:lnTo>
                  <a:pt x="48863" y="1762487"/>
                </a:lnTo>
                <a:lnTo>
                  <a:pt x="32204" y="1753229"/>
                </a:lnTo>
                <a:lnTo>
                  <a:pt x="15545" y="1743980"/>
                </a:lnTo>
                <a:lnTo>
                  <a:pt x="0" y="1734064"/>
                </a:lnTo>
                <a:lnTo>
                  <a:pt x="0" y="1715014"/>
                </a:lnTo>
                <a:lnTo>
                  <a:pt x="0" y="1695955"/>
                </a:lnTo>
                <a:lnTo>
                  <a:pt x="0" y="1676905"/>
                </a:lnTo>
                <a:lnTo>
                  <a:pt x="0" y="1657845"/>
                </a:lnTo>
                <a:lnTo>
                  <a:pt x="0" y="1638786"/>
                </a:lnTo>
                <a:lnTo>
                  <a:pt x="0" y="1619736"/>
                </a:lnTo>
                <a:lnTo>
                  <a:pt x="0" y="1600676"/>
                </a:lnTo>
                <a:lnTo>
                  <a:pt x="0" y="1581626"/>
                </a:lnTo>
                <a:lnTo>
                  <a:pt x="0" y="1562567"/>
                </a:lnTo>
                <a:lnTo>
                  <a:pt x="0" y="1543507"/>
                </a:lnTo>
                <a:lnTo>
                  <a:pt x="0" y="1524457"/>
                </a:lnTo>
                <a:lnTo>
                  <a:pt x="0" y="1505398"/>
                </a:lnTo>
                <a:lnTo>
                  <a:pt x="0" y="1486348"/>
                </a:lnTo>
                <a:lnTo>
                  <a:pt x="0" y="1467288"/>
                </a:lnTo>
                <a:lnTo>
                  <a:pt x="0" y="1448229"/>
                </a:lnTo>
                <a:lnTo>
                  <a:pt x="0" y="1429179"/>
                </a:lnTo>
                <a:lnTo>
                  <a:pt x="0" y="1410119"/>
                </a:lnTo>
                <a:lnTo>
                  <a:pt x="0" y="1391069"/>
                </a:lnTo>
                <a:lnTo>
                  <a:pt x="0" y="1372010"/>
                </a:lnTo>
                <a:lnTo>
                  <a:pt x="0" y="1352950"/>
                </a:lnTo>
                <a:lnTo>
                  <a:pt x="0" y="1333900"/>
                </a:lnTo>
                <a:lnTo>
                  <a:pt x="0" y="1314841"/>
                </a:lnTo>
                <a:lnTo>
                  <a:pt x="0" y="1295791"/>
                </a:lnTo>
                <a:lnTo>
                  <a:pt x="0" y="1276731"/>
                </a:lnTo>
                <a:lnTo>
                  <a:pt x="0" y="1257671"/>
                </a:lnTo>
                <a:lnTo>
                  <a:pt x="0" y="1238621"/>
                </a:lnTo>
                <a:lnTo>
                  <a:pt x="0" y="1219562"/>
                </a:lnTo>
                <a:lnTo>
                  <a:pt x="0" y="1200512"/>
                </a:lnTo>
                <a:lnTo>
                  <a:pt x="0" y="1181452"/>
                </a:lnTo>
                <a:lnTo>
                  <a:pt x="0" y="1162393"/>
                </a:lnTo>
                <a:lnTo>
                  <a:pt x="0" y="1143343"/>
                </a:lnTo>
                <a:lnTo>
                  <a:pt x="0" y="1124283"/>
                </a:lnTo>
                <a:lnTo>
                  <a:pt x="0" y="1105233"/>
                </a:lnTo>
                <a:lnTo>
                  <a:pt x="0" y="1086174"/>
                </a:lnTo>
                <a:lnTo>
                  <a:pt x="0" y="1067114"/>
                </a:lnTo>
                <a:lnTo>
                  <a:pt x="0" y="1048064"/>
                </a:lnTo>
                <a:lnTo>
                  <a:pt x="0" y="1029005"/>
                </a:lnTo>
                <a:lnTo>
                  <a:pt x="0" y="1009955"/>
                </a:lnTo>
                <a:lnTo>
                  <a:pt x="0" y="990895"/>
                </a:lnTo>
                <a:lnTo>
                  <a:pt x="0" y="971836"/>
                </a:lnTo>
                <a:lnTo>
                  <a:pt x="0" y="952786"/>
                </a:lnTo>
                <a:lnTo>
                  <a:pt x="0" y="933726"/>
                </a:lnTo>
                <a:lnTo>
                  <a:pt x="0" y="914676"/>
                </a:lnTo>
                <a:lnTo>
                  <a:pt x="0" y="895617"/>
                </a:lnTo>
                <a:lnTo>
                  <a:pt x="0" y="876557"/>
                </a:lnTo>
                <a:lnTo>
                  <a:pt x="0" y="857507"/>
                </a:lnTo>
                <a:lnTo>
                  <a:pt x="0" y="838448"/>
                </a:lnTo>
                <a:lnTo>
                  <a:pt x="0" y="819398"/>
                </a:lnTo>
                <a:lnTo>
                  <a:pt x="0" y="800338"/>
                </a:lnTo>
                <a:lnTo>
                  <a:pt x="0" y="781279"/>
                </a:lnTo>
                <a:lnTo>
                  <a:pt x="0" y="762229"/>
                </a:lnTo>
                <a:lnTo>
                  <a:pt x="0" y="743169"/>
                </a:lnTo>
                <a:lnTo>
                  <a:pt x="0" y="724119"/>
                </a:lnTo>
                <a:lnTo>
                  <a:pt x="0" y="705060"/>
                </a:lnTo>
                <a:lnTo>
                  <a:pt x="0" y="686000"/>
                </a:lnTo>
                <a:lnTo>
                  <a:pt x="0" y="666950"/>
                </a:lnTo>
                <a:lnTo>
                  <a:pt x="0" y="647891"/>
                </a:lnTo>
                <a:lnTo>
                  <a:pt x="0" y="628841"/>
                </a:lnTo>
                <a:lnTo>
                  <a:pt x="0" y="609781"/>
                </a:lnTo>
                <a:lnTo>
                  <a:pt x="0" y="590721"/>
                </a:lnTo>
                <a:lnTo>
                  <a:pt x="0" y="571671"/>
                </a:lnTo>
                <a:lnTo>
                  <a:pt x="0" y="552612"/>
                </a:lnTo>
                <a:lnTo>
                  <a:pt x="0" y="533562"/>
                </a:lnTo>
                <a:lnTo>
                  <a:pt x="0" y="514502"/>
                </a:lnTo>
                <a:lnTo>
                  <a:pt x="0" y="495452"/>
                </a:lnTo>
                <a:lnTo>
                  <a:pt x="0" y="476393"/>
                </a:lnTo>
                <a:lnTo>
                  <a:pt x="0" y="457333"/>
                </a:lnTo>
                <a:lnTo>
                  <a:pt x="0" y="438283"/>
                </a:lnTo>
                <a:lnTo>
                  <a:pt x="0" y="419224"/>
                </a:lnTo>
                <a:lnTo>
                  <a:pt x="0" y="400174"/>
                </a:lnTo>
                <a:lnTo>
                  <a:pt x="0" y="381114"/>
                </a:lnTo>
                <a:lnTo>
                  <a:pt x="0" y="362055"/>
                </a:lnTo>
                <a:lnTo>
                  <a:pt x="0" y="343005"/>
                </a:lnTo>
                <a:lnTo>
                  <a:pt x="0" y="323945"/>
                </a:lnTo>
                <a:lnTo>
                  <a:pt x="0" y="304895"/>
                </a:lnTo>
                <a:lnTo>
                  <a:pt x="0" y="285836"/>
                </a:lnTo>
                <a:lnTo>
                  <a:pt x="0" y="266776"/>
                </a:lnTo>
                <a:lnTo>
                  <a:pt x="0" y="247726"/>
                </a:lnTo>
                <a:lnTo>
                  <a:pt x="0" y="228667"/>
                </a:lnTo>
                <a:lnTo>
                  <a:pt x="0" y="209617"/>
                </a:lnTo>
                <a:lnTo>
                  <a:pt x="0" y="190557"/>
                </a:lnTo>
                <a:lnTo>
                  <a:pt x="0" y="171498"/>
                </a:lnTo>
                <a:lnTo>
                  <a:pt x="0" y="152448"/>
                </a:lnTo>
                <a:lnTo>
                  <a:pt x="0" y="133388"/>
                </a:lnTo>
                <a:lnTo>
                  <a:pt x="0" y="114338"/>
                </a:lnTo>
                <a:lnTo>
                  <a:pt x="0" y="95279"/>
                </a:lnTo>
                <a:lnTo>
                  <a:pt x="0" y="76219"/>
                </a:lnTo>
                <a:lnTo>
                  <a:pt x="0" y="57169"/>
                </a:lnTo>
                <a:lnTo>
                  <a:pt x="0" y="38110"/>
                </a:lnTo>
                <a:lnTo>
                  <a:pt x="0" y="190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10E61AF-9140-4808-AF86-4AB70A79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516516"/>
            <a:ext cx="514350" cy="2690517"/>
          </a:xfrm>
          <a:custGeom xmlns:a="http://schemas.openxmlformats.org/drawingml/2006/main">
            <a:pathLst>
              <a:path w="514350" h="2690517">
                <a:moveTo>
                  <a:pt x="0" y="0"/>
                </a:moveTo>
                <a:lnTo>
                  <a:pt x="22870" y="12706"/>
                </a:lnTo>
                <a:lnTo>
                  <a:pt x="45739" y="25413"/>
                </a:lnTo>
                <a:lnTo>
                  <a:pt x="68599" y="38110"/>
                </a:lnTo>
                <a:lnTo>
                  <a:pt x="91469" y="50816"/>
                </a:lnTo>
                <a:lnTo>
                  <a:pt x="114338" y="63522"/>
                </a:lnTo>
                <a:lnTo>
                  <a:pt x="137208" y="76229"/>
                </a:lnTo>
                <a:lnTo>
                  <a:pt x="160077" y="88925"/>
                </a:lnTo>
                <a:lnTo>
                  <a:pt x="182947" y="101632"/>
                </a:lnTo>
                <a:lnTo>
                  <a:pt x="205807" y="114338"/>
                </a:lnTo>
                <a:lnTo>
                  <a:pt x="228676" y="127044"/>
                </a:lnTo>
                <a:lnTo>
                  <a:pt x="251546" y="139751"/>
                </a:lnTo>
                <a:lnTo>
                  <a:pt x="274415" y="133293"/>
                </a:lnTo>
                <a:lnTo>
                  <a:pt x="297285" y="120596"/>
                </a:lnTo>
                <a:lnTo>
                  <a:pt x="320154" y="107890"/>
                </a:lnTo>
                <a:lnTo>
                  <a:pt x="343014" y="95183"/>
                </a:lnTo>
                <a:lnTo>
                  <a:pt x="365884" y="82477"/>
                </a:lnTo>
                <a:lnTo>
                  <a:pt x="388753" y="69771"/>
                </a:lnTo>
                <a:lnTo>
                  <a:pt x="411623" y="57074"/>
                </a:lnTo>
                <a:lnTo>
                  <a:pt x="434492" y="44367"/>
                </a:lnTo>
                <a:lnTo>
                  <a:pt x="457362" y="31661"/>
                </a:lnTo>
                <a:lnTo>
                  <a:pt x="480222" y="18955"/>
                </a:lnTo>
                <a:lnTo>
                  <a:pt x="503091" y="6258"/>
                </a:lnTo>
                <a:lnTo>
                  <a:pt x="514350" y="13287"/>
                </a:lnTo>
                <a:lnTo>
                  <a:pt x="514350" y="39443"/>
                </a:lnTo>
                <a:lnTo>
                  <a:pt x="514350" y="65599"/>
                </a:lnTo>
                <a:lnTo>
                  <a:pt x="514350" y="91764"/>
                </a:lnTo>
                <a:lnTo>
                  <a:pt x="514350" y="117920"/>
                </a:lnTo>
                <a:lnTo>
                  <a:pt x="514350" y="144085"/>
                </a:lnTo>
                <a:lnTo>
                  <a:pt x="514350" y="170240"/>
                </a:lnTo>
                <a:lnTo>
                  <a:pt x="514350" y="196396"/>
                </a:lnTo>
                <a:lnTo>
                  <a:pt x="514350" y="222561"/>
                </a:lnTo>
                <a:lnTo>
                  <a:pt x="514350" y="248717"/>
                </a:lnTo>
                <a:lnTo>
                  <a:pt x="514350" y="274882"/>
                </a:lnTo>
                <a:lnTo>
                  <a:pt x="514350" y="301038"/>
                </a:lnTo>
                <a:lnTo>
                  <a:pt x="514350" y="327203"/>
                </a:lnTo>
                <a:lnTo>
                  <a:pt x="514350" y="353358"/>
                </a:lnTo>
                <a:lnTo>
                  <a:pt x="514350" y="379514"/>
                </a:lnTo>
                <a:lnTo>
                  <a:pt x="514350" y="405679"/>
                </a:lnTo>
                <a:lnTo>
                  <a:pt x="514350" y="431835"/>
                </a:lnTo>
                <a:lnTo>
                  <a:pt x="514350" y="458000"/>
                </a:lnTo>
                <a:lnTo>
                  <a:pt x="514350" y="484156"/>
                </a:lnTo>
                <a:lnTo>
                  <a:pt x="514350" y="510311"/>
                </a:lnTo>
                <a:lnTo>
                  <a:pt x="514350" y="536477"/>
                </a:lnTo>
                <a:lnTo>
                  <a:pt x="514350" y="562632"/>
                </a:lnTo>
                <a:lnTo>
                  <a:pt x="514350" y="588797"/>
                </a:lnTo>
                <a:lnTo>
                  <a:pt x="514350" y="614953"/>
                </a:lnTo>
                <a:lnTo>
                  <a:pt x="514350" y="641118"/>
                </a:lnTo>
                <a:lnTo>
                  <a:pt x="514350" y="667274"/>
                </a:lnTo>
                <a:lnTo>
                  <a:pt x="514350" y="693430"/>
                </a:lnTo>
                <a:lnTo>
                  <a:pt x="514350" y="719595"/>
                </a:lnTo>
                <a:lnTo>
                  <a:pt x="514350" y="745750"/>
                </a:lnTo>
                <a:lnTo>
                  <a:pt x="514350" y="771916"/>
                </a:lnTo>
                <a:lnTo>
                  <a:pt x="514350" y="798071"/>
                </a:lnTo>
                <a:lnTo>
                  <a:pt x="514350" y="824227"/>
                </a:lnTo>
                <a:lnTo>
                  <a:pt x="514350" y="850392"/>
                </a:lnTo>
                <a:lnTo>
                  <a:pt x="514350" y="876548"/>
                </a:lnTo>
                <a:lnTo>
                  <a:pt x="514350" y="902713"/>
                </a:lnTo>
                <a:lnTo>
                  <a:pt x="514350" y="928868"/>
                </a:lnTo>
                <a:lnTo>
                  <a:pt x="514350" y="955034"/>
                </a:lnTo>
                <a:lnTo>
                  <a:pt x="514350" y="981189"/>
                </a:lnTo>
                <a:lnTo>
                  <a:pt x="514350" y="1007345"/>
                </a:lnTo>
                <a:lnTo>
                  <a:pt x="514350" y="1033510"/>
                </a:lnTo>
                <a:lnTo>
                  <a:pt x="514350" y="1059666"/>
                </a:lnTo>
                <a:lnTo>
                  <a:pt x="514350" y="1085831"/>
                </a:lnTo>
                <a:lnTo>
                  <a:pt x="514350" y="1111987"/>
                </a:lnTo>
                <a:lnTo>
                  <a:pt x="514350" y="1138142"/>
                </a:lnTo>
                <a:lnTo>
                  <a:pt x="514350" y="1164307"/>
                </a:lnTo>
                <a:lnTo>
                  <a:pt x="514350" y="1190463"/>
                </a:lnTo>
                <a:lnTo>
                  <a:pt x="514350" y="1216628"/>
                </a:lnTo>
                <a:lnTo>
                  <a:pt x="514350" y="1242784"/>
                </a:lnTo>
                <a:lnTo>
                  <a:pt x="514350" y="1268949"/>
                </a:lnTo>
                <a:lnTo>
                  <a:pt x="514350" y="1295105"/>
                </a:lnTo>
                <a:lnTo>
                  <a:pt x="514350" y="1321260"/>
                </a:lnTo>
                <a:lnTo>
                  <a:pt x="514350" y="1347426"/>
                </a:lnTo>
                <a:lnTo>
                  <a:pt x="514350" y="1373581"/>
                </a:lnTo>
                <a:lnTo>
                  <a:pt x="514350" y="1399746"/>
                </a:lnTo>
                <a:lnTo>
                  <a:pt x="514350" y="1425902"/>
                </a:lnTo>
                <a:lnTo>
                  <a:pt x="514350" y="1452067"/>
                </a:lnTo>
                <a:lnTo>
                  <a:pt x="514350" y="1478223"/>
                </a:lnTo>
                <a:lnTo>
                  <a:pt x="514350" y="1504379"/>
                </a:lnTo>
                <a:lnTo>
                  <a:pt x="514350" y="1530544"/>
                </a:lnTo>
                <a:lnTo>
                  <a:pt x="514350" y="1556699"/>
                </a:lnTo>
                <a:lnTo>
                  <a:pt x="514350" y="1582865"/>
                </a:lnTo>
                <a:lnTo>
                  <a:pt x="514350" y="1609020"/>
                </a:lnTo>
                <a:lnTo>
                  <a:pt x="514350" y="1635176"/>
                </a:lnTo>
                <a:lnTo>
                  <a:pt x="514350" y="1661341"/>
                </a:lnTo>
                <a:lnTo>
                  <a:pt x="514350" y="1687497"/>
                </a:lnTo>
                <a:lnTo>
                  <a:pt x="514350" y="1713662"/>
                </a:lnTo>
                <a:lnTo>
                  <a:pt x="514350" y="1739817"/>
                </a:lnTo>
                <a:lnTo>
                  <a:pt x="514350" y="1765983"/>
                </a:lnTo>
                <a:lnTo>
                  <a:pt x="514350" y="1792138"/>
                </a:lnTo>
                <a:lnTo>
                  <a:pt x="514350" y="1818294"/>
                </a:lnTo>
                <a:lnTo>
                  <a:pt x="514350" y="1844459"/>
                </a:lnTo>
                <a:lnTo>
                  <a:pt x="514350" y="1870615"/>
                </a:lnTo>
                <a:lnTo>
                  <a:pt x="514350" y="1896780"/>
                </a:lnTo>
                <a:lnTo>
                  <a:pt x="514350" y="1922936"/>
                </a:lnTo>
                <a:lnTo>
                  <a:pt x="514350" y="1949091"/>
                </a:lnTo>
                <a:lnTo>
                  <a:pt x="514350" y="1975256"/>
                </a:lnTo>
                <a:lnTo>
                  <a:pt x="514350" y="2001412"/>
                </a:lnTo>
                <a:lnTo>
                  <a:pt x="514350" y="2027577"/>
                </a:lnTo>
                <a:lnTo>
                  <a:pt x="514350" y="2053733"/>
                </a:lnTo>
                <a:lnTo>
                  <a:pt x="514350" y="2079898"/>
                </a:lnTo>
                <a:lnTo>
                  <a:pt x="514350" y="2106054"/>
                </a:lnTo>
                <a:lnTo>
                  <a:pt x="514350" y="2132209"/>
                </a:lnTo>
                <a:lnTo>
                  <a:pt x="514350" y="2158375"/>
                </a:lnTo>
                <a:lnTo>
                  <a:pt x="514350" y="2184530"/>
                </a:lnTo>
                <a:lnTo>
                  <a:pt x="514350" y="2210695"/>
                </a:lnTo>
                <a:lnTo>
                  <a:pt x="514350" y="2236851"/>
                </a:lnTo>
                <a:lnTo>
                  <a:pt x="514350" y="2263007"/>
                </a:lnTo>
                <a:lnTo>
                  <a:pt x="514350" y="2289172"/>
                </a:lnTo>
                <a:lnTo>
                  <a:pt x="514350" y="2315327"/>
                </a:lnTo>
                <a:lnTo>
                  <a:pt x="514350" y="2341493"/>
                </a:lnTo>
                <a:lnTo>
                  <a:pt x="514350" y="2367648"/>
                </a:lnTo>
                <a:lnTo>
                  <a:pt x="514350" y="2393813"/>
                </a:lnTo>
                <a:lnTo>
                  <a:pt x="514350" y="2419969"/>
                </a:lnTo>
                <a:lnTo>
                  <a:pt x="514350" y="2446125"/>
                </a:lnTo>
                <a:lnTo>
                  <a:pt x="514350" y="2472290"/>
                </a:lnTo>
                <a:lnTo>
                  <a:pt x="514350" y="2498446"/>
                </a:lnTo>
                <a:lnTo>
                  <a:pt x="514350" y="2524611"/>
                </a:lnTo>
                <a:lnTo>
                  <a:pt x="514350" y="2550766"/>
                </a:lnTo>
                <a:lnTo>
                  <a:pt x="491480" y="2563473"/>
                </a:lnTo>
                <a:lnTo>
                  <a:pt x="468611" y="2576179"/>
                </a:lnTo>
                <a:lnTo>
                  <a:pt x="445741" y="2588876"/>
                </a:lnTo>
                <a:lnTo>
                  <a:pt x="422881" y="2601582"/>
                </a:lnTo>
                <a:lnTo>
                  <a:pt x="400012" y="2614289"/>
                </a:lnTo>
                <a:lnTo>
                  <a:pt x="377142" y="2626995"/>
                </a:lnTo>
                <a:lnTo>
                  <a:pt x="354273" y="2639692"/>
                </a:lnTo>
                <a:lnTo>
                  <a:pt x="331403" y="2652398"/>
                </a:lnTo>
                <a:lnTo>
                  <a:pt x="308543" y="2665105"/>
                </a:lnTo>
                <a:lnTo>
                  <a:pt x="285674" y="2677811"/>
                </a:lnTo>
                <a:lnTo>
                  <a:pt x="262804" y="2690517"/>
                </a:lnTo>
                <a:lnTo>
                  <a:pt x="239935" y="2684059"/>
                </a:lnTo>
                <a:lnTo>
                  <a:pt x="217065" y="2671362"/>
                </a:lnTo>
                <a:lnTo>
                  <a:pt x="194196" y="2658656"/>
                </a:lnTo>
                <a:lnTo>
                  <a:pt x="171336" y="2645950"/>
                </a:lnTo>
                <a:lnTo>
                  <a:pt x="148466" y="2633243"/>
                </a:lnTo>
                <a:lnTo>
                  <a:pt x="125597" y="2620537"/>
                </a:lnTo>
                <a:lnTo>
                  <a:pt x="102727" y="2607840"/>
                </a:lnTo>
                <a:lnTo>
                  <a:pt x="79858" y="2595134"/>
                </a:lnTo>
                <a:lnTo>
                  <a:pt x="56988" y="2582428"/>
                </a:lnTo>
                <a:lnTo>
                  <a:pt x="34128" y="2569721"/>
                </a:lnTo>
                <a:lnTo>
                  <a:pt x="11259" y="2557024"/>
                </a:lnTo>
                <a:lnTo>
                  <a:pt x="0" y="2537489"/>
                </a:lnTo>
                <a:lnTo>
                  <a:pt x="0" y="2511323"/>
                </a:lnTo>
                <a:lnTo>
                  <a:pt x="0" y="2485168"/>
                </a:lnTo>
                <a:lnTo>
                  <a:pt x="0" y="2459003"/>
                </a:lnTo>
                <a:lnTo>
                  <a:pt x="0" y="2432847"/>
                </a:lnTo>
                <a:lnTo>
                  <a:pt x="0" y="2406682"/>
                </a:lnTo>
                <a:lnTo>
                  <a:pt x="0" y="2380526"/>
                </a:lnTo>
                <a:lnTo>
                  <a:pt x="0" y="2354370"/>
                </a:lnTo>
                <a:lnTo>
                  <a:pt x="0" y="2328205"/>
                </a:lnTo>
                <a:lnTo>
                  <a:pt x="0" y="2302050"/>
                </a:lnTo>
                <a:lnTo>
                  <a:pt x="0" y="2275884"/>
                </a:lnTo>
                <a:lnTo>
                  <a:pt x="0" y="2249729"/>
                </a:lnTo>
                <a:lnTo>
                  <a:pt x="0" y="2223573"/>
                </a:lnTo>
                <a:lnTo>
                  <a:pt x="0" y="2197408"/>
                </a:lnTo>
                <a:lnTo>
                  <a:pt x="0" y="2171252"/>
                </a:lnTo>
                <a:lnTo>
                  <a:pt x="0" y="2145087"/>
                </a:lnTo>
                <a:lnTo>
                  <a:pt x="0" y="2118932"/>
                </a:lnTo>
                <a:lnTo>
                  <a:pt x="0" y="2092766"/>
                </a:lnTo>
                <a:lnTo>
                  <a:pt x="0" y="2066611"/>
                </a:lnTo>
                <a:lnTo>
                  <a:pt x="0" y="2040455"/>
                </a:lnTo>
                <a:lnTo>
                  <a:pt x="0" y="2014290"/>
                </a:lnTo>
                <a:lnTo>
                  <a:pt x="0" y="1988134"/>
                </a:lnTo>
                <a:lnTo>
                  <a:pt x="0" y="1961969"/>
                </a:lnTo>
                <a:lnTo>
                  <a:pt x="0" y="1935813"/>
                </a:lnTo>
                <a:lnTo>
                  <a:pt x="0" y="1909658"/>
                </a:lnTo>
                <a:lnTo>
                  <a:pt x="0" y="1883493"/>
                </a:lnTo>
                <a:lnTo>
                  <a:pt x="0" y="1857337"/>
                </a:lnTo>
                <a:lnTo>
                  <a:pt x="0" y="1831172"/>
                </a:lnTo>
                <a:lnTo>
                  <a:pt x="0" y="1805016"/>
                </a:lnTo>
                <a:lnTo>
                  <a:pt x="0" y="1778851"/>
                </a:lnTo>
                <a:lnTo>
                  <a:pt x="0" y="1752695"/>
                </a:lnTo>
                <a:lnTo>
                  <a:pt x="0" y="1726540"/>
                </a:lnTo>
                <a:lnTo>
                  <a:pt x="0" y="1700374"/>
                </a:lnTo>
                <a:lnTo>
                  <a:pt x="0" y="1674219"/>
                </a:lnTo>
                <a:lnTo>
                  <a:pt x="0" y="1648054"/>
                </a:lnTo>
                <a:lnTo>
                  <a:pt x="0" y="1621898"/>
                </a:lnTo>
                <a:lnTo>
                  <a:pt x="0" y="1595742"/>
                </a:lnTo>
                <a:lnTo>
                  <a:pt x="0" y="1569577"/>
                </a:lnTo>
                <a:lnTo>
                  <a:pt x="0" y="1543421"/>
                </a:lnTo>
                <a:lnTo>
                  <a:pt x="0" y="1517256"/>
                </a:lnTo>
                <a:lnTo>
                  <a:pt x="0" y="1491101"/>
                </a:lnTo>
                <a:lnTo>
                  <a:pt x="0" y="1464935"/>
                </a:lnTo>
                <a:lnTo>
                  <a:pt x="0" y="1438780"/>
                </a:lnTo>
                <a:lnTo>
                  <a:pt x="0" y="1412624"/>
                </a:lnTo>
                <a:lnTo>
                  <a:pt x="0" y="1386459"/>
                </a:lnTo>
                <a:lnTo>
                  <a:pt x="0" y="1360303"/>
                </a:lnTo>
                <a:lnTo>
                  <a:pt x="0" y="1334138"/>
                </a:lnTo>
                <a:lnTo>
                  <a:pt x="0" y="1307983"/>
                </a:lnTo>
                <a:lnTo>
                  <a:pt x="0" y="1281827"/>
                </a:lnTo>
                <a:lnTo>
                  <a:pt x="0" y="1255662"/>
                </a:lnTo>
                <a:lnTo>
                  <a:pt x="0" y="1229506"/>
                </a:lnTo>
                <a:lnTo>
                  <a:pt x="0" y="1203341"/>
                </a:lnTo>
                <a:lnTo>
                  <a:pt x="0" y="1177185"/>
                </a:lnTo>
                <a:lnTo>
                  <a:pt x="0" y="1151020"/>
                </a:lnTo>
                <a:lnTo>
                  <a:pt x="0" y="1124864"/>
                </a:lnTo>
                <a:lnTo>
                  <a:pt x="0" y="1098709"/>
                </a:lnTo>
                <a:lnTo>
                  <a:pt x="0" y="1072544"/>
                </a:lnTo>
                <a:lnTo>
                  <a:pt x="0" y="1046388"/>
                </a:lnTo>
                <a:lnTo>
                  <a:pt x="0" y="1020223"/>
                </a:lnTo>
                <a:lnTo>
                  <a:pt x="0" y="994067"/>
                </a:lnTo>
                <a:lnTo>
                  <a:pt x="0" y="967902"/>
                </a:lnTo>
                <a:lnTo>
                  <a:pt x="0" y="941746"/>
                </a:lnTo>
                <a:lnTo>
                  <a:pt x="0" y="915591"/>
                </a:lnTo>
                <a:lnTo>
                  <a:pt x="0" y="889425"/>
                </a:lnTo>
                <a:lnTo>
                  <a:pt x="0" y="863270"/>
                </a:lnTo>
                <a:lnTo>
                  <a:pt x="0" y="837105"/>
                </a:lnTo>
                <a:lnTo>
                  <a:pt x="0" y="810949"/>
                </a:lnTo>
                <a:lnTo>
                  <a:pt x="0" y="784793"/>
                </a:lnTo>
                <a:lnTo>
                  <a:pt x="0" y="758628"/>
                </a:lnTo>
                <a:lnTo>
                  <a:pt x="0" y="732473"/>
                </a:lnTo>
                <a:lnTo>
                  <a:pt x="0" y="706307"/>
                </a:lnTo>
                <a:lnTo>
                  <a:pt x="0" y="680152"/>
                </a:lnTo>
                <a:lnTo>
                  <a:pt x="0" y="653987"/>
                </a:lnTo>
                <a:lnTo>
                  <a:pt x="0" y="627831"/>
                </a:lnTo>
                <a:lnTo>
                  <a:pt x="0" y="601675"/>
                </a:lnTo>
                <a:lnTo>
                  <a:pt x="0" y="575510"/>
                </a:lnTo>
                <a:lnTo>
                  <a:pt x="0" y="549354"/>
                </a:lnTo>
                <a:lnTo>
                  <a:pt x="0" y="523189"/>
                </a:lnTo>
                <a:lnTo>
                  <a:pt x="0" y="497034"/>
                </a:lnTo>
                <a:lnTo>
                  <a:pt x="0" y="470878"/>
                </a:lnTo>
                <a:lnTo>
                  <a:pt x="0" y="444713"/>
                </a:lnTo>
                <a:lnTo>
                  <a:pt x="0" y="418557"/>
                </a:lnTo>
                <a:lnTo>
                  <a:pt x="0" y="392392"/>
                </a:lnTo>
                <a:lnTo>
                  <a:pt x="0" y="366236"/>
                </a:lnTo>
                <a:lnTo>
                  <a:pt x="0" y="340071"/>
                </a:lnTo>
                <a:lnTo>
                  <a:pt x="0" y="313915"/>
                </a:lnTo>
                <a:lnTo>
                  <a:pt x="0" y="287760"/>
                </a:lnTo>
                <a:lnTo>
                  <a:pt x="0" y="261595"/>
                </a:lnTo>
                <a:lnTo>
                  <a:pt x="0" y="235439"/>
                </a:lnTo>
                <a:lnTo>
                  <a:pt x="0" y="209274"/>
                </a:lnTo>
                <a:lnTo>
                  <a:pt x="0" y="183118"/>
                </a:lnTo>
                <a:lnTo>
                  <a:pt x="0" y="156962"/>
                </a:lnTo>
                <a:lnTo>
                  <a:pt x="0" y="130797"/>
                </a:lnTo>
                <a:lnTo>
                  <a:pt x="0" y="104642"/>
                </a:lnTo>
                <a:lnTo>
                  <a:pt x="0" y="78476"/>
                </a:lnTo>
                <a:lnTo>
                  <a:pt x="0" y="52321"/>
                </a:lnTo>
                <a:lnTo>
                  <a:pt x="0" y="2615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21A3F318-463C-41E3-BF8D-AE1D6784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8140" cy="751037"/>
          </a:xfrm>
          <a:custGeom xmlns:a="http://schemas.openxmlformats.org/drawingml/2006/main">
            <a:pathLst>
              <a:path w="3328140" h="751037">
                <a:moveTo>
                  <a:pt x="0" y="0"/>
                </a:moveTo>
                <a:lnTo>
                  <a:pt x="13792" y="28242"/>
                </a:lnTo>
                <a:lnTo>
                  <a:pt x="27584" y="56493"/>
                </a:lnTo>
                <a:lnTo>
                  <a:pt x="41377" y="84734"/>
                </a:lnTo>
                <a:lnTo>
                  <a:pt x="55159" y="112986"/>
                </a:lnTo>
                <a:lnTo>
                  <a:pt x="68951" y="141227"/>
                </a:lnTo>
                <a:lnTo>
                  <a:pt x="82744" y="169478"/>
                </a:lnTo>
                <a:lnTo>
                  <a:pt x="96536" y="197720"/>
                </a:lnTo>
                <a:lnTo>
                  <a:pt x="110328" y="225962"/>
                </a:lnTo>
                <a:lnTo>
                  <a:pt x="124120" y="254213"/>
                </a:lnTo>
                <a:lnTo>
                  <a:pt x="137903" y="282454"/>
                </a:lnTo>
                <a:lnTo>
                  <a:pt x="151695" y="310706"/>
                </a:lnTo>
                <a:lnTo>
                  <a:pt x="165487" y="338947"/>
                </a:lnTo>
                <a:lnTo>
                  <a:pt x="179280" y="367189"/>
                </a:lnTo>
                <a:lnTo>
                  <a:pt x="193072" y="395440"/>
                </a:lnTo>
                <a:lnTo>
                  <a:pt x="206864" y="423682"/>
                </a:lnTo>
                <a:lnTo>
                  <a:pt x="220656" y="451933"/>
                </a:lnTo>
                <a:lnTo>
                  <a:pt x="234439" y="480174"/>
                </a:lnTo>
                <a:lnTo>
                  <a:pt x="248231" y="508425"/>
                </a:lnTo>
                <a:lnTo>
                  <a:pt x="262023" y="536667"/>
                </a:lnTo>
                <a:lnTo>
                  <a:pt x="275815" y="564909"/>
                </a:lnTo>
                <a:lnTo>
                  <a:pt x="289608" y="593160"/>
                </a:lnTo>
                <a:lnTo>
                  <a:pt x="303400" y="621401"/>
                </a:lnTo>
                <a:lnTo>
                  <a:pt x="317183" y="649653"/>
                </a:lnTo>
                <a:lnTo>
                  <a:pt x="330746" y="677856"/>
                </a:lnTo>
                <a:lnTo>
                  <a:pt x="358940" y="691039"/>
                </a:lnTo>
                <a:lnTo>
                  <a:pt x="389525" y="698221"/>
                </a:lnTo>
                <a:lnTo>
                  <a:pt x="420500" y="703564"/>
                </a:lnTo>
                <a:lnTo>
                  <a:pt x="451628" y="707927"/>
                </a:lnTo>
                <a:lnTo>
                  <a:pt x="482841" y="711651"/>
                </a:lnTo>
                <a:lnTo>
                  <a:pt x="514102" y="714918"/>
                </a:lnTo>
                <a:lnTo>
                  <a:pt x="545402" y="717823"/>
                </a:lnTo>
                <a:lnTo>
                  <a:pt x="576720" y="720452"/>
                </a:lnTo>
                <a:lnTo>
                  <a:pt x="608057" y="722852"/>
                </a:lnTo>
                <a:lnTo>
                  <a:pt x="639413" y="725053"/>
                </a:lnTo>
                <a:lnTo>
                  <a:pt x="670779" y="727072"/>
                </a:lnTo>
                <a:lnTo>
                  <a:pt x="702154" y="728958"/>
                </a:lnTo>
                <a:lnTo>
                  <a:pt x="733539" y="730701"/>
                </a:lnTo>
                <a:lnTo>
                  <a:pt x="764934" y="732330"/>
                </a:lnTo>
                <a:lnTo>
                  <a:pt x="796328" y="733854"/>
                </a:lnTo>
                <a:lnTo>
                  <a:pt x="827732" y="735273"/>
                </a:lnTo>
                <a:lnTo>
                  <a:pt x="859136" y="736606"/>
                </a:lnTo>
                <a:lnTo>
                  <a:pt x="890540" y="737864"/>
                </a:lnTo>
                <a:lnTo>
                  <a:pt x="921953" y="739035"/>
                </a:lnTo>
                <a:lnTo>
                  <a:pt x="953367" y="740131"/>
                </a:lnTo>
                <a:lnTo>
                  <a:pt x="984780" y="741159"/>
                </a:lnTo>
                <a:lnTo>
                  <a:pt x="1016194" y="742131"/>
                </a:lnTo>
                <a:lnTo>
                  <a:pt x="1047617" y="743026"/>
                </a:lnTo>
                <a:lnTo>
                  <a:pt x="1079040" y="743874"/>
                </a:lnTo>
                <a:lnTo>
                  <a:pt x="1110463" y="744665"/>
                </a:lnTo>
                <a:lnTo>
                  <a:pt x="1141886" y="745407"/>
                </a:lnTo>
                <a:lnTo>
                  <a:pt x="1173309" y="746093"/>
                </a:lnTo>
                <a:lnTo>
                  <a:pt x="1204732" y="746722"/>
                </a:lnTo>
                <a:lnTo>
                  <a:pt x="1236164" y="747312"/>
                </a:lnTo>
                <a:lnTo>
                  <a:pt x="1267587" y="747855"/>
                </a:lnTo>
                <a:lnTo>
                  <a:pt x="1299020" y="748341"/>
                </a:lnTo>
                <a:lnTo>
                  <a:pt x="1330452" y="748798"/>
                </a:lnTo>
                <a:lnTo>
                  <a:pt x="1361875" y="749198"/>
                </a:lnTo>
                <a:lnTo>
                  <a:pt x="1393307" y="749570"/>
                </a:lnTo>
                <a:lnTo>
                  <a:pt x="1424740" y="749884"/>
                </a:lnTo>
                <a:lnTo>
                  <a:pt x="1456172" y="750170"/>
                </a:lnTo>
                <a:lnTo>
                  <a:pt x="1487605" y="750408"/>
                </a:lnTo>
                <a:lnTo>
                  <a:pt x="1519037" y="750618"/>
                </a:lnTo>
                <a:lnTo>
                  <a:pt x="1550470" y="750780"/>
                </a:lnTo>
                <a:lnTo>
                  <a:pt x="1581893" y="750903"/>
                </a:lnTo>
                <a:lnTo>
                  <a:pt x="1613335" y="750989"/>
                </a:lnTo>
                <a:lnTo>
                  <a:pt x="1644758" y="751037"/>
                </a:lnTo>
                <a:lnTo>
                  <a:pt x="1676190" y="751037"/>
                </a:lnTo>
                <a:lnTo>
                  <a:pt x="1707623" y="751008"/>
                </a:lnTo>
                <a:lnTo>
                  <a:pt x="1739055" y="750941"/>
                </a:lnTo>
                <a:lnTo>
                  <a:pt x="1770488" y="750837"/>
                </a:lnTo>
                <a:lnTo>
                  <a:pt x="1801920" y="750684"/>
                </a:lnTo>
                <a:lnTo>
                  <a:pt x="1833353" y="750503"/>
                </a:lnTo>
                <a:lnTo>
                  <a:pt x="1864785" y="750275"/>
                </a:lnTo>
                <a:lnTo>
                  <a:pt x="1896218" y="750008"/>
                </a:lnTo>
                <a:lnTo>
                  <a:pt x="1927650" y="749703"/>
                </a:lnTo>
                <a:lnTo>
                  <a:pt x="1959083" y="749351"/>
                </a:lnTo>
                <a:lnTo>
                  <a:pt x="1990515" y="748960"/>
                </a:lnTo>
                <a:lnTo>
                  <a:pt x="2021938" y="748532"/>
                </a:lnTo>
                <a:lnTo>
                  <a:pt x="2053371" y="748055"/>
                </a:lnTo>
                <a:lnTo>
                  <a:pt x="2084794" y="747532"/>
                </a:lnTo>
                <a:lnTo>
                  <a:pt x="2116226" y="746970"/>
                </a:lnTo>
                <a:lnTo>
                  <a:pt x="2147649" y="746350"/>
                </a:lnTo>
                <a:lnTo>
                  <a:pt x="2179072" y="745684"/>
                </a:lnTo>
                <a:lnTo>
                  <a:pt x="2210505" y="744969"/>
                </a:lnTo>
                <a:lnTo>
                  <a:pt x="2241928" y="744207"/>
                </a:lnTo>
                <a:lnTo>
                  <a:pt x="2273341" y="743388"/>
                </a:lnTo>
                <a:lnTo>
                  <a:pt x="2304764" y="742502"/>
                </a:lnTo>
                <a:lnTo>
                  <a:pt x="2336187" y="741559"/>
                </a:lnTo>
                <a:lnTo>
                  <a:pt x="2367601" y="740559"/>
                </a:lnTo>
                <a:lnTo>
                  <a:pt x="2399014" y="739483"/>
                </a:lnTo>
                <a:lnTo>
                  <a:pt x="2430428" y="738349"/>
                </a:lnTo>
                <a:lnTo>
                  <a:pt x="2461832" y="737130"/>
                </a:lnTo>
                <a:lnTo>
                  <a:pt x="2493245" y="735835"/>
                </a:lnTo>
                <a:lnTo>
                  <a:pt x="2524639" y="734444"/>
                </a:lnTo>
                <a:lnTo>
                  <a:pt x="2556043" y="732958"/>
                </a:lnTo>
                <a:lnTo>
                  <a:pt x="2587438" y="731387"/>
                </a:lnTo>
                <a:lnTo>
                  <a:pt x="2618823" y="729682"/>
                </a:lnTo>
                <a:lnTo>
                  <a:pt x="2650198" y="727853"/>
                </a:lnTo>
                <a:lnTo>
                  <a:pt x="2681573" y="725891"/>
                </a:lnTo>
                <a:lnTo>
                  <a:pt x="2712930" y="723767"/>
                </a:lnTo>
                <a:lnTo>
                  <a:pt x="2744276" y="721452"/>
                </a:lnTo>
                <a:lnTo>
                  <a:pt x="2775604" y="718928"/>
                </a:lnTo>
                <a:lnTo>
                  <a:pt x="2806913" y="716137"/>
                </a:lnTo>
                <a:lnTo>
                  <a:pt x="2838193" y="713032"/>
                </a:lnTo>
                <a:lnTo>
                  <a:pt x="2869425" y="709508"/>
                </a:lnTo>
                <a:lnTo>
                  <a:pt x="2900591" y="705431"/>
                </a:lnTo>
                <a:lnTo>
                  <a:pt x="2931643" y="700545"/>
                </a:lnTo>
                <a:lnTo>
                  <a:pt x="2962437" y="694287"/>
                </a:lnTo>
                <a:lnTo>
                  <a:pt x="2992355" y="684790"/>
                </a:lnTo>
                <a:lnTo>
                  <a:pt x="3010948" y="661149"/>
                </a:lnTo>
                <a:lnTo>
                  <a:pt x="3024740" y="632898"/>
                </a:lnTo>
                <a:lnTo>
                  <a:pt x="3038532" y="604657"/>
                </a:lnTo>
                <a:lnTo>
                  <a:pt x="3052324" y="576405"/>
                </a:lnTo>
                <a:lnTo>
                  <a:pt x="3066117" y="548164"/>
                </a:lnTo>
                <a:lnTo>
                  <a:pt x="3079899" y="519922"/>
                </a:lnTo>
                <a:lnTo>
                  <a:pt x="3093691" y="491671"/>
                </a:lnTo>
                <a:lnTo>
                  <a:pt x="3107484" y="463429"/>
                </a:lnTo>
                <a:lnTo>
                  <a:pt x="3121276" y="435178"/>
                </a:lnTo>
                <a:lnTo>
                  <a:pt x="3135068" y="406937"/>
                </a:lnTo>
                <a:lnTo>
                  <a:pt x="3148860" y="378685"/>
                </a:lnTo>
                <a:lnTo>
                  <a:pt x="3162652" y="350444"/>
                </a:lnTo>
                <a:lnTo>
                  <a:pt x="3176435" y="322202"/>
                </a:lnTo>
                <a:lnTo>
                  <a:pt x="3190227" y="293951"/>
                </a:lnTo>
                <a:lnTo>
                  <a:pt x="3204020" y="265709"/>
                </a:lnTo>
                <a:lnTo>
                  <a:pt x="3217812" y="237458"/>
                </a:lnTo>
                <a:lnTo>
                  <a:pt x="3231604" y="209217"/>
                </a:lnTo>
                <a:lnTo>
                  <a:pt x="3245396" y="180965"/>
                </a:lnTo>
                <a:lnTo>
                  <a:pt x="3259179" y="152724"/>
                </a:lnTo>
                <a:lnTo>
                  <a:pt x="3272971" y="124482"/>
                </a:lnTo>
                <a:lnTo>
                  <a:pt x="3286763" y="96231"/>
                </a:lnTo>
                <a:lnTo>
                  <a:pt x="3300555" y="67989"/>
                </a:lnTo>
                <a:lnTo>
                  <a:pt x="3314348" y="39738"/>
                </a:lnTo>
                <a:lnTo>
                  <a:pt x="3328140" y="11497"/>
                </a:lnTo>
                <a:lnTo>
                  <a:pt x="3320063" y="11335"/>
                </a:lnTo>
                <a:lnTo>
                  <a:pt x="3289849" y="19869"/>
                </a:lnTo>
                <a:lnTo>
                  <a:pt x="3258931" y="25527"/>
                </a:lnTo>
                <a:lnTo>
                  <a:pt x="3227822" y="29975"/>
                </a:lnTo>
                <a:lnTo>
                  <a:pt x="3196609" y="33709"/>
                </a:lnTo>
                <a:lnTo>
                  <a:pt x="3165348" y="36947"/>
                </a:lnTo>
                <a:lnTo>
                  <a:pt x="3134049" y="39834"/>
                </a:lnTo>
                <a:lnTo>
                  <a:pt x="3102721" y="42424"/>
                </a:lnTo>
                <a:lnTo>
                  <a:pt x="3071374" y="44796"/>
                </a:lnTo>
                <a:lnTo>
                  <a:pt x="3040018" y="46968"/>
                </a:lnTo>
                <a:lnTo>
                  <a:pt x="3008652" y="48987"/>
                </a:lnTo>
                <a:lnTo>
                  <a:pt x="2977277" y="50864"/>
                </a:lnTo>
                <a:lnTo>
                  <a:pt x="2945892" y="52607"/>
                </a:lnTo>
                <a:lnTo>
                  <a:pt x="2914498" y="54245"/>
                </a:lnTo>
                <a:lnTo>
                  <a:pt x="2883103" y="55788"/>
                </a:lnTo>
                <a:lnTo>
                  <a:pt x="2851709" y="57245"/>
                </a:lnTo>
                <a:lnTo>
                  <a:pt x="2820305" y="58617"/>
                </a:lnTo>
                <a:lnTo>
                  <a:pt x="2788901" y="59912"/>
                </a:lnTo>
                <a:lnTo>
                  <a:pt x="2757488" y="61141"/>
                </a:lnTo>
                <a:lnTo>
                  <a:pt x="2726084" y="62303"/>
                </a:lnTo>
                <a:lnTo>
                  <a:pt x="2694670" y="63408"/>
                </a:lnTo>
                <a:lnTo>
                  <a:pt x="2663257" y="64456"/>
                </a:lnTo>
                <a:lnTo>
                  <a:pt x="2631834" y="65456"/>
                </a:lnTo>
                <a:lnTo>
                  <a:pt x="2600420" y="66399"/>
                </a:lnTo>
                <a:lnTo>
                  <a:pt x="2568997" y="67294"/>
                </a:lnTo>
                <a:lnTo>
                  <a:pt x="2537574" y="68142"/>
                </a:lnTo>
                <a:lnTo>
                  <a:pt x="2506151" y="68951"/>
                </a:lnTo>
                <a:lnTo>
                  <a:pt x="2474728" y="69723"/>
                </a:lnTo>
                <a:lnTo>
                  <a:pt x="2443305" y="70447"/>
                </a:lnTo>
                <a:lnTo>
                  <a:pt x="2411882" y="71142"/>
                </a:lnTo>
                <a:lnTo>
                  <a:pt x="2380459" y="71790"/>
                </a:lnTo>
                <a:lnTo>
                  <a:pt x="2349027" y="72409"/>
                </a:lnTo>
                <a:lnTo>
                  <a:pt x="2317604" y="73000"/>
                </a:lnTo>
                <a:lnTo>
                  <a:pt x="2286171" y="73543"/>
                </a:lnTo>
                <a:lnTo>
                  <a:pt x="2254748" y="74057"/>
                </a:lnTo>
                <a:lnTo>
                  <a:pt x="2223316" y="74543"/>
                </a:lnTo>
                <a:lnTo>
                  <a:pt x="2191893" y="75000"/>
                </a:lnTo>
                <a:lnTo>
                  <a:pt x="2160461" y="75428"/>
                </a:lnTo>
                <a:lnTo>
                  <a:pt x="2129028" y="75829"/>
                </a:lnTo>
                <a:lnTo>
                  <a:pt x="2097605" y="76200"/>
                </a:lnTo>
                <a:lnTo>
                  <a:pt x="2066173" y="76533"/>
                </a:lnTo>
                <a:lnTo>
                  <a:pt x="2034740" y="76848"/>
                </a:lnTo>
                <a:lnTo>
                  <a:pt x="2003308" y="77133"/>
                </a:lnTo>
                <a:lnTo>
                  <a:pt x="1971875" y="77400"/>
                </a:lnTo>
                <a:lnTo>
                  <a:pt x="1940443" y="77629"/>
                </a:lnTo>
                <a:lnTo>
                  <a:pt x="1909010" y="77838"/>
                </a:lnTo>
                <a:lnTo>
                  <a:pt x="1877578" y="78019"/>
                </a:lnTo>
                <a:lnTo>
                  <a:pt x="1846145" y="78172"/>
                </a:lnTo>
                <a:lnTo>
                  <a:pt x="1814722" y="78305"/>
                </a:lnTo>
                <a:lnTo>
                  <a:pt x="1783290" y="78410"/>
                </a:lnTo>
                <a:lnTo>
                  <a:pt x="1751857" y="78486"/>
                </a:lnTo>
                <a:lnTo>
                  <a:pt x="1720415" y="78543"/>
                </a:lnTo>
                <a:lnTo>
                  <a:pt x="1688992" y="78572"/>
                </a:lnTo>
                <a:lnTo>
                  <a:pt x="1657560" y="78581"/>
                </a:lnTo>
                <a:lnTo>
                  <a:pt x="1626127" y="78562"/>
                </a:lnTo>
                <a:lnTo>
                  <a:pt x="1594695" y="78515"/>
                </a:lnTo>
                <a:lnTo>
                  <a:pt x="1563262" y="78438"/>
                </a:lnTo>
                <a:lnTo>
                  <a:pt x="1531830" y="78343"/>
                </a:lnTo>
                <a:lnTo>
                  <a:pt x="1500397" y="78229"/>
                </a:lnTo>
                <a:lnTo>
                  <a:pt x="1468965" y="78086"/>
                </a:lnTo>
                <a:lnTo>
                  <a:pt x="1437532" y="77915"/>
                </a:lnTo>
                <a:lnTo>
                  <a:pt x="1406100" y="77714"/>
                </a:lnTo>
                <a:lnTo>
                  <a:pt x="1374667" y="77495"/>
                </a:lnTo>
                <a:lnTo>
                  <a:pt x="1343235" y="77248"/>
                </a:lnTo>
                <a:lnTo>
                  <a:pt x="1311802" y="76972"/>
                </a:lnTo>
                <a:lnTo>
                  <a:pt x="1280370" y="76676"/>
                </a:lnTo>
                <a:lnTo>
                  <a:pt x="1248937" y="76343"/>
                </a:lnTo>
                <a:lnTo>
                  <a:pt x="1217514" y="75981"/>
                </a:lnTo>
                <a:lnTo>
                  <a:pt x="1186082" y="75600"/>
                </a:lnTo>
                <a:lnTo>
                  <a:pt x="1154649" y="75181"/>
                </a:lnTo>
                <a:lnTo>
                  <a:pt x="1123226" y="74743"/>
                </a:lnTo>
                <a:lnTo>
                  <a:pt x="1091794" y="74266"/>
                </a:lnTo>
                <a:lnTo>
                  <a:pt x="1060361" y="73762"/>
                </a:lnTo>
                <a:lnTo>
                  <a:pt x="1028938" y="73219"/>
                </a:lnTo>
                <a:lnTo>
                  <a:pt x="997506" y="72647"/>
                </a:lnTo>
                <a:lnTo>
                  <a:pt x="966083" y="72047"/>
                </a:lnTo>
                <a:lnTo>
                  <a:pt x="934660" y="71409"/>
                </a:lnTo>
                <a:lnTo>
                  <a:pt x="903227" y="70733"/>
                </a:lnTo>
                <a:lnTo>
                  <a:pt x="871804" y="70028"/>
                </a:lnTo>
                <a:lnTo>
                  <a:pt x="840381" y="69275"/>
                </a:lnTo>
                <a:lnTo>
                  <a:pt x="808958" y="68485"/>
                </a:lnTo>
                <a:lnTo>
                  <a:pt x="777535" y="67647"/>
                </a:lnTo>
                <a:lnTo>
                  <a:pt x="746122" y="66770"/>
                </a:lnTo>
                <a:lnTo>
                  <a:pt x="714699" y="65837"/>
                </a:lnTo>
                <a:lnTo>
                  <a:pt x="683285" y="64865"/>
                </a:lnTo>
                <a:lnTo>
                  <a:pt x="651872" y="63846"/>
                </a:lnTo>
                <a:lnTo>
                  <a:pt x="620459" y="62760"/>
                </a:lnTo>
                <a:lnTo>
                  <a:pt x="589045" y="61627"/>
                </a:lnTo>
                <a:lnTo>
                  <a:pt x="557632" y="60417"/>
                </a:lnTo>
                <a:lnTo>
                  <a:pt x="526228" y="59150"/>
                </a:lnTo>
                <a:lnTo>
                  <a:pt x="494824" y="57817"/>
                </a:lnTo>
                <a:lnTo>
                  <a:pt x="463420" y="56398"/>
                </a:lnTo>
                <a:lnTo>
                  <a:pt x="432025" y="54893"/>
                </a:lnTo>
                <a:lnTo>
                  <a:pt x="400631" y="53283"/>
                </a:lnTo>
                <a:lnTo>
                  <a:pt x="369246" y="51578"/>
                </a:lnTo>
                <a:lnTo>
                  <a:pt x="337871" y="49759"/>
                </a:lnTo>
                <a:lnTo>
                  <a:pt x="306495" y="47806"/>
                </a:lnTo>
                <a:lnTo>
                  <a:pt x="275139" y="45701"/>
                </a:lnTo>
                <a:lnTo>
                  <a:pt x="243783" y="43415"/>
                </a:lnTo>
                <a:lnTo>
                  <a:pt x="212455" y="40919"/>
                </a:lnTo>
                <a:lnTo>
                  <a:pt x="181137" y="38157"/>
                </a:lnTo>
                <a:lnTo>
                  <a:pt x="149857" y="35081"/>
                </a:lnTo>
                <a:lnTo>
                  <a:pt x="118624" y="31566"/>
                </a:lnTo>
                <a:lnTo>
                  <a:pt x="87468" y="27451"/>
                </a:lnTo>
                <a:lnTo>
                  <a:pt x="56445" y="22374"/>
                </a:lnTo>
                <a:lnTo>
                  <a:pt x="25813" y="154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71D882BA-4312-4240-A9F6-D3FA08F8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18C7B47-C840-48D5-AB95-97B53AA7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52" y="2701290"/>
            <a:ext cx="2674306" cy="751046"/>
          </a:xfrm>
          <a:custGeom xmlns:a="http://schemas.openxmlformats.org/drawingml/2006/main">
            <a:pathLst>
              <a:path w="2674306" h="751046">
                <a:moveTo>
                  <a:pt x="0" y="0"/>
                </a:moveTo>
                <a:lnTo>
                  <a:pt x="9230" y="24708"/>
                </a:lnTo>
                <a:lnTo>
                  <a:pt x="18459" y="49406"/>
                </a:lnTo>
                <a:lnTo>
                  <a:pt x="27689" y="74114"/>
                </a:lnTo>
                <a:lnTo>
                  <a:pt x="36928" y="98822"/>
                </a:lnTo>
                <a:lnTo>
                  <a:pt x="46158" y="123520"/>
                </a:lnTo>
                <a:lnTo>
                  <a:pt x="55388" y="148228"/>
                </a:lnTo>
                <a:lnTo>
                  <a:pt x="64618" y="172936"/>
                </a:lnTo>
                <a:lnTo>
                  <a:pt x="73847" y="197634"/>
                </a:lnTo>
                <a:lnTo>
                  <a:pt x="83077" y="222342"/>
                </a:lnTo>
                <a:lnTo>
                  <a:pt x="92307" y="247050"/>
                </a:lnTo>
                <a:lnTo>
                  <a:pt x="101537" y="271748"/>
                </a:lnTo>
                <a:lnTo>
                  <a:pt x="110776" y="296456"/>
                </a:lnTo>
                <a:lnTo>
                  <a:pt x="120005" y="321164"/>
                </a:lnTo>
                <a:lnTo>
                  <a:pt x="129235" y="345862"/>
                </a:lnTo>
                <a:lnTo>
                  <a:pt x="138465" y="370570"/>
                </a:lnTo>
                <a:lnTo>
                  <a:pt x="147695" y="395278"/>
                </a:lnTo>
                <a:lnTo>
                  <a:pt x="156924" y="419976"/>
                </a:lnTo>
                <a:lnTo>
                  <a:pt x="166154" y="444684"/>
                </a:lnTo>
                <a:lnTo>
                  <a:pt x="175393" y="469392"/>
                </a:lnTo>
                <a:lnTo>
                  <a:pt x="184623" y="494090"/>
                </a:lnTo>
                <a:lnTo>
                  <a:pt x="193853" y="518798"/>
                </a:lnTo>
                <a:lnTo>
                  <a:pt x="203083" y="543506"/>
                </a:lnTo>
                <a:lnTo>
                  <a:pt x="212312" y="568204"/>
                </a:lnTo>
                <a:lnTo>
                  <a:pt x="221542" y="592912"/>
                </a:lnTo>
                <a:lnTo>
                  <a:pt x="230772" y="617620"/>
                </a:lnTo>
                <a:lnTo>
                  <a:pt x="240011" y="642318"/>
                </a:lnTo>
                <a:lnTo>
                  <a:pt x="249241" y="667026"/>
                </a:lnTo>
                <a:lnTo>
                  <a:pt x="265033" y="686448"/>
                </a:lnTo>
                <a:lnTo>
                  <a:pt x="289836" y="695335"/>
                </a:lnTo>
                <a:lnTo>
                  <a:pt x="315478" y="701450"/>
                </a:lnTo>
                <a:lnTo>
                  <a:pt x="341405" y="706288"/>
                </a:lnTo>
                <a:lnTo>
                  <a:pt x="367465" y="710346"/>
                </a:lnTo>
                <a:lnTo>
                  <a:pt x="393602" y="713861"/>
                </a:lnTo>
                <a:lnTo>
                  <a:pt x="419786" y="716966"/>
                </a:lnTo>
                <a:lnTo>
                  <a:pt x="446018" y="719757"/>
                </a:lnTo>
                <a:lnTo>
                  <a:pt x="472269" y="722281"/>
                </a:lnTo>
                <a:lnTo>
                  <a:pt x="498539" y="724595"/>
                </a:lnTo>
                <a:lnTo>
                  <a:pt x="524828" y="726719"/>
                </a:lnTo>
                <a:lnTo>
                  <a:pt x="551126" y="728691"/>
                </a:lnTo>
                <a:lnTo>
                  <a:pt x="577434" y="730501"/>
                </a:lnTo>
                <a:lnTo>
                  <a:pt x="603752" y="732196"/>
                </a:lnTo>
                <a:lnTo>
                  <a:pt x="630079" y="733777"/>
                </a:lnTo>
                <a:lnTo>
                  <a:pt x="656406" y="735244"/>
                </a:lnTo>
                <a:lnTo>
                  <a:pt x="682742" y="736625"/>
                </a:lnTo>
                <a:lnTo>
                  <a:pt x="709089" y="737911"/>
                </a:lnTo>
                <a:lnTo>
                  <a:pt x="735435" y="739121"/>
                </a:lnTo>
                <a:lnTo>
                  <a:pt x="761781" y="740245"/>
                </a:lnTo>
                <a:lnTo>
                  <a:pt x="788137" y="741302"/>
                </a:lnTo>
                <a:lnTo>
                  <a:pt x="814492" y="742293"/>
                </a:lnTo>
                <a:lnTo>
                  <a:pt x="840848" y="743217"/>
                </a:lnTo>
                <a:lnTo>
                  <a:pt x="867204" y="744074"/>
                </a:lnTo>
                <a:lnTo>
                  <a:pt x="893569" y="744874"/>
                </a:lnTo>
                <a:lnTo>
                  <a:pt x="919925" y="745617"/>
                </a:lnTo>
                <a:lnTo>
                  <a:pt x="946290" y="746312"/>
                </a:lnTo>
                <a:lnTo>
                  <a:pt x="972655" y="746941"/>
                </a:lnTo>
                <a:lnTo>
                  <a:pt x="999020" y="747532"/>
                </a:lnTo>
                <a:lnTo>
                  <a:pt x="1025385" y="748065"/>
                </a:lnTo>
                <a:lnTo>
                  <a:pt x="1051760" y="748560"/>
                </a:lnTo>
                <a:lnTo>
                  <a:pt x="1078125" y="749008"/>
                </a:lnTo>
                <a:lnTo>
                  <a:pt x="1104500" y="749398"/>
                </a:lnTo>
                <a:lnTo>
                  <a:pt x="1130865" y="749751"/>
                </a:lnTo>
                <a:lnTo>
                  <a:pt x="1157240" y="750065"/>
                </a:lnTo>
                <a:lnTo>
                  <a:pt x="1183615" y="750332"/>
                </a:lnTo>
                <a:lnTo>
                  <a:pt x="1209980" y="750551"/>
                </a:lnTo>
                <a:lnTo>
                  <a:pt x="1236355" y="750732"/>
                </a:lnTo>
                <a:lnTo>
                  <a:pt x="1262729" y="750875"/>
                </a:lnTo>
                <a:lnTo>
                  <a:pt x="1289104" y="750970"/>
                </a:lnTo>
                <a:lnTo>
                  <a:pt x="1315469" y="751027"/>
                </a:lnTo>
                <a:lnTo>
                  <a:pt x="1341844" y="751046"/>
                </a:lnTo>
                <a:lnTo>
                  <a:pt x="1368219" y="751018"/>
                </a:lnTo>
                <a:lnTo>
                  <a:pt x="1394593" y="750951"/>
                </a:lnTo>
                <a:lnTo>
                  <a:pt x="1420968" y="750846"/>
                </a:lnTo>
                <a:lnTo>
                  <a:pt x="1447333" y="750694"/>
                </a:lnTo>
                <a:lnTo>
                  <a:pt x="1473708" y="750503"/>
                </a:lnTo>
                <a:lnTo>
                  <a:pt x="1500083" y="750265"/>
                </a:lnTo>
                <a:lnTo>
                  <a:pt x="1526457" y="749989"/>
                </a:lnTo>
                <a:lnTo>
                  <a:pt x="1552823" y="749665"/>
                </a:lnTo>
                <a:lnTo>
                  <a:pt x="1579197" y="749303"/>
                </a:lnTo>
                <a:lnTo>
                  <a:pt x="1605563" y="748894"/>
                </a:lnTo>
                <a:lnTo>
                  <a:pt x="1631937" y="748446"/>
                </a:lnTo>
                <a:lnTo>
                  <a:pt x="1658303" y="747941"/>
                </a:lnTo>
                <a:lnTo>
                  <a:pt x="1684668" y="747389"/>
                </a:lnTo>
                <a:lnTo>
                  <a:pt x="1711033" y="746789"/>
                </a:lnTo>
                <a:lnTo>
                  <a:pt x="1737398" y="746141"/>
                </a:lnTo>
                <a:lnTo>
                  <a:pt x="1763763" y="745436"/>
                </a:lnTo>
                <a:lnTo>
                  <a:pt x="1790129" y="744684"/>
                </a:lnTo>
                <a:lnTo>
                  <a:pt x="1816484" y="743864"/>
                </a:lnTo>
                <a:lnTo>
                  <a:pt x="1842840" y="742988"/>
                </a:lnTo>
                <a:lnTo>
                  <a:pt x="1869196" y="742045"/>
                </a:lnTo>
                <a:lnTo>
                  <a:pt x="1895551" y="741045"/>
                </a:lnTo>
                <a:lnTo>
                  <a:pt x="1921907" y="739978"/>
                </a:lnTo>
                <a:lnTo>
                  <a:pt x="1948253" y="738826"/>
                </a:lnTo>
                <a:lnTo>
                  <a:pt x="1974599" y="737597"/>
                </a:lnTo>
                <a:lnTo>
                  <a:pt x="2000936" y="736292"/>
                </a:lnTo>
                <a:lnTo>
                  <a:pt x="2027272" y="734892"/>
                </a:lnTo>
                <a:lnTo>
                  <a:pt x="2053600" y="733387"/>
                </a:lnTo>
                <a:lnTo>
                  <a:pt x="2079927" y="731787"/>
                </a:lnTo>
                <a:lnTo>
                  <a:pt x="2106244" y="730063"/>
                </a:lnTo>
                <a:lnTo>
                  <a:pt x="2132552" y="728215"/>
                </a:lnTo>
                <a:lnTo>
                  <a:pt x="2158851" y="726205"/>
                </a:lnTo>
                <a:lnTo>
                  <a:pt x="2185130" y="724043"/>
                </a:lnTo>
                <a:lnTo>
                  <a:pt x="2211400" y="721671"/>
                </a:lnTo>
                <a:lnTo>
                  <a:pt x="2237642" y="719080"/>
                </a:lnTo>
                <a:lnTo>
                  <a:pt x="2263864" y="716223"/>
                </a:lnTo>
                <a:lnTo>
                  <a:pt x="2290039" y="713022"/>
                </a:lnTo>
                <a:lnTo>
                  <a:pt x="2316156" y="709393"/>
                </a:lnTo>
                <a:lnTo>
                  <a:pt x="2342188" y="705164"/>
                </a:lnTo>
                <a:lnTo>
                  <a:pt x="2368067" y="700068"/>
                </a:lnTo>
                <a:lnTo>
                  <a:pt x="2393594" y="693477"/>
                </a:lnTo>
                <a:lnTo>
                  <a:pt x="2417807" y="683219"/>
                </a:lnTo>
                <a:lnTo>
                  <a:pt x="2430170" y="660845"/>
                </a:lnTo>
                <a:lnTo>
                  <a:pt x="2439400" y="636146"/>
                </a:lnTo>
                <a:lnTo>
                  <a:pt x="2448630" y="611438"/>
                </a:lnTo>
                <a:lnTo>
                  <a:pt x="2457860" y="586730"/>
                </a:lnTo>
                <a:lnTo>
                  <a:pt x="2467089" y="562032"/>
                </a:lnTo>
                <a:lnTo>
                  <a:pt x="2476319" y="537324"/>
                </a:lnTo>
                <a:lnTo>
                  <a:pt x="2485558" y="512616"/>
                </a:lnTo>
                <a:lnTo>
                  <a:pt x="2494788" y="487918"/>
                </a:lnTo>
                <a:lnTo>
                  <a:pt x="2504018" y="463210"/>
                </a:lnTo>
                <a:lnTo>
                  <a:pt x="2513247" y="438502"/>
                </a:lnTo>
                <a:lnTo>
                  <a:pt x="2522477" y="413804"/>
                </a:lnTo>
                <a:lnTo>
                  <a:pt x="2531707" y="389096"/>
                </a:lnTo>
                <a:lnTo>
                  <a:pt x="2540937" y="364388"/>
                </a:lnTo>
                <a:lnTo>
                  <a:pt x="2550166" y="339690"/>
                </a:lnTo>
                <a:lnTo>
                  <a:pt x="2559406" y="314982"/>
                </a:lnTo>
                <a:lnTo>
                  <a:pt x="2568635" y="290274"/>
                </a:lnTo>
                <a:lnTo>
                  <a:pt x="2577865" y="265576"/>
                </a:lnTo>
                <a:lnTo>
                  <a:pt x="2587095" y="240868"/>
                </a:lnTo>
                <a:lnTo>
                  <a:pt x="2596325" y="216160"/>
                </a:lnTo>
                <a:lnTo>
                  <a:pt x="2605554" y="191462"/>
                </a:lnTo>
                <a:lnTo>
                  <a:pt x="2614784" y="166754"/>
                </a:lnTo>
                <a:lnTo>
                  <a:pt x="2624023" y="142046"/>
                </a:lnTo>
                <a:lnTo>
                  <a:pt x="2633253" y="117348"/>
                </a:lnTo>
                <a:lnTo>
                  <a:pt x="2642483" y="92640"/>
                </a:lnTo>
                <a:lnTo>
                  <a:pt x="2651712" y="67932"/>
                </a:lnTo>
                <a:lnTo>
                  <a:pt x="2660942" y="43234"/>
                </a:lnTo>
                <a:lnTo>
                  <a:pt x="2670172" y="18526"/>
                </a:lnTo>
                <a:lnTo>
                  <a:pt x="2674306" y="5791"/>
                </a:lnTo>
                <a:lnTo>
                  <a:pt x="2650798" y="17278"/>
                </a:lnTo>
                <a:lnTo>
                  <a:pt x="2625261" y="23832"/>
                </a:lnTo>
                <a:lnTo>
                  <a:pt x="2599363" y="28766"/>
                </a:lnTo>
                <a:lnTo>
                  <a:pt x="2573303" y="32823"/>
                </a:lnTo>
                <a:lnTo>
                  <a:pt x="2547156" y="36300"/>
                </a:lnTo>
                <a:lnTo>
                  <a:pt x="2520963" y="39367"/>
                </a:lnTo>
                <a:lnTo>
                  <a:pt x="2494740" y="42110"/>
                </a:lnTo>
                <a:lnTo>
                  <a:pt x="2468480" y="44606"/>
                </a:lnTo>
                <a:lnTo>
                  <a:pt x="2442210" y="46892"/>
                </a:lnTo>
                <a:lnTo>
                  <a:pt x="2415921" y="48997"/>
                </a:lnTo>
                <a:lnTo>
                  <a:pt x="2389622" y="50949"/>
                </a:lnTo>
                <a:lnTo>
                  <a:pt x="2363305" y="52769"/>
                </a:lnTo>
                <a:lnTo>
                  <a:pt x="2336987" y="54464"/>
                </a:lnTo>
                <a:lnTo>
                  <a:pt x="2310670" y="56055"/>
                </a:lnTo>
                <a:lnTo>
                  <a:pt x="2284333" y="57560"/>
                </a:lnTo>
                <a:lnTo>
                  <a:pt x="2258006" y="58979"/>
                </a:lnTo>
                <a:lnTo>
                  <a:pt x="2231660" y="60303"/>
                </a:lnTo>
                <a:lnTo>
                  <a:pt x="2205323" y="61570"/>
                </a:lnTo>
                <a:lnTo>
                  <a:pt x="2178977" y="62760"/>
                </a:lnTo>
                <a:lnTo>
                  <a:pt x="2152621" y="63884"/>
                </a:lnTo>
                <a:lnTo>
                  <a:pt x="2126275" y="64951"/>
                </a:lnTo>
                <a:lnTo>
                  <a:pt x="2099920" y="65961"/>
                </a:lnTo>
                <a:lnTo>
                  <a:pt x="2073564" y="66923"/>
                </a:lnTo>
                <a:lnTo>
                  <a:pt x="2047208" y="67828"/>
                </a:lnTo>
                <a:lnTo>
                  <a:pt x="2020853" y="68694"/>
                </a:lnTo>
                <a:lnTo>
                  <a:pt x="1994487" y="69504"/>
                </a:lnTo>
                <a:lnTo>
                  <a:pt x="1968122" y="70275"/>
                </a:lnTo>
                <a:lnTo>
                  <a:pt x="1941767" y="71009"/>
                </a:lnTo>
                <a:lnTo>
                  <a:pt x="1915401" y="71695"/>
                </a:lnTo>
                <a:lnTo>
                  <a:pt x="1889036" y="72352"/>
                </a:lnTo>
                <a:lnTo>
                  <a:pt x="1862671" y="72962"/>
                </a:lnTo>
                <a:lnTo>
                  <a:pt x="1836306" y="73533"/>
                </a:lnTo>
                <a:lnTo>
                  <a:pt x="1809931" y="74076"/>
                </a:lnTo>
                <a:lnTo>
                  <a:pt x="1783566" y="74581"/>
                </a:lnTo>
                <a:lnTo>
                  <a:pt x="1757201" y="75057"/>
                </a:lnTo>
                <a:lnTo>
                  <a:pt x="1730826" y="75495"/>
                </a:lnTo>
                <a:lnTo>
                  <a:pt x="1704461" y="75905"/>
                </a:lnTo>
                <a:lnTo>
                  <a:pt x="1678086" y="76286"/>
                </a:lnTo>
                <a:lnTo>
                  <a:pt x="1651721" y="76638"/>
                </a:lnTo>
                <a:lnTo>
                  <a:pt x="1625346" y="76952"/>
                </a:lnTo>
                <a:lnTo>
                  <a:pt x="1598971" y="77238"/>
                </a:lnTo>
                <a:lnTo>
                  <a:pt x="1572606" y="77495"/>
                </a:lnTo>
                <a:lnTo>
                  <a:pt x="1546231" y="77734"/>
                </a:lnTo>
                <a:lnTo>
                  <a:pt x="1519857" y="77934"/>
                </a:lnTo>
                <a:lnTo>
                  <a:pt x="1493491" y="78115"/>
                </a:lnTo>
                <a:lnTo>
                  <a:pt x="1467117" y="78257"/>
                </a:lnTo>
                <a:lnTo>
                  <a:pt x="1440742" y="78372"/>
                </a:lnTo>
                <a:lnTo>
                  <a:pt x="1414367" y="78467"/>
                </a:lnTo>
                <a:lnTo>
                  <a:pt x="1387993" y="78534"/>
                </a:lnTo>
                <a:lnTo>
                  <a:pt x="1361627" y="78572"/>
                </a:lnTo>
                <a:lnTo>
                  <a:pt x="1335253" y="78581"/>
                </a:lnTo>
                <a:lnTo>
                  <a:pt x="1308878" y="78562"/>
                </a:lnTo>
                <a:lnTo>
                  <a:pt x="1282503" y="78515"/>
                </a:lnTo>
                <a:lnTo>
                  <a:pt x="1256128" y="78448"/>
                </a:lnTo>
                <a:lnTo>
                  <a:pt x="1229763" y="78343"/>
                </a:lnTo>
                <a:lnTo>
                  <a:pt x="1203389" y="78219"/>
                </a:lnTo>
                <a:lnTo>
                  <a:pt x="1177014" y="78067"/>
                </a:lnTo>
                <a:lnTo>
                  <a:pt x="1150639" y="77886"/>
                </a:lnTo>
                <a:lnTo>
                  <a:pt x="1124274" y="77676"/>
                </a:lnTo>
                <a:lnTo>
                  <a:pt x="1097899" y="77438"/>
                </a:lnTo>
                <a:lnTo>
                  <a:pt x="1071524" y="77172"/>
                </a:lnTo>
                <a:lnTo>
                  <a:pt x="1045159" y="76876"/>
                </a:lnTo>
                <a:lnTo>
                  <a:pt x="1018784" y="76552"/>
                </a:lnTo>
                <a:lnTo>
                  <a:pt x="992410" y="76200"/>
                </a:lnTo>
                <a:lnTo>
                  <a:pt x="966045" y="75809"/>
                </a:lnTo>
                <a:lnTo>
                  <a:pt x="939670" y="75390"/>
                </a:lnTo>
                <a:lnTo>
                  <a:pt x="913305" y="74943"/>
                </a:lnTo>
                <a:lnTo>
                  <a:pt x="886939" y="74457"/>
                </a:lnTo>
                <a:lnTo>
                  <a:pt x="860565" y="73943"/>
                </a:lnTo>
                <a:lnTo>
                  <a:pt x="834200" y="73390"/>
                </a:lnTo>
                <a:lnTo>
                  <a:pt x="807834" y="72809"/>
                </a:lnTo>
                <a:lnTo>
                  <a:pt x="781469" y="72190"/>
                </a:lnTo>
                <a:lnTo>
                  <a:pt x="755104" y="71523"/>
                </a:lnTo>
                <a:lnTo>
                  <a:pt x="728739" y="70828"/>
                </a:lnTo>
                <a:lnTo>
                  <a:pt x="702374" y="70094"/>
                </a:lnTo>
                <a:lnTo>
                  <a:pt x="676018" y="69313"/>
                </a:lnTo>
                <a:lnTo>
                  <a:pt x="649653" y="68485"/>
                </a:lnTo>
                <a:lnTo>
                  <a:pt x="623297" y="67608"/>
                </a:lnTo>
                <a:lnTo>
                  <a:pt x="596941" y="66694"/>
                </a:lnTo>
                <a:lnTo>
                  <a:pt x="570586" y="65713"/>
                </a:lnTo>
                <a:lnTo>
                  <a:pt x="544230" y="64694"/>
                </a:lnTo>
                <a:lnTo>
                  <a:pt x="517884" y="63608"/>
                </a:lnTo>
                <a:lnTo>
                  <a:pt x="491538" y="62465"/>
                </a:lnTo>
                <a:lnTo>
                  <a:pt x="465191" y="61265"/>
                </a:lnTo>
                <a:lnTo>
                  <a:pt x="438845" y="59979"/>
                </a:lnTo>
                <a:lnTo>
                  <a:pt x="412509" y="58626"/>
                </a:lnTo>
                <a:lnTo>
                  <a:pt x="386172" y="57188"/>
                </a:lnTo>
                <a:lnTo>
                  <a:pt x="359845" y="55664"/>
                </a:lnTo>
                <a:lnTo>
                  <a:pt x="333518" y="54045"/>
                </a:lnTo>
                <a:lnTo>
                  <a:pt x="307210" y="52321"/>
                </a:lnTo>
                <a:lnTo>
                  <a:pt x="280902" y="50473"/>
                </a:lnTo>
                <a:lnTo>
                  <a:pt x="254603" y="48482"/>
                </a:lnTo>
                <a:lnTo>
                  <a:pt x="228314" y="46339"/>
                </a:lnTo>
                <a:lnTo>
                  <a:pt x="202044" y="44006"/>
                </a:lnTo>
                <a:lnTo>
                  <a:pt x="175793" y="41453"/>
                </a:lnTo>
                <a:lnTo>
                  <a:pt x="149571" y="38633"/>
                </a:lnTo>
                <a:lnTo>
                  <a:pt x="123387" y="35471"/>
                </a:lnTo>
                <a:lnTo>
                  <a:pt x="97269" y="31871"/>
                </a:lnTo>
                <a:lnTo>
                  <a:pt x="71237" y="27632"/>
                </a:lnTo>
                <a:lnTo>
                  <a:pt x="45396" y="22393"/>
                </a:lnTo>
                <a:lnTo>
                  <a:pt x="20050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51D07AD-D91D-477D-8535-CEBE2C97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42" y="2577465"/>
            <a:ext cx="26771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05C37512-689D-4AE3-9A22-ACA46B0F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21" y="3554730"/>
            <a:ext cx="2171281" cy="751046"/>
          </a:xfrm>
          <a:custGeom xmlns:a="http://schemas.openxmlformats.org/drawingml/2006/main">
            <a:pathLst>
              <a:path w="2171281" h="751046">
                <a:moveTo>
                  <a:pt x="0" y="0"/>
                </a:moveTo>
                <a:lnTo>
                  <a:pt x="7191" y="21155"/>
                </a:lnTo>
                <a:lnTo>
                  <a:pt x="14383" y="42301"/>
                </a:lnTo>
                <a:lnTo>
                  <a:pt x="21574" y="63456"/>
                </a:lnTo>
                <a:lnTo>
                  <a:pt x="28756" y="84601"/>
                </a:lnTo>
                <a:lnTo>
                  <a:pt x="35947" y="105756"/>
                </a:lnTo>
                <a:lnTo>
                  <a:pt x="43139" y="126902"/>
                </a:lnTo>
                <a:lnTo>
                  <a:pt x="50330" y="148057"/>
                </a:lnTo>
                <a:lnTo>
                  <a:pt x="57521" y="169202"/>
                </a:lnTo>
                <a:lnTo>
                  <a:pt x="64713" y="190357"/>
                </a:lnTo>
                <a:lnTo>
                  <a:pt x="71904" y="211503"/>
                </a:lnTo>
                <a:lnTo>
                  <a:pt x="79086" y="232658"/>
                </a:lnTo>
                <a:lnTo>
                  <a:pt x="86277" y="253813"/>
                </a:lnTo>
                <a:lnTo>
                  <a:pt x="93469" y="274958"/>
                </a:lnTo>
                <a:lnTo>
                  <a:pt x="100660" y="296113"/>
                </a:lnTo>
                <a:lnTo>
                  <a:pt x="107852" y="317259"/>
                </a:lnTo>
                <a:lnTo>
                  <a:pt x="115043" y="338414"/>
                </a:lnTo>
                <a:lnTo>
                  <a:pt x="122234" y="359559"/>
                </a:lnTo>
                <a:lnTo>
                  <a:pt x="129416" y="380714"/>
                </a:lnTo>
                <a:lnTo>
                  <a:pt x="136608" y="401860"/>
                </a:lnTo>
                <a:lnTo>
                  <a:pt x="143799" y="423015"/>
                </a:lnTo>
                <a:lnTo>
                  <a:pt x="150990" y="444160"/>
                </a:lnTo>
                <a:lnTo>
                  <a:pt x="158182" y="465315"/>
                </a:lnTo>
                <a:lnTo>
                  <a:pt x="165373" y="486461"/>
                </a:lnTo>
                <a:lnTo>
                  <a:pt x="172564" y="507616"/>
                </a:lnTo>
                <a:lnTo>
                  <a:pt x="179746" y="528771"/>
                </a:lnTo>
                <a:lnTo>
                  <a:pt x="186938" y="549916"/>
                </a:lnTo>
                <a:lnTo>
                  <a:pt x="194129" y="571071"/>
                </a:lnTo>
                <a:lnTo>
                  <a:pt x="201320" y="592217"/>
                </a:lnTo>
                <a:lnTo>
                  <a:pt x="208512" y="613372"/>
                </a:lnTo>
                <a:lnTo>
                  <a:pt x="215703" y="634517"/>
                </a:lnTo>
                <a:lnTo>
                  <a:pt x="222895" y="655672"/>
                </a:lnTo>
                <a:lnTo>
                  <a:pt x="229648" y="676904"/>
                </a:lnTo>
                <a:lnTo>
                  <a:pt x="246936" y="690439"/>
                </a:lnTo>
                <a:lnTo>
                  <a:pt x="267853" y="698221"/>
                </a:lnTo>
                <a:lnTo>
                  <a:pt x="289436" y="703974"/>
                </a:lnTo>
                <a:lnTo>
                  <a:pt x="311287" y="708641"/>
                </a:lnTo>
                <a:lnTo>
                  <a:pt x="333270" y="712594"/>
                </a:lnTo>
                <a:lnTo>
                  <a:pt x="355340" y="716051"/>
                </a:lnTo>
                <a:lnTo>
                  <a:pt x="377466" y="719118"/>
                </a:lnTo>
                <a:lnTo>
                  <a:pt x="399631" y="721881"/>
                </a:lnTo>
                <a:lnTo>
                  <a:pt x="421834" y="724376"/>
                </a:lnTo>
                <a:lnTo>
                  <a:pt x="444056" y="726662"/>
                </a:lnTo>
                <a:lnTo>
                  <a:pt x="466296" y="728767"/>
                </a:lnTo>
                <a:lnTo>
                  <a:pt x="488547" y="730701"/>
                </a:lnTo>
                <a:lnTo>
                  <a:pt x="510816" y="732501"/>
                </a:lnTo>
                <a:lnTo>
                  <a:pt x="533095" y="734158"/>
                </a:lnTo>
                <a:lnTo>
                  <a:pt x="555374" y="735711"/>
                </a:lnTo>
                <a:lnTo>
                  <a:pt x="577672" y="737159"/>
                </a:lnTo>
                <a:lnTo>
                  <a:pt x="599970" y="738492"/>
                </a:lnTo>
                <a:lnTo>
                  <a:pt x="622278" y="739740"/>
                </a:lnTo>
                <a:lnTo>
                  <a:pt x="644585" y="740912"/>
                </a:lnTo>
                <a:lnTo>
                  <a:pt x="666893" y="741988"/>
                </a:lnTo>
                <a:lnTo>
                  <a:pt x="689210" y="742998"/>
                </a:lnTo>
                <a:lnTo>
                  <a:pt x="711537" y="743931"/>
                </a:lnTo>
                <a:lnTo>
                  <a:pt x="733854" y="744807"/>
                </a:lnTo>
                <a:lnTo>
                  <a:pt x="756180" y="745598"/>
                </a:lnTo>
                <a:lnTo>
                  <a:pt x="778507" y="746341"/>
                </a:lnTo>
                <a:lnTo>
                  <a:pt x="800833" y="747017"/>
                </a:lnTo>
                <a:lnTo>
                  <a:pt x="823170" y="747636"/>
                </a:lnTo>
                <a:lnTo>
                  <a:pt x="845496" y="748208"/>
                </a:lnTo>
                <a:lnTo>
                  <a:pt x="867832" y="748722"/>
                </a:lnTo>
                <a:lnTo>
                  <a:pt x="890168" y="749170"/>
                </a:lnTo>
                <a:lnTo>
                  <a:pt x="912505" y="749579"/>
                </a:lnTo>
                <a:lnTo>
                  <a:pt x="934841" y="749932"/>
                </a:lnTo>
                <a:lnTo>
                  <a:pt x="957177" y="750237"/>
                </a:lnTo>
                <a:lnTo>
                  <a:pt x="979513" y="750484"/>
                </a:lnTo>
                <a:lnTo>
                  <a:pt x="1001859" y="750694"/>
                </a:lnTo>
                <a:lnTo>
                  <a:pt x="1024195" y="750856"/>
                </a:lnTo>
                <a:lnTo>
                  <a:pt x="1046531" y="750970"/>
                </a:lnTo>
                <a:lnTo>
                  <a:pt x="1068867" y="751027"/>
                </a:lnTo>
                <a:lnTo>
                  <a:pt x="1091213" y="751046"/>
                </a:lnTo>
                <a:lnTo>
                  <a:pt x="1113549" y="751008"/>
                </a:lnTo>
                <a:lnTo>
                  <a:pt x="1135885" y="750932"/>
                </a:lnTo>
                <a:lnTo>
                  <a:pt x="1158230" y="750799"/>
                </a:lnTo>
                <a:lnTo>
                  <a:pt x="1180567" y="750627"/>
                </a:lnTo>
                <a:lnTo>
                  <a:pt x="1202903" y="750408"/>
                </a:lnTo>
                <a:lnTo>
                  <a:pt x="1225239" y="750132"/>
                </a:lnTo>
                <a:lnTo>
                  <a:pt x="1247575" y="749818"/>
                </a:lnTo>
                <a:lnTo>
                  <a:pt x="1269921" y="749446"/>
                </a:lnTo>
                <a:lnTo>
                  <a:pt x="1292247" y="749017"/>
                </a:lnTo>
                <a:lnTo>
                  <a:pt x="1314583" y="748541"/>
                </a:lnTo>
                <a:lnTo>
                  <a:pt x="1336919" y="748008"/>
                </a:lnTo>
                <a:lnTo>
                  <a:pt x="1359246" y="747427"/>
                </a:lnTo>
                <a:lnTo>
                  <a:pt x="1381582" y="746789"/>
                </a:lnTo>
                <a:lnTo>
                  <a:pt x="1403909" y="746093"/>
                </a:lnTo>
                <a:lnTo>
                  <a:pt x="1426235" y="745322"/>
                </a:lnTo>
                <a:lnTo>
                  <a:pt x="1448562" y="744503"/>
                </a:lnTo>
                <a:lnTo>
                  <a:pt x="1470879" y="743607"/>
                </a:lnTo>
                <a:lnTo>
                  <a:pt x="1493196" y="742655"/>
                </a:lnTo>
                <a:lnTo>
                  <a:pt x="1515513" y="741617"/>
                </a:lnTo>
                <a:lnTo>
                  <a:pt x="1537830" y="740502"/>
                </a:lnTo>
                <a:lnTo>
                  <a:pt x="1560138" y="739311"/>
                </a:lnTo>
                <a:lnTo>
                  <a:pt x="1582436" y="738035"/>
                </a:lnTo>
                <a:lnTo>
                  <a:pt x="1604734" y="736654"/>
                </a:lnTo>
                <a:lnTo>
                  <a:pt x="1627022" y="735178"/>
                </a:lnTo>
                <a:lnTo>
                  <a:pt x="1649311" y="733596"/>
                </a:lnTo>
                <a:lnTo>
                  <a:pt x="1671580" y="731882"/>
                </a:lnTo>
                <a:lnTo>
                  <a:pt x="1693840" y="730044"/>
                </a:lnTo>
                <a:lnTo>
                  <a:pt x="1716091" y="728043"/>
                </a:lnTo>
                <a:lnTo>
                  <a:pt x="1738332" y="725881"/>
                </a:lnTo>
                <a:lnTo>
                  <a:pt x="1760544" y="723519"/>
                </a:lnTo>
                <a:lnTo>
                  <a:pt x="1782728" y="720938"/>
                </a:lnTo>
                <a:lnTo>
                  <a:pt x="1804883" y="718080"/>
                </a:lnTo>
                <a:lnTo>
                  <a:pt x="1827000" y="714880"/>
                </a:lnTo>
                <a:lnTo>
                  <a:pt x="1849041" y="711270"/>
                </a:lnTo>
                <a:lnTo>
                  <a:pt x="1870986" y="707088"/>
                </a:lnTo>
                <a:lnTo>
                  <a:pt x="1892760" y="702097"/>
                </a:lnTo>
                <a:lnTo>
                  <a:pt x="1914182" y="695792"/>
                </a:lnTo>
                <a:lnTo>
                  <a:pt x="1934575" y="686762"/>
                </a:lnTo>
                <a:lnTo>
                  <a:pt x="1947005" y="669379"/>
                </a:lnTo>
                <a:lnTo>
                  <a:pt x="1954197" y="648224"/>
                </a:lnTo>
                <a:lnTo>
                  <a:pt x="1961388" y="627078"/>
                </a:lnTo>
                <a:lnTo>
                  <a:pt x="1968579" y="605923"/>
                </a:lnTo>
                <a:lnTo>
                  <a:pt x="1975771" y="584768"/>
                </a:lnTo>
                <a:lnTo>
                  <a:pt x="1982962" y="563623"/>
                </a:lnTo>
                <a:lnTo>
                  <a:pt x="1990144" y="542468"/>
                </a:lnTo>
                <a:lnTo>
                  <a:pt x="1997335" y="521322"/>
                </a:lnTo>
                <a:lnTo>
                  <a:pt x="2004527" y="500167"/>
                </a:lnTo>
                <a:lnTo>
                  <a:pt x="2011718" y="479022"/>
                </a:lnTo>
                <a:lnTo>
                  <a:pt x="2018909" y="457867"/>
                </a:lnTo>
                <a:lnTo>
                  <a:pt x="2026101" y="436721"/>
                </a:lnTo>
                <a:lnTo>
                  <a:pt x="2033292" y="415566"/>
                </a:lnTo>
                <a:lnTo>
                  <a:pt x="2040474" y="394421"/>
                </a:lnTo>
                <a:lnTo>
                  <a:pt x="2047665" y="373266"/>
                </a:lnTo>
                <a:lnTo>
                  <a:pt x="2054857" y="352120"/>
                </a:lnTo>
                <a:lnTo>
                  <a:pt x="2062048" y="330965"/>
                </a:lnTo>
                <a:lnTo>
                  <a:pt x="2069240" y="309810"/>
                </a:lnTo>
                <a:lnTo>
                  <a:pt x="2076431" y="288665"/>
                </a:lnTo>
                <a:lnTo>
                  <a:pt x="2083622" y="267510"/>
                </a:lnTo>
                <a:lnTo>
                  <a:pt x="2090804" y="246364"/>
                </a:lnTo>
                <a:lnTo>
                  <a:pt x="2097996" y="225209"/>
                </a:lnTo>
                <a:lnTo>
                  <a:pt x="2105187" y="204064"/>
                </a:lnTo>
                <a:lnTo>
                  <a:pt x="2112378" y="182909"/>
                </a:lnTo>
                <a:lnTo>
                  <a:pt x="2119570" y="161763"/>
                </a:lnTo>
                <a:lnTo>
                  <a:pt x="2126761" y="140608"/>
                </a:lnTo>
                <a:lnTo>
                  <a:pt x="2133952" y="119463"/>
                </a:lnTo>
                <a:lnTo>
                  <a:pt x="2141134" y="98308"/>
                </a:lnTo>
                <a:lnTo>
                  <a:pt x="2148326" y="77153"/>
                </a:lnTo>
                <a:lnTo>
                  <a:pt x="2155517" y="56007"/>
                </a:lnTo>
                <a:lnTo>
                  <a:pt x="2162708" y="34852"/>
                </a:lnTo>
                <a:lnTo>
                  <a:pt x="2169900" y="13706"/>
                </a:lnTo>
                <a:lnTo>
                  <a:pt x="2171281" y="6934"/>
                </a:lnTo>
                <a:lnTo>
                  <a:pt x="2151926" y="17755"/>
                </a:lnTo>
                <a:lnTo>
                  <a:pt x="2130581" y="24317"/>
                </a:lnTo>
                <a:lnTo>
                  <a:pt x="2108806" y="29308"/>
                </a:lnTo>
                <a:lnTo>
                  <a:pt x="2086851" y="33414"/>
                </a:lnTo>
                <a:lnTo>
                  <a:pt x="2064791" y="36938"/>
                </a:lnTo>
                <a:lnTo>
                  <a:pt x="2042674" y="40043"/>
                </a:lnTo>
                <a:lnTo>
                  <a:pt x="2020510" y="42824"/>
                </a:lnTo>
                <a:lnTo>
                  <a:pt x="1998307" y="45358"/>
                </a:lnTo>
                <a:lnTo>
                  <a:pt x="1976095" y="47663"/>
                </a:lnTo>
                <a:lnTo>
                  <a:pt x="1953854" y="49797"/>
                </a:lnTo>
                <a:lnTo>
                  <a:pt x="1931603" y="51768"/>
                </a:lnTo>
                <a:lnTo>
                  <a:pt x="1909343" y="53607"/>
                </a:lnTo>
                <a:lnTo>
                  <a:pt x="1887064" y="55321"/>
                </a:lnTo>
                <a:lnTo>
                  <a:pt x="1864785" y="56921"/>
                </a:lnTo>
                <a:lnTo>
                  <a:pt x="1842497" y="58426"/>
                </a:lnTo>
                <a:lnTo>
                  <a:pt x="1820199" y="59846"/>
                </a:lnTo>
                <a:lnTo>
                  <a:pt x="1797901" y="61189"/>
                </a:lnTo>
                <a:lnTo>
                  <a:pt x="1775603" y="62455"/>
                </a:lnTo>
                <a:lnTo>
                  <a:pt x="1753295" y="63646"/>
                </a:lnTo>
                <a:lnTo>
                  <a:pt x="1730978" y="64760"/>
                </a:lnTo>
                <a:lnTo>
                  <a:pt x="1708661" y="65827"/>
                </a:lnTo>
                <a:lnTo>
                  <a:pt x="1686344" y="66837"/>
                </a:lnTo>
                <a:lnTo>
                  <a:pt x="1664027" y="67780"/>
                </a:lnTo>
                <a:lnTo>
                  <a:pt x="1641710" y="68685"/>
                </a:lnTo>
                <a:lnTo>
                  <a:pt x="1619383" y="69533"/>
                </a:lnTo>
                <a:lnTo>
                  <a:pt x="1597057" y="70333"/>
                </a:lnTo>
                <a:lnTo>
                  <a:pt x="1574730" y="71085"/>
                </a:lnTo>
                <a:lnTo>
                  <a:pt x="1552404" y="71799"/>
                </a:lnTo>
                <a:lnTo>
                  <a:pt x="1530077" y="72476"/>
                </a:lnTo>
                <a:lnTo>
                  <a:pt x="1507750" y="73104"/>
                </a:lnTo>
                <a:lnTo>
                  <a:pt x="1485414" y="73695"/>
                </a:lnTo>
                <a:lnTo>
                  <a:pt x="1463078" y="74247"/>
                </a:lnTo>
                <a:lnTo>
                  <a:pt x="1440752" y="74762"/>
                </a:lnTo>
                <a:lnTo>
                  <a:pt x="1418415" y="75248"/>
                </a:lnTo>
                <a:lnTo>
                  <a:pt x="1396079" y="75686"/>
                </a:lnTo>
                <a:lnTo>
                  <a:pt x="1373743" y="76105"/>
                </a:lnTo>
                <a:lnTo>
                  <a:pt x="1351407" y="76476"/>
                </a:lnTo>
                <a:lnTo>
                  <a:pt x="1329071" y="76819"/>
                </a:lnTo>
                <a:lnTo>
                  <a:pt x="1306735" y="77133"/>
                </a:lnTo>
                <a:lnTo>
                  <a:pt x="1284399" y="77419"/>
                </a:lnTo>
                <a:lnTo>
                  <a:pt x="1262063" y="77667"/>
                </a:lnTo>
                <a:lnTo>
                  <a:pt x="1239717" y="77895"/>
                </a:lnTo>
                <a:lnTo>
                  <a:pt x="1217381" y="78076"/>
                </a:lnTo>
                <a:lnTo>
                  <a:pt x="1195045" y="78238"/>
                </a:lnTo>
                <a:lnTo>
                  <a:pt x="1172699" y="78362"/>
                </a:lnTo>
                <a:lnTo>
                  <a:pt x="1150363" y="78457"/>
                </a:lnTo>
                <a:lnTo>
                  <a:pt x="1128027" y="78524"/>
                </a:lnTo>
                <a:lnTo>
                  <a:pt x="1105691" y="78572"/>
                </a:lnTo>
                <a:lnTo>
                  <a:pt x="1083345" y="78581"/>
                </a:lnTo>
                <a:lnTo>
                  <a:pt x="1061009" y="78562"/>
                </a:lnTo>
                <a:lnTo>
                  <a:pt x="1038673" y="78505"/>
                </a:lnTo>
                <a:lnTo>
                  <a:pt x="1016327" y="78429"/>
                </a:lnTo>
                <a:lnTo>
                  <a:pt x="993991" y="78324"/>
                </a:lnTo>
                <a:lnTo>
                  <a:pt x="971655" y="78181"/>
                </a:lnTo>
                <a:lnTo>
                  <a:pt x="949309" y="78010"/>
                </a:lnTo>
                <a:lnTo>
                  <a:pt x="926973" y="77810"/>
                </a:lnTo>
                <a:lnTo>
                  <a:pt x="904637" y="77581"/>
                </a:lnTo>
                <a:lnTo>
                  <a:pt x="882301" y="77324"/>
                </a:lnTo>
                <a:lnTo>
                  <a:pt x="859965" y="77038"/>
                </a:lnTo>
                <a:lnTo>
                  <a:pt x="837619" y="76705"/>
                </a:lnTo>
                <a:lnTo>
                  <a:pt x="815283" y="76352"/>
                </a:lnTo>
                <a:lnTo>
                  <a:pt x="792947" y="75962"/>
                </a:lnTo>
                <a:lnTo>
                  <a:pt x="770620" y="75533"/>
                </a:lnTo>
                <a:lnTo>
                  <a:pt x="748284" y="75076"/>
                </a:lnTo>
                <a:lnTo>
                  <a:pt x="725948" y="74581"/>
                </a:lnTo>
                <a:lnTo>
                  <a:pt x="703612" y="74057"/>
                </a:lnTo>
                <a:lnTo>
                  <a:pt x="681285" y="73485"/>
                </a:lnTo>
                <a:lnTo>
                  <a:pt x="658949" y="72885"/>
                </a:lnTo>
                <a:lnTo>
                  <a:pt x="636622" y="72238"/>
                </a:lnTo>
                <a:lnTo>
                  <a:pt x="614296" y="71561"/>
                </a:lnTo>
                <a:lnTo>
                  <a:pt x="591960" y="70828"/>
                </a:lnTo>
                <a:lnTo>
                  <a:pt x="569643" y="70056"/>
                </a:lnTo>
                <a:lnTo>
                  <a:pt x="547316" y="69237"/>
                </a:lnTo>
                <a:lnTo>
                  <a:pt x="524989" y="68370"/>
                </a:lnTo>
                <a:lnTo>
                  <a:pt x="502672" y="67456"/>
                </a:lnTo>
                <a:lnTo>
                  <a:pt x="480355" y="66485"/>
                </a:lnTo>
                <a:lnTo>
                  <a:pt x="458038" y="65465"/>
                </a:lnTo>
                <a:lnTo>
                  <a:pt x="435721" y="64379"/>
                </a:lnTo>
                <a:lnTo>
                  <a:pt x="413414" y="63227"/>
                </a:lnTo>
                <a:lnTo>
                  <a:pt x="391106" y="62008"/>
                </a:lnTo>
                <a:lnTo>
                  <a:pt x="368808" y="60722"/>
                </a:lnTo>
                <a:lnTo>
                  <a:pt x="346510" y="59360"/>
                </a:lnTo>
                <a:lnTo>
                  <a:pt x="324212" y="57912"/>
                </a:lnTo>
                <a:lnTo>
                  <a:pt x="301933" y="56369"/>
                </a:lnTo>
                <a:lnTo>
                  <a:pt x="279654" y="54731"/>
                </a:lnTo>
                <a:lnTo>
                  <a:pt x="257385" y="52969"/>
                </a:lnTo>
                <a:lnTo>
                  <a:pt x="235125" y="51092"/>
                </a:lnTo>
                <a:lnTo>
                  <a:pt x="212874" y="49063"/>
                </a:lnTo>
                <a:lnTo>
                  <a:pt x="190643" y="46873"/>
                </a:lnTo>
                <a:lnTo>
                  <a:pt x="168431" y="44491"/>
                </a:lnTo>
                <a:lnTo>
                  <a:pt x="146247" y="41881"/>
                </a:lnTo>
                <a:lnTo>
                  <a:pt x="124092" y="38995"/>
                </a:lnTo>
                <a:lnTo>
                  <a:pt x="101994" y="35747"/>
                </a:lnTo>
                <a:lnTo>
                  <a:pt x="79962" y="32042"/>
                </a:lnTo>
                <a:lnTo>
                  <a:pt x="58055" y="27670"/>
                </a:lnTo>
                <a:lnTo>
                  <a:pt x="36386" y="22250"/>
                </a:lnTo>
                <a:lnTo>
                  <a:pt x="15364" y="147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44C2C34E-A6B5-4F63-9464-D464EECF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50" y="3430905"/>
            <a:ext cx="217451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D58189F3-62FA-460C-91F1-A172A938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21" y="4408170"/>
            <a:ext cx="1714891" cy="751037"/>
          </a:xfrm>
          <a:custGeom xmlns:a="http://schemas.openxmlformats.org/drawingml/2006/main">
            <a:pathLst>
              <a:path w="1714891" h="751037">
                <a:moveTo>
                  <a:pt x="0" y="0"/>
                </a:moveTo>
                <a:lnTo>
                  <a:pt x="5801" y="18136"/>
                </a:lnTo>
                <a:lnTo>
                  <a:pt x="11601" y="36271"/>
                </a:lnTo>
                <a:lnTo>
                  <a:pt x="17402" y="54416"/>
                </a:lnTo>
                <a:lnTo>
                  <a:pt x="23203" y="72552"/>
                </a:lnTo>
                <a:lnTo>
                  <a:pt x="29004" y="90688"/>
                </a:lnTo>
                <a:lnTo>
                  <a:pt x="34804" y="108823"/>
                </a:lnTo>
                <a:lnTo>
                  <a:pt x="40605" y="126959"/>
                </a:lnTo>
                <a:lnTo>
                  <a:pt x="46406" y="145094"/>
                </a:lnTo>
                <a:lnTo>
                  <a:pt x="52207" y="163239"/>
                </a:lnTo>
                <a:lnTo>
                  <a:pt x="58007" y="181375"/>
                </a:lnTo>
                <a:lnTo>
                  <a:pt x="63808" y="199511"/>
                </a:lnTo>
                <a:lnTo>
                  <a:pt x="69609" y="217646"/>
                </a:lnTo>
                <a:lnTo>
                  <a:pt x="75409" y="235782"/>
                </a:lnTo>
                <a:lnTo>
                  <a:pt x="81210" y="253927"/>
                </a:lnTo>
                <a:lnTo>
                  <a:pt x="87011" y="272063"/>
                </a:lnTo>
                <a:lnTo>
                  <a:pt x="92812" y="290198"/>
                </a:lnTo>
                <a:lnTo>
                  <a:pt x="98612" y="308334"/>
                </a:lnTo>
                <a:lnTo>
                  <a:pt x="104413" y="326469"/>
                </a:lnTo>
                <a:lnTo>
                  <a:pt x="110214" y="344605"/>
                </a:lnTo>
                <a:lnTo>
                  <a:pt x="116015" y="362750"/>
                </a:lnTo>
                <a:lnTo>
                  <a:pt x="121815" y="380886"/>
                </a:lnTo>
                <a:lnTo>
                  <a:pt x="127616" y="399021"/>
                </a:lnTo>
                <a:lnTo>
                  <a:pt x="133417" y="417157"/>
                </a:lnTo>
                <a:lnTo>
                  <a:pt x="139217" y="435293"/>
                </a:lnTo>
                <a:lnTo>
                  <a:pt x="145018" y="453438"/>
                </a:lnTo>
                <a:lnTo>
                  <a:pt x="150819" y="471573"/>
                </a:lnTo>
                <a:lnTo>
                  <a:pt x="156620" y="489709"/>
                </a:lnTo>
                <a:lnTo>
                  <a:pt x="162420" y="507844"/>
                </a:lnTo>
                <a:lnTo>
                  <a:pt x="168221" y="525980"/>
                </a:lnTo>
                <a:lnTo>
                  <a:pt x="174022" y="544116"/>
                </a:lnTo>
                <a:lnTo>
                  <a:pt x="179822" y="562261"/>
                </a:lnTo>
                <a:lnTo>
                  <a:pt x="185623" y="580396"/>
                </a:lnTo>
                <a:lnTo>
                  <a:pt x="191424" y="598532"/>
                </a:lnTo>
                <a:lnTo>
                  <a:pt x="197225" y="616668"/>
                </a:lnTo>
                <a:lnTo>
                  <a:pt x="203025" y="634803"/>
                </a:lnTo>
                <a:lnTo>
                  <a:pt x="208826" y="652948"/>
                </a:lnTo>
                <a:lnTo>
                  <a:pt x="214636" y="671084"/>
                </a:lnTo>
                <a:lnTo>
                  <a:pt x="223895" y="686991"/>
                </a:lnTo>
                <a:lnTo>
                  <a:pt x="240354" y="696458"/>
                </a:lnTo>
                <a:lnTo>
                  <a:pt x="258166" y="703174"/>
                </a:lnTo>
                <a:lnTo>
                  <a:pt x="276454" y="708479"/>
                </a:lnTo>
                <a:lnTo>
                  <a:pt x="294970" y="712918"/>
                </a:lnTo>
                <a:lnTo>
                  <a:pt x="313620" y="716737"/>
                </a:lnTo>
                <a:lnTo>
                  <a:pt x="332365" y="720100"/>
                </a:lnTo>
                <a:lnTo>
                  <a:pt x="351168" y="723090"/>
                </a:lnTo>
                <a:lnTo>
                  <a:pt x="370027" y="725786"/>
                </a:lnTo>
                <a:lnTo>
                  <a:pt x="388906" y="728243"/>
                </a:lnTo>
                <a:lnTo>
                  <a:pt x="407822" y="730472"/>
                </a:lnTo>
                <a:lnTo>
                  <a:pt x="426749" y="732520"/>
                </a:lnTo>
                <a:lnTo>
                  <a:pt x="445703" y="734387"/>
                </a:lnTo>
                <a:lnTo>
                  <a:pt x="464668" y="736130"/>
                </a:lnTo>
                <a:lnTo>
                  <a:pt x="483641" y="737721"/>
                </a:lnTo>
                <a:lnTo>
                  <a:pt x="502625" y="739197"/>
                </a:lnTo>
                <a:lnTo>
                  <a:pt x="521618" y="740550"/>
                </a:lnTo>
                <a:lnTo>
                  <a:pt x="540620" y="741807"/>
                </a:lnTo>
                <a:lnTo>
                  <a:pt x="559622" y="742960"/>
                </a:lnTo>
                <a:lnTo>
                  <a:pt x="578634" y="744017"/>
                </a:lnTo>
                <a:lnTo>
                  <a:pt x="597656" y="744988"/>
                </a:lnTo>
                <a:lnTo>
                  <a:pt x="616677" y="745884"/>
                </a:lnTo>
                <a:lnTo>
                  <a:pt x="635699" y="746693"/>
                </a:lnTo>
                <a:lnTo>
                  <a:pt x="654729" y="747427"/>
                </a:lnTo>
                <a:lnTo>
                  <a:pt x="673760" y="748084"/>
                </a:lnTo>
                <a:lnTo>
                  <a:pt x="692791" y="748675"/>
                </a:lnTo>
                <a:lnTo>
                  <a:pt x="711832" y="749198"/>
                </a:lnTo>
                <a:lnTo>
                  <a:pt x="730863" y="749646"/>
                </a:lnTo>
                <a:lnTo>
                  <a:pt x="749903" y="750037"/>
                </a:lnTo>
                <a:lnTo>
                  <a:pt x="768944" y="750360"/>
                </a:lnTo>
                <a:lnTo>
                  <a:pt x="787984" y="750618"/>
                </a:lnTo>
                <a:lnTo>
                  <a:pt x="807025" y="750818"/>
                </a:lnTo>
                <a:lnTo>
                  <a:pt x="826065" y="750951"/>
                </a:lnTo>
                <a:lnTo>
                  <a:pt x="845115" y="751027"/>
                </a:lnTo>
                <a:lnTo>
                  <a:pt x="864156" y="751037"/>
                </a:lnTo>
                <a:lnTo>
                  <a:pt x="883196" y="750989"/>
                </a:lnTo>
                <a:lnTo>
                  <a:pt x="902237" y="750884"/>
                </a:lnTo>
                <a:lnTo>
                  <a:pt x="921277" y="750713"/>
                </a:lnTo>
                <a:lnTo>
                  <a:pt x="940318" y="750475"/>
                </a:lnTo>
                <a:lnTo>
                  <a:pt x="959358" y="750179"/>
                </a:lnTo>
                <a:lnTo>
                  <a:pt x="978398" y="749827"/>
                </a:lnTo>
                <a:lnTo>
                  <a:pt x="997439" y="749398"/>
                </a:lnTo>
                <a:lnTo>
                  <a:pt x="1016470" y="748903"/>
                </a:lnTo>
                <a:lnTo>
                  <a:pt x="1035510" y="748351"/>
                </a:lnTo>
                <a:lnTo>
                  <a:pt x="1054541" y="747713"/>
                </a:lnTo>
                <a:lnTo>
                  <a:pt x="1073572" y="747008"/>
                </a:lnTo>
                <a:lnTo>
                  <a:pt x="1092594" y="746236"/>
                </a:lnTo>
                <a:lnTo>
                  <a:pt x="1111615" y="745379"/>
                </a:lnTo>
                <a:lnTo>
                  <a:pt x="1130637" y="744436"/>
                </a:lnTo>
                <a:lnTo>
                  <a:pt x="1149648" y="743417"/>
                </a:lnTo>
                <a:lnTo>
                  <a:pt x="1168660" y="742302"/>
                </a:lnTo>
                <a:lnTo>
                  <a:pt x="1187663" y="741093"/>
                </a:lnTo>
                <a:lnTo>
                  <a:pt x="1206665" y="739778"/>
                </a:lnTo>
                <a:lnTo>
                  <a:pt x="1225648" y="738359"/>
                </a:lnTo>
                <a:lnTo>
                  <a:pt x="1244632" y="736816"/>
                </a:lnTo>
                <a:lnTo>
                  <a:pt x="1263606" y="735149"/>
                </a:lnTo>
                <a:lnTo>
                  <a:pt x="1282560" y="733330"/>
                </a:lnTo>
                <a:lnTo>
                  <a:pt x="1301496" y="731368"/>
                </a:lnTo>
                <a:lnTo>
                  <a:pt x="1320413" y="729215"/>
                </a:lnTo>
                <a:lnTo>
                  <a:pt x="1339310" y="726862"/>
                </a:lnTo>
                <a:lnTo>
                  <a:pt x="1358179" y="724271"/>
                </a:lnTo>
                <a:lnTo>
                  <a:pt x="1377001" y="721414"/>
                </a:lnTo>
                <a:lnTo>
                  <a:pt x="1395774" y="718214"/>
                </a:lnTo>
                <a:lnTo>
                  <a:pt x="1414472" y="714604"/>
                </a:lnTo>
                <a:lnTo>
                  <a:pt x="1433055" y="710460"/>
                </a:lnTo>
                <a:lnTo>
                  <a:pt x="1451458" y="705555"/>
                </a:lnTo>
                <a:lnTo>
                  <a:pt x="1469517" y="699535"/>
                </a:lnTo>
                <a:lnTo>
                  <a:pt x="1486767" y="691515"/>
                </a:lnTo>
                <a:lnTo>
                  <a:pt x="1500654" y="678837"/>
                </a:lnTo>
                <a:lnTo>
                  <a:pt x="1506064" y="660654"/>
                </a:lnTo>
                <a:lnTo>
                  <a:pt x="1511865" y="642518"/>
                </a:lnTo>
                <a:lnTo>
                  <a:pt x="1517666" y="624373"/>
                </a:lnTo>
                <a:lnTo>
                  <a:pt x="1523467" y="606238"/>
                </a:lnTo>
                <a:lnTo>
                  <a:pt x="1529267" y="588102"/>
                </a:lnTo>
                <a:lnTo>
                  <a:pt x="1535068" y="569966"/>
                </a:lnTo>
                <a:lnTo>
                  <a:pt x="1540869" y="551831"/>
                </a:lnTo>
                <a:lnTo>
                  <a:pt x="1546670" y="533686"/>
                </a:lnTo>
                <a:lnTo>
                  <a:pt x="1552470" y="515550"/>
                </a:lnTo>
                <a:lnTo>
                  <a:pt x="1558271" y="497415"/>
                </a:lnTo>
                <a:lnTo>
                  <a:pt x="1564072" y="479279"/>
                </a:lnTo>
                <a:lnTo>
                  <a:pt x="1569872" y="461143"/>
                </a:lnTo>
                <a:lnTo>
                  <a:pt x="1575673" y="443008"/>
                </a:lnTo>
                <a:lnTo>
                  <a:pt x="1581474" y="424863"/>
                </a:lnTo>
                <a:lnTo>
                  <a:pt x="1587275" y="406727"/>
                </a:lnTo>
                <a:lnTo>
                  <a:pt x="1593075" y="388591"/>
                </a:lnTo>
                <a:lnTo>
                  <a:pt x="1598876" y="370456"/>
                </a:lnTo>
                <a:lnTo>
                  <a:pt x="1604677" y="352320"/>
                </a:lnTo>
                <a:lnTo>
                  <a:pt x="1610477" y="334175"/>
                </a:lnTo>
                <a:lnTo>
                  <a:pt x="1616278" y="316040"/>
                </a:lnTo>
                <a:lnTo>
                  <a:pt x="1622079" y="297904"/>
                </a:lnTo>
                <a:lnTo>
                  <a:pt x="1627880" y="279768"/>
                </a:lnTo>
                <a:lnTo>
                  <a:pt x="1633680" y="261633"/>
                </a:lnTo>
                <a:lnTo>
                  <a:pt x="1639481" y="243497"/>
                </a:lnTo>
                <a:lnTo>
                  <a:pt x="1645282" y="225352"/>
                </a:lnTo>
                <a:lnTo>
                  <a:pt x="1651083" y="207216"/>
                </a:lnTo>
                <a:lnTo>
                  <a:pt x="1656883" y="189081"/>
                </a:lnTo>
                <a:lnTo>
                  <a:pt x="1662684" y="170945"/>
                </a:lnTo>
                <a:lnTo>
                  <a:pt x="1668485" y="152810"/>
                </a:lnTo>
                <a:lnTo>
                  <a:pt x="1674285" y="134664"/>
                </a:lnTo>
                <a:lnTo>
                  <a:pt x="1680086" y="116529"/>
                </a:lnTo>
                <a:lnTo>
                  <a:pt x="1685887" y="98393"/>
                </a:lnTo>
                <a:lnTo>
                  <a:pt x="1691688" y="80258"/>
                </a:lnTo>
                <a:lnTo>
                  <a:pt x="1697488" y="62122"/>
                </a:lnTo>
                <a:lnTo>
                  <a:pt x="1703289" y="43986"/>
                </a:lnTo>
                <a:lnTo>
                  <a:pt x="1709090" y="25841"/>
                </a:lnTo>
                <a:lnTo>
                  <a:pt x="1714891" y="7706"/>
                </a:lnTo>
                <a:lnTo>
                  <a:pt x="1712481" y="9468"/>
                </a:lnTo>
                <a:lnTo>
                  <a:pt x="1696241" y="19231"/>
                </a:lnTo>
                <a:lnTo>
                  <a:pt x="1678334" y="25679"/>
                </a:lnTo>
                <a:lnTo>
                  <a:pt x="1659969" y="30680"/>
                </a:lnTo>
                <a:lnTo>
                  <a:pt x="1641377" y="34823"/>
                </a:lnTo>
                <a:lnTo>
                  <a:pt x="1622679" y="38405"/>
                </a:lnTo>
                <a:lnTo>
                  <a:pt x="1603896" y="41558"/>
                </a:lnTo>
                <a:lnTo>
                  <a:pt x="1585065" y="44387"/>
                </a:lnTo>
                <a:lnTo>
                  <a:pt x="1566196" y="46949"/>
                </a:lnTo>
                <a:lnTo>
                  <a:pt x="1547298" y="49292"/>
                </a:lnTo>
                <a:lnTo>
                  <a:pt x="1528382" y="51454"/>
                </a:lnTo>
                <a:lnTo>
                  <a:pt x="1509446" y="53445"/>
                </a:lnTo>
                <a:lnTo>
                  <a:pt x="1490491" y="55302"/>
                </a:lnTo>
                <a:lnTo>
                  <a:pt x="1471527" y="57026"/>
                </a:lnTo>
                <a:lnTo>
                  <a:pt x="1452553" y="58645"/>
                </a:lnTo>
                <a:lnTo>
                  <a:pt x="1433570" y="60160"/>
                </a:lnTo>
                <a:lnTo>
                  <a:pt x="1414586" y="61579"/>
                </a:lnTo>
                <a:lnTo>
                  <a:pt x="1395584" y="62903"/>
                </a:lnTo>
                <a:lnTo>
                  <a:pt x="1376582" y="64160"/>
                </a:lnTo>
                <a:lnTo>
                  <a:pt x="1357579" y="65342"/>
                </a:lnTo>
                <a:lnTo>
                  <a:pt x="1338567" y="66456"/>
                </a:lnTo>
                <a:lnTo>
                  <a:pt x="1319555" y="67504"/>
                </a:lnTo>
                <a:lnTo>
                  <a:pt x="1300544" y="68485"/>
                </a:lnTo>
                <a:lnTo>
                  <a:pt x="1281522" y="69409"/>
                </a:lnTo>
                <a:lnTo>
                  <a:pt x="1262501" y="70275"/>
                </a:lnTo>
                <a:lnTo>
                  <a:pt x="1243470" y="71095"/>
                </a:lnTo>
                <a:lnTo>
                  <a:pt x="1224448" y="71866"/>
                </a:lnTo>
                <a:lnTo>
                  <a:pt x="1205417" y="72581"/>
                </a:lnTo>
                <a:lnTo>
                  <a:pt x="1186386" y="73247"/>
                </a:lnTo>
                <a:lnTo>
                  <a:pt x="1167355" y="73876"/>
                </a:lnTo>
                <a:lnTo>
                  <a:pt x="1148324" y="74457"/>
                </a:lnTo>
                <a:lnTo>
                  <a:pt x="1129284" y="75000"/>
                </a:lnTo>
                <a:lnTo>
                  <a:pt x="1110253" y="75495"/>
                </a:lnTo>
                <a:lnTo>
                  <a:pt x="1091213" y="75962"/>
                </a:lnTo>
                <a:lnTo>
                  <a:pt x="1072172" y="76381"/>
                </a:lnTo>
                <a:lnTo>
                  <a:pt x="1053141" y="76762"/>
                </a:lnTo>
                <a:lnTo>
                  <a:pt x="1034101" y="77105"/>
                </a:lnTo>
                <a:lnTo>
                  <a:pt x="1015060" y="77410"/>
                </a:lnTo>
                <a:lnTo>
                  <a:pt x="996020" y="77676"/>
                </a:lnTo>
                <a:lnTo>
                  <a:pt x="976979" y="77915"/>
                </a:lnTo>
                <a:lnTo>
                  <a:pt x="957939" y="78115"/>
                </a:lnTo>
                <a:lnTo>
                  <a:pt x="938898" y="78276"/>
                </a:lnTo>
                <a:lnTo>
                  <a:pt x="919848" y="78400"/>
                </a:lnTo>
                <a:lnTo>
                  <a:pt x="900808" y="78496"/>
                </a:lnTo>
                <a:lnTo>
                  <a:pt x="881767" y="78553"/>
                </a:lnTo>
                <a:lnTo>
                  <a:pt x="862727" y="78581"/>
                </a:lnTo>
                <a:lnTo>
                  <a:pt x="843686" y="78572"/>
                </a:lnTo>
                <a:lnTo>
                  <a:pt x="824636" y="78524"/>
                </a:lnTo>
                <a:lnTo>
                  <a:pt x="805596" y="78448"/>
                </a:lnTo>
                <a:lnTo>
                  <a:pt x="786555" y="78334"/>
                </a:lnTo>
                <a:lnTo>
                  <a:pt x="767515" y="78181"/>
                </a:lnTo>
                <a:lnTo>
                  <a:pt x="748475" y="78000"/>
                </a:lnTo>
                <a:lnTo>
                  <a:pt x="729434" y="77781"/>
                </a:lnTo>
                <a:lnTo>
                  <a:pt x="710394" y="77524"/>
                </a:lnTo>
                <a:lnTo>
                  <a:pt x="691353" y="77238"/>
                </a:lnTo>
                <a:lnTo>
                  <a:pt x="672313" y="76905"/>
                </a:lnTo>
                <a:lnTo>
                  <a:pt x="653272" y="76543"/>
                </a:lnTo>
                <a:lnTo>
                  <a:pt x="634232" y="76143"/>
                </a:lnTo>
                <a:lnTo>
                  <a:pt x="615201" y="75695"/>
                </a:lnTo>
                <a:lnTo>
                  <a:pt x="596160" y="75219"/>
                </a:lnTo>
                <a:lnTo>
                  <a:pt x="577129" y="74695"/>
                </a:lnTo>
                <a:lnTo>
                  <a:pt x="558089" y="74133"/>
                </a:lnTo>
                <a:lnTo>
                  <a:pt x="539058" y="73523"/>
                </a:lnTo>
                <a:lnTo>
                  <a:pt x="520027" y="72876"/>
                </a:lnTo>
                <a:lnTo>
                  <a:pt x="500996" y="72171"/>
                </a:lnTo>
                <a:lnTo>
                  <a:pt x="481975" y="71428"/>
                </a:lnTo>
                <a:lnTo>
                  <a:pt x="462944" y="70628"/>
                </a:lnTo>
                <a:lnTo>
                  <a:pt x="443922" y="69780"/>
                </a:lnTo>
                <a:lnTo>
                  <a:pt x="424901" y="68885"/>
                </a:lnTo>
                <a:lnTo>
                  <a:pt x="405879" y="67923"/>
                </a:lnTo>
                <a:lnTo>
                  <a:pt x="386867" y="66904"/>
                </a:lnTo>
                <a:lnTo>
                  <a:pt x="367856" y="65827"/>
                </a:lnTo>
                <a:lnTo>
                  <a:pt x="348844" y="64675"/>
                </a:lnTo>
                <a:lnTo>
                  <a:pt x="329841" y="63456"/>
                </a:lnTo>
                <a:lnTo>
                  <a:pt x="310848" y="62151"/>
                </a:lnTo>
                <a:lnTo>
                  <a:pt x="291856" y="60770"/>
                </a:lnTo>
                <a:lnTo>
                  <a:pt x="272872" y="59293"/>
                </a:lnTo>
                <a:lnTo>
                  <a:pt x="253889" y="57731"/>
                </a:lnTo>
                <a:lnTo>
                  <a:pt x="234925" y="56045"/>
                </a:lnTo>
                <a:lnTo>
                  <a:pt x="215970" y="54254"/>
                </a:lnTo>
                <a:lnTo>
                  <a:pt x="197025" y="52321"/>
                </a:lnTo>
                <a:lnTo>
                  <a:pt x="178098" y="50235"/>
                </a:lnTo>
                <a:lnTo>
                  <a:pt x="159182" y="47968"/>
                </a:lnTo>
                <a:lnTo>
                  <a:pt x="140303" y="45510"/>
                </a:lnTo>
                <a:lnTo>
                  <a:pt x="121453" y="42796"/>
                </a:lnTo>
                <a:lnTo>
                  <a:pt x="102651" y="39795"/>
                </a:lnTo>
                <a:lnTo>
                  <a:pt x="83915" y="36405"/>
                </a:lnTo>
                <a:lnTo>
                  <a:pt x="65275" y="32528"/>
                </a:lnTo>
                <a:lnTo>
                  <a:pt x="46796" y="27937"/>
                </a:lnTo>
                <a:lnTo>
                  <a:pt x="28632" y="22212"/>
                </a:lnTo>
                <a:lnTo>
                  <a:pt x="11354" y="142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D8213339-4984-425E-A581-148B1E57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59" y="4284345"/>
            <a:ext cx="171727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7EA5E7BB-85DA-4952-B7E8-79A53C72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261610"/>
            <a:ext cx="1284656" cy="751037"/>
          </a:xfrm>
          <a:custGeom xmlns:a="http://schemas.openxmlformats.org/drawingml/2006/main">
            <a:pathLst>
              <a:path w="1284656" h="751037">
                <a:moveTo>
                  <a:pt x="0" y="0"/>
                </a:moveTo>
                <a:lnTo>
                  <a:pt x="5544" y="18145"/>
                </a:lnTo>
                <a:lnTo>
                  <a:pt x="11087" y="36281"/>
                </a:lnTo>
                <a:lnTo>
                  <a:pt x="16631" y="54426"/>
                </a:lnTo>
                <a:lnTo>
                  <a:pt x="22174" y="72571"/>
                </a:lnTo>
                <a:lnTo>
                  <a:pt x="27718" y="90707"/>
                </a:lnTo>
                <a:lnTo>
                  <a:pt x="33252" y="108852"/>
                </a:lnTo>
                <a:lnTo>
                  <a:pt x="38795" y="126987"/>
                </a:lnTo>
                <a:lnTo>
                  <a:pt x="44339" y="145132"/>
                </a:lnTo>
                <a:lnTo>
                  <a:pt x="49882" y="163278"/>
                </a:lnTo>
                <a:lnTo>
                  <a:pt x="55426" y="181413"/>
                </a:lnTo>
                <a:lnTo>
                  <a:pt x="60970" y="199558"/>
                </a:lnTo>
                <a:lnTo>
                  <a:pt x="66513" y="217703"/>
                </a:lnTo>
                <a:lnTo>
                  <a:pt x="72057" y="235839"/>
                </a:lnTo>
                <a:lnTo>
                  <a:pt x="77600" y="253984"/>
                </a:lnTo>
                <a:lnTo>
                  <a:pt x="83144" y="272129"/>
                </a:lnTo>
                <a:lnTo>
                  <a:pt x="88687" y="290265"/>
                </a:lnTo>
                <a:lnTo>
                  <a:pt x="94221" y="308410"/>
                </a:lnTo>
                <a:lnTo>
                  <a:pt x="99765" y="326546"/>
                </a:lnTo>
                <a:lnTo>
                  <a:pt x="105308" y="344691"/>
                </a:lnTo>
                <a:lnTo>
                  <a:pt x="110852" y="362836"/>
                </a:lnTo>
                <a:lnTo>
                  <a:pt x="116396" y="380971"/>
                </a:lnTo>
                <a:lnTo>
                  <a:pt x="121939" y="399117"/>
                </a:lnTo>
                <a:lnTo>
                  <a:pt x="127483" y="417262"/>
                </a:lnTo>
                <a:lnTo>
                  <a:pt x="133026" y="435397"/>
                </a:lnTo>
                <a:lnTo>
                  <a:pt x="138570" y="453542"/>
                </a:lnTo>
                <a:lnTo>
                  <a:pt x="144113" y="471678"/>
                </a:lnTo>
                <a:lnTo>
                  <a:pt x="149657" y="489823"/>
                </a:lnTo>
                <a:lnTo>
                  <a:pt x="155200" y="507968"/>
                </a:lnTo>
                <a:lnTo>
                  <a:pt x="160734" y="526104"/>
                </a:lnTo>
                <a:lnTo>
                  <a:pt x="166278" y="544249"/>
                </a:lnTo>
                <a:lnTo>
                  <a:pt x="171821" y="562394"/>
                </a:lnTo>
                <a:lnTo>
                  <a:pt x="177365" y="580530"/>
                </a:lnTo>
                <a:lnTo>
                  <a:pt x="182909" y="598675"/>
                </a:lnTo>
                <a:lnTo>
                  <a:pt x="188452" y="616820"/>
                </a:lnTo>
                <a:lnTo>
                  <a:pt x="193996" y="634956"/>
                </a:lnTo>
                <a:lnTo>
                  <a:pt x="199539" y="653101"/>
                </a:lnTo>
                <a:lnTo>
                  <a:pt x="205083" y="671236"/>
                </a:lnTo>
                <a:lnTo>
                  <a:pt x="212541" y="688200"/>
                </a:lnTo>
                <a:lnTo>
                  <a:pt x="227695" y="699497"/>
                </a:lnTo>
                <a:lnTo>
                  <a:pt x="244850" y="707546"/>
                </a:lnTo>
                <a:lnTo>
                  <a:pt x="262747" y="713842"/>
                </a:lnTo>
                <a:lnTo>
                  <a:pt x="280997" y="719004"/>
                </a:lnTo>
                <a:lnTo>
                  <a:pt x="299447" y="723386"/>
                </a:lnTo>
                <a:lnTo>
                  <a:pt x="318040" y="727167"/>
                </a:lnTo>
                <a:lnTo>
                  <a:pt x="336718" y="730482"/>
                </a:lnTo>
                <a:lnTo>
                  <a:pt x="355463" y="733396"/>
                </a:lnTo>
                <a:lnTo>
                  <a:pt x="374247" y="735987"/>
                </a:lnTo>
                <a:lnTo>
                  <a:pt x="393078" y="738283"/>
                </a:lnTo>
                <a:lnTo>
                  <a:pt x="411937" y="740321"/>
                </a:lnTo>
                <a:lnTo>
                  <a:pt x="430825" y="742140"/>
                </a:lnTo>
                <a:lnTo>
                  <a:pt x="449723" y="743760"/>
                </a:lnTo>
                <a:lnTo>
                  <a:pt x="468640" y="745188"/>
                </a:lnTo>
                <a:lnTo>
                  <a:pt x="487566" y="746436"/>
                </a:lnTo>
                <a:lnTo>
                  <a:pt x="506501" y="747512"/>
                </a:lnTo>
                <a:lnTo>
                  <a:pt x="525447" y="748446"/>
                </a:lnTo>
                <a:lnTo>
                  <a:pt x="544401" y="749227"/>
                </a:lnTo>
                <a:lnTo>
                  <a:pt x="563366" y="749865"/>
                </a:lnTo>
                <a:lnTo>
                  <a:pt x="582330" y="750360"/>
                </a:lnTo>
                <a:lnTo>
                  <a:pt x="601294" y="750713"/>
                </a:lnTo>
                <a:lnTo>
                  <a:pt x="620258" y="750941"/>
                </a:lnTo>
                <a:lnTo>
                  <a:pt x="639232" y="751037"/>
                </a:lnTo>
                <a:lnTo>
                  <a:pt x="658197" y="750999"/>
                </a:lnTo>
                <a:lnTo>
                  <a:pt x="677170" y="750837"/>
                </a:lnTo>
                <a:lnTo>
                  <a:pt x="696135" y="750541"/>
                </a:lnTo>
                <a:lnTo>
                  <a:pt x="715099" y="750113"/>
                </a:lnTo>
                <a:lnTo>
                  <a:pt x="734063" y="749532"/>
                </a:lnTo>
                <a:lnTo>
                  <a:pt x="753018" y="748827"/>
                </a:lnTo>
                <a:lnTo>
                  <a:pt x="771963" y="747960"/>
                </a:lnTo>
                <a:lnTo>
                  <a:pt x="790908" y="746951"/>
                </a:lnTo>
                <a:lnTo>
                  <a:pt x="809844" y="745779"/>
                </a:lnTo>
                <a:lnTo>
                  <a:pt x="828761" y="744436"/>
                </a:lnTo>
                <a:lnTo>
                  <a:pt x="847668" y="742912"/>
                </a:lnTo>
                <a:lnTo>
                  <a:pt x="866565" y="741188"/>
                </a:lnTo>
                <a:lnTo>
                  <a:pt x="885434" y="739254"/>
                </a:lnTo>
                <a:lnTo>
                  <a:pt x="904275" y="737083"/>
                </a:lnTo>
                <a:lnTo>
                  <a:pt x="923087" y="734625"/>
                </a:lnTo>
                <a:lnTo>
                  <a:pt x="941851" y="731872"/>
                </a:lnTo>
                <a:lnTo>
                  <a:pt x="960568" y="728748"/>
                </a:lnTo>
                <a:lnTo>
                  <a:pt x="979199" y="725195"/>
                </a:lnTo>
                <a:lnTo>
                  <a:pt x="997725" y="721119"/>
                </a:lnTo>
                <a:lnTo>
                  <a:pt x="1016079" y="716337"/>
                </a:lnTo>
                <a:lnTo>
                  <a:pt x="1034158" y="710622"/>
                </a:lnTo>
                <a:lnTo>
                  <a:pt x="1051731" y="703497"/>
                </a:lnTo>
                <a:lnTo>
                  <a:pt x="1068105" y="693972"/>
                </a:lnTo>
                <a:lnTo>
                  <a:pt x="1080297" y="679742"/>
                </a:lnTo>
                <a:lnTo>
                  <a:pt x="1085117" y="661464"/>
                </a:lnTo>
                <a:lnTo>
                  <a:pt x="1090660" y="643328"/>
                </a:lnTo>
                <a:lnTo>
                  <a:pt x="1096204" y="625183"/>
                </a:lnTo>
                <a:lnTo>
                  <a:pt x="1101738" y="607047"/>
                </a:lnTo>
                <a:lnTo>
                  <a:pt x="1107281" y="588902"/>
                </a:lnTo>
                <a:lnTo>
                  <a:pt x="1112825" y="570757"/>
                </a:lnTo>
                <a:lnTo>
                  <a:pt x="1118368" y="552621"/>
                </a:lnTo>
                <a:lnTo>
                  <a:pt x="1123912" y="534476"/>
                </a:lnTo>
                <a:lnTo>
                  <a:pt x="1129455" y="516331"/>
                </a:lnTo>
                <a:lnTo>
                  <a:pt x="1134999" y="498196"/>
                </a:lnTo>
                <a:lnTo>
                  <a:pt x="1140543" y="480050"/>
                </a:lnTo>
                <a:lnTo>
                  <a:pt x="1146086" y="461905"/>
                </a:lnTo>
                <a:lnTo>
                  <a:pt x="1151630" y="443770"/>
                </a:lnTo>
                <a:lnTo>
                  <a:pt x="1157173" y="425625"/>
                </a:lnTo>
                <a:lnTo>
                  <a:pt x="1162717" y="407489"/>
                </a:lnTo>
                <a:lnTo>
                  <a:pt x="1168251" y="389344"/>
                </a:lnTo>
                <a:lnTo>
                  <a:pt x="1173794" y="371199"/>
                </a:lnTo>
                <a:lnTo>
                  <a:pt x="1179338" y="353063"/>
                </a:lnTo>
                <a:lnTo>
                  <a:pt x="1184881" y="334918"/>
                </a:lnTo>
                <a:lnTo>
                  <a:pt x="1190425" y="316773"/>
                </a:lnTo>
                <a:lnTo>
                  <a:pt x="1195969" y="298637"/>
                </a:lnTo>
                <a:lnTo>
                  <a:pt x="1201512" y="280492"/>
                </a:lnTo>
                <a:lnTo>
                  <a:pt x="1207056" y="262347"/>
                </a:lnTo>
                <a:lnTo>
                  <a:pt x="1212599" y="244211"/>
                </a:lnTo>
                <a:lnTo>
                  <a:pt x="1218143" y="226066"/>
                </a:lnTo>
                <a:lnTo>
                  <a:pt x="1223686" y="207931"/>
                </a:lnTo>
                <a:lnTo>
                  <a:pt x="1229220" y="189786"/>
                </a:lnTo>
                <a:lnTo>
                  <a:pt x="1234764" y="171641"/>
                </a:lnTo>
                <a:lnTo>
                  <a:pt x="1240307" y="153505"/>
                </a:lnTo>
                <a:lnTo>
                  <a:pt x="1245851" y="135360"/>
                </a:lnTo>
                <a:lnTo>
                  <a:pt x="1251395" y="117215"/>
                </a:lnTo>
                <a:lnTo>
                  <a:pt x="1256938" y="99079"/>
                </a:lnTo>
                <a:lnTo>
                  <a:pt x="1262482" y="80934"/>
                </a:lnTo>
                <a:lnTo>
                  <a:pt x="1268025" y="62798"/>
                </a:lnTo>
                <a:lnTo>
                  <a:pt x="1273569" y="44653"/>
                </a:lnTo>
                <a:lnTo>
                  <a:pt x="1279112" y="26508"/>
                </a:lnTo>
                <a:lnTo>
                  <a:pt x="1284656" y="8372"/>
                </a:lnTo>
                <a:lnTo>
                  <a:pt x="1283627" y="9363"/>
                </a:lnTo>
                <a:lnTo>
                  <a:pt x="1268625" y="20755"/>
                </a:lnTo>
                <a:lnTo>
                  <a:pt x="1251223" y="28270"/>
                </a:lnTo>
                <a:lnTo>
                  <a:pt x="1233154" y="34023"/>
                </a:lnTo>
                <a:lnTo>
                  <a:pt x="1214780" y="38748"/>
                </a:lnTo>
                <a:lnTo>
                  <a:pt x="1196245" y="42786"/>
                </a:lnTo>
                <a:lnTo>
                  <a:pt x="1177614" y="46301"/>
                </a:lnTo>
                <a:lnTo>
                  <a:pt x="1158897" y="49425"/>
                </a:lnTo>
                <a:lnTo>
                  <a:pt x="1140143" y="52235"/>
                </a:lnTo>
                <a:lnTo>
                  <a:pt x="1121340" y="54769"/>
                </a:lnTo>
                <a:lnTo>
                  <a:pt x="1102509" y="57083"/>
                </a:lnTo>
                <a:lnTo>
                  <a:pt x="1083659" y="59198"/>
                </a:lnTo>
                <a:lnTo>
                  <a:pt x="1064790" y="61131"/>
                </a:lnTo>
                <a:lnTo>
                  <a:pt x="1045902" y="62922"/>
                </a:lnTo>
                <a:lnTo>
                  <a:pt x="1027005" y="64570"/>
                </a:lnTo>
                <a:lnTo>
                  <a:pt x="1008097" y="66084"/>
                </a:lnTo>
                <a:lnTo>
                  <a:pt x="989181" y="67494"/>
                </a:lnTo>
                <a:lnTo>
                  <a:pt x="970255" y="68780"/>
                </a:lnTo>
                <a:lnTo>
                  <a:pt x="951328" y="69980"/>
                </a:lnTo>
                <a:lnTo>
                  <a:pt x="932383" y="71076"/>
                </a:lnTo>
                <a:lnTo>
                  <a:pt x="913448" y="72085"/>
                </a:lnTo>
                <a:lnTo>
                  <a:pt x="894502" y="73009"/>
                </a:lnTo>
                <a:lnTo>
                  <a:pt x="875548" y="73857"/>
                </a:lnTo>
                <a:lnTo>
                  <a:pt x="856593" y="74619"/>
                </a:lnTo>
                <a:lnTo>
                  <a:pt x="837638" y="75314"/>
                </a:lnTo>
                <a:lnTo>
                  <a:pt x="818674" y="75933"/>
                </a:lnTo>
                <a:lnTo>
                  <a:pt x="799719" y="76486"/>
                </a:lnTo>
                <a:lnTo>
                  <a:pt x="780755" y="76972"/>
                </a:lnTo>
                <a:lnTo>
                  <a:pt x="761790" y="77391"/>
                </a:lnTo>
                <a:lnTo>
                  <a:pt x="742826" y="77743"/>
                </a:lnTo>
                <a:lnTo>
                  <a:pt x="723852" y="78029"/>
                </a:lnTo>
                <a:lnTo>
                  <a:pt x="704888" y="78267"/>
                </a:lnTo>
                <a:lnTo>
                  <a:pt x="685914" y="78429"/>
                </a:lnTo>
                <a:lnTo>
                  <a:pt x="666950" y="78534"/>
                </a:lnTo>
                <a:lnTo>
                  <a:pt x="647976" y="78572"/>
                </a:lnTo>
                <a:lnTo>
                  <a:pt x="629012" y="78562"/>
                </a:lnTo>
                <a:lnTo>
                  <a:pt x="610038" y="78486"/>
                </a:lnTo>
                <a:lnTo>
                  <a:pt x="591074" y="78343"/>
                </a:lnTo>
                <a:lnTo>
                  <a:pt x="572100" y="78143"/>
                </a:lnTo>
                <a:lnTo>
                  <a:pt x="553136" y="77886"/>
                </a:lnTo>
                <a:lnTo>
                  <a:pt x="534172" y="77562"/>
                </a:lnTo>
                <a:lnTo>
                  <a:pt x="515207" y="77172"/>
                </a:lnTo>
                <a:lnTo>
                  <a:pt x="496243" y="76714"/>
                </a:lnTo>
                <a:lnTo>
                  <a:pt x="477279" y="76200"/>
                </a:lnTo>
                <a:lnTo>
                  <a:pt x="458314" y="75609"/>
                </a:lnTo>
                <a:lnTo>
                  <a:pt x="439360" y="74952"/>
                </a:lnTo>
                <a:lnTo>
                  <a:pt x="420405" y="74219"/>
                </a:lnTo>
                <a:lnTo>
                  <a:pt x="401450" y="73409"/>
                </a:lnTo>
                <a:lnTo>
                  <a:pt x="382505" y="72523"/>
                </a:lnTo>
                <a:lnTo>
                  <a:pt x="363560" y="71552"/>
                </a:lnTo>
                <a:lnTo>
                  <a:pt x="344615" y="70495"/>
                </a:lnTo>
                <a:lnTo>
                  <a:pt x="325679" y="69352"/>
                </a:lnTo>
                <a:lnTo>
                  <a:pt x="306753" y="68094"/>
                </a:lnTo>
                <a:lnTo>
                  <a:pt x="287836" y="66751"/>
                </a:lnTo>
                <a:lnTo>
                  <a:pt x="268919" y="65284"/>
                </a:lnTo>
                <a:lnTo>
                  <a:pt x="250022" y="63694"/>
                </a:lnTo>
                <a:lnTo>
                  <a:pt x="231124" y="61970"/>
                </a:lnTo>
                <a:lnTo>
                  <a:pt x="212246" y="60112"/>
                </a:lnTo>
                <a:lnTo>
                  <a:pt x="193386" y="58083"/>
                </a:lnTo>
                <a:lnTo>
                  <a:pt x="174555" y="55864"/>
                </a:lnTo>
                <a:lnTo>
                  <a:pt x="155734" y="53435"/>
                </a:lnTo>
                <a:lnTo>
                  <a:pt x="136960" y="50759"/>
                </a:lnTo>
                <a:lnTo>
                  <a:pt x="118224" y="47787"/>
                </a:lnTo>
                <a:lnTo>
                  <a:pt x="99546" y="44463"/>
                </a:lnTo>
                <a:lnTo>
                  <a:pt x="80963" y="40681"/>
                </a:lnTo>
                <a:lnTo>
                  <a:pt x="62503" y="36309"/>
                </a:lnTo>
                <a:lnTo>
                  <a:pt x="44272" y="31080"/>
                </a:lnTo>
                <a:lnTo>
                  <a:pt x="26479" y="24517"/>
                </a:lnTo>
                <a:lnTo>
                  <a:pt x="9906" y="153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94BDE9EB-79AB-4DB4-93EF-744B11EB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137785"/>
            <a:ext cx="1287218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4D0A359-90DF-4084-AFB2-A7787250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19"/>
          </a:xfrm>
          <a:custGeom xmlns:a="http://schemas.openxmlformats.org/drawingml/2006/main">
            <a:pathLst>
              <a:path w="1733550" h="4264219">
                <a:moveTo>
                  <a:pt x="0" y="0"/>
                </a:moveTo>
                <a:lnTo>
                  <a:pt x="57" y="47920"/>
                </a:lnTo>
                <a:lnTo>
                  <a:pt x="9754" y="94859"/>
                </a:lnTo>
                <a:lnTo>
                  <a:pt x="19450" y="141799"/>
                </a:lnTo>
                <a:lnTo>
                  <a:pt x="29137" y="188738"/>
                </a:lnTo>
                <a:lnTo>
                  <a:pt x="38833" y="235677"/>
                </a:lnTo>
                <a:lnTo>
                  <a:pt x="48520" y="282616"/>
                </a:lnTo>
                <a:lnTo>
                  <a:pt x="58217" y="329555"/>
                </a:lnTo>
                <a:lnTo>
                  <a:pt x="67913" y="376495"/>
                </a:lnTo>
                <a:lnTo>
                  <a:pt x="77600" y="423434"/>
                </a:lnTo>
                <a:lnTo>
                  <a:pt x="87297" y="470364"/>
                </a:lnTo>
                <a:lnTo>
                  <a:pt x="96984" y="517303"/>
                </a:lnTo>
                <a:lnTo>
                  <a:pt x="106680" y="564242"/>
                </a:lnTo>
                <a:lnTo>
                  <a:pt x="116376" y="611181"/>
                </a:lnTo>
                <a:lnTo>
                  <a:pt x="126063" y="658120"/>
                </a:lnTo>
                <a:lnTo>
                  <a:pt x="135760" y="705060"/>
                </a:lnTo>
                <a:lnTo>
                  <a:pt x="145447" y="751999"/>
                </a:lnTo>
                <a:lnTo>
                  <a:pt x="155143" y="798938"/>
                </a:lnTo>
                <a:lnTo>
                  <a:pt x="164040" y="846020"/>
                </a:lnTo>
                <a:lnTo>
                  <a:pt x="171955" y="893293"/>
                </a:lnTo>
                <a:lnTo>
                  <a:pt x="179441" y="940632"/>
                </a:lnTo>
                <a:lnTo>
                  <a:pt x="186833" y="987990"/>
                </a:lnTo>
                <a:lnTo>
                  <a:pt x="194224" y="1035348"/>
                </a:lnTo>
                <a:lnTo>
                  <a:pt x="201616" y="1082697"/>
                </a:lnTo>
                <a:lnTo>
                  <a:pt x="209007" y="1130056"/>
                </a:lnTo>
                <a:lnTo>
                  <a:pt x="216408" y="1177414"/>
                </a:lnTo>
                <a:lnTo>
                  <a:pt x="223799" y="1224763"/>
                </a:lnTo>
                <a:lnTo>
                  <a:pt x="231191" y="1272121"/>
                </a:lnTo>
                <a:lnTo>
                  <a:pt x="238582" y="1319479"/>
                </a:lnTo>
                <a:lnTo>
                  <a:pt x="245983" y="1366828"/>
                </a:lnTo>
                <a:lnTo>
                  <a:pt x="253375" y="1414186"/>
                </a:lnTo>
                <a:lnTo>
                  <a:pt x="260766" y="1461545"/>
                </a:lnTo>
                <a:lnTo>
                  <a:pt x="268157" y="1508893"/>
                </a:lnTo>
                <a:lnTo>
                  <a:pt x="275549" y="1556252"/>
                </a:lnTo>
                <a:lnTo>
                  <a:pt x="282950" y="1603610"/>
                </a:lnTo>
                <a:lnTo>
                  <a:pt x="290341" y="1650959"/>
                </a:lnTo>
                <a:lnTo>
                  <a:pt x="297561" y="1698346"/>
                </a:lnTo>
                <a:lnTo>
                  <a:pt x="304562" y="1745761"/>
                </a:lnTo>
                <a:lnTo>
                  <a:pt x="311344" y="1793205"/>
                </a:lnTo>
                <a:lnTo>
                  <a:pt x="318078" y="1840659"/>
                </a:lnTo>
                <a:lnTo>
                  <a:pt x="324812" y="1888112"/>
                </a:lnTo>
                <a:lnTo>
                  <a:pt x="331546" y="1935566"/>
                </a:lnTo>
                <a:lnTo>
                  <a:pt x="338280" y="1983019"/>
                </a:lnTo>
                <a:lnTo>
                  <a:pt x="345015" y="2030473"/>
                </a:lnTo>
                <a:lnTo>
                  <a:pt x="351749" y="2077926"/>
                </a:lnTo>
                <a:lnTo>
                  <a:pt x="358483" y="2125380"/>
                </a:lnTo>
                <a:lnTo>
                  <a:pt x="365217" y="2172833"/>
                </a:lnTo>
                <a:lnTo>
                  <a:pt x="371951" y="2220287"/>
                </a:lnTo>
                <a:lnTo>
                  <a:pt x="378685" y="2267741"/>
                </a:lnTo>
                <a:lnTo>
                  <a:pt x="385420" y="2315194"/>
                </a:lnTo>
                <a:lnTo>
                  <a:pt x="392154" y="2362648"/>
                </a:lnTo>
                <a:lnTo>
                  <a:pt x="398888" y="2410101"/>
                </a:lnTo>
                <a:lnTo>
                  <a:pt x="405622" y="2457545"/>
                </a:lnTo>
                <a:lnTo>
                  <a:pt x="412356" y="2504999"/>
                </a:lnTo>
                <a:lnTo>
                  <a:pt x="418976" y="2552471"/>
                </a:lnTo>
                <a:lnTo>
                  <a:pt x="425444" y="2599963"/>
                </a:lnTo>
                <a:lnTo>
                  <a:pt x="431797" y="2647464"/>
                </a:lnTo>
                <a:lnTo>
                  <a:pt x="438131" y="2694975"/>
                </a:lnTo>
                <a:lnTo>
                  <a:pt x="444465" y="2742486"/>
                </a:lnTo>
                <a:lnTo>
                  <a:pt x="450799" y="2789996"/>
                </a:lnTo>
                <a:lnTo>
                  <a:pt x="457133" y="2837498"/>
                </a:lnTo>
                <a:lnTo>
                  <a:pt x="463467" y="2885008"/>
                </a:lnTo>
                <a:lnTo>
                  <a:pt x="469802" y="2932519"/>
                </a:lnTo>
                <a:lnTo>
                  <a:pt x="476136" y="2980030"/>
                </a:lnTo>
                <a:lnTo>
                  <a:pt x="482479" y="3027531"/>
                </a:lnTo>
                <a:lnTo>
                  <a:pt x="488813" y="3075041"/>
                </a:lnTo>
                <a:lnTo>
                  <a:pt x="495148" y="3122552"/>
                </a:lnTo>
                <a:lnTo>
                  <a:pt x="501482" y="3170063"/>
                </a:lnTo>
                <a:lnTo>
                  <a:pt x="507816" y="3217564"/>
                </a:lnTo>
                <a:lnTo>
                  <a:pt x="514150" y="3265075"/>
                </a:lnTo>
                <a:lnTo>
                  <a:pt x="520484" y="3312585"/>
                </a:lnTo>
                <a:lnTo>
                  <a:pt x="526818" y="3360096"/>
                </a:lnTo>
                <a:lnTo>
                  <a:pt x="533048" y="3407616"/>
                </a:lnTo>
                <a:lnTo>
                  <a:pt x="539172" y="3455146"/>
                </a:lnTo>
                <a:lnTo>
                  <a:pt x="545316" y="3502685"/>
                </a:lnTo>
                <a:lnTo>
                  <a:pt x="551459" y="3550215"/>
                </a:lnTo>
                <a:lnTo>
                  <a:pt x="539010" y="3581400"/>
                </a:lnTo>
                <a:lnTo>
                  <a:pt x="491080" y="3581400"/>
                </a:lnTo>
                <a:lnTo>
                  <a:pt x="443160" y="3581400"/>
                </a:lnTo>
                <a:lnTo>
                  <a:pt x="395230" y="3581400"/>
                </a:lnTo>
                <a:lnTo>
                  <a:pt x="347301" y="3581400"/>
                </a:lnTo>
                <a:lnTo>
                  <a:pt x="299371" y="3581400"/>
                </a:lnTo>
                <a:lnTo>
                  <a:pt x="251441" y="3581400"/>
                </a:lnTo>
                <a:lnTo>
                  <a:pt x="250765" y="3602041"/>
                </a:lnTo>
                <a:lnTo>
                  <a:pt x="283331" y="3637207"/>
                </a:lnTo>
                <a:lnTo>
                  <a:pt x="315897" y="3672373"/>
                </a:lnTo>
                <a:lnTo>
                  <a:pt x="348463" y="3707540"/>
                </a:lnTo>
                <a:lnTo>
                  <a:pt x="381029" y="3742706"/>
                </a:lnTo>
                <a:lnTo>
                  <a:pt x="413595" y="3777872"/>
                </a:lnTo>
                <a:lnTo>
                  <a:pt x="446170" y="3813029"/>
                </a:lnTo>
                <a:lnTo>
                  <a:pt x="478736" y="3848195"/>
                </a:lnTo>
                <a:lnTo>
                  <a:pt x="511302" y="3883362"/>
                </a:lnTo>
                <a:lnTo>
                  <a:pt x="543868" y="3918528"/>
                </a:lnTo>
                <a:lnTo>
                  <a:pt x="576434" y="3953694"/>
                </a:lnTo>
                <a:lnTo>
                  <a:pt x="609000" y="3988860"/>
                </a:lnTo>
                <a:lnTo>
                  <a:pt x="641566" y="4024027"/>
                </a:lnTo>
                <a:lnTo>
                  <a:pt x="674132" y="4059184"/>
                </a:lnTo>
                <a:lnTo>
                  <a:pt x="706698" y="4094350"/>
                </a:lnTo>
                <a:lnTo>
                  <a:pt x="739264" y="4129516"/>
                </a:lnTo>
                <a:lnTo>
                  <a:pt x="771830" y="4164682"/>
                </a:lnTo>
                <a:lnTo>
                  <a:pt x="804396" y="4199849"/>
                </a:lnTo>
                <a:lnTo>
                  <a:pt x="836962" y="4235015"/>
                </a:lnTo>
                <a:lnTo>
                  <a:pt x="869528" y="4264219"/>
                </a:lnTo>
                <a:lnTo>
                  <a:pt x="902103" y="4229062"/>
                </a:lnTo>
                <a:lnTo>
                  <a:pt x="934669" y="4193896"/>
                </a:lnTo>
                <a:lnTo>
                  <a:pt x="967235" y="4158729"/>
                </a:lnTo>
                <a:lnTo>
                  <a:pt x="999801" y="4123563"/>
                </a:lnTo>
                <a:lnTo>
                  <a:pt x="1032367" y="4088397"/>
                </a:lnTo>
                <a:lnTo>
                  <a:pt x="1064933" y="4053230"/>
                </a:lnTo>
                <a:lnTo>
                  <a:pt x="1097499" y="4018064"/>
                </a:lnTo>
                <a:lnTo>
                  <a:pt x="1130065" y="3982898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24" y="3581400"/>
                </a:lnTo>
                <a:lnTo>
                  <a:pt x="1183129" y="3542167"/>
                </a:lnTo>
                <a:lnTo>
                  <a:pt x="1189272" y="3494637"/>
                </a:lnTo>
                <a:lnTo>
                  <a:pt x="1195416" y="3447098"/>
                </a:lnTo>
                <a:lnTo>
                  <a:pt x="1201541" y="3399568"/>
                </a:lnTo>
                <a:lnTo>
                  <a:pt x="1207808" y="3352048"/>
                </a:lnTo>
                <a:lnTo>
                  <a:pt x="1214142" y="3304537"/>
                </a:lnTo>
                <a:lnTo>
                  <a:pt x="1220476" y="3257026"/>
                </a:lnTo>
                <a:lnTo>
                  <a:pt x="1226810" y="3209525"/>
                </a:lnTo>
                <a:lnTo>
                  <a:pt x="1233145" y="3162014"/>
                </a:lnTo>
                <a:lnTo>
                  <a:pt x="1239479" y="3114504"/>
                </a:lnTo>
                <a:lnTo>
                  <a:pt x="1245813" y="3067002"/>
                </a:lnTo>
                <a:lnTo>
                  <a:pt x="1252147" y="3019492"/>
                </a:lnTo>
                <a:lnTo>
                  <a:pt x="1258481" y="2971981"/>
                </a:lnTo>
                <a:lnTo>
                  <a:pt x="1264815" y="2924470"/>
                </a:lnTo>
                <a:lnTo>
                  <a:pt x="1271149" y="2876969"/>
                </a:lnTo>
                <a:lnTo>
                  <a:pt x="1277483" y="2829458"/>
                </a:lnTo>
                <a:lnTo>
                  <a:pt x="1283818" y="2781948"/>
                </a:lnTo>
                <a:lnTo>
                  <a:pt x="1290152" y="2734437"/>
                </a:lnTo>
                <a:lnTo>
                  <a:pt x="1296486" y="2686926"/>
                </a:lnTo>
                <a:lnTo>
                  <a:pt x="1302820" y="2639425"/>
                </a:lnTo>
                <a:lnTo>
                  <a:pt x="1309202" y="2591924"/>
                </a:lnTo>
                <a:lnTo>
                  <a:pt x="1315679" y="2544432"/>
                </a:lnTo>
                <a:lnTo>
                  <a:pt x="1322337" y="2496969"/>
                </a:lnTo>
                <a:lnTo>
                  <a:pt x="1329071" y="2449516"/>
                </a:lnTo>
                <a:lnTo>
                  <a:pt x="1335805" y="2402062"/>
                </a:lnTo>
                <a:lnTo>
                  <a:pt x="1342539" y="2354609"/>
                </a:lnTo>
                <a:lnTo>
                  <a:pt x="1349273" y="2307155"/>
                </a:lnTo>
                <a:lnTo>
                  <a:pt x="1356008" y="2259701"/>
                </a:lnTo>
                <a:lnTo>
                  <a:pt x="1362742" y="2212248"/>
                </a:lnTo>
                <a:lnTo>
                  <a:pt x="1369476" y="2164794"/>
                </a:lnTo>
                <a:lnTo>
                  <a:pt x="1376210" y="2117341"/>
                </a:lnTo>
                <a:lnTo>
                  <a:pt x="1382944" y="2069887"/>
                </a:lnTo>
                <a:lnTo>
                  <a:pt x="1389678" y="2022434"/>
                </a:lnTo>
                <a:lnTo>
                  <a:pt x="1396413" y="1974980"/>
                </a:lnTo>
                <a:lnTo>
                  <a:pt x="1403147" y="1927527"/>
                </a:lnTo>
                <a:lnTo>
                  <a:pt x="1409881" y="1880073"/>
                </a:lnTo>
                <a:lnTo>
                  <a:pt x="1416615" y="1832620"/>
                </a:lnTo>
                <a:lnTo>
                  <a:pt x="1423349" y="1785166"/>
                </a:lnTo>
                <a:lnTo>
                  <a:pt x="1430179" y="1737731"/>
                </a:lnTo>
                <a:lnTo>
                  <a:pt x="1437170" y="1690316"/>
                </a:lnTo>
                <a:lnTo>
                  <a:pt x="1444466" y="1642939"/>
                </a:lnTo>
                <a:lnTo>
                  <a:pt x="1451858" y="1595590"/>
                </a:lnTo>
                <a:lnTo>
                  <a:pt x="1459249" y="1548232"/>
                </a:lnTo>
                <a:lnTo>
                  <a:pt x="1466640" y="1500873"/>
                </a:lnTo>
                <a:lnTo>
                  <a:pt x="1474032" y="1453525"/>
                </a:lnTo>
                <a:lnTo>
                  <a:pt x="1481433" y="1406166"/>
                </a:lnTo>
                <a:lnTo>
                  <a:pt x="1488824" y="1358808"/>
                </a:lnTo>
                <a:lnTo>
                  <a:pt x="1496216" y="1311459"/>
                </a:lnTo>
                <a:lnTo>
                  <a:pt x="1503607" y="1264101"/>
                </a:lnTo>
                <a:lnTo>
                  <a:pt x="1511008" y="1216743"/>
                </a:lnTo>
                <a:lnTo>
                  <a:pt x="1518399" y="1169394"/>
                </a:lnTo>
                <a:lnTo>
                  <a:pt x="1525791" y="1122035"/>
                </a:lnTo>
                <a:lnTo>
                  <a:pt x="1533182" y="1074687"/>
                </a:lnTo>
                <a:lnTo>
                  <a:pt x="1540574" y="1027328"/>
                </a:lnTo>
                <a:lnTo>
                  <a:pt x="1547974" y="979970"/>
                </a:lnTo>
                <a:lnTo>
                  <a:pt x="1555366" y="932621"/>
                </a:lnTo>
                <a:lnTo>
                  <a:pt x="1562929" y="885292"/>
                </a:lnTo>
                <a:lnTo>
                  <a:pt x="1570853" y="838019"/>
                </a:lnTo>
                <a:lnTo>
                  <a:pt x="1580045" y="790985"/>
                </a:lnTo>
                <a:lnTo>
                  <a:pt x="1589742" y="744055"/>
                </a:lnTo>
                <a:lnTo>
                  <a:pt x="1599438" y="697116"/>
                </a:lnTo>
                <a:lnTo>
                  <a:pt x="1609125" y="650177"/>
                </a:lnTo>
                <a:lnTo>
                  <a:pt x="1618821" y="603237"/>
                </a:lnTo>
                <a:lnTo>
                  <a:pt x="1628508" y="556298"/>
                </a:lnTo>
                <a:lnTo>
                  <a:pt x="1638205" y="509359"/>
                </a:lnTo>
                <a:lnTo>
                  <a:pt x="1647901" y="462420"/>
                </a:lnTo>
                <a:lnTo>
                  <a:pt x="1657588" y="415481"/>
                </a:lnTo>
                <a:lnTo>
                  <a:pt x="1667285" y="368541"/>
                </a:lnTo>
                <a:lnTo>
                  <a:pt x="1676972" y="321602"/>
                </a:lnTo>
                <a:lnTo>
                  <a:pt x="1686668" y="274663"/>
                </a:lnTo>
                <a:lnTo>
                  <a:pt x="1696355" y="227724"/>
                </a:lnTo>
                <a:lnTo>
                  <a:pt x="1706051" y="180785"/>
                </a:lnTo>
                <a:lnTo>
                  <a:pt x="1715748" y="133855"/>
                </a:lnTo>
                <a:lnTo>
                  <a:pt x="1725435" y="86916"/>
                </a:lnTo>
                <a:lnTo>
                  <a:pt x="1733550" y="39815"/>
                </a:lnTo>
                <a:lnTo>
                  <a:pt x="1725435" y="0"/>
                </a:lnTo>
                <a:lnTo>
                  <a:pt x="1677505" y="0"/>
                </a:lnTo>
                <a:lnTo>
                  <a:pt x="1629575" y="0"/>
                </a:lnTo>
                <a:lnTo>
                  <a:pt x="1581645" y="0"/>
                </a:lnTo>
                <a:lnTo>
                  <a:pt x="1533716" y="0"/>
                </a:lnTo>
                <a:lnTo>
                  <a:pt x="1485795" y="0"/>
                </a:lnTo>
                <a:lnTo>
                  <a:pt x="1437865" y="0"/>
                </a:lnTo>
                <a:lnTo>
                  <a:pt x="1389936" y="0"/>
                </a:lnTo>
                <a:lnTo>
                  <a:pt x="1342006" y="0"/>
                </a:lnTo>
                <a:lnTo>
                  <a:pt x="1294076" y="0"/>
                </a:lnTo>
                <a:lnTo>
                  <a:pt x="1246146" y="0"/>
                </a:lnTo>
                <a:lnTo>
                  <a:pt x="1198216" y="0"/>
                </a:lnTo>
                <a:lnTo>
                  <a:pt x="1150287" y="0"/>
                </a:lnTo>
                <a:lnTo>
                  <a:pt x="1102357" y="0"/>
                </a:lnTo>
                <a:lnTo>
                  <a:pt x="1054437" y="0"/>
                </a:lnTo>
                <a:lnTo>
                  <a:pt x="1006507" y="0"/>
                </a:lnTo>
                <a:lnTo>
                  <a:pt x="958577" y="0"/>
                </a:lnTo>
                <a:lnTo>
                  <a:pt x="910647" y="0"/>
                </a:lnTo>
                <a:lnTo>
                  <a:pt x="862717" y="0"/>
                </a:lnTo>
                <a:lnTo>
                  <a:pt x="814788" y="0"/>
                </a:lnTo>
                <a:lnTo>
                  <a:pt x="766858" y="0"/>
                </a:lnTo>
                <a:lnTo>
                  <a:pt x="718928" y="0"/>
                </a:lnTo>
                <a:lnTo>
                  <a:pt x="67099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18" y="0"/>
                </a:lnTo>
                <a:lnTo>
                  <a:pt x="479288" y="0"/>
                </a:lnTo>
                <a:lnTo>
                  <a:pt x="431359" y="0"/>
                </a:lnTo>
                <a:lnTo>
                  <a:pt x="383429" y="0"/>
                </a:lnTo>
                <a:lnTo>
                  <a:pt x="335499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48CC972-8288-4C84-A34F-1A760E2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878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7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D25291DE-21A6-41F2-8688-102983BE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577408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8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6F918090-59FD-42EF-AE2F-B9CD005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920030"/>
            <a:ext cx="28575" cy="1314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F2DEBBED-0326-404E-A7B8-6EFC1957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272608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0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7362A434-0776-48F6-A61A-D7D1F612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262188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21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6D9190EC-DDFA-4EAB-8CAF-BD8313EA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586038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22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B927306-F47F-4DB8-8D0D-F3F255C2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516516"/>
            <a:ext cx="228600" cy="2693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23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44559686-6559-46DE-8AFF-E4D4E429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486325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4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9F07AACA-FD3A-45AF-B292-C4FE7A7B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920433"/>
            <a:ext cx="28575" cy="1885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BBA64886-1E3B-4A94-A68B-24168CC3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55845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72E7C27F-7C48-4F2B-BB0E-0A32DC50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54803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7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74982D24-3830-4D4E-A8C2-86EF61E3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87188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2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4274B860-34CC-47C4-A559-972FDEFA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098329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2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C087C908-A3A8-475D-B20B-4B6E3778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2951712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BD2815A7-AD3C-4DAF-A4D6-40712258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3805238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65EC3207-1253-489F-869A-039A4401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658620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3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A86A9536-8902-43F0-8724-4F2EA589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12003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</p:spTree>
    <p:extLst>
      <p:ext uri="{BB962C8B-B14F-4D97-AF65-F5344CB8AC3E}">
        <p14:creationId xmlns:p14="http://schemas.microsoft.com/office/powerpoint/2010/main" val="211024028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71EA2A9-BDAA-456F-A95B-BC11F44C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450108C-4DD1-4DE9-918F-2DFAD80E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4085298-7414-4422-9D05-40800D0A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8872F96F-4AAC-4BB3-A751-011BCC40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631D46C9-62AD-4720-BB53-D0B91F5D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73ED0BC8-BC1B-452C-B3D2-299501B8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1b8c91ebfc4901">
            <a:extLst>
              <a:ext uri="{96DAC541-7B7A-43D3-8B79-37D633B846F1}">
                <asvg:svgBlip xmlns:asvg="http://schemas.microsoft.com/office/drawing/2016/SVG/main" r:embed="Rd827906d27e949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3FA24D64-9970-438C-93D6-DB9AC2BA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3E92BB13-458A-46E7-B3D0-D727BE42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F04674A-7CDB-43A8-9FCD-CA592750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b8250f9204160">
            <a:extLst>
              <a:ext uri="{96DAC541-7B7A-43D3-8B79-37D633B846F1}">
                <asvg:svgBlip xmlns:asvg="http://schemas.microsoft.com/office/drawing/2016/SVG/main" r:embed="Ra27c2eeb57814f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D6CBEC51-F6D5-40D5-8F4D-FA071FE6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DE7FC44D-D9F1-4618-9B53-733C4EA5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9EC2B78-2497-4905-95C1-DC161ACF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89244fa374e49">
            <a:extLst>
              <a:ext uri="{96DAC541-7B7A-43D3-8B79-37D633B846F1}">
                <asvg:svgBlip xmlns:asvg="http://schemas.microsoft.com/office/drawing/2016/SVG/main" r:embed="Ree0312a932a84f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CBE47408-84F8-47E5-B368-60E4071F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E208B069-05B9-47E6-AB5D-0F815BCC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8B9BBEE-ADE3-485E-AC43-1F761F7E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a75af9c804ef5">
            <a:extLst>
              <a:ext uri="{96DAC541-7B7A-43D3-8B79-37D633B846F1}">
                <asvg:svgBlip xmlns:asvg="http://schemas.microsoft.com/office/drawing/2016/SVG/main" r:embed="Rcc3872483d6043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F6E8C82-3422-44BA-A361-730799F8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5F7820D-66CB-47F5-BF15-FAAD0CB8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50C05AF-CEDF-4BAE-A6E7-83D5741A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6933A5C6-4FDC-4A1A-82AF-07491771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E102280-1855-4AAC-A113-B106E12C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B72EE54E-3B2E-475F-98A8-52AE8A4F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36d3592bb4764">
            <a:extLst>
              <a:ext uri="{96DAC541-7B7A-43D3-8B79-37D633B846F1}">
                <asvg:svgBlip xmlns:asvg="http://schemas.microsoft.com/office/drawing/2016/SVG/main" r:embed="R85ce826d101a46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8CBFFC8-8275-4E84-BA3A-123EB57E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E7D48D6-06ED-4ECF-8D5D-6528C086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D0F8DE8-182F-48DA-8D28-38119D1F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dbbb1eea8401e">
            <a:extLst>
              <a:ext uri="{96DAC541-7B7A-43D3-8B79-37D633B846F1}">
                <asvg:svgBlip xmlns:asvg="http://schemas.microsoft.com/office/drawing/2016/SVG/main" r:embed="R08b87e433a6942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76CD0D7-7BD0-4219-9011-A1A3038A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39ECC094-8E3D-4398-9BEA-6466B681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D14DC40-E8EE-4EEF-9724-804D90FB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F2969AB0-B1B6-49A1-9ABB-F775C83B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1E2C539-10D3-4EBF-AAD2-69478C48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08782FA-2BA1-4E0F-AF3C-085A7243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83B8E32-2468-4F43-B9DD-0D794A64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D7E6487-5E28-42CD-86F4-4D80B21C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B596B97A-1DF0-4A9C-A6FF-3D8B2AE5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1CBED74-BF14-4A23-9A4D-EB91305A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EEB46051-EE44-46F9-AEC7-D3165B9B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C00DBDC-1DD3-478F-8CEE-0A8EA25E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EC4CA63-09C4-4BA5-94A4-08C5D9DA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74AE89C5-6D4F-47D2-B106-BBBDF4E2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03F34BD-1F78-4965-8E42-1C88D9C0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0FB8F9A-2D6B-4642-9233-5F2A52FA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B989D9EB-37CC-4FF3-9D84-A5AEFD4C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B350EA9-1D23-451D-8CD4-7920BE79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30245132-983D-4DAB-B93A-D91C8FD4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14D61A55-7590-4E74-9F14-2B9C0886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391EC332-6DE3-47ED-94B8-1AF02288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c2dd26a9c4319">
            <a:extLst>
              <a:ext uri="{96DAC541-7B7A-43D3-8B79-37D633B846F1}">
                <asvg:svgBlip xmlns:asvg="http://schemas.microsoft.com/office/drawing/2016/SVG/main" r:embed="R05d0e568d8ff42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7525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280FF9F-1D6A-4A7E-9C26-4BF3658C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0C81DE6-E8D4-48C9-B698-4B2A55BA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61E3ED1C-AD40-4628-9DBB-54C3B285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EF468C3-47F1-4FA5-B58F-92831057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CF9D5FB-925C-4396-9301-C317C5D3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CACD7D4-D0DE-4EB7-8D9C-AB7F54FC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52a2239804c45">
            <a:extLst>
              <a:ext uri="{96DAC541-7B7A-43D3-8B79-37D633B846F1}">
                <asvg:svgBlip xmlns:asvg="http://schemas.microsoft.com/office/drawing/2016/SVG/main" r:embed="Rf7436ee0026144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84FF313-C4A4-4D8A-A7B2-8ACF25A0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D152DD0-6626-4735-9690-E85DFDCF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12304B5-3B29-47DE-AFEC-4550B45E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a43551b4d4b5a">
            <a:extLst>
              <a:ext uri="{96DAC541-7B7A-43D3-8B79-37D633B846F1}">
                <asvg:svgBlip xmlns:asvg="http://schemas.microsoft.com/office/drawing/2016/SVG/main" r:embed="R9dd04922144043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C9D33D0-A90B-4828-8CB1-282ED5D4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48373C92-AC51-4CD3-8D0B-17C2DA7C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E2399FE-649C-4585-9083-227A01EC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2e15691ced4cc3">
            <a:extLst>
              <a:ext uri="{96DAC541-7B7A-43D3-8B79-37D633B846F1}">
                <asvg:svgBlip xmlns:asvg="http://schemas.microsoft.com/office/drawing/2016/SVG/main" r:embed="R20238bf655b640b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7C372A6B-13AB-4CFE-8352-D5FFDB2E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D3D1E2F-40E6-4608-B8ED-B56C548B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FDA72C9-AA5F-452B-B249-284F9D2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a17a3d0d340a8">
            <a:extLst>
              <a:ext uri="{96DAC541-7B7A-43D3-8B79-37D633B846F1}">
                <asvg:svgBlip xmlns:asvg="http://schemas.microsoft.com/office/drawing/2016/SVG/main" r:embed="Re2924f2012274a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903CF0C5-74E9-4605-AB35-906D9973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3CE0912-C935-40A7-86F0-6EE666DF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696D3E8-F33D-448A-BE80-3928795E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4057CC0-E4FE-411B-960D-FE102236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97B043DC-3C94-42C9-92A8-DB9A8EA2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6A5610A-36B3-4068-9381-C579466C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df2eb35da4212">
            <a:extLst>
              <a:ext uri="{96DAC541-7B7A-43D3-8B79-37D633B846F1}">
                <asvg:svgBlip xmlns:asvg="http://schemas.microsoft.com/office/drawing/2016/SVG/main" r:embed="Ra7653b5d30fc4c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266105E-F41F-4B5B-A995-E4D52693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9B397EE7-38BA-4BF1-BB1B-0A9CC3FB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212E615-8B64-4980-905E-EBA6FB96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85bf318234ee0">
            <a:extLst>
              <a:ext uri="{96DAC541-7B7A-43D3-8B79-37D633B846F1}">
                <asvg:svgBlip xmlns:asvg="http://schemas.microsoft.com/office/drawing/2016/SVG/main" r:embed="R0551744df77449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AA4C76F0-49E8-406C-A9DA-AC7575D4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2CC0B999-9C09-4428-B741-F62CDB67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0C929FBA-FBB3-4F47-BC5D-5F0F491C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86B7CD36-102E-410F-9BE7-6D1832E8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2CFDC826-C336-40B8-BD51-BEEF7709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6C4891A-EA60-4CFC-A021-7457B667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168E37F-0728-4FDE-A4A9-8F03930E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A5696C8-F439-4B35-BD5D-A0B775CE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6A082B7-A365-4FE9-8B4D-F3FA69EC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5BA93A1-2983-458D-A3FA-15C0DBAD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DF0A588E-0476-446D-B9D6-A73B9469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1082CF4B-399B-4C1A-8F12-A5FAE6A7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E7CB768-9BCF-4E28-843A-0C39C35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2EE6AC4C-ED7F-453F-9C39-C759FD05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4A90C03-8ABE-47C2-956F-BB9F5968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01107813-6E2B-426B-B5AE-F243D5B0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07812C7-1E44-43BA-8576-0CFA0D16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88E3409-6D63-4111-BAEB-088D54E2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91C89762-2CB5-40D9-BDF9-009B7ABB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F000F57B-E660-4056-BA58-4A797426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638EF9C5-4883-44E9-B177-07BF1FAD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084ead5ed48ba">
            <a:extLst>
              <a:ext uri="{96DAC541-7B7A-43D3-8B79-37D633B846F1}">
                <asvg:svgBlip xmlns:asvg="http://schemas.microsoft.com/office/drawing/2016/SVG/main" r:embed="Rce491ac7208d41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2F3E2158-C8AC-4042-9D1C-CFA50E0C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3d2a10b4c4023">
            <a:extLst>
              <a:ext uri="{96DAC541-7B7A-43D3-8B79-37D633B846F1}">
                <asvg:svgBlip xmlns:asvg="http://schemas.microsoft.com/office/drawing/2016/SVG/main" r:embed="R505c3c6923624c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4609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F049BA7-E822-4B9D-8EAC-05853A01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ADBB2630-2C9E-412D-8F8F-B574D992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B8E7021-B620-4F16-8790-10199AFE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09EE12B-B4A0-428E-A6E9-40A091D7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112D6AB4-654D-47D5-86A7-1F042789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00D0273-C381-49E6-8F0D-B67190F4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706cbc6074db7">
            <a:extLst>
              <a:ext uri="{96DAC541-7B7A-43D3-8B79-37D633B846F1}">
                <asvg:svgBlip xmlns:asvg="http://schemas.microsoft.com/office/drawing/2016/SVG/main" r:embed="Rbd2b5aeec3474e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488F999-0416-4A8D-8DBC-DFDDA974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3C024A5-A4A1-4FD1-A3C2-FD6EF124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965942A-CA29-403B-AEB2-469DD789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dcc7058dc4461">
            <a:extLst>
              <a:ext uri="{96DAC541-7B7A-43D3-8B79-37D633B846F1}">
                <asvg:svgBlip xmlns:asvg="http://schemas.microsoft.com/office/drawing/2016/SVG/main" r:embed="R25cd5a007ea241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F2231AC-2ECD-484F-A906-7AB05535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02DEB429-149B-4A40-A906-A9092917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C07250D-0915-41C8-B33E-575C993D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56bc593cb4907">
            <a:extLst>
              <a:ext uri="{96DAC541-7B7A-43D3-8B79-37D633B846F1}">
                <asvg:svgBlip xmlns:asvg="http://schemas.microsoft.com/office/drawing/2016/SVG/main" r:embed="R915da371fbfb4f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ABCC9EB-0BBA-49E6-9B40-CA93EE23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B41A83D-5EB5-4CE3-9E88-5CC4278B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F610779-BBB3-489F-84E7-FB69E85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8c8d902174485">
            <a:extLst>
              <a:ext uri="{96DAC541-7B7A-43D3-8B79-37D633B846F1}">
                <asvg:svgBlip xmlns:asvg="http://schemas.microsoft.com/office/drawing/2016/SVG/main" r:embed="R5f1e49a123c94d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1A06B7FC-1397-4C6C-AC40-A229E23E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B6B0237C-1E02-4F6B-8A6B-2265C371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86D6F5E3-3553-43F1-88A2-B8626998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8F8010E-2E54-4309-AEEC-CC6B751B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30A506A-AE96-4BDA-A743-592534A2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572120B-7A36-461B-A5ED-44AC910C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19581dde54391">
            <a:extLst>
              <a:ext uri="{96DAC541-7B7A-43D3-8B79-37D633B846F1}">
                <asvg:svgBlip xmlns:asvg="http://schemas.microsoft.com/office/drawing/2016/SVG/main" r:embed="R2984930561fd489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80A3B81-073B-4B7D-B018-2BE6516D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7B3243F-F742-4A00-B7EF-45E9E13D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D6F19DC-26AC-4B62-83F3-E7032608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ed03280934486">
            <a:extLst>
              <a:ext uri="{96DAC541-7B7A-43D3-8B79-37D633B846F1}">
                <asvg:svgBlip xmlns:asvg="http://schemas.microsoft.com/office/drawing/2016/SVG/main" r:embed="Rca37ef0b73b442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11C9EDE-5393-43BE-8276-609C20BC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21DEF7E-8F0F-42CF-9624-99F97748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57F7E89-EB91-4D01-9C79-E4DB4D9F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167E604-8605-4B1E-97E0-51189E6D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B2A787B9-E722-4E64-9542-91853A5E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954A21A6-57B5-46D7-A7CA-B6D59CF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4452C563-4C4E-457B-853F-757B46AA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79FF3409-B6EA-41F5-9831-176ED863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68FD005-D015-46C0-AEAC-5E6318CA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0C24E8A-A33E-441F-AAC6-09D1AFC8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94D7C27-F07A-434B-B2EE-49CD1B0B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29B5E58-AAFD-4CB3-A193-AFDA01A4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E96284F-007F-4C4A-AE6C-0C7810C5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EBA08E1F-9F03-4535-9146-AC2EB832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E24223E-1C6D-4DF2-8D7E-94ADCD7F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722113E-0EFC-4435-A33D-A2CF9902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C7BD1F0-05FC-44F7-A47E-00EAF0A6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BE3EB5E-8681-4BEA-A83C-C0DB387A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259A95D4-3935-4F58-9BE8-0915236F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85CE4223-3621-497F-8E61-DA65446E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571C1D10-1C0B-43C1-8ADA-6A8B7207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cae351d7e4073">
            <a:extLst>
              <a:ext uri="{96DAC541-7B7A-43D3-8B79-37D633B846F1}">
                <asvg:svgBlip xmlns:asvg="http://schemas.microsoft.com/office/drawing/2016/SVG/main" r:embed="Rc6148e515f554e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09C39709-67C8-44B1-A8D4-DA5C08E5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958d2574740c4">
            <a:extLst>
              <a:ext uri="{96DAC541-7B7A-43D3-8B79-37D633B846F1}">
                <asvg:svgBlip xmlns:asvg="http://schemas.microsoft.com/office/drawing/2016/SVG/main" r:embed="R51c0dbb8a6ec4a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70882027-C934-4EA7-A62D-D9B7D578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f34c6cf6b455d">
            <a:extLst>
              <a:ext uri="{96DAC541-7B7A-43D3-8B79-37D633B846F1}">
                <asvg:svgBlip xmlns:asvg="http://schemas.microsoft.com/office/drawing/2016/SVG/main" r:embed="R727c4b7a693340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14827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6A413DD-EAA6-46CC-A3E4-6EE6B1F4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EA02033-B63C-451D-B098-8F83CD52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D60C45E7-F58E-468D-B58B-C445EDAC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971CF4B-CF49-4AA5-A18A-C36D00F0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A3FC7B2-8615-416F-8852-53264310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810A9AC-46C3-4ADC-861C-13E554B0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6d1fcf9d44991">
            <a:extLst>
              <a:ext uri="{96DAC541-7B7A-43D3-8B79-37D633B846F1}">
                <asvg:svgBlip xmlns:asvg="http://schemas.microsoft.com/office/drawing/2016/SVG/main" r:embed="Rfcb11d79319642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E8AC6D65-32C2-4F61-BC01-EEF4DF5B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7C41F81A-B402-4EB6-9006-E83A1A33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96E3A77A-2EA4-4D03-BCCD-23F34369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107ed6ad14824">
            <a:extLst>
              <a:ext uri="{96DAC541-7B7A-43D3-8B79-37D633B846F1}">
                <asvg:svgBlip xmlns:asvg="http://schemas.microsoft.com/office/drawing/2016/SVG/main" r:embed="Rfac3d317aca348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E3BF868C-4F7B-4CEC-8F7A-33172E77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C81B955-864E-4EF4-92BF-74A140A9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8F90EBA-85F9-4EA7-A626-ABEF4807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a7fe523bf44df">
            <a:extLst>
              <a:ext uri="{96DAC541-7B7A-43D3-8B79-37D633B846F1}">
                <asvg:svgBlip xmlns:asvg="http://schemas.microsoft.com/office/drawing/2016/SVG/main" r:embed="R58a2258068aa41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214F7EC6-3F5F-4599-8FD0-238B1011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37EEED2F-E2D4-4D4F-ABAF-7B75FF3B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C74F1CF-9050-4CF0-96BE-BE043C97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e1a63ae6294ad7">
            <a:extLst>
              <a:ext uri="{96DAC541-7B7A-43D3-8B79-37D633B846F1}">
                <asvg:svgBlip xmlns:asvg="http://schemas.microsoft.com/office/drawing/2016/SVG/main" r:embed="R1289bd5d9fd841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79C9B50-6F5A-4FB0-A3E5-0107FDFF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52FEC7F8-D61A-4988-A315-6A49A4D4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69B38C8-E964-4897-8267-6179B41B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9FD0385-6A76-47B6-ACE5-531D321B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2FA2218-48F1-40F5-A973-101034FC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4D41CD0-3BF8-4A5D-8FDE-89DFF768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cdc4e32f714d10">
            <a:extLst>
              <a:ext uri="{96DAC541-7B7A-43D3-8B79-37D633B846F1}">
                <asvg:svgBlip xmlns:asvg="http://schemas.microsoft.com/office/drawing/2016/SVG/main" r:embed="Rb0f1f7a5a15c4b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9A808C21-FC11-43E9-ABB8-6478B011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59BCCA88-C53D-4C0B-A35F-FAFDD869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43DD830-19F6-4C5B-9CD3-341E2A1E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9389943d948a4">
            <a:extLst>
              <a:ext uri="{96DAC541-7B7A-43D3-8B79-37D633B846F1}">
                <asvg:svgBlip xmlns:asvg="http://schemas.microsoft.com/office/drawing/2016/SVG/main" r:embed="R96497243337341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905A737-8889-4A58-AADE-50728822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DFEDCDD9-22D0-49B5-88F8-0550FBE8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0F34D0BB-8B86-4E3F-BE03-D4530C6C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8666783-F377-4B3C-86E8-CC442008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2FA68C89-617A-4117-9FD0-63CD82C4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87C91F6-AB1F-4903-B0E6-A7F4D094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1A06F90-8345-4760-893A-0DA448D2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4BBA7742-C22B-4862-98BE-DCC1F700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42835957-C6B0-4C28-BC4E-3B286F7B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CBF12A68-71F4-40EF-80B5-68D6B889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16A795E9-7D07-4CDF-9823-16ADD986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3EF81CC7-3568-4CFC-B32C-6F3B82DC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F565D6E5-4C4F-46C3-A497-124B05A6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5C8060D-9E7F-4EED-8320-C4F53E3B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64D71B4-5EAF-4B6F-B449-7D956EF9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274692E-D7EE-43A8-81B4-D91778BA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029736F-109C-44C1-B0C2-B6E6CFA6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4EDD5CE-B1A0-4C6A-83E2-AFCB35FC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32D1376D-2270-4165-AF53-070A50F0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9CCD36D3-9E6C-40A5-9828-22B4FCEE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B850103C-84B3-465E-A3F2-478BDE45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795c75097459e">
            <a:extLst>
              <a:ext uri="{96DAC541-7B7A-43D3-8B79-37D633B846F1}">
                <asvg:svgBlip xmlns:asvg="http://schemas.microsoft.com/office/drawing/2016/SVG/main" r:embed="R4b7fb0d4424145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1432938-383D-4AE3-AF88-6D19D1FC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3ec155bd944a6">
            <a:extLst>
              <a:ext uri="{96DAC541-7B7A-43D3-8B79-37D633B846F1}">
                <asvg:svgBlip xmlns:asvg="http://schemas.microsoft.com/office/drawing/2016/SVG/main" r:embed="R9436950f6c4c4c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38BD04AA-C895-4642-B65E-2389FE4E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eb250d91048a8">
            <a:extLst>
              <a:ext uri="{96DAC541-7B7A-43D3-8B79-37D633B846F1}">
                <asvg:svgBlip xmlns:asvg="http://schemas.microsoft.com/office/drawing/2016/SVG/main" r:embed="R2838d2228bea441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1A04D66-1FFC-44A4-931B-D63627CB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40e43fbc642de">
            <a:extLst>
              <a:ext uri="{96DAC541-7B7A-43D3-8B79-37D633B846F1}">
                <asvg:svgBlip xmlns:asvg="http://schemas.microsoft.com/office/drawing/2016/SVG/main" r:embed="R58270d8986cb42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93920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1EC429D8-958D-458E-B8DE-C55E9EE4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CAB8271-2619-4FC9-853F-341C2E24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BDD50B16-E7B0-47CB-943D-454BAE93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294C19D5-32AF-400B-8077-E854AEFE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31B7DC3-4579-46FF-9FAB-CE767A36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5B279F5-E63C-41F8-AAA6-9EE67D33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5db0b077c4cb4">
            <a:extLst>
              <a:ext uri="{96DAC541-7B7A-43D3-8B79-37D633B846F1}">
                <asvg:svgBlip xmlns:asvg="http://schemas.microsoft.com/office/drawing/2016/SVG/main" r:embed="Ra77e27c5d5cf4a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62EC034-E6B5-49B7-8A8F-70576E5F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435814E-0960-42CD-8484-B4913E6E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5DE60B87-33F3-4028-B449-4E773831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46f7721df4d9a">
            <a:extLst>
              <a:ext uri="{96DAC541-7B7A-43D3-8B79-37D633B846F1}">
                <asvg:svgBlip xmlns:asvg="http://schemas.microsoft.com/office/drawing/2016/SVG/main" r:embed="R0de10a3a0b9940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753E464D-ED68-4AD1-B0D3-D067299C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4C33AD43-AC13-4767-8CE0-35659939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8BDED31-DF7F-41A4-8D3D-6D947432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94282c3ee4d1a">
            <a:extLst>
              <a:ext uri="{96DAC541-7B7A-43D3-8B79-37D633B846F1}">
                <asvg:svgBlip xmlns:asvg="http://schemas.microsoft.com/office/drawing/2016/SVG/main" r:embed="R214881c8f2954b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FCAFBB3-DC64-48A3-9B7B-1CDD390C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599A54F-7F37-44AA-9B4B-D9782E74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5FDDA2AA-179E-4C13-A804-D4C3F063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73b9d6804c4db6">
            <a:extLst>
              <a:ext uri="{96DAC541-7B7A-43D3-8B79-37D633B846F1}">
                <asvg:svgBlip xmlns:asvg="http://schemas.microsoft.com/office/drawing/2016/SVG/main" r:embed="Rb50ee0e2411a4f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3B38A08-B5FE-4675-A1AD-33D87F3E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3258353-9A8E-4460-AF7C-1461A83A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B51B6F6-8EB4-4CD3-9B06-46E610A7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CF31F06-9990-47A0-AAFF-8BD7B35F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19B14D2-BE5C-426B-8717-DEE8035A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EE4C36A3-1686-494B-81AC-21CAFC57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45a35226ae4e89">
            <a:extLst>
              <a:ext uri="{96DAC541-7B7A-43D3-8B79-37D633B846F1}">
                <asvg:svgBlip xmlns:asvg="http://schemas.microsoft.com/office/drawing/2016/SVG/main" r:embed="R0476c5390f674c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CF1237A-4EBC-46DD-A731-1EBDE7F4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E7AFE00-FA14-42AF-9D69-51C22BA6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1E9D065-C407-4187-91B5-183D4FD0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94da5a1e44221">
            <a:extLst>
              <a:ext uri="{96DAC541-7B7A-43D3-8B79-37D633B846F1}">
                <asvg:svgBlip xmlns:asvg="http://schemas.microsoft.com/office/drawing/2016/SVG/main" r:embed="R6c333b69e0fb49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2C612402-12D0-407D-B2A3-F0A37523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6A19D9C3-AB73-47F9-BF6F-2DE34EF9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FE2C43C-E960-46FB-B6F0-FCF61659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311D4741-EA14-4F4D-B50D-FB278FA3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211BEFF-D664-4B48-AE53-F15A4DE2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8378FA3-84F1-45CA-85B9-D5C333E8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6EF0A5A-68B2-43CF-B0ED-CA2BD91C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11DFED8-B115-44C3-B643-54FE5D47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D7A344F4-0C8F-4670-8B97-A92AA054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1198AAA-5587-4BB6-9618-746BB1E3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CFD08308-1BA1-42F5-A030-AFA4C07B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3DF09507-A77E-4C52-90C0-1B75EA8C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7F43EEA-9F2A-49DA-B851-3873646A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B01A154-DA7B-4402-A578-FE1E67BE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06ECAD9-685C-4938-AA64-693C219B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20D22EB0-BDD2-4938-8576-D192324F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0C03C74-DD80-49A8-8F0E-4AB74FB5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10E19965-EB37-4BBC-B2F0-89EB3F58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57CC19D8-0294-4EAC-B7BB-12E113C6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50192B53-A7DE-4A98-8DA1-2DFB18D5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A478531-C19B-4BAA-B40F-AE2A5795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ddaa280b441d7">
            <a:extLst>
              <a:ext uri="{96DAC541-7B7A-43D3-8B79-37D633B846F1}">
                <asvg:svgBlip xmlns:asvg="http://schemas.microsoft.com/office/drawing/2016/SVG/main" r:embed="R95277d0704074b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927A374B-303D-43E3-8A77-03876B71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9bd46cab14489">
            <a:extLst>
              <a:ext uri="{96DAC541-7B7A-43D3-8B79-37D633B846F1}">
                <asvg:svgBlip xmlns:asvg="http://schemas.microsoft.com/office/drawing/2016/SVG/main" r:embed="Rbe575260776644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0A1B1F6-6821-4EF9-9BD6-1286A8B5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f10b2c6314d3a">
            <a:extLst>
              <a:ext uri="{96DAC541-7B7A-43D3-8B79-37D633B846F1}">
                <asvg:svgBlip xmlns:asvg="http://schemas.microsoft.com/office/drawing/2016/SVG/main" r:embed="R581b983aeb704a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049AA2DA-148E-4895-AD15-300C5D40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25922109242b9">
            <a:extLst>
              <a:ext uri="{96DAC541-7B7A-43D3-8B79-37D633B846F1}">
                <asvg:svgBlip xmlns:asvg="http://schemas.microsoft.com/office/drawing/2016/SVG/main" r:embed="R03c0d4f2b3714e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3E4E067D-86E9-4A5A-A370-DDB856A1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caf9c04d24418">
            <a:extLst>
              <a:ext uri="{96DAC541-7B7A-43D3-8B79-37D633B846F1}">
                <asvg:svgBlip xmlns:asvg="http://schemas.microsoft.com/office/drawing/2016/SVG/main" r:embed="R91afb9f52a7843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32488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57007D0-D7CA-4815-AB7A-865F5EBB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0EBA489-A88B-4C44-817E-00E51B90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5CF858DD-2B32-4FA4-933B-80D548E8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8FDEAD3-F96D-49F2-8437-B930CADF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1985CC7-0569-483A-B0F8-0E2A3006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3847DD7A-DE15-4B63-9736-A69AB442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0f0bbe0714b3e">
            <a:extLst>
              <a:ext uri="{96DAC541-7B7A-43D3-8B79-37D633B846F1}">
                <asvg:svgBlip xmlns:asvg="http://schemas.microsoft.com/office/drawing/2016/SVG/main" r:embed="R9788fb6a824e44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C82D4D1-43C0-4237-B257-BDC88296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E35C8A5-DA16-42B4-B3FD-48CC1599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C556968-49AB-45C8-848A-6ADB9404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09a8576b94608">
            <a:extLst>
              <a:ext uri="{96DAC541-7B7A-43D3-8B79-37D633B846F1}">
                <asvg:svgBlip xmlns:asvg="http://schemas.microsoft.com/office/drawing/2016/SVG/main" r:embed="R9d0d82aff3254d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6800C9FD-A053-4796-8272-2722632B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2652C19-F1F2-43AC-81BD-A86F18C6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B2BF95F9-9AD6-4E97-A925-1B33C60D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0909be4864126">
            <a:extLst>
              <a:ext uri="{96DAC541-7B7A-43D3-8B79-37D633B846F1}">
                <asvg:svgBlip xmlns:asvg="http://schemas.microsoft.com/office/drawing/2016/SVG/main" r:embed="R0a3153a5eb0f4a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44CA277E-8392-49EF-A6D3-C751EABA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4E149E4-6E1D-42F1-8450-BC47939C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8AA0FCF2-F1A5-49E0-8759-0DD9D6FD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42f4b4a7940cc">
            <a:extLst>
              <a:ext uri="{96DAC541-7B7A-43D3-8B79-37D633B846F1}">
                <asvg:svgBlip xmlns:asvg="http://schemas.microsoft.com/office/drawing/2016/SVG/main" r:embed="R9f79bfac03c843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3F764BA-E809-494E-87E6-704F6554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026C4DB-4A52-47EF-9857-5007B98B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E192F13C-D2BA-44D6-A786-EA425C20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1AB1E58-4ABD-49B8-9A86-BC13C9C6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9602024-E6B8-4B2D-9961-2A4B2180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1559638-B480-438F-B3D6-EAF1DED9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34ba8a0a84569">
            <a:extLst>
              <a:ext uri="{96DAC541-7B7A-43D3-8B79-37D633B846F1}">
                <asvg:svgBlip xmlns:asvg="http://schemas.microsoft.com/office/drawing/2016/SVG/main" r:embed="Rc3f3fcf9f84041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39C2473B-3ED2-42FA-879C-52684777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26ABA48-495D-4749-B44F-894D6F1D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B84EE23F-E71D-41FA-ABB5-F4F5B197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9590eb2d9d4abe">
            <a:extLst>
              <a:ext uri="{96DAC541-7B7A-43D3-8B79-37D633B846F1}">
                <asvg:svgBlip xmlns:asvg="http://schemas.microsoft.com/office/drawing/2016/SVG/main" r:embed="R586a4a9ae98b48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AAEB41B0-9F2A-410F-8E8F-3241FAF9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FEFC9628-639B-44BD-85CD-61B483B8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6B92D37C-798F-466A-AAD9-5D8A00C3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4240089-583B-4DC4-939C-8058245F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2CCC490B-D63B-4ABB-904F-4B5CD080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8DF9E4B7-3349-4E65-A95C-DA319F35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C42B1D10-BCEC-41ED-93B9-A256E43F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E77182E-1CBA-4F0C-9AD5-6027B194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C9A5318B-D71F-43D9-B422-377E441A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AA541C8-EA96-4AEE-A0B4-8396E391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12130C08-B762-428B-AB61-2A8AEC6A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69AD7B0E-13D7-470E-8430-88F39203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3989FA48-4E25-4A2C-8F73-20CA027E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F8EE9943-68C2-407C-80CC-84AAA6A1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64F2DD5-D2F7-4700-BD46-11459581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7783909-71B4-4170-80EE-AC633DAA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D9E2F23-505E-4716-981C-843D18B6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491FC4B-0821-44DE-8005-B535C85F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887DA0E-3B34-4261-A202-147AB0A2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B01E1A7F-EEDB-4878-9BF9-DA010AB0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C2ED1431-0346-4FF5-AA23-B81F2627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f2386354d4320">
            <a:extLst>
              <a:ext uri="{96DAC541-7B7A-43D3-8B79-37D633B846F1}">
                <asvg:svgBlip xmlns:asvg="http://schemas.microsoft.com/office/drawing/2016/SVG/main" r:embed="Rc0d8a476463a40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6DEDB8E0-9A2C-4089-A794-B42133F2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4b0c7b7914672">
            <a:extLst>
              <a:ext uri="{96DAC541-7B7A-43D3-8B79-37D633B846F1}">
                <asvg:svgBlip xmlns:asvg="http://schemas.microsoft.com/office/drawing/2016/SVG/main" r:embed="Rd78229f3cca242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0BEFBB76-0CA3-441A-B61E-8091BEB8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e49711c914e4e">
            <a:extLst>
              <a:ext uri="{96DAC541-7B7A-43D3-8B79-37D633B846F1}">
                <asvg:svgBlip xmlns:asvg="http://schemas.microsoft.com/office/drawing/2016/SVG/main" r:embed="R41108fec17d64c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1857B848-E303-4B13-BE39-00D227EB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5def11ef843d3">
            <a:extLst>
              <a:ext uri="{96DAC541-7B7A-43D3-8B79-37D633B846F1}">
                <asvg:svgBlip xmlns:asvg="http://schemas.microsoft.com/office/drawing/2016/SVG/main" r:embed="R2601b673823e46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18DF565D-686F-4927-A403-67FA8729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b008f76ad4189">
            <a:extLst>
              <a:ext uri="{96DAC541-7B7A-43D3-8B79-37D633B846F1}">
                <asvg:svgBlip xmlns:asvg="http://schemas.microsoft.com/office/drawing/2016/SVG/main" r:embed="R500df604dfbc45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1DE5BA84-60B1-4CF2-905C-61441241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b5479654e4e13">
            <a:extLst>
              <a:ext uri="{96DAC541-7B7A-43D3-8B79-37D633B846F1}">
                <asvg:svgBlip xmlns:asvg="http://schemas.microsoft.com/office/drawing/2016/SVG/main" r:embed="Re7a6ea5db6614e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61793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13C6A425-A381-4432-8784-FC2B8201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53C3D2BC-BECF-4C06-9969-CBE1A192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9B16A836-BDEC-4EB9-88D9-8516C2A8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43417F9-4BB0-4F6E-ACAC-49D657F1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529F434-0DB6-4C90-90E9-2811E4AE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68942A4-CD02-409C-BBE6-6D1A4868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803da28f84c63">
            <a:extLst>
              <a:ext uri="{96DAC541-7B7A-43D3-8B79-37D633B846F1}">
                <asvg:svgBlip xmlns:asvg="http://schemas.microsoft.com/office/drawing/2016/SVG/main" r:embed="Rd9fd79a0b0ee49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C543DD5E-319C-4AE9-9909-550B068C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CD210FC-5D2A-462E-BA8C-19E21AA7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B6DF1B76-C8DA-450A-A9D0-19F2A6D1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fc85b6b11411b">
            <a:extLst>
              <a:ext uri="{96DAC541-7B7A-43D3-8B79-37D633B846F1}">
                <asvg:svgBlip xmlns:asvg="http://schemas.microsoft.com/office/drawing/2016/SVG/main" r:embed="Read634e591b944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7BA82CA9-6BEC-41C7-8604-0D81A75D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CC73B68-BE45-433A-8E81-7443164A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2ED41D78-2668-4C67-8789-5AE88BF5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5a6c0d8a94622">
            <a:extLst>
              <a:ext uri="{96DAC541-7B7A-43D3-8B79-37D633B846F1}">
                <asvg:svgBlip xmlns:asvg="http://schemas.microsoft.com/office/drawing/2016/SVG/main" r:embed="Redeb91be9fb24b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0B9A8DD1-D0EF-4E40-B92D-EC5CB2BF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2F5652C6-52F3-424F-AF8D-F6BDD4C8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A057DF65-0733-4521-BF5B-5D50EBFC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7ecb9578943c4">
            <a:extLst>
              <a:ext uri="{96DAC541-7B7A-43D3-8B79-37D633B846F1}">
                <asvg:svgBlip xmlns:asvg="http://schemas.microsoft.com/office/drawing/2016/SVG/main" r:embed="R92e63e4543744d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282E6923-38B6-487E-89A3-1985DA7E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9867D05E-12AF-4BF5-BC3A-11537427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59A6F3E-1F66-40CB-B749-D9631FE2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BD57D48-B86E-4195-9F1D-93EEB63B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C7F7295-BB3C-4EAF-91E1-DBA0EAFF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B7386FE-605E-4886-BC2D-8CB1693F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ae6fa52af4034">
            <a:extLst>
              <a:ext uri="{96DAC541-7B7A-43D3-8B79-37D633B846F1}">
                <asvg:svgBlip xmlns:asvg="http://schemas.microsoft.com/office/drawing/2016/SVG/main" r:embed="Rdca53b1cade342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C144EB1D-7AE8-485F-9175-220BA511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9D153E1F-7EB5-4076-AA6E-CF798670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266CF45-98DA-4AEE-B633-DEFD8830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e2aaab0a3e459f">
            <a:extLst>
              <a:ext uri="{96DAC541-7B7A-43D3-8B79-37D633B846F1}">
                <asvg:svgBlip xmlns:asvg="http://schemas.microsoft.com/office/drawing/2016/SVG/main" r:embed="R28a5ea28577e43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3F80F48-B842-44E9-841B-C7CCFA22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DB6C0A7-2EB5-4699-A0B1-3884D92A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91A18C5-E2A8-4157-B32D-0CFC6A3A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8EAE2F5-FA1B-4E76-92D7-2E2BB193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45038F0-3CD4-46B6-852B-E10D05DC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815194B-BBF9-4676-B383-19BBCE18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27D81BC-FD82-49C6-AAA2-63BB367B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24C600A5-3A4D-464C-8735-DA5061EA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53D3DF19-D610-4BD7-BB95-7F0D4C51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DEBB4F68-AC64-4684-A397-A6B7C9E2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3733E64E-6D8A-4B4B-B15F-13F3DFE6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37CAA3E5-D4E3-4E74-B95B-4FEFB0F6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AEB8C8A-3108-4275-B24F-307AA8AE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F321D25-5501-41BE-BCDE-91404C09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970CA21-1618-407E-BB6A-380429A1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1A77082-FEF8-4904-BF04-F2EAC4FC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1A9C3CFD-B9CA-4E96-B123-DDE1B4F5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3791002-8A1B-46F9-A91E-B8D3BE11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947EEBF2-2B24-4576-9E2B-3373BE0E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B0C68EDB-46E8-40EB-B7F0-44DC7BDA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45E03EB3-6853-4F74-9842-D5EAE2FF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7b0ed656024d4c">
            <a:extLst>
              <a:ext uri="{96DAC541-7B7A-43D3-8B79-37D633B846F1}">
                <asvg:svgBlip xmlns:asvg="http://schemas.microsoft.com/office/drawing/2016/SVG/main" r:embed="R8ec458d7851540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F56C1BA0-3FD6-43A0-8C0E-1C8611F9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ba7f945324fe8">
            <a:extLst>
              <a:ext uri="{96DAC541-7B7A-43D3-8B79-37D633B846F1}">
                <asvg:svgBlip xmlns:asvg="http://schemas.microsoft.com/office/drawing/2016/SVG/main" r:embed="R63363a1c2a0648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3FCB8C5F-9618-4420-B8B1-54857E85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76877f69947aa">
            <a:extLst>
              <a:ext uri="{96DAC541-7B7A-43D3-8B79-37D633B846F1}">
                <asvg:svgBlip xmlns:asvg="http://schemas.microsoft.com/office/drawing/2016/SVG/main" r:embed="Rb97a71fdab6047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EED3444-6498-4B65-AB3E-6B12AE0A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ba54baeac46e9">
            <a:extLst>
              <a:ext uri="{96DAC541-7B7A-43D3-8B79-37D633B846F1}">
                <asvg:svgBlip xmlns:asvg="http://schemas.microsoft.com/office/drawing/2016/SVG/main" r:embed="R3c83ee1e12714d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E8C88EEB-B4FB-401E-A3BE-1B826323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9119efbbf4336">
            <a:extLst>
              <a:ext uri="{96DAC541-7B7A-43D3-8B79-37D633B846F1}">
                <asvg:svgBlip xmlns:asvg="http://schemas.microsoft.com/office/drawing/2016/SVG/main" r:embed="R8849937427d84e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D0E3D180-77C4-4125-8E64-0F7B5DCC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c934120df4e1c">
            <a:extLst>
              <a:ext uri="{96DAC541-7B7A-43D3-8B79-37D633B846F1}">
                <asvg:svgBlip xmlns:asvg="http://schemas.microsoft.com/office/drawing/2016/SVG/main" r:embed="R2651fa472d1c41e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F5B2401D-174A-4DD0-8DD3-434F011D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eff1c2230427c">
            <a:extLst>
              <a:ext uri="{96DAC541-7B7A-43D3-8B79-37D633B846F1}">
                <asvg:svgBlip xmlns:asvg="http://schemas.microsoft.com/office/drawing/2016/SVG/main" r:embed="R38e5a7534a9448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5247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0F45379E-13F5-4A01-9051-200E5417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024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EB6703D-8B30-4194-937A-13AC3872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2663133"/>
            <a:ext cx="11144250" cy="1706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0116B729-15AB-403B-8275-7FA23152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370041"/>
            <a:ext cx="11144250" cy="184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D5251C0-B49D-4E0E-87A5-25928858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024404"/>
          </a:xfrm>
          <a:custGeom xmlns:a="http://schemas.openxmlformats.org/drawingml/2006/main">
            <a:pathLst>
              <a:path w="514350" h="1024404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6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86" y="0"/>
                </a:lnTo>
                <a:lnTo>
                  <a:pt x="170869" y="0"/>
                </a:lnTo>
                <a:lnTo>
                  <a:pt x="189852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12" y="0"/>
                </a:lnTo>
                <a:lnTo>
                  <a:pt x="265795" y="0"/>
                </a:lnTo>
                <a:lnTo>
                  <a:pt x="284778" y="0"/>
                </a:lnTo>
                <a:lnTo>
                  <a:pt x="303762" y="0"/>
                </a:lnTo>
                <a:lnTo>
                  <a:pt x="322745" y="0"/>
                </a:lnTo>
                <a:lnTo>
                  <a:pt x="341738" y="0"/>
                </a:lnTo>
                <a:lnTo>
                  <a:pt x="360721" y="0"/>
                </a:lnTo>
                <a:lnTo>
                  <a:pt x="379705" y="0"/>
                </a:lnTo>
                <a:lnTo>
                  <a:pt x="398688" y="0"/>
                </a:lnTo>
                <a:lnTo>
                  <a:pt x="417671" y="0"/>
                </a:lnTo>
                <a:lnTo>
                  <a:pt x="436664" y="0"/>
                </a:lnTo>
                <a:lnTo>
                  <a:pt x="455647" y="0"/>
                </a:lnTo>
                <a:lnTo>
                  <a:pt x="474631" y="0"/>
                </a:lnTo>
                <a:lnTo>
                  <a:pt x="493614" y="0"/>
                </a:lnTo>
                <a:lnTo>
                  <a:pt x="512607" y="0"/>
                </a:lnTo>
                <a:lnTo>
                  <a:pt x="514350" y="17240"/>
                </a:lnTo>
                <a:lnTo>
                  <a:pt x="514350" y="36224"/>
                </a:lnTo>
                <a:lnTo>
                  <a:pt x="514350" y="55207"/>
                </a:lnTo>
                <a:lnTo>
                  <a:pt x="514350" y="74190"/>
                </a:lnTo>
                <a:lnTo>
                  <a:pt x="514350" y="93174"/>
                </a:lnTo>
                <a:lnTo>
                  <a:pt x="514350" y="112157"/>
                </a:lnTo>
                <a:lnTo>
                  <a:pt x="514350" y="131140"/>
                </a:lnTo>
                <a:lnTo>
                  <a:pt x="514350" y="150124"/>
                </a:lnTo>
                <a:lnTo>
                  <a:pt x="514350" y="169107"/>
                </a:lnTo>
                <a:lnTo>
                  <a:pt x="514350" y="188090"/>
                </a:lnTo>
                <a:lnTo>
                  <a:pt x="514350" y="207073"/>
                </a:lnTo>
                <a:lnTo>
                  <a:pt x="514350" y="226066"/>
                </a:lnTo>
                <a:lnTo>
                  <a:pt x="514350" y="245050"/>
                </a:lnTo>
                <a:lnTo>
                  <a:pt x="514350" y="264033"/>
                </a:lnTo>
                <a:lnTo>
                  <a:pt x="514350" y="283016"/>
                </a:lnTo>
                <a:lnTo>
                  <a:pt x="514350" y="302000"/>
                </a:lnTo>
                <a:lnTo>
                  <a:pt x="514350" y="320983"/>
                </a:lnTo>
                <a:lnTo>
                  <a:pt x="514350" y="339966"/>
                </a:lnTo>
                <a:lnTo>
                  <a:pt x="514350" y="358950"/>
                </a:lnTo>
                <a:lnTo>
                  <a:pt x="514350" y="377933"/>
                </a:lnTo>
                <a:lnTo>
                  <a:pt x="514350" y="396916"/>
                </a:lnTo>
                <a:lnTo>
                  <a:pt x="514350" y="415900"/>
                </a:lnTo>
                <a:lnTo>
                  <a:pt x="514350" y="434892"/>
                </a:lnTo>
                <a:lnTo>
                  <a:pt x="514350" y="453876"/>
                </a:lnTo>
                <a:lnTo>
                  <a:pt x="514350" y="472859"/>
                </a:lnTo>
                <a:lnTo>
                  <a:pt x="514350" y="491842"/>
                </a:lnTo>
                <a:lnTo>
                  <a:pt x="514350" y="510826"/>
                </a:lnTo>
                <a:lnTo>
                  <a:pt x="514350" y="529809"/>
                </a:lnTo>
                <a:lnTo>
                  <a:pt x="514350" y="548792"/>
                </a:lnTo>
                <a:lnTo>
                  <a:pt x="514350" y="567776"/>
                </a:lnTo>
                <a:lnTo>
                  <a:pt x="514350" y="586759"/>
                </a:lnTo>
                <a:lnTo>
                  <a:pt x="514350" y="605742"/>
                </a:lnTo>
                <a:lnTo>
                  <a:pt x="514350" y="624726"/>
                </a:lnTo>
                <a:lnTo>
                  <a:pt x="514350" y="643719"/>
                </a:lnTo>
                <a:lnTo>
                  <a:pt x="514350" y="662702"/>
                </a:lnTo>
                <a:lnTo>
                  <a:pt x="514350" y="681685"/>
                </a:lnTo>
                <a:lnTo>
                  <a:pt x="514350" y="700669"/>
                </a:lnTo>
                <a:lnTo>
                  <a:pt x="514350" y="719652"/>
                </a:lnTo>
                <a:lnTo>
                  <a:pt x="514350" y="738635"/>
                </a:lnTo>
                <a:lnTo>
                  <a:pt x="514350" y="757619"/>
                </a:lnTo>
                <a:lnTo>
                  <a:pt x="514350" y="776602"/>
                </a:lnTo>
                <a:lnTo>
                  <a:pt x="514350" y="795585"/>
                </a:lnTo>
                <a:lnTo>
                  <a:pt x="514350" y="814568"/>
                </a:lnTo>
                <a:lnTo>
                  <a:pt x="514350" y="833552"/>
                </a:lnTo>
                <a:lnTo>
                  <a:pt x="514350" y="852535"/>
                </a:lnTo>
                <a:lnTo>
                  <a:pt x="514350" y="871528"/>
                </a:lnTo>
                <a:lnTo>
                  <a:pt x="506882" y="886111"/>
                </a:lnTo>
                <a:lnTo>
                  <a:pt x="490280" y="895331"/>
                </a:lnTo>
                <a:lnTo>
                  <a:pt x="473688" y="904551"/>
                </a:lnTo>
                <a:lnTo>
                  <a:pt x="457095" y="913771"/>
                </a:lnTo>
                <a:lnTo>
                  <a:pt x="440493" y="922992"/>
                </a:lnTo>
                <a:lnTo>
                  <a:pt x="423901" y="932212"/>
                </a:lnTo>
                <a:lnTo>
                  <a:pt x="407308" y="941432"/>
                </a:lnTo>
                <a:lnTo>
                  <a:pt x="390706" y="950652"/>
                </a:lnTo>
                <a:lnTo>
                  <a:pt x="374113" y="959872"/>
                </a:lnTo>
                <a:lnTo>
                  <a:pt x="357511" y="969093"/>
                </a:lnTo>
                <a:lnTo>
                  <a:pt x="340919" y="978313"/>
                </a:lnTo>
                <a:lnTo>
                  <a:pt x="324326" y="987523"/>
                </a:lnTo>
                <a:lnTo>
                  <a:pt x="307724" y="996744"/>
                </a:lnTo>
                <a:lnTo>
                  <a:pt x="291132" y="1005964"/>
                </a:lnTo>
                <a:lnTo>
                  <a:pt x="274539" y="1015184"/>
                </a:lnTo>
                <a:lnTo>
                  <a:pt x="257937" y="1024404"/>
                </a:lnTo>
                <a:lnTo>
                  <a:pt x="241344" y="1016032"/>
                </a:lnTo>
                <a:lnTo>
                  <a:pt x="224742" y="1006812"/>
                </a:lnTo>
                <a:lnTo>
                  <a:pt x="208150" y="997601"/>
                </a:lnTo>
                <a:lnTo>
                  <a:pt x="191557" y="988381"/>
                </a:lnTo>
                <a:lnTo>
                  <a:pt x="174955" y="979160"/>
                </a:lnTo>
                <a:lnTo>
                  <a:pt x="158363" y="969940"/>
                </a:lnTo>
                <a:lnTo>
                  <a:pt x="141770" y="960720"/>
                </a:lnTo>
                <a:lnTo>
                  <a:pt x="125168" y="951500"/>
                </a:lnTo>
                <a:lnTo>
                  <a:pt x="108575" y="942280"/>
                </a:lnTo>
                <a:lnTo>
                  <a:pt x="91973" y="933059"/>
                </a:lnTo>
                <a:lnTo>
                  <a:pt x="75381" y="923839"/>
                </a:lnTo>
                <a:lnTo>
                  <a:pt x="58788" y="914619"/>
                </a:lnTo>
                <a:lnTo>
                  <a:pt x="42186" y="905399"/>
                </a:lnTo>
                <a:lnTo>
                  <a:pt x="25594" y="896179"/>
                </a:lnTo>
                <a:lnTo>
                  <a:pt x="9001" y="886958"/>
                </a:lnTo>
                <a:lnTo>
                  <a:pt x="0" y="873271"/>
                </a:lnTo>
                <a:lnTo>
                  <a:pt x="0" y="854288"/>
                </a:lnTo>
                <a:lnTo>
                  <a:pt x="0" y="835304"/>
                </a:lnTo>
                <a:lnTo>
                  <a:pt x="0" y="816321"/>
                </a:lnTo>
                <a:lnTo>
                  <a:pt x="0" y="797338"/>
                </a:lnTo>
                <a:lnTo>
                  <a:pt x="0" y="778354"/>
                </a:lnTo>
                <a:lnTo>
                  <a:pt x="0" y="759371"/>
                </a:lnTo>
                <a:lnTo>
                  <a:pt x="0" y="740378"/>
                </a:lnTo>
                <a:lnTo>
                  <a:pt x="0" y="721395"/>
                </a:lnTo>
                <a:lnTo>
                  <a:pt x="0" y="702412"/>
                </a:lnTo>
                <a:lnTo>
                  <a:pt x="0" y="683428"/>
                </a:lnTo>
                <a:lnTo>
                  <a:pt x="0" y="664445"/>
                </a:lnTo>
                <a:lnTo>
                  <a:pt x="0" y="645462"/>
                </a:lnTo>
                <a:lnTo>
                  <a:pt x="0" y="626478"/>
                </a:lnTo>
                <a:lnTo>
                  <a:pt x="0" y="607495"/>
                </a:lnTo>
                <a:lnTo>
                  <a:pt x="0" y="588512"/>
                </a:lnTo>
                <a:lnTo>
                  <a:pt x="0" y="569528"/>
                </a:lnTo>
                <a:lnTo>
                  <a:pt x="0" y="550545"/>
                </a:lnTo>
                <a:lnTo>
                  <a:pt x="0" y="531552"/>
                </a:lnTo>
                <a:lnTo>
                  <a:pt x="0" y="512569"/>
                </a:lnTo>
                <a:lnTo>
                  <a:pt x="0" y="493586"/>
                </a:lnTo>
                <a:lnTo>
                  <a:pt x="0" y="474602"/>
                </a:lnTo>
                <a:lnTo>
                  <a:pt x="0" y="455619"/>
                </a:lnTo>
                <a:lnTo>
                  <a:pt x="0" y="436636"/>
                </a:lnTo>
                <a:lnTo>
                  <a:pt x="0" y="417652"/>
                </a:lnTo>
                <a:lnTo>
                  <a:pt x="0" y="398669"/>
                </a:lnTo>
                <a:lnTo>
                  <a:pt x="0" y="379686"/>
                </a:lnTo>
                <a:lnTo>
                  <a:pt x="0" y="360702"/>
                </a:lnTo>
                <a:lnTo>
                  <a:pt x="0" y="341719"/>
                </a:lnTo>
                <a:lnTo>
                  <a:pt x="0" y="322726"/>
                </a:lnTo>
                <a:lnTo>
                  <a:pt x="0" y="303743"/>
                </a:lnTo>
                <a:lnTo>
                  <a:pt x="0" y="284759"/>
                </a:lnTo>
                <a:lnTo>
                  <a:pt x="0" y="265776"/>
                </a:lnTo>
                <a:lnTo>
                  <a:pt x="0" y="246793"/>
                </a:lnTo>
                <a:lnTo>
                  <a:pt x="0" y="227809"/>
                </a:lnTo>
                <a:lnTo>
                  <a:pt x="0" y="208826"/>
                </a:lnTo>
                <a:lnTo>
                  <a:pt x="0" y="189843"/>
                </a:lnTo>
                <a:lnTo>
                  <a:pt x="0" y="170859"/>
                </a:lnTo>
                <a:lnTo>
                  <a:pt x="0" y="151876"/>
                </a:lnTo>
                <a:lnTo>
                  <a:pt x="0" y="132893"/>
                </a:lnTo>
                <a:lnTo>
                  <a:pt x="0" y="113909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359117D-B8BE-4BBD-B290-612FC861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2663133"/>
            <a:ext cx="514350" cy="1702641"/>
          </a:xfrm>
          <a:custGeom xmlns:a="http://schemas.openxmlformats.org/drawingml/2006/main">
            <a:pathLst>
              <a:path w="514350" h="1702641">
                <a:moveTo>
                  <a:pt x="0" y="0"/>
                </a:moveTo>
                <a:lnTo>
                  <a:pt x="16650" y="9249"/>
                </a:lnTo>
                <a:lnTo>
                  <a:pt x="33299" y="18498"/>
                </a:lnTo>
                <a:lnTo>
                  <a:pt x="49949" y="27746"/>
                </a:lnTo>
                <a:lnTo>
                  <a:pt x="66599" y="36995"/>
                </a:lnTo>
                <a:lnTo>
                  <a:pt x="83258" y="46253"/>
                </a:lnTo>
                <a:lnTo>
                  <a:pt x="99908" y="55502"/>
                </a:lnTo>
                <a:lnTo>
                  <a:pt x="116557" y="64751"/>
                </a:lnTo>
                <a:lnTo>
                  <a:pt x="133207" y="74000"/>
                </a:lnTo>
                <a:lnTo>
                  <a:pt x="149857" y="83249"/>
                </a:lnTo>
                <a:lnTo>
                  <a:pt x="166507" y="92497"/>
                </a:lnTo>
                <a:lnTo>
                  <a:pt x="183156" y="101746"/>
                </a:lnTo>
                <a:lnTo>
                  <a:pt x="199806" y="110995"/>
                </a:lnTo>
                <a:lnTo>
                  <a:pt x="216456" y="120244"/>
                </a:lnTo>
                <a:lnTo>
                  <a:pt x="233115" y="129492"/>
                </a:lnTo>
                <a:lnTo>
                  <a:pt x="249765" y="138751"/>
                </a:lnTo>
                <a:lnTo>
                  <a:pt x="266414" y="137732"/>
                </a:lnTo>
                <a:lnTo>
                  <a:pt x="283064" y="128483"/>
                </a:lnTo>
                <a:lnTo>
                  <a:pt x="299714" y="119234"/>
                </a:lnTo>
                <a:lnTo>
                  <a:pt x="316363" y="109985"/>
                </a:lnTo>
                <a:lnTo>
                  <a:pt x="333013" y="100736"/>
                </a:lnTo>
                <a:lnTo>
                  <a:pt x="349663" y="91488"/>
                </a:lnTo>
                <a:lnTo>
                  <a:pt x="366312" y="82239"/>
                </a:lnTo>
                <a:lnTo>
                  <a:pt x="382972" y="72981"/>
                </a:lnTo>
                <a:lnTo>
                  <a:pt x="399621" y="63732"/>
                </a:lnTo>
                <a:lnTo>
                  <a:pt x="416271" y="54483"/>
                </a:lnTo>
                <a:lnTo>
                  <a:pt x="432921" y="45234"/>
                </a:lnTo>
                <a:lnTo>
                  <a:pt x="449570" y="35985"/>
                </a:lnTo>
                <a:lnTo>
                  <a:pt x="466220" y="26737"/>
                </a:lnTo>
                <a:lnTo>
                  <a:pt x="482870" y="17488"/>
                </a:lnTo>
                <a:lnTo>
                  <a:pt x="499520" y="8239"/>
                </a:lnTo>
                <a:lnTo>
                  <a:pt x="514350" y="2086"/>
                </a:lnTo>
                <a:lnTo>
                  <a:pt x="514350" y="21136"/>
                </a:lnTo>
                <a:lnTo>
                  <a:pt x="514350" y="40176"/>
                </a:lnTo>
                <a:lnTo>
                  <a:pt x="514350" y="59226"/>
                </a:lnTo>
                <a:lnTo>
                  <a:pt x="514350" y="78276"/>
                </a:lnTo>
                <a:lnTo>
                  <a:pt x="514350" y="97317"/>
                </a:lnTo>
                <a:lnTo>
                  <a:pt x="514350" y="116367"/>
                </a:lnTo>
                <a:lnTo>
                  <a:pt x="514350" y="135407"/>
                </a:lnTo>
                <a:lnTo>
                  <a:pt x="514350" y="154457"/>
                </a:lnTo>
                <a:lnTo>
                  <a:pt x="514350" y="173507"/>
                </a:lnTo>
                <a:lnTo>
                  <a:pt x="514350" y="192548"/>
                </a:lnTo>
                <a:lnTo>
                  <a:pt x="514350" y="211598"/>
                </a:lnTo>
                <a:lnTo>
                  <a:pt x="514350" y="230648"/>
                </a:lnTo>
                <a:lnTo>
                  <a:pt x="514350" y="249688"/>
                </a:lnTo>
                <a:lnTo>
                  <a:pt x="514350" y="268738"/>
                </a:lnTo>
                <a:lnTo>
                  <a:pt x="514350" y="287779"/>
                </a:lnTo>
                <a:lnTo>
                  <a:pt x="514350" y="306829"/>
                </a:lnTo>
                <a:lnTo>
                  <a:pt x="514350" y="325879"/>
                </a:lnTo>
                <a:lnTo>
                  <a:pt x="514350" y="344919"/>
                </a:lnTo>
                <a:lnTo>
                  <a:pt x="514350" y="363969"/>
                </a:lnTo>
                <a:lnTo>
                  <a:pt x="514350" y="383019"/>
                </a:lnTo>
                <a:lnTo>
                  <a:pt x="514350" y="402060"/>
                </a:lnTo>
                <a:lnTo>
                  <a:pt x="514350" y="421110"/>
                </a:lnTo>
                <a:lnTo>
                  <a:pt x="514350" y="440150"/>
                </a:lnTo>
                <a:lnTo>
                  <a:pt x="514350" y="459200"/>
                </a:lnTo>
                <a:lnTo>
                  <a:pt x="514350" y="478250"/>
                </a:lnTo>
                <a:lnTo>
                  <a:pt x="514350" y="497291"/>
                </a:lnTo>
                <a:lnTo>
                  <a:pt x="514350" y="516341"/>
                </a:lnTo>
                <a:lnTo>
                  <a:pt x="514350" y="535391"/>
                </a:lnTo>
                <a:lnTo>
                  <a:pt x="514350" y="554431"/>
                </a:lnTo>
                <a:lnTo>
                  <a:pt x="514350" y="573481"/>
                </a:lnTo>
                <a:lnTo>
                  <a:pt x="514350" y="592522"/>
                </a:lnTo>
                <a:lnTo>
                  <a:pt x="514350" y="611572"/>
                </a:lnTo>
                <a:lnTo>
                  <a:pt x="514350" y="630622"/>
                </a:lnTo>
                <a:lnTo>
                  <a:pt x="514350" y="649662"/>
                </a:lnTo>
                <a:lnTo>
                  <a:pt x="514350" y="668712"/>
                </a:lnTo>
                <a:lnTo>
                  <a:pt x="514350" y="687762"/>
                </a:lnTo>
                <a:lnTo>
                  <a:pt x="514350" y="706803"/>
                </a:lnTo>
                <a:lnTo>
                  <a:pt x="514350" y="725853"/>
                </a:lnTo>
                <a:lnTo>
                  <a:pt x="514350" y="744903"/>
                </a:lnTo>
                <a:lnTo>
                  <a:pt x="514350" y="763943"/>
                </a:lnTo>
                <a:lnTo>
                  <a:pt x="514350" y="782993"/>
                </a:lnTo>
                <a:lnTo>
                  <a:pt x="514350" y="802034"/>
                </a:lnTo>
                <a:lnTo>
                  <a:pt x="514350" y="821084"/>
                </a:lnTo>
                <a:lnTo>
                  <a:pt x="514350" y="840134"/>
                </a:lnTo>
                <a:lnTo>
                  <a:pt x="514350" y="859174"/>
                </a:lnTo>
                <a:lnTo>
                  <a:pt x="514350" y="878224"/>
                </a:lnTo>
                <a:lnTo>
                  <a:pt x="514350" y="897274"/>
                </a:lnTo>
                <a:lnTo>
                  <a:pt x="514350" y="916315"/>
                </a:lnTo>
                <a:lnTo>
                  <a:pt x="514350" y="935365"/>
                </a:lnTo>
                <a:lnTo>
                  <a:pt x="514350" y="954405"/>
                </a:lnTo>
                <a:lnTo>
                  <a:pt x="514350" y="973455"/>
                </a:lnTo>
                <a:lnTo>
                  <a:pt x="514350" y="992505"/>
                </a:lnTo>
                <a:lnTo>
                  <a:pt x="514350" y="1011545"/>
                </a:lnTo>
                <a:lnTo>
                  <a:pt x="514350" y="1030595"/>
                </a:lnTo>
                <a:lnTo>
                  <a:pt x="514350" y="1049645"/>
                </a:lnTo>
                <a:lnTo>
                  <a:pt x="514350" y="1068686"/>
                </a:lnTo>
                <a:lnTo>
                  <a:pt x="514350" y="1087736"/>
                </a:lnTo>
                <a:lnTo>
                  <a:pt x="514350" y="1106776"/>
                </a:lnTo>
                <a:lnTo>
                  <a:pt x="514350" y="1125826"/>
                </a:lnTo>
                <a:lnTo>
                  <a:pt x="514350" y="1144876"/>
                </a:lnTo>
                <a:lnTo>
                  <a:pt x="514350" y="1163917"/>
                </a:lnTo>
                <a:lnTo>
                  <a:pt x="514350" y="1182967"/>
                </a:lnTo>
                <a:lnTo>
                  <a:pt x="514350" y="1202017"/>
                </a:lnTo>
                <a:lnTo>
                  <a:pt x="514350" y="1221057"/>
                </a:lnTo>
                <a:lnTo>
                  <a:pt x="514350" y="1240107"/>
                </a:lnTo>
                <a:lnTo>
                  <a:pt x="514350" y="1259148"/>
                </a:lnTo>
                <a:lnTo>
                  <a:pt x="514350" y="1278198"/>
                </a:lnTo>
                <a:lnTo>
                  <a:pt x="514350" y="1297248"/>
                </a:lnTo>
                <a:lnTo>
                  <a:pt x="514350" y="1316288"/>
                </a:lnTo>
                <a:lnTo>
                  <a:pt x="514350" y="1335338"/>
                </a:lnTo>
                <a:lnTo>
                  <a:pt x="514350" y="1354388"/>
                </a:lnTo>
                <a:lnTo>
                  <a:pt x="514350" y="1373429"/>
                </a:lnTo>
                <a:lnTo>
                  <a:pt x="514350" y="1392479"/>
                </a:lnTo>
                <a:lnTo>
                  <a:pt x="514350" y="1411529"/>
                </a:lnTo>
                <a:lnTo>
                  <a:pt x="514350" y="1430569"/>
                </a:lnTo>
                <a:lnTo>
                  <a:pt x="514350" y="1449619"/>
                </a:lnTo>
                <a:lnTo>
                  <a:pt x="514350" y="1468660"/>
                </a:lnTo>
                <a:lnTo>
                  <a:pt x="514350" y="1487710"/>
                </a:lnTo>
                <a:lnTo>
                  <a:pt x="514350" y="1506760"/>
                </a:lnTo>
                <a:lnTo>
                  <a:pt x="514350" y="1525800"/>
                </a:lnTo>
                <a:lnTo>
                  <a:pt x="514350" y="1544850"/>
                </a:lnTo>
                <a:lnTo>
                  <a:pt x="514350" y="1563900"/>
                </a:lnTo>
                <a:lnTo>
                  <a:pt x="497700" y="1573149"/>
                </a:lnTo>
                <a:lnTo>
                  <a:pt x="481051" y="1582398"/>
                </a:lnTo>
                <a:lnTo>
                  <a:pt x="464401" y="1591647"/>
                </a:lnTo>
                <a:lnTo>
                  <a:pt x="447751" y="1600895"/>
                </a:lnTo>
                <a:lnTo>
                  <a:pt x="431092" y="1610144"/>
                </a:lnTo>
                <a:lnTo>
                  <a:pt x="414442" y="1619393"/>
                </a:lnTo>
                <a:lnTo>
                  <a:pt x="397793" y="1628642"/>
                </a:lnTo>
                <a:lnTo>
                  <a:pt x="381143" y="1637890"/>
                </a:lnTo>
                <a:lnTo>
                  <a:pt x="364493" y="1647139"/>
                </a:lnTo>
                <a:lnTo>
                  <a:pt x="347843" y="1656398"/>
                </a:lnTo>
                <a:lnTo>
                  <a:pt x="331194" y="1665646"/>
                </a:lnTo>
                <a:lnTo>
                  <a:pt x="314544" y="1674895"/>
                </a:lnTo>
                <a:lnTo>
                  <a:pt x="297894" y="1684144"/>
                </a:lnTo>
                <a:lnTo>
                  <a:pt x="281235" y="1693393"/>
                </a:lnTo>
                <a:lnTo>
                  <a:pt x="264585" y="1702641"/>
                </a:lnTo>
                <a:lnTo>
                  <a:pt x="247936" y="1701632"/>
                </a:lnTo>
                <a:lnTo>
                  <a:pt x="231286" y="1692383"/>
                </a:lnTo>
                <a:lnTo>
                  <a:pt x="214636" y="1683134"/>
                </a:lnTo>
                <a:lnTo>
                  <a:pt x="197987" y="1673876"/>
                </a:lnTo>
                <a:lnTo>
                  <a:pt x="181337" y="1664627"/>
                </a:lnTo>
                <a:lnTo>
                  <a:pt x="164687" y="1655378"/>
                </a:lnTo>
                <a:lnTo>
                  <a:pt x="148038" y="1646130"/>
                </a:lnTo>
                <a:lnTo>
                  <a:pt x="131378" y="1636881"/>
                </a:lnTo>
                <a:lnTo>
                  <a:pt x="114729" y="1627632"/>
                </a:lnTo>
                <a:lnTo>
                  <a:pt x="98079" y="1618383"/>
                </a:lnTo>
                <a:lnTo>
                  <a:pt x="81429" y="1609134"/>
                </a:lnTo>
                <a:lnTo>
                  <a:pt x="64780" y="1599886"/>
                </a:lnTo>
                <a:lnTo>
                  <a:pt x="48130" y="1590637"/>
                </a:lnTo>
                <a:lnTo>
                  <a:pt x="31480" y="1581379"/>
                </a:lnTo>
                <a:lnTo>
                  <a:pt x="14830" y="1572130"/>
                </a:lnTo>
                <a:lnTo>
                  <a:pt x="0" y="1561814"/>
                </a:lnTo>
                <a:lnTo>
                  <a:pt x="0" y="1542764"/>
                </a:lnTo>
                <a:lnTo>
                  <a:pt x="0" y="1523714"/>
                </a:lnTo>
                <a:lnTo>
                  <a:pt x="0" y="1504674"/>
                </a:lnTo>
                <a:lnTo>
                  <a:pt x="0" y="1485624"/>
                </a:lnTo>
                <a:lnTo>
                  <a:pt x="0" y="1466574"/>
                </a:lnTo>
                <a:lnTo>
                  <a:pt x="0" y="1447533"/>
                </a:lnTo>
                <a:lnTo>
                  <a:pt x="0" y="1428483"/>
                </a:lnTo>
                <a:lnTo>
                  <a:pt x="0" y="1409433"/>
                </a:lnTo>
                <a:lnTo>
                  <a:pt x="0" y="1390393"/>
                </a:lnTo>
                <a:lnTo>
                  <a:pt x="0" y="1371343"/>
                </a:lnTo>
                <a:lnTo>
                  <a:pt x="0" y="1352302"/>
                </a:lnTo>
                <a:lnTo>
                  <a:pt x="0" y="1333252"/>
                </a:lnTo>
                <a:lnTo>
                  <a:pt x="0" y="1314202"/>
                </a:lnTo>
                <a:lnTo>
                  <a:pt x="0" y="1295162"/>
                </a:lnTo>
                <a:lnTo>
                  <a:pt x="0" y="1276112"/>
                </a:lnTo>
                <a:lnTo>
                  <a:pt x="0" y="1257062"/>
                </a:lnTo>
                <a:lnTo>
                  <a:pt x="0" y="1238021"/>
                </a:lnTo>
                <a:lnTo>
                  <a:pt x="0" y="1218971"/>
                </a:lnTo>
                <a:lnTo>
                  <a:pt x="0" y="1199931"/>
                </a:lnTo>
                <a:lnTo>
                  <a:pt x="0" y="1180881"/>
                </a:lnTo>
                <a:lnTo>
                  <a:pt x="0" y="1161831"/>
                </a:lnTo>
                <a:lnTo>
                  <a:pt x="0" y="1142790"/>
                </a:lnTo>
                <a:lnTo>
                  <a:pt x="0" y="1123740"/>
                </a:lnTo>
                <a:lnTo>
                  <a:pt x="0" y="1104690"/>
                </a:lnTo>
                <a:lnTo>
                  <a:pt x="0" y="1085650"/>
                </a:lnTo>
                <a:lnTo>
                  <a:pt x="0" y="1066600"/>
                </a:lnTo>
                <a:lnTo>
                  <a:pt x="0" y="1047560"/>
                </a:lnTo>
                <a:lnTo>
                  <a:pt x="0" y="1028510"/>
                </a:lnTo>
                <a:lnTo>
                  <a:pt x="0" y="1009460"/>
                </a:lnTo>
                <a:lnTo>
                  <a:pt x="0" y="990419"/>
                </a:lnTo>
                <a:lnTo>
                  <a:pt x="0" y="971369"/>
                </a:lnTo>
                <a:lnTo>
                  <a:pt x="0" y="952319"/>
                </a:lnTo>
                <a:lnTo>
                  <a:pt x="0" y="933279"/>
                </a:lnTo>
                <a:lnTo>
                  <a:pt x="0" y="914229"/>
                </a:lnTo>
                <a:lnTo>
                  <a:pt x="0" y="895188"/>
                </a:lnTo>
                <a:lnTo>
                  <a:pt x="0" y="876138"/>
                </a:lnTo>
                <a:lnTo>
                  <a:pt x="0" y="857088"/>
                </a:lnTo>
                <a:lnTo>
                  <a:pt x="0" y="838048"/>
                </a:lnTo>
                <a:lnTo>
                  <a:pt x="0" y="818998"/>
                </a:lnTo>
                <a:lnTo>
                  <a:pt x="0" y="799948"/>
                </a:lnTo>
                <a:lnTo>
                  <a:pt x="0" y="780907"/>
                </a:lnTo>
                <a:lnTo>
                  <a:pt x="0" y="761857"/>
                </a:lnTo>
                <a:lnTo>
                  <a:pt x="0" y="742817"/>
                </a:lnTo>
                <a:lnTo>
                  <a:pt x="0" y="723767"/>
                </a:lnTo>
                <a:lnTo>
                  <a:pt x="0" y="704717"/>
                </a:lnTo>
                <a:lnTo>
                  <a:pt x="0" y="685676"/>
                </a:lnTo>
                <a:lnTo>
                  <a:pt x="0" y="666626"/>
                </a:lnTo>
                <a:lnTo>
                  <a:pt x="0" y="647576"/>
                </a:lnTo>
                <a:lnTo>
                  <a:pt x="0" y="628536"/>
                </a:lnTo>
                <a:lnTo>
                  <a:pt x="0" y="609486"/>
                </a:lnTo>
                <a:lnTo>
                  <a:pt x="0" y="590436"/>
                </a:lnTo>
                <a:lnTo>
                  <a:pt x="0" y="571395"/>
                </a:lnTo>
                <a:lnTo>
                  <a:pt x="0" y="552345"/>
                </a:lnTo>
                <a:lnTo>
                  <a:pt x="0" y="533305"/>
                </a:lnTo>
                <a:lnTo>
                  <a:pt x="0" y="514255"/>
                </a:lnTo>
                <a:lnTo>
                  <a:pt x="0" y="495205"/>
                </a:lnTo>
                <a:lnTo>
                  <a:pt x="0" y="476164"/>
                </a:lnTo>
                <a:lnTo>
                  <a:pt x="0" y="457114"/>
                </a:lnTo>
                <a:lnTo>
                  <a:pt x="0" y="438064"/>
                </a:lnTo>
                <a:lnTo>
                  <a:pt x="0" y="419024"/>
                </a:lnTo>
                <a:lnTo>
                  <a:pt x="0" y="399974"/>
                </a:lnTo>
                <a:lnTo>
                  <a:pt x="0" y="380933"/>
                </a:lnTo>
                <a:lnTo>
                  <a:pt x="0" y="361883"/>
                </a:lnTo>
                <a:lnTo>
                  <a:pt x="0" y="342833"/>
                </a:lnTo>
                <a:lnTo>
                  <a:pt x="0" y="323793"/>
                </a:lnTo>
                <a:lnTo>
                  <a:pt x="0" y="304743"/>
                </a:lnTo>
                <a:lnTo>
                  <a:pt x="0" y="285693"/>
                </a:lnTo>
                <a:lnTo>
                  <a:pt x="0" y="266652"/>
                </a:lnTo>
                <a:lnTo>
                  <a:pt x="0" y="247602"/>
                </a:lnTo>
                <a:lnTo>
                  <a:pt x="0" y="228562"/>
                </a:lnTo>
                <a:lnTo>
                  <a:pt x="0" y="209512"/>
                </a:lnTo>
                <a:lnTo>
                  <a:pt x="0" y="190462"/>
                </a:lnTo>
                <a:lnTo>
                  <a:pt x="0" y="171421"/>
                </a:lnTo>
                <a:lnTo>
                  <a:pt x="0" y="152371"/>
                </a:lnTo>
                <a:lnTo>
                  <a:pt x="0" y="133321"/>
                </a:lnTo>
                <a:lnTo>
                  <a:pt x="0" y="114281"/>
                </a:lnTo>
                <a:lnTo>
                  <a:pt x="0" y="95231"/>
                </a:lnTo>
                <a:lnTo>
                  <a:pt x="0" y="76190"/>
                </a:lnTo>
                <a:lnTo>
                  <a:pt x="0" y="57140"/>
                </a:lnTo>
                <a:lnTo>
                  <a:pt x="0" y="3809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D89D6952-B211-4AAC-B8F9-D89CA8FC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370041"/>
            <a:ext cx="514350" cy="1835991"/>
          </a:xfrm>
          <a:custGeom xmlns:a="http://schemas.openxmlformats.org/drawingml/2006/main">
            <a:pathLst>
              <a:path w="514350" h="1835991">
                <a:moveTo>
                  <a:pt x="0" y="0"/>
                </a:moveTo>
                <a:lnTo>
                  <a:pt x="16650" y="9249"/>
                </a:lnTo>
                <a:lnTo>
                  <a:pt x="33299" y="18498"/>
                </a:lnTo>
                <a:lnTo>
                  <a:pt x="49949" y="27746"/>
                </a:lnTo>
                <a:lnTo>
                  <a:pt x="66599" y="36995"/>
                </a:lnTo>
                <a:lnTo>
                  <a:pt x="83258" y="46253"/>
                </a:lnTo>
                <a:lnTo>
                  <a:pt x="99908" y="55502"/>
                </a:lnTo>
                <a:lnTo>
                  <a:pt x="116557" y="64751"/>
                </a:lnTo>
                <a:lnTo>
                  <a:pt x="133207" y="74000"/>
                </a:lnTo>
                <a:lnTo>
                  <a:pt x="149857" y="83249"/>
                </a:lnTo>
                <a:lnTo>
                  <a:pt x="166507" y="92497"/>
                </a:lnTo>
                <a:lnTo>
                  <a:pt x="183156" y="101746"/>
                </a:lnTo>
                <a:lnTo>
                  <a:pt x="199806" y="110995"/>
                </a:lnTo>
                <a:lnTo>
                  <a:pt x="216465" y="120253"/>
                </a:lnTo>
                <a:lnTo>
                  <a:pt x="233115" y="129502"/>
                </a:lnTo>
                <a:lnTo>
                  <a:pt x="249765" y="138751"/>
                </a:lnTo>
                <a:lnTo>
                  <a:pt x="266414" y="137732"/>
                </a:lnTo>
                <a:lnTo>
                  <a:pt x="283064" y="128483"/>
                </a:lnTo>
                <a:lnTo>
                  <a:pt x="299714" y="119234"/>
                </a:lnTo>
                <a:lnTo>
                  <a:pt x="316363" y="109985"/>
                </a:lnTo>
                <a:lnTo>
                  <a:pt x="333013" y="100736"/>
                </a:lnTo>
                <a:lnTo>
                  <a:pt x="349672" y="91488"/>
                </a:lnTo>
                <a:lnTo>
                  <a:pt x="366322" y="82229"/>
                </a:lnTo>
                <a:lnTo>
                  <a:pt x="382972" y="72981"/>
                </a:lnTo>
                <a:lnTo>
                  <a:pt x="399621" y="63732"/>
                </a:lnTo>
                <a:lnTo>
                  <a:pt x="416271" y="54483"/>
                </a:lnTo>
                <a:lnTo>
                  <a:pt x="432921" y="45234"/>
                </a:lnTo>
                <a:lnTo>
                  <a:pt x="449570" y="35985"/>
                </a:lnTo>
                <a:lnTo>
                  <a:pt x="466220" y="26737"/>
                </a:lnTo>
                <a:lnTo>
                  <a:pt x="482879" y="17488"/>
                </a:lnTo>
                <a:lnTo>
                  <a:pt x="499529" y="8239"/>
                </a:lnTo>
                <a:lnTo>
                  <a:pt x="514350" y="2086"/>
                </a:lnTo>
                <a:lnTo>
                  <a:pt x="514350" y="21136"/>
                </a:lnTo>
                <a:lnTo>
                  <a:pt x="514350" y="40186"/>
                </a:lnTo>
                <a:lnTo>
                  <a:pt x="514350" y="59226"/>
                </a:lnTo>
                <a:lnTo>
                  <a:pt x="514350" y="78276"/>
                </a:lnTo>
                <a:lnTo>
                  <a:pt x="514350" y="97326"/>
                </a:lnTo>
                <a:lnTo>
                  <a:pt x="514350" y="116367"/>
                </a:lnTo>
                <a:lnTo>
                  <a:pt x="514350" y="135417"/>
                </a:lnTo>
                <a:lnTo>
                  <a:pt x="514350" y="154467"/>
                </a:lnTo>
                <a:lnTo>
                  <a:pt x="514350" y="173507"/>
                </a:lnTo>
                <a:lnTo>
                  <a:pt x="514350" y="192557"/>
                </a:lnTo>
                <a:lnTo>
                  <a:pt x="514350" y="211607"/>
                </a:lnTo>
                <a:lnTo>
                  <a:pt x="514350" y="230648"/>
                </a:lnTo>
                <a:lnTo>
                  <a:pt x="514350" y="249698"/>
                </a:lnTo>
                <a:lnTo>
                  <a:pt x="514350" y="268748"/>
                </a:lnTo>
                <a:lnTo>
                  <a:pt x="514350" y="287788"/>
                </a:lnTo>
                <a:lnTo>
                  <a:pt x="514350" y="306838"/>
                </a:lnTo>
                <a:lnTo>
                  <a:pt x="514350" y="325888"/>
                </a:lnTo>
                <a:lnTo>
                  <a:pt x="514350" y="344929"/>
                </a:lnTo>
                <a:lnTo>
                  <a:pt x="514350" y="363979"/>
                </a:lnTo>
                <a:lnTo>
                  <a:pt x="514350" y="383019"/>
                </a:lnTo>
                <a:lnTo>
                  <a:pt x="514350" y="402069"/>
                </a:lnTo>
                <a:lnTo>
                  <a:pt x="514350" y="421119"/>
                </a:lnTo>
                <a:lnTo>
                  <a:pt x="514350" y="440160"/>
                </a:lnTo>
                <a:lnTo>
                  <a:pt x="514350" y="459210"/>
                </a:lnTo>
                <a:lnTo>
                  <a:pt x="514350" y="478260"/>
                </a:lnTo>
                <a:lnTo>
                  <a:pt x="514350" y="497300"/>
                </a:lnTo>
                <a:lnTo>
                  <a:pt x="514350" y="516350"/>
                </a:lnTo>
                <a:lnTo>
                  <a:pt x="514350" y="535400"/>
                </a:lnTo>
                <a:lnTo>
                  <a:pt x="514350" y="554441"/>
                </a:lnTo>
                <a:lnTo>
                  <a:pt x="514350" y="573491"/>
                </a:lnTo>
                <a:lnTo>
                  <a:pt x="514350" y="592541"/>
                </a:lnTo>
                <a:lnTo>
                  <a:pt x="514350" y="611581"/>
                </a:lnTo>
                <a:lnTo>
                  <a:pt x="514350" y="630631"/>
                </a:lnTo>
                <a:lnTo>
                  <a:pt x="514350" y="649681"/>
                </a:lnTo>
                <a:lnTo>
                  <a:pt x="514350" y="668722"/>
                </a:lnTo>
                <a:lnTo>
                  <a:pt x="514350" y="687772"/>
                </a:lnTo>
                <a:lnTo>
                  <a:pt x="514350" y="706822"/>
                </a:lnTo>
                <a:lnTo>
                  <a:pt x="514350" y="725862"/>
                </a:lnTo>
                <a:lnTo>
                  <a:pt x="514350" y="744912"/>
                </a:lnTo>
                <a:lnTo>
                  <a:pt x="514350" y="763962"/>
                </a:lnTo>
                <a:lnTo>
                  <a:pt x="514350" y="783003"/>
                </a:lnTo>
                <a:lnTo>
                  <a:pt x="514350" y="802053"/>
                </a:lnTo>
                <a:lnTo>
                  <a:pt x="514350" y="821093"/>
                </a:lnTo>
                <a:lnTo>
                  <a:pt x="514350" y="840143"/>
                </a:lnTo>
                <a:lnTo>
                  <a:pt x="514350" y="859193"/>
                </a:lnTo>
                <a:lnTo>
                  <a:pt x="514350" y="878234"/>
                </a:lnTo>
                <a:lnTo>
                  <a:pt x="514350" y="897284"/>
                </a:lnTo>
                <a:lnTo>
                  <a:pt x="514350" y="916334"/>
                </a:lnTo>
                <a:lnTo>
                  <a:pt x="514350" y="935374"/>
                </a:lnTo>
                <a:lnTo>
                  <a:pt x="514350" y="954424"/>
                </a:lnTo>
                <a:lnTo>
                  <a:pt x="514350" y="973474"/>
                </a:lnTo>
                <a:lnTo>
                  <a:pt x="514350" y="992515"/>
                </a:lnTo>
                <a:lnTo>
                  <a:pt x="514350" y="1011565"/>
                </a:lnTo>
                <a:lnTo>
                  <a:pt x="514350" y="1030615"/>
                </a:lnTo>
                <a:lnTo>
                  <a:pt x="514350" y="1049655"/>
                </a:lnTo>
                <a:lnTo>
                  <a:pt x="514350" y="1068705"/>
                </a:lnTo>
                <a:lnTo>
                  <a:pt x="514350" y="1087755"/>
                </a:lnTo>
                <a:lnTo>
                  <a:pt x="514350" y="1106795"/>
                </a:lnTo>
                <a:lnTo>
                  <a:pt x="514350" y="1125845"/>
                </a:lnTo>
                <a:lnTo>
                  <a:pt x="514350" y="1144895"/>
                </a:lnTo>
                <a:lnTo>
                  <a:pt x="514350" y="1163936"/>
                </a:lnTo>
                <a:lnTo>
                  <a:pt x="514350" y="1182986"/>
                </a:lnTo>
                <a:lnTo>
                  <a:pt x="514350" y="1202036"/>
                </a:lnTo>
                <a:lnTo>
                  <a:pt x="514350" y="1221076"/>
                </a:lnTo>
                <a:lnTo>
                  <a:pt x="514350" y="1240126"/>
                </a:lnTo>
                <a:lnTo>
                  <a:pt x="514350" y="1259167"/>
                </a:lnTo>
                <a:lnTo>
                  <a:pt x="514350" y="1278217"/>
                </a:lnTo>
                <a:lnTo>
                  <a:pt x="514350" y="1297267"/>
                </a:lnTo>
                <a:lnTo>
                  <a:pt x="514350" y="1316307"/>
                </a:lnTo>
                <a:lnTo>
                  <a:pt x="514350" y="1335357"/>
                </a:lnTo>
                <a:lnTo>
                  <a:pt x="514350" y="1354407"/>
                </a:lnTo>
                <a:lnTo>
                  <a:pt x="514350" y="1373448"/>
                </a:lnTo>
                <a:lnTo>
                  <a:pt x="514350" y="1392498"/>
                </a:lnTo>
                <a:lnTo>
                  <a:pt x="514350" y="1411548"/>
                </a:lnTo>
                <a:lnTo>
                  <a:pt x="514350" y="1430588"/>
                </a:lnTo>
                <a:lnTo>
                  <a:pt x="514350" y="1449638"/>
                </a:lnTo>
                <a:lnTo>
                  <a:pt x="514350" y="1468688"/>
                </a:lnTo>
                <a:lnTo>
                  <a:pt x="514350" y="1487729"/>
                </a:lnTo>
                <a:lnTo>
                  <a:pt x="514350" y="1506779"/>
                </a:lnTo>
                <a:lnTo>
                  <a:pt x="514350" y="1525829"/>
                </a:lnTo>
                <a:lnTo>
                  <a:pt x="514350" y="1544869"/>
                </a:lnTo>
                <a:lnTo>
                  <a:pt x="514350" y="1563919"/>
                </a:lnTo>
                <a:lnTo>
                  <a:pt x="514350" y="1582969"/>
                </a:lnTo>
                <a:lnTo>
                  <a:pt x="514350" y="1602010"/>
                </a:lnTo>
                <a:lnTo>
                  <a:pt x="514350" y="1621060"/>
                </a:lnTo>
                <a:lnTo>
                  <a:pt x="514350" y="1640110"/>
                </a:lnTo>
                <a:lnTo>
                  <a:pt x="514350" y="1659150"/>
                </a:lnTo>
                <a:lnTo>
                  <a:pt x="514350" y="1678200"/>
                </a:lnTo>
                <a:lnTo>
                  <a:pt x="514350" y="1697241"/>
                </a:lnTo>
                <a:lnTo>
                  <a:pt x="497700" y="1706499"/>
                </a:lnTo>
                <a:lnTo>
                  <a:pt x="481051" y="1715748"/>
                </a:lnTo>
                <a:lnTo>
                  <a:pt x="464401" y="1724997"/>
                </a:lnTo>
                <a:lnTo>
                  <a:pt x="447751" y="1734245"/>
                </a:lnTo>
                <a:lnTo>
                  <a:pt x="431092" y="1743494"/>
                </a:lnTo>
                <a:lnTo>
                  <a:pt x="414442" y="1752743"/>
                </a:lnTo>
                <a:lnTo>
                  <a:pt x="397793" y="1761992"/>
                </a:lnTo>
                <a:lnTo>
                  <a:pt x="381143" y="1771240"/>
                </a:lnTo>
                <a:lnTo>
                  <a:pt x="364493" y="1780499"/>
                </a:lnTo>
                <a:lnTo>
                  <a:pt x="347843" y="1789748"/>
                </a:lnTo>
                <a:lnTo>
                  <a:pt x="331194" y="1798996"/>
                </a:lnTo>
                <a:lnTo>
                  <a:pt x="314544" y="1808245"/>
                </a:lnTo>
                <a:lnTo>
                  <a:pt x="297885" y="1817494"/>
                </a:lnTo>
                <a:lnTo>
                  <a:pt x="281235" y="1826743"/>
                </a:lnTo>
                <a:lnTo>
                  <a:pt x="264585" y="1835991"/>
                </a:lnTo>
                <a:lnTo>
                  <a:pt x="247936" y="1834982"/>
                </a:lnTo>
                <a:lnTo>
                  <a:pt x="231286" y="1825733"/>
                </a:lnTo>
                <a:lnTo>
                  <a:pt x="214636" y="1816475"/>
                </a:lnTo>
                <a:lnTo>
                  <a:pt x="197987" y="1807226"/>
                </a:lnTo>
                <a:lnTo>
                  <a:pt x="181337" y="1797977"/>
                </a:lnTo>
                <a:lnTo>
                  <a:pt x="164678" y="1788728"/>
                </a:lnTo>
                <a:lnTo>
                  <a:pt x="148028" y="1779480"/>
                </a:lnTo>
                <a:lnTo>
                  <a:pt x="131378" y="1770231"/>
                </a:lnTo>
                <a:lnTo>
                  <a:pt x="114729" y="1760982"/>
                </a:lnTo>
                <a:lnTo>
                  <a:pt x="98079" y="1751733"/>
                </a:lnTo>
                <a:lnTo>
                  <a:pt x="81429" y="1742475"/>
                </a:lnTo>
                <a:lnTo>
                  <a:pt x="64780" y="1733226"/>
                </a:lnTo>
                <a:lnTo>
                  <a:pt x="48130" y="1723977"/>
                </a:lnTo>
                <a:lnTo>
                  <a:pt x="31471" y="1714729"/>
                </a:lnTo>
                <a:lnTo>
                  <a:pt x="14821" y="1705480"/>
                </a:lnTo>
                <a:lnTo>
                  <a:pt x="0" y="1695155"/>
                </a:lnTo>
                <a:lnTo>
                  <a:pt x="0" y="1676105"/>
                </a:lnTo>
                <a:lnTo>
                  <a:pt x="0" y="1657064"/>
                </a:lnTo>
                <a:lnTo>
                  <a:pt x="0" y="1638014"/>
                </a:lnTo>
                <a:lnTo>
                  <a:pt x="0" y="1618964"/>
                </a:lnTo>
                <a:lnTo>
                  <a:pt x="0" y="1599924"/>
                </a:lnTo>
                <a:lnTo>
                  <a:pt x="0" y="1580874"/>
                </a:lnTo>
                <a:lnTo>
                  <a:pt x="0" y="1561824"/>
                </a:lnTo>
                <a:lnTo>
                  <a:pt x="0" y="1542783"/>
                </a:lnTo>
                <a:lnTo>
                  <a:pt x="0" y="1523733"/>
                </a:lnTo>
                <a:lnTo>
                  <a:pt x="0" y="1504693"/>
                </a:lnTo>
                <a:lnTo>
                  <a:pt x="0" y="1485643"/>
                </a:lnTo>
                <a:lnTo>
                  <a:pt x="0" y="1466593"/>
                </a:lnTo>
                <a:lnTo>
                  <a:pt x="0" y="1447552"/>
                </a:lnTo>
                <a:lnTo>
                  <a:pt x="0" y="1428502"/>
                </a:lnTo>
                <a:lnTo>
                  <a:pt x="0" y="1409452"/>
                </a:lnTo>
                <a:lnTo>
                  <a:pt x="0" y="1390412"/>
                </a:lnTo>
                <a:lnTo>
                  <a:pt x="0" y="1371362"/>
                </a:lnTo>
                <a:lnTo>
                  <a:pt x="0" y="1352312"/>
                </a:lnTo>
                <a:lnTo>
                  <a:pt x="0" y="1333271"/>
                </a:lnTo>
                <a:lnTo>
                  <a:pt x="0" y="1314221"/>
                </a:lnTo>
                <a:lnTo>
                  <a:pt x="0" y="1295171"/>
                </a:lnTo>
                <a:lnTo>
                  <a:pt x="0" y="1276131"/>
                </a:lnTo>
                <a:lnTo>
                  <a:pt x="0" y="1257081"/>
                </a:lnTo>
                <a:lnTo>
                  <a:pt x="0" y="1238031"/>
                </a:lnTo>
                <a:lnTo>
                  <a:pt x="0" y="1218990"/>
                </a:lnTo>
                <a:lnTo>
                  <a:pt x="0" y="1199940"/>
                </a:lnTo>
                <a:lnTo>
                  <a:pt x="0" y="1180890"/>
                </a:lnTo>
                <a:lnTo>
                  <a:pt x="0" y="1161850"/>
                </a:lnTo>
                <a:lnTo>
                  <a:pt x="0" y="1142800"/>
                </a:lnTo>
                <a:lnTo>
                  <a:pt x="0" y="1123750"/>
                </a:lnTo>
                <a:lnTo>
                  <a:pt x="0" y="1104710"/>
                </a:lnTo>
                <a:lnTo>
                  <a:pt x="0" y="1085660"/>
                </a:lnTo>
                <a:lnTo>
                  <a:pt x="0" y="1066619"/>
                </a:lnTo>
                <a:lnTo>
                  <a:pt x="0" y="1047569"/>
                </a:lnTo>
                <a:lnTo>
                  <a:pt x="0" y="1028519"/>
                </a:lnTo>
                <a:lnTo>
                  <a:pt x="0" y="1009479"/>
                </a:lnTo>
                <a:lnTo>
                  <a:pt x="0" y="990429"/>
                </a:lnTo>
                <a:lnTo>
                  <a:pt x="0" y="971379"/>
                </a:lnTo>
                <a:lnTo>
                  <a:pt x="0" y="952338"/>
                </a:lnTo>
                <a:lnTo>
                  <a:pt x="0" y="933288"/>
                </a:lnTo>
                <a:lnTo>
                  <a:pt x="0" y="914238"/>
                </a:lnTo>
                <a:lnTo>
                  <a:pt x="0" y="895198"/>
                </a:lnTo>
                <a:lnTo>
                  <a:pt x="0" y="876148"/>
                </a:lnTo>
                <a:lnTo>
                  <a:pt x="0" y="857098"/>
                </a:lnTo>
                <a:lnTo>
                  <a:pt x="0" y="838057"/>
                </a:lnTo>
                <a:lnTo>
                  <a:pt x="0" y="819007"/>
                </a:lnTo>
                <a:lnTo>
                  <a:pt x="0" y="799957"/>
                </a:lnTo>
                <a:lnTo>
                  <a:pt x="0" y="780917"/>
                </a:lnTo>
                <a:lnTo>
                  <a:pt x="0" y="761867"/>
                </a:lnTo>
                <a:lnTo>
                  <a:pt x="0" y="742817"/>
                </a:lnTo>
                <a:lnTo>
                  <a:pt x="0" y="723776"/>
                </a:lnTo>
                <a:lnTo>
                  <a:pt x="0" y="704726"/>
                </a:lnTo>
                <a:lnTo>
                  <a:pt x="0" y="685676"/>
                </a:lnTo>
                <a:lnTo>
                  <a:pt x="0" y="666636"/>
                </a:lnTo>
                <a:lnTo>
                  <a:pt x="0" y="647586"/>
                </a:lnTo>
                <a:lnTo>
                  <a:pt x="0" y="628545"/>
                </a:lnTo>
                <a:lnTo>
                  <a:pt x="0" y="609495"/>
                </a:lnTo>
                <a:lnTo>
                  <a:pt x="0" y="590445"/>
                </a:lnTo>
                <a:lnTo>
                  <a:pt x="0" y="571405"/>
                </a:lnTo>
                <a:lnTo>
                  <a:pt x="0" y="552355"/>
                </a:lnTo>
                <a:lnTo>
                  <a:pt x="0" y="533305"/>
                </a:lnTo>
                <a:lnTo>
                  <a:pt x="0" y="514264"/>
                </a:lnTo>
                <a:lnTo>
                  <a:pt x="0" y="495214"/>
                </a:lnTo>
                <a:lnTo>
                  <a:pt x="0" y="476164"/>
                </a:lnTo>
                <a:lnTo>
                  <a:pt x="0" y="457124"/>
                </a:lnTo>
                <a:lnTo>
                  <a:pt x="0" y="438074"/>
                </a:lnTo>
                <a:lnTo>
                  <a:pt x="0" y="419024"/>
                </a:lnTo>
                <a:lnTo>
                  <a:pt x="0" y="399983"/>
                </a:lnTo>
                <a:lnTo>
                  <a:pt x="0" y="380933"/>
                </a:lnTo>
                <a:lnTo>
                  <a:pt x="0" y="361883"/>
                </a:lnTo>
                <a:lnTo>
                  <a:pt x="0" y="342843"/>
                </a:lnTo>
                <a:lnTo>
                  <a:pt x="0" y="323793"/>
                </a:lnTo>
                <a:lnTo>
                  <a:pt x="0" y="304743"/>
                </a:lnTo>
                <a:lnTo>
                  <a:pt x="0" y="285702"/>
                </a:lnTo>
                <a:lnTo>
                  <a:pt x="0" y="266652"/>
                </a:lnTo>
                <a:lnTo>
                  <a:pt x="0" y="247602"/>
                </a:lnTo>
                <a:lnTo>
                  <a:pt x="0" y="228562"/>
                </a:lnTo>
                <a:lnTo>
                  <a:pt x="0" y="209512"/>
                </a:lnTo>
                <a:lnTo>
                  <a:pt x="0" y="190471"/>
                </a:lnTo>
                <a:lnTo>
                  <a:pt x="0" y="171421"/>
                </a:lnTo>
                <a:lnTo>
                  <a:pt x="0" y="152371"/>
                </a:lnTo>
                <a:lnTo>
                  <a:pt x="0" y="133331"/>
                </a:lnTo>
                <a:lnTo>
                  <a:pt x="0" y="114281"/>
                </a:lnTo>
                <a:lnTo>
                  <a:pt x="0" y="95231"/>
                </a:lnTo>
                <a:lnTo>
                  <a:pt x="0" y="76190"/>
                </a:lnTo>
                <a:lnTo>
                  <a:pt x="0" y="57140"/>
                </a:lnTo>
                <a:lnTo>
                  <a:pt x="0" y="3809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92A32A4-E96A-436B-8F6C-D4EB96B1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8140" cy="751037"/>
          </a:xfrm>
          <a:custGeom xmlns:a="http://schemas.openxmlformats.org/drawingml/2006/main">
            <a:pathLst>
              <a:path w="3328140" h="751037">
                <a:moveTo>
                  <a:pt x="0" y="0"/>
                </a:moveTo>
                <a:lnTo>
                  <a:pt x="13792" y="28242"/>
                </a:lnTo>
                <a:lnTo>
                  <a:pt x="27584" y="56493"/>
                </a:lnTo>
                <a:lnTo>
                  <a:pt x="41377" y="84734"/>
                </a:lnTo>
                <a:lnTo>
                  <a:pt x="55159" y="112986"/>
                </a:lnTo>
                <a:lnTo>
                  <a:pt x="68951" y="141227"/>
                </a:lnTo>
                <a:lnTo>
                  <a:pt x="82744" y="169478"/>
                </a:lnTo>
                <a:lnTo>
                  <a:pt x="96536" y="197720"/>
                </a:lnTo>
                <a:lnTo>
                  <a:pt x="110328" y="225962"/>
                </a:lnTo>
                <a:lnTo>
                  <a:pt x="124120" y="254213"/>
                </a:lnTo>
                <a:lnTo>
                  <a:pt x="137903" y="282454"/>
                </a:lnTo>
                <a:lnTo>
                  <a:pt x="151695" y="310706"/>
                </a:lnTo>
                <a:lnTo>
                  <a:pt x="165487" y="338947"/>
                </a:lnTo>
                <a:lnTo>
                  <a:pt x="179280" y="367189"/>
                </a:lnTo>
                <a:lnTo>
                  <a:pt x="193072" y="395440"/>
                </a:lnTo>
                <a:lnTo>
                  <a:pt x="206864" y="423682"/>
                </a:lnTo>
                <a:lnTo>
                  <a:pt x="220656" y="451933"/>
                </a:lnTo>
                <a:lnTo>
                  <a:pt x="234439" y="480174"/>
                </a:lnTo>
                <a:lnTo>
                  <a:pt x="248231" y="508425"/>
                </a:lnTo>
                <a:lnTo>
                  <a:pt x="262023" y="536667"/>
                </a:lnTo>
                <a:lnTo>
                  <a:pt x="275815" y="564909"/>
                </a:lnTo>
                <a:lnTo>
                  <a:pt x="289608" y="593160"/>
                </a:lnTo>
                <a:lnTo>
                  <a:pt x="303400" y="621401"/>
                </a:lnTo>
                <a:lnTo>
                  <a:pt x="317183" y="649653"/>
                </a:lnTo>
                <a:lnTo>
                  <a:pt x="330746" y="677856"/>
                </a:lnTo>
                <a:lnTo>
                  <a:pt x="358940" y="691039"/>
                </a:lnTo>
                <a:lnTo>
                  <a:pt x="389525" y="698221"/>
                </a:lnTo>
                <a:lnTo>
                  <a:pt x="420500" y="703564"/>
                </a:lnTo>
                <a:lnTo>
                  <a:pt x="451628" y="707927"/>
                </a:lnTo>
                <a:lnTo>
                  <a:pt x="482841" y="711651"/>
                </a:lnTo>
                <a:lnTo>
                  <a:pt x="514102" y="714918"/>
                </a:lnTo>
                <a:lnTo>
                  <a:pt x="545402" y="717823"/>
                </a:lnTo>
                <a:lnTo>
                  <a:pt x="576720" y="720452"/>
                </a:lnTo>
                <a:lnTo>
                  <a:pt x="608057" y="722852"/>
                </a:lnTo>
                <a:lnTo>
                  <a:pt x="639413" y="725053"/>
                </a:lnTo>
                <a:lnTo>
                  <a:pt x="670779" y="727072"/>
                </a:lnTo>
                <a:lnTo>
                  <a:pt x="702154" y="728958"/>
                </a:lnTo>
                <a:lnTo>
                  <a:pt x="733539" y="730701"/>
                </a:lnTo>
                <a:lnTo>
                  <a:pt x="764934" y="732330"/>
                </a:lnTo>
                <a:lnTo>
                  <a:pt x="796328" y="733854"/>
                </a:lnTo>
                <a:lnTo>
                  <a:pt x="827732" y="735273"/>
                </a:lnTo>
                <a:lnTo>
                  <a:pt x="859136" y="736606"/>
                </a:lnTo>
                <a:lnTo>
                  <a:pt x="890540" y="737864"/>
                </a:lnTo>
                <a:lnTo>
                  <a:pt x="921953" y="739035"/>
                </a:lnTo>
                <a:lnTo>
                  <a:pt x="953367" y="740131"/>
                </a:lnTo>
                <a:lnTo>
                  <a:pt x="984780" y="741159"/>
                </a:lnTo>
                <a:lnTo>
                  <a:pt x="1016194" y="742131"/>
                </a:lnTo>
                <a:lnTo>
                  <a:pt x="1047617" y="743026"/>
                </a:lnTo>
                <a:lnTo>
                  <a:pt x="1079040" y="743874"/>
                </a:lnTo>
                <a:lnTo>
                  <a:pt x="1110463" y="744665"/>
                </a:lnTo>
                <a:lnTo>
                  <a:pt x="1141886" y="745407"/>
                </a:lnTo>
                <a:lnTo>
                  <a:pt x="1173309" y="746093"/>
                </a:lnTo>
                <a:lnTo>
                  <a:pt x="1204732" y="746722"/>
                </a:lnTo>
                <a:lnTo>
                  <a:pt x="1236164" y="747312"/>
                </a:lnTo>
                <a:lnTo>
                  <a:pt x="1267587" y="747855"/>
                </a:lnTo>
                <a:lnTo>
                  <a:pt x="1299020" y="748341"/>
                </a:lnTo>
                <a:lnTo>
                  <a:pt x="1330452" y="748798"/>
                </a:lnTo>
                <a:lnTo>
                  <a:pt x="1361875" y="749198"/>
                </a:lnTo>
                <a:lnTo>
                  <a:pt x="1393307" y="749570"/>
                </a:lnTo>
                <a:lnTo>
                  <a:pt x="1424740" y="749884"/>
                </a:lnTo>
                <a:lnTo>
                  <a:pt x="1456172" y="750170"/>
                </a:lnTo>
                <a:lnTo>
                  <a:pt x="1487605" y="750408"/>
                </a:lnTo>
                <a:lnTo>
                  <a:pt x="1519037" y="750618"/>
                </a:lnTo>
                <a:lnTo>
                  <a:pt x="1550470" y="750780"/>
                </a:lnTo>
                <a:lnTo>
                  <a:pt x="1581893" y="750903"/>
                </a:lnTo>
                <a:lnTo>
                  <a:pt x="1613335" y="750989"/>
                </a:lnTo>
                <a:lnTo>
                  <a:pt x="1644758" y="751037"/>
                </a:lnTo>
                <a:lnTo>
                  <a:pt x="1676190" y="751037"/>
                </a:lnTo>
                <a:lnTo>
                  <a:pt x="1707623" y="751008"/>
                </a:lnTo>
                <a:lnTo>
                  <a:pt x="1739055" y="750941"/>
                </a:lnTo>
                <a:lnTo>
                  <a:pt x="1770488" y="750837"/>
                </a:lnTo>
                <a:lnTo>
                  <a:pt x="1801920" y="750684"/>
                </a:lnTo>
                <a:lnTo>
                  <a:pt x="1833353" y="750503"/>
                </a:lnTo>
                <a:lnTo>
                  <a:pt x="1864785" y="750275"/>
                </a:lnTo>
                <a:lnTo>
                  <a:pt x="1896218" y="750008"/>
                </a:lnTo>
                <a:lnTo>
                  <a:pt x="1927650" y="749703"/>
                </a:lnTo>
                <a:lnTo>
                  <a:pt x="1959083" y="749351"/>
                </a:lnTo>
                <a:lnTo>
                  <a:pt x="1990515" y="748960"/>
                </a:lnTo>
                <a:lnTo>
                  <a:pt x="2021938" y="748532"/>
                </a:lnTo>
                <a:lnTo>
                  <a:pt x="2053371" y="748055"/>
                </a:lnTo>
                <a:lnTo>
                  <a:pt x="2084794" y="747532"/>
                </a:lnTo>
                <a:lnTo>
                  <a:pt x="2116226" y="746970"/>
                </a:lnTo>
                <a:lnTo>
                  <a:pt x="2147649" y="746350"/>
                </a:lnTo>
                <a:lnTo>
                  <a:pt x="2179072" y="745684"/>
                </a:lnTo>
                <a:lnTo>
                  <a:pt x="2210505" y="744969"/>
                </a:lnTo>
                <a:lnTo>
                  <a:pt x="2241928" y="744207"/>
                </a:lnTo>
                <a:lnTo>
                  <a:pt x="2273341" y="743388"/>
                </a:lnTo>
                <a:lnTo>
                  <a:pt x="2304764" y="742502"/>
                </a:lnTo>
                <a:lnTo>
                  <a:pt x="2336187" y="741559"/>
                </a:lnTo>
                <a:lnTo>
                  <a:pt x="2367601" y="740559"/>
                </a:lnTo>
                <a:lnTo>
                  <a:pt x="2399014" y="739483"/>
                </a:lnTo>
                <a:lnTo>
                  <a:pt x="2430428" y="738349"/>
                </a:lnTo>
                <a:lnTo>
                  <a:pt x="2461832" y="737130"/>
                </a:lnTo>
                <a:lnTo>
                  <a:pt x="2493245" y="735835"/>
                </a:lnTo>
                <a:lnTo>
                  <a:pt x="2524639" y="734444"/>
                </a:lnTo>
                <a:lnTo>
                  <a:pt x="2556043" y="732958"/>
                </a:lnTo>
                <a:lnTo>
                  <a:pt x="2587438" y="731387"/>
                </a:lnTo>
                <a:lnTo>
                  <a:pt x="2618823" y="729682"/>
                </a:lnTo>
                <a:lnTo>
                  <a:pt x="2650198" y="727853"/>
                </a:lnTo>
                <a:lnTo>
                  <a:pt x="2681573" y="725891"/>
                </a:lnTo>
                <a:lnTo>
                  <a:pt x="2712930" y="723767"/>
                </a:lnTo>
                <a:lnTo>
                  <a:pt x="2744276" y="721452"/>
                </a:lnTo>
                <a:lnTo>
                  <a:pt x="2775604" y="718928"/>
                </a:lnTo>
                <a:lnTo>
                  <a:pt x="2806913" y="716137"/>
                </a:lnTo>
                <a:lnTo>
                  <a:pt x="2838193" y="713032"/>
                </a:lnTo>
                <a:lnTo>
                  <a:pt x="2869425" y="709508"/>
                </a:lnTo>
                <a:lnTo>
                  <a:pt x="2900591" y="705431"/>
                </a:lnTo>
                <a:lnTo>
                  <a:pt x="2931643" y="700545"/>
                </a:lnTo>
                <a:lnTo>
                  <a:pt x="2962437" y="694287"/>
                </a:lnTo>
                <a:lnTo>
                  <a:pt x="2992355" y="684790"/>
                </a:lnTo>
                <a:lnTo>
                  <a:pt x="3010948" y="661149"/>
                </a:lnTo>
                <a:lnTo>
                  <a:pt x="3024740" y="632898"/>
                </a:lnTo>
                <a:lnTo>
                  <a:pt x="3038532" y="604657"/>
                </a:lnTo>
                <a:lnTo>
                  <a:pt x="3052324" y="576405"/>
                </a:lnTo>
                <a:lnTo>
                  <a:pt x="3066117" y="548164"/>
                </a:lnTo>
                <a:lnTo>
                  <a:pt x="3079899" y="519922"/>
                </a:lnTo>
                <a:lnTo>
                  <a:pt x="3093691" y="491671"/>
                </a:lnTo>
                <a:lnTo>
                  <a:pt x="3107484" y="463429"/>
                </a:lnTo>
                <a:lnTo>
                  <a:pt x="3121276" y="435178"/>
                </a:lnTo>
                <a:lnTo>
                  <a:pt x="3135068" y="406937"/>
                </a:lnTo>
                <a:lnTo>
                  <a:pt x="3148860" y="378685"/>
                </a:lnTo>
                <a:lnTo>
                  <a:pt x="3162652" y="350444"/>
                </a:lnTo>
                <a:lnTo>
                  <a:pt x="3176435" y="322202"/>
                </a:lnTo>
                <a:lnTo>
                  <a:pt x="3190227" y="293951"/>
                </a:lnTo>
                <a:lnTo>
                  <a:pt x="3204020" y="265709"/>
                </a:lnTo>
                <a:lnTo>
                  <a:pt x="3217812" y="237458"/>
                </a:lnTo>
                <a:lnTo>
                  <a:pt x="3231604" y="209217"/>
                </a:lnTo>
                <a:lnTo>
                  <a:pt x="3245396" y="180965"/>
                </a:lnTo>
                <a:lnTo>
                  <a:pt x="3259179" y="152724"/>
                </a:lnTo>
                <a:lnTo>
                  <a:pt x="3272971" y="124482"/>
                </a:lnTo>
                <a:lnTo>
                  <a:pt x="3286763" y="96231"/>
                </a:lnTo>
                <a:lnTo>
                  <a:pt x="3300555" y="67989"/>
                </a:lnTo>
                <a:lnTo>
                  <a:pt x="3314348" y="39738"/>
                </a:lnTo>
                <a:lnTo>
                  <a:pt x="3328140" y="11497"/>
                </a:lnTo>
                <a:lnTo>
                  <a:pt x="3320063" y="11335"/>
                </a:lnTo>
                <a:lnTo>
                  <a:pt x="3289849" y="19869"/>
                </a:lnTo>
                <a:lnTo>
                  <a:pt x="3258931" y="25527"/>
                </a:lnTo>
                <a:lnTo>
                  <a:pt x="3227822" y="29975"/>
                </a:lnTo>
                <a:lnTo>
                  <a:pt x="3196609" y="33709"/>
                </a:lnTo>
                <a:lnTo>
                  <a:pt x="3165348" y="36947"/>
                </a:lnTo>
                <a:lnTo>
                  <a:pt x="3134049" y="39834"/>
                </a:lnTo>
                <a:lnTo>
                  <a:pt x="3102721" y="42424"/>
                </a:lnTo>
                <a:lnTo>
                  <a:pt x="3071374" y="44796"/>
                </a:lnTo>
                <a:lnTo>
                  <a:pt x="3040018" y="46968"/>
                </a:lnTo>
                <a:lnTo>
                  <a:pt x="3008652" y="48987"/>
                </a:lnTo>
                <a:lnTo>
                  <a:pt x="2977277" y="50864"/>
                </a:lnTo>
                <a:lnTo>
                  <a:pt x="2945892" y="52607"/>
                </a:lnTo>
                <a:lnTo>
                  <a:pt x="2914498" y="54245"/>
                </a:lnTo>
                <a:lnTo>
                  <a:pt x="2883103" y="55788"/>
                </a:lnTo>
                <a:lnTo>
                  <a:pt x="2851709" y="57245"/>
                </a:lnTo>
                <a:lnTo>
                  <a:pt x="2820305" y="58617"/>
                </a:lnTo>
                <a:lnTo>
                  <a:pt x="2788901" y="59912"/>
                </a:lnTo>
                <a:lnTo>
                  <a:pt x="2757488" y="61141"/>
                </a:lnTo>
                <a:lnTo>
                  <a:pt x="2726084" y="62303"/>
                </a:lnTo>
                <a:lnTo>
                  <a:pt x="2694670" y="63408"/>
                </a:lnTo>
                <a:lnTo>
                  <a:pt x="2663257" y="64456"/>
                </a:lnTo>
                <a:lnTo>
                  <a:pt x="2631834" y="65456"/>
                </a:lnTo>
                <a:lnTo>
                  <a:pt x="2600420" y="66399"/>
                </a:lnTo>
                <a:lnTo>
                  <a:pt x="2568997" y="67294"/>
                </a:lnTo>
                <a:lnTo>
                  <a:pt x="2537574" y="68142"/>
                </a:lnTo>
                <a:lnTo>
                  <a:pt x="2506151" y="68951"/>
                </a:lnTo>
                <a:lnTo>
                  <a:pt x="2474728" y="69723"/>
                </a:lnTo>
                <a:lnTo>
                  <a:pt x="2443305" y="70447"/>
                </a:lnTo>
                <a:lnTo>
                  <a:pt x="2411882" y="71142"/>
                </a:lnTo>
                <a:lnTo>
                  <a:pt x="2380459" y="71790"/>
                </a:lnTo>
                <a:lnTo>
                  <a:pt x="2349027" y="72409"/>
                </a:lnTo>
                <a:lnTo>
                  <a:pt x="2317604" y="73000"/>
                </a:lnTo>
                <a:lnTo>
                  <a:pt x="2286171" y="73543"/>
                </a:lnTo>
                <a:lnTo>
                  <a:pt x="2254748" y="74057"/>
                </a:lnTo>
                <a:lnTo>
                  <a:pt x="2223316" y="74543"/>
                </a:lnTo>
                <a:lnTo>
                  <a:pt x="2191893" y="75000"/>
                </a:lnTo>
                <a:lnTo>
                  <a:pt x="2160461" y="75428"/>
                </a:lnTo>
                <a:lnTo>
                  <a:pt x="2129028" y="75829"/>
                </a:lnTo>
                <a:lnTo>
                  <a:pt x="2097605" y="76200"/>
                </a:lnTo>
                <a:lnTo>
                  <a:pt x="2066173" y="76533"/>
                </a:lnTo>
                <a:lnTo>
                  <a:pt x="2034740" y="76848"/>
                </a:lnTo>
                <a:lnTo>
                  <a:pt x="2003308" y="77133"/>
                </a:lnTo>
                <a:lnTo>
                  <a:pt x="1971875" y="77400"/>
                </a:lnTo>
                <a:lnTo>
                  <a:pt x="1940443" y="77629"/>
                </a:lnTo>
                <a:lnTo>
                  <a:pt x="1909010" y="77838"/>
                </a:lnTo>
                <a:lnTo>
                  <a:pt x="1877578" y="78019"/>
                </a:lnTo>
                <a:lnTo>
                  <a:pt x="1846145" y="78172"/>
                </a:lnTo>
                <a:lnTo>
                  <a:pt x="1814722" y="78305"/>
                </a:lnTo>
                <a:lnTo>
                  <a:pt x="1783290" y="78410"/>
                </a:lnTo>
                <a:lnTo>
                  <a:pt x="1751857" y="78486"/>
                </a:lnTo>
                <a:lnTo>
                  <a:pt x="1720415" y="78543"/>
                </a:lnTo>
                <a:lnTo>
                  <a:pt x="1688992" y="78572"/>
                </a:lnTo>
                <a:lnTo>
                  <a:pt x="1657560" y="78581"/>
                </a:lnTo>
                <a:lnTo>
                  <a:pt x="1626127" y="78562"/>
                </a:lnTo>
                <a:lnTo>
                  <a:pt x="1594695" y="78515"/>
                </a:lnTo>
                <a:lnTo>
                  <a:pt x="1563262" y="78438"/>
                </a:lnTo>
                <a:lnTo>
                  <a:pt x="1531830" y="78343"/>
                </a:lnTo>
                <a:lnTo>
                  <a:pt x="1500397" y="78229"/>
                </a:lnTo>
                <a:lnTo>
                  <a:pt x="1468965" y="78086"/>
                </a:lnTo>
                <a:lnTo>
                  <a:pt x="1437532" y="77915"/>
                </a:lnTo>
                <a:lnTo>
                  <a:pt x="1406100" y="77714"/>
                </a:lnTo>
                <a:lnTo>
                  <a:pt x="1374667" y="77495"/>
                </a:lnTo>
                <a:lnTo>
                  <a:pt x="1343235" y="77248"/>
                </a:lnTo>
                <a:lnTo>
                  <a:pt x="1311802" y="76972"/>
                </a:lnTo>
                <a:lnTo>
                  <a:pt x="1280370" y="76676"/>
                </a:lnTo>
                <a:lnTo>
                  <a:pt x="1248937" y="76343"/>
                </a:lnTo>
                <a:lnTo>
                  <a:pt x="1217514" y="75981"/>
                </a:lnTo>
                <a:lnTo>
                  <a:pt x="1186082" y="75600"/>
                </a:lnTo>
                <a:lnTo>
                  <a:pt x="1154649" y="75181"/>
                </a:lnTo>
                <a:lnTo>
                  <a:pt x="1123226" y="74743"/>
                </a:lnTo>
                <a:lnTo>
                  <a:pt x="1091794" y="74266"/>
                </a:lnTo>
                <a:lnTo>
                  <a:pt x="1060361" y="73762"/>
                </a:lnTo>
                <a:lnTo>
                  <a:pt x="1028938" y="73219"/>
                </a:lnTo>
                <a:lnTo>
                  <a:pt x="997506" y="72647"/>
                </a:lnTo>
                <a:lnTo>
                  <a:pt x="966083" y="72047"/>
                </a:lnTo>
                <a:lnTo>
                  <a:pt x="934660" y="71409"/>
                </a:lnTo>
                <a:lnTo>
                  <a:pt x="903227" y="70733"/>
                </a:lnTo>
                <a:lnTo>
                  <a:pt x="871804" y="70028"/>
                </a:lnTo>
                <a:lnTo>
                  <a:pt x="840381" y="69275"/>
                </a:lnTo>
                <a:lnTo>
                  <a:pt x="808958" y="68485"/>
                </a:lnTo>
                <a:lnTo>
                  <a:pt x="777535" y="67647"/>
                </a:lnTo>
                <a:lnTo>
                  <a:pt x="746122" y="66770"/>
                </a:lnTo>
                <a:lnTo>
                  <a:pt x="714699" y="65837"/>
                </a:lnTo>
                <a:lnTo>
                  <a:pt x="683285" y="64865"/>
                </a:lnTo>
                <a:lnTo>
                  <a:pt x="651872" y="63846"/>
                </a:lnTo>
                <a:lnTo>
                  <a:pt x="620459" y="62760"/>
                </a:lnTo>
                <a:lnTo>
                  <a:pt x="589045" y="61627"/>
                </a:lnTo>
                <a:lnTo>
                  <a:pt x="557632" y="60417"/>
                </a:lnTo>
                <a:lnTo>
                  <a:pt x="526228" y="59150"/>
                </a:lnTo>
                <a:lnTo>
                  <a:pt x="494824" y="57817"/>
                </a:lnTo>
                <a:lnTo>
                  <a:pt x="463420" y="56398"/>
                </a:lnTo>
                <a:lnTo>
                  <a:pt x="432025" y="54893"/>
                </a:lnTo>
                <a:lnTo>
                  <a:pt x="400631" y="53283"/>
                </a:lnTo>
                <a:lnTo>
                  <a:pt x="369246" y="51578"/>
                </a:lnTo>
                <a:lnTo>
                  <a:pt x="337871" y="49759"/>
                </a:lnTo>
                <a:lnTo>
                  <a:pt x="306495" y="47806"/>
                </a:lnTo>
                <a:lnTo>
                  <a:pt x="275139" y="45701"/>
                </a:lnTo>
                <a:lnTo>
                  <a:pt x="243783" y="43415"/>
                </a:lnTo>
                <a:lnTo>
                  <a:pt x="212455" y="40919"/>
                </a:lnTo>
                <a:lnTo>
                  <a:pt x="181137" y="38157"/>
                </a:lnTo>
                <a:lnTo>
                  <a:pt x="149857" y="35081"/>
                </a:lnTo>
                <a:lnTo>
                  <a:pt x="118624" y="31566"/>
                </a:lnTo>
                <a:lnTo>
                  <a:pt x="87468" y="27451"/>
                </a:lnTo>
                <a:lnTo>
                  <a:pt x="56445" y="22374"/>
                </a:lnTo>
                <a:lnTo>
                  <a:pt x="25813" y="154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4FDCA95-6359-4F98-9C4D-492A4C32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6899297-53B6-4725-BA4F-29D0237B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52" y="2701290"/>
            <a:ext cx="2674306" cy="751046"/>
          </a:xfrm>
          <a:custGeom xmlns:a="http://schemas.openxmlformats.org/drawingml/2006/main">
            <a:pathLst>
              <a:path w="2674306" h="751046">
                <a:moveTo>
                  <a:pt x="0" y="0"/>
                </a:moveTo>
                <a:lnTo>
                  <a:pt x="9230" y="24708"/>
                </a:lnTo>
                <a:lnTo>
                  <a:pt x="18459" y="49406"/>
                </a:lnTo>
                <a:lnTo>
                  <a:pt x="27689" y="74114"/>
                </a:lnTo>
                <a:lnTo>
                  <a:pt x="36928" y="98822"/>
                </a:lnTo>
                <a:lnTo>
                  <a:pt x="46158" y="123520"/>
                </a:lnTo>
                <a:lnTo>
                  <a:pt x="55388" y="148228"/>
                </a:lnTo>
                <a:lnTo>
                  <a:pt x="64618" y="172936"/>
                </a:lnTo>
                <a:lnTo>
                  <a:pt x="73847" y="197634"/>
                </a:lnTo>
                <a:lnTo>
                  <a:pt x="83077" y="222342"/>
                </a:lnTo>
                <a:lnTo>
                  <a:pt x="92307" y="247050"/>
                </a:lnTo>
                <a:lnTo>
                  <a:pt x="101537" y="271748"/>
                </a:lnTo>
                <a:lnTo>
                  <a:pt x="110776" y="296456"/>
                </a:lnTo>
                <a:lnTo>
                  <a:pt x="120005" y="321164"/>
                </a:lnTo>
                <a:lnTo>
                  <a:pt x="129235" y="345862"/>
                </a:lnTo>
                <a:lnTo>
                  <a:pt x="138465" y="370570"/>
                </a:lnTo>
                <a:lnTo>
                  <a:pt x="147695" y="395278"/>
                </a:lnTo>
                <a:lnTo>
                  <a:pt x="156924" y="419976"/>
                </a:lnTo>
                <a:lnTo>
                  <a:pt x="166154" y="444684"/>
                </a:lnTo>
                <a:lnTo>
                  <a:pt x="175393" y="469392"/>
                </a:lnTo>
                <a:lnTo>
                  <a:pt x="184623" y="494090"/>
                </a:lnTo>
                <a:lnTo>
                  <a:pt x="193853" y="518798"/>
                </a:lnTo>
                <a:lnTo>
                  <a:pt x="203083" y="543506"/>
                </a:lnTo>
                <a:lnTo>
                  <a:pt x="212312" y="568204"/>
                </a:lnTo>
                <a:lnTo>
                  <a:pt x="221542" y="592912"/>
                </a:lnTo>
                <a:lnTo>
                  <a:pt x="230772" y="617620"/>
                </a:lnTo>
                <a:lnTo>
                  <a:pt x="240011" y="642318"/>
                </a:lnTo>
                <a:lnTo>
                  <a:pt x="249241" y="667026"/>
                </a:lnTo>
                <a:lnTo>
                  <a:pt x="265033" y="686448"/>
                </a:lnTo>
                <a:lnTo>
                  <a:pt x="289836" y="695335"/>
                </a:lnTo>
                <a:lnTo>
                  <a:pt x="315478" y="701450"/>
                </a:lnTo>
                <a:lnTo>
                  <a:pt x="341405" y="706288"/>
                </a:lnTo>
                <a:lnTo>
                  <a:pt x="367465" y="710346"/>
                </a:lnTo>
                <a:lnTo>
                  <a:pt x="393602" y="713861"/>
                </a:lnTo>
                <a:lnTo>
                  <a:pt x="419786" y="716966"/>
                </a:lnTo>
                <a:lnTo>
                  <a:pt x="446018" y="719757"/>
                </a:lnTo>
                <a:lnTo>
                  <a:pt x="472269" y="722281"/>
                </a:lnTo>
                <a:lnTo>
                  <a:pt x="498539" y="724595"/>
                </a:lnTo>
                <a:lnTo>
                  <a:pt x="524828" y="726719"/>
                </a:lnTo>
                <a:lnTo>
                  <a:pt x="551126" y="728691"/>
                </a:lnTo>
                <a:lnTo>
                  <a:pt x="577434" y="730501"/>
                </a:lnTo>
                <a:lnTo>
                  <a:pt x="603752" y="732196"/>
                </a:lnTo>
                <a:lnTo>
                  <a:pt x="630079" y="733777"/>
                </a:lnTo>
                <a:lnTo>
                  <a:pt x="656406" y="735244"/>
                </a:lnTo>
                <a:lnTo>
                  <a:pt x="682742" y="736625"/>
                </a:lnTo>
                <a:lnTo>
                  <a:pt x="709089" y="737911"/>
                </a:lnTo>
                <a:lnTo>
                  <a:pt x="735435" y="739121"/>
                </a:lnTo>
                <a:lnTo>
                  <a:pt x="761781" y="740245"/>
                </a:lnTo>
                <a:lnTo>
                  <a:pt x="788137" y="741302"/>
                </a:lnTo>
                <a:lnTo>
                  <a:pt x="814492" y="742293"/>
                </a:lnTo>
                <a:lnTo>
                  <a:pt x="840848" y="743217"/>
                </a:lnTo>
                <a:lnTo>
                  <a:pt x="867204" y="744074"/>
                </a:lnTo>
                <a:lnTo>
                  <a:pt x="893569" y="744874"/>
                </a:lnTo>
                <a:lnTo>
                  <a:pt x="919925" y="745617"/>
                </a:lnTo>
                <a:lnTo>
                  <a:pt x="946290" y="746312"/>
                </a:lnTo>
                <a:lnTo>
                  <a:pt x="972655" y="746941"/>
                </a:lnTo>
                <a:lnTo>
                  <a:pt x="999020" y="747532"/>
                </a:lnTo>
                <a:lnTo>
                  <a:pt x="1025385" y="748065"/>
                </a:lnTo>
                <a:lnTo>
                  <a:pt x="1051760" y="748560"/>
                </a:lnTo>
                <a:lnTo>
                  <a:pt x="1078125" y="749008"/>
                </a:lnTo>
                <a:lnTo>
                  <a:pt x="1104500" y="749398"/>
                </a:lnTo>
                <a:lnTo>
                  <a:pt x="1130865" y="749751"/>
                </a:lnTo>
                <a:lnTo>
                  <a:pt x="1157240" y="750065"/>
                </a:lnTo>
                <a:lnTo>
                  <a:pt x="1183615" y="750332"/>
                </a:lnTo>
                <a:lnTo>
                  <a:pt x="1209980" y="750551"/>
                </a:lnTo>
                <a:lnTo>
                  <a:pt x="1236355" y="750732"/>
                </a:lnTo>
                <a:lnTo>
                  <a:pt x="1262729" y="750875"/>
                </a:lnTo>
                <a:lnTo>
                  <a:pt x="1289104" y="750970"/>
                </a:lnTo>
                <a:lnTo>
                  <a:pt x="1315469" y="751027"/>
                </a:lnTo>
                <a:lnTo>
                  <a:pt x="1341844" y="751046"/>
                </a:lnTo>
                <a:lnTo>
                  <a:pt x="1368219" y="751018"/>
                </a:lnTo>
                <a:lnTo>
                  <a:pt x="1394593" y="750951"/>
                </a:lnTo>
                <a:lnTo>
                  <a:pt x="1420968" y="750846"/>
                </a:lnTo>
                <a:lnTo>
                  <a:pt x="1447333" y="750694"/>
                </a:lnTo>
                <a:lnTo>
                  <a:pt x="1473708" y="750503"/>
                </a:lnTo>
                <a:lnTo>
                  <a:pt x="1500083" y="750265"/>
                </a:lnTo>
                <a:lnTo>
                  <a:pt x="1526457" y="749989"/>
                </a:lnTo>
                <a:lnTo>
                  <a:pt x="1552823" y="749665"/>
                </a:lnTo>
                <a:lnTo>
                  <a:pt x="1579197" y="749303"/>
                </a:lnTo>
                <a:lnTo>
                  <a:pt x="1605563" y="748894"/>
                </a:lnTo>
                <a:lnTo>
                  <a:pt x="1631937" y="748446"/>
                </a:lnTo>
                <a:lnTo>
                  <a:pt x="1658303" y="747941"/>
                </a:lnTo>
                <a:lnTo>
                  <a:pt x="1684668" y="747389"/>
                </a:lnTo>
                <a:lnTo>
                  <a:pt x="1711033" y="746789"/>
                </a:lnTo>
                <a:lnTo>
                  <a:pt x="1737398" y="746141"/>
                </a:lnTo>
                <a:lnTo>
                  <a:pt x="1763763" y="745436"/>
                </a:lnTo>
                <a:lnTo>
                  <a:pt x="1790129" y="744684"/>
                </a:lnTo>
                <a:lnTo>
                  <a:pt x="1816484" y="743864"/>
                </a:lnTo>
                <a:lnTo>
                  <a:pt x="1842840" y="742988"/>
                </a:lnTo>
                <a:lnTo>
                  <a:pt x="1869196" y="742045"/>
                </a:lnTo>
                <a:lnTo>
                  <a:pt x="1895551" y="741045"/>
                </a:lnTo>
                <a:lnTo>
                  <a:pt x="1921907" y="739978"/>
                </a:lnTo>
                <a:lnTo>
                  <a:pt x="1948253" y="738826"/>
                </a:lnTo>
                <a:lnTo>
                  <a:pt x="1974599" y="737597"/>
                </a:lnTo>
                <a:lnTo>
                  <a:pt x="2000936" y="736292"/>
                </a:lnTo>
                <a:lnTo>
                  <a:pt x="2027272" y="734892"/>
                </a:lnTo>
                <a:lnTo>
                  <a:pt x="2053600" y="733387"/>
                </a:lnTo>
                <a:lnTo>
                  <a:pt x="2079927" y="731787"/>
                </a:lnTo>
                <a:lnTo>
                  <a:pt x="2106244" y="730063"/>
                </a:lnTo>
                <a:lnTo>
                  <a:pt x="2132552" y="728215"/>
                </a:lnTo>
                <a:lnTo>
                  <a:pt x="2158851" y="726205"/>
                </a:lnTo>
                <a:lnTo>
                  <a:pt x="2185130" y="724043"/>
                </a:lnTo>
                <a:lnTo>
                  <a:pt x="2211400" y="721671"/>
                </a:lnTo>
                <a:lnTo>
                  <a:pt x="2237642" y="719080"/>
                </a:lnTo>
                <a:lnTo>
                  <a:pt x="2263864" y="716223"/>
                </a:lnTo>
                <a:lnTo>
                  <a:pt x="2290039" y="713022"/>
                </a:lnTo>
                <a:lnTo>
                  <a:pt x="2316156" y="709393"/>
                </a:lnTo>
                <a:lnTo>
                  <a:pt x="2342188" y="705164"/>
                </a:lnTo>
                <a:lnTo>
                  <a:pt x="2368067" y="700068"/>
                </a:lnTo>
                <a:lnTo>
                  <a:pt x="2393594" y="693477"/>
                </a:lnTo>
                <a:lnTo>
                  <a:pt x="2417807" y="683219"/>
                </a:lnTo>
                <a:lnTo>
                  <a:pt x="2430170" y="660845"/>
                </a:lnTo>
                <a:lnTo>
                  <a:pt x="2439400" y="636146"/>
                </a:lnTo>
                <a:lnTo>
                  <a:pt x="2448630" y="611438"/>
                </a:lnTo>
                <a:lnTo>
                  <a:pt x="2457860" y="586730"/>
                </a:lnTo>
                <a:lnTo>
                  <a:pt x="2467089" y="562032"/>
                </a:lnTo>
                <a:lnTo>
                  <a:pt x="2476319" y="537324"/>
                </a:lnTo>
                <a:lnTo>
                  <a:pt x="2485558" y="512616"/>
                </a:lnTo>
                <a:lnTo>
                  <a:pt x="2494788" y="487918"/>
                </a:lnTo>
                <a:lnTo>
                  <a:pt x="2504018" y="463210"/>
                </a:lnTo>
                <a:lnTo>
                  <a:pt x="2513247" y="438502"/>
                </a:lnTo>
                <a:lnTo>
                  <a:pt x="2522477" y="413804"/>
                </a:lnTo>
                <a:lnTo>
                  <a:pt x="2531707" y="389096"/>
                </a:lnTo>
                <a:lnTo>
                  <a:pt x="2540937" y="364388"/>
                </a:lnTo>
                <a:lnTo>
                  <a:pt x="2550166" y="339690"/>
                </a:lnTo>
                <a:lnTo>
                  <a:pt x="2559406" y="314982"/>
                </a:lnTo>
                <a:lnTo>
                  <a:pt x="2568635" y="290274"/>
                </a:lnTo>
                <a:lnTo>
                  <a:pt x="2577865" y="265576"/>
                </a:lnTo>
                <a:lnTo>
                  <a:pt x="2587095" y="240868"/>
                </a:lnTo>
                <a:lnTo>
                  <a:pt x="2596325" y="216160"/>
                </a:lnTo>
                <a:lnTo>
                  <a:pt x="2605554" y="191462"/>
                </a:lnTo>
                <a:lnTo>
                  <a:pt x="2614784" y="166754"/>
                </a:lnTo>
                <a:lnTo>
                  <a:pt x="2624023" y="142046"/>
                </a:lnTo>
                <a:lnTo>
                  <a:pt x="2633253" y="117348"/>
                </a:lnTo>
                <a:lnTo>
                  <a:pt x="2642483" y="92640"/>
                </a:lnTo>
                <a:lnTo>
                  <a:pt x="2651712" y="67932"/>
                </a:lnTo>
                <a:lnTo>
                  <a:pt x="2660942" y="43234"/>
                </a:lnTo>
                <a:lnTo>
                  <a:pt x="2670172" y="18526"/>
                </a:lnTo>
                <a:lnTo>
                  <a:pt x="2674306" y="5791"/>
                </a:lnTo>
                <a:lnTo>
                  <a:pt x="2650798" y="17278"/>
                </a:lnTo>
                <a:lnTo>
                  <a:pt x="2625261" y="23832"/>
                </a:lnTo>
                <a:lnTo>
                  <a:pt x="2599363" y="28766"/>
                </a:lnTo>
                <a:lnTo>
                  <a:pt x="2573303" y="32823"/>
                </a:lnTo>
                <a:lnTo>
                  <a:pt x="2547156" y="36300"/>
                </a:lnTo>
                <a:lnTo>
                  <a:pt x="2520963" y="39367"/>
                </a:lnTo>
                <a:lnTo>
                  <a:pt x="2494740" y="42110"/>
                </a:lnTo>
                <a:lnTo>
                  <a:pt x="2468480" y="44606"/>
                </a:lnTo>
                <a:lnTo>
                  <a:pt x="2442210" y="46892"/>
                </a:lnTo>
                <a:lnTo>
                  <a:pt x="2415921" y="48997"/>
                </a:lnTo>
                <a:lnTo>
                  <a:pt x="2389622" y="50949"/>
                </a:lnTo>
                <a:lnTo>
                  <a:pt x="2363305" y="52769"/>
                </a:lnTo>
                <a:lnTo>
                  <a:pt x="2336987" y="54464"/>
                </a:lnTo>
                <a:lnTo>
                  <a:pt x="2310670" y="56055"/>
                </a:lnTo>
                <a:lnTo>
                  <a:pt x="2284333" y="57560"/>
                </a:lnTo>
                <a:lnTo>
                  <a:pt x="2258006" y="58979"/>
                </a:lnTo>
                <a:lnTo>
                  <a:pt x="2231660" y="60303"/>
                </a:lnTo>
                <a:lnTo>
                  <a:pt x="2205323" y="61570"/>
                </a:lnTo>
                <a:lnTo>
                  <a:pt x="2178977" y="62760"/>
                </a:lnTo>
                <a:lnTo>
                  <a:pt x="2152621" y="63884"/>
                </a:lnTo>
                <a:lnTo>
                  <a:pt x="2126275" y="64951"/>
                </a:lnTo>
                <a:lnTo>
                  <a:pt x="2099920" y="65961"/>
                </a:lnTo>
                <a:lnTo>
                  <a:pt x="2073564" y="66923"/>
                </a:lnTo>
                <a:lnTo>
                  <a:pt x="2047208" y="67828"/>
                </a:lnTo>
                <a:lnTo>
                  <a:pt x="2020853" y="68694"/>
                </a:lnTo>
                <a:lnTo>
                  <a:pt x="1994487" y="69504"/>
                </a:lnTo>
                <a:lnTo>
                  <a:pt x="1968122" y="70275"/>
                </a:lnTo>
                <a:lnTo>
                  <a:pt x="1941767" y="71009"/>
                </a:lnTo>
                <a:lnTo>
                  <a:pt x="1915401" y="71695"/>
                </a:lnTo>
                <a:lnTo>
                  <a:pt x="1889036" y="72352"/>
                </a:lnTo>
                <a:lnTo>
                  <a:pt x="1862671" y="72962"/>
                </a:lnTo>
                <a:lnTo>
                  <a:pt x="1836306" y="73533"/>
                </a:lnTo>
                <a:lnTo>
                  <a:pt x="1809931" y="74076"/>
                </a:lnTo>
                <a:lnTo>
                  <a:pt x="1783566" y="74581"/>
                </a:lnTo>
                <a:lnTo>
                  <a:pt x="1757201" y="75057"/>
                </a:lnTo>
                <a:lnTo>
                  <a:pt x="1730826" y="75495"/>
                </a:lnTo>
                <a:lnTo>
                  <a:pt x="1704461" y="75905"/>
                </a:lnTo>
                <a:lnTo>
                  <a:pt x="1678086" y="76286"/>
                </a:lnTo>
                <a:lnTo>
                  <a:pt x="1651721" y="76638"/>
                </a:lnTo>
                <a:lnTo>
                  <a:pt x="1625346" y="76952"/>
                </a:lnTo>
                <a:lnTo>
                  <a:pt x="1598971" y="77238"/>
                </a:lnTo>
                <a:lnTo>
                  <a:pt x="1572606" y="77495"/>
                </a:lnTo>
                <a:lnTo>
                  <a:pt x="1546231" y="77734"/>
                </a:lnTo>
                <a:lnTo>
                  <a:pt x="1519857" y="77934"/>
                </a:lnTo>
                <a:lnTo>
                  <a:pt x="1493491" y="78115"/>
                </a:lnTo>
                <a:lnTo>
                  <a:pt x="1467117" y="78257"/>
                </a:lnTo>
                <a:lnTo>
                  <a:pt x="1440742" y="78372"/>
                </a:lnTo>
                <a:lnTo>
                  <a:pt x="1414367" y="78467"/>
                </a:lnTo>
                <a:lnTo>
                  <a:pt x="1387993" y="78534"/>
                </a:lnTo>
                <a:lnTo>
                  <a:pt x="1361627" y="78572"/>
                </a:lnTo>
                <a:lnTo>
                  <a:pt x="1335253" y="78581"/>
                </a:lnTo>
                <a:lnTo>
                  <a:pt x="1308878" y="78562"/>
                </a:lnTo>
                <a:lnTo>
                  <a:pt x="1282503" y="78515"/>
                </a:lnTo>
                <a:lnTo>
                  <a:pt x="1256128" y="78448"/>
                </a:lnTo>
                <a:lnTo>
                  <a:pt x="1229763" y="78343"/>
                </a:lnTo>
                <a:lnTo>
                  <a:pt x="1203389" y="78219"/>
                </a:lnTo>
                <a:lnTo>
                  <a:pt x="1177014" y="78067"/>
                </a:lnTo>
                <a:lnTo>
                  <a:pt x="1150639" y="77886"/>
                </a:lnTo>
                <a:lnTo>
                  <a:pt x="1124274" y="77676"/>
                </a:lnTo>
                <a:lnTo>
                  <a:pt x="1097899" y="77438"/>
                </a:lnTo>
                <a:lnTo>
                  <a:pt x="1071524" y="77172"/>
                </a:lnTo>
                <a:lnTo>
                  <a:pt x="1045159" y="76876"/>
                </a:lnTo>
                <a:lnTo>
                  <a:pt x="1018784" y="76552"/>
                </a:lnTo>
                <a:lnTo>
                  <a:pt x="992410" y="76200"/>
                </a:lnTo>
                <a:lnTo>
                  <a:pt x="966045" y="75809"/>
                </a:lnTo>
                <a:lnTo>
                  <a:pt x="939670" y="75390"/>
                </a:lnTo>
                <a:lnTo>
                  <a:pt x="913305" y="74943"/>
                </a:lnTo>
                <a:lnTo>
                  <a:pt x="886939" y="74457"/>
                </a:lnTo>
                <a:lnTo>
                  <a:pt x="860565" y="73943"/>
                </a:lnTo>
                <a:lnTo>
                  <a:pt x="834200" y="73390"/>
                </a:lnTo>
                <a:lnTo>
                  <a:pt x="807834" y="72809"/>
                </a:lnTo>
                <a:lnTo>
                  <a:pt x="781469" y="72190"/>
                </a:lnTo>
                <a:lnTo>
                  <a:pt x="755104" y="71523"/>
                </a:lnTo>
                <a:lnTo>
                  <a:pt x="728739" y="70828"/>
                </a:lnTo>
                <a:lnTo>
                  <a:pt x="702374" y="70094"/>
                </a:lnTo>
                <a:lnTo>
                  <a:pt x="676018" y="69313"/>
                </a:lnTo>
                <a:lnTo>
                  <a:pt x="649653" y="68485"/>
                </a:lnTo>
                <a:lnTo>
                  <a:pt x="623297" y="67608"/>
                </a:lnTo>
                <a:lnTo>
                  <a:pt x="596941" y="66694"/>
                </a:lnTo>
                <a:lnTo>
                  <a:pt x="570586" y="65713"/>
                </a:lnTo>
                <a:lnTo>
                  <a:pt x="544230" y="64694"/>
                </a:lnTo>
                <a:lnTo>
                  <a:pt x="517884" y="63608"/>
                </a:lnTo>
                <a:lnTo>
                  <a:pt x="491538" y="62465"/>
                </a:lnTo>
                <a:lnTo>
                  <a:pt x="465191" y="61265"/>
                </a:lnTo>
                <a:lnTo>
                  <a:pt x="438845" y="59979"/>
                </a:lnTo>
                <a:lnTo>
                  <a:pt x="412509" y="58626"/>
                </a:lnTo>
                <a:lnTo>
                  <a:pt x="386172" y="57188"/>
                </a:lnTo>
                <a:lnTo>
                  <a:pt x="359845" y="55664"/>
                </a:lnTo>
                <a:lnTo>
                  <a:pt x="333518" y="54045"/>
                </a:lnTo>
                <a:lnTo>
                  <a:pt x="307210" y="52321"/>
                </a:lnTo>
                <a:lnTo>
                  <a:pt x="280902" y="50473"/>
                </a:lnTo>
                <a:lnTo>
                  <a:pt x="254603" y="48482"/>
                </a:lnTo>
                <a:lnTo>
                  <a:pt x="228314" y="46339"/>
                </a:lnTo>
                <a:lnTo>
                  <a:pt x="202044" y="44006"/>
                </a:lnTo>
                <a:lnTo>
                  <a:pt x="175793" y="41453"/>
                </a:lnTo>
                <a:lnTo>
                  <a:pt x="149571" y="38633"/>
                </a:lnTo>
                <a:lnTo>
                  <a:pt x="123387" y="35471"/>
                </a:lnTo>
                <a:lnTo>
                  <a:pt x="97269" y="31871"/>
                </a:lnTo>
                <a:lnTo>
                  <a:pt x="71237" y="27632"/>
                </a:lnTo>
                <a:lnTo>
                  <a:pt x="45396" y="22393"/>
                </a:lnTo>
                <a:lnTo>
                  <a:pt x="20050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B9B10D2-9909-404E-8925-A0BF9ACC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42" y="2577465"/>
            <a:ext cx="26771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9DE1A54-039A-4C2D-A524-19A42292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21" y="3554730"/>
            <a:ext cx="2171281" cy="751046"/>
          </a:xfrm>
          <a:custGeom xmlns:a="http://schemas.openxmlformats.org/drawingml/2006/main">
            <a:pathLst>
              <a:path w="2171281" h="751046">
                <a:moveTo>
                  <a:pt x="0" y="0"/>
                </a:moveTo>
                <a:lnTo>
                  <a:pt x="7191" y="21155"/>
                </a:lnTo>
                <a:lnTo>
                  <a:pt x="14383" y="42301"/>
                </a:lnTo>
                <a:lnTo>
                  <a:pt x="21574" y="63456"/>
                </a:lnTo>
                <a:lnTo>
                  <a:pt x="28756" y="84601"/>
                </a:lnTo>
                <a:lnTo>
                  <a:pt x="35947" y="105756"/>
                </a:lnTo>
                <a:lnTo>
                  <a:pt x="43139" y="126902"/>
                </a:lnTo>
                <a:lnTo>
                  <a:pt x="50330" y="148057"/>
                </a:lnTo>
                <a:lnTo>
                  <a:pt x="57521" y="169202"/>
                </a:lnTo>
                <a:lnTo>
                  <a:pt x="64713" y="190357"/>
                </a:lnTo>
                <a:lnTo>
                  <a:pt x="71904" y="211503"/>
                </a:lnTo>
                <a:lnTo>
                  <a:pt x="79086" y="232658"/>
                </a:lnTo>
                <a:lnTo>
                  <a:pt x="86277" y="253813"/>
                </a:lnTo>
                <a:lnTo>
                  <a:pt x="93469" y="274958"/>
                </a:lnTo>
                <a:lnTo>
                  <a:pt x="100660" y="296113"/>
                </a:lnTo>
                <a:lnTo>
                  <a:pt x="107852" y="317259"/>
                </a:lnTo>
                <a:lnTo>
                  <a:pt x="115043" y="338414"/>
                </a:lnTo>
                <a:lnTo>
                  <a:pt x="122234" y="359559"/>
                </a:lnTo>
                <a:lnTo>
                  <a:pt x="129416" y="380714"/>
                </a:lnTo>
                <a:lnTo>
                  <a:pt x="136608" y="401860"/>
                </a:lnTo>
                <a:lnTo>
                  <a:pt x="143799" y="423015"/>
                </a:lnTo>
                <a:lnTo>
                  <a:pt x="150990" y="444160"/>
                </a:lnTo>
                <a:lnTo>
                  <a:pt x="158182" y="465315"/>
                </a:lnTo>
                <a:lnTo>
                  <a:pt x="165373" y="486461"/>
                </a:lnTo>
                <a:lnTo>
                  <a:pt x="172564" y="507616"/>
                </a:lnTo>
                <a:lnTo>
                  <a:pt x="179746" y="528771"/>
                </a:lnTo>
                <a:lnTo>
                  <a:pt x="186938" y="549916"/>
                </a:lnTo>
                <a:lnTo>
                  <a:pt x="194129" y="571071"/>
                </a:lnTo>
                <a:lnTo>
                  <a:pt x="201320" y="592217"/>
                </a:lnTo>
                <a:lnTo>
                  <a:pt x="208512" y="613372"/>
                </a:lnTo>
                <a:lnTo>
                  <a:pt x="215703" y="634517"/>
                </a:lnTo>
                <a:lnTo>
                  <a:pt x="222895" y="655672"/>
                </a:lnTo>
                <a:lnTo>
                  <a:pt x="229648" y="676904"/>
                </a:lnTo>
                <a:lnTo>
                  <a:pt x="246936" y="690439"/>
                </a:lnTo>
                <a:lnTo>
                  <a:pt x="267853" y="698221"/>
                </a:lnTo>
                <a:lnTo>
                  <a:pt x="289436" y="703974"/>
                </a:lnTo>
                <a:lnTo>
                  <a:pt x="311287" y="708641"/>
                </a:lnTo>
                <a:lnTo>
                  <a:pt x="333270" y="712594"/>
                </a:lnTo>
                <a:lnTo>
                  <a:pt x="355340" y="716051"/>
                </a:lnTo>
                <a:lnTo>
                  <a:pt x="377466" y="719118"/>
                </a:lnTo>
                <a:lnTo>
                  <a:pt x="399631" y="721881"/>
                </a:lnTo>
                <a:lnTo>
                  <a:pt x="421834" y="724376"/>
                </a:lnTo>
                <a:lnTo>
                  <a:pt x="444056" y="726662"/>
                </a:lnTo>
                <a:lnTo>
                  <a:pt x="466296" y="728767"/>
                </a:lnTo>
                <a:lnTo>
                  <a:pt x="488547" y="730701"/>
                </a:lnTo>
                <a:lnTo>
                  <a:pt x="510816" y="732501"/>
                </a:lnTo>
                <a:lnTo>
                  <a:pt x="533095" y="734158"/>
                </a:lnTo>
                <a:lnTo>
                  <a:pt x="555374" y="735711"/>
                </a:lnTo>
                <a:lnTo>
                  <a:pt x="577672" y="737159"/>
                </a:lnTo>
                <a:lnTo>
                  <a:pt x="599970" y="738492"/>
                </a:lnTo>
                <a:lnTo>
                  <a:pt x="622278" y="739740"/>
                </a:lnTo>
                <a:lnTo>
                  <a:pt x="644585" y="740912"/>
                </a:lnTo>
                <a:lnTo>
                  <a:pt x="666893" y="741988"/>
                </a:lnTo>
                <a:lnTo>
                  <a:pt x="689210" y="742998"/>
                </a:lnTo>
                <a:lnTo>
                  <a:pt x="711537" y="743931"/>
                </a:lnTo>
                <a:lnTo>
                  <a:pt x="733854" y="744807"/>
                </a:lnTo>
                <a:lnTo>
                  <a:pt x="756180" y="745598"/>
                </a:lnTo>
                <a:lnTo>
                  <a:pt x="778507" y="746341"/>
                </a:lnTo>
                <a:lnTo>
                  <a:pt x="800833" y="747017"/>
                </a:lnTo>
                <a:lnTo>
                  <a:pt x="823170" y="747636"/>
                </a:lnTo>
                <a:lnTo>
                  <a:pt x="845496" y="748208"/>
                </a:lnTo>
                <a:lnTo>
                  <a:pt x="867832" y="748722"/>
                </a:lnTo>
                <a:lnTo>
                  <a:pt x="890168" y="749170"/>
                </a:lnTo>
                <a:lnTo>
                  <a:pt x="912505" y="749579"/>
                </a:lnTo>
                <a:lnTo>
                  <a:pt x="934841" y="749932"/>
                </a:lnTo>
                <a:lnTo>
                  <a:pt x="957177" y="750237"/>
                </a:lnTo>
                <a:lnTo>
                  <a:pt x="979513" y="750484"/>
                </a:lnTo>
                <a:lnTo>
                  <a:pt x="1001859" y="750694"/>
                </a:lnTo>
                <a:lnTo>
                  <a:pt x="1024195" y="750856"/>
                </a:lnTo>
                <a:lnTo>
                  <a:pt x="1046531" y="750970"/>
                </a:lnTo>
                <a:lnTo>
                  <a:pt x="1068867" y="751027"/>
                </a:lnTo>
                <a:lnTo>
                  <a:pt x="1091213" y="751046"/>
                </a:lnTo>
                <a:lnTo>
                  <a:pt x="1113549" y="751008"/>
                </a:lnTo>
                <a:lnTo>
                  <a:pt x="1135885" y="750932"/>
                </a:lnTo>
                <a:lnTo>
                  <a:pt x="1158230" y="750799"/>
                </a:lnTo>
                <a:lnTo>
                  <a:pt x="1180567" y="750627"/>
                </a:lnTo>
                <a:lnTo>
                  <a:pt x="1202903" y="750408"/>
                </a:lnTo>
                <a:lnTo>
                  <a:pt x="1225239" y="750132"/>
                </a:lnTo>
                <a:lnTo>
                  <a:pt x="1247575" y="749818"/>
                </a:lnTo>
                <a:lnTo>
                  <a:pt x="1269921" y="749446"/>
                </a:lnTo>
                <a:lnTo>
                  <a:pt x="1292247" y="749017"/>
                </a:lnTo>
                <a:lnTo>
                  <a:pt x="1314583" y="748541"/>
                </a:lnTo>
                <a:lnTo>
                  <a:pt x="1336919" y="748008"/>
                </a:lnTo>
                <a:lnTo>
                  <a:pt x="1359246" y="747427"/>
                </a:lnTo>
                <a:lnTo>
                  <a:pt x="1381582" y="746789"/>
                </a:lnTo>
                <a:lnTo>
                  <a:pt x="1403909" y="746093"/>
                </a:lnTo>
                <a:lnTo>
                  <a:pt x="1426235" y="745322"/>
                </a:lnTo>
                <a:lnTo>
                  <a:pt x="1448562" y="744503"/>
                </a:lnTo>
                <a:lnTo>
                  <a:pt x="1470879" y="743607"/>
                </a:lnTo>
                <a:lnTo>
                  <a:pt x="1493196" y="742655"/>
                </a:lnTo>
                <a:lnTo>
                  <a:pt x="1515513" y="741617"/>
                </a:lnTo>
                <a:lnTo>
                  <a:pt x="1537830" y="740502"/>
                </a:lnTo>
                <a:lnTo>
                  <a:pt x="1560138" y="739311"/>
                </a:lnTo>
                <a:lnTo>
                  <a:pt x="1582436" y="738035"/>
                </a:lnTo>
                <a:lnTo>
                  <a:pt x="1604734" y="736654"/>
                </a:lnTo>
                <a:lnTo>
                  <a:pt x="1627022" y="735178"/>
                </a:lnTo>
                <a:lnTo>
                  <a:pt x="1649311" y="733596"/>
                </a:lnTo>
                <a:lnTo>
                  <a:pt x="1671580" y="731882"/>
                </a:lnTo>
                <a:lnTo>
                  <a:pt x="1693840" y="730044"/>
                </a:lnTo>
                <a:lnTo>
                  <a:pt x="1716091" y="728043"/>
                </a:lnTo>
                <a:lnTo>
                  <a:pt x="1738332" y="725881"/>
                </a:lnTo>
                <a:lnTo>
                  <a:pt x="1760544" y="723519"/>
                </a:lnTo>
                <a:lnTo>
                  <a:pt x="1782728" y="720938"/>
                </a:lnTo>
                <a:lnTo>
                  <a:pt x="1804883" y="718080"/>
                </a:lnTo>
                <a:lnTo>
                  <a:pt x="1827000" y="714880"/>
                </a:lnTo>
                <a:lnTo>
                  <a:pt x="1849041" y="711270"/>
                </a:lnTo>
                <a:lnTo>
                  <a:pt x="1870986" y="707088"/>
                </a:lnTo>
                <a:lnTo>
                  <a:pt x="1892760" y="702097"/>
                </a:lnTo>
                <a:lnTo>
                  <a:pt x="1914182" y="695792"/>
                </a:lnTo>
                <a:lnTo>
                  <a:pt x="1934575" y="686762"/>
                </a:lnTo>
                <a:lnTo>
                  <a:pt x="1947005" y="669379"/>
                </a:lnTo>
                <a:lnTo>
                  <a:pt x="1954197" y="648224"/>
                </a:lnTo>
                <a:lnTo>
                  <a:pt x="1961388" y="627078"/>
                </a:lnTo>
                <a:lnTo>
                  <a:pt x="1968579" y="605923"/>
                </a:lnTo>
                <a:lnTo>
                  <a:pt x="1975771" y="584768"/>
                </a:lnTo>
                <a:lnTo>
                  <a:pt x="1982962" y="563623"/>
                </a:lnTo>
                <a:lnTo>
                  <a:pt x="1990144" y="542468"/>
                </a:lnTo>
                <a:lnTo>
                  <a:pt x="1997335" y="521322"/>
                </a:lnTo>
                <a:lnTo>
                  <a:pt x="2004527" y="500167"/>
                </a:lnTo>
                <a:lnTo>
                  <a:pt x="2011718" y="479022"/>
                </a:lnTo>
                <a:lnTo>
                  <a:pt x="2018909" y="457867"/>
                </a:lnTo>
                <a:lnTo>
                  <a:pt x="2026101" y="436721"/>
                </a:lnTo>
                <a:lnTo>
                  <a:pt x="2033292" y="415566"/>
                </a:lnTo>
                <a:lnTo>
                  <a:pt x="2040474" y="394421"/>
                </a:lnTo>
                <a:lnTo>
                  <a:pt x="2047665" y="373266"/>
                </a:lnTo>
                <a:lnTo>
                  <a:pt x="2054857" y="352120"/>
                </a:lnTo>
                <a:lnTo>
                  <a:pt x="2062048" y="330965"/>
                </a:lnTo>
                <a:lnTo>
                  <a:pt x="2069240" y="309810"/>
                </a:lnTo>
                <a:lnTo>
                  <a:pt x="2076431" y="288665"/>
                </a:lnTo>
                <a:lnTo>
                  <a:pt x="2083622" y="267510"/>
                </a:lnTo>
                <a:lnTo>
                  <a:pt x="2090804" y="246364"/>
                </a:lnTo>
                <a:lnTo>
                  <a:pt x="2097996" y="225209"/>
                </a:lnTo>
                <a:lnTo>
                  <a:pt x="2105187" y="204064"/>
                </a:lnTo>
                <a:lnTo>
                  <a:pt x="2112378" y="182909"/>
                </a:lnTo>
                <a:lnTo>
                  <a:pt x="2119570" y="161763"/>
                </a:lnTo>
                <a:lnTo>
                  <a:pt x="2126761" y="140608"/>
                </a:lnTo>
                <a:lnTo>
                  <a:pt x="2133952" y="119463"/>
                </a:lnTo>
                <a:lnTo>
                  <a:pt x="2141134" y="98308"/>
                </a:lnTo>
                <a:lnTo>
                  <a:pt x="2148326" y="77153"/>
                </a:lnTo>
                <a:lnTo>
                  <a:pt x="2155517" y="56007"/>
                </a:lnTo>
                <a:lnTo>
                  <a:pt x="2162708" y="34852"/>
                </a:lnTo>
                <a:lnTo>
                  <a:pt x="2169900" y="13706"/>
                </a:lnTo>
                <a:lnTo>
                  <a:pt x="2171281" y="6934"/>
                </a:lnTo>
                <a:lnTo>
                  <a:pt x="2151926" y="17755"/>
                </a:lnTo>
                <a:lnTo>
                  <a:pt x="2130581" y="24317"/>
                </a:lnTo>
                <a:lnTo>
                  <a:pt x="2108806" y="29308"/>
                </a:lnTo>
                <a:lnTo>
                  <a:pt x="2086851" y="33414"/>
                </a:lnTo>
                <a:lnTo>
                  <a:pt x="2064791" y="36938"/>
                </a:lnTo>
                <a:lnTo>
                  <a:pt x="2042674" y="40043"/>
                </a:lnTo>
                <a:lnTo>
                  <a:pt x="2020510" y="42824"/>
                </a:lnTo>
                <a:lnTo>
                  <a:pt x="1998307" y="45358"/>
                </a:lnTo>
                <a:lnTo>
                  <a:pt x="1976095" y="47663"/>
                </a:lnTo>
                <a:lnTo>
                  <a:pt x="1953854" y="49797"/>
                </a:lnTo>
                <a:lnTo>
                  <a:pt x="1931603" y="51768"/>
                </a:lnTo>
                <a:lnTo>
                  <a:pt x="1909343" y="53607"/>
                </a:lnTo>
                <a:lnTo>
                  <a:pt x="1887064" y="55321"/>
                </a:lnTo>
                <a:lnTo>
                  <a:pt x="1864785" y="56921"/>
                </a:lnTo>
                <a:lnTo>
                  <a:pt x="1842497" y="58426"/>
                </a:lnTo>
                <a:lnTo>
                  <a:pt x="1820199" y="59846"/>
                </a:lnTo>
                <a:lnTo>
                  <a:pt x="1797901" y="61189"/>
                </a:lnTo>
                <a:lnTo>
                  <a:pt x="1775603" y="62455"/>
                </a:lnTo>
                <a:lnTo>
                  <a:pt x="1753295" y="63646"/>
                </a:lnTo>
                <a:lnTo>
                  <a:pt x="1730978" y="64760"/>
                </a:lnTo>
                <a:lnTo>
                  <a:pt x="1708661" y="65827"/>
                </a:lnTo>
                <a:lnTo>
                  <a:pt x="1686344" y="66837"/>
                </a:lnTo>
                <a:lnTo>
                  <a:pt x="1664027" y="67780"/>
                </a:lnTo>
                <a:lnTo>
                  <a:pt x="1641710" y="68685"/>
                </a:lnTo>
                <a:lnTo>
                  <a:pt x="1619383" y="69533"/>
                </a:lnTo>
                <a:lnTo>
                  <a:pt x="1597057" y="70333"/>
                </a:lnTo>
                <a:lnTo>
                  <a:pt x="1574730" y="71085"/>
                </a:lnTo>
                <a:lnTo>
                  <a:pt x="1552404" y="71799"/>
                </a:lnTo>
                <a:lnTo>
                  <a:pt x="1530077" y="72476"/>
                </a:lnTo>
                <a:lnTo>
                  <a:pt x="1507750" y="73104"/>
                </a:lnTo>
                <a:lnTo>
                  <a:pt x="1485414" y="73695"/>
                </a:lnTo>
                <a:lnTo>
                  <a:pt x="1463078" y="74247"/>
                </a:lnTo>
                <a:lnTo>
                  <a:pt x="1440752" y="74762"/>
                </a:lnTo>
                <a:lnTo>
                  <a:pt x="1418415" y="75248"/>
                </a:lnTo>
                <a:lnTo>
                  <a:pt x="1396079" y="75686"/>
                </a:lnTo>
                <a:lnTo>
                  <a:pt x="1373743" y="76105"/>
                </a:lnTo>
                <a:lnTo>
                  <a:pt x="1351407" y="76476"/>
                </a:lnTo>
                <a:lnTo>
                  <a:pt x="1329071" y="76819"/>
                </a:lnTo>
                <a:lnTo>
                  <a:pt x="1306735" y="77133"/>
                </a:lnTo>
                <a:lnTo>
                  <a:pt x="1284399" y="77419"/>
                </a:lnTo>
                <a:lnTo>
                  <a:pt x="1262063" y="77667"/>
                </a:lnTo>
                <a:lnTo>
                  <a:pt x="1239717" y="77895"/>
                </a:lnTo>
                <a:lnTo>
                  <a:pt x="1217381" y="78076"/>
                </a:lnTo>
                <a:lnTo>
                  <a:pt x="1195045" y="78238"/>
                </a:lnTo>
                <a:lnTo>
                  <a:pt x="1172699" y="78362"/>
                </a:lnTo>
                <a:lnTo>
                  <a:pt x="1150363" y="78457"/>
                </a:lnTo>
                <a:lnTo>
                  <a:pt x="1128027" y="78524"/>
                </a:lnTo>
                <a:lnTo>
                  <a:pt x="1105691" y="78572"/>
                </a:lnTo>
                <a:lnTo>
                  <a:pt x="1083345" y="78581"/>
                </a:lnTo>
                <a:lnTo>
                  <a:pt x="1061009" y="78562"/>
                </a:lnTo>
                <a:lnTo>
                  <a:pt x="1038673" y="78505"/>
                </a:lnTo>
                <a:lnTo>
                  <a:pt x="1016327" y="78429"/>
                </a:lnTo>
                <a:lnTo>
                  <a:pt x="993991" y="78324"/>
                </a:lnTo>
                <a:lnTo>
                  <a:pt x="971655" y="78181"/>
                </a:lnTo>
                <a:lnTo>
                  <a:pt x="949309" y="78010"/>
                </a:lnTo>
                <a:lnTo>
                  <a:pt x="926973" y="77810"/>
                </a:lnTo>
                <a:lnTo>
                  <a:pt x="904637" y="77581"/>
                </a:lnTo>
                <a:lnTo>
                  <a:pt x="882301" y="77324"/>
                </a:lnTo>
                <a:lnTo>
                  <a:pt x="859965" y="77038"/>
                </a:lnTo>
                <a:lnTo>
                  <a:pt x="837619" y="76705"/>
                </a:lnTo>
                <a:lnTo>
                  <a:pt x="815283" y="76352"/>
                </a:lnTo>
                <a:lnTo>
                  <a:pt x="792947" y="75962"/>
                </a:lnTo>
                <a:lnTo>
                  <a:pt x="770620" y="75533"/>
                </a:lnTo>
                <a:lnTo>
                  <a:pt x="748284" y="75076"/>
                </a:lnTo>
                <a:lnTo>
                  <a:pt x="725948" y="74581"/>
                </a:lnTo>
                <a:lnTo>
                  <a:pt x="703612" y="74057"/>
                </a:lnTo>
                <a:lnTo>
                  <a:pt x="681285" y="73485"/>
                </a:lnTo>
                <a:lnTo>
                  <a:pt x="658949" y="72885"/>
                </a:lnTo>
                <a:lnTo>
                  <a:pt x="636622" y="72238"/>
                </a:lnTo>
                <a:lnTo>
                  <a:pt x="614296" y="71561"/>
                </a:lnTo>
                <a:lnTo>
                  <a:pt x="591960" y="70828"/>
                </a:lnTo>
                <a:lnTo>
                  <a:pt x="569643" y="70056"/>
                </a:lnTo>
                <a:lnTo>
                  <a:pt x="547316" y="69237"/>
                </a:lnTo>
                <a:lnTo>
                  <a:pt x="524989" y="68370"/>
                </a:lnTo>
                <a:lnTo>
                  <a:pt x="502672" y="67456"/>
                </a:lnTo>
                <a:lnTo>
                  <a:pt x="480355" y="66485"/>
                </a:lnTo>
                <a:lnTo>
                  <a:pt x="458038" y="65465"/>
                </a:lnTo>
                <a:lnTo>
                  <a:pt x="435721" y="64379"/>
                </a:lnTo>
                <a:lnTo>
                  <a:pt x="413414" y="63227"/>
                </a:lnTo>
                <a:lnTo>
                  <a:pt x="391106" y="62008"/>
                </a:lnTo>
                <a:lnTo>
                  <a:pt x="368808" y="60722"/>
                </a:lnTo>
                <a:lnTo>
                  <a:pt x="346510" y="59360"/>
                </a:lnTo>
                <a:lnTo>
                  <a:pt x="324212" y="57912"/>
                </a:lnTo>
                <a:lnTo>
                  <a:pt x="301933" y="56369"/>
                </a:lnTo>
                <a:lnTo>
                  <a:pt x="279654" y="54731"/>
                </a:lnTo>
                <a:lnTo>
                  <a:pt x="257385" y="52969"/>
                </a:lnTo>
                <a:lnTo>
                  <a:pt x="235125" y="51092"/>
                </a:lnTo>
                <a:lnTo>
                  <a:pt x="212874" y="49063"/>
                </a:lnTo>
                <a:lnTo>
                  <a:pt x="190643" y="46873"/>
                </a:lnTo>
                <a:lnTo>
                  <a:pt x="168431" y="44491"/>
                </a:lnTo>
                <a:lnTo>
                  <a:pt x="146247" y="41881"/>
                </a:lnTo>
                <a:lnTo>
                  <a:pt x="124092" y="38995"/>
                </a:lnTo>
                <a:lnTo>
                  <a:pt x="101994" y="35747"/>
                </a:lnTo>
                <a:lnTo>
                  <a:pt x="79962" y="32042"/>
                </a:lnTo>
                <a:lnTo>
                  <a:pt x="58055" y="27670"/>
                </a:lnTo>
                <a:lnTo>
                  <a:pt x="36386" y="22250"/>
                </a:lnTo>
                <a:lnTo>
                  <a:pt x="15364" y="147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BF6571D-2D27-4FDD-9081-4984D845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50" y="3430905"/>
            <a:ext cx="217451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6575B549-8339-4D15-81CD-CBBDABE5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21" y="4408170"/>
            <a:ext cx="1714891" cy="751037"/>
          </a:xfrm>
          <a:custGeom xmlns:a="http://schemas.openxmlformats.org/drawingml/2006/main">
            <a:pathLst>
              <a:path w="1714891" h="751037">
                <a:moveTo>
                  <a:pt x="0" y="0"/>
                </a:moveTo>
                <a:lnTo>
                  <a:pt x="5801" y="18136"/>
                </a:lnTo>
                <a:lnTo>
                  <a:pt x="11601" y="36271"/>
                </a:lnTo>
                <a:lnTo>
                  <a:pt x="17402" y="54416"/>
                </a:lnTo>
                <a:lnTo>
                  <a:pt x="23203" y="72552"/>
                </a:lnTo>
                <a:lnTo>
                  <a:pt x="29004" y="90688"/>
                </a:lnTo>
                <a:lnTo>
                  <a:pt x="34804" y="108823"/>
                </a:lnTo>
                <a:lnTo>
                  <a:pt x="40605" y="126959"/>
                </a:lnTo>
                <a:lnTo>
                  <a:pt x="46406" y="145094"/>
                </a:lnTo>
                <a:lnTo>
                  <a:pt x="52207" y="163239"/>
                </a:lnTo>
                <a:lnTo>
                  <a:pt x="58007" y="181375"/>
                </a:lnTo>
                <a:lnTo>
                  <a:pt x="63808" y="199511"/>
                </a:lnTo>
                <a:lnTo>
                  <a:pt x="69609" y="217646"/>
                </a:lnTo>
                <a:lnTo>
                  <a:pt x="75409" y="235782"/>
                </a:lnTo>
                <a:lnTo>
                  <a:pt x="81210" y="253927"/>
                </a:lnTo>
                <a:lnTo>
                  <a:pt x="87011" y="272063"/>
                </a:lnTo>
                <a:lnTo>
                  <a:pt x="92812" y="290198"/>
                </a:lnTo>
                <a:lnTo>
                  <a:pt x="98612" y="308334"/>
                </a:lnTo>
                <a:lnTo>
                  <a:pt x="104413" y="326469"/>
                </a:lnTo>
                <a:lnTo>
                  <a:pt x="110214" y="344605"/>
                </a:lnTo>
                <a:lnTo>
                  <a:pt x="116015" y="362750"/>
                </a:lnTo>
                <a:lnTo>
                  <a:pt x="121815" y="380886"/>
                </a:lnTo>
                <a:lnTo>
                  <a:pt x="127616" y="399021"/>
                </a:lnTo>
                <a:lnTo>
                  <a:pt x="133417" y="417157"/>
                </a:lnTo>
                <a:lnTo>
                  <a:pt x="139217" y="435293"/>
                </a:lnTo>
                <a:lnTo>
                  <a:pt x="145018" y="453438"/>
                </a:lnTo>
                <a:lnTo>
                  <a:pt x="150819" y="471573"/>
                </a:lnTo>
                <a:lnTo>
                  <a:pt x="156620" y="489709"/>
                </a:lnTo>
                <a:lnTo>
                  <a:pt x="162420" y="507844"/>
                </a:lnTo>
                <a:lnTo>
                  <a:pt x="168221" y="525980"/>
                </a:lnTo>
                <a:lnTo>
                  <a:pt x="174022" y="544116"/>
                </a:lnTo>
                <a:lnTo>
                  <a:pt x="179822" y="562261"/>
                </a:lnTo>
                <a:lnTo>
                  <a:pt x="185623" y="580396"/>
                </a:lnTo>
                <a:lnTo>
                  <a:pt x="191424" y="598532"/>
                </a:lnTo>
                <a:lnTo>
                  <a:pt x="197225" y="616668"/>
                </a:lnTo>
                <a:lnTo>
                  <a:pt x="203025" y="634803"/>
                </a:lnTo>
                <a:lnTo>
                  <a:pt x="208826" y="652948"/>
                </a:lnTo>
                <a:lnTo>
                  <a:pt x="214636" y="671084"/>
                </a:lnTo>
                <a:lnTo>
                  <a:pt x="223895" y="686991"/>
                </a:lnTo>
                <a:lnTo>
                  <a:pt x="240354" y="696458"/>
                </a:lnTo>
                <a:lnTo>
                  <a:pt x="258166" y="703174"/>
                </a:lnTo>
                <a:lnTo>
                  <a:pt x="276454" y="708479"/>
                </a:lnTo>
                <a:lnTo>
                  <a:pt x="294970" y="712918"/>
                </a:lnTo>
                <a:lnTo>
                  <a:pt x="313620" y="716737"/>
                </a:lnTo>
                <a:lnTo>
                  <a:pt x="332365" y="720100"/>
                </a:lnTo>
                <a:lnTo>
                  <a:pt x="351168" y="723090"/>
                </a:lnTo>
                <a:lnTo>
                  <a:pt x="370027" y="725786"/>
                </a:lnTo>
                <a:lnTo>
                  <a:pt x="388906" y="728243"/>
                </a:lnTo>
                <a:lnTo>
                  <a:pt x="407822" y="730472"/>
                </a:lnTo>
                <a:lnTo>
                  <a:pt x="426749" y="732520"/>
                </a:lnTo>
                <a:lnTo>
                  <a:pt x="445703" y="734387"/>
                </a:lnTo>
                <a:lnTo>
                  <a:pt x="464668" y="736130"/>
                </a:lnTo>
                <a:lnTo>
                  <a:pt x="483641" y="737721"/>
                </a:lnTo>
                <a:lnTo>
                  <a:pt x="502625" y="739197"/>
                </a:lnTo>
                <a:lnTo>
                  <a:pt x="521618" y="740550"/>
                </a:lnTo>
                <a:lnTo>
                  <a:pt x="540620" y="741807"/>
                </a:lnTo>
                <a:lnTo>
                  <a:pt x="559622" y="742960"/>
                </a:lnTo>
                <a:lnTo>
                  <a:pt x="578634" y="744017"/>
                </a:lnTo>
                <a:lnTo>
                  <a:pt x="597656" y="744988"/>
                </a:lnTo>
                <a:lnTo>
                  <a:pt x="616677" y="745884"/>
                </a:lnTo>
                <a:lnTo>
                  <a:pt x="635699" y="746693"/>
                </a:lnTo>
                <a:lnTo>
                  <a:pt x="654729" y="747427"/>
                </a:lnTo>
                <a:lnTo>
                  <a:pt x="673760" y="748084"/>
                </a:lnTo>
                <a:lnTo>
                  <a:pt x="692791" y="748675"/>
                </a:lnTo>
                <a:lnTo>
                  <a:pt x="711832" y="749198"/>
                </a:lnTo>
                <a:lnTo>
                  <a:pt x="730863" y="749646"/>
                </a:lnTo>
                <a:lnTo>
                  <a:pt x="749903" y="750037"/>
                </a:lnTo>
                <a:lnTo>
                  <a:pt x="768944" y="750360"/>
                </a:lnTo>
                <a:lnTo>
                  <a:pt x="787984" y="750618"/>
                </a:lnTo>
                <a:lnTo>
                  <a:pt x="807025" y="750818"/>
                </a:lnTo>
                <a:lnTo>
                  <a:pt x="826065" y="750951"/>
                </a:lnTo>
                <a:lnTo>
                  <a:pt x="845115" y="751027"/>
                </a:lnTo>
                <a:lnTo>
                  <a:pt x="864156" y="751037"/>
                </a:lnTo>
                <a:lnTo>
                  <a:pt x="883196" y="750989"/>
                </a:lnTo>
                <a:lnTo>
                  <a:pt x="902237" y="750884"/>
                </a:lnTo>
                <a:lnTo>
                  <a:pt x="921277" y="750713"/>
                </a:lnTo>
                <a:lnTo>
                  <a:pt x="940318" y="750475"/>
                </a:lnTo>
                <a:lnTo>
                  <a:pt x="959358" y="750179"/>
                </a:lnTo>
                <a:lnTo>
                  <a:pt x="978398" y="749827"/>
                </a:lnTo>
                <a:lnTo>
                  <a:pt x="997439" y="749398"/>
                </a:lnTo>
                <a:lnTo>
                  <a:pt x="1016470" y="748903"/>
                </a:lnTo>
                <a:lnTo>
                  <a:pt x="1035510" y="748351"/>
                </a:lnTo>
                <a:lnTo>
                  <a:pt x="1054541" y="747713"/>
                </a:lnTo>
                <a:lnTo>
                  <a:pt x="1073572" y="747008"/>
                </a:lnTo>
                <a:lnTo>
                  <a:pt x="1092594" y="746236"/>
                </a:lnTo>
                <a:lnTo>
                  <a:pt x="1111615" y="745379"/>
                </a:lnTo>
                <a:lnTo>
                  <a:pt x="1130637" y="744436"/>
                </a:lnTo>
                <a:lnTo>
                  <a:pt x="1149648" y="743417"/>
                </a:lnTo>
                <a:lnTo>
                  <a:pt x="1168660" y="742302"/>
                </a:lnTo>
                <a:lnTo>
                  <a:pt x="1187663" y="741093"/>
                </a:lnTo>
                <a:lnTo>
                  <a:pt x="1206665" y="739778"/>
                </a:lnTo>
                <a:lnTo>
                  <a:pt x="1225648" y="738359"/>
                </a:lnTo>
                <a:lnTo>
                  <a:pt x="1244632" y="736816"/>
                </a:lnTo>
                <a:lnTo>
                  <a:pt x="1263606" y="735149"/>
                </a:lnTo>
                <a:lnTo>
                  <a:pt x="1282560" y="733330"/>
                </a:lnTo>
                <a:lnTo>
                  <a:pt x="1301496" y="731368"/>
                </a:lnTo>
                <a:lnTo>
                  <a:pt x="1320413" y="729215"/>
                </a:lnTo>
                <a:lnTo>
                  <a:pt x="1339310" y="726862"/>
                </a:lnTo>
                <a:lnTo>
                  <a:pt x="1358179" y="724271"/>
                </a:lnTo>
                <a:lnTo>
                  <a:pt x="1377001" y="721414"/>
                </a:lnTo>
                <a:lnTo>
                  <a:pt x="1395774" y="718214"/>
                </a:lnTo>
                <a:lnTo>
                  <a:pt x="1414472" y="714604"/>
                </a:lnTo>
                <a:lnTo>
                  <a:pt x="1433055" y="710460"/>
                </a:lnTo>
                <a:lnTo>
                  <a:pt x="1451458" y="705555"/>
                </a:lnTo>
                <a:lnTo>
                  <a:pt x="1469517" y="699535"/>
                </a:lnTo>
                <a:lnTo>
                  <a:pt x="1486767" y="691515"/>
                </a:lnTo>
                <a:lnTo>
                  <a:pt x="1500654" y="678837"/>
                </a:lnTo>
                <a:lnTo>
                  <a:pt x="1506064" y="660654"/>
                </a:lnTo>
                <a:lnTo>
                  <a:pt x="1511865" y="642518"/>
                </a:lnTo>
                <a:lnTo>
                  <a:pt x="1517666" y="624373"/>
                </a:lnTo>
                <a:lnTo>
                  <a:pt x="1523467" y="606238"/>
                </a:lnTo>
                <a:lnTo>
                  <a:pt x="1529267" y="588102"/>
                </a:lnTo>
                <a:lnTo>
                  <a:pt x="1535068" y="569966"/>
                </a:lnTo>
                <a:lnTo>
                  <a:pt x="1540869" y="551831"/>
                </a:lnTo>
                <a:lnTo>
                  <a:pt x="1546670" y="533686"/>
                </a:lnTo>
                <a:lnTo>
                  <a:pt x="1552470" y="515550"/>
                </a:lnTo>
                <a:lnTo>
                  <a:pt x="1558271" y="497415"/>
                </a:lnTo>
                <a:lnTo>
                  <a:pt x="1564072" y="479279"/>
                </a:lnTo>
                <a:lnTo>
                  <a:pt x="1569872" y="461143"/>
                </a:lnTo>
                <a:lnTo>
                  <a:pt x="1575673" y="443008"/>
                </a:lnTo>
                <a:lnTo>
                  <a:pt x="1581474" y="424863"/>
                </a:lnTo>
                <a:lnTo>
                  <a:pt x="1587275" y="406727"/>
                </a:lnTo>
                <a:lnTo>
                  <a:pt x="1593075" y="388591"/>
                </a:lnTo>
                <a:lnTo>
                  <a:pt x="1598876" y="370456"/>
                </a:lnTo>
                <a:lnTo>
                  <a:pt x="1604677" y="352320"/>
                </a:lnTo>
                <a:lnTo>
                  <a:pt x="1610477" y="334175"/>
                </a:lnTo>
                <a:lnTo>
                  <a:pt x="1616278" y="316040"/>
                </a:lnTo>
                <a:lnTo>
                  <a:pt x="1622079" y="297904"/>
                </a:lnTo>
                <a:lnTo>
                  <a:pt x="1627880" y="279768"/>
                </a:lnTo>
                <a:lnTo>
                  <a:pt x="1633680" y="261633"/>
                </a:lnTo>
                <a:lnTo>
                  <a:pt x="1639481" y="243497"/>
                </a:lnTo>
                <a:lnTo>
                  <a:pt x="1645282" y="225352"/>
                </a:lnTo>
                <a:lnTo>
                  <a:pt x="1651083" y="207216"/>
                </a:lnTo>
                <a:lnTo>
                  <a:pt x="1656883" y="189081"/>
                </a:lnTo>
                <a:lnTo>
                  <a:pt x="1662684" y="170945"/>
                </a:lnTo>
                <a:lnTo>
                  <a:pt x="1668485" y="152810"/>
                </a:lnTo>
                <a:lnTo>
                  <a:pt x="1674285" y="134664"/>
                </a:lnTo>
                <a:lnTo>
                  <a:pt x="1680086" y="116529"/>
                </a:lnTo>
                <a:lnTo>
                  <a:pt x="1685887" y="98393"/>
                </a:lnTo>
                <a:lnTo>
                  <a:pt x="1691688" y="80258"/>
                </a:lnTo>
                <a:lnTo>
                  <a:pt x="1697488" y="62122"/>
                </a:lnTo>
                <a:lnTo>
                  <a:pt x="1703289" y="43986"/>
                </a:lnTo>
                <a:lnTo>
                  <a:pt x="1709090" y="25841"/>
                </a:lnTo>
                <a:lnTo>
                  <a:pt x="1714891" y="7706"/>
                </a:lnTo>
                <a:lnTo>
                  <a:pt x="1712481" y="9468"/>
                </a:lnTo>
                <a:lnTo>
                  <a:pt x="1696241" y="19231"/>
                </a:lnTo>
                <a:lnTo>
                  <a:pt x="1678334" y="25679"/>
                </a:lnTo>
                <a:lnTo>
                  <a:pt x="1659969" y="30680"/>
                </a:lnTo>
                <a:lnTo>
                  <a:pt x="1641377" y="34823"/>
                </a:lnTo>
                <a:lnTo>
                  <a:pt x="1622679" y="38405"/>
                </a:lnTo>
                <a:lnTo>
                  <a:pt x="1603896" y="41558"/>
                </a:lnTo>
                <a:lnTo>
                  <a:pt x="1585065" y="44387"/>
                </a:lnTo>
                <a:lnTo>
                  <a:pt x="1566196" y="46949"/>
                </a:lnTo>
                <a:lnTo>
                  <a:pt x="1547298" y="49292"/>
                </a:lnTo>
                <a:lnTo>
                  <a:pt x="1528382" y="51454"/>
                </a:lnTo>
                <a:lnTo>
                  <a:pt x="1509446" y="53445"/>
                </a:lnTo>
                <a:lnTo>
                  <a:pt x="1490491" y="55302"/>
                </a:lnTo>
                <a:lnTo>
                  <a:pt x="1471527" y="57026"/>
                </a:lnTo>
                <a:lnTo>
                  <a:pt x="1452553" y="58645"/>
                </a:lnTo>
                <a:lnTo>
                  <a:pt x="1433570" y="60160"/>
                </a:lnTo>
                <a:lnTo>
                  <a:pt x="1414586" y="61579"/>
                </a:lnTo>
                <a:lnTo>
                  <a:pt x="1395584" y="62903"/>
                </a:lnTo>
                <a:lnTo>
                  <a:pt x="1376582" y="64160"/>
                </a:lnTo>
                <a:lnTo>
                  <a:pt x="1357579" y="65342"/>
                </a:lnTo>
                <a:lnTo>
                  <a:pt x="1338567" y="66456"/>
                </a:lnTo>
                <a:lnTo>
                  <a:pt x="1319555" y="67504"/>
                </a:lnTo>
                <a:lnTo>
                  <a:pt x="1300544" y="68485"/>
                </a:lnTo>
                <a:lnTo>
                  <a:pt x="1281522" y="69409"/>
                </a:lnTo>
                <a:lnTo>
                  <a:pt x="1262501" y="70275"/>
                </a:lnTo>
                <a:lnTo>
                  <a:pt x="1243470" y="71095"/>
                </a:lnTo>
                <a:lnTo>
                  <a:pt x="1224448" y="71866"/>
                </a:lnTo>
                <a:lnTo>
                  <a:pt x="1205417" y="72581"/>
                </a:lnTo>
                <a:lnTo>
                  <a:pt x="1186386" y="73247"/>
                </a:lnTo>
                <a:lnTo>
                  <a:pt x="1167355" y="73876"/>
                </a:lnTo>
                <a:lnTo>
                  <a:pt x="1148324" y="74457"/>
                </a:lnTo>
                <a:lnTo>
                  <a:pt x="1129284" y="75000"/>
                </a:lnTo>
                <a:lnTo>
                  <a:pt x="1110253" y="75495"/>
                </a:lnTo>
                <a:lnTo>
                  <a:pt x="1091213" y="75962"/>
                </a:lnTo>
                <a:lnTo>
                  <a:pt x="1072172" y="76381"/>
                </a:lnTo>
                <a:lnTo>
                  <a:pt x="1053141" y="76762"/>
                </a:lnTo>
                <a:lnTo>
                  <a:pt x="1034101" y="77105"/>
                </a:lnTo>
                <a:lnTo>
                  <a:pt x="1015060" y="77410"/>
                </a:lnTo>
                <a:lnTo>
                  <a:pt x="996020" y="77676"/>
                </a:lnTo>
                <a:lnTo>
                  <a:pt x="976979" y="77915"/>
                </a:lnTo>
                <a:lnTo>
                  <a:pt x="957939" y="78115"/>
                </a:lnTo>
                <a:lnTo>
                  <a:pt x="938898" y="78276"/>
                </a:lnTo>
                <a:lnTo>
                  <a:pt x="919848" y="78400"/>
                </a:lnTo>
                <a:lnTo>
                  <a:pt x="900808" y="78496"/>
                </a:lnTo>
                <a:lnTo>
                  <a:pt x="881767" y="78553"/>
                </a:lnTo>
                <a:lnTo>
                  <a:pt x="862727" y="78581"/>
                </a:lnTo>
                <a:lnTo>
                  <a:pt x="843686" y="78572"/>
                </a:lnTo>
                <a:lnTo>
                  <a:pt x="824636" y="78524"/>
                </a:lnTo>
                <a:lnTo>
                  <a:pt x="805596" y="78448"/>
                </a:lnTo>
                <a:lnTo>
                  <a:pt x="786555" y="78334"/>
                </a:lnTo>
                <a:lnTo>
                  <a:pt x="767515" y="78181"/>
                </a:lnTo>
                <a:lnTo>
                  <a:pt x="748475" y="78000"/>
                </a:lnTo>
                <a:lnTo>
                  <a:pt x="729434" y="77781"/>
                </a:lnTo>
                <a:lnTo>
                  <a:pt x="710394" y="77524"/>
                </a:lnTo>
                <a:lnTo>
                  <a:pt x="691353" y="77238"/>
                </a:lnTo>
                <a:lnTo>
                  <a:pt x="672313" y="76905"/>
                </a:lnTo>
                <a:lnTo>
                  <a:pt x="653272" y="76543"/>
                </a:lnTo>
                <a:lnTo>
                  <a:pt x="634232" y="76143"/>
                </a:lnTo>
                <a:lnTo>
                  <a:pt x="615201" y="75695"/>
                </a:lnTo>
                <a:lnTo>
                  <a:pt x="596160" y="75219"/>
                </a:lnTo>
                <a:lnTo>
                  <a:pt x="577129" y="74695"/>
                </a:lnTo>
                <a:lnTo>
                  <a:pt x="558089" y="74133"/>
                </a:lnTo>
                <a:lnTo>
                  <a:pt x="539058" y="73523"/>
                </a:lnTo>
                <a:lnTo>
                  <a:pt x="520027" y="72876"/>
                </a:lnTo>
                <a:lnTo>
                  <a:pt x="500996" y="72171"/>
                </a:lnTo>
                <a:lnTo>
                  <a:pt x="481975" y="71428"/>
                </a:lnTo>
                <a:lnTo>
                  <a:pt x="462944" y="70628"/>
                </a:lnTo>
                <a:lnTo>
                  <a:pt x="443922" y="69780"/>
                </a:lnTo>
                <a:lnTo>
                  <a:pt x="424901" y="68885"/>
                </a:lnTo>
                <a:lnTo>
                  <a:pt x="405879" y="67923"/>
                </a:lnTo>
                <a:lnTo>
                  <a:pt x="386867" y="66904"/>
                </a:lnTo>
                <a:lnTo>
                  <a:pt x="367856" y="65827"/>
                </a:lnTo>
                <a:lnTo>
                  <a:pt x="348844" y="64675"/>
                </a:lnTo>
                <a:lnTo>
                  <a:pt x="329841" y="63456"/>
                </a:lnTo>
                <a:lnTo>
                  <a:pt x="310848" y="62151"/>
                </a:lnTo>
                <a:lnTo>
                  <a:pt x="291856" y="60770"/>
                </a:lnTo>
                <a:lnTo>
                  <a:pt x="272872" y="59293"/>
                </a:lnTo>
                <a:lnTo>
                  <a:pt x="253889" y="57731"/>
                </a:lnTo>
                <a:lnTo>
                  <a:pt x="234925" y="56045"/>
                </a:lnTo>
                <a:lnTo>
                  <a:pt x="215970" y="54254"/>
                </a:lnTo>
                <a:lnTo>
                  <a:pt x="197025" y="52321"/>
                </a:lnTo>
                <a:lnTo>
                  <a:pt x="178098" y="50235"/>
                </a:lnTo>
                <a:lnTo>
                  <a:pt x="159182" y="47968"/>
                </a:lnTo>
                <a:lnTo>
                  <a:pt x="140303" y="45510"/>
                </a:lnTo>
                <a:lnTo>
                  <a:pt x="121453" y="42796"/>
                </a:lnTo>
                <a:lnTo>
                  <a:pt x="102651" y="39795"/>
                </a:lnTo>
                <a:lnTo>
                  <a:pt x="83915" y="36405"/>
                </a:lnTo>
                <a:lnTo>
                  <a:pt x="65275" y="32528"/>
                </a:lnTo>
                <a:lnTo>
                  <a:pt x="46796" y="27937"/>
                </a:lnTo>
                <a:lnTo>
                  <a:pt x="28632" y="22212"/>
                </a:lnTo>
                <a:lnTo>
                  <a:pt x="11354" y="142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7C0492B5-DE90-401A-BE3C-E85B4E53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59" y="4284345"/>
            <a:ext cx="171727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278A51B4-566E-4FC4-9A5C-DED2F9F4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261610"/>
            <a:ext cx="1284656" cy="751037"/>
          </a:xfrm>
          <a:custGeom xmlns:a="http://schemas.openxmlformats.org/drawingml/2006/main">
            <a:pathLst>
              <a:path w="1284656" h="751037">
                <a:moveTo>
                  <a:pt x="0" y="0"/>
                </a:moveTo>
                <a:lnTo>
                  <a:pt x="5544" y="18145"/>
                </a:lnTo>
                <a:lnTo>
                  <a:pt x="11087" y="36281"/>
                </a:lnTo>
                <a:lnTo>
                  <a:pt x="16631" y="54426"/>
                </a:lnTo>
                <a:lnTo>
                  <a:pt x="22174" y="72571"/>
                </a:lnTo>
                <a:lnTo>
                  <a:pt x="27718" y="90707"/>
                </a:lnTo>
                <a:lnTo>
                  <a:pt x="33252" y="108852"/>
                </a:lnTo>
                <a:lnTo>
                  <a:pt x="38795" y="126987"/>
                </a:lnTo>
                <a:lnTo>
                  <a:pt x="44339" y="145132"/>
                </a:lnTo>
                <a:lnTo>
                  <a:pt x="49882" y="163278"/>
                </a:lnTo>
                <a:lnTo>
                  <a:pt x="55426" y="181413"/>
                </a:lnTo>
                <a:lnTo>
                  <a:pt x="60970" y="199558"/>
                </a:lnTo>
                <a:lnTo>
                  <a:pt x="66513" y="217703"/>
                </a:lnTo>
                <a:lnTo>
                  <a:pt x="72057" y="235839"/>
                </a:lnTo>
                <a:lnTo>
                  <a:pt x="77600" y="253984"/>
                </a:lnTo>
                <a:lnTo>
                  <a:pt x="83144" y="272129"/>
                </a:lnTo>
                <a:lnTo>
                  <a:pt x="88687" y="290265"/>
                </a:lnTo>
                <a:lnTo>
                  <a:pt x="94221" y="308410"/>
                </a:lnTo>
                <a:lnTo>
                  <a:pt x="99765" y="326546"/>
                </a:lnTo>
                <a:lnTo>
                  <a:pt x="105308" y="344691"/>
                </a:lnTo>
                <a:lnTo>
                  <a:pt x="110852" y="362836"/>
                </a:lnTo>
                <a:lnTo>
                  <a:pt x="116396" y="380971"/>
                </a:lnTo>
                <a:lnTo>
                  <a:pt x="121939" y="399117"/>
                </a:lnTo>
                <a:lnTo>
                  <a:pt x="127483" y="417262"/>
                </a:lnTo>
                <a:lnTo>
                  <a:pt x="133026" y="435397"/>
                </a:lnTo>
                <a:lnTo>
                  <a:pt x="138570" y="453542"/>
                </a:lnTo>
                <a:lnTo>
                  <a:pt x="144113" y="471678"/>
                </a:lnTo>
                <a:lnTo>
                  <a:pt x="149657" y="489823"/>
                </a:lnTo>
                <a:lnTo>
                  <a:pt x="155200" y="507968"/>
                </a:lnTo>
                <a:lnTo>
                  <a:pt x="160734" y="526104"/>
                </a:lnTo>
                <a:lnTo>
                  <a:pt x="166278" y="544249"/>
                </a:lnTo>
                <a:lnTo>
                  <a:pt x="171821" y="562394"/>
                </a:lnTo>
                <a:lnTo>
                  <a:pt x="177365" y="580530"/>
                </a:lnTo>
                <a:lnTo>
                  <a:pt x="182909" y="598675"/>
                </a:lnTo>
                <a:lnTo>
                  <a:pt x="188452" y="616820"/>
                </a:lnTo>
                <a:lnTo>
                  <a:pt x="193996" y="634956"/>
                </a:lnTo>
                <a:lnTo>
                  <a:pt x="199539" y="653101"/>
                </a:lnTo>
                <a:lnTo>
                  <a:pt x="205083" y="671236"/>
                </a:lnTo>
                <a:lnTo>
                  <a:pt x="212541" y="688200"/>
                </a:lnTo>
                <a:lnTo>
                  <a:pt x="227695" y="699497"/>
                </a:lnTo>
                <a:lnTo>
                  <a:pt x="244850" y="707546"/>
                </a:lnTo>
                <a:lnTo>
                  <a:pt x="262747" y="713842"/>
                </a:lnTo>
                <a:lnTo>
                  <a:pt x="280997" y="719004"/>
                </a:lnTo>
                <a:lnTo>
                  <a:pt x="299447" y="723386"/>
                </a:lnTo>
                <a:lnTo>
                  <a:pt x="318040" y="727167"/>
                </a:lnTo>
                <a:lnTo>
                  <a:pt x="336718" y="730482"/>
                </a:lnTo>
                <a:lnTo>
                  <a:pt x="355463" y="733396"/>
                </a:lnTo>
                <a:lnTo>
                  <a:pt x="374247" y="735987"/>
                </a:lnTo>
                <a:lnTo>
                  <a:pt x="393078" y="738283"/>
                </a:lnTo>
                <a:lnTo>
                  <a:pt x="411937" y="740321"/>
                </a:lnTo>
                <a:lnTo>
                  <a:pt x="430825" y="742140"/>
                </a:lnTo>
                <a:lnTo>
                  <a:pt x="449723" y="743760"/>
                </a:lnTo>
                <a:lnTo>
                  <a:pt x="468640" y="745188"/>
                </a:lnTo>
                <a:lnTo>
                  <a:pt x="487566" y="746436"/>
                </a:lnTo>
                <a:lnTo>
                  <a:pt x="506501" y="747512"/>
                </a:lnTo>
                <a:lnTo>
                  <a:pt x="525447" y="748446"/>
                </a:lnTo>
                <a:lnTo>
                  <a:pt x="544401" y="749227"/>
                </a:lnTo>
                <a:lnTo>
                  <a:pt x="563366" y="749865"/>
                </a:lnTo>
                <a:lnTo>
                  <a:pt x="582330" y="750360"/>
                </a:lnTo>
                <a:lnTo>
                  <a:pt x="601294" y="750713"/>
                </a:lnTo>
                <a:lnTo>
                  <a:pt x="620258" y="750941"/>
                </a:lnTo>
                <a:lnTo>
                  <a:pt x="639232" y="751037"/>
                </a:lnTo>
                <a:lnTo>
                  <a:pt x="658197" y="750999"/>
                </a:lnTo>
                <a:lnTo>
                  <a:pt x="677170" y="750837"/>
                </a:lnTo>
                <a:lnTo>
                  <a:pt x="696135" y="750541"/>
                </a:lnTo>
                <a:lnTo>
                  <a:pt x="715099" y="750113"/>
                </a:lnTo>
                <a:lnTo>
                  <a:pt x="734063" y="749532"/>
                </a:lnTo>
                <a:lnTo>
                  <a:pt x="753018" y="748827"/>
                </a:lnTo>
                <a:lnTo>
                  <a:pt x="771963" y="747960"/>
                </a:lnTo>
                <a:lnTo>
                  <a:pt x="790908" y="746951"/>
                </a:lnTo>
                <a:lnTo>
                  <a:pt x="809844" y="745779"/>
                </a:lnTo>
                <a:lnTo>
                  <a:pt x="828761" y="744436"/>
                </a:lnTo>
                <a:lnTo>
                  <a:pt x="847668" y="742912"/>
                </a:lnTo>
                <a:lnTo>
                  <a:pt x="866565" y="741188"/>
                </a:lnTo>
                <a:lnTo>
                  <a:pt x="885434" y="739254"/>
                </a:lnTo>
                <a:lnTo>
                  <a:pt x="904275" y="737083"/>
                </a:lnTo>
                <a:lnTo>
                  <a:pt x="923087" y="734625"/>
                </a:lnTo>
                <a:lnTo>
                  <a:pt x="941851" y="731872"/>
                </a:lnTo>
                <a:lnTo>
                  <a:pt x="960568" y="728748"/>
                </a:lnTo>
                <a:lnTo>
                  <a:pt x="979199" y="725195"/>
                </a:lnTo>
                <a:lnTo>
                  <a:pt x="997725" y="721119"/>
                </a:lnTo>
                <a:lnTo>
                  <a:pt x="1016079" y="716337"/>
                </a:lnTo>
                <a:lnTo>
                  <a:pt x="1034158" y="710622"/>
                </a:lnTo>
                <a:lnTo>
                  <a:pt x="1051731" y="703497"/>
                </a:lnTo>
                <a:lnTo>
                  <a:pt x="1068105" y="693972"/>
                </a:lnTo>
                <a:lnTo>
                  <a:pt x="1080297" y="679742"/>
                </a:lnTo>
                <a:lnTo>
                  <a:pt x="1085117" y="661464"/>
                </a:lnTo>
                <a:lnTo>
                  <a:pt x="1090660" y="643328"/>
                </a:lnTo>
                <a:lnTo>
                  <a:pt x="1096204" y="625183"/>
                </a:lnTo>
                <a:lnTo>
                  <a:pt x="1101738" y="607047"/>
                </a:lnTo>
                <a:lnTo>
                  <a:pt x="1107281" y="588902"/>
                </a:lnTo>
                <a:lnTo>
                  <a:pt x="1112825" y="570757"/>
                </a:lnTo>
                <a:lnTo>
                  <a:pt x="1118368" y="552621"/>
                </a:lnTo>
                <a:lnTo>
                  <a:pt x="1123912" y="534476"/>
                </a:lnTo>
                <a:lnTo>
                  <a:pt x="1129455" y="516331"/>
                </a:lnTo>
                <a:lnTo>
                  <a:pt x="1134999" y="498196"/>
                </a:lnTo>
                <a:lnTo>
                  <a:pt x="1140543" y="480050"/>
                </a:lnTo>
                <a:lnTo>
                  <a:pt x="1146086" y="461905"/>
                </a:lnTo>
                <a:lnTo>
                  <a:pt x="1151630" y="443770"/>
                </a:lnTo>
                <a:lnTo>
                  <a:pt x="1157173" y="425625"/>
                </a:lnTo>
                <a:lnTo>
                  <a:pt x="1162717" y="407489"/>
                </a:lnTo>
                <a:lnTo>
                  <a:pt x="1168251" y="389344"/>
                </a:lnTo>
                <a:lnTo>
                  <a:pt x="1173794" y="371199"/>
                </a:lnTo>
                <a:lnTo>
                  <a:pt x="1179338" y="353063"/>
                </a:lnTo>
                <a:lnTo>
                  <a:pt x="1184881" y="334918"/>
                </a:lnTo>
                <a:lnTo>
                  <a:pt x="1190425" y="316773"/>
                </a:lnTo>
                <a:lnTo>
                  <a:pt x="1195969" y="298637"/>
                </a:lnTo>
                <a:lnTo>
                  <a:pt x="1201512" y="280492"/>
                </a:lnTo>
                <a:lnTo>
                  <a:pt x="1207056" y="262347"/>
                </a:lnTo>
                <a:lnTo>
                  <a:pt x="1212599" y="244211"/>
                </a:lnTo>
                <a:lnTo>
                  <a:pt x="1218143" y="226066"/>
                </a:lnTo>
                <a:lnTo>
                  <a:pt x="1223686" y="207931"/>
                </a:lnTo>
                <a:lnTo>
                  <a:pt x="1229220" y="189786"/>
                </a:lnTo>
                <a:lnTo>
                  <a:pt x="1234764" y="171641"/>
                </a:lnTo>
                <a:lnTo>
                  <a:pt x="1240307" y="153505"/>
                </a:lnTo>
                <a:lnTo>
                  <a:pt x="1245851" y="135360"/>
                </a:lnTo>
                <a:lnTo>
                  <a:pt x="1251395" y="117215"/>
                </a:lnTo>
                <a:lnTo>
                  <a:pt x="1256938" y="99079"/>
                </a:lnTo>
                <a:lnTo>
                  <a:pt x="1262482" y="80934"/>
                </a:lnTo>
                <a:lnTo>
                  <a:pt x="1268025" y="62798"/>
                </a:lnTo>
                <a:lnTo>
                  <a:pt x="1273569" y="44653"/>
                </a:lnTo>
                <a:lnTo>
                  <a:pt x="1279112" y="26508"/>
                </a:lnTo>
                <a:lnTo>
                  <a:pt x="1284656" y="8372"/>
                </a:lnTo>
                <a:lnTo>
                  <a:pt x="1283627" y="9363"/>
                </a:lnTo>
                <a:lnTo>
                  <a:pt x="1268625" y="20755"/>
                </a:lnTo>
                <a:lnTo>
                  <a:pt x="1251223" y="28270"/>
                </a:lnTo>
                <a:lnTo>
                  <a:pt x="1233154" y="34023"/>
                </a:lnTo>
                <a:lnTo>
                  <a:pt x="1214780" y="38748"/>
                </a:lnTo>
                <a:lnTo>
                  <a:pt x="1196245" y="42786"/>
                </a:lnTo>
                <a:lnTo>
                  <a:pt x="1177614" y="46301"/>
                </a:lnTo>
                <a:lnTo>
                  <a:pt x="1158897" y="49425"/>
                </a:lnTo>
                <a:lnTo>
                  <a:pt x="1140143" y="52235"/>
                </a:lnTo>
                <a:lnTo>
                  <a:pt x="1121340" y="54769"/>
                </a:lnTo>
                <a:lnTo>
                  <a:pt x="1102509" y="57083"/>
                </a:lnTo>
                <a:lnTo>
                  <a:pt x="1083659" y="59198"/>
                </a:lnTo>
                <a:lnTo>
                  <a:pt x="1064790" y="61131"/>
                </a:lnTo>
                <a:lnTo>
                  <a:pt x="1045902" y="62922"/>
                </a:lnTo>
                <a:lnTo>
                  <a:pt x="1027005" y="64570"/>
                </a:lnTo>
                <a:lnTo>
                  <a:pt x="1008097" y="66084"/>
                </a:lnTo>
                <a:lnTo>
                  <a:pt x="989181" y="67494"/>
                </a:lnTo>
                <a:lnTo>
                  <a:pt x="970255" y="68780"/>
                </a:lnTo>
                <a:lnTo>
                  <a:pt x="951328" y="69980"/>
                </a:lnTo>
                <a:lnTo>
                  <a:pt x="932383" y="71076"/>
                </a:lnTo>
                <a:lnTo>
                  <a:pt x="913448" y="72085"/>
                </a:lnTo>
                <a:lnTo>
                  <a:pt x="894502" y="73009"/>
                </a:lnTo>
                <a:lnTo>
                  <a:pt x="875548" y="73857"/>
                </a:lnTo>
                <a:lnTo>
                  <a:pt x="856593" y="74619"/>
                </a:lnTo>
                <a:lnTo>
                  <a:pt x="837638" y="75314"/>
                </a:lnTo>
                <a:lnTo>
                  <a:pt x="818674" y="75933"/>
                </a:lnTo>
                <a:lnTo>
                  <a:pt x="799719" y="76486"/>
                </a:lnTo>
                <a:lnTo>
                  <a:pt x="780755" y="76972"/>
                </a:lnTo>
                <a:lnTo>
                  <a:pt x="761790" y="77391"/>
                </a:lnTo>
                <a:lnTo>
                  <a:pt x="742826" y="77743"/>
                </a:lnTo>
                <a:lnTo>
                  <a:pt x="723852" y="78029"/>
                </a:lnTo>
                <a:lnTo>
                  <a:pt x="704888" y="78267"/>
                </a:lnTo>
                <a:lnTo>
                  <a:pt x="685914" y="78429"/>
                </a:lnTo>
                <a:lnTo>
                  <a:pt x="666950" y="78534"/>
                </a:lnTo>
                <a:lnTo>
                  <a:pt x="647976" y="78572"/>
                </a:lnTo>
                <a:lnTo>
                  <a:pt x="629012" y="78562"/>
                </a:lnTo>
                <a:lnTo>
                  <a:pt x="610038" y="78486"/>
                </a:lnTo>
                <a:lnTo>
                  <a:pt x="591074" y="78343"/>
                </a:lnTo>
                <a:lnTo>
                  <a:pt x="572100" y="78143"/>
                </a:lnTo>
                <a:lnTo>
                  <a:pt x="553136" y="77886"/>
                </a:lnTo>
                <a:lnTo>
                  <a:pt x="534172" y="77562"/>
                </a:lnTo>
                <a:lnTo>
                  <a:pt x="515207" y="77172"/>
                </a:lnTo>
                <a:lnTo>
                  <a:pt x="496243" y="76714"/>
                </a:lnTo>
                <a:lnTo>
                  <a:pt x="477279" y="76200"/>
                </a:lnTo>
                <a:lnTo>
                  <a:pt x="458314" y="75609"/>
                </a:lnTo>
                <a:lnTo>
                  <a:pt x="439360" y="74952"/>
                </a:lnTo>
                <a:lnTo>
                  <a:pt x="420405" y="74219"/>
                </a:lnTo>
                <a:lnTo>
                  <a:pt x="401450" y="73409"/>
                </a:lnTo>
                <a:lnTo>
                  <a:pt x="382505" y="72523"/>
                </a:lnTo>
                <a:lnTo>
                  <a:pt x="363560" y="71552"/>
                </a:lnTo>
                <a:lnTo>
                  <a:pt x="344615" y="70495"/>
                </a:lnTo>
                <a:lnTo>
                  <a:pt x="325679" y="69352"/>
                </a:lnTo>
                <a:lnTo>
                  <a:pt x="306753" y="68094"/>
                </a:lnTo>
                <a:lnTo>
                  <a:pt x="287836" y="66751"/>
                </a:lnTo>
                <a:lnTo>
                  <a:pt x="268919" y="65284"/>
                </a:lnTo>
                <a:lnTo>
                  <a:pt x="250022" y="63694"/>
                </a:lnTo>
                <a:lnTo>
                  <a:pt x="231124" y="61970"/>
                </a:lnTo>
                <a:lnTo>
                  <a:pt x="212246" y="60112"/>
                </a:lnTo>
                <a:lnTo>
                  <a:pt x="193386" y="58083"/>
                </a:lnTo>
                <a:lnTo>
                  <a:pt x="174555" y="55864"/>
                </a:lnTo>
                <a:lnTo>
                  <a:pt x="155734" y="53435"/>
                </a:lnTo>
                <a:lnTo>
                  <a:pt x="136960" y="50759"/>
                </a:lnTo>
                <a:lnTo>
                  <a:pt x="118224" y="47787"/>
                </a:lnTo>
                <a:lnTo>
                  <a:pt x="99546" y="44463"/>
                </a:lnTo>
                <a:lnTo>
                  <a:pt x="80963" y="40681"/>
                </a:lnTo>
                <a:lnTo>
                  <a:pt x="62503" y="36309"/>
                </a:lnTo>
                <a:lnTo>
                  <a:pt x="44272" y="31080"/>
                </a:lnTo>
                <a:lnTo>
                  <a:pt x="26479" y="24517"/>
                </a:lnTo>
                <a:lnTo>
                  <a:pt x="9906" y="153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6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14A17228-511B-49A7-885F-CBD0CE77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137785"/>
            <a:ext cx="1287218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0226FEE-E140-4285-A322-016179D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19"/>
          </a:xfrm>
          <a:custGeom xmlns:a="http://schemas.openxmlformats.org/drawingml/2006/main">
            <a:pathLst>
              <a:path w="1733550" h="4264219">
                <a:moveTo>
                  <a:pt x="0" y="0"/>
                </a:moveTo>
                <a:lnTo>
                  <a:pt x="57" y="47920"/>
                </a:lnTo>
                <a:lnTo>
                  <a:pt x="9754" y="94859"/>
                </a:lnTo>
                <a:lnTo>
                  <a:pt x="19450" y="141799"/>
                </a:lnTo>
                <a:lnTo>
                  <a:pt x="29137" y="188738"/>
                </a:lnTo>
                <a:lnTo>
                  <a:pt x="38833" y="235677"/>
                </a:lnTo>
                <a:lnTo>
                  <a:pt x="48520" y="282616"/>
                </a:lnTo>
                <a:lnTo>
                  <a:pt x="58217" y="329555"/>
                </a:lnTo>
                <a:lnTo>
                  <a:pt x="67913" y="376495"/>
                </a:lnTo>
                <a:lnTo>
                  <a:pt x="77600" y="423434"/>
                </a:lnTo>
                <a:lnTo>
                  <a:pt x="87297" y="470364"/>
                </a:lnTo>
                <a:lnTo>
                  <a:pt x="96984" y="517303"/>
                </a:lnTo>
                <a:lnTo>
                  <a:pt x="106680" y="564242"/>
                </a:lnTo>
                <a:lnTo>
                  <a:pt x="116376" y="611181"/>
                </a:lnTo>
                <a:lnTo>
                  <a:pt x="126063" y="658120"/>
                </a:lnTo>
                <a:lnTo>
                  <a:pt x="135760" y="705060"/>
                </a:lnTo>
                <a:lnTo>
                  <a:pt x="145447" y="751999"/>
                </a:lnTo>
                <a:lnTo>
                  <a:pt x="155143" y="798938"/>
                </a:lnTo>
                <a:lnTo>
                  <a:pt x="164040" y="846020"/>
                </a:lnTo>
                <a:lnTo>
                  <a:pt x="171955" y="893293"/>
                </a:lnTo>
                <a:lnTo>
                  <a:pt x="179441" y="940632"/>
                </a:lnTo>
                <a:lnTo>
                  <a:pt x="186833" y="987990"/>
                </a:lnTo>
                <a:lnTo>
                  <a:pt x="194224" y="1035348"/>
                </a:lnTo>
                <a:lnTo>
                  <a:pt x="201616" y="1082697"/>
                </a:lnTo>
                <a:lnTo>
                  <a:pt x="209007" y="1130056"/>
                </a:lnTo>
                <a:lnTo>
                  <a:pt x="216408" y="1177414"/>
                </a:lnTo>
                <a:lnTo>
                  <a:pt x="223799" y="1224763"/>
                </a:lnTo>
                <a:lnTo>
                  <a:pt x="231191" y="1272121"/>
                </a:lnTo>
                <a:lnTo>
                  <a:pt x="238582" y="1319479"/>
                </a:lnTo>
                <a:lnTo>
                  <a:pt x="245983" y="1366828"/>
                </a:lnTo>
                <a:lnTo>
                  <a:pt x="253375" y="1414186"/>
                </a:lnTo>
                <a:lnTo>
                  <a:pt x="260766" y="1461545"/>
                </a:lnTo>
                <a:lnTo>
                  <a:pt x="268157" y="1508893"/>
                </a:lnTo>
                <a:lnTo>
                  <a:pt x="275549" y="1556252"/>
                </a:lnTo>
                <a:lnTo>
                  <a:pt x="282950" y="1603610"/>
                </a:lnTo>
                <a:lnTo>
                  <a:pt x="290341" y="1650959"/>
                </a:lnTo>
                <a:lnTo>
                  <a:pt x="297561" y="1698346"/>
                </a:lnTo>
                <a:lnTo>
                  <a:pt x="304562" y="1745761"/>
                </a:lnTo>
                <a:lnTo>
                  <a:pt x="311344" y="1793205"/>
                </a:lnTo>
                <a:lnTo>
                  <a:pt x="318078" y="1840659"/>
                </a:lnTo>
                <a:lnTo>
                  <a:pt x="324812" y="1888112"/>
                </a:lnTo>
                <a:lnTo>
                  <a:pt x="331546" y="1935566"/>
                </a:lnTo>
                <a:lnTo>
                  <a:pt x="338280" y="1983019"/>
                </a:lnTo>
                <a:lnTo>
                  <a:pt x="345015" y="2030473"/>
                </a:lnTo>
                <a:lnTo>
                  <a:pt x="351749" y="2077926"/>
                </a:lnTo>
                <a:lnTo>
                  <a:pt x="358483" y="2125380"/>
                </a:lnTo>
                <a:lnTo>
                  <a:pt x="365217" y="2172833"/>
                </a:lnTo>
                <a:lnTo>
                  <a:pt x="371951" y="2220287"/>
                </a:lnTo>
                <a:lnTo>
                  <a:pt x="378685" y="2267741"/>
                </a:lnTo>
                <a:lnTo>
                  <a:pt x="385420" y="2315194"/>
                </a:lnTo>
                <a:lnTo>
                  <a:pt x="392154" y="2362648"/>
                </a:lnTo>
                <a:lnTo>
                  <a:pt x="398888" y="2410101"/>
                </a:lnTo>
                <a:lnTo>
                  <a:pt x="405622" y="2457545"/>
                </a:lnTo>
                <a:lnTo>
                  <a:pt x="412356" y="2504999"/>
                </a:lnTo>
                <a:lnTo>
                  <a:pt x="418976" y="2552471"/>
                </a:lnTo>
                <a:lnTo>
                  <a:pt x="425444" y="2599963"/>
                </a:lnTo>
                <a:lnTo>
                  <a:pt x="431797" y="2647464"/>
                </a:lnTo>
                <a:lnTo>
                  <a:pt x="438131" y="2694975"/>
                </a:lnTo>
                <a:lnTo>
                  <a:pt x="444465" y="2742486"/>
                </a:lnTo>
                <a:lnTo>
                  <a:pt x="450799" y="2789996"/>
                </a:lnTo>
                <a:lnTo>
                  <a:pt x="457133" y="2837498"/>
                </a:lnTo>
                <a:lnTo>
                  <a:pt x="463467" y="2885008"/>
                </a:lnTo>
                <a:lnTo>
                  <a:pt x="469802" y="2932519"/>
                </a:lnTo>
                <a:lnTo>
                  <a:pt x="476136" y="2980030"/>
                </a:lnTo>
                <a:lnTo>
                  <a:pt x="482479" y="3027531"/>
                </a:lnTo>
                <a:lnTo>
                  <a:pt x="488813" y="3075041"/>
                </a:lnTo>
                <a:lnTo>
                  <a:pt x="495148" y="3122552"/>
                </a:lnTo>
                <a:lnTo>
                  <a:pt x="501482" y="3170063"/>
                </a:lnTo>
                <a:lnTo>
                  <a:pt x="507816" y="3217564"/>
                </a:lnTo>
                <a:lnTo>
                  <a:pt x="514150" y="3265075"/>
                </a:lnTo>
                <a:lnTo>
                  <a:pt x="520484" y="3312585"/>
                </a:lnTo>
                <a:lnTo>
                  <a:pt x="526818" y="3360096"/>
                </a:lnTo>
                <a:lnTo>
                  <a:pt x="533048" y="3407616"/>
                </a:lnTo>
                <a:lnTo>
                  <a:pt x="539172" y="3455146"/>
                </a:lnTo>
                <a:lnTo>
                  <a:pt x="545316" y="3502685"/>
                </a:lnTo>
                <a:lnTo>
                  <a:pt x="551459" y="3550215"/>
                </a:lnTo>
                <a:lnTo>
                  <a:pt x="539010" y="3581400"/>
                </a:lnTo>
                <a:lnTo>
                  <a:pt x="491080" y="3581400"/>
                </a:lnTo>
                <a:lnTo>
                  <a:pt x="443160" y="3581400"/>
                </a:lnTo>
                <a:lnTo>
                  <a:pt x="395230" y="3581400"/>
                </a:lnTo>
                <a:lnTo>
                  <a:pt x="347301" y="3581400"/>
                </a:lnTo>
                <a:lnTo>
                  <a:pt x="299371" y="3581400"/>
                </a:lnTo>
                <a:lnTo>
                  <a:pt x="251441" y="3581400"/>
                </a:lnTo>
                <a:lnTo>
                  <a:pt x="250765" y="3602041"/>
                </a:lnTo>
                <a:lnTo>
                  <a:pt x="283331" y="3637207"/>
                </a:lnTo>
                <a:lnTo>
                  <a:pt x="315897" y="3672373"/>
                </a:lnTo>
                <a:lnTo>
                  <a:pt x="348463" y="3707540"/>
                </a:lnTo>
                <a:lnTo>
                  <a:pt x="381029" y="3742706"/>
                </a:lnTo>
                <a:lnTo>
                  <a:pt x="413595" y="3777872"/>
                </a:lnTo>
                <a:lnTo>
                  <a:pt x="446170" y="3813029"/>
                </a:lnTo>
                <a:lnTo>
                  <a:pt x="478736" y="3848195"/>
                </a:lnTo>
                <a:lnTo>
                  <a:pt x="511302" y="3883362"/>
                </a:lnTo>
                <a:lnTo>
                  <a:pt x="543868" y="3918528"/>
                </a:lnTo>
                <a:lnTo>
                  <a:pt x="576434" y="3953694"/>
                </a:lnTo>
                <a:lnTo>
                  <a:pt x="609000" y="3988860"/>
                </a:lnTo>
                <a:lnTo>
                  <a:pt x="641566" y="4024027"/>
                </a:lnTo>
                <a:lnTo>
                  <a:pt x="674132" y="4059184"/>
                </a:lnTo>
                <a:lnTo>
                  <a:pt x="706698" y="4094350"/>
                </a:lnTo>
                <a:lnTo>
                  <a:pt x="739264" y="4129516"/>
                </a:lnTo>
                <a:lnTo>
                  <a:pt x="771830" y="4164682"/>
                </a:lnTo>
                <a:lnTo>
                  <a:pt x="804396" y="4199849"/>
                </a:lnTo>
                <a:lnTo>
                  <a:pt x="836962" y="4235015"/>
                </a:lnTo>
                <a:lnTo>
                  <a:pt x="869528" y="4264219"/>
                </a:lnTo>
                <a:lnTo>
                  <a:pt x="902103" y="4229062"/>
                </a:lnTo>
                <a:lnTo>
                  <a:pt x="934669" y="4193896"/>
                </a:lnTo>
                <a:lnTo>
                  <a:pt x="967235" y="4158729"/>
                </a:lnTo>
                <a:lnTo>
                  <a:pt x="999801" y="4123563"/>
                </a:lnTo>
                <a:lnTo>
                  <a:pt x="1032367" y="4088397"/>
                </a:lnTo>
                <a:lnTo>
                  <a:pt x="1064933" y="4053230"/>
                </a:lnTo>
                <a:lnTo>
                  <a:pt x="1097499" y="4018064"/>
                </a:lnTo>
                <a:lnTo>
                  <a:pt x="1130065" y="3982898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24" y="3581400"/>
                </a:lnTo>
                <a:lnTo>
                  <a:pt x="1183129" y="3542167"/>
                </a:lnTo>
                <a:lnTo>
                  <a:pt x="1189272" y="3494637"/>
                </a:lnTo>
                <a:lnTo>
                  <a:pt x="1195416" y="3447098"/>
                </a:lnTo>
                <a:lnTo>
                  <a:pt x="1201541" y="3399568"/>
                </a:lnTo>
                <a:lnTo>
                  <a:pt x="1207808" y="3352048"/>
                </a:lnTo>
                <a:lnTo>
                  <a:pt x="1214142" y="3304537"/>
                </a:lnTo>
                <a:lnTo>
                  <a:pt x="1220476" y="3257026"/>
                </a:lnTo>
                <a:lnTo>
                  <a:pt x="1226810" y="3209525"/>
                </a:lnTo>
                <a:lnTo>
                  <a:pt x="1233145" y="3162014"/>
                </a:lnTo>
                <a:lnTo>
                  <a:pt x="1239479" y="3114504"/>
                </a:lnTo>
                <a:lnTo>
                  <a:pt x="1245813" y="3067002"/>
                </a:lnTo>
                <a:lnTo>
                  <a:pt x="1252147" y="3019492"/>
                </a:lnTo>
                <a:lnTo>
                  <a:pt x="1258481" y="2971981"/>
                </a:lnTo>
                <a:lnTo>
                  <a:pt x="1264815" y="2924470"/>
                </a:lnTo>
                <a:lnTo>
                  <a:pt x="1271149" y="2876969"/>
                </a:lnTo>
                <a:lnTo>
                  <a:pt x="1277483" y="2829458"/>
                </a:lnTo>
                <a:lnTo>
                  <a:pt x="1283818" y="2781948"/>
                </a:lnTo>
                <a:lnTo>
                  <a:pt x="1290152" y="2734437"/>
                </a:lnTo>
                <a:lnTo>
                  <a:pt x="1296486" y="2686926"/>
                </a:lnTo>
                <a:lnTo>
                  <a:pt x="1302820" y="2639425"/>
                </a:lnTo>
                <a:lnTo>
                  <a:pt x="1309202" y="2591924"/>
                </a:lnTo>
                <a:lnTo>
                  <a:pt x="1315679" y="2544432"/>
                </a:lnTo>
                <a:lnTo>
                  <a:pt x="1322337" y="2496969"/>
                </a:lnTo>
                <a:lnTo>
                  <a:pt x="1329071" y="2449516"/>
                </a:lnTo>
                <a:lnTo>
                  <a:pt x="1335805" y="2402062"/>
                </a:lnTo>
                <a:lnTo>
                  <a:pt x="1342539" y="2354609"/>
                </a:lnTo>
                <a:lnTo>
                  <a:pt x="1349273" y="2307155"/>
                </a:lnTo>
                <a:lnTo>
                  <a:pt x="1356008" y="2259701"/>
                </a:lnTo>
                <a:lnTo>
                  <a:pt x="1362742" y="2212248"/>
                </a:lnTo>
                <a:lnTo>
                  <a:pt x="1369476" y="2164794"/>
                </a:lnTo>
                <a:lnTo>
                  <a:pt x="1376210" y="2117341"/>
                </a:lnTo>
                <a:lnTo>
                  <a:pt x="1382944" y="2069887"/>
                </a:lnTo>
                <a:lnTo>
                  <a:pt x="1389678" y="2022434"/>
                </a:lnTo>
                <a:lnTo>
                  <a:pt x="1396413" y="1974980"/>
                </a:lnTo>
                <a:lnTo>
                  <a:pt x="1403147" y="1927527"/>
                </a:lnTo>
                <a:lnTo>
                  <a:pt x="1409881" y="1880073"/>
                </a:lnTo>
                <a:lnTo>
                  <a:pt x="1416615" y="1832620"/>
                </a:lnTo>
                <a:lnTo>
                  <a:pt x="1423349" y="1785166"/>
                </a:lnTo>
                <a:lnTo>
                  <a:pt x="1430179" y="1737731"/>
                </a:lnTo>
                <a:lnTo>
                  <a:pt x="1437170" y="1690316"/>
                </a:lnTo>
                <a:lnTo>
                  <a:pt x="1444466" y="1642939"/>
                </a:lnTo>
                <a:lnTo>
                  <a:pt x="1451858" y="1595590"/>
                </a:lnTo>
                <a:lnTo>
                  <a:pt x="1459249" y="1548232"/>
                </a:lnTo>
                <a:lnTo>
                  <a:pt x="1466640" y="1500873"/>
                </a:lnTo>
                <a:lnTo>
                  <a:pt x="1474032" y="1453525"/>
                </a:lnTo>
                <a:lnTo>
                  <a:pt x="1481433" y="1406166"/>
                </a:lnTo>
                <a:lnTo>
                  <a:pt x="1488824" y="1358808"/>
                </a:lnTo>
                <a:lnTo>
                  <a:pt x="1496216" y="1311459"/>
                </a:lnTo>
                <a:lnTo>
                  <a:pt x="1503607" y="1264101"/>
                </a:lnTo>
                <a:lnTo>
                  <a:pt x="1511008" y="1216743"/>
                </a:lnTo>
                <a:lnTo>
                  <a:pt x="1518399" y="1169394"/>
                </a:lnTo>
                <a:lnTo>
                  <a:pt x="1525791" y="1122035"/>
                </a:lnTo>
                <a:lnTo>
                  <a:pt x="1533182" y="1074687"/>
                </a:lnTo>
                <a:lnTo>
                  <a:pt x="1540574" y="1027328"/>
                </a:lnTo>
                <a:lnTo>
                  <a:pt x="1547974" y="979970"/>
                </a:lnTo>
                <a:lnTo>
                  <a:pt x="1555366" y="932621"/>
                </a:lnTo>
                <a:lnTo>
                  <a:pt x="1562929" y="885292"/>
                </a:lnTo>
                <a:lnTo>
                  <a:pt x="1570853" y="838019"/>
                </a:lnTo>
                <a:lnTo>
                  <a:pt x="1580045" y="790985"/>
                </a:lnTo>
                <a:lnTo>
                  <a:pt x="1589742" y="744055"/>
                </a:lnTo>
                <a:lnTo>
                  <a:pt x="1599438" y="697116"/>
                </a:lnTo>
                <a:lnTo>
                  <a:pt x="1609125" y="650177"/>
                </a:lnTo>
                <a:lnTo>
                  <a:pt x="1618821" y="603237"/>
                </a:lnTo>
                <a:lnTo>
                  <a:pt x="1628508" y="556298"/>
                </a:lnTo>
                <a:lnTo>
                  <a:pt x="1638205" y="509359"/>
                </a:lnTo>
                <a:lnTo>
                  <a:pt x="1647901" y="462420"/>
                </a:lnTo>
                <a:lnTo>
                  <a:pt x="1657588" y="415481"/>
                </a:lnTo>
                <a:lnTo>
                  <a:pt x="1667285" y="368541"/>
                </a:lnTo>
                <a:lnTo>
                  <a:pt x="1676972" y="321602"/>
                </a:lnTo>
                <a:lnTo>
                  <a:pt x="1686668" y="274663"/>
                </a:lnTo>
                <a:lnTo>
                  <a:pt x="1696355" y="227724"/>
                </a:lnTo>
                <a:lnTo>
                  <a:pt x="1706051" y="180785"/>
                </a:lnTo>
                <a:lnTo>
                  <a:pt x="1715748" y="133855"/>
                </a:lnTo>
                <a:lnTo>
                  <a:pt x="1725435" y="86916"/>
                </a:lnTo>
                <a:lnTo>
                  <a:pt x="1733550" y="39815"/>
                </a:lnTo>
                <a:lnTo>
                  <a:pt x="1725435" y="0"/>
                </a:lnTo>
                <a:lnTo>
                  <a:pt x="1677505" y="0"/>
                </a:lnTo>
                <a:lnTo>
                  <a:pt x="1629575" y="0"/>
                </a:lnTo>
                <a:lnTo>
                  <a:pt x="1581645" y="0"/>
                </a:lnTo>
                <a:lnTo>
                  <a:pt x="1533716" y="0"/>
                </a:lnTo>
                <a:lnTo>
                  <a:pt x="1485795" y="0"/>
                </a:lnTo>
                <a:lnTo>
                  <a:pt x="1437865" y="0"/>
                </a:lnTo>
                <a:lnTo>
                  <a:pt x="1389936" y="0"/>
                </a:lnTo>
                <a:lnTo>
                  <a:pt x="1342006" y="0"/>
                </a:lnTo>
                <a:lnTo>
                  <a:pt x="1294076" y="0"/>
                </a:lnTo>
                <a:lnTo>
                  <a:pt x="1246146" y="0"/>
                </a:lnTo>
                <a:lnTo>
                  <a:pt x="1198216" y="0"/>
                </a:lnTo>
                <a:lnTo>
                  <a:pt x="1150287" y="0"/>
                </a:lnTo>
                <a:lnTo>
                  <a:pt x="1102357" y="0"/>
                </a:lnTo>
                <a:lnTo>
                  <a:pt x="1054437" y="0"/>
                </a:lnTo>
                <a:lnTo>
                  <a:pt x="1006507" y="0"/>
                </a:lnTo>
                <a:lnTo>
                  <a:pt x="958577" y="0"/>
                </a:lnTo>
                <a:lnTo>
                  <a:pt x="910647" y="0"/>
                </a:lnTo>
                <a:lnTo>
                  <a:pt x="862717" y="0"/>
                </a:lnTo>
                <a:lnTo>
                  <a:pt x="814788" y="0"/>
                </a:lnTo>
                <a:lnTo>
                  <a:pt x="766858" y="0"/>
                </a:lnTo>
                <a:lnTo>
                  <a:pt x="718928" y="0"/>
                </a:lnTo>
                <a:lnTo>
                  <a:pt x="67099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18" y="0"/>
                </a:lnTo>
                <a:lnTo>
                  <a:pt x="479288" y="0"/>
                </a:lnTo>
                <a:lnTo>
                  <a:pt x="431359" y="0"/>
                </a:lnTo>
                <a:lnTo>
                  <a:pt x="383429" y="0"/>
                </a:lnTo>
                <a:lnTo>
                  <a:pt x="335499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14B7677A-16FD-44F4-8B07-01AD87C9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0248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9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C90CC590-5FE4-455B-B6E2-D796FD3D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150716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0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B2CF47CC-0AC1-4ED7-8297-CCF2BC67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791891"/>
            <a:ext cx="28575" cy="717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6D6CB208-3ED3-4EB6-BB6E-050CD05C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1845916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2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E3167508-1DED-45D3-BFDB-00CA75C9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1835496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23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E7D83FAC-3DAA-496D-9B3E-5A35C11E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59346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4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067E238-005B-408F-A046-CB6D9B80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663133"/>
            <a:ext cx="228600" cy="17067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25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986F7F4A-E66A-42C5-832C-2DD2DDAE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516516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6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68D3B68C-69AC-46D3-B2D1-C0743EE9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19117"/>
            <a:ext cx="28575" cy="11946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39D05E96-FF60-4295-AE77-0645894C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211716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8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65A6A3B4-196E-4715-82EC-8ECAF0A8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20129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9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102F9D80-19F9-4AFD-BAD0-9FD55DEE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52514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3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4A94F5B-6AC3-4B92-AEE3-8D6DD686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370041"/>
            <a:ext cx="228600" cy="1840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31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7DD94424-42C0-4EA2-990F-996169DD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290099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2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55E601F8-25A8-4EAB-AF6D-A70E210A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645971"/>
            <a:ext cx="28575" cy="12879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BABF0389-322D-42C3-B114-9E92FD61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985299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4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949B5814-8A67-4514-B3D4-C9B06A86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974879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5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E5CFC146-4D92-49E1-ADD0-92508451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298729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0A496EFC-13BD-4603-8218-23D1FDA3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098329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702794E-7D56-41CF-AB5E-A8C9C355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2951712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C8D4543F-D233-4DDB-864A-05474FBB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3805238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76C9BA24-04A6-4B58-ACD9-360EE88B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658620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5D03BA89-1A16-435C-BE54-557CB24C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12003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</p:spTree>
    <p:extLst>
      <p:ext uri="{BB962C8B-B14F-4D97-AF65-F5344CB8AC3E}">
        <p14:creationId xmlns:p14="http://schemas.microsoft.com/office/powerpoint/2010/main" val="108783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0FBFA997-9E31-444B-B044-E9F060FF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307F175-FD87-44BD-B29D-58F70BA9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62A3C96A-CCDC-44C3-8B8C-531AF280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26400A87-B3E8-487A-B245-C70DF06A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F11E47E-E57B-41BF-94ED-2AD74511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3D108F6-051A-4778-89D6-FC696956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5725546C-989A-4F83-87AA-207CBB1B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93a171c584d31">
            <a:extLst>
              <a:ext uri="{96DAC541-7B7A-43D3-8B79-37D633B846F1}">
                <asvg:svgBlip xmlns:asvg="http://schemas.microsoft.com/office/drawing/2016/SVG/main" r:embed="R8b23090be2b54f7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7CBE9D01-7EB6-4CF3-938C-1B3C8102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A82C206-42BF-4802-AF1A-46C42787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4BFD0A0-1689-4175-8BBF-2254FAEB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bcdddb4acc4d39">
            <a:extLst>
              <a:ext uri="{96DAC541-7B7A-43D3-8B79-37D633B846F1}">
                <asvg:svgBlip xmlns:asvg="http://schemas.microsoft.com/office/drawing/2016/SVG/main" r:embed="R1b4bab8896d941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AAEB6C7-A7B8-4018-B1EE-7AAC2960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C4BCBC2F-CC20-4EC2-A513-4BB9299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20268C1-A48C-4BB1-8D5F-FE0E11AE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019bc43a984f0b">
            <a:extLst>
              <a:ext uri="{96DAC541-7B7A-43D3-8B79-37D633B846F1}">
                <asvg:svgBlip xmlns:asvg="http://schemas.microsoft.com/office/drawing/2016/SVG/main" r:embed="Rd110addaf33142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7E66FB4-99A7-447B-8BAD-B038531B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2BCBA3EC-F03B-429A-B6BC-D5F3D957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A2C9796-A57A-40ED-8BD0-ADB1E36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975effbd4088">
            <a:extLst>
              <a:ext uri="{96DAC541-7B7A-43D3-8B79-37D633B846F1}">
                <asvg:svgBlip xmlns:asvg="http://schemas.microsoft.com/office/drawing/2016/SVG/main" r:embed="R684c672ebeb0422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AF3274CA-0A36-4B8B-AC3B-A28B4686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1F645BCE-517B-4948-BF02-DD8EC54D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3B8390F0-2DDA-41A5-BB7B-79109C82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AB44E65-2CA0-4D18-B3C5-8BF2782A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47B6C1E-E709-44FE-93C9-1E6196E8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B0D5281-B95F-4D50-AC78-657FEEA7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6f7e1672743eb">
            <a:extLst>
              <a:ext uri="{96DAC541-7B7A-43D3-8B79-37D633B846F1}">
                <asvg:svgBlip xmlns:asvg="http://schemas.microsoft.com/office/drawing/2016/SVG/main" r:embed="R5085be5b50774e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F05504B-E287-40EB-A27F-DF3349E3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9C7BDC12-A4F8-4736-BB6F-025CE9B7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0A2BA123-9831-4E78-A516-434C3C4D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9040450b14e74">
            <a:extLst>
              <a:ext uri="{96DAC541-7B7A-43D3-8B79-37D633B846F1}">
                <asvg:svgBlip xmlns:asvg="http://schemas.microsoft.com/office/drawing/2016/SVG/main" r:embed="R5c7fae2c3f9e45b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51BC9E9D-C75D-41CF-8353-7669E9E0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65908FFD-BBC1-4B2F-A2DC-3A75031C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7447FB4D-2DB0-46B6-A1A9-F5EFE8AA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29F4D03A-76C1-4110-8455-AEBC3889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81EAA905-3273-4C2C-9FDE-D43D8F39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171083A7-5156-4466-8686-73164F86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c91464af14abd">
            <a:extLst>
              <a:ext uri="{96DAC541-7B7A-43D3-8B79-37D633B846F1}">
                <asvg:svgBlip xmlns:asvg="http://schemas.microsoft.com/office/drawing/2016/SVG/main" r:embed="R5051cd2a98ac4e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6C9DB5BC-E646-4890-B994-4D5C0639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97BEC06E-1FD2-4046-A55B-4E783B84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73433FF9-34B0-4861-95BB-65C36CD8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0348e240143eb">
            <a:extLst>
              <a:ext uri="{96DAC541-7B7A-43D3-8B79-37D633B846F1}">
                <asvg:svgBlip xmlns:asvg="http://schemas.microsoft.com/office/drawing/2016/SVG/main" r:embed="R50a008ad1f264a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ED604B9F-DC34-4B47-9214-89AE70FF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04F7A486-AC59-415B-AC18-9DEC2C97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02EE1FA-99ED-4598-B6CC-DE4E018B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494692B9-E730-423C-AE28-A3BD271B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FEA9A306-FC9B-4679-A6C1-88DE8AAF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F4501E92-69C0-453F-87D6-06528B5C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93BB156-4716-4AB6-A293-EF82CAC4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7460FFCC-E6CD-4699-A82F-D4BD3F3E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5679A07F-5049-43E9-B32C-5F58A978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6C7B074-D29A-4CF2-ACC8-943C42ED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814582F2-567F-466F-9C99-C2A79D1A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339E67F4-231E-46C6-9BD8-47C553E6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C2FB371-EFE8-4090-9DF4-775DF568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E47DA58D-B007-4108-B9C9-84AEF798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6F9A428-3DED-442E-BD1D-BABAB145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06023BA4-A700-4F33-A25B-743494DB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6A84825-7DC0-4814-B9F5-3081D549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2C3EC16-B538-46CB-B766-55363AF8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9A82A745-8619-4309-9E04-0E455A53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045B43DA-72F6-4200-BC2D-BB280E4E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EAB09562-8435-4BEA-A25E-B18AD91A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BDC6E192-3DD9-4E23-B54C-15741A0B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2d020d18a14a35">
            <a:extLst>
              <a:ext uri="{96DAC541-7B7A-43D3-8B79-37D633B846F1}">
                <asvg:svgBlip xmlns:asvg="http://schemas.microsoft.com/office/drawing/2016/SVG/main" r:embed="R976a92e4f43643b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50881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45FB2F8-0E35-4C5A-A559-38FE478A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5E44E33-11BB-484B-9ADA-2E76B7EE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64C747D6-5780-48F3-B7F6-F02C5005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D1ECBEA-3194-4BBE-8DD7-B30919F0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B99B4F9-6C9A-4AFE-BBA2-7858A9B0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244D72A2-C7EB-48E8-9FDE-4EDA271B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7F536A21-B311-49D0-9A67-BFBEB9C8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eeb3ddab314316">
            <a:extLst>
              <a:ext uri="{96DAC541-7B7A-43D3-8B79-37D633B846F1}">
                <asvg:svgBlip xmlns:asvg="http://schemas.microsoft.com/office/drawing/2016/SVG/main" r:embed="R15bac2aaaf5146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D6C8B595-46B8-4E26-BB2B-9E834DA9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ABD0079B-8A68-47D8-A5FE-B0B8CAB3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8E8033A-8AEC-4DD1-88D7-047C3B53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f7b87f96c34072">
            <a:extLst>
              <a:ext uri="{96DAC541-7B7A-43D3-8B79-37D633B846F1}">
                <asvg:svgBlip xmlns:asvg="http://schemas.microsoft.com/office/drawing/2016/SVG/main" r:embed="R78ceb48a66d34d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73F754C-6043-40D4-A47E-16C434B8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049A9BB1-C670-4459-AB47-712EB124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A2CEE0A8-E66B-4413-966B-D1F2F27D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abd9db5244c44">
            <a:extLst>
              <a:ext uri="{96DAC541-7B7A-43D3-8B79-37D633B846F1}">
                <asvg:svgBlip xmlns:asvg="http://schemas.microsoft.com/office/drawing/2016/SVG/main" r:embed="Reda41a39d6c24a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D333E48-7454-4B51-A846-DA9AFE25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632EF628-9F8E-4735-A99B-D6872258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F5A7E51-345A-4884-BEFF-E6978379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94ba799244137">
            <a:extLst>
              <a:ext uri="{96DAC541-7B7A-43D3-8B79-37D633B846F1}">
                <asvg:svgBlip xmlns:asvg="http://schemas.microsoft.com/office/drawing/2016/SVG/main" r:embed="R07baa97831464d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066F158-F0CA-479D-8D9D-5A6D1C05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F95CC114-F89B-472E-8E2A-68656E44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5A6E6A1B-F6B7-4FD4-859E-47A26F47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9B04115B-DF01-4DB8-975E-6EEB2196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1CB0A59-5370-4708-A308-23C689DB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2CC05670-B29B-41E7-8B3E-AF9E9E95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64be18ef04e2d">
            <a:extLst>
              <a:ext uri="{96DAC541-7B7A-43D3-8B79-37D633B846F1}">
                <asvg:svgBlip xmlns:asvg="http://schemas.microsoft.com/office/drawing/2016/SVG/main" r:embed="Rd04e257a8a3c40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F25075A-24C1-49C0-9C73-483EC4E7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2936841-4823-4C69-8BC3-D868C416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DA29626C-9153-4F55-BDA4-65DAED25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49bbbfeb94b7b">
            <a:extLst>
              <a:ext uri="{96DAC541-7B7A-43D3-8B79-37D633B846F1}">
                <asvg:svgBlip xmlns:asvg="http://schemas.microsoft.com/office/drawing/2016/SVG/main" r:embed="Rc4ea88c0bf9c45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23A3B243-30E8-4A76-B3FC-D2333F7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7241D397-D02C-48C5-9531-996010BF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BBE0AE4E-DB2D-4A6F-AB6B-08244F5F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6B29734C-3C3E-48F1-B3F3-43512F32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F29121AB-023C-4261-99FF-7419F9C6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B38F0B48-B3C3-403B-A482-D436D4B5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b87c0f673846d8">
            <a:extLst>
              <a:ext uri="{96DAC541-7B7A-43D3-8B79-37D633B846F1}">
                <asvg:svgBlip xmlns:asvg="http://schemas.microsoft.com/office/drawing/2016/SVG/main" r:embed="R7594e665fb38497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0FEFCC71-6698-4048-AD6D-3B48401D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A4682186-D85F-4134-BA7C-25A0DCE4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31E619C-9799-4570-A80D-113F57F0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ef9de8d01d437d">
            <a:extLst>
              <a:ext uri="{96DAC541-7B7A-43D3-8B79-37D633B846F1}">
                <asvg:svgBlip xmlns:asvg="http://schemas.microsoft.com/office/drawing/2016/SVG/main" r:embed="R3c6146f20acf425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332ADADF-CFB6-4C73-96CF-42B222F5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BC500B67-DB9C-4663-903C-AB87FE05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0586FDE-9124-4FF0-ADFC-FF56EE94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E269D46-F5B7-4AFE-BD37-4253F713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750E826-30CE-4D8F-B87B-59D9E298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1B4C341-926A-4586-8972-C1303474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CCD13820-08F8-4D3E-8532-CBD067AD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63D5185-2246-4AED-B910-8B069D9C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5D84C0BB-5CA6-4D35-BF77-5A40A1C3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7B51E78D-7245-41DE-9841-A9C135BE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5C8B252D-8EAB-481E-B8E3-06991305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CEA0FABC-3C8D-4418-8334-A25AB214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F64716E8-449A-4B14-B9F4-C39EEFB1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2D3150D4-17BB-4538-B3E4-81670437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F8C9A75-BB17-4B1F-BA63-82415923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5C04839E-1153-457B-84F2-74CAD665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6191B02-A300-4070-AB82-B6D24D3C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41A184E6-152A-4314-B596-4ABF3678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129EEC26-2EC4-4FE0-9152-6B140C68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30E5791C-6E30-4DF4-BC5F-7DB4E1F0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4390C712-4ACB-45DA-AF13-1F87921E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5B59856-7E62-4F02-9CC2-A7014560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878777de4a48a4">
            <a:extLst>
              <a:ext uri="{96DAC541-7B7A-43D3-8B79-37D633B846F1}">
                <asvg:svgBlip xmlns:asvg="http://schemas.microsoft.com/office/drawing/2016/SVG/main" r:embed="R8a5a71af4e6a44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F47202F3-F3C7-4983-BB6C-4D526E33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8f9650fd34b16">
            <a:extLst>
              <a:ext uri="{96DAC541-7B7A-43D3-8B79-37D633B846F1}">
                <asvg:svgBlip xmlns:asvg="http://schemas.microsoft.com/office/drawing/2016/SVG/main" r:embed="Rc81813cce19e49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97970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BD1CB22A-299B-4881-972A-647420F4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3F54048D-ADD8-4A11-9BF2-A2922044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9E73BE06-649D-481B-B2B7-7C1DB0F8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A083DEF-C686-4741-838F-BAEF8556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8E3AF37D-48CB-4903-84DC-E3480027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6F6560B4-AF77-408A-98B2-5D6904FB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D5DEC10-323E-4FE0-90B5-31C47A8B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062374d30425f">
            <a:extLst>
              <a:ext uri="{96DAC541-7B7A-43D3-8B79-37D633B846F1}">
                <asvg:svgBlip xmlns:asvg="http://schemas.microsoft.com/office/drawing/2016/SVG/main" r:embed="Rc9f901a3a61140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40EB625-8E51-4198-A123-235B5D6F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867FE3F-CCB3-4C79-95BB-538F4704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04352AE-3E07-4852-B39B-F90C5940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ee9c0ca22145b7">
            <a:extLst>
              <a:ext uri="{96DAC541-7B7A-43D3-8B79-37D633B846F1}">
                <asvg:svgBlip xmlns:asvg="http://schemas.microsoft.com/office/drawing/2016/SVG/main" r:embed="R5a7aa97fa61d4ec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CDFC5FF-03B6-4F5F-8DA4-141AE53D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0A991E2C-A18F-4474-9D4A-3797D43E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0353047-26BB-4728-AECB-860B42F9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4ccbe1393459b">
            <a:extLst>
              <a:ext uri="{96DAC541-7B7A-43D3-8B79-37D633B846F1}">
                <asvg:svgBlip xmlns:asvg="http://schemas.microsoft.com/office/drawing/2016/SVG/main" r:embed="R2cb41170085a48b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953EA27B-D7D9-4187-9DA4-66A9201D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EA0B657-A21B-43AB-8BA4-A356C5AF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874F6F5F-5EE5-4D59-BD18-700B6774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53535470e4a52">
            <a:extLst>
              <a:ext uri="{96DAC541-7B7A-43D3-8B79-37D633B846F1}">
                <asvg:svgBlip xmlns:asvg="http://schemas.microsoft.com/office/drawing/2016/SVG/main" r:embed="R785177d283b64f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DC0626F-9BA8-46DD-B101-8127FF19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544E6FEF-DB79-48F2-A6A6-B53F86C9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B2EB95DF-A073-4BE3-8B03-42C18815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67C1272-3431-4FDB-B7DD-6B4E3A59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3DA359F-16D4-4D33-916E-A1040F15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23E616D-A00C-442E-81C8-D98ECE47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80dcc876549e1">
            <a:extLst>
              <a:ext uri="{96DAC541-7B7A-43D3-8B79-37D633B846F1}">
                <asvg:svgBlip xmlns:asvg="http://schemas.microsoft.com/office/drawing/2016/SVG/main" r:embed="Re903ac42f5aa41f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429DE294-38E0-4D33-986C-3B9AF577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AAA3515A-1698-4D61-9EAB-87E424C3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7CE28869-7278-4D21-A848-6240AF94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7fe769d4975">
            <a:extLst>
              <a:ext uri="{96DAC541-7B7A-43D3-8B79-37D633B846F1}">
                <asvg:svgBlip xmlns:asvg="http://schemas.microsoft.com/office/drawing/2016/SVG/main" r:embed="Ra78e417fbb8647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5D02059A-9FDD-4C5B-B2D3-096249D5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1132853-2087-4E93-B960-F674DFCD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19872813-C97B-4DAD-9C6A-1D4123FC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20918E1D-3435-4784-B53E-EA5AB34F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D4370EC7-AA12-49A9-AC0F-EA0487B9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241B3C1C-0AE4-4418-B40C-0984CD8F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f3b26ae3640d2">
            <a:extLst>
              <a:ext uri="{96DAC541-7B7A-43D3-8B79-37D633B846F1}">
                <asvg:svgBlip xmlns:asvg="http://schemas.microsoft.com/office/drawing/2016/SVG/main" r:embed="R275c05b07a0348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083183D3-BF6C-4A12-BEFA-0E357785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C629295C-347B-478B-8C09-685A2C08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878B7001-A8CF-4CFF-930F-C11A891E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06c2803af45a5">
            <a:extLst>
              <a:ext uri="{96DAC541-7B7A-43D3-8B79-37D633B846F1}">
                <asvg:svgBlip xmlns:asvg="http://schemas.microsoft.com/office/drawing/2016/SVG/main" r:embed="R2fdf900d4d884b3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07A448F-4C19-4953-BB0C-9E3C1279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2B6B02CD-F96A-4061-B6D6-31898C50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9189C40E-C3B4-4DEE-9B4C-E8472F39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4C3FE197-5F8E-43F8-BDF2-B2F0F399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E0295C5-C111-4FA5-A2A6-D1197792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5EE4862B-0C48-49C2-91D5-8E0EB2F3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E9784A1-3B1E-466D-BDD9-B3C480A5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5100E04A-687D-4AF7-8610-C18A864D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CEEB6906-19A6-4406-A510-8F46D753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EED7EA1-1D4C-484D-91DD-77CD7AD4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749E8D12-70AF-45A2-B354-21043C48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D52859A2-D250-4DB1-8915-517F415D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00B36FEC-3451-4B37-88CC-412BF9DC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F32A6F36-2F70-4FB3-80C7-71249E8B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7FE57E0-2ED7-4B3C-8A86-65068CF9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8DB3EBD4-015B-4968-86D6-1A06506D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3247C29-E4AF-4A31-A76C-48578F4C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05F34AEF-CFDB-457F-A788-864A6581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E6B036A-36B9-4B68-BCFE-879E42E3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B272452C-DA6D-4763-9A0E-5024CD05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496D80B1-21A0-4664-999B-EA3D7FEE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70C97F1-70C4-4D81-A8B2-5D91060F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2a853909841f7">
            <a:extLst>
              <a:ext uri="{96DAC541-7B7A-43D3-8B79-37D633B846F1}">
                <asvg:svgBlip xmlns:asvg="http://schemas.microsoft.com/office/drawing/2016/SVG/main" r:embed="Rcb0b97fb303f42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9D7810D2-E549-499E-8004-7791F480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9dbd0432449db">
            <a:extLst>
              <a:ext uri="{96DAC541-7B7A-43D3-8B79-37D633B846F1}">
                <asvg:svgBlip xmlns:asvg="http://schemas.microsoft.com/office/drawing/2016/SVG/main" r:embed="Rbde3f271f57749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8F589963-46BB-4333-8B8A-6D32797C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97d773e8c2440d">
            <a:extLst>
              <a:ext uri="{96DAC541-7B7A-43D3-8B79-37D633B846F1}">
                <asvg:svgBlip xmlns:asvg="http://schemas.microsoft.com/office/drawing/2016/SVG/main" r:embed="R11543d91bfa54d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42418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6FD5C3B-0A9F-4901-9F7A-1FD515B2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27118E4-9916-4628-B078-0108877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57A13267-9CA4-4B97-B1F8-8E1C80D3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95210ACF-5712-4F20-BA98-7C471157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C9CB2040-C3CB-43D5-BC19-0EE3A477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D61AC56-3304-488D-8C77-AFA5DD91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B528FC4F-7FEA-4D63-AC3E-BD97DDA3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4063e6f414c15">
            <a:extLst>
              <a:ext uri="{96DAC541-7B7A-43D3-8B79-37D633B846F1}">
                <asvg:svgBlip xmlns:asvg="http://schemas.microsoft.com/office/drawing/2016/SVG/main" r:embed="R7f35fdeb9ce548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B808F5A-6FE3-4592-BA4F-FD7A6569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93A3780E-D18D-4088-BFCD-42603694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27E405D-F258-4771-A5DC-EFF99815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17467d4f04c03">
            <a:extLst>
              <a:ext uri="{96DAC541-7B7A-43D3-8B79-37D633B846F1}">
                <asvg:svgBlip xmlns:asvg="http://schemas.microsoft.com/office/drawing/2016/SVG/main" r:embed="R7d7a84a496004b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3509FB4-1BB1-49FD-BBFD-7212977B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043D55B-B90B-4CE8-91EC-E2C54B64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FA1BD54-FE1B-4CE9-9DCB-2D11674B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59496a6f04822">
            <a:extLst>
              <a:ext uri="{96DAC541-7B7A-43D3-8B79-37D633B846F1}">
                <asvg:svgBlip xmlns:asvg="http://schemas.microsoft.com/office/drawing/2016/SVG/main" r:embed="Rcf48af94bef745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B5377E3C-CB07-44A7-9104-4F5B95A6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97949222-F293-4D75-827A-5BDE9920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BADE7390-F1E2-4257-9387-5C1E3016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ca7d5e72b4206">
            <a:extLst>
              <a:ext uri="{96DAC541-7B7A-43D3-8B79-37D633B846F1}">
                <asvg:svgBlip xmlns:asvg="http://schemas.microsoft.com/office/drawing/2016/SVG/main" r:embed="Rff0285e4a6774a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E58F58A-204D-45F1-A1BE-584E9B98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BB5396B-BBFB-4D37-8811-73F32BCE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708D437-6D00-47D5-B7CA-8081C327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3866D2A-3D62-4459-BD6A-F4435261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D88BCE4-EC91-4DD8-ABE8-21366BC8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5E37BDFD-2902-441A-A61A-2AC04EFB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948a3266e40a9">
            <a:extLst>
              <a:ext uri="{96DAC541-7B7A-43D3-8B79-37D633B846F1}">
                <asvg:svgBlip xmlns:asvg="http://schemas.microsoft.com/office/drawing/2016/SVG/main" r:embed="R08b83765ec874b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0A36251-C0D0-4257-A676-5718798A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0E5350A-6C30-4768-B47F-29AA53D1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61FE73D-329B-438F-AF49-02D8B84C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f564ae2b24edc">
            <a:extLst>
              <a:ext uri="{96DAC541-7B7A-43D3-8B79-37D633B846F1}">
                <asvg:svgBlip xmlns:asvg="http://schemas.microsoft.com/office/drawing/2016/SVG/main" r:embed="Raad521a3c56941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93D7565-2EB7-47CB-BB6C-F5CFAD95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1ADA1DCB-5C20-49AA-8858-9A02ABD4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58F106FE-314E-4CF8-A14D-E8A9B4B3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32671BDF-2D4F-4E37-9151-19CFAF2D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3D20AC54-8125-42D9-92F8-C31BD399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B4437C34-3E96-4C1E-A0E4-9BD09068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6943655e04400">
            <a:extLst>
              <a:ext uri="{96DAC541-7B7A-43D3-8B79-37D633B846F1}">
                <asvg:svgBlip xmlns:asvg="http://schemas.microsoft.com/office/drawing/2016/SVG/main" r:embed="R52574819e5784b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E161C240-E55A-4CF1-91C3-14FF558C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849CEC69-6B29-45A3-84D6-15F38343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A11E0463-D9C5-4741-8BC8-7BCC7452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2ce01d89b48b3">
            <a:extLst>
              <a:ext uri="{96DAC541-7B7A-43D3-8B79-37D633B846F1}">
                <asvg:svgBlip xmlns:asvg="http://schemas.microsoft.com/office/drawing/2016/SVG/main" r:embed="R928c2ead080e4a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4A7D1B46-1714-42BC-8429-E692941B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5D7D129A-6356-4C9E-BDE4-54602D83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1B98235-E702-4390-A232-7FA4BF88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17D112E-6CCA-46B5-B4AD-85924E46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AAB690CF-C153-4C1B-8C37-D29D2822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727B4749-9BDA-4A3A-AC72-D9DCD78B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0F78A444-B0F2-49BC-934C-D618AF23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B971C39-4FCB-4436-9E1F-79976152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4243AB72-D44B-41A4-9D86-D5A23673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77C7E840-6EEB-4CCD-806D-A8E78C81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4BC79F45-519F-4986-99AD-58C10EDB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9DAAC433-229A-4B01-87A3-5BC9E93F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E3BCD23-FBDB-45D6-8DBB-6B142584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FF67C848-77FF-46F1-B2F7-500F4FBB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5D8D149-19D2-4261-9C7E-621806DC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EA0BF33-0FA0-4C5F-B29C-A981A598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2AC5385-3289-4606-954C-7DD58FF6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7EBC88C-D883-48D3-9390-0F7330F8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819E8AD-3638-4686-8C5F-26622199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968F01E9-9292-4F89-B2CF-89B25C60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7EE88640-7666-4D4F-AFBD-75BEF241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A6AD188-F3FD-4FCC-B269-3FC38CB1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114acd3aef4594">
            <a:extLst>
              <a:ext uri="{96DAC541-7B7A-43D3-8B79-37D633B846F1}">
                <asvg:svgBlip xmlns:asvg="http://schemas.microsoft.com/office/drawing/2016/SVG/main" r:embed="Rd40245d1027b40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5AD52D79-AACF-4F0E-9432-3592EA0A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6f4f7fdfb4af9">
            <a:extLst>
              <a:ext uri="{96DAC541-7B7A-43D3-8B79-37D633B846F1}">
                <asvg:svgBlip xmlns:asvg="http://schemas.microsoft.com/office/drawing/2016/SVG/main" r:embed="Rd9210e163685453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987EF02-D5B4-499B-A364-F7ABD83B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a75afd4f54aac">
            <a:extLst>
              <a:ext uri="{96DAC541-7B7A-43D3-8B79-37D633B846F1}">
                <asvg:svgBlip xmlns:asvg="http://schemas.microsoft.com/office/drawing/2016/SVG/main" r:embed="R9296748a81844b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D37BCB09-D70D-47D5-949A-F1A58A7F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2a2b3894d4192">
            <a:extLst>
              <a:ext uri="{96DAC541-7B7A-43D3-8B79-37D633B846F1}">
                <asvg:svgBlip xmlns:asvg="http://schemas.microsoft.com/office/drawing/2016/SVG/main" r:embed="R2acb727d9a0e4f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5327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4B4448B-1C01-44B2-BA6F-D6EE01A5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B285667-8A3F-4FC8-B6E2-732B1654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A5F133D9-F9DA-4490-AFEF-4CDF16B7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642396A7-669D-41E5-A260-851C0028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38DD0ED5-1679-49AA-A9AA-5CF2F18C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A6B2CAF-91D3-41F8-86B0-333F9798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26540D38-AA84-449E-88DE-79CCDD77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491086a5148de">
            <a:extLst>
              <a:ext uri="{96DAC541-7B7A-43D3-8B79-37D633B846F1}">
                <asvg:svgBlip xmlns:asvg="http://schemas.microsoft.com/office/drawing/2016/SVG/main" r:embed="R31bb90f567504f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063F743D-8CEF-4480-A3CF-36720882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3EEDAD45-0A30-4EA6-8BF6-0CCFCC2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F5DDB8AF-6537-438D-B62E-DAD3B0C0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ca6362611e4623">
            <a:extLst>
              <a:ext uri="{96DAC541-7B7A-43D3-8B79-37D633B846F1}">
                <asvg:svgBlip xmlns:asvg="http://schemas.microsoft.com/office/drawing/2016/SVG/main" r:embed="R4b0572c84bf64e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ED54A756-C54C-451F-A9F9-E3FF186A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19EF7524-3221-4332-A83E-8ABA0998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D94430BB-FE05-4934-A361-6FDA0A23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27ee48839493d">
            <a:extLst>
              <a:ext uri="{96DAC541-7B7A-43D3-8B79-37D633B846F1}">
                <asvg:svgBlip xmlns:asvg="http://schemas.microsoft.com/office/drawing/2016/SVG/main" r:embed="R53cf78470a8148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0DEAA26-39BB-439B-B190-A2DE7512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6D3F307F-0F4B-491A-9296-16CACAD8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5B00349-2D24-469D-95D2-DAA05845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e8a09ec56647f7">
            <a:extLst>
              <a:ext uri="{96DAC541-7B7A-43D3-8B79-37D633B846F1}">
                <asvg:svgBlip xmlns:asvg="http://schemas.microsoft.com/office/drawing/2016/SVG/main" r:embed="Rad1be14808394b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1879A38-6814-4363-86DD-94924DC4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915715C-75DD-4C2B-9DA4-88DC8DF9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3CAFA739-68FA-4C2C-92E8-F9F442BF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2DE333F-EE7C-462A-A11B-3B6A469F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166AD9F-C0D8-435A-87D3-6B10A6C8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1C97B68-6426-41C5-8590-874A5596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36133bb634a33">
            <a:extLst>
              <a:ext uri="{96DAC541-7B7A-43D3-8B79-37D633B846F1}">
                <asvg:svgBlip xmlns:asvg="http://schemas.microsoft.com/office/drawing/2016/SVG/main" r:embed="R9c84dbe7471f4f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2787505-815A-4C91-B517-919F44A9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8DABB0A-E5C0-47AE-B003-F551FD0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B0C2F731-0BA9-4DA7-9390-C66D759D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0825084b5406b">
            <a:extLst>
              <a:ext uri="{96DAC541-7B7A-43D3-8B79-37D633B846F1}">
                <asvg:svgBlip xmlns:asvg="http://schemas.microsoft.com/office/drawing/2016/SVG/main" r:embed="R1f8e94c7bff84c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65A414EB-C8A6-44D3-A0E5-FA860C7B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AC263D40-991C-454C-8C1A-DA98F10B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7064260D-14D6-4A59-A9BD-15AFA3A2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600063D3-CBA0-43E6-A5B0-05CE0D8F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F0C1E46E-9A72-4230-812A-890F12E9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AA401270-EF40-429A-B5BA-FCE68C7C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0edfbf5fb4503">
            <a:extLst>
              <a:ext uri="{96DAC541-7B7A-43D3-8B79-37D633B846F1}">
                <asvg:svgBlip xmlns:asvg="http://schemas.microsoft.com/office/drawing/2016/SVG/main" r:embed="R28b4ed12cf4844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AC0858D0-6AD0-4011-9C00-CAE30A0A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8F054AFF-CEF2-4D8C-BF69-ABEE2B51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8C99D1AC-D750-4B4F-BC39-A64F9B4D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9e613ffdc4409a">
            <a:extLst>
              <a:ext uri="{96DAC541-7B7A-43D3-8B79-37D633B846F1}">
                <asvg:svgBlip xmlns:asvg="http://schemas.microsoft.com/office/drawing/2016/SVG/main" r:embed="R957330cbedae4d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D37AA4C-A5D9-47D9-A271-BA1D8ECF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0D6307DD-403B-47EE-85C5-2B965B79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9BE371E-5693-47AA-920E-9074A9A6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E01F4AC-F86E-413D-A540-E314BD99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D4D09FE-D5E7-4E32-84DC-7E1D695A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2C4DEDE-D608-4640-8325-9A9E89CE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0E7934C-1E70-4A4B-BEC4-DF70F618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015DB98-96D2-4545-8F15-F147CCD3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3CCFE4C5-CB5E-4149-B008-34500E5B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7A40E69-913B-48E5-A7CD-5F5FC1ED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DF8982C7-63EA-4D6F-A38C-CA5790DC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B0462DD-BAD8-4064-BDC6-27A7EA3E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74EA68D-01C1-46B4-8C75-AB7B9267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B9B8E90-71D5-4D5F-A3A3-B2194DBB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5930668-0917-468C-88BC-E3F106A9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7E7ACD33-BC30-49B0-B1CF-B3E40CAC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883BFFD-F5D3-448C-BFBD-3E594DB2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4A96693B-E8AB-480E-AEAC-54715A0F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640E67C-B5F0-4BA6-99A2-F525ABCE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183DC62-04A9-421A-921A-0FF89A0E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4C4AADB4-551D-4D0D-A536-563019C5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5707B59D-C265-4DD0-8D77-D3AE3B9D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0f966720ab45ae">
            <a:extLst>
              <a:ext uri="{96DAC541-7B7A-43D3-8B79-37D633B846F1}">
                <asvg:svgBlip xmlns:asvg="http://schemas.microsoft.com/office/drawing/2016/SVG/main" r:embed="Rb51582235b7849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EC7A9EE-D6B8-4C8F-8150-9D7F71EF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0430d78e7d4ee5">
            <a:extLst>
              <a:ext uri="{96DAC541-7B7A-43D3-8B79-37D633B846F1}">
                <asvg:svgBlip xmlns:asvg="http://schemas.microsoft.com/office/drawing/2016/SVG/main" r:embed="R59717219554646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6BF2786B-8BD4-4D3C-B4A7-2ACE5325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d4da0ac59417c">
            <a:extLst>
              <a:ext uri="{96DAC541-7B7A-43D3-8B79-37D633B846F1}">
                <asvg:svgBlip xmlns:asvg="http://schemas.microsoft.com/office/drawing/2016/SVG/main" r:embed="R621dc258706247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42EA4220-E655-4860-846D-BB7D266F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113db2eb56433e">
            <a:extLst>
              <a:ext uri="{96DAC541-7B7A-43D3-8B79-37D633B846F1}">
                <asvg:svgBlip xmlns:asvg="http://schemas.microsoft.com/office/drawing/2016/SVG/main" r:embed="R58d78afc69274b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D1DBF50C-4AED-4AC1-9A46-7CFBFEC8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581e6216e40c7">
            <a:extLst>
              <a:ext uri="{96DAC541-7B7A-43D3-8B79-37D633B846F1}">
                <asvg:svgBlip xmlns:asvg="http://schemas.microsoft.com/office/drawing/2016/SVG/main" r:embed="R85f5d2e74b3b47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97618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E1B73FC-443F-4BB3-A43D-02E9FD16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BD46CEC-AA46-4DD5-ACCE-F23E8B9C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B3512744-011B-4AFF-B389-2D69F9C1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98022BAD-2896-4BCC-AA1B-6F3DA944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3205A9EA-ED9E-4DF5-85DF-9D25CEF7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2DCDED8-10F3-4D67-B9DD-81B8A7F9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446F491-7DCC-45AD-9BD7-5ACCA63B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7a36b5879401f">
            <a:extLst>
              <a:ext uri="{96DAC541-7B7A-43D3-8B79-37D633B846F1}">
                <asvg:svgBlip xmlns:asvg="http://schemas.microsoft.com/office/drawing/2016/SVG/main" r:embed="R4699c42c0e304f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8F6F1BB-5C76-4DD0-B3EB-100C91F4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37D309C-69F4-49C1-951F-DA7CFAF9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2FE56C9-5F52-4193-AE47-A343638F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070d7372a04a60">
            <a:extLst>
              <a:ext uri="{96DAC541-7B7A-43D3-8B79-37D633B846F1}">
                <asvg:svgBlip xmlns:asvg="http://schemas.microsoft.com/office/drawing/2016/SVG/main" r:embed="R2611941551a840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768C59C6-4F05-4521-AF89-0E2A04EE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53367AB-A026-475F-8F64-251AC443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6DC8F0F-B0A9-4F9F-8734-7A32FAD6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5589dc3b14955">
            <a:extLst>
              <a:ext uri="{96DAC541-7B7A-43D3-8B79-37D633B846F1}">
                <asvg:svgBlip xmlns:asvg="http://schemas.microsoft.com/office/drawing/2016/SVG/main" r:embed="R40f1be1a905445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7BEB4D7C-D5F4-429F-AF39-0E0C7CCE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83C6D4F1-0D0A-4B2B-8FF4-47AF3948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86CBB3B-1188-4452-8DC9-D3A3E66E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f5128de5c14eca">
            <a:extLst>
              <a:ext uri="{96DAC541-7B7A-43D3-8B79-37D633B846F1}">
                <asvg:svgBlip xmlns:asvg="http://schemas.microsoft.com/office/drawing/2016/SVG/main" r:embed="R4f8b1b2edb2c4a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936E511F-B46A-46E4-A486-C43A620C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B7C8F64F-7AD3-4A18-ADFE-D24DE3CE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33F5E84F-8EC6-40C5-B980-AFA4A0FC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340CF25-820D-45B9-9DAA-928965F6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B06ECF9-3D31-4BA9-8EDC-168E7D9C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511AFCB0-0D17-49FE-B35D-1A3AF5F3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33a80716f42d3">
            <a:extLst>
              <a:ext uri="{96DAC541-7B7A-43D3-8B79-37D633B846F1}">
                <asvg:svgBlip xmlns:asvg="http://schemas.microsoft.com/office/drawing/2016/SVG/main" r:embed="R1cef7431908141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3690869-5404-4DC8-BB2A-B201034F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5754B1E-1577-40BF-A6D9-B70C6684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D1B2499-DFA0-46DF-8675-002B0CA4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be048490f43f3">
            <a:extLst>
              <a:ext uri="{96DAC541-7B7A-43D3-8B79-37D633B846F1}">
                <asvg:svgBlip xmlns:asvg="http://schemas.microsoft.com/office/drawing/2016/SVG/main" r:embed="Rec68a4a4e2534a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DC3E13A1-0E96-491F-B7F4-7DFA8373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747E7F2B-62EA-4140-A77A-3606DAEA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F16D8840-E3ED-47CE-BD35-3A7BA506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2ED3D585-F962-4DD9-BA41-BD269BE1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BC617BA9-F6CB-41C4-A3CD-FC349820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44F9A0AC-9712-4DF4-AE14-0A887C25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5eaa88c57a423c">
            <a:extLst>
              <a:ext uri="{96DAC541-7B7A-43D3-8B79-37D633B846F1}">
                <asvg:svgBlip xmlns:asvg="http://schemas.microsoft.com/office/drawing/2016/SVG/main" r:embed="Rf3cd304209dc44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D7FBA979-B8D4-49DC-917D-47BCEF63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10C2257E-7B0A-4E17-B243-A10173C3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708B697F-A6F9-4DFC-837F-E2201B21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b703ad1e5472c">
            <a:extLst>
              <a:ext uri="{96DAC541-7B7A-43D3-8B79-37D633B846F1}">
                <asvg:svgBlip xmlns:asvg="http://schemas.microsoft.com/office/drawing/2016/SVG/main" r:embed="R55b40a3754b440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2E6FE1C2-6C0F-4C70-92FB-1C0EEBF1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FE10DA8C-12DE-487A-A0BB-67F88CB8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2CE124F-3605-4C51-9D32-C4D4A81B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4BE6F31-C52A-4A34-889D-71E8898C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A684FB3-26D6-4998-BD25-85AF2D34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12B0C8A-D31C-4B9C-BD04-AB48234E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D2D1243B-9825-4278-8AA6-C15FE6EF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1B2E582-C07E-4E65-B7B5-324453A9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F8157A77-C886-4CFA-A850-3BBEFA30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66B1E0E-7278-42FB-A075-22FDB5A2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D0E904A8-ABE5-4280-BE65-DE0AA75A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AFBC913D-FC7A-4830-914B-E6DF6635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11F6D48-3A25-482C-8111-0E304146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D0FC69D-B206-4C53-A47E-B81DF12D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B810EE7-D0FB-4544-A3E0-1DB10835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B846F05D-0496-407C-8414-C15F92F3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7BF2609C-C316-494B-B275-C7F00C2F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9904D09-F062-4A18-AB8D-BA68D7E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6B46DC5-1420-44DC-A703-061A505E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0A6BC864-0BB0-4F95-B6D4-7C8FC62E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75A78D5A-50B1-4D61-87C3-0AD93201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4ABC968-CF78-44D9-938E-0FD93475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d878d2736441e">
            <a:extLst>
              <a:ext uri="{96DAC541-7B7A-43D3-8B79-37D633B846F1}">
                <asvg:svgBlip xmlns:asvg="http://schemas.microsoft.com/office/drawing/2016/SVG/main" r:embed="R592daaa129fa46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E0188936-A0C0-4C2A-8271-99062B19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c4e7b580246db">
            <a:extLst>
              <a:ext uri="{96DAC541-7B7A-43D3-8B79-37D633B846F1}">
                <asvg:svgBlip xmlns:asvg="http://schemas.microsoft.com/office/drawing/2016/SVG/main" r:embed="R330a3b9db1314b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652C5064-1302-4992-912B-DE7711E7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815075d3864e21">
            <a:extLst>
              <a:ext uri="{96DAC541-7B7A-43D3-8B79-37D633B846F1}">
                <asvg:svgBlip xmlns:asvg="http://schemas.microsoft.com/office/drawing/2016/SVG/main" r:embed="R101e166332214f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EAC7768C-9721-4B99-883F-3DC3665A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348eb394a46e8">
            <a:extLst>
              <a:ext uri="{96DAC541-7B7A-43D3-8B79-37D633B846F1}">
                <asvg:svgBlip xmlns:asvg="http://schemas.microsoft.com/office/drawing/2016/SVG/main" r:embed="Rd7fabf2b255d4b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5EA8B040-4B44-4C62-B0F2-4AF36296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d4518a5f74f0f">
            <a:extLst>
              <a:ext uri="{96DAC541-7B7A-43D3-8B79-37D633B846F1}">
                <asvg:svgBlip xmlns:asvg="http://schemas.microsoft.com/office/drawing/2016/SVG/main" r:embed="R29fd0e3061e0423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9FD299CE-5688-47A9-8353-0200461E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fa4619b554049">
            <a:extLst>
              <a:ext uri="{96DAC541-7B7A-43D3-8B79-37D633B846F1}">
                <asvg:svgBlip xmlns:asvg="http://schemas.microsoft.com/office/drawing/2016/SVG/main" r:embed="R859f9f3efeae42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65392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2DF31AA-924F-4717-A3AA-EAE560B1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5FB1FF8-66A8-4146-A48B-7B819777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94588CA8-140B-4774-9F74-31D17ACA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7F74862-7DAC-4B3F-AADC-4434B489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4393B34-EAAA-4503-A3AE-C9E976D5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E092E51-4FC3-432E-BA54-1C1D10FB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E4ABD38C-5533-4C6D-B18C-568824E6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fccbf8480f46ec">
            <a:extLst>
              <a:ext uri="{96DAC541-7B7A-43D3-8B79-37D633B846F1}">
                <asvg:svgBlip xmlns:asvg="http://schemas.microsoft.com/office/drawing/2016/SVG/main" r:embed="R72ac5d0c211e4d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82B4350-479E-407A-8B92-EC0BFB87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764752B-59A8-4149-8B76-2B885026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87039613-ECB9-493E-A9C9-9518A81A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c8636589d4b22">
            <a:extLst>
              <a:ext uri="{96DAC541-7B7A-43D3-8B79-37D633B846F1}">
                <asvg:svgBlip xmlns:asvg="http://schemas.microsoft.com/office/drawing/2016/SVG/main" r:embed="Rcbdfc47f8d7642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EE1CBF1-A65B-4646-9456-0761008F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88BA678-45BE-4028-A846-4112BC29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0A6681C-5363-4423-A86A-82C583B3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431f0b1114dbe">
            <a:extLst>
              <a:ext uri="{96DAC541-7B7A-43D3-8B79-37D633B846F1}">
                <asvg:svgBlip xmlns:asvg="http://schemas.microsoft.com/office/drawing/2016/SVG/main" r:embed="R890e9d3710ef46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7155EF05-73D7-40A8-AC56-257B0664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364A8A6-E166-4A1D-89A9-45938FBB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6A3F271-F625-4D77-BE13-99A69CE6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6c03f74a14c56">
            <a:extLst>
              <a:ext uri="{96DAC541-7B7A-43D3-8B79-37D633B846F1}">
                <asvg:svgBlip xmlns:asvg="http://schemas.microsoft.com/office/drawing/2016/SVG/main" r:embed="Rb4e30f47e0e740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001F8E8-BAE7-408A-86A4-2465DC5A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C1DF985-902C-47DE-A3B3-88CCFEB5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BF4CF94-458F-4007-B354-2618A8C4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E6547E7F-951F-4B65-B168-CE4B0229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E5064F3-B475-490A-B6BE-DE11B169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617137C-0A67-4A3D-9A9B-7D12D92F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e4f5710a743dc">
            <a:extLst>
              <a:ext uri="{96DAC541-7B7A-43D3-8B79-37D633B846F1}">
                <asvg:svgBlip xmlns:asvg="http://schemas.microsoft.com/office/drawing/2016/SVG/main" r:embed="R95dc0e0976d544c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00259A4-0763-4DD6-AA36-6B6442F5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E14147BE-887C-401A-8D14-319FFE56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26337A4-A9CB-4A8B-9AB7-223C9BD0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677deabeb4fea">
            <a:extLst>
              <a:ext uri="{96DAC541-7B7A-43D3-8B79-37D633B846F1}">
                <asvg:svgBlip xmlns:asvg="http://schemas.microsoft.com/office/drawing/2016/SVG/main" r:embed="Rcbae9f9b82274c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FF9D335F-B365-44E4-B5A3-8A93308C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DCE1792-3EC2-4792-898F-A525C964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FE83B517-4B77-4CBF-94A4-661EE966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C5341573-4A88-4B1D-884E-8A6C5440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39E75C98-2A59-4DD3-80A4-CB357D0A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AC239A5A-985E-4B80-8EB0-3D9797BF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d930f596a4b40">
            <a:extLst>
              <a:ext uri="{96DAC541-7B7A-43D3-8B79-37D633B846F1}">
                <asvg:svgBlip xmlns:asvg="http://schemas.microsoft.com/office/drawing/2016/SVG/main" r:embed="R2a704b533d8b40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13DB9EE0-C8E3-4C2B-B73F-3BE67AE7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1D65309E-FDC5-415D-98D1-93CC1211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14AC5912-F922-4ABB-91DD-8CADCE2D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6e527cdc14584">
            <a:extLst>
              <a:ext uri="{96DAC541-7B7A-43D3-8B79-37D633B846F1}">
                <asvg:svgBlip xmlns:asvg="http://schemas.microsoft.com/office/drawing/2016/SVG/main" r:embed="R37b00c32f00d4c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031671E1-00C6-4BD1-83DD-5C0E6686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4F137846-E218-4B35-B084-2157B68C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97B4C14-7776-4B9C-BD49-19D70EE9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B5DABEB1-2ABB-41DF-BA90-D775D0B7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41D0879-D8BE-498C-9804-93CC2222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4AC0F4A-1E9E-446F-A584-9DD30630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B852295-8AA1-4AD3-886C-771564C8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7870186-5E4C-4BCF-BF3A-A4362E75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F7F0D652-1919-4D61-8420-6172355D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C8199919-FF6A-4491-967D-BD5A14A0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A90105B-AC6C-4B1B-884A-28EDD13B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437CCB72-D2A7-4FCE-BC35-71A6B12B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24586FC-5D3E-44B6-84C2-F67F4774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3E00E3A-511D-4354-B1CF-8F523755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38DE863-81D6-4641-A40A-B2BFECDF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09C5785F-3BF3-4338-9BE2-DE0885BF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8F01A1D-5EAA-47FE-B464-30685D9E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9869797-1BEF-484D-898C-EC98218C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E90A537-92AD-47FE-AF25-B8F332D4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7B22EBEC-A2B7-4FA3-9D6B-2F7235D5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1CCFCDC8-4D8F-42CF-A7C6-0832F94D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6F2A664-5CDA-44F3-9533-642C75DA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6adda9d80455d">
            <a:extLst>
              <a:ext uri="{96DAC541-7B7A-43D3-8B79-37D633B846F1}">
                <asvg:svgBlip xmlns:asvg="http://schemas.microsoft.com/office/drawing/2016/SVG/main" r:embed="R4578989f10ff4e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7B0F7435-D5EA-41B2-AAF9-EB07B9DC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1541c5533487f">
            <a:extLst>
              <a:ext uri="{96DAC541-7B7A-43D3-8B79-37D633B846F1}">
                <asvg:svgBlip xmlns:asvg="http://schemas.microsoft.com/office/drawing/2016/SVG/main" r:embed="Rb20ecfe46ab744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D5D2DF8-2AF7-4A89-A1FA-29596CF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bdefb67940490a">
            <a:extLst>
              <a:ext uri="{96DAC541-7B7A-43D3-8B79-37D633B846F1}">
                <asvg:svgBlip xmlns:asvg="http://schemas.microsoft.com/office/drawing/2016/SVG/main" r:embed="Ra4dd9e5c22e443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86F79684-1A8E-4662-810E-C45D1A8D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790752d64cfe">
            <a:extLst>
              <a:ext uri="{96DAC541-7B7A-43D3-8B79-37D633B846F1}">
                <asvg:svgBlip xmlns:asvg="http://schemas.microsoft.com/office/drawing/2016/SVG/main" r:embed="Rce3d0228635548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5E92BF59-C79A-433D-BB07-1BFCB3E8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e979588134e1c">
            <a:extLst>
              <a:ext uri="{96DAC541-7B7A-43D3-8B79-37D633B846F1}">
                <asvg:svgBlip xmlns:asvg="http://schemas.microsoft.com/office/drawing/2016/SVG/main" r:embed="Rf4b10d3931ac40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77966E31-32CE-4148-BF99-64D022F7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8133cd92c489d">
            <a:extLst>
              <a:ext uri="{96DAC541-7B7A-43D3-8B79-37D633B846F1}">
                <asvg:svgBlip xmlns:asvg="http://schemas.microsoft.com/office/drawing/2016/SVG/main" r:embed="R196a4d14697c40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6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42B5EE1C-4651-4CB8-9CC0-A34DE750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9b269366843bb">
            <a:extLst>
              <a:ext uri="{96DAC541-7B7A-43D3-8B79-37D633B846F1}">
                <asvg:svgBlip xmlns:asvg="http://schemas.microsoft.com/office/drawing/2016/SVG/main" r:embed="Rcf58c0ebd4bf477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16380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841DB33-FA0E-4BF6-84F1-BE33DDC0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C7561DA-065F-4A2B-876D-C85B120C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43350"/>
            <a:ext cx="111442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A814454-0A61-4BE9-B548-639604AE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300954"/>
          </a:xfrm>
          <a:custGeom xmlns:a="http://schemas.openxmlformats.org/drawingml/2006/main">
            <a:pathLst>
              <a:path w="514350" h="2300954">
                <a:moveTo>
                  <a:pt x="0" y="0"/>
                </a:moveTo>
                <a:lnTo>
                  <a:pt x="22612" y="0"/>
                </a:lnTo>
                <a:lnTo>
                  <a:pt x="45225" y="0"/>
                </a:lnTo>
                <a:lnTo>
                  <a:pt x="67837" y="0"/>
                </a:lnTo>
                <a:lnTo>
                  <a:pt x="90449" y="0"/>
                </a:lnTo>
                <a:lnTo>
                  <a:pt x="113062" y="0"/>
                </a:lnTo>
                <a:lnTo>
                  <a:pt x="135674" y="0"/>
                </a:lnTo>
                <a:lnTo>
                  <a:pt x="158286" y="0"/>
                </a:lnTo>
                <a:lnTo>
                  <a:pt x="180899" y="0"/>
                </a:lnTo>
                <a:lnTo>
                  <a:pt x="203521" y="0"/>
                </a:lnTo>
                <a:lnTo>
                  <a:pt x="226133" y="0"/>
                </a:lnTo>
                <a:lnTo>
                  <a:pt x="248745" y="0"/>
                </a:lnTo>
                <a:lnTo>
                  <a:pt x="271358" y="0"/>
                </a:lnTo>
                <a:lnTo>
                  <a:pt x="293970" y="0"/>
                </a:lnTo>
                <a:lnTo>
                  <a:pt x="316582" y="0"/>
                </a:lnTo>
                <a:lnTo>
                  <a:pt x="339195" y="0"/>
                </a:lnTo>
                <a:lnTo>
                  <a:pt x="361807" y="0"/>
                </a:lnTo>
                <a:lnTo>
                  <a:pt x="384419" y="0"/>
                </a:lnTo>
                <a:lnTo>
                  <a:pt x="407032" y="0"/>
                </a:lnTo>
                <a:lnTo>
                  <a:pt x="429644" y="0"/>
                </a:lnTo>
                <a:lnTo>
                  <a:pt x="452257" y="0"/>
                </a:lnTo>
                <a:lnTo>
                  <a:pt x="474869" y="0"/>
                </a:lnTo>
                <a:lnTo>
                  <a:pt x="497481" y="0"/>
                </a:lnTo>
                <a:lnTo>
                  <a:pt x="514350" y="5744"/>
                </a:lnTo>
                <a:lnTo>
                  <a:pt x="514350" y="28356"/>
                </a:lnTo>
                <a:lnTo>
                  <a:pt x="514350" y="50968"/>
                </a:lnTo>
                <a:lnTo>
                  <a:pt x="514350" y="73581"/>
                </a:lnTo>
                <a:lnTo>
                  <a:pt x="514350" y="96203"/>
                </a:lnTo>
                <a:lnTo>
                  <a:pt x="514350" y="118815"/>
                </a:lnTo>
                <a:lnTo>
                  <a:pt x="514350" y="141427"/>
                </a:lnTo>
                <a:lnTo>
                  <a:pt x="514350" y="164040"/>
                </a:lnTo>
                <a:lnTo>
                  <a:pt x="514350" y="186652"/>
                </a:lnTo>
                <a:lnTo>
                  <a:pt x="514350" y="209264"/>
                </a:lnTo>
                <a:lnTo>
                  <a:pt x="514350" y="231877"/>
                </a:lnTo>
                <a:lnTo>
                  <a:pt x="514350" y="254489"/>
                </a:lnTo>
                <a:lnTo>
                  <a:pt x="514350" y="277101"/>
                </a:lnTo>
                <a:lnTo>
                  <a:pt x="514350" y="299714"/>
                </a:lnTo>
                <a:lnTo>
                  <a:pt x="514350" y="322326"/>
                </a:lnTo>
                <a:lnTo>
                  <a:pt x="514350" y="344938"/>
                </a:lnTo>
                <a:lnTo>
                  <a:pt x="514350" y="367551"/>
                </a:lnTo>
                <a:lnTo>
                  <a:pt x="514350" y="390163"/>
                </a:lnTo>
                <a:lnTo>
                  <a:pt x="514350" y="412775"/>
                </a:lnTo>
                <a:lnTo>
                  <a:pt x="514350" y="435388"/>
                </a:lnTo>
                <a:lnTo>
                  <a:pt x="514350" y="458000"/>
                </a:lnTo>
                <a:lnTo>
                  <a:pt x="514350" y="480622"/>
                </a:lnTo>
                <a:lnTo>
                  <a:pt x="514350" y="503234"/>
                </a:lnTo>
                <a:lnTo>
                  <a:pt x="514350" y="525847"/>
                </a:lnTo>
                <a:lnTo>
                  <a:pt x="514350" y="548459"/>
                </a:lnTo>
                <a:lnTo>
                  <a:pt x="514350" y="571071"/>
                </a:lnTo>
                <a:lnTo>
                  <a:pt x="514350" y="593684"/>
                </a:lnTo>
                <a:lnTo>
                  <a:pt x="514350" y="616296"/>
                </a:lnTo>
                <a:lnTo>
                  <a:pt x="514350" y="638908"/>
                </a:lnTo>
                <a:lnTo>
                  <a:pt x="514350" y="661521"/>
                </a:lnTo>
                <a:lnTo>
                  <a:pt x="514350" y="684133"/>
                </a:lnTo>
                <a:lnTo>
                  <a:pt x="514350" y="706745"/>
                </a:lnTo>
                <a:lnTo>
                  <a:pt x="514350" y="729358"/>
                </a:lnTo>
                <a:lnTo>
                  <a:pt x="514350" y="751970"/>
                </a:lnTo>
                <a:lnTo>
                  <a:pt x="514350" y="774583"/>
                </a:lnTo>
                <a:lnTo>
                  <a:pt x="514350" y="797195"/>
                </a:lnTo>
                <a:lnTo>
                  <a:pt x="514350" y="819807"/>
                </a:lnTo>
                <a:lnTo>
                  <a:pt x="514350" y="842420"/>
                </a:lnTo>
                <a:lnTo>
                  <a:pt x="514350" y="865041"/>
                </a:lnTo>
                <a:lnTo>
                  <a:pt x="514350" y="887654"/>
                </a:lnTo>
                <a:lnTo>
                  <a:pt x="514350" y="910266"/>
                </a:lnTo>
                <a:lnTo>
                  <a:pt x="514350" y="932879"/>
                </a:lnTo>
                <a:lnTo>
                  <a:pt x="514350" y="955491"/>
                </a:lnTo>
                <a:lnTo>
                  <a:pt x="514350" y="978103"/>
                </a:lnTo>
                <a:lnTo>
                  <a:pt x="514350" y="1000716"/>
                </a:lnTo>
                <a:lnTo>
                  <a:pt x="514350" y="1023328"/>
                </a:lnTo>
                <a:lnTo>
                  <a:pt x="514350" y="1045940"/>
                </a:lnTo>
                <a:lnTo>
                  <a:pt x="514350" y="1068553"/>
                </a:lnTo>
                <a:lnTo>
                  <a:pt x="514350" y="1091165"/>
                </a:lnTo>
                <a:lnTo>
                  <a:pt x="514350" y="1113777"/>
                </a:lnTo>
                <a:lnTo>
                  <a:pt x="514350" y="1136390"/>
                </a:lnTo>
                <a:lnTo>
                  <a:pt x="514350" y="1159002"/>
                </a:lnTo>
                <a:lnTo>
                  <a:pt x="514350" y="1181614"/>
                </a:lnTo>
                <a:lnTo>
                  <a:pt x="514350" y="1204227"/>
                </a:lnTo>
                <a:lnTo>
                  <a:pt x="514350" y="1226839"/>
                </a:lnTo>
                <a:lnTo>
                  <a:pt x="514350" y="1249451"/>
                </a:lnTo>
                <a:lnTo>
                  <a:pt x="514350" y="1272073"/>
                </a:lnTo>
                <a:lnTo>
                  <a:pt x="514350" y="1294686"/>
                </a:lnTo>
                <a:lnTo>
                  <a:pt x="514350" y="1317298"/>
                </a:lnTo>
                <a:lnTo>
                  <a:pt x="514350" y="1339910"/>
                </a:lnTo>
                <a:lnTo>
                  <a:pt x="514350" y="1362523"/>
                </a:lnTo>
                <a:lnTo>
                  <a:pt x="514350" y="1385135"/>
                </a:lnTo>
                <a:lnTo>
                  <a:pt x="514350" y="1407747"/>
                </a:lnTo>
                <a:lnTo>
                  <a:pt x="514350" y="1430360"/>
                </a:lnTo>
                <a:lnTo>
                  <a:pt x="514350" y="1452972"/>
                </a:lnTo>
                <a:lnTo>
                  <a:pt x="514350" y="1475584"/>
                </a:lnTo>
                <a:lnTo>
                  <a:pt x="514350" y="1498197"/>
                </a:lnTo>
                <a:lnTo>
                  <a:pt x="514350" y="1520809"/>
                </a:lnTo>
                <a:lnTo>
                  <a:pt x="514350" y="1543421"/>
                </a:lnTo>
                <a:lnTo>
                  <a:pt x="514350" y="1566034"/>
                </a:lnTo>
                <a:lnTo>
                  <a:pt x="514350" y="1588646"/>
                </a:lnTo>
                <a:lnTo>
                  <a:pt x="514350" y="1611259"/>
                </a:lnTo>
                <a:lnTo>
                  <a:pt x="514350" y="1633871"/>
                </a:lnTo>
                <a:lnTo>
                  <a:pt x="514350" y="1656493"/>
                </a:lnTo>
                <a:lnTo>
                  <a:pt x="514350" y="1679105"/>
                </a:lnTo>
                <a:lnTo>
                  <a:pt x="514350" y="1701717"/>
                </a:lnTo>
                <a:lnTo>
                  <a:pt x="514350" y="1724330"/>
                </a:lnTo>
                <a:lnTo>
                  <a:pt x="514350" y="1746942"/>
                </a:lnTo>
                <a:lnTo>
                  <a:pt x="514350" y="1769555"/>
                </a:lnTo>
                <a:lnTo>
                  <a:pt x="514350" y="1792167"/>
                </a:lnTo>
                <a:lnTo>
                  <a:pt x="514350" y="1814779"/>
                </a:lnTo>
                <a:lnTo>
                  <a:pt x="514350" y="1837392"/>
                </a:lnTo>
                <a:lnTo>
                  <a:pt x="514350" y="1860004"/>
                </a:lnTo>
                <a:lnTo>
                  <a:pt x="514350" y="1882616"/>
                </a:lnTo>
                <a:lnTo>
                  <a:pt x="514350" y="1905229"/>
                </a:lnTo>
                <a:lnTo>
                  <a:pt x="514350" y="1927841"/>
                </a:lnTo>
                <a:lnTo>
                  <a:pt x="514350" y="1950453"/>
                </a:lnTo>
                <a:lnTo>
                  <a:pt x="514350" y="1973066"/>
                </a:lnTo>
                <a:lnTo>
                  <a:pt x="514350" y="1995678"/>
                </a:lnTo>
                <a:lnTo>
                  <a:pt x="514350" y="2018290"/>
                </a:lnTo>
                <a:lnTo>
                  <a:pt x="514350" y="2040903"/>
                </a:lnTo>
                <a:lnTo>
                  <a:pt x="514350" y="2063525"/>
                </a:lnTo>
                <a:lnTo>
                  <a:pt x="514350" y="2086137"/>
                </a:lnTo>
                <a:lnTo>
                  <a:pt x="514350" y="2108749"/>
                </a:lnTo>
                <a:lnTo>
                  <a:pt x="514350" y="2131362"/>
                </a:lnTo>
                <a:lnTo>
                  <a:pt x="514350" y="2153974"/>
                </a:lnTo>
                <a:lnTo>
                  <a:pt x="501758" y="2169176"/>
                </a:lnTo>
                <a:lnTo>
                  <a:pt x="481984" y="2180158"/>
                </a:lnTo>
                <a:lnTo>
                  <a:pt x="462220" y="2191141"/>
                </a:lnTo>
                <a:lnTo>
                  <a:pt x="442455" y="2202123"/>
                </a:lnTo>
                <a:lnTo>
                  <a:pt x="422681" y="2213096"/>
                </a:lnTo>
                <a:lnTo>
                  <a:pt x="402917" y="2224078"/>
                </a:lnTo>
                <a:lnTo>
                  <a:pt x="383153" y="2235060"/>
                </a:lnTo>
                <a:lnTo>
                  <a:pt x="363379" y="2246043"/>
                </a:lnTo>
                <a:lnTo>
                  <a:pt x="343614" y="2257025"/>
                </a:lnTo>
                <a:lnTo>
                  <a:pt x="323850" y="2268007"/>
                </a:lnTo>
                <a:lnTo>
                  <a:pt x="304086" y="2278990"/>
                </a:lnTo>
                <a:lnTo>
                  <a:pt x="284312" y="2289972"/>
                </a:lnTo>
                <a:lnTo>
                  <a:pt x="264547" y="2300954"/>
                </a:lnTo>
                <a:lnTo>
                  <a:pt x="244783" y="2298163"/>
                </a:lnTo>
                <a:lnTo>
                  <a:pt x="225009" y="2287181"/>
                </a:lnTo>
                <a:lnTo>
                  <a:pt x="205245" y="2276199"/>
                </a:lnTo>
                <a:lnTo>
                  <a:pt x="185480" y="2265216"/>
                </a:lnTo>
                <a:lnTo>
                  <a:pt x="165706" y="2254234"/>
                </a:lnTo>
                <a:lnTo>
                  <a:pt x="145942" y="2243252"/>
                </a:lnTo>
                <a:lnTo>
                  <a:pt x="126178" y="2232269"/>
                </a:lnTo>
                <a:lnTo>
                  <a:pt x="106413" y="2221287"/>
                </a:lnTo>
                <a:lnTo>
                  <a:pt x="86639" y="2210305"/>
                </a:lnTo>
                <a:lnTo>
                  <a:pt x="66875" y="2199332"/>
                </a:lnTo>
                <a:lnTo>
                  <a:pt x="47111" y="2188350"/>
                </a:lnTo>
                <a:lnTo>
                  <a:pt x="27337" y="2177367"/>
                </a:lnTo>
                <a:lnTo>
                  <a:pt x="7572" y="2166385"/>
                </a:lnTo>
                <a:lnTo>
                  <a:pt x="0" y="2148221"/>
                </a:lnTo>
                <a:lnTo>
                  <a:pt x="0" y="2125609"/>
                </a:lnTo>
                <a:lnTo>
                  <a:pt x="0" y="2102996"/>
                </a:lnTo>
                <a:lnTo>
                  <a:pt x="0" y="2080384"/>
                </a:lnTo>
                <a:lnTo>
                  <a:pt x="0" y="2057771"/>
                </a:lnTo>
                <a:lnTo>
                  <a:pt x="0" y="2035159"/>
                </a:lnTo>
                <a:lnTo>
                  <a:pt x="0" y="2012547"/>
                </a:lnTo>
                <a:lnTo>
                  <a:pt x="0" y="1989934"/>
                </a:lnTo>
                <a:lnTo>
                  <a:pt x="0" y="1967322"/>
                </a:lnTo>
                <a:lnTo>
                  <a:pt x="0" y="1944710"/>
                </a:lnTo>
                <a:lnTo>
                  <a:pt x="0" y="1922097"/>
                </a:lnTo>
                <a:lnTo>
                  <a:pt x="0" y="1899485"/>
                </a:lnTo>
                <a:lnTo>
                  <a:pt x="0" y="1876873"/>
                </a:lnTo>
                <a:lnTo>
                  <a:pt x="0" y="1854260"/>
                </a:lnTo>
                <a:lnTo>
                  <a:pt x="0" y="1831648"/>
                </a:lnTo>
                <a:lnTo>
                  <a:pt x="0" y="1809036"/>
                </a:lnTo>
                <a:lnTo>
                  <a:pt x="0" y="1786423"/>
                </a:lnTo>
                <a:lnTo>
                  <a:pt x="0" y="1763801"/>
                </a:lnTo>
                <a:lnTo>
                  <a:pt x="0" y="1741189"/>
                </a:lnTo>
                <a:lnTo>
                  <a:pt x="0" y="1718577"/>
                </a:lnTo>
                <a:lnTo>
                  <a:pt x="0" y="1695964"/>
                </a:lnTo>
                <a:lnTo>
                  <a:pt x="0" y="1673352"/>
                </a:lnTo>
                <a:lnTo>
                  <a:pt x="0" y="1650740"/>
                </a:lnTo>
                <a:lnTo>
                  <a:pt x="0" y="1628127"/>
                </a:lnTo>
                <a:lnTo>
                  <a:pt x="0" y="1605515"/>
                </a:lnTo>
                <a:lnTo>
                  <a:pt x="0" y="1582903"/>
                </a:lnTo>
                <a:lnTo>
                  <a:pt x="0" y="1560290"/>
                </a:lnTo>
                <a:lnTo>
                  <a:pt x="0" y="1537678"/>
                </a:lnTo>
                <a:lnTo>
                  <a:pt x="0" y="1515066"/>
                </a:lnTo>
                <a:lnTo>
                  <a:pt x="0" y="1492453"/>
                </a:lnTo>
                <a:lnTo>
                  <a:pt x="0" y="1469841"/>
                </a:lnTo>
                <a:lnTo>
                  <a:pt x="0" y="1447229"/>
                </a:lnTo>
                <a:lnTo>
                  <a:pt x="0" y="1424616"/>
                </a:lnTo>
                <a:lnTo>
                  <a:pt x="0" y="1402004"/>
                </a:lnTo>
                <a:lnTo>
                  <a:pt x="0" y="1379391"/>
                </a:lnTo>
                <a:lnTo>
                  <a:pt x="0" y="1356770"/>
                </a:lnTo>
                <a:lnTo>
                  <a:pt x="0" y="1334157"/>
                </a:lnTo>
                <a:lnTo>
                  <a:pt x="0" y="1311545"/>
                </a:lnTo>
                <a:lnTo>
                  <a:pt x="0" y="1288933"/>
                </a:lnTo>
                <a:lnTo>
                  <a:pt x="0" y="1266320"/>
                </a:lnTo>
                <a:lnTo>
                  <a:pt x="0" y="1243708"/>
                </a:lnTo>
                <a:lnTo>
                  <a:pt x="0" y="1221095"/>
                </a:lnTo>
                <a:lnTo>
                  <a:pt x="0" y="1198483"/>
                </a:lnTo>
                <a:lnTo>
                  <a:pt x="0" y="1175871"/>
                </a:lnTo>
                <a:lnTo>
                  <a:pt x="0" y="1153258"/>
                </a:lnTo>
                <a:lnTo>
                  <a:pt x="0" y="1130646"/>
                </a:lnTo>
                <a:lnTo>
                  <a:pt x="0" y="1108034"/>
                </a:lnTo>
                <a:lnTo>
                  <a:pt x="0" y="1085421"/>
                </a:lnTo>
                <a:lnTo>
                  <a:pt x="0" y="1062809"/>
                </a:lnTo>
                <a:lnTo>
                  <a:pt x="0" y="1040197"/>
                </a:lnTo>
                <a:lnTo>
                  <a:pt x="0" y="1017584"/>
                </a:lnTo>
                <a:lnTo>
                  <a:pt x="0" y="994972"/>
                </a:lnTo>
                <a:lnTo>
                  <a:pt x="0" y="972350"/>
                </a:lnTo>
                <a:lnTo>
                  <a:pt x="0" y="949738"/>
                </a:lnTo>
                <a:lnTo>
                  <a:pt x="0" y="927125"/>
                </a:lnTo>
                <a:lnTo>
                  <a:pt x="0" y="904513"/>
                </a:lnTo>
                <a:lnTo>
                  <a:pt x="0" y="881901"/>
                </a:lnTo>
                <a:lnTo>
                  <a:pt x="0" y="859288"/>
                </a:lnTo>
                <a:lnTo>
                  <a:pt x="0" y="836676"/>
                </a:lnTo>
                <a:lnTo>
                  <a:pt x="0" y="814064"/>
                </a:lnTo>
                <a:lnTo>
                  <a:pt x="0" y="791451"/>
                </a:lnTo>
                <a:lnTo>
                  <a:pt x="0" y="768839"/>
                </a:lnTo>
                <a:lnTo>
                  <a:pt x="0" y="746227"/>
                </a:lnTo>
                <a:lnTo>
                  <a:pt x="0" y="723614"/>
                </a:lnTo>
                <a:lnTo>
                  <a:pt x="0" y="701002"/>
                </a:lnTo>
                <a:lnTo>
                  <a:pt x="0" y="678390"/>
                </a:lnTo>
                <a:lnTo>
                  <a:pt x="0" y="655777"/>
                </a:lnTo>
                <a:lnTo>
                  <a:pt x="0" y="633165"/>
                </a:lnTo>
                <a:lnTo>
                  <a:pt x="0" y="610553"/>
                </a:lnTo>
                <a:lnTo>
                  <a:pt x="0" y="587931"/>
                </a:lnTo>
                <a:lnTo>
                  <a:pt x="0" y="565318"/>
                </a:lnTo>
                <a:lnTo>
                  <a:pt x="0" y="542706"/>
                </a:lnTo>
                <a:lnTo>
                  <a:pt x="0" y="520094"/>
                </a:lnTo>
                <a:lnTo>
                  <a:pt x="0" y="497481"/>
                </a:lnTo>
                <a:lnTo>
                  <a:pt x="0" y="474869"/>
                </a:lnTo>
                <a:lnTo>
                  <a:pt x="0" y="452257"/>
                </a:lnTo>
                <a:lnTo>
                  <a:pt x="0" y="429644"/>
                </a:lnTo>
                <a:lnTo>
                  <a:pt x="0" y="407032"/>
                </a:lnTo>
                <a:lnTo>
                  <a:pt x="0" y="384419"/>
                </a:lnTo>
                <a:lnTo>
                  <a:pt x="0" y="361807"/>
                </a:lnTo>
                <a:lnTo>
                  <a:pt x="0" y="339195"/>
                </a:lnTo>
                <a:lnTo>
                  <a:pt x="0" y="316582"/>
                </a:lnTo>
                <a:lnTo>
                  <a:pt x="0" y="293970"/>
                </a:lnTo>
                <a:lnTo>
                  <a:pt x="0" y="271358"/>
                </a:lnTo>
                <a:lnTo>
                  <a:pt x="0" y="248745"/>
                </a:lnTo>
                <a:lnTo>
                  <a:pt x="0" y="226133"/>
                </a:lnTo>
                <a:lnTo>
                  <a:pt x="0" y="203521"/>
                </a:lnTo>
                <a:lnTo>
                  <a:pt x="0" y="180899"/>
                </a:lnTo>
                <a:lnTo>
                  <a:pt x="0" y="158286"/>
                </a:lnTo>
                <a:lnTo>
                  <a:pt x="0" y="135674"/>
                </a:lnTo>
                <a:lnTo>
                  <a:pt x="0" y="113062"/>
                </a:lnTo>
                <a:lnTo>
                  <a:pt x="0" y="90449"/>
                </a:lnTo>
                <a:lnTo>
                  <a:pt x="0" y="67837"/>
                </a:lnTo>
                <a:lnTo>
                  <a:pt x="0" y="45225"/>
                </a:lnTo>
                <a:lnTo>
                  <a:pt x="0" y="226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38768623-BA27-4EC5-897D-A7ED6D2A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43350"/>
            <a:ext cx="514350" cy="2266779"/>
          </a:xfrm>
          <a:custGeom xmlns:a="http://schemas.openxmlformats.org/drawingml/2006/main">
            <a:pathLst>
              <a:path w="514350" h="2266779">
                <a:moveTo>
                  <a:pt x="0" y="0"/>
                </a:moveTo>
                <a:lnTo>
                  <a:pt x="19755" y="10973"/>
                </a:lnTo>
                <a:lnTo>
                  <a:pt x="39519" y="21955"/>
                </a:lnTo>
                <a:lnTo>
                  <a:pt x="59274" y="32928"/>
                </a:lnTo>
                <a:lnTo>
                  <a:pt x="79038" y="43910"/>
                </a:lnTo>
                <a:lnTo>
                  <a:pt x="98793" y="54883"/>
                </a:lnTo>
                <a:lnTo>
                  <a:pt x="118558" y="65865"/>
                </a:lnTo>
                <a:lnTo>
                  <a:pt x="138313" y="76838"/>
                </a:lnTo>
                <a:lnTo>
                  <a:pt x="158077" y="87821"/>
                </a:lnTo>
                <a:lnTo>
                  <a:pt x="177832" y="98793"/>
                </a:lnTo>
                <a:lnTo>
                  <a:pt x="197596" y="109776"/>
                </a:lnTo>
                <a:lnTo>
                  <a:pt x="217351" y="120748"/>
                </a:lnTo>
                <a:lnTo>
                  <a:pt x="237115" y="131731"/>
                </a:lnTo>
                <a:lnTo>
                  <a:pt x="256870" y="142704"/>
                </a:lnTo>
                <a:lnTo>
                  <a:pt x="276635" y="132064"/>
                </a:lnTo>
                <a:lnTo>
                  <a:pt x="296389" y="121091"/>
                </a:lnTo>
                <a:lnTo>
                  <a:pt x="316154" y="110109"/>
                </a:lnTo>
                <a:lnTo>
                  <a:pt x="335909" y="99136"/>
                </a:lnTo>
                <a:lnTo>
                  <a:pt x="355673" y="88154"/>
                </a:lnTo>
                <a:lnTo>
                  <a:pt x="375428" y="77181"/>
                </a:lnTo>
                <a:lnTo>
                  <a:pt x="395192" y="66199"/>
                </a:lnTo>
                <a:lnTo>
                  <a:pt x="414947" y="55226"/>
                </a:lnTo>
                <a:lnTo>
                  <a:pt x="434702" y="44244"/>
                </a:lnTo>
                <a:lnTo>
                  <a:pt x="454466" y="33271"/>
                </a:lnTo>
                <a:lnTo>
                  <a:pt x="474221" y="22289"/>
                </a:lnTo>
                <a:lnTo>
                  <a:pt x="493986" y="11316"/>
                </a:lnTo>
                <a:lnTo>
                  <a:pt x="513740" y="333"/>
                </a:lnTo>
                <a:lnTo>
                  <a:pt x="514350" y="21908"/>
                </a:lnTo>
                <a:lnTo>
                  <a:pt x="514350" y="44510"/>
                </a:lnTo>
                <a:lnTo>
                  <a:pt x="514350" y="67123"/>
                </a:lnTo>
                <a:lnTo>
                  <a:pt x="514350" y="89726"/>
                </a:lnTo>
                <a:lnTo>
                  <a:pt x="514350" y="112328"/>
                </a:lnTo>
                <a:lnTo>
                  <a:pt x="514350" y="134931"/>
                </a:lnTo>
                <a:lnTo>
                  <a:pt x="514350" y="157534"/>
                </a:lnTo>
                <a:lnTo>
                  <a:pt x="514350" y="180137"/>
                </a:lnTo>
                <a:lnTo>
                  <a:pt x="514350" y="202740"/>
                </a:lnTo>
                <a:lnTo>
                  <a:pt x="514350" y="225342"/>
                </a:lnTo>
                <a:lnTo>
                  <a:pt x="514350" y="247945"/>
                </a:lnTo>
                <a:lnTo>
                  <a:pt x="514350" y="270558"/>
                </a:lnTo>
                <a:lnTo>
                  <a:pt x="514350" y="293160"/>
                </a:lnTo>
                <a:lnTo>
                  <a:pt x="514350" y="315763"/>
                </a:lnTo>
                <a:lnTo>
                  <a:pt x="514350" y="338366"/>
                </a:lnTo>
                <a:lnTo>
                  <a:pt x="514350" y="360969"/>
                </a:lnTo>
                <a:lnTo>
                  <a:pt x="514350" y="383572"/>
                </a:lnTo>
                <a:lnTo>
                  <a:pt x="514350" y="406175"/>
                </a:lnTo>
                <a:lnTo>
                  <a:pt x="514350" y="428777"/>
                </a:lnTo>
                <a:lnTo>
                  <a:pt x="514350" y="451390"/>
                </a:lnTo>
                <a:lnTo>
                  <a:pt x="514350" y="473993"/>
                </a:lnTo>
                <a:lnTo>
                  <a:pt x="514350" y="496595"/>
                </a:lnTo>
                <a:lnTo>
                  <a:pt x="514350" y="519198"/>
                </a:lnTo>
                <a:lnTo>
                  <a:pt x="514350" y="541801"/>
                </a:lnTo>
                <a:lnTo>
                  <a:pt x="514350" y="564404"/>
                </a:lnTo>
                <a:lnTo>
                  <a:pt x="514350" y="587007"/>
                </a:lnTo>
                <a:lnTo>
                  <a:pt x="514350" y="609610"/>
                </a:lnTo>
                <a:lnTo>
                  <a:pt x="514350" y="632212"/>
                </a:lnTo>
                <a:lnTo>
                  <a:pt x="514350" y="654825"/>
                </a:lnTo>
                <a:lnTo>
                  <a:pt x="514350" y="677428"/>
                </a:lnTo>
                <a:lnTo>
                  <a:pt x="514350" y="700030"/>
                </a:lnTo>
                <a:lnTo>
                  <a:pt x="514350" y="722633"/>
                </a:lnTo>
                <a:lnTo>
                  <a:pt x="514350" y="745236"/>
                </a:lnTo>
                <a:lnTo>
                  <a:pt x="514350" y="767839"/>
                </a:lnTo>
                <a:lnTo>
                  <a:pt x="514350" y="790442"/>
                </a:lnTo>
                <a:lnTo>
                  <a:pt x="514350" y="813044"/>
                </a:lnTo>
                <a:lnTo>
                  <a:pt x="514350" y="835647"/>
                </a:lnTo>
                <a:lnTo>
                  <a:pt x="514350" y="858260"/>
                </a:lnTo>
                <a:lnTo>
                  <a:pt x="514350" y="880862"/>
                </a:lnTo>
                <a:lnTo>
                  <a:pt x="514350" y="903465"/>
                </a:lnTo>
                <a:lnTo>
                  <a:pt x="514350" y="926068"/>
                </a:lnTo>
                <a:lnTo>
                  <a:pt x="514350" y="948671"/>
                </a:lnTo>
                <a:lnTo>
                  <a:pt x="514350" y="971274"/>
                </a:lnTo>
                <a:lnTo>
                  <a:pt x="514350" y="993877"/>
                </a:lnTo>
                <a:lnTo>
                  <a:pt x="514350" y="1016479"/>
                </a:lnTo>
                <a:lnTo>
                  <a:pt x="514350" y="1039092"/>
                </a:lnTo>
                <a:lnTo>
                  <a:pt x="514350" y="1061695"/>
                </a:lnTo>
                <a:lnTo>
                  <a:pt x="514350" y="1084297"/>
                </a:lnTo>
                <a:lnTo>
                  <a:pt x="514350" y="1106900"/>
                </a:lnTo>
                <a:lnTo>
                  <a:pt x="514350" y="1129503"/>
                </a:lnTo>
                <a:lnTo>
                  <a:pt x="514350" y="1152106"/>
                </a:lnTo>
                <a:lnTo>
                  <a:pt x="514350" y="1174709"/>
                </a:lnTo>
                <a:lnTo>
                  <a:pt x="514350" y="1197312"/>
                </a:lnTo>
                <a:lnTo>
                  <a:pt x="514350" y="1219914"/>
                </a:lnTo>
                <a:lnTo>
                  <a:pt x="514350" y="1242527"/>
                </a:lnTo>
                <a:lnTo>
                  <a:pt x="514350" y="1265130"/>
                </a:lnTo>
                <a:lnTo>
                  <a:pt x="514350" y="1287732"/>
                </a:lnTo>
                <a:lnTo>
                  <a:pt x="514350" y="1310335"/>
                </a:lnTo>
                <a:lnTo>
                  <a:pt x="514350" y="1332938"/>
                </a:lnTo>
                <a:lnTo>
                  <a:pt x="514350" y="1355541"/>
                </a:lnTo>
                <a:lnTo>
                  <a:pt x="514350" y="1378144"/>
                </a:lnTo>
                <a:lnTo>
                  <a:pt x="514350" y="1400747"/>
                </a:lnTo>
                <a:lnTo>
                  <a:pt x="514350" y="1423349"/>
                </a:lnTo>
                <a:lnTo>
                  <a:pt x="514350" y="1445962"/>
                </a:lnTo>
                <a:lnTo>
                  <a:pt x="514350" y="1468565"/>
                </a:lnTo>
                <a:lnTo>
                  <a:pt x="514350" y="1491167"/>
                </a:lnTo>
                <a:lnTo>
                  <a:pt x="514350" y="1513770"/>
                </a:lnTo>
                <a:lnTo>
                  <a:pt x="514350" y="1536373"/>
                </a:lnTo>
                <a:lnTo>
                  <a:pt x="514350" y="1558976"/>
                </a:lnTo>
                <a:lnTo>
                  <a:pt x="514350" y="1581579"/>
                </a:lnTo>
                <a:lnTo>
                  <a:pt x="514350" y="1604181"/>
                </a:lnTo>
                <a:lnTo>
                  <a:pt x="514350" y="1626794"/>
                </a:lnTo>
                <a:lnTo>
                  <a:pt x="514350" y="1649397"/>
                </a:lnTo>
                <a:lnTo>
                  <a:pt x="514350" y="1671999"/>
                </a:lnTo>
                <a:lnTo>
                  <a:pt x="514350" y="1694602"/>
                </a:lnTo>
                <a:lnTo>
                  <a:pt x="514350" y="1717205"/>
                </a:lnTo>
                <a:lnTo>
                  <a:pt x="514350" y="1739808"/>
                </a:lnTo>
                <a:lnTo>
                  <a:pt x="514350" y="1762411"/>
                </a:lnTo>
                <a:lnTo>
                  <a:pt x="514350" y="1785014"/>
                </a:lnTo>
                <a:lnTo>
                  <a:pt x="514350" y="1807616"/>
                </a:lnTo>
                <a:lnTo>
                  <a:pt x="514350" y="1830229"/>
                </a:lnTo>
                <a:lnTo>
                  <a:pt x="514350" y="1852832"/>
                </a:lnTo>
                <a:lnTo>
                  <a:pt x="514350" y="1875434"/>
                </a:lnTo>
                <a:lnTo>
                  <a:pt x="514350" y="1898037"/>
                </a:lnTo>
                <a:lnTo>
                  <a:pt x="514350" y="1920640"/>
                </a:lnTo>
                <a:lnTo>
                  <a:pt x="514350" y="1943243"/>
                </a:lnTo>
                <a:lnTo>
                  <a:pt x="514350" y="1965846"/>
                </a:lnTo>
                <a:lnTo>
                  <a:pt x="514350" y="1988449"/>
                </a:lnTo>
                <a:lnTo>
                  <a:pt x="514350" y="2011051"/>
                </a:lnTo>
                <a:lnTo>
                  <a:pt x="514350" y="2033664"/>
                </a:lnTo>
                <a:lnTo>
                  <a:pt x="514350" y="2056267"/>
                </a:lnTo>
                <a:lnTo>
                  <a:pt x="514350" y="2078869"/>
                </a:lnTo>
                <a:lnTo>
                  <a:pt x="514350" y="2101472"/>
                </a:lnTo>
                <a:lnTo>
                  <a:pt x="514350" y="2124075"/>
                </a:lnTo>
                <a:lnTo>
                  <a:pt x="494595" y="2135048"/>
                </a:lnTo>
                <a:lnTo>
                  <a:pt x="474831" y="2146030"/>
                </a:lnTo>
                <a:lnTo>
                  <a:pt x="455076" y="2157003"/>
                </a:lnTo>
                <a:lnTo>
                  <a:pt x="435312" y="2167985"/>
                </a:lnTo>
                <a:lnTo>
                  <a:pt x="415557" y="2178958"/>
                </a:lnTo>
                <a:lnTo>
                  <a:pt x="395792" y="2189940"/>
                </a:lnTo>
                <a:lnTo>
                  <a:pt x="376037" y="2200913"/>
                </a:lnTo>
                <a:lnTo>
                  <a:pt x="356273" y="2211896"/>
                </a:lnTo>
                <a:lnTo>
                  <a:pt x="336518" y="2222868"/>
                </a:lnTo>
                <a:lnTo>
                  <a:pt x="316754" y="2233851"/>
                </a:lnTo>
                <a:lnTo>
                  <a:pt x="296999" y="2244823"/>
                </a:lnTo>
                <a:lnTo>
                  <a:pt x="277235" y="2255806"/>
                </a:lnTo>
                <a:lnTo>
                  <a:pt x="257480" y="2266779"/>
                </a:lnTo>
                <a:lnTo>
                  <a:pt x="237715" y="2256139"/>
                </a:lnTo>
                <a:lnTo>
                  <a:pt x="217961" y="2245166"/>
                </a:lnTo>
                <a:lnTo>
                  <a:pt x="198196" y="2234184"/>
                </a:lnTo>
                <a:lnTo>
                  <a:pt x="178441" y="2223211"/>
                </a:lnTo>
                <a:lnTo>
                  <a:pt x="158677" y="2212229"/>
                </a:lnTo>
                <a:lnTo>
                  <a:pt x="138922" y="2201256"/>
                </a:lnTo>
                <a:lnTo>
                  <a:pt x="119158" y="2190274"/>
                </a:lnTo>
                <a:lnTo>
                  <a:pt x="99403" y="2179301"/>
                </a:lnTo>
                <a:lnTo>
                  <a:pt x="79648" y="2168319"/>
                </a:lnTo>
                <a:lnTo>
                  <a:pt x="59884" y="2157346"/>
                </a:lnTo>
                <a:lnTo>
                  <a:pt x="40129" y="2146364"/>
                </a:lnTo>
                <a:lnTo>
                  <a:pt x="20364" y="2135391"/>
                </a:lnTo>
                <a:lnTo>
                  <a:pt x="610" y="2124408"/>
                </a:lnTo>
                <a:lnTo>
                  <a:pt x="0" y="2102168"/>
                </a:lnTo>
                <a:lnTo>
                  <a:pt x="0" y="2079565"/>
                </a:lnTo>
                <a:lnTo>
                  <a:pt x="0" y="2056952"/>
                </a:lnTo>
                <a:lnTo>
                  <a:pt x="0" y="2034350"/>
                </a:lnTo>
                <a:lnTo>
                  <a:pt x="0" y="2011747"/>
                </a:lnTo>
                <a:lnTo>
                  <a:pt x="0" y="1989144"/>
                </a:lnTo>
                <a:lnTo>
                  <a:pt x="0" y="1966541"/>
                </a:lnTo>
                <a:lnTo>
                  <a:pt x="0" y="1943938"/>
                </a:lnTo>
                <a:lnTo>
                  <a:pt x="0" y="1921335"/>
                </a:lnTo>
                <a:lnTo>
                  <a:pt x="0" y="1898733"/>
                </a:lnTo>
                <a:lnTo>
                  <a:pt x="0" y="1876130"/>
                </a:lnTo>
                <a:lnTo>
                  <a:pt x="0" y="1853517"/>
                </a:lnTo>
                <a:lnTo>
                  <a:pt x="0" y="1830915"/>
                </a:lnTo>
                <a:lnTo>
                  <a:pt x="0" y="1808312"/>
                </a:lnTo>
                <a:lnTo>
                  <a:pt x="0" y="1785709"/>
                </a:lnTo>
                <a:lnTo>
                  <a:pt x="0" y="1763106"/>
                </a:lnTo>
                <a:lnTo>
                  <a:pt x="0" y="1740503"/>
                </a:lnTo>
                <a:lnTo>
                  <a:pt x="0" y="1717900"/>
                </a:lnTo>
                <a:lnTo>
                  <a:pt x="0" y="1695298"/>
                </a:lnTo>
                <a:lnTo>
                  <a:pt x="0" y="1672695"/>
                </a:lnTo>
                <a:lnTo>
                  <a:pt x="0" y="1650082"/>
                </a:lnTo>
                <a:lnTo>
                  <a:pt x="0" y="1627480"/>
                </a:lnTo>
                <a:lnTo>
                  <a:pt x="0" y="1604877"/>
                </a:lnTo>
                <a:lnTo>
                  <a:pt x="0" y="1582274"/>
                </a:lnTo>
                <a:lnTo>
                  <a:pt x="0" y="1559671"/>
                </a:lnTo>
                <a:lnTo>
                  <a:pt x="0" y="1537068"/>
                </a:lnTo>
                <a:lnTo>
                  <a:pt x="0" y="1514465"/>
                </a:lnTo>
                <a:lnTo>
                  <a:pt x="0" y="1491863"/>
                </a:lnTo>
                <a:lnTo>
                  <a:pt x="0" y="1469250"/>
                </a:lnTo>
                <a:lnTo>
                  <a:pt x="0" y="1446647"/>
                </a:lnTo>
                <a:lnTo>
                  <a:pt x="0" y="1424045"/>
                </a:lnTo>
                <a:lnTo>
                  <a:pt x="0" y="1401442"/>
                </a:lnTo>
                <a:lnTo>
                  <a:pt x="0" y="1378839"/>
                </a:lnTo>
                <a:lnTo>
                  <a:pt x="0" y="1356236"/>
                </a:lnTo>
                <a:lnTo>
                  <a:pt x="0" y="1333633"/>
                </a:lnTo>
                <a:lnTo>
                  <a:pt x="0" y="1311031"/>
                </a:lnTo>
                <a:lnTo>
                  <a:pt x="0" y="1288428"/>
                </a:lnTo>
                <a:lnTo>
                  <a:pt x="0" y="1265815"/>
                </a:lnTo>
                <a:lnTo>
                  <a:pt x="0" y="1243213"/>
                </a:lnTo>
                <a:lnTo>
                  <a:pt x="0" y="1220610"/>
                </a:lnTo>
                <a:lnTo>
                  <a:pt x="0" y="1198007"/>
                </a:lnTo>
                <a:lnTo>
                  <a:pt x="0" y="1175404"/>
                </a:lnTo>
                <a:lnTo>
                  <a:pt x="0" y="1152801"/>
                </a:lnTo>
                <a:lnTo>
                  <a:pt x="0" y="1130198"/>
                </a:lnTo>
                <a:lnTo>
                  <a:pt x="0" y="1107596"/>
                </a:lnTo>
                <a:lnTo>
                  <a:pt x="0" y="1084993"/>
                </a:lnTo>
                <a:lnTo>
                  <a:pt x="0" y="1062380"/>
                </a:lnTo>
                <a:lnTo>
                  <a:pt x="0" y="1039778"/>
                </a:lnTo>
                <a:lnTo>
                  <a:pt x="0" y="1017175"/>
                </a:lnTo>
                <a:lnTo>
                  <a:pt x="0" y="994572"/>
                </a:lnTo>
                <a:lnTo>
                  <a:pt x="0" y="971969"/>
                </a:lnTo>
                <a:lnTo>
                  <a:pt x="0" y="949366"/>
                </a:lnTo>
                <a:lnTo>
                  <a:pt x="0" y="926763"/>
                </a:lnTo>
                <a:lnTo>
                  <a:pt x="0" y="904161"/>
                </a:lnTo>
                <a:lnTo>
                  <a:pt x="0" y="881548"/>
                </a:lnTo>
                <a:lnTo>
                  <a:pt x="0" y="858945"/>
                </a:lnTo>
                <a:lnTo>
                  <a:pt x="0" y="836343"/>
                </a:lnTo>
                <a:lnTo>
                  <a:pt x="0" y="813740"/>
                </a:lnTo>
                <a:lnTo>
                  <a:pt x="0" y="791137"/>
                </a:lnTo>
                <a:lnTo>
                  <a:pt x="0" y="768534"/>
                </a:lnTo>
                <a:lnTo>
                  <a:pt x="0" y="745931"/>
                </a:lnTo>
                <a:lnTo>
                  <a:pt x="0" y="723329"/>
                </a:lnTo>
                <a:lnTo>
                  <a:pt x="0" y="700726"/>
                </a:lnTo>
                <a:lnTo>
                  <a:pt x="0" y="678113"/>
                </a:lnTo>
                <a:lnTo>
                  <a:pt x="0" y="655510"/>
                </a:lnTo>
                <a:lnTo>
                  <a:pt x="0" y="632908"/>
                </a:lnTo>
                <a:lnTo>
                  <a:pt x="0" y="610305"/>
                </a:lnTo>
                <a:lnTo>
                  <a:pt x="0" y="587702"/>
                </a:lnTo>
                <a:lnTo>
                  <a:pt x="0" y="565099"/>
                </a:lnTo>
                <a:lnTo>
                  <a:pt x="0" y="542496"/>
                </a:lnTo>
                <a:lnTo>
                  <a:pt x="0" y="519894"/>
                </a:lnTo>
                <a:lnTo>
                  <a:pt x="0" y="497291"/>
                </a:lnTo>
                <a:lnTo>
                  <a:pt x="0" y="474678"/>
                </a:lnTo>
                <a:lnTo>
                  <a:pt x="0" y="452076"/>
                </a:lnTo>
                <a:lnTo>
                  <a:pt x="0" y="429473"/>
                </a:lnTo>
                <a:lnTo>
                  <a:pt x="0" y="406870"/>
                </a:lnTo>
                <a:lnTo>
                  <a:pt x="0" y="384267"/>
                </a:lnTo>
                <a:lnTo>
                  <a:pt x="0" y="361664"/>
                </a:lnTo>
                <a:lnTo>
                  <a:pt x="0" y="339061"/>
                </a:lnTo>
                <a:lnTo>
                  <a:pt x="0" y="316459"/>
                </a:lnTo>
                <a:lnTo>
                  <a:pt x="0" y="293856"/>
                </a:lnTo>
                <a:lnTo>
                  <a:pt x="0" y="271243"/>
                </a:lnTo>
                <a:lnTo>
                  <a:pt x="0" y="248641"/>
                </a:lnTo>
                <a:lnTo>
                  <a:pt x="0" y="226038"/>
                </a:lnTo>
                <a:lnTo>
                  <a:pt x="0" y="203435"/>
                </a:lnTo>
                <a:lnTo>
                  <a:pt x="0" y="180832"/>
                </a:lnTo>
                <a:lnTo>
                  <a:pt x="0" y="158229"/>
                </a:lnTo>
                <a:lnTo>
                  <a:pt x="0" y="135626"/>
                </a:lnTo>
                <a:lnTo>
                  <a:pt x="0" y="113024"/>
                </a:lnTo>
                <a:lnTo>
                  <a:pt x="0" y="90411"/>
                </a:lnTo>
                <a:lnTo>
                  <a:pt x="0" y="67808"/>
                </a:lnTo>
                <a:lnTo>
                  <a:pt x="0" y="45206"/>
                </a:lnTo>
                <a:lnTo>
                  <a:pt x="0" y="2260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6DF01ED-5079-468A-9264-18E368EF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0597" cy="634117"/>
          </a:xfrm>
          <a:custGeom xmlns:a="http://schemas.openxmlformats.org/drawingml/2006/main">
            <a:pathLst>
              <a:path w="3330597" h="634117">
                <a:moveTo>
                  <a:pt x="0" y="0"/>
                </a:moveTo>
                <a:lnTo>
                  <a:pt x="13878" y="27480"/>
                </a:lnTo>
                <a:lnTo>
                  <a:pt x="27746" y="54969"/>
                </a:lnTo>
                <a:lnTo>
                  <a:pt x="41624" y="82448"/>
                </a:lnTo>
                <a:lnTo>
                  <a:pt x="55502" y="109938"/>
                </a:lnTo>
                <a:lnTo>
                  <a:pt x="69380" y="137417"/>
                </a:lnTo>
                <a:lnTo>
                  <a:pt x="83249" y="164906"/>
                </a:lnTo>
                <a:lnTo>
                  <a:pt x="97126" y="192386"/>
                </a:lnTo>
                <a:lnTo>
                  <a:pt x="111004" y="219875"/>
                </a:lnTo>
                <a:lnTo>
                  <a:pt x="124873" y="247355"/>
                </a:lnTo>
                <a:lnTo>
                  <a:pt x="138751" y="274844"/>
                </a:lnTo>
                <a:lnTo>
                  <a:pt x="152629" y="302324"/>
                </a:lnTo>
                <a:lnTo>
                  <a:pt x="166507" y="329813"/>
                </a:lnTo>
                <a:lnTo>
                  <a:pt x="180375" y="357292"/>
                </a:lnTo>
                <a:lnTo>
                  <a:pt x="194253" y="384781"/>
                </a:lnTo>
                <a:lnTo>
                  <a:pt x="208131" y="412261"/>
                </a:lnTo>
                <a:lnTo>
                  <a:pt x="222009" y="439741"/>
                </a:lnTo>
                <a:lnTo>
                  <a:pt x="235877" y="467230"/>
                </a:lnTo>
                <a:lnTo>
                  <a:pt x="249755" y="494709"/>
                </a:lnTo>
                <a:lnTo>
                  <a:pt x="263633" y="522199"/>
                </a:lnTo>
                <a:lnTo>
                  <a:pt x="277501" y="549678"/>
                </a:lnTo>
                <a:lnTo>
                  <a:pt x="296723" y="571824"/>
                </a:lnTo>
                <a:lnTo>
                  <a:pt x="326269" y="580368"/>
                </a:lnTo>
                <a:lnTo>
                  <a:pt x="356521" y="586073"/>
                </a:lnTo>
                <a:lnTo>
                  <a:pt x="386972" y="590540"/>
                </a:lnTo>
                <a:lnTo>
                  <a:pt x="417538" y="594284"/>
                </a:lnTo>
                <a:lnTo>
                  <a:pt x="448151" y="597522"/>
                </a:lnTo>
                <a:lnTo>
                  <a:pt x="478803" y="600389"/>
                </a:lnTo>
                <a:lnTo>
                  <a:pt x="509483" y="602971"/>
                </a:lnTo>
                <a:lnTo>
                  <a:pt x="540182" y="605304"/>
                </a:lnTo>
                <a:lnTo>
                  <a:pt x="570900" y="607447"/>
                </a:lnTo>
                <a:lnTo>
                  <a:pt x="601628" y="609429"/>
                </a:lnTo>
                <a:lnTo>
                  <a:pt x="632355" y="611248"/>
                </a:lnTo>
                <a:lnTo>
                  <a:pt x="663102" y="612953"/>
                </a:lnTo>
                <a:lnTo>
                  <a:pt x="693849" y="614543"/>
                </a:lnTo>
                <a:lnTo>
                  <a:pt x="724595" y="616020"/>
                </a:lnTo>
                <a:lnTo>
                  <a:pt x="755352" y="617410"/>
                </a:lnTo>
                <a:lnTo>
                  <a:pt x="786117" y="618715"/>
                </a:lnTo>
                <a:lnTo>
                  <a:pt x="816874" y="619954"/>
                </a:lnTo>
                <a:lnTo>
                  <a:pt x="847639" y="621097"/>
                </a:lnTo>
                <a:lnTo>
                  <a:pt x="878415" y="622183"/>
                </a:lnTo>
                <a:lnTo>
                  <a:pt x="909180" y="623202"/>
                </a:lnTo>
                <a:lnTo>
                  <a:pt x="939956" y="624164"/>
                </a:lnTo>
                <a:lnTo>
                  <a:pt x="970731" y="625059"/>
                </a:lnTo>
                <a:lnTo>
                  <a:pt x="1001506" y="625916"/>
                </a:lnTo>
                <a:lnTo>
                  <a:pt x="1032281" y="626707"/>
                </a:lnTo>
                <a:lnTo>
                  <a:pt x="1063066" y="627459"/>
                </a:lnTo>
                <a:lnTo>
                  <a:pt x="1093841" y="628164"/>
                </a:lnTo>
                <a:lnTo>
                  <a:pt x="1124626" y="628812"/>
                </a:lnTo>
                <a:lnTo>
                  <a:pt x="1155402" y="629431"/>
                </a:lnTo>
                <a:lnTo>
                  <a:pt x="1186186" y="630003"/>
                </a:lnTo>
                <a:lnTo>
                  <a:pt x="1216971" y="630526"/>
                </a:lnTo>
                <a:lnTo>
                  <a:pt x="1247756" y="631022"/>
                </a:lnTo>
                <a:lnTo>
                  <a:pt x="1278541" y="631469"/>
                </a:lnTo>
                <a:lnTo>
                  <a:pt x="1309326" y="631879"/>
                </a:lnTo>
                <a:lnTo>
                  <a:pt x="1340110" y="632260"/>
                </a:lnTo>
                <a:lnTo>
                  <a:pt x="1370895" y="632593"/>
                </a:lnTo>
                <a:lnTo>
                  <a:pt x="1401680" y="632898"/>
                </a:lnTo>
                <a:lnTo>
                  <a:pt x="1432474" y="633174"/>
                </a:lnTo>
                <a:lnTo>
                  <a:pt x="1463259" y="633403"/>
                </a:lnTo>
                <a:lnTo>
                  <a:pt x="1494044" y="633603"/>
                </a:lnTo>
                <a:lnTo>
                  <a:pt x="1524829" y="633774"/>
                </a:lnTo>
                <a:lnTo>
                  <a:pt x="1555623" y="633908"/>
                </a:lnTo>
                <a:lnTo>
                  <a:pt x="1586408" y="634013"/>
                </a:lnTo>
                <a:lnTo>
                  <a:pt x="1617193" y="634079"/>
                </a:lnTo>
                <a:lnTo>
                  <a:pt x="1647987" y="634117"/>
                </a:lnTo>
                <a:lnTo>
                  <a:pt x="1678772" y="634117"/>
                </a:lnTo>
                <a:lnTo>
                  <a:pt x="1709557" y="634089"/>
                </a:lnTo>
                <a:lnTo>
                  <a:pt x="1740351" y="634032"/>
                </a:lnTo>
                <a:lnTo>
                  <a:pt x="1771136" y="633936"/>
                </a:lnTo>
                <a:lnTo>
                  <a:pt x="1801920" y="633813"/>
                </a:lnTo>
                <a:lnTo>
                  <a:pt x="1832715" y="633651"/>
                </a:lnTo>
                <a:lnTo>
                  <a:pt x="1863500" y="633460"/>
                </a:lnTo>
                <a:lnTo>
                  <a:pt x="1894284" y="633232"/>
                </a:lnTo>
                <a:lnTo>
                  <a:pt x="1925069" y="632965"/>
                </a:lnTo>
                <a:lnTo>
                  <a:pt x="1955854" y="632670"/>
                </a:lnTo>
                <a:lnTo>
                  <a:pt x="1986648" y="632336"/>
                </a:lnTo>
                <a:lnTo>
                  <a:pt x="2017433" y="631974"/>
                </a:lnTo>
                <a:lnTo>
                  <a:pt x="2048218" y="631565"/>
                </a:lnTo>
                <a:lnTo>
                  <a:pt x="2079003" y="631127"/>
                </a:lnTo>
                <a:lnTo>
                  <a:pt x="2109788" y="630641"/>
                </a:lnTo>
                <a:lnTo>
                  <a:pt x="2140572" y="630126"/>
                </a:lnTo>
                <a:lnTo>
                  <a:pt x="2171348" y="629564"/>
                </a:lnTo>
                <a:lnTo>
                  <a:pt x="2202132" y="628964"/>
                </a:lnTo>
                <a:lnTo>
                  <a:pt x="2232917" y="628317"/>
                </a:lnTo>
                <a:lnTo>
                  <a:pt x="2263692" y="627621"/>
                </a:lnTo>
                <a:lnTo>
                  <a:pt x="2294477" y="626888"/>
                </a:lnTo>
                <a:lnTo>
                  <a:pt x="2325253" y="626097"/>
                </a:lnTo>
                <a:lnTo>
                  <a:pt x="2356028" y="625259"/>
                </a:lnTo>
                <a:lnTo>
                  <a:pt x="2386803" y="624373"/>
                </a:lnTo>
                <a:lnTo>
                  <a:pt x="2417578" y="623421"/>
                </a:lnTo>
                <a:lnTo>
                  <a:pt x="2448344" y="622421"/>
                </a:lnTo>
                <a:lnTo>
                  <a:pt x="2479119" y="621344"/>
                </a:lnTo>
                <a:lnTo>
                  <a:pt x="2509885" y="620211"/>
                </a:lnTo>
                <a:lnTo>
                  <a:pt x="2540651" y="619011"/>
                </a:lnTo>
                <a:lnTo>
                  <a:pt x="2571407" y="617725"/>
                </a:lnTo>
                <a:lnTo>
                  <a:pt x="2602163" y="616344"/>
                </a:lnTo>
                <a:lnTo>
                  <a:pt x="2632920" y="614886"/>
                </a:lnTo>
                <a:lnTo>
                  <a:pt x="2663666" y="613324"/>
                </a:lnTo>
                <a:lnTo>
                  <a:pt x="2694413" y="611648"/>
                </a:lnTo>
                <a:lnTo>
                  <a:pt x="2725141" y="609848"/>
                </a:lnTo>
                <a:lnTo>
                  <a:pt x="2755868" y="607914"/>
                </a:lnTo>
                <a:lnTo>
                  <a:pt x="2786586" y="605809"/>
                </a:lnTo>
                <a:lnTo>
                  <a:pt x="2817295" y="603514"/>
                </a:lnTo>
                <a:lnTo>
                  <a:pt x="2847975" y="600999"/>
                </a:lnTo>
                <a:lnTo>
                  <a:pt x="2878636" y="598199"/>
                </a:lnTo>
                <a:lnTo>
                  <a:pt x="2909259" y="595055"/>
                </a:lnTo>
                <a:lnTo>
                  <a:pt x="2939834" y="591445"/>
                </a:lnTo>
                <a:lnTo>
                  <a:pt x="2970324" y="587169"/>
                </a:lnTo>
                <a:lnTo>
                  <a:pt x="3000642" y="581825"/>
                </a:lnTo>
                <a:lnTo>
                  <a:pt x="3030464" y="574234"/>
                </a:lnTo>
                <a:lnTo>
                  <a:pt x="3053096" y="555927"/>
                </a:lnTo>
                <a:lnTo>
                  <a:pt x="3066964" y="528437"/>
                </a:lnTo>
                <a:lnTo>
                  <a:pt x="3080842" y="500958"/>
                </a:lnTo>
                <a:lnTo>
                  <a:pt x="3094720" y="473469"/>
                </a:lnTo>
                <a:lnTo>
                  <a:pt x="3108598" y="445989"/>
                </a:lnTo>
                <a:lnTo>
                  <a:pt x="3122466" y="418500"/>
                </a:lnTo>
                <a:lnTo>
                  <a:pt x="3136344" y="391020"/>
                </a:lnTo>
                <a:lnTo>
                  <a:pt x="3150222" y="363541"/>
                </a:lnTo>
                <a:lnTo>
                  <a:pt x="3164091" y="336052"/>
                </a:lnTo>
                <a:lnTo>
                  <a:pt x="3177969" y="308572"/>
                </a:lnTo>
                <a:lnTo>
                  <a:pt x="3191847" y="281083"/>
                </a:lnTo>
                <a:lnTo>
                  <a:pt x="3205724" y="253603"/>
                </a:lnTo>
                <a:lnTo>
                  <a:pt x="3219593" y="226114"/>
                </a:lnTo>
                <a:lnTo>
                  <a:pt x="3233471" y="198634"/>
                </a:lnTo>
                <a:lnTo>
                  <a:pt x="3247349" y="171145"/>
                </a:lnTo>
                <a:lnTo>
                  <a:pt x="3261217" y="143666"/>
                </a:lnTo>
                <a:lnTo>
                  <a:pt x="3275095" y="116176"/>
                </a:lnTo>
                <a:lnTo>
                  <a:pt x="3288973" y="88697"/>
                </a:lnTo>
                <a:lnTo>
                  <a:pt x="3302851" y="61208"/>
                </a:lnTo>
                <a:lnTo>
                  <a:pt x="3316719" y="33728"/>
                </a:lnTo>
                <a:lnTo>
                  <a:pt x="3330597" y="6239"/>
                </a:lnTo>
                <a:lnTo>
                  <a:pt x="3314795" y="12525"/>
                </a:lnTo>
                <a:lnTo>
                  <a:pt x="3284877" y="19726"/>
                </a:lnTo>
                <a:lnTo>
                  <a:pt x="3254502" y="24746"/>
                </a:lnTo>
                <a:lnTo>
                  <a:pt x="3223984" y="28756"/>
                </a:lnTo>
                <a:lnTo>
                  <a:pt x="3193380" y="32147"/>
                </a:lnTo>
                <a:lnTo>
                  <a:pt x="3162738" y="35109"/>
                </a:lnTo>
                <a:lnTo>
                  <a:pt x="3132058" y="37748"/>
                </a:lnTo>
                <a:lnTo>
                  <a:pt x="3101369" y="40138"/>
                </a:lnTo>
                <a:lnTo>
                  <a:pt x="3070650" y="42320"/>
                </a:lnTo>
                <a:lnTo>
                  <a:pt x="3039932" y="44329"/>
                </a:lnTo>
                <a:lnTo>
                  <a:pt x="3009205" y="46187"/>
                </a:lnTo>
                <a:lnTo>
                  <a:pt x="2978458" y="47930"/>
                </a:lnTo>
                <a:lnTo>
                  <a:pt x="2947721" y="49549"/>
                </a:lnTo>
                <a:lnTo>
                  <a:pt x="2916965" y="51073"/>
                </a:lnTo>
                <a:lnTo>
                  <a:pt x="2886208" y="52502"/>
                </a:lnTo>
                <a:lnTo>
                  <a:pt x="2855452" y="53854"/>
                </a:lnTo>
                <a:lnTo>
                  <a:pt x="2824696" y="55131"/>
                </a:lnTo>
                <a:lnTo>
                  <a:pt x="2793930" y="56340"/>
                </a:lnTo>
                <a:lnTo>
                  <a:pt x="2763164" y="57493"/>
                </a:lnTo>
                <a:lnTo>
                  <a:pt x="2732389" y="58579"/>
                </a:lnTo>
                <a:lnTo>
                  <a:pt x="2701623" y="59607"/>
                </a:lnTo>
                <a:lnTo>
                  <a:pt x="2670848" y="60589"/>
                </a:lnTo>
                <a:lnTo>
                  <a:pt x="2640073" y="61522"/>
                </a:lnTo>
                <a:lnTo>
                  <a:pt x="2609298" y="62408"/>
                </a:lnTo>
                <a:lnTo>
                  <a:pt x="2578522" y="63246"/>
                </a:lnTo>
                <a:lnTo>
                  <a:pt x="2547747" y="64046"/>
                </a:lnTo>
                <a:lnTo>
                  <a:pt x="2516972" y="64808"/>
                </a:lnTo>
                <a:lnTo>
                  <a:pt x="2486187" y="65532"/>
                </a:lnTo>
                <a:lnTo>
                  <a:pt x="2455412" y="66218"/>
                </a:lnTo>
                <a:lnTo>
                  <a:pt x="2424627" y="66875"/>
                </a:lnTo>
                <a:lnTo>
                  <a:pt x="2393852" y="67485"/>
                </a:lnTo>
                <a:lnTo>
                  <a:pt x="2363067" y="68075"/>
                </a:lnTo>
                <a:lnTo>
                  <a:pt x="2332282" y="68628"/>
                </a:lnTo>
                <a:lnTo>
                  <a:pt x="2301497" y="69152"/>
                </a:lnTo>
                <a:lnTo>
                  <a:pt x="2270712" y="69647"/>
                </a:lnTo>
                <a:lnTo>
                  <a:pt x="2239928" y="70114"/>
                </a:lnTo>
                <a:lnTo>
                  <a:pt x="2209143" y="70542"/>
                </a:lnTo>
                <a:lnTo>
                  <a:pt x="2178358" y="70952"/>
                </a:lnTo>
                <a:lnTo>
                  <a:pt x="2147573" y="71333"/>
                </a:lnTo>
                <a:lnTo>
                  <a:pt x="2116788" y="71695"/>
                </a:lnTo>
                <a:lnTo>
                  <a:pt x="2086004" y="72028"/>
                </a:lnTo>
                <a:lnTo>
                  <a:pt x="2055219" y="72333"/>
                </a:lnTo>
                <a:lnTo>
                  <a:pt x="2024424" y="72609"/>
                </a:lnTo>
                <a:lnTo>
                  <a:pt x="1993640" y="72866"/>
                </a:lnTo>
                <a:lnTo>
                  <a:pt x="1962855" y="73095"/>
                </a:lnTo>
                <a:lnTo>
                  <a:pt x="1932070" y="73304"/>
                </a:lnTo>
                <a:lnTo>
                  <a:pt x="1901276" y="73495"/>
                </a:lnTo>
                <a:lnTo>
                  <a:pt x="1870491" y="73657"/>
                </a:lnTo>
                <a:lnTo>
                  <a:pt x="1839706" y="73790"/>
                </a:lnTo>
                <a:lnTo>
                  <a:pt x="1808921" y="73904"/>
                </a:lnTo>
                <a:lnTo>
                  <a:pt x="1778127" y="74000"/>
                </a:lnTo>
                <a:lnTo>
                  <a:pt x="1747342" y="74076"/>
                </a:lnTo>
                <a:lnTo>
                  <a:pt x="1716557" y="74105"/>
                </a:lnTo>
                <a:lnTo>
                  <a:pt x="1685763" y="74133"/>
                </a:lnTo>
                <a:lnTo>
                  <a:pt x="1654978" y="74143"/>
                </a:lnTo>
                <a:lnTo>
                  <a:pt x="1624193" y="74114"/>
                </a:lnTo>
                <a:lnTo>
                  <a:pt x="1593399" y="74085"/>
                </a:lnTo>
                <a:lnTo>
                  <a:pt x="1562614" y="74019"/>
                </a:lnTo>
                <a:lnTo>
                  <a:pt x="1531830" y="73933"/>
                </a:lnTo>
                <a:lnTo>
                  <a:pt x="1501035" y="73819"/>
                </a:lnTo>
                <a:lnTo>
                  <a:pt x="1470250" y="73695"/>
                </a:lnTo>
                <a:lnTo>
                  <a:pt x="1439466" y="73533"/>
                </a:lnTo>
                <a:lnTo>
                  <a:pt x="1408671" y="73352"/>
                </a:lnTo>
                <a:lnTo>
                  <a:pt x="1377887" y="73152"/>
                </a:lnTo>
                <a:lnTo>
                  <a:pt x="1347102" y="72923"/>
                </a:lnTo>
                <a:lnTo>
                  <a:pt x="1316317" y="72676"/>
                </a:lnTo>
                <a:lnTo>
                  <a:pt x="1285532" y="72400"/>
                </a:lnTo>
                <a:lnTo>
                  <a:pt x="1254738" y="72095"/>
                </a:lnTo>
                <a:lnTo>
                  <a:pt x="1223953" y="71771"/>
                </a:lnTo>
                <a:lnTo>
                  <a:pt x="1193168" y="71418"/>
                </a:lnTo>
                <a:lnTo>
                  <a:pt x="1162383" y="71047"/>
                </a:lnTo>
                <a:lnTo>
                  <a:pt x="1131599" y="70647"/>
                </a:lnTo>
                <a:lnTo>
                  <a:pt x="1100814" y="70209"/>
                </a:lnTo>
                <a:lnTo>
                  <a:pt x="1070029" y="69752"/>
                </a:lnTo>
                <a:lnTo>
                  <a:pt x="1039244" y="69266"/>
                </a:lnTo>
                <a:lnTo>
                  <a:pt x="1008459" y="68751"/>
                </a:lnTo>
                <a:lnTo>
                  <a:pt x="977675" y="68199"/>
                </a:lnTo>
                <a:lnTo>
                  <a:pt x="946899" y="67628"/>
                </a:lnTo>
                <a:lnTo>
                  <a:pt x="916115" y="67018"/>
                </a:lnTo>
                <a:lnTo>
                  <a:pt x="885330" y="66370"/>
                </a:lnTo>
                <a:lnTo>
                  <a:pt x="854554" y="65684"/>
                </a:lnTo>
                <a:lnTo>
                  <a:pt x="823770" y="64970"/>
                </a:lnTo>
                <a:lnTo>
                  <a:pt x="792994" y="64227"/>
                </a:lnTo>
                <a:lnTo>
                  <a:pt x="762219" y="63437"/>
                </a:lnTo>
                <a:lnTo>
                  <a:pt x="731444" y="62598"/>
                </a:lnTo>
                <a:lnTo>
                  <a:pt x="700669" y="61722"/>
                </a:lnTo>
                <a:lnTo>
                  <a:pt x="669893" y="60808"/>
                </a:lnTo>
                <a:lnTo>
                  <a:pt x="639118" y="59836"/>
                </a:lnTo>
                <a:lnTo>
                  <a:pt x="608343" y="58817"/>
                </a:lnTo>
                <a:lnTo>
                  <a:pt x="577577" y="57741"/>
                </a:lnTo>
                <a:lnTo>
                  <a:pt x="546811" y="56617"/>
                </a:lnTo>
                <a:lnTo>
                  <a:pt x="516045" y="55416"/>
                </a:lnTo>
                <a:lnTo>
                  <a:pt x="485280" y="54150"/>
                </a:lnTo>
                <a:lnTo>
                  <a:pt x="454523" y="52816"/>
                </a:lnTo>
                <a:lnTo>
                  <a:pt x="423767" y="51406"/>
                </a:lnTo>
                <a:lnTo>
                  <a:pt x="393021" y="49901"/>
                </a:lnTo>
                <a:lnTo>
                  <a:pt x="362274" y="48301"/>
                </a:lnTo>
                <a:lnTo>
                  <a:pt x="331527" y="46596"/>
                </a:lnTo>
                <a:lnTo>
                  <a:pt x="300800" y="44768"/>
                </a:lnTo>
                <a:lnTo>
                  <a:pt x="270072" y="42786"/>
                </a:lnTo>
                <a:lnTo>
                  <a:pt x="239363" y="40653"/>
                </a:lnTo>
                <a:lnTo>
                  <a:pt x="208664" y="38310"/>
                </a:lnTo>
                <a:lnTo>
                  <a:pt x="177984" y="35728"/>
                </a:lnTo>
                <a:lnTo>
                  <a:pt x="147333" y="32852"/>
                </a:lnTo>
                <a:lnTo>
                  <a:pt x="116719" y="29566"/>
                </a:lnTo>
                <a:lnTo>
                  <a:pt x="86173" y="25727"/>
                </a:lnTo>
                <a:lnTo>
                  <a:pt x="55750" y="20993"/>
                </a:lnTo>
                <a:lnTo>
                  <a:pt x="25660" y="144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95EF6D6-A810-4C54-B558-D885E9AB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42437"/>
            <a:ext cx="3333750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05898E17-9C54-40F0-9DF8-444796DF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27" y="2554319"/>
            <a:ext cx="2762898" cy="634051"/>
          </a:xfrm>
          <a:custGeom xmlns:a="http://schemas.openxmlformats.org/drawingml/2006/main">
            <a:pathLst>
              <a:path w="2762898" h="634051">
                <a:moveTo>
                  <a:pt x="0" y="0"/>
                </a:moveTo>
                <a:lnTo>
                  <a:pt x="9525" y="24641"/>
                </a:lnTo>
                <a:lnTo>
                  <a:pt x="19050" y="49292"/>
                </a:lnTo>
                <a:lnTo>
                  <a:pt x="28575" y="73933"/>
                </a:lnTo>
                <a:lnTo>
                  <a:pt x="38100" y="98584"/>
                </a:lnTo>
                <a:lnTo>
                  <a:pt x="47625" y="123225"/>
                </a:lnTo>
                <a:lnTo>
                  <a:pt x="57150" y="147876"/>
                </a:lnTo>
                <a:lnTo>
                  <a:pt x="66675" y="172517"/>
                </a:lnTo>
                <a:lnTo>
                  <a:pt x="76200" y="197168"/>
                </a:lnTo>
                <a:lnTo>
                  <a:pt x="85725" y="221809"/>
                </a:lnTo>
                <a:lnTo>
                  <a:pt x="95240" y="246459"/>
                </a:lnTo>
                <a:lnTo>
                  <a:pt x="104765" y="271101"/>
                </a:lnTo>
                <a:lnTo>
                  <a:pt x="114290" y="295742"/>
                </a:lnTo>
                <a:lnTo>
                  <a:pt x="123815" y="320392"/>
                </a:lnTo>
                <a:lnTo>
                  <a:pt x="133340" y="345034"/>
                </a:lnTo>
                <a:lnTo>
                  <a:pt x="142865" y="369684"/>
                </a:lnTo>
                <a:lnTo>
                  <a:pt x="152390" y="394325"/>
                </a:lnTo>
                <a:lnTo>
                  <a:pt x="161915" y="418976"/>
                </a:lnTo>
                <a:lnTo>
                  <a:pt x="171440" y="443617"/>
                </a:lnTo>
                <a:lnTo>
                  <a:pt x="180965" y="468268"/>
                </a:lnTo>
                <a:lnTo>
                  <a:pt x="190490" y="492909"/>
                </a:lnTo>
                <a:lnTo>
                  <a:pt x="200015" y="517560"/>
                </a:lnTo>
                <a:lnTo>
                  <a:pt x="209540" y="542201"/>
                </a:lnTo>
                <a:lnTo>
                  <a:pt x="219723" y="566318"/>
                </a:lnTo>
                <a:lnTo>
                  <a:pt x="243421" y="577577"/>
                </a:lnTo>
                <a:lnTo>
                  <a:pt x="269015" y="584083"/>
                </a:lnTo>
                <a:lnTo>
                  <a:pt x="294980" y="588988"/>
                </a:lnTo>
                <a:lnTo>
                  <a:pt x="321088" y="592998"/>
                </a:lnTo>
                <a:lnTo>
                  <a:pt x="347291" y="596446"/>
                </a:lnTo>
                <a:lnTo>
                  <a:pt x="373532" y="599465"/>
                </a:lnTo>
                <a:lnTo>
                  <a:pt x="399821" y="602161"/>
                </a:lnTo>
                <a:lnTo>
                  <a:pt x="426129" y="604609"/>
                </a:lnTo>
                <a:lnTo>
                  <a:pt x="452457" y="606838"/>
                </a:lnTo>
                <a:lnTo>
                  <a:pt x="478793" y="608886"/>
                </a:lnTo>
                <a:lnTo>
                  <a:pt x="505149" y="610772"/>
                </a:lnTo>
                <a:lnTo>
                  <a:pt x="531514" y="612524"/>
                </a:lnTo>
                <a:lnTo>
                  <a:pt x="557889" y="614172"/>
                </a:lnTo>
                <a:lnTo>
                  <a:pt x="584264" y="615696"/>
                </a:lnTo>
                <a:lnTo>
                  <a:pt x="610648" y="617125"/>
                </a:lnTo>
                <a:lnTo>
                  <a:pt x="637032" y="618458"/>
                </a:lnTo>
                <a:lnTo>
                  <a:pt x="663426" y="619725"/>
                </a:lnTo>
                <a:lnTo>
                  <a:pt x="689820" y="620906"/>
                </a:lnTo>
                <a:lnTo>
                  <a:pt x="716223" y="622011"/>
                </a:lnTo>
                <a:lnTo>
                  <a:pt x="742626" y="623049"/>
                </a:lnTo>
                <a:lnTo>
                  <a:pt x="769029" y="624030"/>
                </a:lnTo>
                <a:lnTo>
                  <a:pt x="795433" y="624954"/>
                </a:lnTo>
                <a:lnTo>
                  <a:pt x="821836" y="625821"/>
                </a:lnTo>
                <a:lnTo>
                  <a:pt x="848249" y="626631"/>
                </a:lnTo>
                <a:lnTo>
                  <a:pt x="874662" y="627393"/>
                </a:lnTo>
                <a:lnTo>
                  <a:pt x="901075" y="628107"/>
                </a:lnTo>
                <a:lnTo>
                  <a:pt x="927487" y="628774"/>
                </a:lnTo>
                <a:lnTo>
                  <a:pt x="953900" y="629393"/>
                </a:lnTo>
                <a:lnTo>
                  <a:pt x="980313" y="629964"/>
                </a:lnTo>
                <a:lnTo>
                  <a:pt x="1006735" y="630507"/>
                </a:lnTo>
                <a:lnTo>
                  <a:pt x="1033148" y="630993"/>
                </a:lnTo>
                <a:lnTo>
                  <a:pt x="1059571" y="631450"/>
                </a:lnTo>
                <a:lnTo>
                  <a:pt x="1085983" y="631869"/>
                </a:lnTo>
                <a:lnTo>
                  <a:pt x="1112406" y="632241"/>
                </a:lnTo>
                <a:lnTo>
                  <a:pt x="1138828" y="632584"/>
                </a:lnTo>
                <a:lnTo>
                  <a:pt x="1165241" y="632889"/>
                </a:lnTo>
                <a:lnTo>
                  <a:pt x="1191663" y="633155"/>
                </a:lnTo>
                <a:lnTo>
                  <a:pt x="1218086" y="633384"/>
                </a:lnTo>
                <a:lnTo>
                  <a:pt x="1244508" y="633584"/>
                </a:lnTo>
                <a:lnTo>
                  <a:pt x="1270930" y="633746"/>
                </a:lnTo>
                <a:lnTo>
                  <a:pt x="1297353" y="633870"/>
                </a:lnTo>
                <a:lnTo>
                  <a:pt x="1323775" y="633965"/>
                </a:lnTo>
                <a:lnTo>
                  <a:pt x="1350197" y="634022"/>
                </a:lnTo>
                <a:lnTo>
                  <a:pt x="1376620" y="634051"/>
                </a:lnTo>
                <a:lnTo>
                  <a:pt x="1403042" y="634041"/>
                </a:lnTo>
                <a:lnTo>
                  <a:pt x="1429464" y="634003"/>
                </a:lnTo>
                <a:lnTo>
                  <a:pt x="1455877" y="633927"/>
                </a:lnTo>
                <a:lnTo>
                  <a:pt x="1482300" y="633822"/>
                </a:lnTo>
                <a:lnTo>
                  <a:pt x="1508722" y="633679"/>
                </a:lnTo>
                <a:lnTo>
                  <a:pt x="1535144" y="633498"/>
                </a:lnTo>
                <a:lnTo>
                  <a:pt x="1561567" y="633289"/>
                </a:lnTo>
                <a:lnTo>
                  <a:pt x="1587989" y="633041"/>
                </a:lnTo>
                <a:lnTo>
                  <a:pt x="1614411" y="632755"/>
                </a:lnTo>
                <a:lnTo>
                  <a:pt x="1640824" y="632441"/>
                </a:lnTo>
                <a:lnTo>
                  <a:pt x="1667246" y="632079"/>
                </a:lnTo>
                <a:lnTo>
                  <a:pt x="1693669" y="631688"/>
                </a:lnTo>
                <a:lnTo>
                  <a:pt x="1720082" y="631260"/>
                </a:lnTo>
                <a:lnTo>
                  <a:pt x="1746504" y="630784"/>
                </a:lnTo>
                <a:lnTo>
                  <a:pt x="1772917" y="630279"/>
                </a:lnTo>
                <a:lnTo>
                  <a:pt x="1799339" y="629726"/>
                </a:lnTo>
                <a:lnTo>
                  <a:pt x="1825752" y="629126"/>
                </a:lnTo>
                <a:lnTo>
                  <a:pt x="1852165" y="628488"/>
                </a:lnTo>
                <a:lnTo>
                  <a:pt x="1878578" y="627802"/>
                </a:lnTo>
                <a:lnTo>
                  <a:pt x="1904990" y="627069"/>
                </a:lnTo>
                <a:lnTo>
                  <a:pt x="1931403" y="626288"/>
                </a:lnTo>
                <a:lnTo>
                  <a:pt x="1957807" y="625459"/>
                </a:lnTo>
                <a:lnTo>
                  <a:pt x="1984219" y="624564"/>
                </a:lnTo>
                <a:lnTo>
                  <a:pt x="2010623" y="623621"/>
                </a:lnTo>
                <a:lnTo>
                  <a:pt x="2037026" y="622611"/>
                </a:lnTo>
                <a:lnTo>
                  <a:pt x="2063420" y="621544"/>
                </a:lnTo>
                <a:lnTo>
                  <a:pt x="2089823" y="620401"/>
                </a:lnTo>
                <a:lnTo>
                  <a:pt x="2116217" y="619192"/>
                </a:lnTo>
                <a:lnTo>
                  <a:pt x="2142601" y="617906"/>
                </a:lnTo>
                <a:lnTo>
                  <a:pt x="2168995" y="616525"/>
                </a:lnTo>
                <a:lnTo>
                  <a:pt x="2195370" y="615048"/>
                </a:lnTo>
                <a:lnTo>
                  <a:pt x="2221744" y="613477"/>
                </a:lnTo>
                <a:lnTo>
                  <a:pt x="2248119" y="611800"/>
                </a:lnTo>
                <a:lnTo>
                  <a:pt x="2274475" y="609991"/>
                </a:lnTo>
                <a:lnTo>
                  <a:pt x="2300821" y="608028"/>
                </a:lnTo>
                <a:lnTo>
                  <a:pt x="2327158" y="605904"/>
                </a:lnTo>
                <a:lnTo>
                  <a:pt x="2353485" y="603590"/>
                </a:lnTo>
                <a:lnTo>
                  <a:pt x="2379783" y="601047"/>
                </a:lnTo>
                <a:lnTo>
                  <a:pt x="2406053" y="598218"/>
                </a:lnTo>
                <a:lnTo>
                  <a:pt x="2432275" y="595027"/>
                </a:lnTo>
                <a:lnTo>
                  <a:pt x="2458441" y="591369"/>
                </a:lnTo>
                <a:lnTo>
                  <a:pt x="2484501" y="587026"/>
                </a:lnTo>
                <a:lnTo>
                  <a:pt x="2510352" y="581568"/>
                </a:lnTo>
                <a:lnTo>
                  <a:pt x="2535584" y="573815"/>
                </a:lnTo>
                <a:lnTo>
                  <a:pt x="2553357" y="556298"/>
                </a:lnTo>
                <a:lnTo>
                  <a:pt x="2562882" y="531657"/>
                </a:lnTo>
                <a:lnTo>
                  <a:pt x="2572407" y="507006"/>
                </a:lnTo>
                <a:lnTo>
                  <a:pt x="2581932" y="482365"/>
                </a:lnTo>
                <a:lnTo>
                  <a:pt x="2591457" y="457714"/>
                </a:lnTo>
                <a:lnTo>
                  <a:pt x="2600982" y="433073"/>
                </a:lnTo>
                <a:lnTo>
                  <a:pt x="2610507" y="408422"/>
                </a:lnTo>
                <a:lnTo>
                  <a:pt x="2620032" y="383781"/>
                </a:lnTo>
                <a:lnTo>
                  <a:pt x="2629557" y="359131"/>
                </a:lnTo>
                <a:lnTo>
                  <a:pt x="2639082" y="334489"/>
                </a:lnTo>
                <a:lnTo>
                  <a:pt x="2648607" y="309848"/>
                </a:lnTo>
                <a:lnTo>
                  <a:pt x="2658132" y="285198"/>
                </a:lnTo>
                <a:lnTo>
                  <a:pt x="2667648" y="260556"/>
                </a:lnTo>
                <a:lnTo>
                  <a:pt x="2677173" y="235906"/>
                </a:lnTo>
                <a:lnTo>
                  <a:pt x="2686698" y="211265"/>
                </a:lnTo>
                <a:lnTo>
                  <a:pt x="2696223" y="186614"/>
                </a:lnTo>
                <a:lnTo>
                  <a:pt x="2705748" y="161973"/>
                </a:lnTo>
                <a:lnTo>
                  <a:pt x="2715273" y="137322"/>
                </a:lnTo>
                <a:lnTo>
                  <a:pt x="2724798" y="112681"/>
                </a:lnTo>
                <a:lnTo>
                  <a:pt x="2734323" y="88040"/>
                </a:lnTo>
                <a:lnTo>
                  <a:pt x="2743848" y="63389"/>
                </a:lnTo>
                <a:lnTo>
                  <a:pt x="2753373" y="38748"/>
                </a:lnTo>
                <a:lnTo>
                  <a:pt x="2762898" y="14097"/>
                </a:lnTo>
                <a:lnTo>
                  <a:pt x="2761459" y="8363"/>
                </a:lnTo>
                <a:lnTo>
                  <a:pt x="2736742" y="17497"/>
                </a:lnTo>
                <a:lnTo>
                  <a:pt x="2710948" y="23193"/>
                </a:lnTo>
                <a:lnTo>
                  <a:pt x="2684897" y="27584"/>
                </a:lnTo>
                <a:lnTo>
                  <a:pt x="2658732" y="31232"/>
                </a:lnTo>
                <a:lnTo>
                  <a:pt x="2632500" y="34385"/>
                </a:lnTo>
                <a:lnTo>
                  <a:pt x="2606221" y="37176"/>
                </a:lnTo>
                <a:lnTo>
                  <a:pt x="2579922" y="39691"/>
                </a:lnTo>
                <a:lnTo>
                  <a:pt x="2553595" y="41967"/>
                </a:lnTo>
                <a:lnTo>
                  <a:pt x="2527259" y="44063"/>
                </a:lnTo>
                <a:lnTo>
                  <a:pt x="2500913" y="46006"/>
                </a:lnTo>
                <a:lnTo>
                  <a:pt x="2474547" y="47796"/>
                </a:lnTo>
                <a:lnTo>
                  <a:pt x="2448182" y="49482"/>
                </a:lnTo>
                <a:lnTo>
                  <a:pt x="2421807" y="51044"/>
                </a:lnTo>
                <a:lnTo>
                  <a:pt x="2395423" y="52521"/>
                </a:lnTo>
                <a:lnTo>
                  <a:pt x="2369039" y="53912"/>
                </a:lnTo>
                <a:lnTo>
                  <a:pt x="2342645" y="55226"/>
                </a:lnTo>
                <a:lnTo>
                  <a:pt x="2316261" y="56464"/>
                </a:lnTo>
                <a:lnTo>
                  <a:pt x="2289858" y="57636"/>
                </a:lnTo>
                <a:lnTo>
                  <a:pt x="2263464" y="58750"/>
                </a:lnTo>
                <a:lnTo>
                  <a:pt x="2237061" y="59807"/>
                </a:lnTo>
                <a:lnTo>
                  <a:pt x="2210657" y="60798"/>
                </a:lnTo>
                <a:lnTo>
                  <a:pt x="2184254" y="61751"/>
                </a:lnTo>
                <a:lnTo>
                  <a:pt x="2157851" y="62646"/>
                </a:lnTo>
                <a:lnTo>
                  <a:pt x="2131438" y="63494"/>
                </a:lnTo>
                <a:lnTo>
                  <a:pt x="2105025" y="64303"/>
                </a:lnTo>
                <a:lnTo>
                  <a:pt x="2078622" y="65075"/>
                </a:lnTo>
                <a:lnTo>
                  <a:pt x="2052209" y="65799"/>
                </a:lnTo>
                <a:lnTo>
                  <a:pt x="2025796" y="66494"/>
                </a:lnTo>
                <a:lnTo>
                  <a:pt x="1999383" y="67142"/>
                </a:lnTo>
                <a:lnTo>
                  <a:pt x="1972961" y="67761"/>
                </a:lnTo>
                <a:lnTo>
                  <a:pt x="1946548" y="68351"/>
                </a:lnTo>
                <a:lnTo>
                  <a:pt x="1920135" y="68904"/>
                </a:lnTo>
                <a:lnTo>
                  <a:pt x="1893713" y="69428"/>
                </a:lnTo>
                <a:lnTo>
                  <a:pt x="1867300" y="69914"/>
                </a:lnTo>
                <a:lnTo>
                  <a:pt x="1840878" y="70371"/>
                </a:lnTo>
                <a:lnTo>
                  <a:pt x="1814465" y="70799"/>
                </a:lnTo>
                <a:lnTo>
                  <a:pt x="1788043" y="71199"/>
                </a:lnTo>
                <a:lnTo>
                  <a:pt x="1761630" y="71571"/>
                </a:lnTo>
                <a:lnTo>
                  <a:pt x="1735207" y="71923"/>
                </a:lnTo>
                <a:lnTo>
                  <a:pt x="1708785" y="72238"/>
                </a:lnTo>
                <a:lnTo>
                  <a:pt x="1682363" y="72523"/>
                </a:lnTo>
                <a:lnTo>
                  <a:pt x="1655950" y="72790"/>
                </a:lnTo>
                <a:lnTo>
                  <a:pt x="1629527" y="73028"/>
                </a:lnTo>
                <a:lnTo>
                  <a:pt x="1603105" y="73247"/>
                </a:lnTo>
                <a:lnTo>
                  <a:pt x="1576683" y="73438"/>
                </a:lnTo>
                <a:lnTo>
                  <a:pt x="1550260" y="73600"/>
                </a:lnTo>
                <a:lnTo>
                  <a:pt x="1523838" y="73743"/>
                </a:lnTo>
                <a:lnTo>
                  <a:pt x="1497416" y="73857"/>
                </a:lnTo>
                <a:lnTo>
                  <a:pt x="1470993" y="73943"/>
                </a:lnTo>
                <a:lnTo>
                  <a:pt x="1444571" y="74019"/>
                </a:lnTo>
                <a:lnTo>
                  <a:pt x="1418149" y="74057"/>
                </a:lnTo>
                <a:lnTo>
                  <a:pt x="1391726" y="74076"/>
                </a:lnTo>
                <a:lnTo>
                  <a:pt x="1365314" y="74066"/>
                </a:lnTo>
                <a:lnTo>
                  <a:pt x="1338891" y="74038"/>
                </a:lnTo>
                <a:lnTo>
                  <a:pt x="1312469" y="73990"/>
                </a:lnTo>
                <a:lnTo>
                  <a:pt x="1286046" y="73914"/>
                </a:lnTo>
                <a:lnTo>
                  <a:pt x="1259624" y="73809"/>
                </a:lnTo>
                <a:lnTo>
                  <a:pt x="1233202" y="73685"/>
                </a:lnTo>
                <a:lnTo>
                  <a:pt x="1206779" y="73533"/>
                </a:lnTo>
                <a:lnTo>
                  <a:pt x="1180357" y="73362"/>
                </a:lnTo>
                <a:lnTo>
                  <a:pt x="1153935" y="73162"/>
                </a:lnTo>
                <a:lnTo>
                  <a:pt x="1127512" y="72933"/>
                </a:lnTo>
                <a:lnTo>
                  <a:pt x="1101090" y="72685"/>
                </a:lnTo>
                <a:lnTo>
                  <a:pt x="1074677" y="72409"/>
                </a:lnTo>
                <a:lnTo>
                  <a:pt x="1048255" y="72104"/>
                </a:lnTo>
                <a:lnTo>
                  <a:pt x="1021832" y="71771"/>
                </a:lnTo>
                <a:lnTo>
                  <a:pt x="995410" y="71418"/>
                </a:lnTo>
                <a:lnTo>
                  <a:pt x="968997" y="71037"/>
                </a:lnTo>
                <a:lnTo>
                  <a:pt x="942575" y="70618"/>
                </a:lnTo>
                <a:lnTo>
                  <a:pt x="916162" y="70180"/>
                </a:lnTo>
                <a:lnTo>
                  <a:pt x="889740" y="69704"/>
                </a:lnTo>
                <a:lnTo>
                  <a:pt x="863327" y="69199"/>
                </a:lnTo>
                <a:lnTo>
                  <a:pt x="836905" y="68666"/>
                </a:lnTo>
                <a:lnTo>
                  <a:pt x="810492" y="68104"/>
                </a:lnTo>
                <a:lnTo>
                  <a:pt x="784079" y="67504"/>
                </a:lnTo>
                <a:lnTo>
                  <a:pt x="757666" y="66875"/>
                </a:lnTo>
                <a:lnTo>
                  <a:pt x="731253" y="66208"/>
                </a:lnTo>
                <a:lnTo>
                  <a:pt x="704840" y="65494"/>
                </a:lnTo>
                <a:lnTo>
                  <a:pt x="678428" y="64751"/>
                </a:lnTo>
                <a:lnTo>
                  <a:pt x="652015" y="63960"/>
                </a:lnTo>
                <a:lnTo>
                  <a:pt x="625602" y="63132"/>
                </a:lnTo>
                <a:lnTo>
                  <a:pt x="599199" y="62265"/>
                </a:lnTo>
                <a:lnTo>
                  <a:pt x="572795" y="61341"/>
                </a:lnTo>
                <a:lnTo>
                  <a:pt x="546392" y="60379"/>
                </a:lnTo>
                <a:lnTo>
                  <a:pt x="519989" y="59350"/>
                </a:lnTo>
                <a:lnTo>
                  <a:pt x="493586" y="58274"/>
                </a:lnTo>
                <a:lnTo>
                  <a:pt x="467192" y="57140"/>
                </a:lnTo>
                <a:lnTo>
                  <a:pt x="440798" y="55940"/>
                </a:lnTo>
                <a:lnTo>
                  <a:pt x="414404" y="54674"/>
                </a:lnTo>
                <a:lnTo>
                  <a:pt x="388010" y="53330"/>
                </a:lnTo>
                <a:lnTo>
                  <a:pt x="361636" y="51911"/>
                </a:lnTo>
                <a:lnTo>
                  <a:pt x="335251" y="50387"/>
                </a:lnTo>
                <a:lnTo>
                  <a:pt x="308877" y="48768"/>
                </a:lnTo>
                <a:lnTo>
                  <a:pt x="282512" y="47044"/>
                </a:lnTo>
                <a:lnTo>
                  <a:pt x="256156" y="45196"/>
                </a:lnTo>
                <a:lnTo>
                  <a:pt x="229810" y="43186"/>
                </a:lnTo>
                <a:lnTo>
                  <a:pt x="203483" y="41015"/>
                </a:lnTo>
                <a:lnTo>
                  <a:pt x="177165" y="38643"/>
                </a:lnTo>
                <a:lnTo>
                  <a:pt x="150876" y="36024"/>
                </a:lnTo>
                <a:lnTo>
                  <a:pt x="124616" y="33090"/>
                </a:lnTo>
                <a:lnTo>
                  <a:pt x="98403" y="29747"/>
                </a:lnTo>
                <a:lnTo>
                  <a:pt x="72276" y="25822"/>
                </a:lnTo>
                <a:lnTo>
                  <a:pt x="46311" y="20974"/>
                </a:lnTo>
                <a:lnTo>
                  <a:pt x="20755" y="143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D922356-8335-4591-84D2-0BAA456A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56" y="2448878"/>
            <a:ext cx="2768289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DBCBC776-4B17-4EB9-B1B6-DDEBEE9F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60693"/>
            <a:ext cx="2332853" cy="634146"/>
          </a:xfrm>
          <a:custGeom xmlns:a="http://schemas.openxmlformats.org/drawingml/2006/main">
            <a:pathLst>
              <a:path w="2332853" h="634146">
                <a:moveTo>
                  <a:pt x="0" y="0"/>
                </a:moveTo>
                <a:lnTo>
                  <a:pt x="7610" y="21641"/>
                </a:lnTo>
                <a:lnTo>
                  <a:pt x="15221" y="43291"/>
                </a:lnTo>
                <a:lnTo>
                  <a:pt x="22822" y="64932"/>
                </a:lnTo>
                <a:lnTo>
                  <a:pt x="30432" y="86573"/>
                </a:lnTo>
                <a:lnTo>
                  <a:pt x="38043" y="108223"/>
                </a:lnTo>
                <a:lnTo>
                  <a:pt x="45653" y="129864"/>
                </a:lnTo>
                <a:lnTo>
                  <a:pt x="53264" y="151505"/>
                </a:lnTo>
                <a:lnTo>
                  <a:pt x="60865" y="173155"/>
                </a:lnTo>
                <a:lnTo>
                  <a:pt x="68475" y="194796"/>
                </a:lnTo>
                <a:lnTo>
                  <a:pt x="76086" y="216437"/>
                </a:lnTo>
                <a:lnTo>
                  <a:pt x="83696" y="238087"/>
                </a:lnTo>
                <a:lnTo>
                  <a:pt x="91307" y="259728"/>
                </a:lnTo>
                <a:lnTo>
                  <a:pt x="98908" y="281369"/>
                </a:lnTo>
                <a:lnTo>
                  <a:pt x="106518" y="303019"/>
                </a:lnTo>
                <a:lnTo>
                  <a:pt x="114129" y="324660"/>
                </a:lnTo>
                <a:lnTo>
                  <a:pt x="121739" y="346300"/>
                </a:lnTo>
                <a:lnTo>
                  <a:pt x="129350" y="367951"/>
                </a:lnTo>
                <a:lnTo>
                  <a:pt x="136950" y="389592"/>
                </a:lnTo>
                <a:lnTo>
                  <a:pt x="144561" y="411232"/>
                </a:lnTo>
                <a:lnTo>
                  <a:pt x="152171" y="432883"/>
                </a:lnTo>
                <a:lnTo>
                  <a:pt x="159782" y="454523"/>
                </a:lnTo>
                <a:lnTo>
                  <a:pt x="167392" y="476164"/>
                </a:lnTo>
                <a:lnTo>
                  <a:pt x="174993" y="497815"/>
                </a:lnTo>
                <a:lnTo>
                  <a:pt x="182604" y="519455"/>
                </a:lnTo>
                <a:lnTo>
                  <a:pt x="190214" y="541096"/>
                </a:lnTo>
                <a:lnTo>
                  <a:pt x="197396" y="562842"/>
                </a:lnTo>
                <a:lnTo>
                  <a:pt x="215436" y="576139"/>
                </a:lnTo>
                <a:lnTo>
                  <a:pt x="237220" y="583292"/>
                </a:lnTo>
                <a:lnTo>
                  <a:pt x="259556" y="588540"/>
                </a:lnTo>
                <a:lnTo>
                  <a:pt x="282102" y="592788"/>
                </a:lnTo>
                <a:lnTo>
                  <a:pt x="304752" y="596398"/>
                </a:lnTo>
                <a:lnTo>
                  <a:pt x="327479" y="599551"/>
                </a:lnTo>
                <a:lnTo>
                  <a:pt x="350253" y="602361"/>
                </a:lnTo>
                <a:lnTo>
                  <a:pt x="373047" y="604895"/>
                </a:lnTo>
                <a:lnTo>
                  <a:pt x="395878" y="607200"/>
                </a:lnTo>
                <a:lnTo>
                  <a:pt x="418719" y="609314"/>
                </a:lnTo>
                <a:lnTo>
                  <a:pt x="441579" y="611257"/>
                </a:lnTo>
                <a:lnTo>
                  <a:pt x="464458" y="613058"/>
                </a:lnTo>
                <a:lnTo>
                  <a:pt x="487337" y="614724"/>
                </a:lnTo>
                <a:lnTo>
                  <a:pt x="510226" y="616287"/>
                </a:lnTo>
                <a:lnTo>
                  <a:pt x="533124" y="617744"/>
                </a:lnTo>
                <a:lnTo>
                  <a:pt x="556022" y="619106"/>
                </a:lnTo>
                <a:lnTo>
                  <a:pt x="578930" y="620382"/>
                </a:lnTo>
                <a:lnTo>
                  <a:pt x="601837" y="621573"/>
                </a:lnTo>
                <a:lnTo>
                  <a:pt x="624754" y="622697"/>
                </a:lnTo>
                <a:lnTo>
                  <a:pt x="647671" y="623754"/>
                </a:lnTo>
                <a:lnTo>
                  <a:pt x="670598" y="624735"/>
                </a:lnTo>
                <a:lnTo>
                  <a:pt x="693515" y="625650"/>
                </a:lnTo>
                <a:lnTo>
                  <a:pt x="716442" y="626516"/>
                </a:lnTo>
                <a:lnTo>
                  <a:pt x="739378" y="627326"/>
                </a:lnTo>
                <a:lnTo>
                  <a:pt x="762305" y="628079"/>
                </a:lnTo>
                <a:lnTo>
                  <a:pt x="785231" y="628783"/>
                </a:lnTo>
                <a:lnTo>
                  <a:pt x="808168" y="629431"/>
                </a:lnTo>
                <a:lnTo>
                  <a:pt x="831104" y="630041"/>
                </a:lnTo>
                <a:lnTo>
                  <a:pt x="854040" y="630603"/>
                </a:lnTo>
                <a:lnTo>
                  <a:pt x="876976" y="631117"/>
                </a:lnTo>
                <a:lnTo>
                  <a:pt x="899912" y="631584"/>
                </a:lnTo>
                <a:lnTo>
                  <a:pt x="922849" y="632012"/>
                </a:lnTo>
                <a:lnTo>
                  <a:pt x="945794" y="632403"/>
                </a:lnTo>
                <a:lnTo>
                  <a:pt x="968731" y="632746"/>
                </a:lnTo>
                <a:lnTo>
                  <a:pt x="991667" y="633051"/>
                </a:lnTo>
                <a:lnTo>
                  <a:pt x="1014613" y="633317"/>
                </a:lnTo>
                <a:lnTo>
                  <a:pt x="1037549" y="633555"/>
                </a:lnTo>
                <a:lnTo>
                  <a:pt x="1060494" y="633746"/>
                </a:lnTo>
                <a:lnTo>
                  <a:pt x="1083431" y="633898"/>
                </a:lnTo>
                <a:lnTo>
                  <a:pt x="1106376" y="634013"/>
                </a:lnTo>
                <a:lnTo>
                  <a:pt x="1129322" y="634098"/>
                </a:lnTo>
                <a:lnTo>
                  <a:pt x="1152258" y="634136"/>
                </a:lnTo>
                <a:lnTo>
                  <a:pt x="1175204" y="634146"/>
                </a:lnTo>
                <a:lnTo>
                  <a:pt x="1198150" y="634117"/>
                </a:lnTo>
                <a:lnTo>
                  <a:pt x="1221086" y="634051"/>
                </a:lnTo>
                <a:lnTo>
                  <a:pt x="1244032" y="633946"/>
                </a:lnTo>
                <a:lnTo>
                  <a:pt x="1266977" y="633803"/>
                </a:lnTo>
                <a:lnTo>
                  <a:pt x="1289914" y="633622"/>
                </a:lnTo>
                <a:lnTo>
                  <a:pt x="1312859" y="633403"/>
                </a:lnTo>
                <a:lnTo>
                  <a:pt x="1335796" y="633155"/>
                </a:lnTo>
                <a:lnTo>
                  <a:pt x="1358741" y="632860"/>
                </a:lnTo>
                <a:lnTo>
                  <a:pt x="1381677" y="632527"/>
                </a:lnTo>
                <a:lnTo>
                  <a:pt x="1404614" y="632155"/>
                </a:lnTo>
                <a:lnTo>
                  <a:pt x="1427559" y="631736"/>
                </a:lnTo>
                <a:lnTo>
                  <a:pt x="1450496" y="631279"/>
                </a:lnTo>
                <a:lnTo>
                  <a:pt x="1473432" y="630784"/>
                </a:lnTo>
                <a:lnTo>
                  <a:pt x="1496368" y="630241"/>
                </a:lnTo>
                <a:lnTo>
                  <a:pt x="1519304" y="629650"/>
                </a:lnTo>
                <a:lnTo>
                  <a:pt x="1542231" y="629012"/>
                </a:lnTo>
                <a:lnTo>
                  <a:pt x="1565167" y="628336"/>
                </a:lnTo>
                <a:lnTo>
                  <a:pt x="1588094" y="627602"/>
                </a:lnTo>
                <a:lnTo>
                  <a:pt x="1611030" y="626812"/>
                </a:lnTo>
                <a:lnTo>
                  <a:pt x="1633957" y="625964"/>
                </a:lnTo>
                <a:lnTo>
                  <a:pt x="1656874" y="625059"/>
                </a:lnTo>
                <a:lnTo>
                  <a:pt x="1679800" y="624097"/>
                </a:lnTo>
                <a:lnTo>
                  <a:pt x="1702718" y="623078"/>
                </a:lnTo>
                <a:lnTo>
                  <a:pt x="1725635" y="621983"/>
                </a:lnTo>
                <a:lnTo>
                  <a:pt x="1748552" y="620811"/>
                </a:lnTo>
                <a:lnTo>
                  <a:pt x="1771460" y="619563"/>
                </a:lnTo>
                <a:lnTo>
                  <a:pt x="1794358" y="618230"/>
                </a:lnTo>
                <a:lnTo>
                  <a:pt x="1817256" y="616820"/>
                </a:lnTo>
                <a:lnTo>
                  <a:pt x="1840154" y="615286"/>
                </a:lnTo>
                <a:lnTo>
                  <a:pt x="1863033" y="613658"/>
                </a:lnTo>
                <a:lnTo>
                  <a:pt x="1885912" y="611905"/>
                </a:lnTo>
                <a:lnTo>
                  <a:pt x="1908772" y="610010"/>
                </a:lnTo>
                <a:lnTo>
                  <a:pt x="1931622" y="607962"/>
                </a:lnTo>
                <a:lnTo>
                  <a:pt x="1954454" y="605723"/>
                </a:lnTo>
                <a:lnTo>
                  <a:pt x="1977266" y="603275"/>
                </a:lnTo>
                <a:lnTo>
                  <a:pt x="2000050" y="600580"/>
                </a:lnTo>
                <a:lnTo>
                  <a:pt x="2022796" y="597551"/>
                </a:lnTo>
                <a:lnTo>
                  <a:pt x="2045475" y="594122"/>
                </a:lnTo>
                <a:lnTo>
                  <a:pt x="2068068" y="590121"/>
                </a:lnTo>
                <a:lnTo>
                  <a:pt x="2090490" y="585283"/>
                </a:lnTo>
                <a:lnTo>
                  <a:pt x="2112540" y="578987"/>
                </a:lnTo>
                <a:lnTo>
                  <a:pt x="2133105" y="569024"/>
                </a:lnTo>
                <a:lnTo>
                  <a:pt x="2142639" y="548707"/>
                </a:lnTo>
                <a:lnTo>
                  <a:pt x="2150250" y="527066"/>
                </a:lnTo>
                <a:lnTo>
                  <a:pt x="2157860" y="505416"/>
                </a:lnTo>
                <a:lnTo>
                  <a:pt x="2165471" y="483775"/>
                </a:lnTo>
                <a:lnTo>
                  <a:pt x="2173081" y="462134"/>
                </a:lnTo>
                <a:lnTo>
                  <a:pt x="2180682" y="440484"/>
                </a:lnTo>
                <a:lnTo>
                  <a:pt x="2188293" y="418843"/>
                </a:lnTo>
                <a:lnTo>
                  <a:pt x="2195903" y="397202"/>
                </a:lnTo>
                <a:lnTo>
                  <a:pt x="2203514" y="375552"/>
                </a:lnTo>
                <a:lnTo>
                  <a:pt x="2211124" y="353911"/>
                </a:lnTo>
                <a:lnTo>
                  <a:pt x="2218725" y="332270"/>
                </a:lnTo>
                <a:lnTo>
                  <a:pt x="2226335" y="310620"/>
                </a:lnTo>
                <a:lnTo>
                  <a:pt x="2233946" y="288979"/>
                </a:lnTo>
                <a:lnTo>
                  <a:pt x="2241556" y="267338"/>
                </a:lnTo>
                <a:lnTo>
                  <a:pt x="2249157" y="245688"/>
                </a:lnTo>
                <a:lnTo>
                  <a:pt x="2256768" y="224047"/>
                </a:lnTo>
                <a:lnTo>
                  <a:pt x="2264378" y="202406"/>
                </a:lnTo>
                <a:lnTo>
                  <a:pt x="2271989" y="180756"/>
                </a:lnTo>
                <a:lnTo>
                  <a:pt x="2279599" y="159115"/>
                </a:lnTo>
                <a:lnTo>
                  <a:pt x="2287200" y="137474"/>
                </a:lnTo>
                <a:lnTo>
                  <a:pt x="2294811" y="115824"/>
                </a:lnTo>
                <a:lnTo>
                  <a:pt x="2302421" y="94183"/>
                </a:lnTo>
                <a:lnTo>
                  <a:pt x="2310032" y="72542"/>
                </a:lnTo>
                <a:lnTo>
                  <a:pt x="2317642" y="50892"/>
                </a:lnTo>
                <a:lnTo>
                  <a:pt x="2325243" y="29251"/>
                </a:lnTo>
                <a:lnTo>
                  <a:pt x="2332853" y="7610"/>
                </a:lnTo>
                <a:lnTo>
                  <a:pt x="2326072" y="10630"/>
                </a:lnTo>
                <a:lnTo>
                  <a:pt x="2304669" y="18774"/>
                </a:lnTo>
                <a:lnTo>
                  <a:pt x="2282390" y="24251"/>
                </a:lnTo>
                <a:lnTo>
                  <a:pt x="2259854" y="28546"/>
                </a:lnTo>
                <a:lnTo>
                  <a:pt x="2237203" y="32137"/>
                </a:lnTo>
                <a:lnTo>
                  <a:pt x="2214467" y="35271"/>
                </a:lnTo>
                <a:lnTo>
                  <a:pt x="2191693" y="38043"/>
                </a:lnTo>
                <a:lnTo>
                  <a:pt x="2168890" y="40538"/>
                </a:lnTo>
                <a:lnTo>
                  <a:pt x="2146059" y="42815"/>
                </a:lnTo>
                <a:lnTo>
                  <a:pt x="2123218" y="44901"/>
                </a:lnTo>
                <a:lnTo>
                  <a:pt x="2100358" y="46834"/>
                </a:lnTo>
                <a:lnTo>
                  <a:pt x="2077479" y="48635"/>
                </a:lnTo>
                <a:lnTo>
                  <a:pt x="2054600" y="50302"/>
                </a:lnTo>
                <a:lnTo>
                  <a:pt x="2031711" y="51873"/>
                </a:lnTo>
                <a:lnTo>
                  <a:pt x="2008813" y="53340"/>
                </a:lnTo>
                <a:lnTo>
                  <a:pt x="1985915" y="54731"/>
                </a:lnTo>
                <a:lnTo>
                  <a:pt x="1963007" y="56036"/>
                </a:lnTo>
                <a:lnTo>
                  <a:pt x="1940100" y="57264"/>
                </a:lnTo>
                <a:lnTo>
                  <a:pt x="1917192" y="58426"/>
                </a:lnTo>
                <a:lnTo>
                  <a:pt x="1894275" y="59531"/>
                </a:lnTo>
                <a:lnTo>
                  <a:pt x="1871358" y="60579"/>
                </a:lnTo>
                <a:lnTo>
                  <a:pt x="1848431" y="61570"/>
                </a:lnTo>
                <a:lnTo>
                  <a:pt x="1825514" y="62503"/>
                </a:lnTo>
                <a:lnTo>
                  <a:pt x="1802587" y="63389"/>
                </a:lnTo>
                <a:lnTo>
                  <a:pt x="1779661" y="64237"/>
                </a:lnTo>
                <a:lnTo>
                  <a:pt x="1756734" y="65027"/>
                </a:lnTo>
                <a:lnTo>
                  <a:pt x="1733798" y="65789"/>
                </a:lnTo>
                <a:lnTo>
                  <a:pt x="1710871" y="66504"/>
                </a:lnTo>
                <a:lnTo>
                  <a:pt x="1687935" y="67180"/>
                </a:lnTo>
                <a:lnTo>
                  <a:pt x="1664999" y="67818"/>
                </a:lnTo>
                <a:lnTo>
                  <a:pt x="1642072" y="68418"/>
                </a:lnTo>
                <a:lnTo>
                  <a:pt x="1619136" y="68990"/>
                </a:lnTo>
                <a:lnTo>
                  <a:pt x="1596200" y="69523"/>
                </a:lnTo>
                <a:lnTo>
                  <a:pt x="1573263" y="70028"/>
                </a:lnTo>
                <a:lnTo>
                  <a:pt x="1550327" y="70495"/>
                </a:lnTo>
                <a:lnTo>
                  <a:pt x="1527381" y="70933"/>
                </a:lnTo>
                <a:lnTo>
                  <a:pt x="1504445" y="71333"/>
                </a:lnTo>
                <a:lnTo>
                  <a:pt x="1481509" y="71714"/>
                </a:lnTo>
                <a:lnTo>
                  <a:pt x="1458563" y="72066"/>
                </a:lnTo>
                <a:lnTo>
                  <a:pt x="1435627" y="72390"/>
                </a:lnTo>
                <a:lnTo>
                  <a:pt x="1412681" y="72685"/>
                </a:lnTo>
                <a:lnTo>
                  <a:pt x="1389745" y="72942"/>
                </a:lnTo>
                <a:lnTo>
                  <a:pt x="1366799" y="73181"/>
                </a:lnTo>
                <a:lnTo>
                  <a:pt x="1343863" y="73390"/>
                </a:lnTo>
                <a:lnTo>
                  <a:pt x="1320917" y="73581"/>
                </a:lnTo>
                <a:lnTo>
                  <a:pt x="1297981" y="73733"/>
                </a:lnTo>
                <a:lnTo>
                  <a:pt x="1275036" y="73876"/>
                </a:lnTo>
                <a:lnTo>
                  <a:pt x="1252090" y="73981"/>
                </a:lnTo>
                <a:lnTo>
                  <a:pt x="1229154" y="74057"/>
                </a:lnTo>
                <a:lnTo>
                  <a:pt x="1206208" y="74114"/>
                </a:lnTo>
                <a:lnTo>
                  <a:pt x="1183272" y="74143"/>
                </a:lnTo>
                <a:lnTo>
                  <a:pt x="1160326" y="74143"/>
                </a:lnTo>
                <a:lnTo>
                  <a:pt x="1137380" y="74124"/>
                </a:lnTo>
                <a:lnTo>
                  <a:pt x="1114444" y="74085"/>
                </a:lnTo>
                <a:lnTo>
                  <a:pt x="1091498" y="74009"/>
                </a:lnTo>
                <a:lnTo>
                  <a:pt x="1068553" y="73914"/>
                </a:lnTo>
                <a:lnTo>
                  <a:pt x="1045616" y="73790"/>
                </a:lnTo>
                <a:lnTo>
                  <a:pt x="1022671" y="73638"/>
                </a:lnTo>
                <a:lnTo>
                  <a:pt x="999734" y="73466"/>
                </a:lnTo>
                <a:lnTo>
                  <a:pt x="976789" y="73266"/>
                </a:lnTo>
                <a:lnTo>
                  <a:pt x="953843" y="73028"/>
                </a:lnTo>
                <a:lnTo>
                  <a:pt x="930907" y="72771"/>
                </a:lnTo>
                <a:lnTo>
                  <a:pt x="907961" y="72495"/>
                </a:lnTo>
                <a:lnTo>
                  <a:pt x="885025" y="72180"/>
                </a:lnTo>
                <a:lnTo>
                  <a:pt x="862089" y="71838"/>
                </a:lnTo>
                <a:lnTo>
                  <a:pt x="839143" y="71476"/>
                </a:lnTo>
                <a:lnTo>
                  <a:pt x="816207" y="71085"/>
                </a:lnTo>
                <a:lnTo>
                  <a:pt x="793271" y="70656"/>
                </a:lnTo>
                <a:lnTo>
                  <a:pt x="770334" y="70190"/>
                </a:lnTo>
                <a:lnTo>
                  <a:pt x="747398" y="69704"/>
                </a:lnTo>
                <a:lnTo>
                  <a:pt x="724462" y="69180"/>
                </a:lnTo>
                <a:lnTo>
                  <a:pt x="701526" y="68618"/>
                </a:lnTo>
                <a:lnTo>
                  <a:pt x="678590" y="68037"/>
                </a:lnTo>
                <a:lnTo>
                  <a:pt x="655653" y="67408"/>
                </a:lnTo>
                <a:lnTo>
                  <a:pt x="632717" y="66742"/>
                </a:lnTo>
                <a:lnTo>
                  <a:pt x="609791" y="66046"/>
                </a:lnTo>
                <a:lnTo>
                  <a:pt x="586854" y="65303"/>
                </a:lnTo>
                <a:lnTo>
                  <a:pt x="563928" y="64522"/>
                </a:lnTo>
                <a:lnTo>
                  <a:pt x="541001" y="63694"/>
                </a:lnTo>
                <a:lnTo>
                  <a:pt x="518074" y="62827"/>
                </a:lnTo>
                <a:lnTo>
                  <a:pt x="495148" y="61903"/>
                </a:lnTo>
                <a:lnTo>
                  <a:pt x="472230" y="60941"/>
                </a:lnTo>
                <a:lnTo>
                  <a:pt x="449313" y="59912"/>
                </a:lnTo>
                <a:lnTo>
                  <a:pt x="426396" y="58826"/>
                </a:lnTo>
                <a:lnTo>
                  <a:pt x="403479" y="57683"/>
                </a:lnTo>
                <a:lnTo>
                  <a:pt x="380571" y="56474"/>
                </a:lnTo>
                <a:lnTo>
                  <a:pt x="357664" y="55197"/>
                </a:lnTo>
                <a:lnTo>
                  <a:pt x="334756" y="53835"/>
                </a:lnTo>
                <a:lnTo>
                  <a:pt x="311868" y="52397"/>
                </a:lnTo>
                <a:lnTo>
                  <a:pt x="288969" y="50864"/>
                </a:lnTo>
                <a:lnTo>
                  <a:pt x="266090" y="49235"/>
                </a:lnTo>
                <a:lnTo>
                  <a:pt x="243211" y="47482"/>
                </a:lnTo>
                <a:lnTo>
                  <a:pt x="220351" y="45596"/>
                </a:lnTo>
                <a:lnTo>
                  <a:pt x="197491" y="43567"/>
                </a:lnTo>
                <a:lnTo>
                  <a:pt x="174660" y="41358"/>
                </a:lnTo>
                <a:lnTo>
                  <a:pt x="151848" y="38948"/>
                </a:lnTo>
                <a:lnTo>
                  <a:pt x="129054" y="36281"/>
                </a:lnTo>
                <a:lnTo>
                  <a:pt x="106309" y="33290"/>
                </a:lnTo>
                <a:lnTo>
                  <a:pt x="83620" y="29870"/>
                </a:lnTo>
                <a:lnTo>
                  <a:pt x="61036" y="25860"/>
                </a:lnTo>
                <a:lnTo>
                  <a:pt x="38643" y="20888"/>
                </a:lnTo>
                <a:lnTo>
                  <a:pt x="16764" y="14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BE85BB0F-1DF1-4A21-BDE5-E1BD96A6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55318"/>
            <a:ext cx="233548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CFD23472-E5CD-4D6E-85C1-1EC3B35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67163"/>
            <a:ext cx="1938223" cy="634117"/>
          </a:xfrm>
          <a:custGeom xmlns:a="http://schemas.openxmlformats.org/drawingml/2006/main">
            <a:pathLst>
              <a:path w="1938223" h="634117">
                <a:moveTo>
                  <a:pt x="0" y="0"/>
                </a:moveTo>
                <a:lnTo>
                  <a:pt x="6201" y="18755"/>
                </a:lnTo>
                <a:lnTo>
                  <a:pt x="12402" y="37509"/>
                </a:lnTo>
                <a:lnTo>
                  <a:pt x="18602" y="56255"/>
                </a:lnTo>
                <a:lnTo>
                  <a:pt x="24803" y="75009"/>
                </a:lnTo>
                <a:lnTo>
                  <a:pt x="31004" y="93764"/>
                </a:lnTo>
                <a:lnTo>
                  <a:pt x="37205" y="112519"/>
                </a:lnTo>
                <a:lnTo>
                  <a:pt x="43405" y="131274"/>
                </a:lnTo>
                <a:lnTo>
                  <a:pt x="49606" y="150019"/>
                </a:lnTo>
                <a:lnTo>
                  <a:pt x="55807" y="168773"/>
                </a:lnTo>
                <a:lnTo>
                  <a:pt x="62008" y="187528"/>
                </a:lnTo>
                <a:lnTo>
                  <a:pt x="68209" y="206283"/>
                </a:lnTo>
                <a:lnTo>
                  <a:pt x="74409" y="225038"/>
                </a:lnTo>
                <a:lnTo>
                  <a:pt x="80610" y="243792"/>
                </a:lnTo>
                <a:lnTo>
                  <a:pt x="86811" y="262538"/>
                </a:lnTo>
                <a:lnTo>
                  <a:pt x="93012" y="281292"/>
                </a:lnTo>
                <a:lnTo>
                  <a:pt x="99212" y="300047"/>
                </a:lnTo>
                <a:lnTo>
                  <a:pt x="105413" y="318802"/>
                </a:lnTo>
                <a:lnTo>
                  <a:pt x="111614" y="337556"/>
                </a:lnTo>
                <a:lnTo>
                  <a:pt x="117815" y="356302"/>
                </a:lnTo>
                <a:lnTo>
                  <a:pt x="124016" y="375056"/>
                </a:lnTo>
                <a:lnTo>
                  <a:pt x="130216" y="393811"/>
                </a:lnTo>
                <a:lnTo>
                  <a:pt x="136427" y="412566"/>
                </a:lnTo>
                <a:lnTo>
                  <a:pt x="142627" y="431321"/>
                </a:lnTo>
                <a:lnTo>
                  <a:pt x="148828" y="450066"/>
                </a:lnTo>
                <a:lnTo>
                  <a:pt x="155029" y="468821"/>
                </a:lnTo>
                <a:lnTo>
                  <a:pt x="161230" y="487575"/>
                </a:lnTo>
                <a:lnTo>
                  <a:pt x="167430" y="506330"/>
                </a:lnTo>
                <a:lnTo>
                  <a:pt x="173631" y="525085"/>
                </a:lnTo>
                <a:lnTo>
                  <a:pt x="179832" y="543830"/>
                </a:lnTo>
                <a:lnTo>
                  <a:pt x="185566" y="562689"/>
                </a:lnTo>
                <a:lnTo>
                  <a:pt x="199692" y="575805"/>
                </a:lnTo>
                <a:lnTo>
                  <a:pt x="217961" y="583263"/>
                </a:lnTo>
                <a:lnTo>
                  <a:pt x="236934" y="588740"/>
                </a:lnTo>
                <a:lnTo>
                  <a:pt x="256175" y="593160"/>
                </a:lnTo>
                <a:lnTo>
                  <a:pt x="275568" y="596903"/>
                </a:lnTo>
                <a:lnTo>
                  <a:pt x="295056" y="600161"/>
                </a:lnTo>
                <a:lnTo>
                  <a:pt x="314592" y="603066"/>
                </a:lnTo>
                <a:lnTo>
                  <a:pt x="334166" y="605666"/>
                </a:lnTo>
                <a:lnTo>
                  <a:pt x="353778" y="608038"/>
                </a:lnTo>
                <a:lnTo>
                  <a:pt x="373409" y="610200"/>
                </a:lnTo>
                <a:lnTo>
                  <a:pt x="393059" y="612191"/>
                </a:lnTo>
                <a:lnTo>
                  <a:pt x="412728" y="614020"/>
                </a:lnTo>
                <a:lnTo>
                  <a:pt x="432406" y="615725"/>
                </a:lnTo>
                <a:lnTo>
                  <a:pt x="452095" y="617306"/>
                </a:lnTo>
                <a:lnTo>
                  <a:pt x="471792" y="618782"/>
                </a:lnTo>
                <a:lnTo>
                  <a:pt x="491490" y="620154"/>
                </a:lnTo>
                <a:lnTo>
                  <a:pt x="511207" y="621440"/>
                </a:lnTo>
                <a:lnTo>
                  <a:pt x="530914" y="622630"/>
                </a:lnTo>
                <a:lnTo>
                  <a:pt x="550640" y="623754"/>
                </a:lnTo>
                <a:lnTo>
                  <a:pt x="570357" y="624792"/>
                </a:lnTo>
                <a:lnTo>
                  <a:pt x="590093" y="625764"/>
                </a:lnTo>
                <a:lnTo>
                  <a:pt x="609819" y="626669"/>
                </a:lnTo>
                <a:lnTo>
                  <a:pt x="629555" y="627517"/>
                </a:lnTo>
                <a:lnTo>
                  <a:pt x="649291" y="628307"/>
                </a:lnTo>
                <a:lnTo>
                  <a:pt x="669026" y="629031"/>
                </a:lnTo>
                <a:lnTo>
                  <a:pt x="688772" y="629698"/>
                </a:lnTo>
                <a:lnTo>
                  <a:pt x="708508" y="630317"/>
                </a:lnTo>
                <a:lnTo>
                  <a:pt x="728253" y="630888"/>
                </a:lnTo>
                <a:lnTo>
                  <a:pt x="747998" y="631403"/>
                </a:lnTo>
                <a:lnTo>
                  <a:pt x="767744" y="631879"/>
                </a:lnTo>
                <a:lnTo>
                  <a:pt x="787489" y="632298"/>
                </a:lnTo>
                <a:lnTo>
                  <a:pt x="807234" y="632679"/>
                </a:lnTo>
                <a:lnTo>
                  <a:pt x="826989" y="633012"/>
                </a:lnTo>
                <a:lnTo>
                  <a:pt x="846734" y="633298"/>
                </a:lnTo>
                <a:lnTo>
                  <a:pt x="866489" y="633536"/>
                </a:lnTo>
                <a:lnTo>
                  <a:pt x="886235" y="633736"/>
                </a:lnTo>
                <a:lnTo>
                  <a:pt x="905989" y="633898"/>
                </a:lnTo>
                <a:lnTo>
                  <a:pt x="925735" y="634013"/>
                </a:lnTo>
                <a:lnTo>
                  <a:pt x="945490" y="634089"/>
                </a:lnTo>
                <a:lnTo>
                  <a:pt x="965244" y="634117"/>
                </a:lnTo>
                <a:lnTo>
                  <a:pt x="984990" y="634117"/>
                </a:lnTo>
                <a:lnTo>
                  <a:pt x="1004745" y="634060"/>
                </a:lnTo>
                <a:lnTo>
                  <a:pt x="1024499" y="633974"/>
                </a:lnTo>
                <a:lnTo>
                  <a:pt x="1044245" y="633841"/>
                </a:lnTo>
                <a:lnTo>
                  <a:pt x="1064000" y="633660"/>
                </a:lnTo>
                <a:lnTo>
                  <a:pt x="1083745" y="633441"/>
                </a:lnTo>
                <a:lnTo>
                  <a:pt x="1103500" y="633174"/>
                </a:lnTo>
                <a:lnTo>
                  <a:pt x="1123245" y="632870"/>
                </a:lnTo>
                <a:lnTo>
                  <a:pt x="1143000" y="632517"/>
                </a:lnTo>
                <a:lnTo>
                  <a:pt x="1162745" y="632117"/>
                </a:lnTo>
                <a:lnTo>
                  <a:pt x="1182491" y="631679"/>
                </a:lnTo>
                <a:lnTo>
                  <a:pt x="1202236" y="631193"/>
                </a:lnTo>
                <a:lnTo>
                  <a:pt x="1221981" y="630650"/>
                </a:lnTo>
                <a:lnTo>
                  <a:pt x="1241727" y="630060"/>
                </a:lnTo>
                <a:lnTo>
                  <a:pt x="1261462" y="629422"/>
                </a:lnTo>
                <a:lnTo>
                  <a:pt x="1281208" y="628726"/>
                </a:lnTo>
                <a:lnTo>
                  <a:pt x="1300944" y="627974"/>
                </a:lnTo>
                <a:lnTo>
                  <a:pt x="1320679" y="627164"/>
                </a:lnTo>
                <a:lnTo>
                  <a:pt x="1340406" y="626288"/>
                </a:lnTo>
                <a:lnTo>
                  <a:pt x="1360141" y="625364"/>
                </a:lnTo>
                <a:lnTo>
                  <a:pt x="1379868" y="624354"/>
                </a:lnTo>
                <a:lnTo>
                  <a:pt x="1399584" y="623278"/>
                </a:lnTo>
                <a:lnTo>
                  <a:pt x="1419301" y="622125"/>
                </a:lnTo>
                <a:lnTo>
                  <a:pt x="1439018" y="620906"/>
                </a:lnTo>
                <a:lnTo>
                  <a:pt x="1458725" y="619573"/>
                </a:lnTo>
                <a:lnTo>
                  <a:pt x="1478423" y="618163"/>
                </a:lnTo>
                <a:lnTo>
                  <a:pt x="1498121" y="616649"/>
                </a:lnTo>
                <a:lnTo>
                  <a:pt x="1517799" y="615010"/>
                </a:lnTo>
                <a:lnTo>
                  <a:pt x="1537478" y="613258"/>
                </a:lnTo>
                <a:lnTo>
                  <a:pt x="1557137" y="611353"/>
                </a:lnTo>
                <a:lnTo>
                  <a:pt x="1576778" y="609295"/>
                </a:lnTo>
                <a:lnTo>
                  <a:pt x="1596400" y="607047"/>
                </a:lnTo>
                <a:lnTo>
                  <a:pt x="1616002" y="604580"/>
                </a:lnTo>
                <a:lnTo>
                  <a:pt x="1635557" y="601856"/>
                </a:lnTo>
                <a:lnTo>
                  <a:pt x="1655074" y="598818"/>
                </a:lnTo>
                <a:lnTo>
                  <a:pt x="1674524" y="595360"/>
                </a:lnTo>
                <a:lnTo>
                  <a:pt x="1693859" y="591360"/>
                </a:lnTo>
                <a:lnTo>
                  <a:pt x="1713024" y="586550"/>
                </a:lnTo>
                <a:lnTo>
                  <a:pt x="1731778" y="580406"/>
                </a:lnTo>
                <a:lnTo>
                  <a:pt x="1749276" y="571357"/>
                </a:lnTo>
                <a:lnTo>
                  <a:pt x="1758391" y="554546"/>
                </a:lnTo>
                <a:lnTo>
                  <a:pt x="1764592" y="535791"/>
                </a:lnTo>
                <a:lnTo>
                  <a:pt x="1770793" y="517036"/>
                </a:lnTo>
                <a:lnTo>
                  <a:pt x="1777003" y="498291"/>
                </a:lnTo>
                <a:lnTo>
                  <a:pt x="1783204" y="479536"/>
                </a:lnTo>
                <a:lnTo>
                  <a:pt x="1789405" y="460781"/>
                </a:lnTo>
                <a:lnTo>
                  <a:pt x="1795605" y="442027"/>
                </a:lnTo>
                <a:lnTo>
                  <a:pt x="1801806" y="423272"/>
                </a:lnTo>
                <a:lnTo>
                  <a:pt x="1808007" y="404527"/>
                </a:lnTo>
                <a:lnTo>
                  <a:pt x="1814208" y="385772"/>
                </a:lnTo>
                <a:lnTo>
                  <a:pt x="1820408" y="367017"/>
                </a:lnTo>
                <a:lnTo>
                  <a:pt x="1826609" y="348263"/>
                </a:lnTo>
                <a:lnTo>
                  <a:pt x="1832810" y="329508"/>
                </a:lnTo>
                <a:lnTo>
                  <a:pt x="1839011" y="310763"/>
                </a:lnTo>
                <a:lnTo>
                  <a:pt x="1845212" y="292008"/>
                </a:lnTo>
                <a:lnTo>
                  <a:pt x="1851412" y="273253"/>
                </a:lnTo>
                <a:lnTo>
                  <a:pt x="1857613" y="254498"/>
                </a:lnTo>
                <a:lnTo>
                  <a:pt x="1863814" y="235744"/>
                </a:lnTo>
                <a:lnTo>
                  <a:pt x="1870015" y="216989"/>
                </a:lnTo>
                <a:lnTo>
                  <a:pt x="1876215" y="198244"/>
                </a:lnTo>
                <a:lnTo>
                  <a:pt x="1882416" y="179489"/>
                </a:lnTo>
                <a:lnTo>
                  <a:pt x="1888617" y="160734"/>
                </a:lnTo>
                <a:lnTo>
                  <a:pt x="1894818" y="141980"/>
                </a:lnTo>
                <a:lnTo>
                  <a:pt x="1901019" y="123225"/>
                </a:lnTo>
                <a:lnTo>
                  <a:pt x="1907219" y="104480"/>
                </a:lnTo>
                <a:lnTo>
                  <a:pt x="1913420" y="85725"/>
                </a:lnTo>
                <a:lnTo>
                  <a:pt x="1919621" y="66970"/>
                </a:lnTo>
                <a:lnTo>
                  <a:pt x="1925822" y="48216"/>
                </a:lnTo>
                <a:lnTo>
                  <a:pt x="1932022" y="29461"/>
                </a:lnTo>
                <a:lnTo>
                  <a:pt x="1938223" y="10716"/>
                </a:lnTo>
                <a:lnTo>
                  <a:pt x="1938052" y="7353"/>
                </a:lnTo>
                <a:lnTo>
                  <a:pt x="1920954" y="16993"/>
                </a:lnTo>
                <a:lnTo>
                  <a:pt x="1902162" y="23041"/>
                </a:lnTo>
                <a:lnTo>
                  <a:pt x="1882959" y="27680"/>
                </a:lnTo>
                <a:lnTo>
                  <a:pt x="1863585" y="31509"/>
                </a:lnTo>
                <a:lnTo>
                  <a:pt x="1844107" y="34795"/>
                </a:lnTo>
                <a:lnTo>
                  <a:pt x="1824571" y="37709"/>
                </a:lnTo>
                <a:lnTo>
                  <a:pt x="1804997" y="40310"/>
                </a:lnTo>
                <a:lnTo>
                  <a:pt x="1785385" y="42682"/>
                </a:lnTo>
                <a:lnTo>
                  <a:pt x="1765754" y="44853"/>
                </a:lnTo>
                <a:lnTo>
                  <a:pt x="1746104" y="46844"/>
                </a:lnTo>
                <a:lnTo>
                  <a:pt x="1726435" y="48701"/>
                </a:lnTo>
                <a:lnTo>
                  <a:pt x="1706766" y="50425"/>
                </a:lnTo>
                <a:lnTo>
                  <a:pt x="1687078" y="52045"/>
                </a:lnTo>
                <a:lnTo>
                  <a:pt x="1667380" y="53550"/>
                </a:lnTo>
                <a:lnTo>
                  <a:pt x="1647682" y="54969"/>
                </a:lnTo>
                <a:lnTo>
                  <a:pt x="1627975" y="56302"/>
                </a:lnTo>
                <a:lnTo>
                  <a:pt x="1608268" y="57560"/>
                </a:lnTo>
                <a:lnTo>
                  <a:pt x="1588551" y="58750"/>
                </a:lnTo>
                <a:lnTo>
                  <a:pt x="1568834" y="59874"/>
                </a:lnTo>
                <a:lnTo>
                  <a:pt x="1549108" y="60941"/>
                </a:lnTo>
                <a:lnTo>
                  <a:pt x="1529382" y="61941"/>
                </a:lnTo>
                <a:lnTo>
                  <a:pt x="1509655" y="62894"/>
                </a:lnTo>
                <a:lnTo>
                  <a:pt x="1489920" y="63789"/>
                </a:lnTo>
                <a:lnTo>
                  <a:pt x="1470184" y="64637"/>
                </a:lnTo>
                <a:lnTo>
                  <a:pt x="1450448" y="65437"/>
                </a:lnTo>
                <a:lnTo>
                  <a:pt x="1430712" y="66199"/>
                </a:lnTo>
                <a:lnTo>
                  <a:pt x="1410976" y="66913"/>
                </a:lnTo>
                <a:lnTo>
                  <a:pt x="1391241" y="67589"/>
                </a:lnTo>
                <a:lnTo>
                  <a:pt x="1371495" y="68228"/>
                </a:lnTo>
                <a:lnTo>
                  <a:pt x="1351750" y="68828"/>
                </a:lnTo>
                <a:lnTo>
                  <a:pt x="1332014" y="69390"/>
                </a:lnTo>
                <a:lnTo>
                  <a:pt x="1312269" y="69914"/>
                </a:lnTo>
                <a:lnTo>
                  <a:pt x="1292523" y="70409"/>
                </a:lnTo>
                <a:lnTo>
                  <a:pt x="1272778" y="70866"/>
                </a:lnTo>
                <a:lnTo>
                  <a:pt x="1253023" y="71295"/>
                </a:lnTo>
                <a:lnTo>
                  <a:pt x="1233278" y="71685"/>
                </a:lnTo>
                <a:lnTo>
                  <a:pt x="1213533" y="72047"/>
                </a:lnTo>
                <a:lnTo>
                  <a:pt x="1193778" y="72380"/>
                </a:lnTo>
                <a:lnTo>
                  <a:pt x="1174032" y="72685"/>
                </a:lnTo>
                <a:lnTo>
                  <a:pt x="1154287" y="72962"/>
                </a:lnTo>
                <a:lnTo>
                  <a:pt x="1134532" y="73209"/>
                </a:lnTo>
                <a:lnTo>
                  <a:pt x="1114787" y="73419"/>
                </a:lnTo>
                <a:lnTo>
                  <a:pt x="1095032" y="73609"/>
                </a:lnTo>
                <a:lnTo>
                  <a:pt x="1075277" y="73762"/>
                </a:lnTo>
                <a:lnTo>
                  <a:pt x="1055532" y="73895"/>
                </a:lnTo>
                <a:lnTo>
                  <a:pt x="1035777" y="74000"/>
                </a:lnTo>
                <a:lnTo>
                  <a:pt x="1016032" y="74076"/>
                </a:lnTo>
                <a:lnTo>
                  <a:pt x="996277" y="74124"/>
                </a:lnTo>
                <a:lnTo>
                  <a:pt x="976522" y="74152"/>
                </a:lnTo>
                <a:lnTo>
                  <a:pt x="956777" y="74143"/>
                </a:lnTo>
                <a:lnTo>
                  <a:pt x="937022" y="74105"/>
                </a:lnTo>
                <a:lnTo>
                  <a:pt x="917267" y="74047"/>
                </a:lnTo>
                <a:lnTo>
                  <a:pt x="897522" y="73962"/>
                </a:lnTo>
                <a:lnTo>
                  <a:pt x="877767" y="73847"/>
                </a:lnTo>
                <a:lnTo>
                  <a:pt x="858012" y="73704"/>
                </a:lnTo>
                <a:lnTo>
                  <a:pt x="838267" y="73533"/>
                </a:lnTo>
                <a:lnTo>
                  <a:pt x="818512" y="73333"/>
                </a:lnTo>
                <a:lnTo>
                  <a:pt x="798767" y="73104"/>
                </a:lnTo>
                <a:lnTo>
                  <a:pt x="779012" y="72847"/>
                </a:lnTo>
                <a:lnTo>
                  <a:pt x="759266" y="72561"/>
                </a:lnTo>
                <a:lnTo>
                  <a:pt x="739521" y="72247"/>
                </a:lnTo>
                <a:lnTo>
                  <a:pt x="719766" y="71904"/>
                </a:lnTo>
                <a:lnTo>
                  <a:pt x="700021" y="71523"/>
                </a:lnTo>
                <a:lnTo>
                  <a:pt x="680276" y="71114"/>
                </a:lnTo>
                <a:lnTo>
                  <a:pt x="660530" y="70676"/>
                </a:lnTo>
                <a:lnTo>
                  <a:pt x="640775" y="70199"/>
                </a:lnTo>
                <a:lnTo>
                  <a:pt x="621040" y="69694"/>
                </a:lnTo>
                <a:lnTo>
                  <a:pt x="601294" y="69152"/>
                </a:lnTo>
                <a:lnTo>
                  <a:pt x="581549" y="68570"/>
                </a:lnTo>
                <a:lnTo>
                  <a:pt x="561804" y="67951"/>
                </a:lnTo>
                <a:lnTo>
                  <a:pt x="542068" y="67304"/>
                </a:lnTo>
                <a:lnTo>
                  <a:pt x="522322" y="66608"/>
                </a:lnTo>
                <a:lnTo>
                  <a:pt x="502587" y="65875"/>
                </a:lnTo>
                <a:lnTo>
                  <a:pt x="482851" y="65094"/>
                </a:lnTo>
                <a:lnTo>
                  <a:pt x="463115" y="64275"/>
                </a:lnTo>
                <a:lnTo>
                  <a:pt x="443389" y="63408"/>
                </a:lnTo>
                <a:lnTo>
                  <a:pt x="423653" y="62484"/>
                </a:lnTo>
                <a:lnTo>
                  <a:pt x="403927" y="61512"/>
                </a:lnTo>
                <a:lnTo>
                  <a:pt x="384200" y="60484"/>
                </a:lnTo>
                <a:lnTo>
                  <a:pt x="364484" y="59398"/>
                </a:lnTo>
                <a:lnTo>
                  <a:pt x="344767" y="58245"/>
                </a:lnTo>
                <a:lnTo>
                  <a:pt x="325050" y="57036"/>
                </a:lnTo>
                <a:lnTo>
                  <a:pt x="305343" y="55740"/>
                </a:lnTo>
                <a:lnTo>
                  <a:pt x="285636" y="54369"/>
                </a:lnTo>
                <a:lnTo>
                  <a:pt x="265938" y="52911"/>
                </a:lnTo>
                <a:lnTo>
                  <a:pt x="246250" y="51359"/>
                </a:lnTo>
                <a:lnTo>
                  <a:pt x="226562" y="49701"/>
                </a:lnTo>
                <a:lnTo>
                  <a:pt x="206893" y="47920"/>
                </a:lnTo>
                <a:lnTo>
                  <a:pt x="187233" y="46015"/>
                </a:lnTo>
                <a:lnTo>
                  <a:pt x="167592" y="43939"/>
                </a:lnTo>
                <a:lnTo>
                  <a:pt x="147971" y="41691"/>
                </a:lnTo>
                <a:lnTo>
                  <a:pt x="128368" y="39233"/>
                </a:lnTo>
                <a:lnTo>
                  <a:pt x="108814" y="36500"/>
                </a:lnTo>
                <a:lnTo>
                  <a:pt x="89297" y="33442"/>
                </a:lnTo>
                <a:lnTo>
                  <a:pt x="69856" y="29937"/>
                </a:lnTo>
                <a:lnTo>
                  <a:pt x="50549" y="25813"/>
                </a:lnTo>
                <a:lnTo>
                  <a:pt x="31480" y="20679"/>
                </a:lnTo>
                <a:lnTo>
                  <a:pt x="13068" y="135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402044FE-CCF3-408E-A9A2-AD80612C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61749"/>
            <a:ext cx="1941747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ABB1E9B5-3DDA-4D2E-AAC1-DFAB9950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73632"/>
            <a:ext cx="1570511" cy="634041"/>
          </a:xfrm>
          <a:custGeom xmlns:a="http://schemas.openxmlformats.org/drawingml/2006/main">
            <a:pathLst>
              <a:path w="1570511" h="634041">
                <a:moveTo>
                  <a:pt x="0" y="0"/>
                </a:moveTo>
                <a:lnTo>
                  <a:pt x="5744" y="18164"/>
                </a:lnTo>
                <a:lnTo>
                  <a:pt x="11478" y="36319"/>
                </a:lnTo>
                <a:lnTo>
                  <a:pt x="17221" y="54483"/>
                </a:lnTo>
                <a:lnTo>
                  <a:pt x="22955" y="72647"/>
                </a:lnTo>
                <a:lnTo>
                  <a:pt x="28699" y="90811"/>
                </a:lnTo>
                <a:lnTo>
                  <a:pt x="34442" y="108966"/>
                </a:lnTo>
                <a:lnTo>
                  <a:pt x="40176" y="127130"/>
                </a:lnTo>
                <a:lnTo>
                  <a:pt x="45920" y="145294"/>
                </a:lnTo>
                <a:lnTo>
                  <a:pt x="51654" y="163459"/>
                </a:lnTo>
                <a:lnTo>
                  <a:pt x="57398" y="181613"/>
                </a:lnTo>
                <a:lnTo>
                  <a:pt x="63141" y="199777"/>
                </a:lnTo>
                <a:lnTo>
                  <a:pt x="68875" y="217942"/>
                </a:lnTo>
                <a:lnTo>
                  <a:pt x="74619" y="236096"/>
                </a:lnTo>
                <a:lnTo>
                  <a:pt x="80353" y="254260"/>
                </a:lnTo>
                <a:lnTo>
                  <a:pt x="86096" y="272425"/>
                </a:lnTo>
                <a:lnTo>
                  <a:pt x="91840" y="290589"/>
                </a:lnTo>
                <a:lnTo>
                  <a:pt x="97574" y="308743"/>
                </a:lnTo>
                <a:lnTo>
                  <a:pt x="103318" y="326908"/>
                </a:lnTo>
                <a:lnTo>
                  <a:pt x="109052" y="345072"/>
                </a:lnTo>
                <a:lnTo>
                  <a:pt x="114795" y="363236"/>
                </a:lnTo>
                <a:lnTo>
                  <a:pt x="120539" y="381391"/>
                </a:lnTo>
                <a:lnTo>
                  <a:pt x="126273" y="399555"/>
                </a:lnTo>
                <a:lnTo>
                  <a:pt x="132017" y="417719"/>
                </a:lnTo>
                <a:lnTo>
                  <a:pt x="137751" y="435874"/>
                </a:lnTo>
                <a:lnTo>
                  <a:pt x="143494" y="454038"/>
                </a:lnTo>
                <a:lnTo>
                  <a:pt x="149238" y="472202"/>
                </a:lnTo>
                <a:lnTo>
                  <a:pt x="154972" y="490366"/>
                </a:lnTo>
                <a:lnTo>
                  <a:pt x="160715" y="508521"/>
                </a:lnTo>
                <a:lnTo>
                  <a:pt x="166449" y="526685"/>
                </a:lnTo>
                <a:lnTo>
                  <a:pt x="172193" y="544849"/>
                </a:lnTo>
                <a:lnTo>
                  <a:pt x="177394" y="563118"/>
                </a:lnTo>
                <a:lnTo>
                  <a:pt x="189929" y="576891"/>
                </a:lnTo>
                <a:lnTo>
                  <a:pt x="207064" y="585149"/>
                </a:lnTo>
                <a:lnTo>
                  <a:pt x="225114" y="591198"/>
                </a:lnTo>
                <a:lnTo>
                  <a:pt x="243535" y="596046"/>
                </a:lnTo>
                <a:lnTo>
                  <a:pt x="262138" y="600132"/>
                </a:lnTo>
                <a:lnTo>
                  <a:pt x="280854" y="603666"/>
                </a:lnTo>
                <a:lnTo>
                  <a:pt x="299647" y="606771"/>
                </a:lnTo>
                <a:lnTo>
                  <a:pt x="318487" y="609552"/>
                </a:lnTo>
                <a:lnTo>
                  <a:pt x="337366" y="612057"/>
                </a:lnTo>
                <a:lnTo>
                  <a:pt x="356283" y="614324"/>
                </a:lnTo>
                <a:lnTo>
                  <a:pt x="375218" y="616382"/>
                </a:lnTo>
                <a:lnTo>
                  <a:pt x="394164" y="618268"/>
                </a:lnTo>
                <a:lnTo>
                  <a:pt x="413137" y="619992"/>
                </a:lnTo>
                <a:lnTo>
                  <a:pt x="432121" y="621582"/>
                </a:lnTo>
                <a:lnTo>
                  <a:pt x="451104" y="623040"/>
                </a:lnTo>
                <a:lnTo>
                  <a:pt x="470106" y="624383"/>
                </a:lnTo>
                <a:lnTo>
                  <a:pt x="489118" y="625602"/>
                </a:lnTo>
                <a:lnTo>
                  <a:pt x="508130" y="626735"/>
                </a:lnTo>
                <a:lnTo>
                  <a:pt x="527152" y="627755"/>
                </a:lnTo>
                <a:lnTo>
                  <a:pt x="546173" y="628698"/>
                </a:lnTo>
                <a:lnTo>
                  <a:pt x="565204" y="629555"/>
                </a:lnTo>
                <a:lnTo>
                  <a:pt x="584235" y="630317"/>
                </a:lnTo>
                <a:lnTo>
                  <a:pt x="603266" y="631012"/>
                </a:lnTo>
                <a:lnTo>
                  <a:pt x="622306" y="631622"/>
                </a:lnTo>
                <a:lnTo>
                  <a:pt x="641337" y="632165"/>
                </a:lnTo>
                <a:lnTo>
                  <a:pt x="660387" y="632641"/>
                </a:lnTo>
                <a:lnTo>
                  <a:pt x="679428" y="633041"/>
                </a:lnTo>
                <a:lnTo>
                  <a:pt x="698468" y="633374"/>
                </a:lnTo>
                <a:lnTo>
                  <a:pt x="717518" y="633641"/>
                </a:lnTo>
                <a:lnTo>
                  <a:pt x="736559" y="633832"/>
                </a:lnTo>
                <a:lnTo>
                  <a:pt x="755609" y="633974"/>
                </a:lnTo>
                <a:lnTo>
                  <a:pt x="774659" y="634041"/>
                </a:lnTo>
                <a:lnTo>
                  <a:pt x="793699" y="634041"/>
                </a:lnTo>
                <a:lnTo>
                  <a:pt x="812749" y="633984"/>
                </a:lnTo>
                <a:lnTo>
                  <a:pt x="831790" y="633860"/>
                </a:lnTo>
                <a:lnTo>
                  <a:pt x="850840" y="633670"/>
                </a:lnTo>
                <a:lnTo>
                  <a:pt x="869890" y="633422"/>
                </a:lnTo>
                <a:lnTo>
                  <a:pt x="888930" y="633098"/>
                </a:lnTo>
                <a:lnTo>
                  <a:pt x="907971" y="632708"/>
                </a:lnTo>
                <a:lnTo>
                  <a:pt x="927011" y="632250"/>
                </a:lnTo>
                <a:lnTo>
                  <a:pt x="946052" y="631717"/>
                </a:lnTo>
                <a:lnTo>
                  <a:pt x="965092" y="631117"/>
                </a:lnTo>
                <a:lnTo>
                  <a:pt x="984123" y="630441"/>
                </a:lnTo>
                <a:lnTo>
                  <a:pt x="1003154" y="629679"/>
                </a:lnTo>
                <a:lnTo>
                  <a:pt x="1022185" y="628841"/>
                </a:lnTo>
                <a:lnTo>
                  <a:pt x="1041216" y="627917"/>
                </a:lnTo>
                <a:lnTo>
                  <a:pt x="1060228" y="626907"/>
                </a:lnTo>
                <a:lnTo>
                  <a:pt x="1079249" y="625793"/>
                </a:lnTo>
                <a:lnTo>
                  <a:pt x="1098252" y="624583"/>
                </a:lnTo>
                <a:lnTo>
                  <a:pt x="1117254" y="623259"/>
                </a:lnTo>
                <a:lnTo>
                  <a:pt x="1136247" y="621830"/>
                </a:lnTo>
                <a:lnTo>
                  <a:pt x="1155230" y="620258"/>
                </a:lnTo>
                <a:lnTo>
                  <a:pt x="1174204" y="618554"/>
                </a:lnTo>
                <a:lnTo>
                  <a:pt x="1193159" y="616696"/>
                </a:lnTo>
                <a:lnTo>
                  <a:pt x="1212094" y="614667"/>
                </a:lnTo>
                <a:lnTo>
                  <a:pt x="1231011" y="612438"/>
                </a:lnTo>
                <a:lnTo>
                  <a:pt x="1249899" y="609971"/>
                </a:lnTo>
                <a:lnTo>
                  <a:pt x="1268749" y="607247"/>
                </a:lnTo>
                <a:lnTo>
                  <a:pt x="1287551" y="604190"/>
                </a:lnTo>
                <a:lnTo>
                  <a:pt x="1306278" y="600732"/>
                </a:lnTo>
                <a:lnTo>
                  <a:pt x="1324908" y="596751"/>
                </a:lnTo>
                <a:lnTo>
                  <a:pt x="1343358" y="592045"/>
                </a:lnTo>
                <a:lnTo>
                  <a:pt x="1361494" y="586235"/>
                </a:lnTo>
                <a:lnTo>
                  <a:pt x="1378858" y="578463"/>
                </a:lnTo>
                <a:lnTo>
                  <a:pt x="1392917" y="565976"/>
                </a:lnTo>
                <a:lnTo>
                  <a:pt x="1398318" y="547783"/>
                </a:lnTo>
                <a:lnTo>
                  <a:pt x="1404052" y="529619"/>
                </a:lnTo>
                <a:lnTo>
                  <a:pt x="1409795" y="511464"/>
                </a:lnTo>
                <a:lnTo>
                  <a:pt x="1415529" y="493300"/>
                </a:lnTo>
                <a:lnTo>
                  <a:pt x="1421273" y="475136"/>
                </a:lnTo>
                <a:lnTo>
                  <a:pt x="1427016" y="456971"/>
                </a:lnTo>
                <a:lnTo>
                  <a:pt x="1432750" y="438817"/>
                </a:lnTo>
                <a:lnTo>
                  <a:pt x="1438494" y="420653"/>
                </a:lnTo>
                <a:lnTo>
                  <a:pt x="1444228" y="402488"/>
                </a:lnTo>
                <a:lnTo>
                  <a:pt x="1449972" y="384324"/>
                </a:lnTo>
                <a:lnTo>
                  <a:pt x="1455715" y="366170"/>
                </a:lnTo>
                <a:lnTo>
                  <a:pt x="1461449" y="348005"/>
                </a:lnTo>
                <a:lnTo>
                  <a:pt x="1467193" y="329841"/>
                </a:lnTo>
                <a:lnTo>
                  <a:pt x="1472927" y="311687"/>
                </a:lnTo>
                <a:lnTo>
                  <a:pt x="1478671" y="293522"/>
                </a:lnTo>
                <a:lnTo>
                  <a:pt x="1484414" y="275358"/>
                </a:lnTo>
                <a:lnTo>
                  <a:pt x="1490148" y="257194"/>
                </a:lnTo>
                <a:lnTo>
                  <a:pt x="1495892" y="239039"/>
                </a:lnTo>
                <a:lnTo>
                  <a:pt x="1501626" y="220875"/>
                </a:lnTo>
                <a:lnTo>
                  <a:pt x="1507369" y="202711"/>
                </a:lnTo>
                <a:lnTo>
                  <a:pt x="1513113" y="184547"/>
                </a:lnTo>
                <a:lnTo>
                  <a:pt x="1518847" y="166392"/>
                </a:lnTo>
                <a:lnTo>
                  <a:pt x="1524591" y="148228"/>
                </a:lnTo>
                <a:lnTo>
                  <a:pt x="1530325" y="130064"/>
                </a:lnTo>
                <a:lnTo>
                  <a:pt x="1536068" y="111909"/>
                </a:lnTo>
                <a:lnTo>
                  <a:pt x="1541812" y="93745"/>
                </a:lnTo>
                <a:lnTo>
                  <a:pt x="1547546" y="75581"/>
                </a:lnTo>
                <a:lnTo>
                  <a:pt x="1553289" y="57417"/>
                </a:lnTo>
                <a:lnTo>
                  <a:pt x="1559023" y="39262"/>
                </a:lnTo>
                <a:lnTo>
                  <a:pt x="1564767" y="21098"/>
                </a:lnTo>
                <a:lnTo>
                  <a:pt x="1570511" y="2934"/>
                </a:lnTo>
                <a:lnTo>
                  <a:pt x="1562519" y="12497"/>
                </a:lnTo>
                <a:lnTo>
                  <a:pt x="1545460" y="20860"/>
                </a:lnTo>
                <a:lnTo>
                  <a:pt x="1527334" y="26699"/>
                </a:lnTo>
                <a:lnTo>
                  <a:pt x="1508855" y="31318"/>
                </a:lnTo>
                <a:lnTo>
                  <a:pt x="1490205" y="35185"/>
                </a:lnTo>
                <a:lnTo>
                  <a:pt x="1471460" y="38548"/>
                </a:lnTo>
                <a:lnTo>
                  <a:pt x="1452648" y="41510"/>
                </a:lnTo>
                <a:lnTo>
                  <a:pt x="1433789" y="44167"/>
                </a:lnTo>
                <a:lnTo>
                  <a:pt x="1414891" y="46587"/>
                </a:lnTo>
                <a:lnTo>
                  <a:pt x="1395974" y="48787"/>
                </a:lnTo>
                <a:lnTo>
                  <a:pt x="1377029" y="50816"/>
                </a:lnTo>
                <a:lnTo>
                  <a:pt x="1358075" y="52692"/>
                </a:lnTo>
                <a:lnTo>
                  <a:pt x="1339110" y="54426"/>
                </a:lnTo>
                <a:lnTo>
                  <a:pt x="1320136" y="56036"/>
                </a:lnTo>
                <a:lnTo>
                  <a:pt x="1301144" y="57541"/>
                </a:lnTo>
                <a:lnTo>
                  <a:pt x="1282151" y="58941"/>
                </a:lnTo>
                <a:lnTo>
                  <a:pt x="1263148" y="60255"/>
                </a:lnTo>
                <a:lnTo>
                  <a:pt x="1244136" y="61474"/>
                </a:lnTo>
                <a:lnTo>
                  <a:pt x="1225125" y="62627"/>
                </a:lnTo>
                <a:lnTo>
                  <a:pt x="1206113" y="63713"/>
                </a:lnTo>
                <a:lnTo>
                  <a:pt x="1187091" y="64713"/>
                </a:lnTo>
                <a:lnTo>
                  <a:pt x="1168070" y="65656"/>
                </a:lnTo>
                <a:lnTo>
                  <a:pt x="1149039" y="66532"/>
                </a:lnTo>
                <a:lnTo>
                  <a:pt x="1130017" y="67351"/>
                </a:lnTo>
                <a:lnTo>
                  <a:pt x="1110977" y="68123"/>
                </a:lnTo>
                <a:lnTo>
                  <a:pt x="1091946" y="68837"/>
                </a:lnTo>
                <a:lnTo>
                  <a:pt x="1072915" y="69494"/>
                </a:lnTo>
                <a:lnTo>
                  <a:pt x="1053875" y="70104"/>
                </a:lnTo>
                <a:lnTo>
                  <a:pt x="1034834" y="70666"/>
                </a:lnTo>
                <a:lnTo>
                  <a:pt x="1015794" y="71180"/>
                </a:lnTo>
                <a:lnTo>
                  <a:pt x="996753" y="71647"/>
                </a:lnTo>
                <a:lnTo>
                  <a:pt x="977713" y="72076"/>
                </a:lnTo>
                <a:lnTo>
                  <a:pt x="958672" y="72457"/>
                </a:lnTo>
                <a:lnTo>
                  <a:pt x="939622" y="72800"/>
                </a:lnTo>
                <a:lnTo>
                  <a:pt x="920582" y="73095"/>
                </a:lnTo>
                <a:lnTo>
                  <a:pt x="901532" y="73352"/>
                </a:lnTo>
                <a:lnTo>
                  <a:pt x="882491" y="73571"/>
                </a:lnTo>
                <a:lnTo>
                  <a:pt x="863441" y="73752"/>
                </a:lnTo>
                <a:lnTo>
                  <a:pt x="844401" y="73895"/>
                </a:lnTo>
                <a:lnTo>
                  <a:pt x="825351" y="73990"/>
                </a:lnTo>
                <a:lnTo>
                  <a:pt x="806301" y="74057"/>
                </a:lnTo>
                <a:lnTo>
                  <a:pt x="787260" y="74076"/>
                </a:lnTo>
                <a:lnTo>
                  <a:pt x="768210" y="74066"/>
                </a:lnTo>
                <a:lnTo>
                  <a:pt x="749160" y="74009"/>
                </a:lnTo>
                <a:lnTo>
                  <a:pt x="730120" y="73914"/>
                </a:lnTo>
                <a:lnTo>
                  <a:pt x="711070" y="73781"/>
                </a:lnTo>
                <a:lnTo>
                  <a:pt x="692020" y="73609"/>
                </a:lnTo>
                <a:lnTo>
                  <a:pt x="672979" y="73400"/>
                </a:lnTo>
                <a:lnTo>
                  <a:pt x="653929" y="73142"/>
                </a:lnTo>
                <a:lnTo>
                  <a:pt x="634889" y="72847"/>
                </a:lnTo>
                <a:lnTo>
                  <a:pt x="615839" y="72514"/>
                </a:lnTo>
                <a:lnTo>
                  <a:pt x="596798" y="72142"/>
                </a:lnTo>
                <a:lnTo>
                  <a:pt x="577758" y="71723"/>
                </a:lnTo>
                <a:lnTo>
                  <a:pt x="558717" y="71257"/>
                </a:lnTo>
                <a:lnTo>
                  <a:pt x="539677" y="70752"/>
                </a:lnTo>
                <a:lnTo>
                  <a:pt x="520636" y="70190"/>
                </a:lnTo>
                <a:lnTo>
                  <a:pt x="501596" y="69590"/>
                </a:lnTo>
                <a:lnTo>
                  <a:pt x="482565" y="68942"/>
                </a:lnTo>
                <a:lnTo>
                  <a:pt x="463534" y="68237"/>
                </a:lnTo>
                <a:lnTo>
                  <a:pt x="444494" y="67485"/>
                </a:lnTo>
                <a:lnTo>
                  <a:pt x="425472" y="66665"/>
                </a:lnTo>
                <a:lnTo>
                  <a:pt x="406441" y="65799"/>
                </a:lnTo>
                <a:lnTo>
                  <a:pt x="387420" y="64865"/>
                </a:lnTo>
                <a:lnTo>
                  <a:pt x="368398" y="63875"/>
                </a:lnTo>
                <a:lnTo>
                  <a:pt x="349377" y="62808"/>
                </a:lnTo>
                <a:lnTo>
                  <a:pt x="330365" y="61674"/>
                </a:lnTo>
                <a:lnTo>
                  <a:pt x="311363" y="60455"/>
                </a:lnTo>
                <a:lnTo>
                  <a:pt x="292351" y="59160"/>
                </a:lnTo>
                <a:lnTo>
                  <a:pt x="273358" y="57779"/>
                </a:lnTo>
                <a:lnTo>
                  <a:pt x="254375" y="56283"/>
                </a:lnTo>
                <a:lnTo>
                  <a:pt x="235391" y="54683"/>
                </a:lnTo>
                <a:lnTo>
                  <a:pt x="216418" y="52978"/>
                </a:lnTo>
                <a:lnTo>
                  <a:pt x="197463" y="51130"/>
                </a:lnTo>
                <a:lnTo>
                  <a:pt x="178518" y="49130"/>
                </a:lnTo>
                <a:lnTo>
                  <a:pt x="159601" y="46949"/>
                </a:lnTo>
                <a:lnTo>
                  <a:pt x="140703" y="44577"/>
                </a:lnTo>
                <a:lnTo>
                  <a:pt x="121834" y="41958"/>
                </a:lnTo>
                <a:lnTo>
                  <a:pt x="103013" y="39053"/>
                </a:lnTo>
                <a:lnTo>
                  <a:pt x="84249" y="35766"/>
                </a:lnTo>
                <a:lnTo>
                  <a:pt x="65580" y="31985"/>
                </a:lnTo>
                <a:lnTo>
                  <a:pt x="47073" y="27508"/>
                </a:lnTo>
                <a:lnTo>
                  <a:pt x="28870" y="21917"/>
                </a:lnTo>
                <a:lnTo>
                  <a:pt x="11516" y="141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E9B0AE9-A082-4BD0-B4C7-744882AA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190"/>
            <a:ext cx="1571406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D5EB9BEE-03D3-45BD-A6CA-577CA622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57" y="5380006"/>
            <a:ext cx="1214885" cy="634146"/>
          </a:xfrm>
          <a:custGeom xmlns:a="http://schemas.openxmlformats.org/drawingml/2006/main">
            <a:pathLst>
              <a:path w="1214885" h="634146">
                <a:moveTo>
                  <a:pt x="0" y="0"/>
                </a:moveTo>
                <a:lnTo>
                  <a:pt x="5544" y="18212"/>
                </a:lnTo>
                <a:lnTo>
                  <a:pt x="11097" y="36424"/>
                </a:lnTo>
                <a:lnTo>
                  <a:pt x="16640" y="54635"/>
                </a:lnTo>
                <a:lnTo>
                  <a:pt x="22184" y="72847"/>
                </a:lnTo>
                <a:lnTo>
                  <a:pt x="27737" y="91059"/>
                </a:lnTo>
                <a:lnTo>
                  <a:pt x="33280" y="109271"/>
                </a:lnTo>
                <a:lnTo>
                  <a:pt x="38833" y="127483"/>
                </a:lnTo>
                <a:lnTo>
                  <a:pt x="44377" y="145694"/>
                </a:lnTo>
                <a:lnTo>
                  <a:pt x="49921" y="163906"/>
                </a:lnTo>
                <a:lnTo>
                  <a:pt x="55474" y="182118"/>
                </a:lnTo>
                <a:lnTo>
                  <a:pt x="61017" y="200330"/>
                </a:lnTo>
                <a:lnTo>
                  <a:pt x="66561" y="218542"/>
                </a:lnTo>
                <a:lnTo>
                  <a:pt x="72114" y="236753"/>
                </a:lnTo>
                <a:lnTo>
                  <a:pt x="77657" y="254965"/>
                </a:lnTo>
                <a:lnTo>
                  <a:pt x="83210" y="273177"/>
                </a:lnTo>
                <a:lnTo>
                  <a:pt x="88754" y="291389"/>
                </a:lnTo>
                <a:lnTo>
                  <a:pt x="94298" y="309601"/>
                </a:lnTo>
                <a:lnTo>
                  <a:pt x="99851" y="327812"/>
                </a:lnTo>
                <a:lnTo>
                  <a:pt x="105394" y="346024"/>
                </a:lnTo>
                <a:lnTo>
                  <a:pt x="110938" y="364236"/>
                </a:lnTo>
                <a:lnTo>
                  <a:pt x="116491" y="382438"/>
                </a:lnTo>
                <a:lnTo>
                  <a:pt x="122034" y="400650"/>
                </a:lnTo>
                <a:lnTo>
                  <a:pt x="127587" y="418862"/>
                </a:lnTo>
                <a:lnTo>
                  <a:pt x="133131" y="437074"/>
                </a:lnTo>
                <a:lnTo>
                  <a:pt x="138674" y="455285"/>
                </a:lnTo>
                <a:lnTo>
                  <a:pt x="144228" y="473497"/>
                </a:lnTo>
                <a:lnTo>
                  <a:pt x="149771" y="491709"/>
                </a:lnTo>
                <a:lnTo>
                  <a:pt x="155315" y="509921"/>
                </a:lnTo>
                <a:lnTo>
                  <a:pt x="160868" y="528133"/>
                </a:lnTo>
                <a:lnTo>
                  <a:pt x="166411" y="546344"/>
                </a:lnTo>
                <a:lnTo>
                  <a:pt x="171250" y="564699"/>
                </a:lnTo>
                <a:lnTo>
                  <a:pt x="182870" y="579358"/>
                </a:lnTo>
                <a:lnTo>
                  <a:pt x="199377" y="588769"/>
                </a:lnTo>
                <a:lnTo>
                  <a:pt x="217113" y="595674"/>
                </a:lnTo>
                <a:lnTo>
                  <a:pt x="235334" y="601180"/>
                </a:lnTo>
                <a:lnTo>
                  <a:pt x="253813" y="605752"/>
                </a:lnTo>
                <a:lnTo>
                  <a:pt x="272444" y="609648"/>
                </a:lnTo>
                <a:lnTo>
                  <a:pt x="291179" y="613029"/>
                </a:lnTo>
                <a:lnTo>
                  <a:pt x="309982" y="616001"/>
                </a:lnTo>
                <a:lnTo>
                  <a:pt x="328841" y="618620"/>
                </a:lnTo>
                <a:lnTo>
                  <a:pt x="347739" y="620944"/>
                </a:lnTo>
                <a:lnTo>
                  <a:pt x="366665" y="623011"/>
                </a:lnTo>
                <a:lnTo>
                  <a:pt x="385610" y="624840"/>
                </a:lnTo>
                <a:lnTo>
                  <a:pt x="404574" y="626478"/>
                </a:lnTo>
                <a:lnTo>
                  <a:pt x="423558" y="627917"/>
                </a:lnTo>
                <a:lnTo>
                  <a:pt x="442551" y="629193"/>
                </a:lnTo>
                <a:lnTo>
                  <a:pt x="461562" y="630298"/>
                </a:lnTo>
                <a:lnTo>
                  <a:pt x="480574" y="631250"/>
                </a:lnTo>
                <a:lnTo>
                  <a:pt x="499596" y="632069"/>
                </a:lnTo>
                <a:lnTo>
                  <a:pt x="518617" y="632736"/>
                </a:lnTo>
                <a:lnTo>
                  <a:pt x="537648" y="633279"/>
                </a:lnTo>
                <a:lnTo>
                  <a:pt x="556679" y="633679"/>
                </a:lnTo>
                <a:lnTo>
                  <a:pt x="575720" y="633965"/>
                </a:lnTo>
                <a:lnTo>
                  <a:pt x="594760" y="634117"/>
                </a:lnTo>
                <a:lnTo>
                  <a:pt x="613791" y="634146"/>
                </a:lnTo>
                <a:lnTo>
                  <a:pt x="632831" y="634051"/>
                </a:lnTo>
                <a:lnTo>
                  <a:pt x="651862" y="633832"/>
                </a:lnTo>
                <a:lnTo>
                  <a:pt x="670903" y="633479"/>
                </a:lnTo>
                <a:lnTo>
                  <a:pt x="689934" y="633003"/>
                </a:lnTo>
                <a:lnTo>
                  <a:pt x="708965" y="632403"/>
                </a:lnTo>
                <a:lnTo>
                  <a:pt x="727986" y="631650"/>
                </a:lnTo>
                <a:lnTo>
                  <a:pt x="746998" y="630765"/>
                </a:lnTo>
                <a:lnTo>
                  <a:pt x="766010" y="629726"/>
                </a:lnTo>
                <a:lnTo>
                  <a:pt x="785012" y="628536"/>
                </a:lnTo>
                <a:lnTo>
                  <a:pt x="803996" y="627174"/>
                </a:lnTo>
                <a:lnTo>
                  <a:pt x="822970" y="625640"/>
                </a:lnTo>
                <a:lnTo>
                  <a:pt x="841934" y="623897"/>
                </a:lnTo>
                <a:lnTo>
                  <a:pt x="860870" y="621944"/>
                </a:lnTo>
                <a:lnTo>
                  <a:pt x="879777" y="619744"/>
                </a:lnTo>
                <a:lnTo>
                  <a:pt x="898655" y="617268"/>
                </a:lnTo>
                <a:lnTo>
                  <a:pt x="917486" y="614467"/>
                </a:lnTo>
                <a:lnTo>
                  <a:pt x="936250" y="611295"/>
                </a:lnTo>
                <a:lnTo>
                  <a:pt x="954938" y="607647"/>
                </a:lnTo>
                <a:lnTo>
                  <a:pt x="973503" y="603418"/>
                </a:lnTo>
                <a:lnTo>
                  <a:pt x="991867" y="598399"/>
                </a:lnTo>
                <a:lnTo>
                  <a:pt x="1009869" y="592236"/>
                </a:lnTo>
                <a:lnTo>
                  <a:pt x="1027109" y="584206"/>
                </a:lnTo>
                <a:lnTo>
                  <a:pt x="1041987" y="572491"/>
                </a:lnTo>
                <a:lnTo>
                  <a:pt x="1048464" y="554898"/>
                </a:lnTo>
                <a:lnTo>
                  <a:pt x="1054017" y="536686"/>
                </a:lnTo>
                <a:lnTo>
                  <a:pt x="1059561" y="518474"/>
                </a:lnTo>
                <a:lnTo>
                  <a:pt x="1065114" y="500263"/>
                </a:lnTo>
                <a:lnTo>
                  <a:pt x="1070658" y="482051"/>
                </a:lnTo>
                <a:lnTo>
                  <a:pt x="1076201" y="463839"/>
                </a:lnTo>
                <a:lnTo>
                  <a:pt x="1081754" y="445627"/>
                </a:lnTo>
                <a:lnTo>
                  <a:pt x="1087298" y="427415"/>
                </a:lnTo>
                <a:lnTo>
                  <a:pt x="1092841" y="409204"/>
                </a:lnTo>
                <a:lnTo>
                  <a:pt x="1098394" y="390992"/>
                </a:lnTo>
                <a:lnTo>
                  <a:pt x="1103938" y="372780"/>
                </a:lnTo>
                <a:lnTo>
                  <a:pt x="1109491" y="354568"/>
                </a:lnTo>
                <a:lnTo>
                  <a:pt x="1115035" y="336356"/>
                </a:lnTo>
                <a:lnTo>
                  <a:pt x="1120578" y="318145"/>
                </a:lnTo>
                <a:lnTo>
                  <a:pt x="1126131" y="299933"/>
                </a:lnTo>
                <a:lnTo>
                  <a:pt x="1131675" y="281721"/>
                </a:lnTo>
                <a:lnTo>
                  <a:pt x="1137218" y="263509"/>
                </a:lnTo>
                <a:lnTo>
                  <a:pt x="1142771" y="245297"/>
                </a:lnTo>
                <a:lnTo>
                  <a:pt x="1148315" y="227086"/>
                </a:lnTo>
                <a:lnTo>
                  <a:pt x="1153868" y="208874"/>
                </a:lnTo>
                <a:lnTo>
                  <a:pt x="1159412" y="190662"/>
                </a:lnTo>
                <a:lnTo>
                  <a:pt x="1164955" y="172450"/>
                </a:lnTo>
                <a:lnTo>
                  <a:pt x="1170508" y="154238"/>
                </a:lnTo>
                <a:lnTo>
                  <a:pt x="1176052" y="136027"/>
                </a:lnTo>
                <a:lnTo>
                  <a:pt x="1181595" y="117815"/>
                </a:lnTo>
                <a:lnTo>
                  <a:pt x="1187148" y="99603"/>
                </a:lnTo>
                <a:lnTo>
                  <a:pt x="1192692" y="81391"/>
                </a:lnTo>
                <a:lnTo>
                  <a:pt x="1198235" y="63179"/>
                </a:lnTo>
                <a:lnTo>
                  <a:pt x="1203789" y="44968"/>
                </a:lnTo>
                <a:lnTo>
                  <a:pt x="1209332" y="26765"/>
                </a:lnTo>
                <a:lnTo>
                  <a:pt x="1214885" y="8553"/>
                </a:lnTo>
                <a:lnTo>
                  <a:pt x="1213818" y="9192"/>
                </a:lnTo>
                <a:lnTo>
                  <a:pt x="1198521" y="20298"/>
                </a:lnTo>
                <a:lnTo>
                  <a:pt x="1180938" y="27565"/>
                </a:lnTo>
                <a:lnTo>
                  <a:pt x="1162726" y="33109"/>
                </a:lnTo>
                <a:lnTo>
                  <a:pt x="1144238" y="37652"/>
                </a:lnTo>
                <a:lnTo>
                  <a:pt x="1125607" y="41519"/>
                </a:lnTo>
                <a:lnTo>
                  <a:pt x="1106862" y="44891"/>
                </a:lnTo>
                <a:lnTo>
                  <a:pt x="1088069" y="47882"/>
                </a:lnTo>
                <a:lnTo>
                  <a:pt x="1069219" y="50549"/>
                </a:lnTo>
                <a:lnTo>
                  <a:pt x="1050331" y="52969"/>
                </a:lnTo>
                <a:lnTo>
                  <a:pt x="1031424" y="55159"/>
                </a:lnTo>
                <a:lnTo>
                  <a:pt x="1012488" y="57150"/>
                </a:lnTo>
                <a:lnTo>
                  <a:pt x="993543" y="58988"/>
                </a:lnTo>
                <a:lnTo>
                  <a:pt x="974579" y="60655"/>
                </a:lnTo>
                <a:lnTo>
                  <a:pt x="955605" y="62198"/>
                </a:lnTo>
                <a:lnTo>
                  <a:pt x="936612" y="63617"/>
                </a:lnTo>
                <a:lnTo>
                  <a:pt x="917619" y="64913"/>
                </a:lnTo>
                <a:lnTo>
                  <a:pt x="898627" y="66104"/>
                </a:lnTo>
                <a:lnTo>
                  <a:pt x="879615" y="67189"/>
                </a:lnTo>
                <a:lnTo>
                  <a:pt x="860603" y="68189"/>
                </a:lnTo>
                <a:lnTo>
                  <a:pt x="841591" y="69104"/>
                </a:lnTo>
                <a:lnTo>
                  <a:pt x="822569" y="69923"/>
                </a:lnTo>
                <a:lnTo>
                  <a:pt x="803548" y="70666"/>
                </a:lnTo>
                <a:lnTo>
                  <a:pt x="784517" y="71333"/>
                </a:lnTo>
                <a:lnTo>
                  <a:pt x="765496" y="71923"/>
                </a:lnTo>
                <a:lnTo>
                  <a:pt x="746465" y="72438"/>
                </a:lnTo>
                <a:lnTo>
                  <a:pt x="727424" y="72885"/>
                </a:lnTo>
                <a:lnTo>
                  <a:pt x="708393" y="73266"/>
                </a:lnTo>
                <a:lnTo>
                  <a:pt x="689362" y="73571"/>
                </a:lnTo>
                <a:lnTo>
                  <a:pt x="670322" y="73809"/>
                </a:lnTo>
                <a:lnTo>
                  <a:pt x="651281" y="73990"/>
                </a:lnTo>
                <a:lnTo>
                  <a:pt x="632250" y="74095"/>
                </a:lnTo>
                <a:lnTo>
                  <a:pt x="613210" y="74143"/>
                </a:lnTo>
                <a:lnTo>
                  <a:pt x="594170" y="74133"/>
                </a:lnTo>
                <a:lnTo>
                  <a:pt x="575139" y="74047"/>
                </a:lnTo>
                <a:lnTo>
                  <a:pt x="556098" y="73904"/>
                </a:lnTo>
                <a:lnTo>
                  <a:pt x="537067" y="73695"/>
                </a:lnTo>
                <a:lnTo>
                  <a:pt x="518027" y="73409"/>
                </a:lnTo>
                <a:lnTo>
                  <a:pt x="498996" y="73066"/>
                </a:lnTo>
                <a:lnTo>
                  <a:pt x="479955" y="72657"/>
                </a:lnTo>
                <a:lnTo>
                  <a:pt x="460924" y="72171"/>
                </a:lnTo>
                <a:lnTo>
                  <a:pt x="441903" y="71618"/>
                </a:lnTo>
                <a:lnTo>
                  <a:pt x="422872" y="70990"/>
                </a:lnTo>
                <a:lnTo>
                  <a:pt x="403850" y="70285"/>
                </a:lnTo>
                <a:lnTo>
                  <a:pt x="384829" y="69504"/>
                </a:lnTo>
                <a:lnTo>
                  <a:pt x="365808" y="68628"/>
                </a:lnTo>
                <a:lnTo>
                  <a:pt x="346796" y="67675"/>
                </a:lnTo>
                <a:lnTo>
                  <a:pt x="327784" y="66627"/>
                </a:lnTo>
                <a:lnTo>
                  <a:pt x="308781" y="65484"/>
                </a:lnTo>
                <a:lnTo>
                  <a:pt x="289789" y="64237"/>
                </a:lnTo>
                <a:lnTo>
                  <a:pt x="270796" y="62884"/>
                </a:lnTo>
                <a:lnTo>
                  <a:pt x="251812" y="61398"/>
                </a:lnTo>
                <a:lnTo>
                  <a:pt x="232848" y="59788"/>
                </a:lnTo>
                <a:lnTo>
                  <a:pt x="213893" y="58036"/>
                </a:lnTo>
                <a:lnTo>
                  <a:pt x="194948" y="56112"/>
                </a:lnTo>
                <a:lnTo>
                  <a:pt x="176032" y="54016"/>
                </a:lnTo>
                <a:lnTo>
                  <a:pt x="157134" y="51711"/>
                </a:lnTo>
                <a:lnTo>
                  <a:pt x="138265" y="49168"/>
                </a:lnTo>
                <a:lnTo>
                  <a:pt x="119434" y="46339"/>
                </a:lnTo>
                <a:lnTo>
                  <a:pt x="100670" y="43158"/>
                </a:lnTo>
                <a:lnTo>
                  <a:pt x="81982" y="39538"/>
                </a:lnTo>
                <a:lnTo>
                  <a:pt x="63408" y="35347"/>
                </a:lnTo>
                <a:lnTo>
                  <a:pt x="45053" y="30328"/>
                </a:lnTo>
                <a:lnTo>
                  <a:pt x="27099" y="24003"/>
                </a:lnTo>
                <a:lnTo>
                  <a:pt x="10287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401CF4E5-4266-463D-B37E-8A5E0D2D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19" y="5274631"/>
            <a:ext cx="121755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D34F06F4-8AC0-44A4-805D-9B0C50C0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28"/>
          </a:xfrm>
          <a:custGeom xmlns:a="http://schemas.openxmlformats.org/drawingml/2006/main">
            <a:pathLst>
              <a:path w="1733550" h="4264228">
                <a:moveTo>
                  <a:pt x="0" y="0"/>
                </a:moveTo>
                <a:lnTo>
                  <a:pt x="67" y="47920"/>
                </a:lnTo>
                <a:lnTo>
                  <a:pt x="10030" y="94802"/>
                </a:lnTo>
                <a:lnTo>
                  <a:pt x="20003" y="141684"/>
                </a:lnTo>
                <a:lnTo>
                  <a:pt x="29975" y="188566"/>
                </a:lnTo>
                <a:lnTo>
                  <a:pt x="39938" y="235448"/>
                </a:lnTo>
                <a:lnTo>
                  <a:pt x="49911" y="282331"/>
                </a:lnTo>
                <a:lnTo>
                  <a:pt x="59884" y="329213"/>
                </a:lnTo>
                <a:lnTo>
                  <a:pt x="69856" y="376085"/>
                </a:lnTo>
                <a:lnTo>
                  <a:pt x="79820" y="422967"/>
                </a:lnTo>
                <a:lnTo>
                  <a:pt x="89792" y="469849"/>
                </a:lnTo>
                <a:lnTo>
                  <a:pt x="99765" y="516731"/>
                </a:lnTo>
                <a:lnTo>
                  <a:pt x="109728" y="563613"/>
                </a:lnTo>
                <a:lnTo>
                  <a:pt x="119701" y="610495"/>
                </a:lnTo>
                <a:lnTo>
                  <a:pt x="129673" y="657377"/>
                </a:lnTo>
                <a:lnTo>
                  <a:pt x="139646" y="704259"/>
                </a:lnTo>
                <a:lnTo>
                  <a:pt x="147942" y="751456"/>
                </a:lnTo>
                <a:lnTo>
                  <a:pt x="155610" y="798776"/>
                </a:lnTo>
                <a:lnTo>
                  <a:pt x="163239" y="846087"/>
                </a:lnTo>
                <a:lnTo>
                  <a:pt x="170879" y="893407"/>
                </a:lnTo>
                <a:lnTo>
                  <a:pt x="178518" y="940727"/>
                </a:lnTo>
                <a:lnTo>
                  <a:pt x="186147" y="988038"/>
                </a:lnTo>
                <a:lnTo>
                  <a:pt x="193786" y="1035358"/>
                </a:lnTo>
                <a:lnTo>
                  <a:pt x="201425" y="1082678"/>
                </a:lnTo>
                <a:lnTo>
                  <a:pt x="209055" y="1129989"/>
                </a:lnTo>
                <a:lnTo>
                  <a:pt x="216694" y="1177309"/>
                </a:lnTo>
                <a:lnTo>
                  <a:pt x="224323" y="1224629"/>
                </a:lnTo>
                <a:lnTo>
                  <a:pt x="231962" y="1271949"/>
                </a:lnTo>
                <a:lnTo>
                  <a:pt x="239601" y="1319260"/>
                </a:lnTo>
                <a:lnTo>
                  <a:pt x="247231" y="1366580"/>
                </a:lnTo>
                <a:lnTo>
                  <a:pt x="254860" y="1413901"/>
                </a:lnTo>
                <a:lnTo>
                  <a:pt x="262061" y="1461287"/>
                </a:lnTo>
                <a:lnTo>
                  <a:pt x="269005" y="1508703"/>
                </a:lnTo>
                <a:lnTo>
                  <a:pt x="275958" y="1556128"/>
                </a:lnTo>
                <a:lnTo>
                  <a:pt x="282912" y="1603553"/>
                </a:lnTo>
                <a:lnTo>
                  <a:pt x="289865" y="1650978"/>
                </a:lnTo>
                <a:lnTo>
                  <a:pt x="296818" y="1698393"/>
                </a:lnTo>
                <a:lnTo>
                  <a:pt x="303771" y="1745818"/>
                </a:lnTo>
                <a:lnTo>
                  <a:pt x="310725" y="1793243"/>
                </a:lnTo>
                <a:lnTo>
                  <a:pt x="317668" y="1840668"/>
                </a:lnTo>
                <a:lnTo>
                  <a:pt x="324622" y="1888084"/>
                </a:lnTo>
                <a:lnTo>
                  <a:pt x="331575" y="1935509"/>
                </a:lnTo>
                <a:lnTo>
                  <a:pt x="338528" y="1982934"/>
                </a:lnTo>
                <a:lnTo>
                  <a:pt x="345481" y="2030359"/>
                </a:lnTo>
                <a:lnTo>
                  <a:pt x="352435" y="2077774"/>
                </a:lnTo>
                <a:lnTo>
                  <a:pt x="359359" y="2125199"/>
                </a:lnTo>
                <a:lnTo>
                  <a:pt x="366074" y="2172662"/>
                </a:lnTo>
                <a:lnTo>
                  <a:pt x="372618" y="2220144"/>
                </a:lnTo>
                <a:lnTo>
                  <a:pt x="379152" y="2267626"/>
                </a:lnTo>
                <a:lnTo>
                  <a:pt x="385696" y="2315099"/>
                </a:lnTo>
                <a:lnTo>
                  <a:pt x="392240" y="2362581"/>
                </a:lnTo>
                <a:lnTo>
                  <a:pt x="398783" y="2410063"/>
                </a:lnTo>
                <a:lnTo>
                  <a:pt x="405327" y="2457545"/>
                </a:lnTo>
                <a:lnTo>
                  <a:pt x="411861" y="2505027"/>
                </a:lnTo>
                <a:lnTo>
                  <a:pt x="418405" y="2552510"/>
                </a:lnTo>
                <a:lnTo>
                  <a:pt x="424948" y="2599992"/>
                </a:lnTo>
                <a:lnTo>
                  <a:pt x="431492" y="2647464"/>
                </a:lnTo>
                <a:lnTo>
                  <a:pt x="438036" y="2694946"/>
                </a:lnTo>
                <a:lnTo>
                  <a:pt x="444570" y="2742428"/>
                </a:lnTo>
                <a:lnTo>
                  <a:pt x="451114" y="2789911"/>
                </a:lnTo>
                <a:lnTo>
                  <a:pt x="457610" y="2837402"/>
                </a:lnTo>
                <a:lnTo>
                  <a:pt x="463953" y="2884903"/>
                </a:lnTo>
                <a:lnTo>
                  <a:pt x="470211" y="2932424"/>
                </a:lnTo>
                <a:lnTo>
                  <a:pt x="476469" y="2979944"/>
                </a:lnTo>
                <a:lnTo>
                  <a:pt x="482727" y="3027464"/>
                </a:lnTo>
                <a:lnTo>
                  <a:pt x="488994" y="3074984"/>
                </a:lnTo>
                <a:lnTo>
                  <a:pt x="495252" y="3122505"/>
                </a:lnTo>
                <a:lnTo>
                  <a:pt x="501510" y="3170015"/>
                </a:lnTo>
                <a:lnTo>
                  <a:pt x="507768" y="3217535"/>
                </a:lnTo>
                <a:lnTo>
                  <a:pt x="514026" y="3265056"/>
                </a:lnTo>
                <a:lnTo>
                  <a:pt x="520284" y="3312576"/>
                </a:lnTo>
                <a:lnTo>
                  <a:pt x="526552" y="3360096"/>
                </a:lnTo>
                <a:lnTo>
                  <a:pt x="532809" y="3407616"/>
                </a:lnTo>
                <a:lnTo>
                  <a:pt x="539067" y="3455137"/>
                </a:lnTo>
                <a:lnTo>
                  <a:pt x="545325" y="3502647"/>
                </a:lnTo>
                <a:lnTo>
                  <a:pt x="551517" y="3550177"/>
                </a:lnTo>
                <a:lnTo>
                  <a:pt x="539039" y="3581400"/>
                </a:lnTo>
                <a:lnTo>
                  <a:pt x="491109" y="3581400"/>
                </a:lnTo>
                <a:lnTo>
                  <a:pt x="443179" y="3581400"/>
                </a:lnTo>
                <a:lnTo>
                  <a:pt x="395249" y="3581400"/>
                </a:lnTo>
                <a:lnTo>
                  <a:pt x="347329" y="3581400"/>
                </a:lnTo>
                <a:lnTo>
                  <a:pt x="299399" y="3581400"/>
                </a:lnTo>
                <a:lnTo>
                  <a:pt x="251470" y="3581400"/>
                </a:lnTo>
                <a:lnTo>
                  <a:pt x="250746" y="3602022"/>
                </a:lnTo>
                <a:lnTo>
                  <a:pt x="283321" y="3637188"/>
                </a:lnTo>
                <a:lnTo>
                  <a:pt x="315887" y="3672354"/>
                </a:lnTo>
                <a:lnTo>
                  <a:pt x="348453" y="3707521"/>
                </a:lnTo>
                <a:lnTo>
                  <a:pt x="381019" y="3742687"/>
                </a:lnTo>
                <a:lnTo>
                  <a:pt x="413585" y="3777853"/>
                </a:lnTo>
                <a:lnTo>
                  <a:pt x="446151" y="3813019"/>
                </a:lnTo>
                <a:lnTo>
                  <a:pt x="478717" y="3848186"/>
                </a:lnTo>
                <a:lnTo>
                  <a:pt x="511283" y="3883352"/>
                </a:lnTo>
                <a:lnTo>
                  <a:pt x="543849" y="3918518"/>
                </a:lnTo>
                <a:lnTo>
                  <a:pt x="576424" y="3953675"/>
                </a:lnTo>
                <a:lnTo>
                  <a:pt x="608990" y="3988841"/>
                </a:lnTo>
                <a:lnTo>
                  <a:pt x="641556" y="4024008"/>
                </a:lnTo>
                <a:lnTo>
                  <a:pt x="674122" y="4059174"/>
                </a:lnTo>
                <a:lnTo>
                  <a:pt x="706688" y="4094340"/>
                </a:lnTo>
                <a:lnTo>
                  <a:pt x="739254" y="4129507"/>
                </a:lnTo>
                <a:lnTo>
                  <a:pt x="771820" y="4164673"/>
                </a:lnTo>
                <a:lnTo>
                  <a:pt x="804386" y="4199839"/>
                </a:lnTo>
                <a:lnTo>
                  <a:pt x="836962" y="4235006"/>
                </a:lnTo>
                <a:lnTo>
                  <a:pt x="869528" y="4264228"/>
                </a:lnTo>
                <a:lnTo>
                  <a:pt x="902094" y="4229062"/>
                </a:lnTo>
                <a:lnTo>
                  <a:pt x="934660" y="4193905"/>
                </a:lnTo>
                <a:lnTo>
                  <a:pt x="967226" y="4158739"/>
                </a:lnTo>
                <a:lnTo>
                  <a:pt x="999792" y="4123573"/>
                </a:lnTo>
                <a:lnTo>
                  <a:pt x="1032358" y="4088406"/>
                </a:lnTo>
                <a:lnTo>
                  <a:pt x="1064924" y="4053240"/>
                </a:lnTo>
                <a:lnTo>
                  <a:pt x="1097499" y="4018074"/>
                </a:lnTo>
                <a:lnTo>
                  <a:pt x="1130065" y="3982907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9"/>
                </a:lnTo>
                <a:lnTo>
                  <a:pt x="1358027" y="373675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15" y="3581400"/>
                </a:lnTo>
                <a:lnTo>
                  <a:pt x="1183062" y="3542147"/>
                </a:lnTo>
                <a:lnTo>
                  <a:pt x="1189282" y="3494627"/>
                </a:lnTo>
                <a:lnTo>
                  <a:pt x="1195540" y="3447107"/>
                </a:lnTo>
                <a:lnTo>
                  <a:pt x="1201798" y="3399587"/>
                </a:lnTo>
                <a:lnTo>
                  <a:pt x="1208056" y="3352076"/>
                </a:lnTo>
                <a:lnTo>
                  <a:pt x="1214323" y="3304556"/>
                </a:lnTo>
                <a:lnTo>
                  <a:pt x="1220581" y="3257036"/>
                </a:lnTo>
                <a:lnTo>
                  <a:pt x="1226839" y="3209515"/>
                </a:lnTo>
                <a:lnTo>
                  <a:pt x="1233097" y="3161995"/>
                </a:lnTo>
                <a:lnTo>
                  <a:pt x="1239355" y="3114475"/>
                </a:lnTo>
                <a:lnTo>
                  <a:pt x="1245613" y="3066955"/>
                </a:lnTo>
                <a:lnTo>
                  <a:pt x="1251871" y="3019435"/>
                </a:lnTo>
                <a:lnTo>
                  <a:pt x="1258138" y="2971924"/>
                </a:lnTo>
                <a:lnTo>
                  <a:pt x="1264396" y="2924404"/>
                </a:lnTo>
                <a:lnTo>
                  <a:pt x="1270654" y="2876883"/>
                </a:lnTo>
                <a:lnTo>
                  <a:pt x="1277007" y="2829373"/>
                </a:lnTo>
                <a:lnTo>
                  <a:pt x="1283541" y="2781891"/>
                </a:lnTo>
                <a:lnTo>
                  <a:pt x="1290085" y="2734408"/>
                </a:lnTo>
                <a:lnTo>
                  <a:pt x="1296619" y="2686936"/>
                </a:lnTo>
                <a:lnTo>
                  <a:pt x="1303163" y="2639454"/>
                </a:lnTo>
                <a:lnTo>
                  <a:pt x="1309707" y="2591972"/>
                </a:lnTo>
                <a:lnTo>
                  <a:pt x="1316250" y="2544489"/>
                </a:lnTo>
                <a:lnTo>
                  <a:pt x="1322794" y="2497007"/>
                </a:lnTo>
                <a:lnTo>
                  <a:pt x="1329328" y="2449525"/>
                </a:lnTo>
                <a:lnTo>
                  <a:pt x="1335872" y="2402043"/>
                </a:lnTo>
                <a:lnTo>
                  <a:pt x="1342415" y="2354570"/>
                </a:lnTo>
                <a:lnTo>
                  <a:pt x="1348959" y="2307088"/>
                </a:lnTo>
                <a:lnTo>
                  <a:pt x="1355503" y="2259606"/>
                </a:lnTo>
                <a:lnTo>
                  <a:pt x="1362037" y="2212124"/>
                </a:lnTo>
                <a:lnTo>
                  <a:pt x="1368590" y="2164642"/>
                </a:lnTo>
                <a:lnTo>
                  <a:pt x="1375343" y="2117188"/>
                </a:lnTo>
                <a:lnTo>
                  <a:pt x="1382287" y="2069773"/>
                </a:lnTo>
                <a:lnTo>
                  <a:pt x="1389240" y="2022348"/>
                </a:lnTo>
                <a:lnTo>
                  <a:pt x="1396194" y="1974923"/>
                </a:lnTo>
                <a:lnTo>
                  <a:pt x="1403147" y="1927498"/>
                </a:lnTo>
                <a:lnTo>
                  <a:pt x="1410100" y="1880083"/>
                </a:lnTo>
                <a:lnTo>
                  <a:pt x="1417053" y="1832658"/>
                </a:lnTo>
                <a:lnTo>
                  <a:pt x="1424007" y="1785233"/>
                </a:lnTo>
                <a:lnTo>
                  <a:pt x="1430960" y="1737817"/>
                </a:lnTo>
                <a:lnTo>
                  <a:pt x="1437904" y="1690392"/>
                </a:lnTo>
                <a:lnTo>
                  <a:pt x="1444857" y="1642967"/>
                </a:lnTo>
                <a:lnTo>
                  <a:pt x="1451810" y="1595542"/>
                </a:lnTo>
                <a:lnTo>
                  <a:pt x="1458763" y="1548127"/>
                </a:lnTo>
                <a:lnTo>
                  <a:pt x="1465717" y="1500702"/>
                </a:lnTo>
                <a:lnTo>
                  <a:pt x="1472708" y="1453286"/>
                </a:lnTo>
                <a:lnTo>
                  <a:pt x="1479975" y="1405909"/>
                </a:lnTo>
                <a:lnTo>
                  <a:pt x="1487605" y="1358589"/>
                </a:lnTo>
                <a:lnTo>
                  <a:pt x="1495244" y="1311269"/>
                </a:lnTo>
                <a:lnTo>
                  <a:pt x="1502874" y="1263958"/>
                </a:lnTo>
                <a:lnTo>
                  <a:pt x="1510513" y="1216638"/>
                </a:lnTo>
                <a:lnTo>
                  <a:pt x="1518152" y="1169318"/>
                </a:lnTo>
                <a:lnTo>
                  <a:pt x="1525781" y="1122007"/>
                </a:lnTo>
                <a:lnTo>
                  <a:pt x="1533420" y="1074687"/>
                </a:lnTo>
                <a:lnTo>
                  <a:pt x="1541050" y="1027367"/>
                </a:lnTo>
                <a:lnTo>
                  <a:pt x="1548689" y="980056"/>
                </a:lnTo>
                <a:lnTo>
                  <a:pt x="1556328" y="932736"/>
                </a:lnTo>
                <a:lnTo>
                  <a:pt x="1563957" y="885415"/>
                </a:lnTo>
                <a:lnTo>
                  <a:pt x="1571596" y="838105"/>
                </a:lnTo>
                <a:lnTo>
                  <a:pt x="1579226" y="790785"/>
                </a:lnTo>
                <a:lnTo>
                  <a:pt x="1586998" y="743483"/>
                </a:lnTo>
                <a:lnTo>
                  <a:pt x="1595590" y="696344"/>
                </a:lnTo>
                <a:lnTo>
                  <a:pt x="1605563" y="649462"/>
                </a:lnTo>
                <a:lnTo>
                  <a:pt x="1615535" y="602580"/>
                </a:lnTo>
                <a:lnTo>
                  <a:pt x="1625498" y="555698"/>
                </a:lnTo>
                <a:lnTo>
                  <a:pt x="1635471" y="508816"/>
                </a:lnTo>
                <a:lnTo>
                  <a:pt x="1645444" y="461934"/>
                </a:lnTo>
                <a:lnTo>
                  <a:pt x="1655407" y="415052"/>
                </a:lnTo>
                <a:lnTo>
                  <a:pt x="1665380" y="368170"/>
                </a:lnTo>
                <a:lnTo>
                  <a:pt x="1675352" y="321297"/>
                </a:lnTo>
                <a:lnTo>
                  <a:pt x="1685325" y="274415"/>
                </a:lnTo>
                <a:lnTo>
                  <a:pt x="1695288" y="227533"/>
                </a:lnTo>
                <a:lnTo>
                  <a:pt x="1705261" y="180651"/>
                </a:lnTo>
                <a:lnTo>
                  <a:pt x="1715233" y="133769"/>
                </a:lnTo>
                <a:lnTo>
                  <a:pt x="1725197" y="86887"/>
                </a:lnTo>
                <a:lnTo>
                  <a:pt x="1733550" y="39834"/>
                </a:lnTo>
                <a:lnTo>
                  <a:pt x="1725454" y="0"/>
                </a:lnTo>
                <a:lnTo>
                  <a:pt x="1677524" y="0"/>
                </a:lnTo>
                <a:lnTo>
                  <a:pt x="1629594" y="0"/>
                </a:lnTo>
                <a:lnTo>
                  <a:pt x="1581674" y="0"/>
                </a:lnTo>
                <a:lnTo>
                  <a:pt x="1533744" y="0"/>
                </a:lnTo>
                <a:lnTo>
                  <a:pt x="1485814" y="0"/>
                </a:lnTo>
                <a:lnTo>
                  <a:pt x="1437884" y="0"/>
                </a:lnTo>
                <a:lnTo>
                  <a:pt x="1389955" y="0"/>
                </a:lnTo>
                <a:lnTo>
                  <a:pt x="1342025" y="0"/>
                </a:lnTo>
                <a:lnTo>
                  <a:pt x="1294095" y="0"/>
                </a:lnTo>
                <a:lnTo>
                  <a:pt x="1246165" y="0"/>
                </a:lnTo>
                <a:lnTo>
                  <a:pt x="1198235" y="0"/>
                </a:lnTo>
                <a:lnTo>
                  <a:pt x="1150306" y="0"/>
                </a:lnTo>
                <a:lnTo>
                  <a:pt x="1102376" y="0"/>
                </a:lnTo>
                <a:lnTo>
                  <a:pt x="1054446" y="0"/>
                </a:lnTo>
                <a:lnTo>
                  <a:pt x="1006516" y="0"/>
                </a:lnTo>
                <a:lnTo>
                  <a:pt x="958586" y="0"/>
                </a:lnTo>
                <a:lnTo>
                  <a:pt x="910657" y="0"/>
                </a:lnTo>
                <a:lnTo>
                  <a:pt x="862727" y="0"/>
                </a:lnTo>
                <a:lnTo>
                  <a:pt x="814797" y="0"/>
                </a:lnTo>
                <a:lnTo>
                  <a:pt x="766867" y="0"/>
                </a:lnTo>
                <a:lnTo>
                  <a:pt x="718937" y="0"/>
                </a:lnTo>
                <a:lnTo>
                  <a:pt x="67100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28" y="0"/>
                </a:lnTo>
                <a:lnTo>
                  <a:pt x="479298" y="0"/>
                </a:lnTo>
                <a:lnTo>
                  <a:pt x="431368" y="0"/>
                </a:lnTo>
                <a:lnTo>
                  <a:pt x="383438" y="0"/>
                </a:lnTo>
                <a:lnTo>
                  <a:pt x="335509" y="0"/>
                </a:lnTo>
                <a:lnTo>
                  <a:pt x="287579" y="0"/>
                </a:lnTo>
                <a:lnTo>
                  <a:pt x="23964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A343830-CC26-49D2-9FA1-64446807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9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1156C1DB-5C88-45C1-83D5-26A56D8A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790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0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435818F4-9269-4132-B269-B2D894A5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984029"/>
            <a:ext cx="28575" cy="16134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EED9016B-9851-4594-BD44-D7A97477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486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2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683BA98D-E979-49E5-9800-90C5F272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75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23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6D268FF3-A973-47C2-9FB6-FF96C83F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799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24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E1B4836-291E-466B-9538-31DDAD55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43350"/>
            <a:ext cx="228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25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03EBDA1F-32CB-43B3-937E-58BBCCD3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076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6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A0F51872-D674-4B01-8A3B-990DEAB7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283278"/>
            <a:ext cx="28575" cy="1586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9DB3F1F9-FC9F-4F88-A013-FBD17309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772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8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28E1BED2-7830-4B72-A926-3C31D39E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61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9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9B961B37-DC90-421E-956E-249B96A9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085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30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406FBC3-940E-4E67-AD6F-D86736D1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039093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1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06A5F26B-8048-4A31-870A-B2D1FD32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74558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2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116167E8-2C6E-4056-81DC-47FBD81B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451917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3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595FC1C8-7423-4D79-B710-2F3D0999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8405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34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D02F07AC-3630-49B0-9088-91B6E82A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4864894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35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8391D2E6-3118-42EF-A0C5-6C4BDB4C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71230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</p:spTree>
    <p:extLst>
      <p:ext uri="{BB962C8B-B14F-4D97-AF65-F5344CB8AC3E}">
        <p14:creationId xmlns:p14="http://schemas.microsoft.com/office/powerpoint/2010/main" val="100491515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508AB29-5863-4042-A3B2-A43BC0D0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52AEF66A-6E0C-4C34-850A-805D261D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CB9399B-9D0D-4B47-B999-7FC0B204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C41A607E-5C24-4F9D-B7C1-A478F04B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DE576D6-7E70-43F7-A2A2-38EED668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E7458DCD-6F8E-45D7-A6BE-65F043C6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342f7fa1d4fd5">
            <a:extLst>
              <a:ext uri="{96DAC541-7B7A-43D3-8B79-37D633B846F1}">
                <asvg:svgBlip xmlns:asvg="http://schemas.microsoft.com/office/drawing/2016/SVG/main" r:embed="R6a8a9481205c42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2FB46F7D-C0F5-40D0-BE9F-7E024B42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ABBC9C2-AB9E-4796-8908-7235DFD7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AE7DF27-14B6-40DE-A433-48AD1C1F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dca6e51a64c29">
            <a:extLst>
              <a:ext uri="{96DAC541-7B7A-43D3-8B79-37D633B846F1}">
                <asvg:svgBlip xmlns:asvg="http://schemas.microsoft.com/office/drawing/2016/SVG/main" r:embed="R54c4cfcca55a4fd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7F4E4025-C94D-435A-9F03-15FDD8A2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F710743-0111-470B-90CC-76535FAB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EAEF5CA-71CC-4E6F-B59C-E3C8F9EC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a983dc1ac4cdf">
            <a:extLst>
              <a:ext uri="{96DAC541-7B7A-43D3-8B79-37D633B846F1}">
                <asvg:svgBlip xmlns:asvg="http://schemas.microsoft.com/office/drawing/2016/SVG/main" r:embed="Rfb4f20ebd7ee4c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0851292C-70AC-4B35-BE76-02F8641B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FE2B0851-8ECF-4E64-B604-F53E3A4F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4C60080-0BF4-46D5-950F-8596FF5A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2c5cd9a8d4b1f">
            <a:extLst>
              <a:ext uri="{96DAC541-7B7A-43D3-8B79-37D633B846F1}">
                <asvg:svgBlip xmlns:asvg="http://schemas.microsoft.com/office/drawing/2016/SVG/main" r:embed="R1fbb7bf6fb0f47e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2873D31F-8A3C-49BD-82A2-05D86CD4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58E4826-03EA-49A2-B27B-3681EDAB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BC89292-EDD5-40FC-9634-D6A72BCA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6740425-2C2A-4550-81AA-8C7597C5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D90CA6A3-B01B-4966-8066-134156AC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9D83E8C1-E9B3-40AC-8204-5F670122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5da29b2da427e">
            <a:extLst>
              <a:ext uri="{96DAC541-7B7A-43D3-8B79-37D633B846F1}">
                <asvg:svgBlip xmlns:asvg="http://schemas.microsoft.com/office/drawing/2016/SVG/main" r:embed="R01ae93672cad4d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514495D-C8B5-42D8-9DD8-548B54A1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54825FEB-51E4-440A-B11D-24CFA477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20DE92A-D0CE-40E7-AF85-32A5077A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d182da6594a84">
            <a:extLst>
              <a:ext uri="{96DAC541-7B7A-43D3-8B79-37D633B846F1}">
                <asvg:svgBlip xmlns:asvg="http://schemas.microsoft.com/office/drawing/2016/SVG/main" r:embed="R1e98f9244b8d41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2A93D38-650B-43EF-B4FF-C1438F49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36C05B9B-9CAB-4286-BE49-C5E23D82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33838F2-19D2-46E8-8EA5-4546F1A1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E8F5715-A620-461F-8A22-104DDBCD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E2E4571-5E02-415D-8C01-9CCF8676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8E97891D-284C-4C77-B7CB-FDCF9CA0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3AA3217-AF72-4CEC-8782-28E672DC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FF8B531-1C2F-41CB-A283-A74ED734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38921FC7-2ADA-4AF8-9A58-802D1E50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A2D4AB56-169E-4E65-9B76-B7FBBF7E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30744ED0-516E-49F7-A105-A676ACC7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103E2AED-5802-4D8C-A2B1-A6EFEB9C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6BB962C2-6AB5-4605-B411-EA81B1E8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E2E934F6-A683-4F07-BA7E-CA34A078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0943543-269F-497B-AD8D-048DB581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901479F-B782-4A1C-B106-4197198F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3FCE5850-84FF-4C3A-82AB-093BE079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C03E572-619B-42EB-9E03-ECF68DFD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F806077-419F-4815-B446-05F9B630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9B2635B-5AE6-4450-BFAF-85F36385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3ECEB7B5-8A8C-4783-BD7A-100CAF84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BFD2BAB4-DA86-4471-8E26-570E86EA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CBD8A0BE-AA17-442D-996D-ECEC51C6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1B1E5BE-D449-4EB3-BB2C-D78A9C76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79abf25174bba">
            <a:extLst>
              <a:ext uri="{96DAC541-7B7A-43D3-8B79-37D633B846F1}">
                <asvg:svgBlip xmlns:asvg="http://schemas.microsoft.com/office/drawing/2016/SVG/main" r:embed="Re21ee106eff14c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0956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4E3888A-1F58-45A2-B431-26A1A9FF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B386A388-22CA-4167-86A5-EAA6C76D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928BB891-87C8-4CA6-B117-5A1A3E5E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3FE9F02-FDC7-436E-A23C-5A04BBE5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50C1C9F-2B9E-4D18-9F1B-574C54A1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B7DA5EB-BE4E-4257-909B-4990FCA3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a240182cb24c0c">
            <a:extLst>
              <a:ext uri="{96DAC541-7B7A-43D3-8B79-37D633B846F1}">
                <asvg:svgBlip xmlns:asvg="http://schemas.microsoft.com/office/drawing/2016/SVG/main" r:embed="Rcc0eab13bda74c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CFE467BE-FA80-4E39-9883-3C569BF1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C86C8E8-2459-4782-89A2-2D503793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6C0C448C-050C-47C3-B261-2228DCE3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fa7ef740bc4ebf">
            <a:extLst>
              <a:ext uri="{96DAC541-7B7A-43D3-8B79-37D633B846F1}">
                <asvg:svgBlip xmlns:asvg="http://schemas.microsoft.com/office/drawing/2016/SVG/main" r:embed="Rcae0aa9cd40d47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840B43D5-AC46-4953-A898-6E609C39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824A17D-5247-433E-9D0C-9EE6F82E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285F2338-F7B4-482A-8A25-D136CAFB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59b49a8c45ff">
            <a:extLst>
              <a:ext uri="{96DAC541-7B7A-43D3-8B79-37D633B846F1}">
                <asvg:svgBlip xmlns:asvg="http://schemas.microsoft.com/office/drawing/2016/SVG/main" r:embed="R00d86ae0959741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78FE12CC-9AB2-48DB-9D5F-26CE725C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CBD8310-5E3A-4A50-952C-336872C4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781FA12-DF13-4B99-BBD7-19BEE12D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2e4375f6a4472">
            <a:extLst>
              <a:ext uri="{96DAC541-7B7A-43D3-8B79-37D633B846F1}">
                <asvg:svgBlip xmlns:asvg="http://schemas.microsoft.com/office/drawing/2016/SVG/main" r:embed="R886ea8b6cec847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38815DB-A650-4310-A9C9-7BDCB3B5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B42F316F-D80F-46F9-9564-FC721058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A15B542-4F21-43C7-92D6-E94D36D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9690DB3-9DBC-45A7-B353-74AA7F8A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6EAC35FB-8278-4D1E-8812-E93E1F20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E389470E-F416-4ABD-AA8D-F35F5097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3a647e80084cdd">
            <a:extLst>
              <a:ext uri="{96DAC541-7B7A-43D3-8B79-37D633B846F1}">
                <asvg:svgBlip xmlns:asvg="http://schemas.microsoft.com/office/drawing/2016/SVG/main" r:embed="R2836f934f9e84a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CDF1F41-F565-4257-B13C-3BB8CC57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C21AD79D-FF9F-4459-870E-993C85D5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DA64EE04-345C-45E7-A425-C7A3468B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bd7a75dfb40b7">
            <a:extLst>
              <a:ext uri="{96DAC541-7B7A-43D3-8B79-37D633B846F1}">
                <asvg:svgBlip xmlns:asvg="http://schemas.microsoft.com/office/drawing/2016/SVG/main" r:embed="R22ffd24e656d40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6EC00A5-89BA-40CC-BF9C-81AF8BD3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3398821-3B60-4887-B131-ABA6D54E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D7B5E6F5-3A0E-4569-B95C-42FDF6E6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A8BB9763-708A-4684-9414-95370EB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E4B5022-8A91-48DD-A8BC-108D51D1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55324CAB-3584-4D30-A83B-4C4C4AED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4D82200-DBC7-4CE7-AE10-EE24D1B1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38FFA8D-B03A-4AA0-A6E2-C9CC4D62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7D2F7146-617F-4F1A-BBB4-CD2FEFE3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17D6D25-E222-43F1-91BE-CE15CF44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012E434E-9EC9-4436-944B-7CCD66AB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0D45008C-773C-4D1D-B7C1-EF6C9991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F39F155B-86AB-4BA0-A251-EC53EB3F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80A3DF26-E9BF-40D8-86E7-D2DE2E9C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AAFC0BA-12CB-4E92-A484-28906D7F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76797065-360D-4288-A677-F8530CD5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B7033C3-8970-4C27-AC88-4F9E26CA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F8E63C56-18FC-4C56-84F8-C894221B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D1B3303D-ED75-42EB-9DF9-E3A6C911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867D95A3-26B0-4CAA-BEA0-F013458D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6E3C564B-5756-441F-A03A-AD15592E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8EBBB94A-FEA0-435C-AC0F-851CFD9E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016B2613-92D1-4DCF-BE4E-C865F308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D6189A7B-DD69-4205-ACFB-096AFC89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9bfc629ca408c">
            <a:extLst>
              <a:ext uri="{96DAC541-7B7A-43D3-8B79-37D633B846F1}">
                <asvg:svgBlip xmlns:asvg="http://schemas.microsoft.com/office/drawing/2016/SVG/main" r:embed="R2a3bdb42655e48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FD59269A-F232-40FE-860F-924F8CD3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6ed147eab423d">
            <a:extLst>
              <a:ext uri="{96DAC541-7B7A-43D3-8B79-37D633B846F1}">
                <asvg:svgBlip xmlns:asvg="http://schemas.microsoft.com/office/drawing/2016/SVG/main" r:embed="R159d16562fc649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53433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570B1AB-EC1C-49AD-A6ED-E019ADC5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846E7280-FF1C-443F-8000-8748A223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2470F680-72A7-4BE1-AB07-35168602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AF0D76E5-B5FF-4DD5-9C4F-755625A0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2E48269F-AE8F-4213-82F4-72C2AB66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06EA261-B189-4D49-BE87-D8FF72FA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20243bb304da2">
            <a:extLst>
              <a:ext uri="{96DAC541-7B7A-43D3-8B79-37D633B846F1}">
                <asvg:svgBlip xmlns:asvg="http://schemas.microsoft.com/office/drawing/2016/SVG/main" r:embed="Rc136c7562e5844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0F18101-7FFE-4BF0-ACFC-A486C1F1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31DD361E-F9E8-49B0-B78F-FE3D0BB4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68FC97EA-51BC-4BF3-AE2A-406DE1EA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1d23afbc94726">
            <a:extLst>
              <a:ext uri="{96DAC541-7B7A-43D3-8B79-37D633B846F1}">
                <asvg:svgBlip xmlns:asvg="http://schemas.microsoft.com/office/drawing/2016/SVG/main" r:embed="R0dc597b7f70248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7ED4C8E3-C777-4C79-8E7D-D60747A9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A23E0B31-ADD4-40DD-A7BF-A5D998EC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72CAE9B-95DE-4825-9D87-B6EE53B4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e8715164e47d9">
            <a:extLst>
              <a:ext uri="{96DAC541-7B7A-43D3-8B79-37D633B846F1}">
                <asvg:svgBlip xmlns:asvg="http://schemas.microsoft.com/office/drawing/2016/SVG/main" r:embed="Rf0d25c66aafd45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DE4CA91-E009-48F3-9381-B5EAE158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08B93A6D-5F9D-4B48-9C86-0A237FEE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A8F0510-51C5-4143-A45B-93C933A9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122cb4efbb44ee">
            <a:extLst>
              <a:ext uri="{96DAC541-7B7A-43D3-8B79-37D633B846F1}">
                <asvg:svgBlip xmlns:asvg="http://schemas.microsoft.com/office/drawing/2016/SVG/main" r:embed="R6e28fd1c2b7e46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CD3DE81-30A9-45EE-BD9E-19F78120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9954096-14ED-49C1-BD03-A3E15870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DE4DCA63-CC01-453B-B94A-978774E2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EABC6F94-A36B-460C-B3B8-8CA0653A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E33AF116-3777-4902-A376-850947F4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CD8883E-8420-4D29-8BBC-A3D93D8C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48800345e495e">
            <a:extLst>
              <a:ext uri="{96DAC541-7B7A-43D3-8B79-37D633B846F1}">
                <asvg:svgBlip xmlns:asvg="http://schemas.microsoft.com/office/drawing/2016/SVG/main" r:embed="R646a64979a4649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B001F1C-9107-43F5-BFB5-DD21AE7B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7C1EC82C-D3BE-4F4E-BF4A-3724870E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E521D4A-3E45-4B17-9DC7-5D2D8A2A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a3b2e9bfd34207">
            <a:extLst>
              <a:ext uri="{96DAC541-7B7A-43D3-8B79-37D633B846F1}">
                <asvg:svgBlip xmlns:asvg="http://schemas.microsoft.com/office/drawing/2016/SVG/main" r:embed="Rfbe036ac113648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FF9800F-FAA6-41AE-A962-9B4E14E4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A2006E5-0634-4886-AF08-A1A39E53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71DB4D4-64DC-4AD5-928C-7951568F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426349B3-4E86-46AE-A56B-902D64EB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96262F71-3D51-4131-A06F-92E4B55A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4424CD8-5A28-4759-B0CC-DEFCB405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6463FE5-F146-45B0-B5A0-C883264B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E5925335-1459-4DEA-BE71-558A688C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458D623D-9575-4171-B936-DCE97CC7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6C46B85-786A-44CF-AA23-FF0C959E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AE5FE0EA-4D7F-46B8-B6C8-7E26F9F1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6D92247F-B1F2-42CA-A86F-B923BA14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CE1EEB77-9047-4061-A8EB-2DCFBD47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1E39CE3A-8115-4E5A-8A91-D17B1CCE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46F9EED-78E3-4741-A549-36B56D96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7D2D059-9F8E-48FE-9DEE-DF9AA414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3445ADE-B909-4310-AE13-F50BFA6C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BB42911-E89B-4DF4-A365-B9F1D378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43D052B6-8757-4CA5-8681-8E74455F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95428150-56FA-4A36-9974-0F72C80F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821C3F83-262F-4E14-AE3E-B06E4B31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25DBAB30-3E64-46A6-85B2-36EB5FBA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AC425E9E-6F46-4226-8762-D99B4EDD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4939D6B4-50CB-482A-91C2-7A591FB1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4859cd5b84263">
            <a:extLst>
              <a:ext uri="{96DAC541-7B7A-43D3-8B79-37D633B846F1}">
                <asvg:svgBlip xmlns:asvg="http://schemas.microsoft.com/office/drawing/2016/SVG/main" r:embed="R7481f939603848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B7CCCC6-EE6E-4EE5-AA53-D385AF54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7386d3c7947b2">
            <a:extLst>
              <a:ext uri="{96DAC541-7B7A-43D3-8B79-37D633B846F1}">
                <asvg:svgBlip xmlns:asvg="http://schemas.microsoft.com/office/drawing/2016/SVG/main" r:embed="R10251e22def24c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66E302FD-91E9-47E4-9B62-A2A77C22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586f546824140">
            <a:extLst>
              <a:ext uri="{96DAC541-7B7A-43D3-8B79-37D633B846F1}">
                <asvg:svgBlip xmlns:asvg="http://schemas.microsoft.com/office/drawing/2016/SVG/main" r:embed="R3fe66d0750f847a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0789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2B472B7-0FA2-4634-AEDE-CC190A8D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EB8643B7-DBA2-4FF4-8CF9-55E6ED2B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003F32C-F108-4282-872D-D83E25DE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F9161CB-A9AD-49FE-95D6-EB290DBE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D1E05456-9613-4EB2-B7AE-88F3F323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5241DAE8-0503-44BB-AD20-7C8846B8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40a96bd2c4231">
            <a:extLst>
              <a:ext uri="{96DAC541-7B7A-43D3-8B79-37D633B846F1}">
                <asvg:svgBlip xmlns:asvg="http://schemas.microsoft.com/office/drawing/2016/SVG/main" r:embed="Rca55f2e31b384a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9F844198-1876-4D2F-9934-46884E05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BD5BD03-C8AE-48E1-AA56-2BDE464F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A8F8904-CB41-4DCE-9D1C-61356E1C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30471f25004f04">
            <a:extLst>
              <a:ext uri="{96DAC541-7B7A-43D3-8B79-37D633B846F1}">
                <asvg:svgBlip xmlns:asvg="http://schemas.microsoft.com/office/drawing/2016/SVG/main" r:embed="R107a40ccec5246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E9EBA10-9A92-4DAE-B285-A6F27BF8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1A96FFD-3ABC-4834-97A5-19B39ED0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D3C7A7B9-C328-47F3-B85E-01338D09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308d3d84f4695">
            <a:extLst>
              <a:ext uri="{96DAC541-7B7A-43D3-8B79-37D633B846F1}">
                <asvg:svgBlip xmlns:asvg="http://schemas.microsoft.com/office/drawing/2016/SVG/main" r:embed="R6b8582f87dc54c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8844E7F2-B159-4F16-BD5F-50C19385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30FA991-7A8F-46A5-908B-B5F0E885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8286A64-8E93-445C-8439-6CB31F5C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99e885644470b">
            <a:extLst>
              <a:ext uri="{96DAC541-7B7A-43D3-8B79-37D633B846F1}">
                <asvg:svgBlip xmlns:asvg="http://schemas.microsoft.com/office/drawing/2016/SVG/main" r:embed="R2a067941371b48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29228D9-23AF-4E65-92D4-5349B398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5026EA2-9255-4079-B77C-505F0840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1475C61-C9AD-44D8-AC55-8CEDD521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8E13FB8-2301-47C6-984A-9980CE22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18429D1-2152-4BCC-8BBA-10A8A897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6544D852-EAD9-4597-A3A1-5838D00D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fedaee5c034f9c">
            <a:extLst>
              <a:ext uri="{96DAC541-7B7A-43D3-8B79-37D633B846F1}">
                <asvg:svgBlip xmlns:asvg="http://schemas.microsoft.com/office/drawing/2016/SVG/main" r:embed="R56b3b46de1a74d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97250A5B-D0F1-44F0-AD0F-5B45FF97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A5C0F062-9B49-4589-B98E-6FDB9670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4519D2B-1A18-4DC7-B0E5-04D433D9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7d5d3bfe84716">
            <a:extLst>
              <a:ext uri="{96DAC541-7B7A-43D3-8B79-37D633B846F1}">
                <asvg:svgBlip xmlns:asvg="http://schemas.microsoft.com/office/drawing/2016/SVG/main" r:embed="Rd3d2c2c2554444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65C38FC1-9584-4399-B86E-D0F9920E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30FBB88B-CCB1-4769-937A-02FF6D5C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EFFEE31-D77D-4D2C-8616-E6BE3237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3C1FE8B7-84B1-47AD-83A8-802D7C7C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4CC544E-3187-491E-B622-94604125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3B831F31-39A4-4746-A822-0D2AE5B9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798DAAA0-D14E-485E-A482-5AB577D8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1167BCB-DDC4-4FC7-9C80-876E1800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38761271-2F7D-44A9-94F7-E01765BE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6A967C5-EBE4-4587-9718-AC94955A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C92CDA6B-A032-41C2-95F4-A6474718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774F5C71-A8F2-4F4E-844F-5B471B00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B223E612-32A1-400F-A285-F5C291D6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463CCD03-709F-4B1A-83CA-E1E41EA2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3195B92-3D2B-4CA4-81DE-D0B58075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A864BC7-28A5-4664-B4B7-C1EF44D7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AF00530-67F4-47F0-A995-638778C8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716965A-9E12-457C-BE6F-0F4D587D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69A69C0-798E-4531-8F6F-2E8BE75E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44C93DD-D883-495F-903D-25FE8D40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B429572-C460-489A-968F-BED82DD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3FC70869-3B1C-4D2F-9D32-ADE83092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AC386FC0-9876-4227-A8AF-997C97B1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23D2A3A-32A6-49C8-9FC7-7B2399D4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3698681e84d9a">
            <a:extLst>
              <a:ext uri="{96DAC541-7B7A-43D3-8B79-37D633B846F1}">
                <asvg:svgBlip xmlns:asvg="http://schemas.microsoft.com/office/drawing/2016/SVG/main" r:embed="Rff17c4d082ec49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EDE0347F-A51B-4A99-8C22-44145184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e1ad8651544dc">
            <a:extLst>
              <a:ext uri="{96DAC541-7B7A-43D3-8B79-37D633B846F1}">
                <asvg:svgBlip xmlns:asvg="http://schemas.microsoft.com/office/drawing/2016/SVG/main" r:embed="R38bcc381f7574a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160CD55-E5B6-44F1-B986-C0ED703B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3cac6c1be45d8">
            <a:extLst>
              <a:ext uri="{96DAC541-7B7A-43D3-8B79-37D633B846F1}">
                <asvg:svgBlip xmlns:asvg="http://schemas.microsoft.com/office/drawing/2016/SVG/main" r:embed="R3ca528a63a2548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F16407B9-1D75-4730-BEF8-2C897FA5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427687d3d49ec">
            <a:extLst>
              <a:ext uri="{96DAC541-7B7A-43D3-8B79-37D633B846F1}">
                <asvg:svgBlip xmlns:asvg="http://schemas.microsoft.com/office/drawing/2016/SVG/main" r:embed="R0547f709774d4e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27665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B95A37C-268B-46C2-9246-FF07B5DA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917F7FF-EB95-4821-8098-4F2E00CE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B4E79BCB-480D-4C3B-9C70-3BDFF4FA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E20EBD0-915F-4FC2-8EB0-E17934CE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8F77F24B-C13B-4FC7-A77F-DFD0CE6D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40070D4-5118-4178-A833-6E7C38CC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bfb48225604083">
            <a:extLst>
              <a:ext uri="{96DAC541-7B7A-43D3-8B79-37D633B846F1}">
                <asvg:svgBlip xmlns:asvg="http://schemas.microsoft.com/office/drawing/2016/SVG/main" r:embed="R6cf2089abf984e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0DBC00B9-14D3-4B58-B861-41888A0D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86AF25FF-BB15-4461-B6D5-C71D9BAC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9E9FCB79-C5BD-4597-9289-8A688723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5af50924f54a35">
            <a:extLst>
              <a:ext uri="{96DAC541-7B7A-43D3-8B79-37D633B846F1}">
                <asvg:svgBlip xmlns:asvg="http://schemas.microsoft.com/office/drawing/2016/SVG/main" r:embed="Rd384d9daf28e41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AAF9E3D-D3AC-4856-B448-DEC9E83B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DEC9B67-8D40-4C89-864A-CDA4DD6F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1E644D3C-E62B-497F-81EC-26BDF13B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7b2d6b07694a55">
            <a:extLst>
              <a:ext uri="{96DAC541-7B7A-43D3-8B79-37D633B846F1}">
                <asvg:svgBlip xmlns:asvg="http://schemas.microsoft.com/office/drawing/2016/SVG/main" r:embed="Ra17b95d31c1040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A70F890-F96E-4D2C-A539-D5807B9B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E372DFF-4552-440D-A730-C9ABE0B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046432A-B5C6-4DCA-98D0-79BC849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bfa17ed3147b5">
            <a:extLst>
              <a:ext uri="{96DAC541-7B7A-43D3-8B79-37D633B846F1}">
                <asvg:svgBlip xmlns:asvg="http://schemas.microsoft.com/office/drawing/2016/SVG/main" r:embed="Rfa8da75c75e747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2AA097DF-EEAC-4257-9AE7-93E0AAE6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94733B3-BADC-41BA-8D9C-E768A3FF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9E84D77-ECED-4D90-90B4-F0E81E6D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C25412B3-459A-42E2-AB96-C3E37D9D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60DC9885-4C9D-4032-AAC1-F4F5A773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7E61F92-3DE5-4004-9F61-B200E11E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a18be91864e41">
            <a:extLst>
              <a:ext uri="{96DAC541-7B7A-43D3-8B79-37D633B846F1}">
                <asvg:svgBlip xmlns:asvg="http://schemas.microsoft.com/office/drawing/2016/SVG/main" r:embed="R55937ad3cb9942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E83A41BD-9924-49D3-B3C8-D9B8591A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215E67A6-B862-4A5B-9E6A-13DD3643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5961E889-2B35-4480-AA1C-88898E4A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3890e6c3f74509">
            <a:extLst>
              <a:ext uri="{96DAC541-7B7A-43D3-8B79-37D633B846F1}">
                <asvg:svgBlip xmlns:asvg="http://schemas.microsoft.com/office/drawing/2016/SVG/main" r:embed="Rf0b8a6dcbb6e45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AF88AEBE-A25F-4ED6-B0F6-DCF31BFD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35006D2B-64DF-4907-8A33-F9F7451C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90AAFC2-7A96-488E-943B-31EA7C26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AE1F8FA5-FE6B-498E-9EEA-F13481D4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23A11C0-E486-4AFF-8FF9-F506C0DE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0E6980D-AFA2-4FB0-81FC-060B0B6F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B3AD6D5-4A5D-4C18-B5F4-9109E33B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26FAE3B5-3436-44F2-87B0-361CD6CD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28889C8E-EB18-4CB0-BC78-3763246C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A9B7514B-2489-406B-86D2-77540096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06161BA1-9733-4F75-9066-BFDB24A6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32DF2329-71B0-4CF9-922E-72DD5E61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7A5FAD4C-7592-40CD-B7F1-864E6800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00EA98B5-F7AC-4CB7-A3AE-D4186869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5913CD3-86AF-458F-AA30-C657C01F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D316B1D-2679-4243-BA19-2B17D0A0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048B03D-2761-47B5-8235-4D4A0521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8E02E54-3A07-4740-ADA2-8AFDC379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5721D99-F670-44E2-8CB6-4B2B4F36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744534E-C5FC-4884-B526-603A1CE5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E03C5FB4-AA15-4D6B-9D42-86EFEB54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61785B18-D335-4720-A99B-BE10EEE2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703583B2-EA0F-40AD-82C3-B9FFDAB3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DE14E2C5-5748-4BD1-AB0D-EDFCE031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a3a2872a6044ac">
            <a:extLst>
              <a:ext uri="{96DAC541-7B7A-43D3-8B79-37D633B846F1}">
                <asvg:svgBlip xmlns:asvg="http://schemas.microsoft.com/office/drawing/2016/SVG/main" r:embed="R9ff530e5eb5d41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69836A72-7E53-4EBB-9D87-E8B45C1C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e89fb47ddc42f1">
            <a:extLst>
              <a:ext uri="{96DAC541-7B7A-43D3-8B79-37D633B846F1}">
                <asvg:svgBlip xmlns:asvg="http://schemas.microsoft.com/office/drawing/2016/SVG/main" r:embed="Rf1e985dc313d4d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1F1ECB72-D692-4EF2-80F0-2D997B94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2b7da931de4d6e">
            <a:extLst>
              <a:ext uri="{96DAC541-7B7A-43D3-8B79-37D633B846F1}">
                <asvg:svgBlip xmlns:asvg="http://schemas.microsoft.com/office/drawing/2016/SVG/main" r:embed="Ra8b1c67597ec430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DFB896CB-071E-43CE-B399-98A3F365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6594e704f4414">
            <a:extLst>
              <a:ext uri="{96DAC541-7B7A-43D3-8B79-37D633B846F1}">
                <asvg:svgBlip xmlns:asvg="http://schemas.microsoft.com/office/drawing/2016/SVG/main" r:embed="Re02bd8ce4f7f4b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099A3D9A-3936-4E50-8943-4502064C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ebdee932049fd">
            <a:extLst>
              <a:ext uri="{96DAC541-7B7A-43D3-8B79-37D633B846F1}">
                <asvg:svgBlip xmlns:asvg="http://schemas.microsoft.com/office/drawing/2016/SVG/main" r:embed="R2f1bfd7841c646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87369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7348E7A0-AA0D-480A-9DCB-ED9C85D4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D97AA0F-D957-40C7-8E92-C9116151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5916FFD-88D5-486A-ABD1-352A20D7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DD82E5AE-FF9A-4AE0-BB9D-CB73B5AB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F3424F8-326D-4873-9F5B-040BB877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512B4CB0-CCA3-4326-9ADC-7F3BEAC1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c9ae508d347da">
            <a:extLst>
              <a:ext uri="{96DAC541-7B7A-43D3-8B79-37D633B846F1}">
                <asvg:svgBlip xmlns:asvg="http://schemas.microsoft.com/office/drawing/2016/SVG/main" r:embed="R5892a588f53b42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68807C3-D6D5-4293-A1FF-BDB9DCC5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A63112A4-C8B5-4382-9631-817133AD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6C6326AD-C98F-43F3-9CF6-4F5DA7BF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123652053048bd">
            <a:extLst>
              <a:ext uri="{96DAC541-7B7A-43D3-8B79-37D633B846F1}">
                <asvg:svgBlip xmlns:asvg="http://schemas.microsoft.com/office/drawing/2016/SVG/main" r:embed="Rf455907fc79445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696414F4-D1FF-460A-A588-042A9C67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1374E749-625A-4DAC-BED6-101C0668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3E82BF1-05E5-45DB-A161-F7DD1592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dc065859c44e4">
            <a:extLst>
              <a:ext uri="{96DAC541-7B7A-43D3-8B79-37D633B846F1}">
                <asvg:svgBlip xmlns:asvg="http://schemas.microsoft.com/office/drawing/2016/SVG/main" r:embed="Ra494299959e24c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6112473-C81F-4FC1-B320-215F8998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EE88163-38FB-4CBD-85DF-4EB80545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B71CE6F-FD0E-4D06-A260-C481D984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783453fef64e27">
            <a:extLst>
              <a:ext uri="{96DAC541-7B7A-43D3-8B79-37D633B846F1}">
                <asvg:svgBlip xmlns:asvg="http://schemas.microsoft.com/office/drawing/2016/SVG/main" r:embed="R55920e734a0645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81A547C-F711-4B14-8568-80D0677E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87551602-B02A-4741-8B8A-7425E541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E1DEC6EE-5C05-4F05-A7DB-3EFD9ED6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6EDBB6F9-FFD4-434C-8760-7433197C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897BE1D-0306-45E1-94ED-A740BC27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637D3F02-D1EE-4524-A3B5-8251BCD2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7b422349741fe">
            <a:extLst>
              <a:ext uri="{96DAC541-7B7A-43D3-8B79-37D633B846F1}">
                <asvg:svgBlip xmlns:asvg="http://schemas.microsoft.com/office/drawing/2016/SVG/main" r:embed="R9432d54c86f14c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DF6C808F-E86F-4C32-9903-695C137E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53DA9DD-8192-4624-8698-D87DEE28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C81D133-CA87-4FA3-9841-69C5E2B1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6382252464b93">
            <a:extLst>
              <a:ext uri="{96DAC541-7B7A-43D3-8B79-37D633B846F1}">
                <asvg:svgBlip xmlns:asvg="http://schemas.microsoft.com/office/drawing/2016/SVG/main" r:embed="Ra3d690fa966244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C697E2F1-D537-4771-A516-69D7DC6F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6D331DF-79D4-44B6-B81B-7E1FFF48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EC351559-CE33-4260-866D-5A78C41E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BF6CE9A-399F-413D-BE4A-DDD933D8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C67B1677-88B8-4E78-9A5B-D4C47572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582346C8-2C99-4649-9DE0-9DE93AFA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CEC99D7-91C7-4967-9F37-0F08B59E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C875B7E-FD45-4EE6-B03A-ECEF9A12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0F5B83D-1CFB-4319-A392-92A8BDA4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95C4BF1-0DA9-4688-BAF1-584035C8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7C6475FD-7FFA-476D-A808-83DE5A39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48429A58-1485-4D77-98D5-B0A2167D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255EA1A3-A2AA-4698-A530-16DE0E7C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C9E4727E-FAC4-4CDE-8927-5CFA1D99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2004DCD5-5D78-44BF-9464-9C2F784B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90695B8-C3BD-457D-B209-F094D9AA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6DBF65A9-F5CF-44A7-B702-99C6686C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E6DAC3E-5AF4-4907-83D9-A0BB98A5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A5ECF00-E987-4019-BA17-2FB2FD53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9EE96E8-55C7-4C95-8E12-AFA5C290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28F06F20-7799-46A1-A7A4-936CA95A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0580BD87-2E90-437E-9D89-06080DC4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1EAEE52D-C239-4876-8646-144CDB59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4585A80-2107-4C8A-91D5-635AD7EB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8b32481c5040bd">
            <a:extLst>
              <a:ext uri="{96DAC541-7B7A-43D3-8B79-37D633B846F1}">
                <asvg:svgBlip xmlns:asvg="http://schemas.microsoft.com/office/drawing/2016/SVG/main" r:embed="R0cc24187f6e74f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5D86B57-F69B-40FC-8AFE-A09982B5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c8ab1a8ae4a39">
            <a:extLst>
              <a:ext uri="{96DAC541-7B7A-43D3-8B79-37D633B846F1}">
                <asvg:svgBlip xmlns:asvg="http://schemas.microsoft.com/office/drawing/2016/SVG/main" r:embed="Rff35c2e447ee4f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B3BDF292-9ABA-4EAF-A9C6-43C24765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6c9220e44425a">
            <a:extLst>
              <a:ext uri="{96DAC541-7B7A-43D3-8B79-37D633B846F1}">
                <asvg:svgBlip xmlns:asvg="http://schemas.microsoft.com/office/drawing/2016/SVG/main" r:embed="R9c0c6500424e49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B1F9C2ED-86DC-4B17-A9BA-8A6C36D6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59b38014f4264">
            <a:extLst>
              <a:ext uri="{96DAC541-7B7A-43D3-8B79-37D633B846F1}">
                <asvg:svgBlip xmlns:asvg="http://schemas.microsoft.com/office/drawing/2016/SVG/main" r:embed="Rac022b152a0c43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32F59863-D9AB-41AD-A523-F6FB4CFD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6fe51d769b460d">
            <a:extLst>
              <a:ext uri="{96DAC541-7B7A-43D3-8B79-37D633B846F1}">
                <asvg:svgBlip xmlns:asvg="http://schemas.microsoft.com/office/drawing/2016/SVG/main" r:embed="Re9ac993aecc141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FD4D2034-8FDC-4CCF-913D-C56E9F6A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b1b493b79b4fb7">
            <a:extLst>
              <a:ext uri="{96DAC541-7B7A-43D3-8B79-37D633B846F1}">
                <asvg:svgBlip xmlns:asvg="http://schemas.microsoft.com/office/drawing/2016/SVG/main" r:embed="Rf6921055b52e42e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20248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37463BB-30CA-40B0-86D2-F42319DC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8CFF7347-BD5D-465E-AE1C-C9DEB5B4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89403A1-A851-4E84-8F47-AB016E59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FCB82DE-A786-4949-A8CC-DDA8CF5A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98A6309-F68B-4CD1-8614-AD932634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5C8D72B-4F3F-4948-80DF-E1E337E0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34b74968414b7b">
            <a:extLst>
              <a:ext uri="{96DAC541-7B7A-43D3-8B79-37D633B846F1}">
                <asvg:svgBlip xmlns:asvg="http://schemas.microsoft.com/office/drawing/2016/SVG/main" r:embed="R1044620232094b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AB76D17C-AAF1-4630-9CBB-BBEF7991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DFDD67C3-A0F8-4F06-B199-EA352E51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9E547F51-60B0-4E2A-A611-17BBF39D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0407c6b3944f4e">
            <a:extLst>
              <a:ext uri="{96DAC541-7B7A-43D3-8B79-37D633B846F1}">
                <asvg:svgBlip xmlns:asvg="http://schemas.microsoft.com/office/drawing/2016/SVG/main" r:embed="Rf5348fd96c774c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CBC04DC-8A86-4D27-80E4-E73DA6EA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2EF4E36-2386-4336-9456-7571DEB9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4E0DDEA-7A6B-49EC-9EA7-81C97475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d0b2b4238468d">
            <a:extLst>
              <a:ext uri="{96DAC541-7B7A-43D3-8B79-37D633B846F1}">
                <asvg:svgBlip xmlns:asvg="http://schemas.microsoft.com/office/drawing/2016/SVG/main" r:embed="R23875f4858544b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97DC77AC-547A-4C51-895D-8D8417B5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8F21FB55-B42A-45CB-90E2-C6B37892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2E11FAF5-38BF-4CB6-ADAF-043A8FAE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670f62e1174456">
            <a:extLst>
              <a:ext uri="{96DAC541-7B7A-43D3-8B79-37D633B846F1}">
                <asvg:svgBlip xmlns:asvg="http://schemas.microsoft.com/office/drawing/2016/SVG/main" r:embed="Rbc2204474a1443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CEFE937-A0BC-4F73-91D0-C2FE5E68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3461F54D-80DF-4B08-B438-EF3D9170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351CE55F-6F4A-4F72-A9FE-ED6A9EE2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D572A4C-4BB8-413F-A0AE-25905DBE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898A0A3-F9D9-42A7-8D3E-6B0B2EAB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BD10981-B2F1-4CB6-BE37-19A471EB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a1c4dd837448f">
            <a:extLst>
              <a:ext uri="{96DAC541-7B7A-43D3-8B79-37D633B846F1}">
                <asvg:svgBlip xmlns:asvg="http://schemas.microsoft.com/office/drawing/2016/SVG/main" r:embed="R1b2ab68739f545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F760468-44B0-4B8F-83B5-3B96461A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7D29874-B95F-4B2D-A0A6-086D9A8C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DDC0F2DE-E4B7-4577-AE32-46A952E2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d1be2e01e4bd6">
            <a:extLst>
              <a:ext uri="{96DAC541-7B7A-43D3-8B79-37D633B846F1}">
                <asvg:svgBlip xmlns:asvg="http://schemas.microsoft.com/office/drawing/2016/SVG/main" r:embed="R5e23a7151df341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63FD11F-9B6D-4A14-AE2F-58A77B5E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4AF0D9F-150C-4C11-993C-A8E29962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1614F87-E2DC-4896-B7D4-CBE69238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F65455F8-973A-4480-A68C-32154363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BEA9589-6F1C-47B8-9AD0-7FF53EF2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DBFC90B-00B7-4829-A386-481799FF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1443230-B744-47E8-924A-DE95465F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2B0DC15-53E7-4D2C-9391-F68406D1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34F2A430-3A42-42A7-958A-ECEACCC9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91C58C66-4860-41AE-9505-F50D32CD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83E672AF-779D-462F-8AB5-82D96FC9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AD398071-C23B-4328-96EB-8569FA98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8A8C517A-C163-4C37-9B7E-E65F5B18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4C316470-3586-4692-810C-CCFEFD58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E765EE0-A624-4716-98A9-3FA2D532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1526235A-7FAC-4F0C-B080-38831A65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93A4482-B972-41AB-9639-ED5D00EE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22CB2F9-F924-4EE2-87E5-D183746E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3B1FEE1-D866-4A43-8D50-10B93AA8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ED17B0C-D021-4004-9955-B68C3883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069D9FD7-8606-4479-B566-EAF008B7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412026B6-7BA0-4723-B8DC-51C8EE53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C53C63A0-E7D4-4049-8926-F993F5B2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AF51424-41AD-4DD1-8E15-A740A0B4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f242042f44bcb">
            <a:extLst>
              <a:ext uri="{96DAC541-7B7A-43D3-8B79-37D633B846F1}">
                <asvg:svgBlip xmlns:asvg="http://schemas.microsoft.com/office/drawing/2016/SVG/main" r:embed="R721ac9d15ee14d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A52FFB50-F20D-46CB-8610-79B9CC72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a8cc45951433d">
            <a:extLst>
              <a:ext uri="{96DAC541-7B7A-43D3-8B79-37D633B846F1}">
                <asvg:svgBlip xmlns:asvg="http://schemas.microsoft.com/office/drawing/2016/SVG/main" r:embed="Rdbefd8b5983848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76770CD3-2E33-475F-89ED-ECE27944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4447ec77d4770">
            <a:extLst>
              <a:ext uri="{96DAC541-7B7A-43D3-8B79-37D633B846F1}">
                <asvg:svgBlip xmlns:asvg="http://schemas.microsoft.com/office/drawing/2016/SVG/main" r:embed="R8b2c73e29ddc4d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F6BCC336-EF8D-4D3C-9353-9A9B3C38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9f4d27d5d490e">
            <a:extLst>
              <a:ext uri="{96DAC541-7B7A-43D3-8B79-37D633B846F1}">
                <asvg:svgBlip xmlns:asvg="http://schemas.microsoft.com/office/drawing/2016/SVG/main" r:embed="Rb05addbcc24140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6CEC0DB8-588E-4A92-B814-78EA31ED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3c3a9f9fee4818">
            <a:extLst>
              <a:ext uri="{96DAC541-7B7A-43D3-8B79-37D633B846F1}">
                <asvg:svgBlip xmlns:asvg="http://schemas.microsoft.com/office/drawing/2016/SVG/main" r:embed="Rfddb8d1cab8b46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57F7BF62-EC2B-4F8A-A8F8-BECC1A21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9baf6feb547f7">
            <a:extLst>
              <a:ext uri="{96DAC541-7B7A-43D3-8B79-37D633B846F1}">
                <asvg:svgBlip xmlns:asvg="http://schemas.microsoft.com/office/drawing/2016/SVG/main" r:embed="Rac4c65116dca4f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473ED71B-2DB2-4FE3-B909-0E16E981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1c4d04e234786">
            <a:extLst>
              <a:ext uri="{96DAC541-7B7A-43D3-8B79-37D633B846F1}">
                <asvg:svgBlip xmlns:asvg="http://schemas.microsoft.com/office/drawing/2016/SVG/main" r:embed="Ra0cdd54933644c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27695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DCFBCDB-4192-446E-ADA8-0F2AB603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985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6C78CD5-E542-4F9B-988B-C73A40F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36862"/>
            <a:ext cx="11144250" cy="1412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B576BCD3-BA2F-4282-882F-4862BDA5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49686"/>
            <a:ext cx="11144250" cy="15604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EC770C4-741D-4A58-BBA5-1C2CA148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98400"/>
          </a:xfrm>
          <a:custGeom xmlns:a="http://schemas.openxmlformats.org/drawingml/2006/main">
            <a:pathLst>
              <a:path w="514350" h="1598400">
                <a:moveTo>
                  <a:pt x="0" y="0"/>
                </a:moveTo>
                <a:lnTo>
                  <a:pt x="19021" y="0"/>
                </a:lnTo>
                <a:lnTo>
                  <a:pt x="38052" y="0"/>
                </a:lnTo>
                <a:lnTo>
                  <a:pt x="57074" y="0"/>
                </a:lnTo>
                <a:lnTo>
                  <a:pt x="76095" y="0"/>
                </a:lnTo>
                <a:lnTo>
                  <a:pt x="95126" y="0"/>
                </a:lnTo>
                <a:lnTo>
                  <a:pt x="114148" y="0"/>
                </a:lnTo>
                <a:lnTo>
                  <a:pt x="133169" y="0"/>
                </a:lnTo>
                <a:lnTo>
                  <a:pt x="152200" y="0"/>
                </a:lnTo>
                <a:lnTo>
                  <a:pt x="171221" y="0"/>
                </a:lnTo>
                <a:lnTo>
                  <a:pt x="190243" y="0"/>
                </a:lnTo>
                <a:lnTo>
                  <a:pt x="209274" y="0"/>
                </a:lnTo>
                <a:lnTo>
                  <a:pt x="228295" y="0"/>
                </a:lnTo>
                <a:lnTo>
                  <a:pt x="247326" y="0"/>
                </a:lnTo>
                <a:lnTo>
                  <a:pt x="266348" y="0"/>
                </a:lnTo>
                <a:lnTo>
                  <a:pt x="285369" y="0"/>
                </a:lnTo>
                <a:lnTo>
                  <a:pt x="304400" y="0"/>
                </a:lnTo>
                <a:lnTo>
                  <a:pt x="323421" y="0"/>
                </a:lnTo>
                <a:lnTo>
                  <a:pt x="342443" y="0"/>
                </a:lnTo>
                <a:lnTo>
                  <a:pt x="361474" y="0"/>
                </a:lnTo>
                <a:lnTo>
                  <a:pt x="380495" y="0"/>
                </a:lnTo>
                <a:lnTo>
                  <a:pt x="399517" y="0"/>
                </a:lnTo>
                <a:lnTo>
                  <a:pt x="418548" y="0"/>
                </a:lnTo>
                <a:lnTo>
                  <a:pt x="437569" y="0"/>
                </a:lnTo>
                <a:lnTo>
                  <a:pt x="456590" y="0"/>
                </a:lnTo>
                <a:lnTo>
                  <a:pt x="475621" y="0"/>
                </a:lnTo>
                <a:lnTo>
                  <a:pt x="494643" y="0"/>
                </a:lnTo>
                <a:lnTo>
                  <a:pt x="513664" y="0"/>
                </a:lnTo>
                <a:lnTo>
                  <a:pt x="514350" y="18345"/>
                </a:lnTo>
                <a:lnTo>
                  <a:pt x="514350" y="37367"/>
                </a:lnTo>
                <a:lnTo>
                  <a:pt x="514350" y="56388"/>
                </a:lnTo>
                <a:lnTo>
                  <a:pt x="514350" y="75419"/>
                </a:lnTo>
                <a:lnTo>
                  <a:pt x="514350" y="94440"/>
                </a:lnTo>
                <a:lnTo>
                  <a:pt x="514350" y="113462"/>
                </a:lnTo>
                <a:lnTo>
                  <a:pt x="514350" y="132483"/>
                </a:lnTo>
                <a:lnTo>
                  <a:pt x="514350" y="151514"/>
                </a:lnTo>
                <a:lnTo>
                  <a:pt x="514350" y="170536"/>
                </a:lnTo>
                <a:lnTo>
                  <a:pt x="514350" y="189557"/>
                </a:lnTo>
                <a:lnTo>
                  <a:pt x="514350" y="208588"/>
                </a:lnTo>
                <a:lnTo>
                  <a:pt x="514350" y="227609"/>
                </a:lnTo>
                <a:lnTo>
                  <a:pt x="514350" y="246631"/>
                </a:lnTo>
                <a:lnTo>
                  <a:pt x="514350" y="265652"/>
                </a:lnTo>
                <a:lnTo>
                  <a:pt x="514350" y="284683"/>
                </a:lnTo>
                <a:lnTo>
                  <a:pt x="514350" y="303705"/>
                </a:lnTo>
                <a:lnTo>
                  <a:pt x="514350" y="322726"/>
                </a:lnTo>
                <a:lnTo>
                  <a:pt x="514350" y="341757"/>
                </a:lnTo>
                <a:lnTo>
                  <a:pt x="514350" y="360778"/>
                </a:lnTo>
                <a:lnTo>
                  <a:pt x="514350" y="379800"/>
                </a:lnTo>
                <a:lnTo>
                  <a:pt x="514350" y="398821"/>
                </a:lnTo>
                <a:lnTo>
                  <a:pt x="514350" y="417852"/>
                </a:lnTo>
                <a:lnTo>
                  <a:pt x="514350" y="436874"/>
                </a:lnTo>
                <a:lnTo>
                  <a:pt x="514350" y="455895"/>
                </a:lnTo>
                <a:lnTo>
                  <a:pt x="514350" y="474926"/>
                </a:lnTo>
                <a:lnTo>
                  <a:pt x="514350" y="493947"/>
                </a:lnTo>
                <a:lnTo>
                  <a:pt x="514350" y="512969"/>
                </a:lnTo>
                <a:lnTo>
                  <a:pt x="514350" y="531990"/>
                </a:lnTo>
                <a:lnTo>
                  <a:pt x="514350" y="551021"/>
                </a:lnTo>
                <a:lnTo>
                  <a:pt x="514350" y="570043"/>
                </a:lnTo>
                <a:lnTo>
                  <a:pt x="514350" y="589064"/>
                </a:lnTo>
                <a:lnTo>
                  <a:pt x="514350" y="608095"/>
                </a:lnTo>
                <a:lnTo>
                  <a:pt x="514350" y="627116"/>
                </a:lnTo>
                <a:lnTo>
                  <a:pt x="514350" y="646138"/>
                </a:lnTo>
                <a:lnTo>
                  <a:pt x="514350" y="665159"/>
                </a:lnTo>
                <a:lnTo>
                  <a:pt x="514350" y="684190"/>
                </a:lnTo>
                <a:lnTo>
                  <a:pt x="514350" y="703212"/>
                </a:lnTo>
                <a:lnTo>
                  <a:pt x="514350" y="722233"/>
                </a:lnTo>
                <a:lnTo>
                  <a:pt x="514350" y="741264"/>
                </a:lnTo>
                <a:lnTo>
                  <a:pt x="514350" y="760285"/>
                </a:lnTo>
                <a:lnTo>
                  <a:pt x="514350" y="779307"/>
                </a:lnTo>
                <a:lnTo>
                  <a:pt x="514350" y="798328"/>
                </a:lnTo>
                <a:lnTo>
                  <a:pt x="514350" y="817359"/>
                </a:lnTo>
                <a:lnTo>
                  <a:pt x="514350" y="836381"/>
                </a:lnTo>
                <a:lnTo>
                  <a:pt x="514350" y="855402"/>
                </a:lnTo>
                <a:lnTo>
                  <a:pt x="514350" y="874433"/>
                </a:lnTo>
                <a:lnTo>
                  <a:pt x="514350" y="893455"/>
                </a:lnTo>
                <a:lnTo>
                  <a:pt x="514350" y="912476"/>
                </a:lnTo>
                <a:lnTo>
                  <a:pt x="514350" y="931497"/>
                </a:lnTo>
                <a:lnTo>
                  <a:pt x="514350" y="950528"/>
                </a:lnTo>
                <a:lnTo>
                  <a:pt x="514350" y="969550"/>
                </a:lnTo>
                <a:lnTo>
                  <a:pt x="514350" y="988571"/>
                </a:lnTo>
                <a:lnTo>
                  <a:pt x="514350" y="1007602"/>
                </a:lnTo>
                <a:lnTo>
                  <a:pt x="514350" y="1026624"/>
                </a:lnTo>
                <a:lnTo>
                  <a:pt x="514350" y="1045645"/>
                </a:lnTo>
                <a:lnTo>
                  <a:pt x="514350" y="1064666"/>
                </a:lnTo>
                <a:lnTo>
                  <a:pt x="514350" y="1083697"/>
                </a:lnTo>
                <a:lnTo>
                  <a:pt x="514350" y="1102719"/>
                </a:lnTo>
                <a:lnTo>
                  <a:pt x="514350" y="1121740"/>
                </a:lnTo>
                <a:lnTo>
                  <a:pt x="514350" y="1140771"/>
                </a:lnTo>
                <a:lnTo>
                  <a:pt x="514350" y="1159793"/>
                </a:lnTo>
                <a:lnTo>
                  <a:pt x="514350" y="1178814"/>
                </a:lnTo>
                <a:lnTo>
                  <a:pt x="514350" y="1197835"/>
                </a:lnTo>
                <a:lnTo>
                  <a:pt x="514350" y="1216866"/>
                </a:lnTo>
                <a:lnTo>
                  <a:pt x="514350" y="1235888"/>
                </a:lnTo>
                <a:lnTo>
                  <a:pt x="514350" y="1254909"/>
                </a:lnTo>
                <a:lnTo>
                  <a:pt x="514350" y="1273940"/>
                </a:lnTo>
                <a:lnTo>
                  <a:pt x="514350" y="1292962"/>
                </a:lnTo>
                <a:lnTo>
                  <a:pt x="514350" y="1311983"/>
                </a:lnTo>
                <a:lnTo>
                  <a:pt x="514350" y="1331004"/>
                </a:lnTo>
                <a:lnTo>
                  <a:pt x="514350" y="1350035"/>
                </a:lnTo>
                <a:lnTo>
                  <a:pt x="514350" y="1369057"/>
                </a:lnTo>
                <a:lnTo>
                  <a:pt x="514350" y="1388078"/>
                </a:lnTo>
                <a:lnTo>
                  <a:pt x="514350" y="1407109"/>
                </a:lnTo>
                <a:lnTo>
                  <a:pt x="514350" y="1426131"/>
                </a:lnTo>
                <a:lnTo>
                  <a:pt x="514350" y="1445152"/>
                </a:lnTo>
                <a:lnTo>
                  <a:pt x="506930" y="1459811"/>
                </a:lnTo>
                <a:lnTo>
                  <a:pt x="490299" y="1469050"/>
                </a:lnTo>
                <a:lnTo>
                  <a:pt x="473669" y="1478290"/>
                </a:lnTo>
                <a:lnTo>
                  <a:pt x="457038" y="1487529"/>
                </a:lnTo>
                <a:lnTo>
                  <a:pt x="440407" y="1496768"/>
                </a:lnTo>
                <a:lnTo>
                  <a:pt x="423777" y="1506007"/>
                </a:lnTo>
                <a:lnTo>
                  <a:pt x="407146" y="1515247"/>
                </a:lnTo>
                <a:lnTo>
                  <a:pt x="390515" y="1524486"/>
                </a:lnTo>
                <a:lnTo>
                  <a:pt x="373885" y="1533725"/>
                </a:lnTo>
                <a:lnTo>
                  <a:pt x="357254" y="1542964"/>
                </a:lnTo>
                <a:lnTo>
                  <a:pt x="340624" y="1552204"/>
                </a:lnTo>
                <a:lnTo>
                  <a:pt x="323993" y="1561443"/>
                </a:lnTo>
                <a:lnTo>
                  <a:pt x="307362" y="1570682"/>
                </a:lnTo>
                <a:lnTo>
                  <a:pt x="290732" y="1579921"/>
                </a:lnTo>
                <a:lnTo>
                  <a:pt x="274101" y="1589161"/>
                </a:lnTo>
                <a:lnTo>
                  <a:pt x="257470" y="1598400"/>
                </a:lnTo>
                <a:lnTo>
                  <a:pt x="240840" y="1589494"/>
                </a:lnTo>
                <a:lnTo>
                  <a:pt x="224209" y="1580255"/>
                </a:lnTo>
                <a:lnTo>
                  <a:pt x="207578" y="1571015"/>
                </a:lnTo>
                <a:lnTo>
                  <a:pt x="190948" y="1561776"/>
                </a:lnTo>
                <a:lnTo>
                  <a:pt x="174317" y="1552537"/>
                </a:lnTo>
                <a:lnTo>
                  <a:pt x="157686" y="1543298"/>
                </a:lnTo>
                <a:lnTo>
                  <a:pt x="141056" y="1534058"/>
                </a:lnTo>
                <a:lnTo>
                  <a:pt x="124425" y="1524819"/>
                </a:lnTo>
                <a:lnTo>
                  <a:pt x="107794" y="1515580"/>
                </a:lnTo>
                <a:lnTo>
                  <a:pt x="91164" y="1506341"/>
                </a:lnTo>
                <a:lnTo>
                  <a:pt x="74533" y="1497101"/>
                </a:lnTo>
                <a:lnTo>
                  <a:pt x="57902" y="1487862"/>
                </a:lnTo>
                <a:lnTo>
                  <a:pt x="41272" y="1478623"/>
                </a:lnTo>
                <a:lnTo>
                  <a:pt x="24641" y="1469384"/>
                </a:lnTo>
                <a:lnTo>
                  <a:pt x="8011" y="1460144"/>
                </a:lnTo>
                <a:lnTo>
                  <a:pt x="0" y="1445838"/>
                </a:lnTo>
                <a:lnTo>
                  <a:pt x="0" y="1426807"/>
                </a:lnTo>
                <a:lnTo>
                  <a:pt x="0" y="1407785"/>
                </a:lnTo>
                <a:lnTo>
                  <a:pt x="0" y="1388764"/>
                </a:lnTo>
                <a:lnTo>
                  <a:pt x="0" y="1369743"/>
                </a:lnTo>
                <a:lnTo>
                  <a:pt x="0" y="1350712"/>
                </a:lnTo>
                <a:lnTo>
                  <a:pt x="0" y="1331690"/>
                </a:lnTo>
                <a:lnTo>
                  <a:pt x="0" y="1312669"/>
                </a:lnTo>
                <a:lnTo>
                  <a:pt x="0" y="1293638"/>
                </a:lnTo>
                <a:lnTo>
                  <a:pt x="0" y="1274616"/>
                </a:lnTo>
                <a:lnTo>
                  <a:pt x="0" y="1255595"/>
                </a:lnTo>
                <a:lnTo>
                  <a:pt x="0" y="1236574"/>
                </a:lnTo>
                <a:lnTo>
                  <a:pt x="0" y="1217543"/>
                </a:lnTo>
                <a:lnTo>
                  <a:pt x="0" y="1198521"/>
                </a:lnTo>
                <a:lnTo>
                  <a:pt x="0" y="1179500"/>
                </a:lnTo>
                <a:lnTo>
                  <a:pt x="0" y="1160469"/>
                </a:lnTo>
                <a:lnTo>
                  <a:pt x="0" y="1141447"/>
                </a:lnTo>
                <a:lnTo>
                  <a:pt x="0" y="1122426"/>
                </a:lnTo>
                <a:lnTo>
                  <a:pt x="0" y="1103405"/>
                </a:lnTo>
                <a:lnTo>
                  <a:pt x="0" y="1084374"/>
                </a:lnTo>
                <a:lnTo>
                  <a:pt x="0" y="1065352"/>
                </a:lnTo>
                <a:lnTo>
                  <a:pt x="0" y="1046331"/>
                </a:lnTo>
                <a:lnTo>
                  <a:pt x="0" y="1027300"/>
                </a:lnTo>
                <a:lnTo>
                  <a:pt x="0" y="1008278"/>
                </a:lnTo>
                <a:lnTo>
                  <a:pt x="0" y="989257"/>
                </a:lnTo>
                <a:lnTo>
                  <a:pt x="0" y="970236"/>
                </a:lnTo>
                <a:lnTo>
                  <a:pt x="0" y="951205"/>
                </a:lnTo>
                <a:lnTo>
                  <a:pt x="0" y="932183"/>
                </a:lnTo>
                <a:lnTo>
                  <a:pt x="0" y="913162"/>
                </a:lnTo>
                <a:lnTo>
                  <a:pt x="0" y="894131"/>
                </a:lnTo>
                <a:lnTo>
                  <a:pt x="0" y="875109"/>
                </a:lnTo>
                <a:lnTo>
                  <a:pt x="0" y="856088"/>
                </a:lnTo>
                <a:lnTo>
                  <a:pt x="0" y="837067"/>
                </a:lnTo>
                <a:lnTo>
                  <a:pt x="0" y="818036"/>
                </a:lnTo>
                <a:lnTo>
                  <a:pt x="0" y="799014"/>
                </a:lnTo>
                <a:lnTo>
                  <a:pt x="0" y="779993"/>
                </a:lnTo>
                <a:lnTo>
                  <a:pt x="0" y="760962"/>
                </a:lnTo>
                <a:lnTo>
                  <a:pt x="0" y="741940"/>
                </a:lnTo>
                <a:lnTo>
                  <a:pt x="0" y="722919"/>
                </a:lnTo>
                <a:lnTo>
                  <a:pt x="0" y="703898"/>
                </a:lnTo>
                <a:lnTo>
                  <a:pt x="0" y="684867"/>
                </a:lnTo>
                <a:lnTo>
                  <a:pt x="0" y="665845"/>
                </a:lnTo>
                <a:lnTo>
                  <a:pt x="0" y="646824"/>
                </a:lnTo>
                <a:lnTo>
                  <a:pt x="0" y="627793"/>
                </a:lnTo>
                <a:lnTo>
                  <a:pt x="0" y="608771"/>
                </a:lnTo>
                <a:lnTo>
                  <a:pt x="0" y="589750"/>
                </a:lnTo>
                <a:lnTo>
                  <a:pt x="0" y="570728"/>
                </a:lnTo>
                <a:lnTo>
                  <a:pt x="0" y="551698"/>
                </a:lnTo>
                <a:lnTo>
                  <a:pt x="0" y="532676"/>
                </a:lnTo>
                <a:lnTo>
                  <a:pt x="0" y="513655"/>
                </a:lnTo>
                <a:lnTo>
                  <a:pt x="0" y="494624"/>
                </a:lnTo>
                <a:lnTo>
                  <a:pt x="0" y="475602"/>
                </a:lnTo>
                <a:lnTo>
                  <a:pt x="0" y="456581"/>
                </a:lnTo>
                <a:lnTo>
                  <a:pt x="0" y="437559"/>
                </a:lnTo>
                <a:lnTo>
                  <a:pt x="0" y="418529"/>
                </a:lnTo>
                <a:lnTo>
                  <a:pt x="0" y="399507"/>
                </a:lnTo>
                <a:lnTo>
                  <a:pt x="0" y="380486"/>
                </a:lnTo>
                <a:lnTo>
                  <a:pt x="0" y="361455"/>
                </a:lnTo>
                <a:lnTo>
                  <a:pt x="0" y="342433"/>
                </a:lnTo>
                <a:lnTo>
                  <a:pt x="0" y="323412"/>
                </a:lnTo>
                <a:lnTo>
                  <a:pt x="0" y="304390"/>
                </a:lnTo>
                <a:lnTo>
                  <a:pt x="0" y="285359"/>
                </a:lnTo>
                <a:lnTo>
                  <a:pt x="0" y="266338"/>
                </a:lnTo>
                <a:lnTo>
                  <a:pt x="0" y="247317"/>
                </a:lnTo>
                <a:lnTo>
                  <a:pt x="0" y="228286"/>
                </a:lnTo>
                <a:lnTo>
                  <a:pt x="0" y="209264"/>
                </a:lnTo>
                <a:lnTo>
                  <a:pt x="0" y="190243"/>
                </a:lnTo>
                <a:lnTo>
                  <a:pt x="0" y="171221"/>
                </a:lnTo>
                <a:lnTo>
                  <a:pt x="0" y="152190"/>
                </a:lnTo>
                <a:lnTo>
                  <a:pt x="0" y="133169"/>
                </a:lnTo>
                <a:lnTo>
                  <a:pt x="0" y="114148"/>
                </a:lnTo>
                <a:lnTo>
                  <a:pt x="0" y="95117"/>
                </a:lnTo>
                <a:lnTo>
                  <a:pt x="0" y="76095"/>
                </a:lnTo>
                <a:lnTo>
                  <a:pt x="0" y="57074"/>
                </a:lnTo>
                <a:lnTo>
                  <a:pt x="0" y="38052"/>
                </a:lnTo>
                <a:lnTo>
                  <a:pt x="0" y="19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35CA3F3-6771-48FB-AEEC-EFEDCC6B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36862"/>
            <a:ext cx="514350" cy="1408347"/>
          </a:xfrm>
          <a:custGeom xmlns:a="http://schemas.openxmlformats.org/drawingml/2006/main">
            <a:pathLst>
              <a:path w="514350" h="1408347">
                <a:moveTo>
                  <a:pt x="0" y="0"/>
                </a:moveTo>
                <a:lnTo>
                  <a:pt x="16574" y="9211"/>
                </a:lnTo>
                <a:lnTo>
                  <a:pt x="33157" y="18421"/>
                </a:lnTo>
                <a:lnTo>
                  <a:pt x="49730" y="27623"/>
                </a:lnTo>
                <a:lnTo>
                  <a:pt x="66304" y="36833"/>
                </a:lnTo>
                <a:lnTo>
                  <a:pt x="82887" y="46044"/>
                </a:lnTo>
                <a:lnTo>
                  <a:pt x="99460" y="55255"/>
                </a:lnTo>
                <a:lnTo>
                  <a:pt x="116034" y="64465"/>
                </a:lnTo>
                <a:lnTo>
                  <a:pt x="132617" y="73676"/>
                </a:lnTo>
                <a:lnTo>
                  <a:pt x="149190" y="82877"/>
                </a:lnTo>
                <a:lnTo>
                  <a:pt x="165764" y="92088"/>
                </a:lnTo>
                <a:lnTo>
                  <a:pt x="182347" y="101298"/>
                </a:lnTo>
                <a:lnTo>
                  <a:pt x="198920" y="110509"/>
                </a:lnTo>
                <a:lnTo>
                  <a:pt x="215503" y="119720"/>
                </a:lnTo>
                <a:lnTo>
                  <a:pt x="232077" y="128930"/>
                </a:lnTo>
                <a:lnTo>
                  <a:pt x="248650" y="138132"/>
                </a:lnTo>
                <a:lnTo>
                  <a:pt x="265233" y="138398"/>
                </a:lnTo>
                <a:lnTo>
                  <a:pt x="281807" y="129188"/>
                </a:lnTo>
                <a:lnTo>
                  <a:pt x="298380" y="119977"/>
                </a:lnTo>
                <a:lnTo>
                  <a:pt x="314963" y="110766"/>
                </a:lnTo>
                <a:lnTo>
                  <a:pt x="331537" y="101556"/>
                </a:lnTo>
                <a:lnTo>
                  <a:pt x="348110" y="92354"/>
                </a:lnTo>
                <a:lnTo>
                  <a:pt x="364693" y="83144"/>
                </a:lnTo>
                <a:lnTo>
                  <a:pt x="381267" y="73933"/>
                </a:lnTo>
                <a:lnTo>
                  <a:pt x="397840" y="64722"/>
                </a:lnTo>
                <a:lnTo>
                  <a:pt x="414423" y="55512"/>
                </a:lnTo>
                <a:lnTo>
                  <a:pt x="430997" y="46301"/>
                </a:lnTo>
                <a:lnTo>
                  <a:pt x="447570" y="37100"/>
                </a:lnTo>
                <a:lnTo>
                  <a:pt x="464153" y="27889"/>
                </a:lnTo>
                <a:lnTo>
                  <a:pt x="480727" y="18679"/>
                </a:lnTo>
                <a:lnTo>
                  <a:pt x="497310" y="9468"/>
                </a:lnTo>
                <a:lnTo>
                  <a:pt x="513883" y="257"/>
                </a:lnTo>
                <a:lnTo>
                  <a:pt x="514350" y="18431"/>
                </a:lnTo>
                <a:lnTo>
                  <a:pt x="514350" y="37386"/>
                </a:lnTo>
                <a:lnTo>
                  <a:pt x="514350" y="56350"/>
                </a:lnTo>
                <a:lnTo>
                  <a:pt x="514350" y="75314"/>
                </a:lnTo>
                <a:lnTo>
                  <a:pt x="514350" y="94278"/>
                </a:lnTo>
                <a:lnTo>
                  <a:pt x="514350" y="113243"/>
                </a:lnTo>
                <a:lnTo>
                  <a:pt x="514350" y="132207"/>
                </a:lnTo>
                <a:lnTo>
                  <a:pt x="514350" y="151162"/>
                </a:lnTo>
                <a:lnTo>
                  <a:pt x="514350" y="170126"/>
                </a:lnTo>
                <a:lnTo>
                  <a:pt x="514350" y="189090"/>
                </a:lnTo>
                <a:lnTo>
                  <a:pt x="514350" y="208055"/>
                </a:lnTo>
                <a:lnTo>
                  <a:pt x="514350" y="227019"/>
                </a:lnTo>
                <a:lnTo>
                  <a:pt x="514350" y="245974"/>
                </a:lnTo>
                <a:lnTo>
                  <a:pt x="514350" y="264938"/>
                </a:lnTo>
                <a:lnTo>
                  <a:pt x="514350" y="283902"/>
                </a:lnTo>
                <a:lnTo>
                  <a:pt x="514350" y="302866"/>
                </a:lnTo>
                <a:lnTo>
                  <a:pt x="514350" y="321831"/>
                </a:lnTo>
                <a:lnTo>
                  <a:pt x="514350" y="340795"/>
                </a:lnTo>
                <a:lnTo>
                  <a:pt x="514350" y="359750"/>
                </a:lnTo>
                <a:lnTo>
                  <a:pt x="514350" y="378714"/>
                </a:lnTo>
                <a:lnTo>
                  <a:pt x="514350" y="397678"/>
                </a:lnTo>
                <a:lnTo>
                  <a:pt x="514350" y="416643"/>
                </a:lnTo>
                <a:lnTo>
                  <a:pt x="514350" y="435607"/>
                </a:lnTo>
                <a:lnTo>
                  <a:pt x="514350" y="454562"/>
                </a:lnTo>
                <a:lnTo>
                  <a:pt x="514350" y="473526"/>
                </a:lnTo>
                <a:lnTo>
                  <a:pt x="514350" y="492490"/>
                </a:lnTo>
                <a:lnTo>
                  <a:pt x="514350" y="511454"/>
                </a:lnTo>
                <a:lnTo>
                  <a:pt x="514350" y="530419"/>
                </a:lnTo>
                <a:lnTo>
                  <a:pt x="514350" y="549383"/>
                </a:lnTo>
                <a:lnTo>
                  <a:pt x="514350" y="568338"/>
                </a:lnTo>
                <a:lnTo>
                  <a:pt x="514350" y="587302"/>
                </a:lnTo>
                <a:lnTo>
                  <a:pt x="514350" y="606266"/>
                </a:lnTo>
                <a:lnTo>
                  <a:pt x="514350" y="625231"/>
                </a:lnTo>
                <a:lnTo>
                  <a:pt x="514350" y="644195"/>
                </a:lnTo>
                <a:lnTo>
                  <a:pt x="514350" y="663150"/>
                </a:lnTo>
                <a:lnTo>
                  <a:pt x="514350" y="682114"/>
                </a:lnTo>
                <a:lnTo>
                  <a:pt x="514350" y="701078"/>
                </a:lnTo>
                <a:lnTo>
                  <a:pt x="514350" y="720042"/>
                </a:lnTo>
                <a:lnTo>
                  <a:pt x="514350" y="739007"/>
                </a:lnTo>
                <a:lnTo>
                  <a:pt x="514350" y="757971"/>
                </a:lnTo>
                <a:lnTo>
                  <a:pt x="514350" y="776926"/>
                </a:lnTo>
                <a:lnTo>
                  <a:pt x="514350" y="795890"/>
                </a:lnTo>
                <a:lnTo>
                  <a:pt x="514350" y="814854"/>
                </a:lnTo>
                <a:lnTo>
                  <a:pt x="514350" y="833819"/>
                </a:lnTo>
                <a:lnTo>
                  <a:pt x="514350" y="852783"/>
                </a:lnTo>
                <a:lnTo>
                  <a:pt x="514350" y="871738"/>
                </a:lnTo>
                <a:lnTo>
                  <a:pt x="514350" y="890702"/>
                </a:lnTo>
                <a:lnTo>
                  <a:pt x="514350" y="909666"/>
                </a:lnTo>
                <a:lnTo>
                  <a:pt x="514350" y="928630"/>
                </a:lnTo>
                <a:lnTo>
                  <a:pt x="514350" y="947595"/>
                </a:lnTo>
                <a:lnTo>
                  <a:pt x="514350" y="966559"/>
                </a:lnTo>
                <a:lnTo>
                  <a:pt x="514350" y="985514"/>
                </a:lnTo>
                <a:lnTo>
                  <a:pt x="514350" y="1004478"/>
                </a:lnTo>
                <a:lnTo>
                  <a:pt x="514350" y="1023442"/>
                </a:lnTo>
                <a:lnTo>
                  <a:pt x="514350" y="1042406"/>
                </a:lnTo>
                <a:lnTo>
                  <a:pt x="514350" y="1061371"/>
                </a:lnTo>
                <a:lnTo>
                  <a:pt x="514350" y="1080326"/>
                </a:lnTo>
                <a:lnTo>
                  <a:pt x="514350" y="1099290"/>
                </a:lnTo>
                <a:lnTo>
                  <a:pt x="514350" y="1118254"/>
                </a:lnTo>
                <a:lnTo>
                  <a:pt x="514350" y="1137218"/>
                </a:lnTo>
                <a:lnTo>
                  <a:pt x="514350" y="1156183"/>
                </a:lnTo>
                <a:lnTo>
                  <a:pt x="514350" y="1175147"/>
                </a:lnTo>
                <a:lnTo>
                  <a:pt x="514350" y="1194102"/>
                </a:lnTo>
                <a:lnTo>
                  <a:pt x="514350" y="1213066"/>
                </a:lnTo>
                <a:lnTo>
                  <a:pt x="514350" y="1232030"/>
                </a:lnTo>
                <a:lnTo>
                  <a:pt x="514350" y="1250994"/>
                </a:lnTo>
                <a:lnTo>
                  <a:pt x="514350" y="1269959"/>
                </a:lnTo>
                <a:lnTo>
                  <a:pt x="497777" y="1279160"/>
                </a:lnTo>
                <a:lnTo>
                  <a:pt x="481193" y="1288371"/>
                </a:lnTo>
                <a:lnTo>
                  <a:pt x="464620" y="1297581"/>
                </a:lnTo>
                <a:lnTo>
                  <a:pt x="448046" y="1306792"/>
                </a:lnTo>
                <a:lnTo>
                  <a:pt x="431463" y="1316003"/>
                </a:lnTo>
                <a:lnTo>
                  <a:pt x="414890" y="1325213"/>
                </a:lnTo>
                <a:lnTo>
                  <a:pt x="398316" y="1334414"/>
                </a:lnTo>
                <a:lnTo>
                  <a:pt x="381733" y="1343625"/>
                </a:lnTo>
                <a:lnTo>
                  <a:pt x="365160" y="1352836"/>
                </a:lnTo>
                <a:lnTo>
                  <a:pt x="348577" y="1362046"/>
                </a:lnTo>
                <a:lnTo>
                  <a:pt x="332003" y="1371257"/>
                </a:lnTo>
                <a:lnTo>
                  <a:pt x="315430" y="1380468"/>
                </a:lnTo>
                <a:lnTo>
                  <a:pt x="298847" y="1389669"/>
                </a:lnTo>
                <a:lnTo>
                  <a:pt x="282273" y="1398880"/>
                </a:lnTo>
                <a:lnTo>
                  <a:pt x="265700" y="1408090"/>
                </a:lnTo>
                <a:lnTo>
                  <a:pt x="249117" y="1408347"/>
                </a:lnTo>
                <a:lnTo>
                  <a:pt x="232543" y="1399146"/>
                </a:lnTo>
                <a:lnTo>
                  <a:pt x="215970" y="1389936"/>
                </a:lnTo>
                <a:lnTo>
                  <a:pt x="199387" y="1380725"/>
                </a:lnTo>
                <a:lnTo>
                  <a:pt x="182813" y="1371514"/>
                </a:lnTo>
                <a:lnTo>
                  <a:pt x="166240" y="1362304"/>
                </a:lnTo>
                <a:lnTo>
                  <a:pt x="149657" y="1353093"/>
                </a:lnTo>
                <a:lnTo>
                  <a:pt x="133083" y="1343892"/>
                </a:lnTo>
                <a:lnTo>
                  <a:pt x="116510" y="1334681"/>
                </a:lnTo>
                <a:lnTo>
                  <a:pt x="99927" y="1325470"/>
                </a:lnTo>
                <a:lnTo>
                  <a:pt x="83353" y="1316260"/>
                </a:lnTo>
                <a:lnTo>
                  <a:pt x="66780" y="1307049"/>
                </a:lnTo>
                <a:lnTo>
                  <a:pt x="50197" y="1297838"/>
                </a:lnTo>
                <a:lnTo>
                  <a:pt x="33623" y="1288637"/>
                </a:lnTo>
                <a:lnTo>
                  <a:pt x="17040" y="1279427"/>
                </a:lnTo>
                <a:lnTo>
                  <a:pt x="467" y="1270216"/>
                </a:lnTo>
                <a:lnTo>
                  <a:pt x="0" y="1251528"/>
                </a:lnTo>
                <a:lnTo>
                  <a:pt x="0" y="1232564"/>
                </a:lnTo>
                <a:lnTo>
                  <a:pt x="0" y="1213599"/>
                </a:lnTo>
                <a:lnTo>
                  <a:pt x="0" y="1194645"/>
                </a:lnTo>
                <a:lnTo>
                  <a:pt x="0" y="1175680"/>
                </a:lnTo>
                <a:lnTo>
                  <a:pt x="0" y="1156716"/>
                </a:lnTo>
                <a:lnTo>
                  <a:pt x="0" y="1137752"/>
                </a:lnTo>
                <a:lnTo>
                  <a:pt x="0" y="1118787"/>
                </a:lnTo>
                <a:lnTo>
                  <a:pt x="0" y="1099833"/>
                </a:lnTo>
                <a:lnTo>
                  <a:pt x="0" y="1080868"/>
                </a:lnTo>
                <a:lnTo>
                  <a:pt x="0" y="1061904"/>
                </a:lnTo>
                <a:lnTo>
                  <a:pt x="0" y="1042940"/>
                </a:lnTo>
                <a:lnTo>
                  <a:pt x="0" y="1023976"/>
                </a:lnTo>
                <a:lnTo>
                  <a:pt x="0" y="1005011"/>
                </a:lnTo>
                <a:lnTo>
                  <a:pt x="0" y="986057"/>
                </a:lnTo>
                <a:lnTo>
                  <a:pt x="0" y="967092"/>
                </a:lnTo>
                <a:lnTo>
                  <a:pt x="0" y="948128"/>
                </a:lnTo>
                <a:lnTo>
                  <a:pt x="0" y="929164"/>
                </a:lnTo>
                <a:lnTo>
                  <a:pt x="0" y="910199"/>
                </a:lnTo>
                <a:lnTo>
                  <a:pt x="0" y="891235"/>
                </a:lnTo>
                <a:lnTo>
                  <a:pt x="0" y="872280"/>
                </a:lnTo>
                <a:lnTo>
                  <a:pt x="0" y="853316"/>
                </a:lnTo>
                <a:lnTo>
                  <a:pt x="0" y="834352"/>
                </a:lnTo>
                <a:lnTo>
                  <a:pt x="0" y="815388"/>
                </a:lnTo>
                <a:lnTo>
                  <a:pt x="0" y="796423"/>
                </a:lnTo>
                <a:lnTo>
                  <a:pt x="0" y="777469"/>
                </a:lnTo>
                <a:lnTo>
                  <a:pt x="0" y="758504"/>
                </a:lnTo>
                <a:lnTo>
                  <a:pt x="0" y="739540"/>
                </a:lnTo>
                <a:lnTo>
                  <a:pt x="0" y="720576"/>
                </a:lnTo>
                <a:lnTo>
                  <a:pt x="0" y="701612"/>
                </a:lnTo>
                <a:lnTo>
                  <a:pt x="0" y="682647"/>
                </a:lnTo>
                <a:lnTo>
                  <a:pt x="0" y="663692"/>
                </a:lnTo>
                <a:lnTo>
                  <a:pt x="0" y="644728"/>
                </a:lnTo>
                <a:lnTo>
                  <a:pt x="0" y="625764"/>
                </a:lnTo>
                <a:lnTo>
                  <a:pt x="0" y="606800"/>
                </a:lnTo>
                <a:lnTo>
                  <a:pt x="0" y="587835"/>
                </a:lnTo>
                <a:lnTo>
                  <a:pt x="0" y="568881"/>
                </a:lnTo>
                <a:lnTo>
                  <a:pt x="0" y="549916"/>
                </a:lnTo>
                <a:lnTo>
                  <a:pt x="0" y="530952"/>
                </a:lnTo>
                <a:lnTo>
                  <a:pt x="0" y="511988"/>
                </a:lnTo>
                <a:lnTo>
                  <a:pt x="0" y="493024"/>
                </a:lnTo>
                <a:lnTo>
                  <a:pt x="0" y="474059"/>
                </a:lnTo>
                <a:lnTo>
                  <a:pt x="0" y="455105"/>
                </a:lnTo>
                <a:lnTo>
                  <a:pt x="0" y="436140"/>
                </a:lnTo>
                <a:lnTo>
                  <a:pt x="0" y="417176"/>
                </a:lnTo>
                <a:lnTo>
                  <a:pt x="0" y="398212"/>
                </a:lnTo>
                <a:lnTo>
                  <a:pt x="0" y="379247"/>
                </a:lnTo>
                <a:lnTo>
                  <a:pt x="0" y="360293"/>
                </a:lnTo>
                <a:lnTo>
                  <a:pt x="0" y="341328"/>
                </a:lnTo>
                <a:lnTo>
                  <a:pt x="0" y="322364"/>
                </a:lnTo>
                <a:lnTo>
                  <a:pt x="0" y="303400"/>
                </a:lnTo>
                <a:lnTo>
                  <a:pt x="0" y="284436"/>
                </a:lnTo>
                <a:lnTo>
                  <a:pt x="0" y="265471"/>
                </a:lnTo>
                <a:lnTo>
                  <a:pt x="0" y="246517"/>
                </a:lnTo>
                <a:lnTo>
                  <a:pt x="0" y="227552"/>
                </a:lnTo>
                <a:lnTo>
                  <a:pt x="0" y="208588"/>
                </a:lnTo>
                <a:lnTo>
                  <a:pt x="0" y="189624"/>
                </a:lnTo>
                <a:lnTo>
                  <a:pt x="0" y="170659"/>
                </a:lnTo>
                <a:lnTo>
                  <a:pt x="0" y="151705"/>
                </a:lnTo>
                <a:lnTo>
                  <a:pt x="0" y="132740"/>
                </a:lnTo>
                <a:lnTo>
                  <a:pt x="0" y="113776"/>
                </a:lnTo>
                <a:lnTo>
                  <a:pt x="0" y="94812"/>
                </a:lnTo>
                <a:lnTo>
                  <a:pt x="0" y="75848"/>
                </a:lnTo>
                <a:lnTo>
                  <a:pt x="0" y="56883"/>
                </a:lnTo>
                <a:lnTo>
                  <a:pt x="0" y="37929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DBDE5F1C-0AAC-44FE-A889-95A1E177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49686"/>
            <a:ext cx="514350" cy="1560205"/>
          </a:xfrm>
          <a:custGeom xmlns:a="http://schemas.openxmlformats.org/drawingml/2006/main">
            <a:pathLst>
              <a:path w="514350" h="1560205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63" y="27699"/>
                </a:lnTo>
                <a:lnTo>
                  <a:pt x="66485" y="36938"/>
                </a:lnTo>
                <a:lnTo>
                  <a:pt x="83106" y="46168"/>
                </a:lnTo>
                <a:lnTo>
                  <a:pt x="99727" y="55407"/>
                </a:lnTo>
                <a:lnTo>
                  <a:pt x="116348" y="64637"/>
                </a:lnTo>
                <a:lnTo>
                  <a:pt x="132969" y="73876"/>
                </a:lnTo>
                <a:lnTo>
                  <a:pt x="149600" y="83106"/>
                </a:lnTo>
                <a:lnTo>
                  <a:pt x="166221" y="92335"/>
                </a:lnTo>
                <a:lnTo>
                  <a:pt x="182842" y="101575"/>
                </a:lnTo>
                <a:lnTo>
                  <a:pt x="199463" y="110804"/>
                </a:lnTo>
                <a:lnTo>
                  <a:pt x="216084" y="120044"/>
                </a:lnTo>
                <a:lnTo>
                  <a:pt x="232705" y="129273"/>
                </a:lnTo>
                <a:lnTo>
                  <a:pt x="249326" y="138513"/>
                </a:lnTo>
                <a:lnTo>
                  <a:pt x="265948" y="137998"/>
                </a:lnTo>
                <a:lnTo>
                  <a:pt x="282569" y="128759"/>
                </a:lnTo>
                <a:lnTo>
                  <a:pt x="299190" y="119529"/>
                </a:lnTo>
                <a:lnTo>
                  <a:pt x="315811" y="110300"/>
                </a:lnTo>
                <a:lnTo>
                  <a:pt x="332432" y="101060"/>
                </a:lnTo>
                <a:lnTo>
                  <a:pt x="349053" y="91831"/>
                </a:lnTo>
                <a:lnTo>
                  <a:pt x="365674" y="82591"/>
                </a:lnTo>
                <a:lnTo>
                  <a:pt x="382295" y="73362"/>
                </a:lnTo>
                <a:lnTo>
                  <a:pt x="398917" y="64122"/>
                </a:lnTo>
                <a:lnTo>
                  <a:pt x="415538" y="54893"/>
                </a:lnTo>
                <a:lnTo>
                  <a:pt x="432168" y="45653"/>
                </a:lnTo>
                <a:lnTo>
                  <a:pt x="448789" y="36424"/>
                </a:lnTo>
                <a:lnTo>
                  <a:pt x="465411" y="27194"/>
                </a:lnTo>
                <a:lnTo>
                  <a:pt x="482032" y="17955"/>
                </a:lnTo>
                <a:lnTo>
                  <a:pt x="498653" y="8725"/>
                </a:lnTo>
                <a:lnTo>
                  <a:pt x="514350" y="1057"/>
                </a:lnTo>
                <a:lnTo>
                  <a:pt x="514350" y="20069"/>
                </a:lnTo>
                <a:lnTo>
                  <a:pt x="514350" y="39081"/>
                </a:lnTo>
                <a:lnTo>
                  <a:pt x="514350" y="58093"/>
                </a:lnTo>
                <a:lnTo>
                  <a:pt x="514350" y="77114"/>
                </a:lnTo>
                <a:lnTo>
                  <a:pt x="514350" y="96126"/>
                </a:lnTo>
                <a:lnTo>
                  <a:pt x="514350" y="115138"/>
                </a:lnTo>
                <a:lnTo>
                  <a:pt x="514350" y="134150"/>
                </a:lnTo>
                <a:lnTo>
                  <a:pt x="514350" y="153162"/>
                </a:lnTo>
                <a:lnTo>
                  <a:pt x="514350" y="172183"/>
                </a:lnTo>
                <a:lnTo>
                  <a:pt x="514350" y="191195"/>
                </a:lnTo>
                <a:lnTo>
                  <a:pt x="514350" y="210207"/>
                </a:lnTo>
                <a:lnTo>
                  <a:pt x="514350" y="229219"/>
                </a:lnTo>
                <a:lnTo>
                  <a:pt x="514350" y="248241"/>
                </a:lnTo>
                <a:lnTo>
                  <a:pt x="514350" y="267252"/>
                </a:lnTo>
                <a:lnTo>
                  <a:pt x="514350" y="286264"/>
                </a:lnTo>
                <a:lnTo>
                  <a:pt x="514350" y="305276"/>
                </a:lnTo>
                <a:lnTo>
                  <a:pt x="514350" y="324288"/>
                </a:lnTo>
                <a:lnTo>
                  <a:pt x="514350" y="343310"/>
                </a:lnTo>
                <a:lnTo>
                  <a:pt x="514350" y="362321"/>
                </a:lnTo>
                <a:lnTo>
                  <a:pt x="514350" y="381333"/>
                </a:lnTo>
                <a:lnTo>
                  <a:pt x="514350" y="400345"/>
                </a:lnTo>
                <a:lnTo>
                  <a:pt x="514350" y="419357"/>
                </a:lnTo>
                <a:lnTo>
                  <a:pt x="514350" y="438379"/>
                </a:lnTo>
                <a:lnTo>
                  <a:pt x="514350" y="457391"/>
                </a:lnTo>
                <a:lnTo>
                  <a:pt x="514350" y="476402"/>
                </a:lnTo>
                <a:lnTo>
                  <a:pt x="514350" y="495414"/>
                </a:lnTo>
                <a:lnTo>
                  <a:pt x="514350" y="514436"/>
                </a:lnTo>
                <a:lnTo>
                  <a:pt x="514350" y="533448"/>
                </a:lnTo>
                <a:lnTo>
                  <a:pt x="514350" y="552460"/>
                </a:lnTo>
                <a:lnTo>
                  <a:pt x="514350" y="571471"/>
                </a:lnTo>
                <a:lnTo>
                  <a:pt x="514350" y="590483"/>
                </a:lnTo>
                <a:lnTo>
                  <a:pt x="514350" y="609505"/>
                </a:lnTo>
                <a:lnTo>
                  <a:pt x="514350" y="628517"/>
                </a:lnTo>
                <a:lnTo>
                  <a:pt x="514350" y="647529"/>
                </a:lnTo>
                <a:lnTo>
                  <a:pt x="514350" y="666540"/>
                </a:lnTo>
                <a:lnTo>
                  <a:pt x="514350" y="685552"/>
                </a:lnTo>
                <a:lnTo>
                  <a:pt x="514350" y="704574"/>
                </a:lnTo>
                <a:lnTo>
                  <a:pt x="514350" y="723586"/>
                </a:lnTo>
                <a:lnTo>
                  <a:pt x="514350" y="742598"/>
                </a:lnTo>
                <a:lnTo>
                  <a:pt x="514350" y="761609"/>
                </a:lnTo>
                <a:lnTo>
                  <a:pt x="514350" y="780621"/>
                </a:lnTo>
                <a:lnTo>
                  <a:pt x="514350" y="799643"/>
                </a:lnTo>
                <a:lnTo>
                  <a:pt x="514350" y="818655"/>
                </a:lnTo>
                <a:lnTo>
                  <a:pt x="514350" y="837667"/>
                </a:lnTo>
                <a:lnTo>
                  <a:pt x="514350" y="856679"/>
                </a:lnTo>
                <a:lnTo>
                  <a:pt x="514350" y="875700"/>
                </a:lnTo>
                <a:lnTo>
                  <a:pt x="514350" y="894712"/>
                </a:lnTo>
                <a:lnTo>
                  <a:pt x="514350" y="913724"/>
                </a:lnTo>
                <a:lnTo>
                  <a:pt x="514350" y="932736"/>
                </a:lnTo>
                <a:lnTo>
                  <a:pt x="514350" y="951748"/>
                </a:lnTo>
                <a:lnTo>
                  <a:pt x="514350" y="970769"/>
                </a:lnTo>
                <a:lnTo>
                  <a:pt x="514350" y="989781"/>
                </a:lnTo>
                <a:lnTo>
                  <a:pt x="514350" y="1008793"/>
                </a:lnTo>
                <a:lnTo>
                  <a:pt x="514350" y="1027805"/>
                </a:lnTo>
                <a:lnTo>
                  <a:pt x="514350" y="1046817"/>
                </a:lnTo>
                <a:lnTo>
                  <a:pt x="514350" y="1065838"/>
                </a:lnTo>
                <a:lnTo>
                  <a:pt x="514350" y="1084850"/>
                </a:lnTo>
                <a:lnTo>
                  <a:pt x="514350" y="1103862"/>
                </a:lnTo>
                <a:lnTo>
                  <a:pt x="514350" y="1122874"/>
                </a:lnTo>
                <a:lnTo>
                  <a:pt x="514350" y="1141895"/>
                </a:lnTo>
                <a:lnTo>
                  <a:pt x="514350" y="1160907"/>
                </a:lnTo>
                <a:lnTo>
                  <a:pt x="514350" y="1179919"/>
                </a:lnTo>
                <a:lnTo>
                  <a:pt x="514350" y="1198931"/>
                </a:lnTo>
                <a:lnTo>
                  <a:pt x="514350" y="1217943"/>
                </a:lnTo>
                <a:lnTo>
                  <a:pt x="514350" y="1236964"/>
                </a:lnTo>
                <a:lnTo>
                  <a:pt x="514350" y="1255976"/>
                </a:lnTo>
                <a:lnTo>
                  <a:pt x="514350" y="1274988"/>
                </a:lnTo>
                <a:lnTo>
                  <a:pt x="514350" y="1294000"/>
                </a:lnTo>
                <a:lnTo>
                  <a:pt x="514350" y="1313012"/>
                </a:lnTo>
                <a:lnTo>
                  <a:pt x="514350" y="1332033"/>
                </a:lnTo>
                <a:lnTo>
                  <a:pt x="514350" y="1351045"/>
                </a:lnTo>
                <a:lnTo>
                  <a:pt x="514350" y="1370057"/>
                </a:lnTo>
                <a:lnTo>
                  <a:pt x="514350" y="1389069"/>
                </a:lnTo>
                <a:lnTo>
                  <a:pt x="514350" y="1408081"/>
                </a:lnTo>
                <a:lnTo>
                  <a:pt x="506035" y="1422206"/>
                </a:lnTo>
                <a:lnTo>
                  <a:pt x="489414" y="1431446"/>
                </a:lnTo>
                <a:lnTo>
                  <a:pt x="472792" y="1440675"/>
                </a:lnTo>
                <a:lnTo>
                  <a:pt x="456171" y="1449915"/>
                </a:lnTo>
                <a:lnTo>
                  <a:pt x="439550" y="1459144"/>
                </a:lnTo>
                <a:lnTo>
                  <a:pt x="422929" y="1468384"/>
                </a:lnTo>
                <a:lnTo>
                  <a:pt x="406308" y="1477613"/>
                </a:lnTo>
                <a:lnTo>
                  <a:pt x="389687" y="1486843"/>
                </a:lnTo>
                <a:lnTo>
                  <a:pt x="373066" y="1496082"/>
                </a:lnTo>
                <a:lnTo>
                  <a:pt x="356445" y="1505312"/>
                </a:lnTo>
                <a:lnTo>
                  <a:pt x="339823" y="1514551"/>
                </a:lnTo>
                <a:lnTo>
                  <a:pt x="323202" y="1523781"/>
                </a:lnTo>
                <a:lnTo>
                  <a:pt x="306581" y="1533020"/>
                </a:lnTo>
                <a:lnTo>
                  <a:pt x="289960" y="1542250"/>
                </a:lnTo>
                <a:lnTo>
                  <a:pt x="273339" y="1551489"/>
                </a:lnTo>
                <a:lnTo>
                  <a:pt x="256718" y="1560205"/>
                </a:lnTo>
                <a:lnTo>
                  <a:pt x="240097" y="1550975"/>
                </a:lnTo>
                <a:lnTo>
                  <a:pt x="223466" y="1541736"/>
                </a:lnTo>
                <a:lnTo>
                  <a:pt x="206845" y="1532506"/>
                </a:lnTo>
                <a:lnTo>
                  <a:pt x="190224" y="1523267"/>
                </a:lnTo>
                <a:lnTo>
                  <a:pt x="173603" y="1514037"/>
                </a:lnTo>
                <a:lnTo>
                  <a:pt x="156982" y="1504807"/>
                </a:lnTo>
                <a:lnTo>
                  <a:pt x="140360" y="1495568"/>
                </a:lnTo>
                <a:lnTo>
                  <a:pt x="123739" y="1486338"/>
                </a:lnTo>
                <a:lnTo>
                  <a:pt x="107118" y="1477099"/>
                </a:lnTo>
                <a:lnTo>
                  <a:pt x="90497" y="1467869"/>
                </a:lnTo>
                <a:lnTo>
                  <a:pt x="73876" y="1458630"/>
                </a:lnTo>
                <a:lnTo>
                  <a:pt x="57255" y="1449400"/>
                </a:lnTo>
                <a:lnTo>
                  <a:pt x="40634" y="1440161"/>
                </a:lnTo>
                <a:lnTo>
                  <a:pt x="24013" y="1430931"/>
                </a:lnTo>
                <a:lnTo>
                  <a:pt x="7391" y="1421702"/>
                </a:lnTo>
                <a:lnTo>
                  <a:pt x="0" y="1407033"/>
                </a:lnTo>
                <a:lnTo>
                  <a:pt x="0" y="1388021"/>
                </a:lnTo>
                <a:lnTo>
                  <a:pt x="0" y="1369000"/>
                </a:lnTo>
                <a:lnTo>
                  <a:pt x="0" y="1349988"/>
                </a:lnTo>
                <a:lnTo>
                  <a:pt x="0" y="1330976"/>
                </a:lnTo>
                <a:lnTo>
                  <a:pt x="0" y="1311964"/>
                </a:lnTo>
                <a:lnTo>
                  <a:pt x="0" y="1292943"/>
                </a:lnTo>
                <a:lnTo>
                  <a:pt x="0" y="1273931"/>
                </a:lnTo>
                <a:lnTo>
                  <a:pt x="0" y="1254919"/>
                </a:lnTo>
                <a:lnTo>
                  <a:pt x="0" y="1235907"/>
                </a:lnTo>
                <a:lnTo>
                  <a:pt x="0" y="1216895"/>
                </a:lnTo>
                <a:lnTo>
                  <a:pt x="0" y="1197874"/>
                </a:lnTo>
                <a:lnTo>
                  <a:pt x="0" y="1178862"/>
                </a:lnTo>
                <a:lnTo>
                  <a:pt x="0" y="1159850"/>
                </a:lnTo>
                <a:lnTo>
                  <a:pt x="0" y="1140838"/>
                </a:lnTo>
                <a:lnTo>
                  <a:pt x="0" y="1121826"/>
                </a:lnTo>
                <a:lnTo>
                  <a:pt x="0" y="1102805"/>
                </a:lnTo>
                <a:lnTo>
                  <a:pt x="0" y="1083793"/>
                </a:lnTo>
                <a:lnTo>
                  <a:pt x="0" y="1064781"/>
                </a:lnTo>
                <a:lnTo>
                  <a:pt x="0" y="1045769"/>
                </a:lnTo>
                <a:lnTo>
                  <a:pt x="0" y="1026747"/>
                </a:lnTo>
                <a:lnTo>
                  <a:pt x="0" y="1007735"/>
                </a:lnTo>
                <a:lnTo>
                  <a:pt x="0" y="988724"/>
                </a:lnTo>
                <a:lnTo>
                  <a:pt x="0" y="969712"/>
                </a:lnTo>
                <a:lnTo>
                  <a:pt x="0" y="950700"/>
                </a:lnTo>
                <a:lnTo>
                  <a:pt x="0" y="931678"/>
                </a:lnTo>
                <a:lnTo>
                  <a:pt x="0" y="912666"/>
                </a:lnTo>
                <a:lnTo>
                  <a:pt x="0" y="893655"/>
                </a:lnTo>
                <a:lnTo>
                  <a:pt x="0" y="874643"/>
                </a:lnTo>
                <a:lnTo>
                  <a:pt x="0" y="855631"/>
                </a:lnTo>
                <a:lnTo>
                  <a:pt x="0" y="836609"/>
                </a:lnTo>
                <a:lnTo>
                  <a:pt x="0" y="817597"/>
                </a:lnTo>
                <a:lnTo>
                  <a:pt x="0" y="798586"/>
                </a:lnTo>
                <a:lnTo>
                  <a:pt x="0" y="779574"/>
                </a:lnTo>
                <a:lnTo>
                  <a:pt x="0" y="760562"/>
                </a:lnTo>
                <a:lnTo>
                  <a:pt x="0" y="741540"/>
                </a:lnTo>
                <a:lnTo>
                  <a:pt x="0" y="722528"/>
                </a:lnTo>
                <a:lnTo>
                  <a:pt x="0" y="703517"/>
                </a:lnTo>
                <a:lnTo>
                  <a:pt x="0" y="684505"/>
                </a:lnTo>
                <a:lnTo>
                  <a:pt x="0" y="665483"/>
                </a:lnTo>
                <a:lnTo>
                  <a:pt x="0" y="646471"/>
                </a:lnTo>
                <a:lnTo>
                  <a:pt x="0" y="627459"/>
                </a:lnTo>
                <a:lnTo>
                  <a:pt x="0" y="608447"/>
                </a:lnTo>
                <a:lnTo>
                  <a:pt x="0" y="589436"/>
                </a:lnTo>
                <a:lnTo>
                  <a:pt x="0" y="570414"/>
                </a:lnTo>
                <a:lnTo>
                  <a:pt x="0" y="551402"/>
                </a:lnTo>
                <a:lnTo>
                  <a:pt x="0" y="532390"/>
                </a:lnTo>
                <a:lnTo>
                  <a:pt x="0" y="513378"/>
                </a:lnTo>
                <a:lnTo>
                  <a:pt x="0" y="494367"/>
                </a:lnTo>
                <a:lnTo>
                  <a:pt x="0" y="475345"/>
                </a:lnTo>
                <a:lnTo>
                  <a:pt x="0" y="456333"/>
                </a:lnTo>
                <a:lnTo>
                  <a:pt x="0" y="437321"/>
                </a:lnTo>
                <a:lnTo>
                  <a:pt x="0" y="418309"/>
                </a:lnTo>
                <a:lnTo>
                  <a:pt x="0" y="399288"/>
                </a:lnTo>
                <a:lnTo>
                  <a:pt x="0" y="380276"/>
                </a:lnTo>
                <a:lnTo>
                  <a:pt x="0" y="361264"/>
                </a:lnTo>
                <a:lnTo>
                  <a:pt x="0" y="342252"/>
                </a:lnTo>
                <a:lnTo>
                  <a:pt x="0" y="323240"/>
                </a:lnTo>
                <a:lnTo>
                  <a:pt x="0" y="304219"/>
                </a:lnTo>
                <a:lnTo>
                  <a:pt x="0" y="285207"/>
                </a:lnTo>
                <a:lnTo>
                  <a:pt x="0" y="266195"/>
                </a:lnTo>
                <a:lnTo>
                  <a:pt x="0" y="247183"/>
                </a:lnTo>
                <a:lnTo>
                  <a:pt x="0" y="228171"/>
                </a:lnTo>
                <a:lnTo>
                  <a:pt x="0" y="209150"/>
                </a:lnTo>
                <a:lnTo>
                  <a:pt x="0" y="190138"/>
                </a:lnTo>
                <a:lnTo>
                  <a:pt x="0" y="171126"/>
                </a:lnTo>
                <a:lnTo>
                  <a:pt x="0" y="152114"/>
                </a:lnTo>
                <a:lnTo>
                  <a:pt x="0" y="133093"/>
                </a:lnTo>
                <a:lnTo>
                  <a:pt x="0" y="114081"/>
                </a:lnTo>
                <a:lnTo>
                  <a:pt x="0" y="95069"/>
                </a:lnTo>
                <a:lnTo>
                  <a:pt x="0" y="76057"/>
                </a:lnTo>
                <a:lnTo>
                  <a:pt x="0" y="57045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806C027-332B-4237-932D-8E65D3AB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0597" cy="634117"/>
          </a:xfrm>
          <a:custGeom xmlns:a="http://schemas.openxmlformats.org/drawingml/2006/main">
            <a:pathLst>
              <a:path w="3330597" h="634117">
                <a:moveTo>
                  <a:pt x="0" y="0"/>
                </a:moveTo>
                <a:lnTo>
                  <a:pt x="13878" y="27480"/>
                </a:lnTo>
                <a:lnTo>
                  <a:pt x="27746" y="54969"/>
                </a:lnTo>
                <a:lnTo>
                  <a:pt x="41624" y="82448"/>
                </a:lnTo>
                <a:lnTo>
                  <a:pt x="55502" y="109938"/>
                </a:lnTo>
                <a:lnTo>
                  <a:pt x="69380" y="137417"/>
                </a:lnTo>
                <a:lnTo>
                  <a:pt x="83249" y="164906"/>
                </a:lnTo>
                <a:lnTo>
                  <a:pt x="97126" y="192386"/>
                </a:lnTo>
                <a:lnTo>
                  <a:pt x="111004" y="219875"/>
                </a:lnTo>
                <a:lnTo>
                  <a:pt x="124873" y="247355"/>
                </a:lnTo>
                <a:lnTo>
                  <a:pt x="138751" y="274844"/>
                </a:lnTo>
                <a:lnTo>
                  <a:pt x="152629" y="302324"/>
                </a:lnTo>
                <a:lnTo>
                  <a:pt x="166507" y="329813"/>
                </a:lnTo>
                <a:lnTo>
                  <a:pt x="180375" y="357292"/>
                </a:lnTo>
                <a:lnTo>
                  <a:pt x="194253" y="384781"/>
                </a:lnTo>
                <a:lnTo>
                  <a:pt x="208131" y="412261"/>
                </a:lnTo>
                <a:lnTo>
                  <a:pt x="222009" y="439741"/>
                </a:lnTo>
                <a:lnTo>
                  <a:pt x="235877" y="467230"/>
                </a:lnTo>
                <a:lnTo>
                  <a:pt x="249755" y="494709"/>
                </a:lnTo>
                <a:lnTo>
                  <a:pt x="263633" y="522199"/>
                </a:lnTo>
                <a:lnTo>
                  <a:pt x="277501" y="549678"/>
                </a:lnTo>
                <a:lnTo>
                  <a:pt x="296723" y="571824"/>
                </a:lnTo>
                <a:lnTo>
                  <a:pt x="326269" y="580368"/>
                </a:lnTo>
                <a:lnTo>
                  <a:pt x="356521" y="586073"/>
                </a:lnTo>
                <a:lnTo>
                  <a:pt x="386972" y="590540"/>
                </a:lnTo>
                <a:lnTo>
                  <a:pt x="417538" y="594284"/>
                </a:lnTo>
                <a:lnTo>
                  <a:pt x="448151" y="597522"/>
                </a:lnTo>
                <a:lnTo>
                  <a:pt x="478803" y="600389"/>
                </a:lnTo>
                <a:lnTo>
                  <a:pt x="509483" y="602971"/>
                </a:lnTo>
                <a:lnTo>
                  <a:pt x="540182" y="605304"/>
                </a:lnTo>
                <a:lnTo>
                  <a:pt x="570900" y="607447"/>
                </a:lnTo>
                <a:lnTo>
                  <a:pt x="601628" y="609429"/>
                </a:lnTo>
                <a:lnTo>
                  <a:pt x="632355" y="611248"/>
                </a:lnTo>
                <a:lnTo>
                  <a:pt x="663102" y="612953"/>
                </a:lnTo>
                <a:lnTo>
                  <a:pt x="693849" y="614543"/>
                </a:lnTo>
                <a:lnTo>
                  <a:pt x="724595" y="616020"/>
                </a:lnTo>
                <a:lnTo>
                  <a:pt x="755352" y="617410"/>
                </a:lnTo>
                <a:lnTo>
                  <a:pt x="786117" y="618715"/>
                </a:lnTo>
                <a:lnTo>
                  <a:pt x="816874" y="619954"/>
                </a:lnTo>
                <a:lnTo>
                  <a:pt x="847639" y="621097"/>
                </a:lnTo>
                <a:lnTo>
                  <a:pt x="878415" y="622183"/>
                </a:lnTo>
                <a:lnTo>
                  <a:pt x="909180" y="623202"/>
                </a:lnTo>
                <a:lnTo>
                  <a:pt x="939956" y="624164"/>
                </a:lnTo>
                <a:lnTo>
                  <a:pt x="970731" y="625059"/>
                </a:lnTo>
                <a:lnTo>
                  <a:pt x="1001506" y="625916"/>
                </a:lnTo>
                <a:lnTo>
                  <a:pt x="1032281" y="626707"/>
                </a:lnTo>
                <a:lnTo>
                  <a:pt x="1063066" y="627459"/>
                </a:lnTo>
                <a:lnTo>
                  <a:pt x="1093841" y="628164"/>
                </a:lnTo>
                <a:lnTo>
                  <a:pt x="1124626" y="628812"/>
                </a:lnTo>
                <a:lnTo>
                  <a:pt x="1155402" y="629431"/>
                </a:lnTo>
                <a:lnTo>
                  <a:pt x="1186186" y="630003"/>
                </a:lnTo>
                <a:lnTo>
                  <a:pt x="1216971" y="630526"/>
                </a:lnTo>
                <a:lnTo>
                  <a:pt x="1247756" y="631022"/>
                </a:lnTo>
                <a:lnTo>
                  <a:pt x="1278541" y="631469"/>
                </a:lnTo>
                <a:lnTo>
                  <a:pt x="1309326" y="631879"/>
                </a:lnTo>
                <a:lnTo>
                  <a:pt x="1340110" y="632260"/>
                </a:lnTo>
                <a:lnTo>
                  <a:pt x="1370895" y="632593"/>
                </a:lnTo>
                <a:lnTo>
                  <a:pt x="1401680" y="632898"/>
                </a:lnTo>
                <a:lnTo>
                  <a:pt x="1432474" y="633174"/>
                </a:lnTo>
                <a:lnTo>
                  <a:pt x="1463259" y="633403"/>
                </a:lnTo>
                <a:lnTo>
                  <a:pt x="1494044" y="633603"/>
                </a:lnTo>
                <a:lnTo>
                  <a:pt x="1524829" y="633774"/>
                </a:lnTo>
                <a:lnTo>
                  <a:pt x="1555623" y="633908"/>
                </a:lnTo>
                <a:lnTo>
                  <a:pt x="1586408" y="634013"/>
                </a:lnTo>
                <a:lnTo>
                  <a:pt x="1617193" y="634079"/>
                </a:lnTo>
                <a:lnTo>
                  <a:pt x="1647987" y="634117"/>
                </a:lnTo>
                <a:lnTo>
                  <a:pt x="1678772" y="634117"/>
                </a:lnTo>
                <a:lnTo>
                  <a:pt x="1709557" y="634089"/>
                </a:lnTo>
                <a:lnTo>
                  <a:pt x="1740351" y="634032"/>
                </a:lnTo>
                <a:lnTo>
                  <a:pt x="1771136" y="633936"/>
                </a:lnTo>
                <a:lnTo>
                  <a:pt x="1801920" y="633813"/>
                </a:lnTo>
                <a:lnTo>
                  <a:pt x="1832715" y="633651"/>
                </a:lnTo>
                <a:lnTo>
                  <a:pt x="1863500" y="633460"/>
                </a:lnTo>
                <a:lnTo>
                  <a:pt x="1894284" y="633232"/>
                </a:lnTo>
                <a:lnTo>
                  <a:pt x="1925069" y="632965"/>
                </a:lnTo>
                <a:lnTo>
                  <a:pt x="1955854" y="632670"/>
                </a:lnTo>
                <a:lnTo>
                  <a:pt x="1986648" y="632336"/>
                </a:lnTo>
                <a:lnTo>
                  <a:pt x="2017433" y="631974"/>
                </a:lnTo>
                <a:lnTo>
                  <a:pt x="2048218" y="631565"/>
                </a:lnTo>
                <a:lnTo>
                  <a:pt x="2079003" y="631127"/>
                </a:lnTo>
                <a:lnTo>
                  <a:pt x="2109788" y="630641"/>
                </a:lnTo>
                <a:lnTo>
                  <a:pt x="2140572" y="630126"/>
                </a:lnTo>
                <a:lnTo>
                  <a:pt x="2171348" y="629564"/>
                </a:lnTo>
                <a:lnTo>
                  <a:pt x="2202132" y="628964"/>
                </a:lnTo>
                <a:lnTo>
                  <a:pt x="2232917" y="628317"/>
                </a:lnTo>
                <a:lnTo>
                  <a:pt x="2263692" y="627621"/>
                </a:lnTo>
                <a:lnTo>
                  <a:pt x="2294477" y="626888"/>
                </a:lnTo>
                <a:lnTo>
                  <a:pt x="2325253" y="626097"/>
                </a:lnTo>
                <a:lnTo>
                  <a:pt x="2356028" y="625259"/>
                </a:lnTo>
                <a:lnTo>
                  <a:pt x="2386803" y="624373"/>
                </a:lnTo>
                <a:lnTo>
                  <a:pt x="2417578" y="623421"/>
                </a:lnTo>
                <a:lnTo>
                  <a:pt x="2448344" y="622421"/>
                </a:lnTo>
                <a:lnTo>
                  <a:pt x="2479119" y="621344"/>
                </a:lnTo>
                <a:lnTo>
                  <a:pt x="2509885" y="620211"/>
                </a:lnTo>
                <a:lnTo>
                  <a:pt x="2540651" y="619011"/>
                </a:lnTo>
                <a:lnTo>
                  <a:pt x="2571407" y="617725"/>
                </a:lnTo>
                <a:lnTo>
                  <a:pt x="2602163" y="616344"/>
                </a:lnTo>
                <a:lnTo>
                  <a:pt x="2632920" y="614886"/>
                </a:lnTo>
                <a:lnTo>
                  <a:pt x="2663666" y="613324"/>
                </a:lnTo>
                <a:lnTo>
                  <a:pt x="2694413" y="611648"/>
                </a:lnTo>
                <a:lnTo>
                  <a:pt x="2725141" y="609848"/>
                </a:lnTo>
                <a:lnTo>
                  <a:pt x="2755868" y="607914"/>
                </a:lnTo>
                <a:lnTo>
                  <a:pt x="2786586" y="605809"/>
                </a:lnTo>
                <a:lnTo>
                  <a:pt x="2817295" y="603514"/>
                </a:lnTo>
                <a:lnTo>
                  <a:pt x="2847975" y="600999"/>
                </a:lnTo>
                <a:lnTo>
                  <a:pt x="2878636" y="598199"/>
                </a:lnTo>
                <a:lnTo>
                  <a:pt x="2909259" y="595055"/>
                </a:lnTo>
                <a:lnTo>
                  <a:pt x="2939834" y="591445"/>
                </a:lnTo>
                <a:lnTo>
                  <a:pt x="2970324" y="587169"/>
                </a:lnTo>
                <a:lnTo>
                  <a:pt x="3000642" y="581825"/>
                </a:lnTo>
                <a:lnTo>
                  <a:pt x="3030464" y="574234"/>
                </a:lnTo>
                <a:lnTo>
                  <a:pt x="3053096" y="555927"/>
                </a:lnTo>
                <a:lnTo>
                  <a:pt x="3066964" y="528437"/>
                </a:lnTo>
                <a:lnTo>
                  <a:pt x="3080842" y="500958"/>
                </a:lnTo>
                <a:lnTo>
                  <a:pt x="3094720" y="473469"/>
                </a:lnTo>
                <a:lnTo>
                  <a:pt x="3108598" y="445989"/>
                </a:lnTo>
                <a:lnTo>
                  <a:pt x="3122466" y="418500"/>
                </a:lnTo>
                <a:lnTo>
                  <a:pt x="3136344" y="391020"/>
                </a:lnTo>
                <a:lnTo>
                  <a:pt x="3150222" y="363541"/>
                </a:lnTo>
                <a:lnTo>
                  <a:pt x="3164091" y="336052"/>
                </a:lnTo>
                <a:lnTo>
                  <a:pt x="3177969" y="308572"/>
                </a:lnTo>
                <a:lnTo>
                  <a:pt x="3191847" y="281083"/>
                </a:lnTo>
                <a:lnTo>
                  <a:pt x="3205724" y="253603"/>
                </a:lnTo>
                <a:lnTo>
                  <a:pt x="3219593" y="226114"/>
                </a:lnTo>
                <a:lnTo>
                  <a:pt x="3233471" y="198634"/>
                </a:lnTo>
                <a:lnTo>
                  <a:pt x="3247349" y="171145"/>
                </a:lnTo>
                <a:lnTo>
                  <a:pt x="3261217" y="143666"/>
                </a:lnTo>
                <a:lnTo>
                  <a:pt x="3275095" y="116176"/>
                </a:lnTo>
                <a:lnTo>
                  <a:pt x="3288973" y="88697"/>
                </a:lnTo>
                <a:lnTo>
                  <a:pt x="3302851" y="61208"/>
                </a:lnTo>
                <a:lnTo>
                  <a:pt x="3316719" y="33728"/>
                </a:lnTo>
                <a:lnTo>
                  <a:pt x="3330597" y="6239"/>
                </a:lnTo>
                <a:lnTo>
                  <a:pt x="3314795" y="12525"/>
                </a:lnTo>
                <a:lnTo>
                  <a:pt x="3284877" y="19726"/>
                </a:lnTo>
                <a:lnTo>
                  <a:pt x="3254502" y="24746"/>
                </a:lnTo>
                <a:lnTo>
                  <a:pt x="3223984" y="28756"/>
                </a:lnTo>
                <a:lnTo>
                  <a:pt x="3193380" y="32147"/>
                </a:lnTo>
                <a:lnTo>
                  <a:pt x="3162738" y="35109"/>
                </a:lnTo>
                <a:lnTo>
                  <a:pt x="3132058" y="37748"/>
                </a:lnTo>
                <a:lnTo>
                  <a:pt x="3101369" y="40138"/>
                </a:lnTo>
                <a:lnTo>
                  <a:pt x="3070650" y="42320"/>
                </a:lnTo>
                <a:lnTo>
                  <a:pt x="3039932" y="44329"/>
                </a:lnTo>
                <a:lnTo>
                  <a:pt x="3009205" y="46187"/>
                </a:lnTo>
                <a:lnTo>
                  <a:pt x="2978458" y="47930"/>
                </a:lnTo>
                <a:lnTo>
                  <a:pt x="2947721" y="49549"/>
                </a:lnTo>
                <a:lnTo>
                  <a:pt x="2916965" y="51073"/>
                </a:lnTo>
                <a:lnTo>
                  <a:pt x="2886208" y="52502"/>
                </a:lnTo>
                <a:lnTo>
                  <a:pt x="2855452" y="53854"/>
                </a:lnTo>
                <a:lnTo>
                  <a:pt x="2824696" y="55131"/>
                </a:lnTo>
                <a:lnTo>
                  <a:pt x="2793930" y="56340"/>
                </a:lnTo>
                <a:lnTo>
                  <a:pt x="2763164" y="57493"/>
                </a:lnTo>
                <a:lnTo>
                  <a:pt x="2732389" y="58579"/>
                </a:lnTo>
                <a:lnTo>
                  <a:pt x="2701623" y="59607"/>
                </a:lnTo>
                <a:lnTo>
                  <a:pt x="2670848" y="60589"/>
                </a:lnTo>
                <a:lnTo>
                  <a:pt x="2640073" y="61522"/>
                </a:lnTo>
                <a:lnTo>
                  <a:pt x="2609298" y="62408"/>
                </a:lnTo>
                <a:lnTo>
                  <a:pt x="2578522" y="63246"/>
                </a:lnTo>
                <a:lnTo>
                  <a:pt x="2547747" y="64046"/>
                </a:lnTo>
                <a:lnTo>
                  <a:pt x="2516972" y="64808"/>
                </a:lnTo>
                <a:lnTo>
                  <a:pt x="2486187" y="65532"/>
                </a:lnTo>
                <a:lnTo>
                  <a:pt x="2455412" y="66218"/>
                </a:lnTo>
                <a:lnTo>
                  <a:pt x="2424627" y="66875"/>
                </a:lnTo>
                <a:lnTo>
                  <a:pt x="2393852" y="67485"/>
                </a:lnTo>
                <a:lnTo>
                  <a:pt x="2363067" y="68075"/>
                </a:lnTo>
                <a:lnTo>
                  <a:pt x="2332282" y="68628"/>
                </a:lnTo>
                <a:lnTo>
                  <a:pt x="2301497" y="69152"/>
                </a:lnTo>
                <a:lnTo>
                  <a:pt x="2270712" y="69647"/>
                </a:lnTo>
                <a:lnTo>
                  <a:pt x="2239928" y="70114"/>
                </a:lnTo>
                <a:lnTo>
                  <a:pt x="2209143" y="70542"/>
                </a:lnTo>
                <a:lnTo>
                  <a:pt x="2178358" y="70952"/>
                </a:lnTo>
                <a:lnTo>
                  <a:pt x="2147573" y="71333"/>
                </a:lnTo>
                <a:lnTo>
                  <a:pt x="2116788" y="71695"/>
                </a:lnTo>
                <a:lnTo>
                  <a:pt x="2086004" y="72028"/>
                </a:lnTo>
                <a:lnTo>
                  <a:pt x="2055219" y="72333"/>
                </a:lnTo>
                <a:lnTo>
                  <a:pt x="2024424" y="72609"/>
                </a:lnTo>
                <a:lnTo>
                  <a:pt x="1993640" y="72866"/>
                </a:lnTo>
                <a:lnTo>
                  <a:pt x="1962855" y="73095"/>
                </a:lnTo>
                <a:lnTo>
                  <a:pt x="1932070" y="73304"/>
                </a:lnTo>
                <a:lnTo>
                  <a:pt x="1901276" y="73495"/>
                </a:lnTo>
                <a:lnTo>
                  <a:pt x="1870491" y="73657"/>
                </a:lnTo>
                <a:lnTo>
                  <a:pt x="1839706" y="73790"/>
                </a:lnTo>
                <a:lnTo>
                  <a:pt x="1808921" y="73904"/>
                </a:lnTo>
                <a:lnTo>
                  <a:pt x="1778127" y="74000"/>
                </a:lnTo>
                <a:lnTo>
                  <a:pt x="1747342" y="74076"/>
                </a:lnTo>
                <a:lnTo>
                  <a:pt x="1716557" y="74105"/>
                </a:lnTo>
                <a:lnTo>
                  <a:pt x="1685763" y="74133"/>
                </a:lnTo>
                <a:lnTo>
                  <a:pt x="1654978" y="74143"/>
                </a:lnTo>
                <a:lnTo>
                  <a:pt x="1624193" y="74114"/>
                </a:lnTo>
                <a:lnTo>
                  <a:pt x="1593399" y="74085"/>
                </a:lnTo>
                <a:lnTo>
                  <a:pt x="1562614" y="74019"/>
                </a:lnTo>
                <a:lnTo>
                  <a:pt x="1531830" y="73933"/>
                </a:lnTo>
                <a:lnTo>
                  <a:pt x="1501035" y="73819"/>
                </a:lnTo>
                <a:lnTo>
                  <a:pt x="1470250" y="73695"/>
                </a:lnTo>
                <a:lnTo>
                  <a:pt x="1439466" y="73533"/>
                </a:lnTo>
                <a:lnTo>
                  <a:pt x="1408671" y="73352"/>
                </a:lnTo>
                <a:lnTo>
                  <a:pt x="1377887" y="73152"/>
                </a:lnTo>
                <a:lnTo>
                  <a:pt x="1347102" y="72923"/>
                </a:lnTo>
                <a:lnTo>
                  <a:pt x="1316317" y="72676"/>
                </a:lnTo>
                <a:lnTo>
                  <a:pt x="1285532" y="72400"/>
                </a:lnTo>
                <a:lnTo>
                  <a:pt x="1254738" y="72095"/>
                </a:lnTo>
                <a:lnTo>
                  <a:pt x="1223953" y="71771"/>
                </a:lnTo>
                <a:lnTo>
                  <a:pt x="1193168" y="71418"/>
                </a:lnTo>
                <a:lnTo>
                  <a:pt x="1162383" y="71047"/>
                </a:lnTo>
                <a:lnTo>
                  <a:pt x="1131599" y="70647"/>
                </a:lnTo>
                <a:lnTo>
                  <a:pt x="1100814" y="70209"/>
                </a:lnTo>
                <a:lnTo>
                  <a:pt x="1070029" y="69752"/>
                </a:lnTo>
                <a:lnTo>
                  <a:pt x="1039244" y="69266"/>
                </a:lnTo>
                <a:lnTo>
                  <a:pt x="1008459" y="68751"/>
                </a:lnTo>
                <a:lnTo>
                  <a:pt x="977675" y="68199"/>
                </a:lnTo>
                <a:lnTo>
                  <a:pt x="946899" y="67628"/>
                </a:lnTo>
                <a:lnTo>
                  <a:pt x="916115" y="67018"/>
                </a:lnTo>
                <a:lnTo>
                  <a:pt x="885330" y="66370"/>
                </a:lnTo>
                <a:lnTo>
                  <a:pt x="854554" y="65684"/>
                </a:lnTo>
                <a:lnTo>
                  <a:pt x="823770" y="64970"/>
                </a:lnTo>
                <a:lnTo>
                  <a:pt x="792994" y="64227"/>
                </a:lnTo>
                <a:lnTo>
                  <a:pt x="762219" y="63437"/>
                </a:lnTo>
                <a:lnTo>
                  <a:pt x="731444" y="62598"/>
                </a:lnTo>
                <a:lnTo>
                  <a:pt x="700669" y="61722"/>
                </a:lnTo>
                <a:lnTo>
                  <a:pt x="669893" y="60808"/>
                </a:lnTo>
                <a:lnTo>
                  <a:pt x="639118" y="59836"/>
                </a:lnTo>
                <a:lnTo>
                  <a:pt x="608343" y="58817"/>
                </a:lnTo>
                <a:lnTo>
                  <a:pt x="577577" y="57741"/>
                </a:lnTo>
                <a:lnTo>
                  <a:pt x="546811" y="56617"/>
                </a:lnTo>
                <a:lnTo>
                  <a:pt x="516045" y="55416"/>
                </a:lnTo>
                <a:lnTo>
                  <a:pt x="485280" y="54150"/>
                </a:lnTo>
                <a:lnTo>
                  <a:pt x="454523" y="52816"/>
                </a:lnTo>
                <a:lnTo>
                  <a:pt x="423767" y="51406"/>
                </a:lnTo>
                <a:lnTo>
                  <a:pt x="393021" y="49901"/>
                </a:lnTo>
                <a:lnTo>
                  <a:pt x="362274" y="48301"/>
                </a:lnTo>
                <a:lnTo>
                  <a:pt x="331527" y="46596"/>
                </a:lnTo>
                <a:lnTo>
                  <a:pt x="300800" y="44768"/>
                </a:lnTo>
                <a:lnTo>
                  <a:pt x="270072" y="42786"/>
                </a:lnTo>
                <a:lnTo>
                  <a:pt x="239363" y="40653"/>
                </a:lnTo>
                <a:lnTo>
                  <a:pt x="208664" y="38310"/>
                </a:lnTo>
                <a:lnTo>
                  <a:pt x="177984" y="35728"/>
                </a:lnTo>
                <a:lnTo>
                  <a:pt x="147333" y="32852"/>
                </a:lnTo>
                <a:lnTo>
                  <a:pt x="116719" y="29566"/>
                </a:lnTo>
                <a:lnTo>
                  <a:pt x="86173" y="25727"/>
                </a:lnTo>
                <a:lnTo>
                  <a:pt x="55750" y="20993"/>
                </a:lnTo>
                <a:lnTo>
                  <a:pt x="25660" y="144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6F8D8DA-DD34-4780-BFD5-597012D9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42437"/>
            <a:ext cx="3333750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AD24101-1304-43DE-8791-C876F7F8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27" y="2554319"/>
            <a:ext cx="2762898" cy="634051"/>
          </a:xfrm>
          <a:custGeom xmlns:a="http://schemas.openxmlformats.org/drawingml/2006/main">
            <a:pathLst>
              <a:path w="2762898" h="634051">
                <a:moveTo>
                  <a:pt x="0" y="0"/>
                </a:moveTo>
                <a:lnTo>
                  <a:pt x="9525" y="24641"/>
                </a:lnTo>
                <a:lnTo>
                  <a:pt x="19050" y="49292"/>
                </a:lnTo>
                <a:lnTo>
                  <a:pt x="28575" y="73933"/>
                </a:lnTo>
                <a:lnTo>
                  <a:pt x="38100" y="98584"/>
                </a:lnTo>
                <a:lnTo>
                  <a:pt x="47625" y="123225"/>
                </a:lnTo>
                <a:lnTo>
                  <a:pt x="57150" y="147876"/>
                </a:lnTo>
                <a:lnTo>
                  <a:pt x="66675" y="172517"/>
                </a:lnTo>
                <a:lnTo>
                  <a:pt x="76200" y="197168"/>
                </a:lnTo>
                <a:lnTo>
                  <a:pt x="85725" y="221809"/>
                </a:lnTo>
                <a:lnTo>
                  <a:pt x="95240" y="246459"/>
                </a:lnTo>
                <a:lnTo>
                  <a:pt x="104765" y="271101"/>
                </a:lnTo>
                <a:lnTo>
                  <a:pt x="114290" y="295742"/>
                </a:lnTo>
                <a:lnTo>
                  <a:pt x="123815" y="320392"/>
                </a:lnTo>
                <a:lnTo>
                  <a:pt x="133340" y="345034"/>
                </a:lnTo>
                <a:lnTo>
                  <a:pt x="142865" y="369684"/>
                </a:lnTo>
                <a:lnTo>
                  <a:pt x="152390" y="394325"/>
                </a:lnTo>
                <a:lnTo>
                  <a:pt x="161915" y="418976"/>
                </a:lnTo>
                <a:lnTo>
                  <a:pt x="171440" y="443617"/>
                </a:lnTo>
                <a:lnTo>
                  <a:pt x="180965" y="468268"/>
                </a:lnTo>
                <a:lnTo>
                  <a:pt x="190490" y="492909"/>
                </a:lnTo>
                <a:lnTo>
                  <a:pt x="200015" y="517560"/>
                </a:lnTo>
                <a:lnTo>
                  <a:pt x="209540" y="542201"/>
                </a:lnTo>
                <a:lnTo>
                  <a:pt x="219723" y="566318"/>
                </a:lnTo>
                <a:lnTo>
                  <a:pt x="243421" y="577577"/>
                </a:lnTo>
                <a:lnTo>
                  <a:pt x="269015" y="584083"/>
                </a:lnTo>
                <a:lnTo>
                  <a:pt x="294980" y="588988"/>
                </a:lnTo>
                <a:lnTo>
                  <a:pt x="321088" y="592998"/>
                </a:lnTo>
                <a:lnTo>
                  <a:pt x="347291" y="596446"/>
                </a:lnTo>
                <a:lnTo>
                  <a:pt x="373532" y="599465"/>
                </a:lnTo>
                <a:lnTo>
                  <a:pt x="399821" y="602161"/>
                </a:lnTo>
                <a:lnTo>
                  <a:pt x="426129" y="604609"/>
                </a:lnTo>
                <a:lnTo>
                  <a:pt x="452457" y="606838"/>
                </a:lnTo>
                <a:lnTo>
                  <a:pt x="478793" y="608886"/>
                </a:lnTo>
                <a:lnTo>
                  <a:pt x="505149" y="610772"/>
                </a:lnTo>
                <a:lnTo>
                  <a:pt x="531514" y="612524"/>
                </a:lnTo>
                <a:lnTo>
                  <a:pt x="557889" y="614172"/>
                </a:lnTo>
                <a:lnTo>
                  <a:pt x="584264" y="615696"/>
                </a:lnTo>
                <a:lnTo>
                  <a:pt x="610648" y="617125"/>
                </a:lnTo>
                <a:lnTo>
                  <a:pt x="637032" y="618458"/>
                </a:lnTo>
                <a:lnTo>
                  <a:pt x="663426" y="619725"/>
                </a:lnTo>
                <a:lnTo>
                  <a:pt x="689820" y="620906"/>
                </a:lnTo>
                <a:lnTo>
                  <a:pt x="716223" y="622011"/>
                </a:lnTo>
                <a:lnTo>
                  <a:pt x="742626" y="623049"/>
                </a:lnTo>
                <a:lnTo>
                  <a:pt x="769029" y="624030"/>
                </a:lnTo>
                <a:lnTo>
                  <a:pt x="795433" y="624954"/>
                </a:lnTo>
                <a:lnTo>
                  <a:pt x="821836" y="625821"/>
                </a:lnTo>
                <a:lnTo>
                  <a:pt x="848249" y="626631"/>
                </a:lnTo>
                <a:lnTo>
                  <a:pt x="874662" y="627393"/>
                </a:lnTo>
                <a:lnTo>
                  <a:pt x="901075" y="628107"/>
                </a:lnTo>
                <a:lnTo>
                  <a:pt x="927487" y="628774"/>
                </a:lnTo>
                <a:lnTo>
                  <a:pt x="953900" y="629393"/>
                </a:lnTo>
                <a:lnTo>
                  <a:pt x="980313" y="629964"/>
                </a:lnTo>
                <a:lnTo>
                  <a:pt x="1006735" y="630507"/>
                </a:lnTo>
                <a:lnTo>
                  <a:pt x="1033148" y="630993"/>
                </a:lnTo>
                <a:lnTo>
                  <a:pt x="1059571" y="631450"/>
                </a:lnTo>
                <a:lnTo>
                  <a:pt x="1085983" y="631869"/>
                </a:lnTo>
                <a:lnTo>
                  <a:pt x="1112406" y="632241"/>
                </a:lnTo>
                <a:lnTo>
                  <a:pt x="1138828" y="632584"/>
                </a:lnTo>
                <a:lnTo>
                  <a:pt x="1165241" y="632889"/>
                </a:lnTo>
                <a:lnTo>
                  <a:pt x="1191663" y="633155"/>
                </a:lnTo>
                <a:lnTo>
                  <a:pt x="1218086" y="633384"/>
                </a:lnTo>
                <a:lnTo>
                  <a:pt x="1244508" y="633584"/>
                </a:lnTo>
                <a:lnTo>
                  <a:pt x="1270930" y="633746"/>
                </a:lnTo>
                <a:lnTo>
                  <a:pt x="1297353" y="633870"/>
                </a:lnTo>
                <a:lnTo>
                  <a:pt x="1323775" y="633965"/>
                </a:lnTo>
                <a:lnTo>
                  <a:pt x="1350197" y="634022"/>
                </a:lnTo>
                <a:lnTo>
                  <a:pt x="1376620" y="634051"/>
                </a:lnTo>
                <a:lnTo>
                  <a:pt x="1403042" y="634041"/>
                </a:lnTo>
                <a:lnTo>
                  <a:pt x="1429464" y="634003"/>
                </a:lnTo>
                <a:lnTo>
                  <a:pt x="1455877" y="633927"/>
                </a:lnTo>
                <a:lnTo>
                  <a:pt x="1482300" y="633822"/>
                </a:lnTo>
                <a:lnTo>
                  <a:pt x="1508722" y="633679"/>
                </a:lnTo>
                <a:lnTo>
                  <a:pt x="1535144" y="633498"/>
                </a:lnTo>
                <a:lnTo>
                  <a:pt x="1561567" y="633289"/>
                </a:lnTo>
                <a:lnTo>
                  <a:pt x="1587989" y="633041"/>
                </a:lnTo>
                <a:lnTo>
                  <a:pt x="1614411" y="632755"/>
                </a:lnTo>
                <a:lnTo>
                  <a:pt x="1640824" y="632441"/>
                </a:lnTo>
                <a:lnTo>
                  <a:pt x="1667246" y="632079"/>
                </a:lnTo>
                <a:lnTo>
                  <a:pt x="1693669" y="631688"/>
                </a:lnTo>
                <a:lnTo>
                  <a:pt x="1720082" y="631260"/>
                </a:lnTo>
                <a:lnTo>
                  <a:pt x="1746504" y="630784"/>
                </a:lnTo>
                <a:lnTo>
                  <a:pt x="1772917" y="630279"/>
                </a:lnTo>
                <a:lnTo>
                  <a:pt x="1799339" y="629726"/>
                </a:lnTo>
                <a:lnTo>
                  <a:pt x="1825752" y="629126"/>
                </a:lnTo>
                <a:lnTo>
                  <a:pt x="1852165" y="628488"/>
                </a:lnTo>
                <a:lnTo>
                  <a:pt x="1878578" y="627802"/>
                </a:lnTo>
                <a:lnTo>
                  <a:pt x="1904990" y="627069"/>
                </a:lnTo>
                <a:lnTo>
                  <a:pt x="1931403" y="626288"/>
                </a:lnTo>
                <a:lnTo>
                  <a:pt x="1957807" y="625459"/>
                </a:lnTo>
                <a:lnTo>
                  <a:pt x="1984219" y="624564"/>
                </a:lnTo>
                <a:lnTo>
                  <a:pt x="2010623" y="623621"/>
                </a:lnTo>
                <a:lnTo>
                  <a:pt x="2037026" y="622611"/>
                </a:lnTo>
                <a:lnTo>
                  <a:pt x="2063420" y="621544"/>
                </a:lnTo>
                <a:lnTo>
                  <a:pt x="2089823" y="620401"/>
                </a:lnTo>
                <a:lnTo>
                  <a:pt x="2116217" y="619192"/>
                </a:lnTo>
                <a:lnTo>
                  <a:pt x="2142601" y="617906"/>
                </a:lnTo>
                <a:lnTo>
                  <a:pt x="2168995" y="616525"/>
                </a:lnTo>
                <a:lnTo>
                  <a:pt x="2195370" y="615048"/>
                </a:lnTo>
                <a:lnTo>
                  <a:pt x="2221744" y="613477"/>
                </a:lnTo>
                <a:lnTo>
                  <a:pt x="2248119" y="611800"/>
                </a:lnTo>
                <a:lnTo>
                  <a:pt x="2274475" y="609991"/>
                </a:lnTo>
                <a:lnTo>
                  <a:pt x="2300821" y="608028"/>
                </a:lnTo>
                <a:lnTo>
                  <a:pt x="2327158" y="605904"/>
                </a:lnTo>
                <a:lnTo>
                  <a:pt x="2353485" y="603590"/>
                </a:lnTo>
                <a:lnTo>
                  <a:pt x="2379783" y="601047"/>
                </a:lnTo>
                <a:lnTo>
                  <a:pt x="2406053" y="598218"/>
                </a:lnTo>
                <a:lnTo>
                  <a:pt x="2432275" y="595027"/>
                </a:lnTo>
                <a:lnTo>
                  <a:pt x="2458441" y="591369"/>
                </a:lnTo>
                <a:lnTo>
                  <a:pt x="2484501" y="587026"/>
                </a:lnTo>
                <a:lnTo>
                  <a:pt x="2510352" y="581568"/>
                </a:lnTo>
                <a:lnTo>
                  <a:pt x="2535584" y="573815"/>
                </a:lnTo>
                <a:lnTo>
                  <a:pt x="2553357" y="556298"/>
                </a:lnTo>
                <a:lnTo>
                  <a:pt x="2562882" y="531657"/>
                </a:lnTo>
                <a:lnTo>
                  <a:pt x="2572407" y="507006"/>
                </a:lnTo>
                <a:lnTo>
                  <a:pt x="2581932" y="482365"/>
                </a:lnTo>
                <a:lnTo>
                  <a:pt x="2591457" y="457714"/>
                </a:lnTo>
                <a:lnTo>
                  <a:pt x="2600982" y="433073"/>
                </a:lnTo>
                <a:lnTo>
                  <a:pt x="2610507" y="408422"/>
                </a:lnTo>
                <a:lnTo>
                  <a:pt x="2620032" y="383781"/>
                </a:lnTo>
                <a:lnTo>
                  <a:pt x="2629557" y="359131"/>
                </a:lnTo>
                <a:lnTo>
                  <a:pt x="2639082" y="334489"/>
                </a:lnTo>
                <a:lnTo>
                  <a:pt x="2648607" y="309848"/>
                </a:lnTo>
                <a:lnTo>
                  <a:pt x="2658132" y="285198"/>
                </a:lnTo>
                <a:lnTo>
                  <a:pt x="2667648" y="260556"/>
                </a:lnTo>
                <a:lnTo>
                  <a:pt x="2677173" y="235906"/>
                </a:lnTo>
                <a:lnTo>
                  <a:pt x="2686698" y="211265"/>
                </a:lnTo>
                <a:lnTo>
                  <a:pt x="2696223" y="186614"/>
                </a:lnTo>
                <a:lnTo>
                  <a:pt x="2705748" y="161973"/>
                </a:lnTo>
                <a:lnTo>
                  <a:pt x="2715273" y="137322"/>
                </a:lnTo>
                <a:lnTo>
                  <a:pt x="2724798" y="112681"/>
                </a:lnTo>
                <a:lnTo>
                  <a:pt x="2734323" y="88040"/>
                </a:lnTo>
                <a:lnTo>
                  <a:pt x="2743848" y="63389"/>
                </a:lnTo>
                <a:lnTo>
                  <a:pt x="2753373" y="38748"/>
                </a:lnTo>
                <a:lnTo>
                  <a:pt x="2762898" y="14097"/>
                </a:lnTo>
                <a:lnTo>
                  <a:pt x="2761459" y="8363"/>
                </a:lnTo>
                <a:lnTo>
                  <a:pt x="2736742" y="17497"/>
                </a:lnTo>
                <a:lnTo>
                  <a:pt x="2710948" y="23193"/>
                </a:lnTo>
                <a:lnTo>
                  <a:pt x="2684897" y="27584"/>
                </a:lnTo>
                <a:lnTo>
                  <a:pt x="2658732" y="31232"/>
                </a:lnTo>
                <a:lnTo>
                  <a:pt x="2632500" y="34385"/>
                </a:lnTo>
                <a:lnTo>
                  <a:pt x="2606221" y="37176"/>
                </a:lnTo>
                <a:lnTo>
                  <a:pt x="2579922" y="39691"/>
                </a:lnTo>
                <a:lnTo>
                  <a:pt x="2553595" y="41967"/>
                </a:lnTo>
                <a:lnTo>
                  <a:pt x="2527259" y="44063"/>
                </a:lnTo>
                <a:lnTo>
                  <a:pt x="2500913" y="46006"/>
                </a:lnTo>
                <a:lnTo>
                  <a:pt x="2474547" y="47796"/>
                </a:lnTo>
                <a:lnTo>
                  <a:pt x="2448182" y="49482"/>
                </a:lnTo>
                <a:lnTo>
                  <a:pt x="2421807" y="51044"/>
                </a:lnTo>
                <a:lnTo>
                  <a:pt x="2395423" y="52521"/>
                </a:lnTo>
                <a:lnTo>
                  <a:pt x="2369039" y="53912"/>
                </a:lnTo>
                <a:lnTo>
                  <a:pt x="2342645" y="55226"/>
                </a:lnTo>
                <a:lnTo>
                  <a:pt x="2316261" y="56464"/>
                </a:lnTo>
                <a:lnTo>
                  <a:pt x="2289858" y="57636"/>
                </a:lnTo>
                <a:lnTo>
                  <a:pt x="2263464" y="58750"/>
                </a:lnTo>
                <a:lnTo>
                  <a:pt x="2237061" y="59807"/>
                </a:lnTo>
                <a:lnTo>
                  <a:pt x="2210657" y="60798"/>
                </a:lnTo>
                <a:lnTo>
                  <a:pt x="2184254" y="61751"/>
                </a:lnTo>
                <a:lnTo>
                  <a:pt x="2157851" y="62646"/>
                </a:lnTo>
                <a:lnTo>
                  <a:pt x="2131438" y="63494"/>
                </a:lnTo>
                <a:lnTo>
                  <a:pt x="2105025" y="64303"/>
                </a:lnTo>
                <a:lnTo>
                  <a:pt x="2078622" y="65075"/>
                </a:lnTo>
                <a:lnTo>
                  <a:pt x="2052209" y="65799"/>
                </a:lnTo>
                <a:lnTo>
                  <a:pt x="2025796" y="66494"/>
                </a:lnTo>
                <a:lnTo>
                  <a:pt x="1999383" y="67142"/>
                </a:lnTo>
                <a:lnTo>
                  <a:pt x="1972961" y="67761"/>
                </a:lnTo>
                <a:lnTo>
                  <a:pt x="1946548" y="68351"/>
                </a:lnTo>
                <a:lnTo>
                  <a:pt x="1920135" y="68904"/>
                </a:lnTo>
                <a:lnTo>
                  <a:pt x="1893713" y="69428"/>
                </a:lnTo>
                <a:lnTo>
                  <a:pt x="1867300" y="69914"/>
                </a:lnTo>
                <a:lnTo>
                  <a:pt x="1840878" y="70371"/>
                </a:lnTo>
                <a:lnTo>
                  <a:pt x="1814465" y="70799"/>
                </a:lnTo>
                <a:lnTo>
                  <a:pt x="1788043" y="71199"/>
                </a:lnTo>
                <a:lnTo>
                  <a:pt x="1761630" y="71571"/>
                </a:lnTo>
                <a:lnTo>
                  <a:pt x="1735207" y="71923"/>
                </a:lnTo>
                <a:lnTo>
                  <a:pt x="1708785" y="72238"/>
                </a:lnTo>
                <a:lnTo>
                  <a:pt x="1682363" y="72523"/>
                </a:lnTo>
                <a:lnTo>
                  <a:pt x="1655950" y="72790"/>
                </a:lnTo>
                <a:lnTo>
                  <a:pt x="1629527" y="73028"/>
                </a:lnTo>
                <a:lnTo>
                  <a:pt x="1603105" y="73247"/>
                </a:lnTo>
                <a:lnTo>
                  <a:pt x="1576683" y="73438"/>
                </a:lnTo>
                <a:lnTo>
                  <a:pt x="1550260" y="73600"/>
                </a:lnTo>
                <a:lnTo>
                  <a:pt x="1523838" y="73743"/>
                </a:lnTo>
                <a:lnTo>
                  <a:pt x="1497416" y="73857"/>
                </a:lnTo>
                <a:lnTo>
                  <a:pt x="1470993" y="73943"/>
                </a:lnTo>
                <a:lnTo>
                  <a:pt x="1444571" y="74019"/>
                </a:lnTo>
                <a:lnTo>
                  <a:pt x="1418149" y="74057"/>
                </a:lnTo>
                <a:lnTo>
                  <a:pt x="1391726" y="74076"/>
                </a:lnTo>
                <a:lnTo>
                  <a:pt x="1365314" y="74066"/>
                </a:lnTo>
                <a:lnTo>
                  <a:pt x="1338891" y="74038"/>
                </a:lnTo>
                <a:lnTo>
                  <a:pt x="1312469" y="73990"/>
                </a:lnTo>
                <a:lnTo>
                  <a:pt x="1286046" y="73914"/>
                </a:lnTo>
                <a:lnTo>
                  <a:pt x="1259624" y="73809"/>
                </a:lnTo>
                <a:lnTo>
                  <a:pt x="1233202" y="73685"/>
                </a:lnTo>
                <a:lnTo>
                  <a:pt x="1206779" y="73533"/>
                </a:lnTo>
                <a:lnTo>
                  <a:pt x="1180357" y="73362"/>
                </a:lnTo>
                <a:lnTo>
                  <a:pt x="1153935" y="73162"/>
                </a:lnTo>
                <a:lnTo>
                  <a:pt x="1127512" y="72933"/>
                </a:lnTo>
                <a:lnTo>
                  <a:pt x="1101090" y="72685"/>
                </a:lnTo>
                <a:lnTo>
                  <a:pt x="1074677" y="72409"/>
                </a:lnTo>
                <a:lnTo>
                  <a:pt x="1048255" y="72104"/>
                </a:lnTo>
                <a:lnTo>
                  <a:pt x="1021832" y="71771"/>
                </a:lnTo>
                <a:lnTo>
                  <a:pt x="995410" y="71418"/>
                </a:lnTo>
                <a:lnTo>
                  <a:pt x="968997" y="71037"/>
                </a:lnTo>
                <a:lnTo>
                  <a:pt x="942575" y="70618"/>
                </a:lnTo>
                <a:lnTo>
                  <a:pt x="916162" y="70180"/>
                </a:lnTo>
                <a:lnTo>
                  <a:pt x="889740" y="69704"/>
                </a:lnTo>
                <a:lnTo>
                  <a:pt x="863327" y="69199"/>
                </a:lnTo>
                <a:lnTo>
                  <a:pt x="836905" y="68666"/>
                </a:lnTo>
                <a:lnTo>
                  <a:pt x="810492" y="68104"/>
                </a:lnTo>
                <a:lnTo>
                  <a:pt x="784079" y="67504"/>
                </a:lnTo>
                <a:lnTo>
                  <a:pt x="757666" y="66875"/>
                </a:lnTo>
                <a:lnTo>
                  <a:pt x="731253" y="66208"/>
                </a:lnTo>
                <a:lnTo>
                  <a:pt x="704840" y="65494"/>
                </a:lnTo>
                <a:lnTo>
                  <a:pt x="678428" y="64751"/>
                </a:lnTo>
                <a:lnTo>
                  <a:pt x="652015" y="63960"/>
                </a:lnTo>
                <a:lnTo>
                  <a:pt x="625602" y="63132"/>
                </a:lnTo>
                <a:lnTo>
                  <a:pt x="599199" y="62265"/>
                </a:lnTo>
                <a:lnTo>
                  <a:pt x="572795" y="61341"/>
                </a:lnTo>
                <a:lnTo>
                  <a:pt x="546392" y="60379"/>
                </a:lnTo>
                <a:lnTo>
                  <a:pt x="519989" y="59350"/>
                </a:lnTo>
                <a:lnTo>
                  <a:pt x="493586" y="58274"/>
                </a:lnTo>
                <a:lnTo>
                  <a:pt x="467192" y="57140"/>
                </a:lnTo>
                <a:lnTo>
                  <a:pt x="440798" y="55940"/>
                </a:lnTo>
                <a:lnTo>
                  <a:pt x="414404" y="54674"/>
                </a:lnTo>
                <a:lnTo>
                  <a:pt x="388010" y="53330"/>
                </a:lnTo>
                <a:lnTo>
                  <a:pt x="361636" y="51911"/>
                </a:lnTo>
                <a:lnTo>
                  <a:pt x="335251" y="50387"/>
                </a:lnTo>
                <a:lnTo>
                  <a:pt x="308877" y="48768"/>
                </a:lnTo>
                <a:lnTo>
                  <a:pt x="282512" y="47044"/>
                </a:lnTo>
                <a:lnTo>
                  <a:pt x="256156" y="45196"/>
                </a:lnTo>
                <a:lnTo>
                  <a:pt x="229810" y="43186"/>
                </a:lnTo>
                <a:lnTo>
                  <a:pt x="203483" y="41015"/>
                </a:lnTo>
                <a:lnTo>
                  <a:pt x="177165" y="38643"/>
                </a:lnTo>
                <a:lnTo>
                  <a:pt x="150876" y="36024"/>
                </a:lnTo>
                <a:lnTo>
                  <a:pt x="124616" y="33090"/>
                </a:lnTo>
                <a:lnTo>
                  <a:pt x="98403" y="29747"/>
                </a:lnTo>
                <a:lnTo>
                  <a:pt x="72276" y="25822"/>
                </a:lnTo>
                <a:lnTo>
                  <a:pt x="46311" y="20974"/>
                </a:lnTo>
                <a:lnTo>
                  <a:pt x="20755" y="143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DDC616B-FD9D-4499-AD0C-812BFE1C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56" y="2448878"/>
            <a:ext cx="2768289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6985FD2-3745-49BA-BC1D-2E8B244D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60693"/>
            <a:ext cx="2332853" cy="634146"/>
          </a:xfrm>
          <a:custGeom xmlns:a="http://schemas.openxmlformats.org/drawingml/2006/main">
            <a:pathLst>
              <a:path w="2332853" h="634146">
                <a:moveTo>
                  <a:pt x="0" y="0"/>
                </a:moveTo>
                <a:lnTo>
                  <a:pt x="7610" y="21641"/>
                </a:lnTo>
                <a:lnTo>
                  <a:pt x="15221" y="43291"/>
                </a:lnTo>
                <a:lnTo>
                  <a:pt x="22822" y="64932"/>
                </a:lnTo>
                <a:lnTo>
                  <a:pt x="30432" y="86573"/>
                </a:lnTo>
                <a:lnTo>
                  <a:pt x="38043" y="108223"/>
                </a:lnTo>
                <a:lnTo>
                  <a:pt x="45653" y="129864"/>
                </a:lnTo>
                <a:lnTo>
                  <a:pt x="53264" y="151505"/>
                </a:lnTo>
                <a:lnTo>
                  <a:pt x="60865" y="173155"/>
                </a:lnTo>
                <a:lnTo>
                  <a:pt x="68475" y="194796"/>
                </a:lnTo>
                <a:lnTo>
                  <a:pt x="76086" y="216437"/>
                </a:lnTo>
                <a:lnTo>
                  <a:pt x="83696" y="238087"/>
                </a:lnTo>
                <a:lnTo>
                  <a:pt x="91307" y="259728"/>
                </a:lnTo>
                <a:lnTo>
                  <a:pt x="98908" y="281369"/>
                </a:lnTo>
                <a:lnTo>
                  <a:pt x="106518" y="303019"/>
                </a:lnTo>
                <a:lnTo>
                  <a:pt x="114129" y="324660"/>
                </a:lnTo>
                <a:lnTo>
                  <a:pt x="121739" y="346300"/>
                </a:lnTo>
                <a:lnTo>
                  <a:pt x="129350" y="367951"/>
                </a:lnTo>
                <a:lnTo>
                  <a:pt x="136950" y="389592"/>
                </a:lnTo>
                <a:lnTo>
                  <a:pt x="144561" y="411232"/>
                </a:lnTo>
                <a:lnTo>
                  <a:pt x="152171" y="432883"/>
                </a:lnTo>
                <a:lnTo>
                  <a:pt x="159782" y="454523"/>
                </a:lnTo>
                <a:lnTo>
                  <a:pt x="167392" y="476164"/>
                </a:lnTo>
                <a:lnTo>
                  <a:pt x="174993" y="497815"/>
                </a:lnTo>
                <a:lnTo>
                  <a:pt x="182604" y="519455"/>
                </a:lnTo>
                <a:lnTo>
                  <a:pt x="190214" y="541096"/>
                </a:lnTo>
                <a:lnTo>
                  <a:pt x="197396" y="562842"/>
                </a:lnTo>
                <a:lnTo>
                  <a:pt x="215436" y="576139"/>
                </a:lnTo>
                <a:lnTo>
                  <a:pt x="237220" y="583292"/>
                </a:lnTo>
                <a:lnTo>
                  <a:pt x="259556" y="588540"/>
                </a:lnTo>
                <a:lnTo>
                  <a:pt x="282102" y="592788"/>
                </a:lnTo>
                <a:lnTo>
                  <a:pt x="304752" y="596398"/>
                </a:lnTo>
                <a:lnTo>
                  <a:pt x="327479" y="599551"/>
                </a:lnTo>
                <a:lnTo>
                  <a:pt x="350253" y="602361"/>
                </a:lnTo>
                <a:lnTo>
                  <a:pt x="373047" y="604895"/>
                </a:lnTo>
                <a:lnTo>
                  <a:pt x="395878" y="607200"/>
                </a:lnTo>
                <a:lnTo>
                  <a:pt x="418719" y="609314"/>
                </a:lnTo>
                <a:lnTo>
                  <a:pt x="441579" y="611257"/>
                </a:lnTo>
                <a:lnTo>
                  <a:pt x="464458" y="613058"/>
                </a:lnTo>
                <a:lnTo>
                  <a:pt x="487337" y="614724"/>
                </a:lnTo>
                <a:lnTo>
                  <a:pt x="510226" y="616287"/>
                </a:lnTo>
                <a:lnTo>
                  <a:pt x="533124" y="617744"/>
                </a:lnTo>
                <a:lnTo>
                  <a:pt x="556022" y="619106"/>
                </a:lnTo>
                <a:lnTo>
                  <a:pt x="578930" y="620382"/>
                </a:lnTo>
                <a:lnTo>
                  <a:pt x="601837" y="621573"/>
                </a:lnTo>
                <a:lnTo>
                  <a:pt x="624754" y="622697"/>
                </a:lnTo>
                <a:lnTo>
                  <a:pt x="647671" y="623754"/>
                </a:lnTo>
                <a:lnTo>
                  <a:pt x="670598" y="624735"/>
                </a:lnTo>
                <a:lnTo>
                  <a:pt x="693515" y="625650"/>
                </a:lnTo>
                <a:lnTo>
                  <a:pt x="716442" y="626516"/>
                </a:lnTo>
                <a:lnTo>
                  <a:pt x="739378" y="627326"/>
                </a:lnTo>
                <a:lnTo>
                  <a:pt x="762305" y="628079"/>
                </a:lnTo>
                <a:lnTo>
                  <a:pt x="785231" y="628783"/>
                </a:lnTo>
                <a:lnTo>
                  <a:pt x="808168" y="629431"/>
                </a:lnTo>
                <a:lnTo>
                  <a:pt x="831104" y="630041"/>
                </a:lnTo>
                <a:lnTo>
                  <a:pt x="854040" y="630603"/>
                </a:lnTo>
                <a:lnTo>
                  <a:pt x="876976" y="631117"/>
                </a:lnTo>
                <a:lnTo>
                  <a:pt x="899912" y="631584"/>
                </a:lnTo>
                <a:lnTo>
                  <a:pt x="922849" y="632012"/>
                </a:lnTo>
                <a:lnTo>
                  <a:pt x="945794" y="632403"/>
                </a:lnTo>
                <a:lnTo>
                  <a:pt x="968731" y="632746"/>
                </a:lnTo>
                <a:lnTo>
                  <a:pt x="991667" y="633051"/>
                </a:lnTo>
                <a:lnTo>
                  <a:pt x="1014613" y="633317"/>
                </a:lnTo>
                <a:lnTo>
                  <a:pt x="1037549" y="633555"/>
                </a:lnTo>
                <a:lnTo>
                  <a:pt x="1060494" y="633746"/>
                </a:lnTo>
                <a:lnTo>
                  <a:pt x="1083431" y="633898"/>
                </a:lnTo>
                <a:lnTo>
                  <a:pt x="1106376" y="634013"/>
                </a:lnTo>
                <a:lnTo>
                  <a:pt x="1129322" y="634098"/>
                </a:lnTo>
                <a:lnTo>
                  <a:pt x="1152258" y="634136"/>
                </a:lnTo>
                <a:lnTo>
                  <a:pt x="1175204" y="634146"/>
                </a:lnTo>
                <a:lnTo>
                  <a:pt x="1198150" y="634117"/>
                </a:lnTo>
                <a:lnTo>
                  <a:pt x="1221086" y="634051"/>
                </a:lnTo>
                <a:lnTo>
                  <a:pt x="1244032" y="633946"/>
                </a:lnTo>
                <a:lnTo>
                  <a:pt x="1266977" y="633803"/>
                </a:lnTo>
                <a:lnTo>
                  <a:pt x="1289914" y="633622"/>
                </a:lnTo>
                <a:lnTo>
                  <a:pt x="1312859" y="633403"/>
                </a:lnTo>
                <a:lnTo>
                  <a:pt x="1335796" y="633155"/>
                </a:lnTo>
                <a:lnTo>
                  <a:pt x="1358741" y="632860"/>
                </a:lnTo>
                <a:lnTo>
                  <a:pt x="1381677" y="632527"/>
                </a:lnTo>
                <a:lnTo>
                  <a:pt x="1404614" y="632155"/>
                </a:lnTo>
                <a:lnTo>
                  <a:pt x="1427559" y="631736"/>
                </a:lnTo>
                <a:lnTo>
                  <a:pt x="1450496" y="631279"/>
                </a:lnTo>
                <a:lnTo>
                  <a:pt x="1473432" y="630784"/>
                </a:lnTo>
                <a:lnTo>
                  <a:pt x="1496368" y="630241"/>
                </a:lnTo>
                <a:lnTo>
                  <a:pt x="1519304" y="629650"/>
                </a:lnTo>
                <a:lnTo>
                  <a:pt x="1542231" y="629012"/>
                </a:lnTo>
                <a:lnTo>
                  <a:pt x="1565167" y="628336"/>
                </a:lnTo>
                <a:lnTo>
                  <a:pt x="1588094" y="627602"/>
                </a:lnTo>
                <a:lnTo>
                  <a:pt x="1611030" y="626812"/>
                </a:lnTo>
                <a:lnTo>
                  <a:pt x="1633957" y="625964"/>
                </a:lnTo>
                <a:lnTo>
                  <a:pt x="1656874" y="625059"/>
                </a:lnTo>
                <a:lnTo>
                  <a:pt x="1679800" y="624097"/>
                </a:lnTo>
                <a:lnTo>
                  <a:pt x="1702718" y="623078"/>
                </a:lnTo>
                <a:lnTo>
                  <a:pt x="1725635" y="621983"/>
                </a:lnTo>
                <a:lnTo>
                  <a:pt x="1748552" y="620811"/>
                </a:lnTo>
                <a:lnTo>
                  <a:pt x="1771460" y="619563"/>
                </a:lnTo>
                <a:lnTo>
                  <a:pt x="1794358" y="618230"/>
                </a:lnTo>
                <a:lnTo>
                  <a:pt x="1817256" y="616820"/>
                </a:lnTo>
                <a:lnTo>
                  <a:pt x="1840154" y="615286"/>
                </a:lnTo>
                <a:lnTo>
                  <a:pt x="1863033" y="613658"/>
                </a:lnTo>
                <a:lnTo>
                  <a:pt x="1885912" y="611905"/>
                </a:lnTo>
                <a:lnTo>
                  <a:pt x="1908772" y="610010"/>
                </a:lnTo>
                <a:lnTo>
                  <a:pt x="1931622" y="607962"/>
                </a:lnTo>
                <a:lnTo>
                  <a:pt x="1954454" y="605723"/>
                </a:lnTo>
                <a:lnTo>
                  <a:pt x="1977266" y="603275"/>
                </a:lnTo>
                <a:lnTo>
                  <a:pt x="2000050" y="600580"/>
                </a:lnTo>
                <a:lnTo>
                  <a:pt x="2022796" y="597551"/>
                </a:lnTo>
                <a:lnTo>
                  <a:pt x="2045475" y="594122"/>
                </a:lnTo>
                <a:lnTo>
                  <a:pt x="2068068" y="590121"/>
                </a:lnTo>
                <a:lnTo>
                  <a:pt x="2090490" y="585283"/>
                </a:lnTo>
                <a:lnTo>
                  <a:pt x="2112540" y="578987"/>
                </a:lnTo>
                <a:lnTo>
                  <a:pt x="2133105" y="569024"/>
                </a:lnTo>
                <a:lnTo>
                  <a:pt x="2142639" y="548707"/>
                </a:lnTo>
                <a:lnTo>
                  <a:pt x="2150250" y="527066"/>
                </a:lnTo>
                <a:lnTo>
                  <a:pt x="2157860" y="505416"/>
                </a:lnTo>
                <a:lnTo>
                  <a:pt x="2165471" y="483775"/>
                </a:lnTo>
                <a:lnTo>
                  <a:pt x="2173081" y="462134"/>
                </a:lnTo>
                <a:lnTo>
                  <a:pt x="2180682" y="440484"/>
                </a:lnTo>
                <a:lnTo>
                  <a:pt x="2188293" y="418843"/>
                </a:lnTo>
                <a:lnTo>
                  <a:pt x="2195903" y="397202"/>
                </a:lnTo>
                <a:lnTo>
                  <a:pt x="2203514" y="375552"/>
                </a:lnTo>
                <a:lnTo>
                  <a:pt x="2211124" y="353911"/>
                </a:lnTo>
                <a:lnTo>
                  <a:pt x="2218725" y="332270"/>
                </a:lnTo>
                <a:lnTo>
                  <a:pt x="2226335" y="310620"/>
                </a:lnTo>
                <a:lnTo>
                  <a:pt x="2233946" y="288979"/>
                </a:lnTo>
                <a:lnTo>
                  <a:pt x="2241556" y="267338"/>
                </a:lnTo>
                <a:lnTo>
                  <a:pt x="2249157" y="245688"/>
                </a:lnTo>
                <a:lnTo>
                  <a:pt x="2256768" y="224047"/>
                </a:lnTo>
                <a:lnTo>
                  <a:pt x="2264378" y="202406"/>
                </a:lnTo>
                <a:lnTo>
                  <a:pt x="2271989" y="180756"/>
                </a:lnTo>
                <a:lnTo>
                  <a:pt x="2279599" y="159115"/>
                </a:lnTo>
                <a:lnTo>
                  <a:pt x="2287200" y="137474"/>
                </a:lnTo>
                <a:lnTo>
                  <a:pt x="2294811" y="115824"/>
                </a:lnTo>
                <a:lnTo>
                  <a:pt x="2302421" y="94183"/>
                </a:lnTo>
                <a:lnTo>
                  <a:pt x="2310032" y="72542"/>
                </a:lnTo>
                <a:lnTo>
                  <a:pt x="2317642" y="50892"/>
                </a:lnTo>
                <a:lnTo>
                  <a:pt x="2325243" y="29251"/>
                </a:lnTo>
                <a:lnTo>
                  <a:pt x="2332853" y="7610"/>
                </a:lnTo>
                <a:lnTo>
                  <a:pt x="2326072" y="10630"/>
                </a:lnTo>
                <a:lnTo>
                  <a:pt x="2304669" y="18774"/>
                </a:lnTo>
                <a:lnTo>
                  <a:pt x="2282390" y="24251"/>
                </a:lnTo>
                <a:lnTo>
                  <a:pt x="2259854" y="28546"/>
                </a:lnTo>
                <a:lnTo>
                  <a:pt x="2237203" y="32137"/>
                </a:lnTo>
                <a:lnTo>
                  <a:pt x="2214467" y="35271"/>
                </a:lnTo>
                <a:lnTo>
                  <a:pt x="2191693" y="38043"/>
                </a:lnTo>
                <a:lnTo>
                  <a:pt x="2168890" y="40538"/>
                </a:lnTo>
                <a:lnTo>
                  <a:pt x="2146059" y="42815"/>
                </a:lnTo>
                <a:lnTo>
                  <a:pt x="2123218" y="44901"/>
                </a:lnTo>
                <a:lnTo>
                  <a:pt x="2100358" y="46834"/>
                </a:lnTo>
                <a:lnTo>
                  <a:pt x="2077479" y="48635"/>
                </a:lnTo>
                <a:lnTo>
                  <a:pt x="2054600" y="50302"/>
                </a:lnTo>
                <a:lnTo>
                  <a:pt x="2031711" y="51873"/>
                </a:lnTo>
                <a:lnTo>
                  <a:pt x="2008813" y="53340"/>
                </a:lnTo>
                <a:lnTo>
                  <a:pt x="1985915" y="54731"/>
                </a:lnTo>
                <a:lnTo>
                  <a:pt x="1963007" y="56036"/>
                </a:lnTo>
                <a:lnTo>
                  <a:pt x="1940100" y="57264"/>
                </a:lnTo>
                <a:lnTo>
                  <a:pt x="1917192" y="58426"/>
                </a:lnTo>
                <a:lnTo>
                  <a:pt x="1894275" y="59531"/>
                </a:lnTo>
                <a:lnTo>
                  <a:pt x="1871358" y="60579"/>
                </a:lnTo>
                <a:lnTo>
                  <a:pt x="1848431" y="61570"/>
                </a:lnTo>
                <a:lnTo>
                  <a:pt x="1825514" y="62503"/>
                </a:lnTo>
                <a:lnTo>
                  <a:pt x="1802587" y="63389"/>
                </a:lnTo>
                <a:lnTo>
                  <a:pt x="1779661" y="64237"/>
                </a:lnTo>
                <a:lnTo>
                  <a:pt x="1756734" y="65027"/>
                </a:lnTo>
                <a:lnTo>
                  <a:pt x="1733798" y="65789"/>
                </a:lnTo>
                <a:lnTo>
                  <a:pt x="1710871" y="66504"/>
                </a:lnTo>
                <a:lnTo>
                  <a:pt x="1687935" y="67180"/>
                </a:lnTo>
                <a:lnTo>
                  <a:pt x="1664999" y="67818"/>
                </a:lnTo>
                <a:lnTo>
                  <a:pt x="1642072" y="68418"/>
                </a:lnTo>
                <a:lnTo>
                  <a:pt x="1619136" y="68990"/>
                </a:lnTo>
                <a:lnTo>
                  <a:pt x="1596200" y="69523"/>
                </a:lnTo>
                <a:lnTo>
                  <a:pt x="1573263" y="70028"/>
                </a:lnTo>
                <a:lnTo>
                  <a:pt x="1550327" y="70495"/>
                </a:lnTo>
                <a:lnTo>
                  <a:pt x="1527381" y="70933"/>
                </a:lnTo>
                <a:lnTo>
                  <a:pt x="1504445" y="71333"/>
                </a:lnTo>
                <a:lnTo>
                  <a:pt x="1481509" y="71714"/>
                </a:lnTo>
                <a:lnTo>
                  <a:pt x="1458563" y="72066"/>
                </a:lnTo>
                <a:lnTo>
                  <a:pt x="1435627" y="72390"/>
                </a:lnTo>
                <a:lnTo>
                  <a:pt x="1412681" y="72685"/>
                </a:lnTo>
                <a:lnTo>
                  <a:pt x="1389745" y="72942"/>
                </a:lnTo>
                <a:lnTo>
                  <a:pt x="1366799" y="73181"/>
                </a:lnTo>
                <a:lnTo>
                  <a:pt x="1343863" y="73390"/>
                </a:lnTo>
                <a:lnTo>
                  <a:pt x="1320917" y="73581"/>
                </a:lnTo>
                <a:lnTo>
                  <a:pt x="1297981" y="73733"/>
                </a:lnTo>
                <a:lnTo>
                  <a:pt x="1275036" y="73876"/>
                </a:lnTo>
                <a:lnTo>
                  <a:pt x="1252090" y="73981"/>
                </a:lnTo>
                <a:lnTo>
                  <a:pt x="1229154" y="74057"/>
                </a:lnTo>
                <a:lnTo>
                  <a:pt x="1206208" y="74114"/>
                </a:lnTo>
                <a:lnTo>
                  <a:pt x="1183272" y="74143"/>
                </a:lnTo>
                <a:lnTo>
                  <a:pt x="1160326" y="74143"/>
                </a:lnTo>
                <a:lnTo>
                  <a:pt x="1137380" y="74124"/>
                </a:lnTo>
                <a:lnTo>
                  <a:pt x="1114444" y="74085"/>
                </a:lnTo>
                <a:lnTo>
                  <a:pt x="1091498" y="74009"/>
                </a:lnTo>
                <a:lnTo>
                  <a:pt x="1068553" y="73914"/>
                </a:lnTo>
                <a:lnTo>
                  <a:pt x="1045616" y="73790"/>
                </a:lnTo>
                <a:lnTo>
                  <a:pt x="1022671" y="73638"/>
                </a:lnTo>
                <a:lnTo>
                  <a:pt x="999734" y="73466"/>
                </a:lnTo>
                <a:lnTo>
                  <a:pt x="976789" y="73266"/>
                </a:lnTo>
                <a:lnTo>
                  <a:pt x="953843" y="73028"/>
                </a:lnTo>
                <a:lnTo>
                  <a:pt x="930907" y="72771"/>
                </a:lnTo>
                <a:lnTo>
                  <a:pt x="907961" y="72495"/>
                </a:lnTo>
                <a:lnTo>
                  <a:pt x="885025" y="72180"/>
                </a:lnTo>
                <a:lnTo>
                  <a:pt x="862089" y="71838"/>
                </a:lnTo>
                <a:lnTo>
                  <a:pt x="839143" y="71476"/>
                </a:lnTo>
                <a:lnTo>
                  <a:pt x="816207" y="71085"/>
                </a:lnTo>
                <a:lnTo>
                  <a:pt x="793271" y="70656"/>
                </a:lnTo>
                <a:lnTo>
                  <a:pt x="770334" y="70190"/>
                </a:lnTo>
                <a:lnTo>
                  <a:pt x="747398" y="69704"/>
                </a:lnTo>
                <a:lnTo>
                  <a:pt x="724462" y="69180"/>
                </a:lnTo>
                <a:lnTo>
                  <a:pt x="701526" y="68618"/>
                </a:lnTo>
                <a:lnTo>
                  <a:pt x="678590" y="68037"/>
                </a:lnTo>
                <a:lnTo>
                  <a:pt x="655653" y="67408"/>
                </a:lnTo>
                <a:lnTo>
                  <a:pt x="632717" y="66742"/>
                </a:lnTo>
                <a:lnTo>
                  <a:pt x="609791" y="66046"/>
                </a:lnTo>
                <a:lnTo>
                  <a:pt x="586854" y="65303"/>
                </a:lnTo>
                <a:lnTo>
                  <a:pt x="563928" y="64522"/>
                </a:lnTo>
                <a:lnTo>
                  <a:pt x="541001" y="63694"/>
                </a:lnTo>
                <a:lnTo>
                  <a:pt x="518074" y="62827"/>
                </a:lnTo>
                <a:lnTo>
                  <a:pt x="495148" y="61903"/>
                </a:lnTo>
                <a:lnTo>
                  <a:pt x="472230" y="60941"/>
                </a:lnTo>
                <a:lnTo>
                  <a:pt x="449313" y="59912"/>
                </a:lnTo>
                <a:lnTo>
                  <a:pt x="426396" y="58826"/>
                </a:lnTo>
                <a:lnTo>
                  <a:pt x="403479" y="57683"/>
                </a:lnTo>
                <a:lnTo>
                  <a:pt x="380571" y="56474"/>
                </a:lnTo>
                <a:lnTo>
                  <a:pt x="357664" y="55197"/>
                </a:lnTo>
                <a:lnTo>
                  <a:pt x="334756" y="53835"/>
                </a:lnTo>
                <a:lnTo>
                  <a:pt x="311868" y="52397"/>
                </a:lnTo>
                <a:lnTo>
                  <a:pt x="288969" y="50864"/>
                </a:lnTo>
                <a:lnTo>
                  <a:pt x="266090" y="49235"/>
                </a:lnTo>
                <a:lnTo>
                  <a:pt x="243211" y="47482"/>
                </a:lnTo>
                <a:lnTo>
                  <a:pt x="220351" y="45596"/>
                </a:lnTo>
                <a:lnTo>
                  <a:pt x="197491" y="43567"/>
                </a:lnTo>
                <a:lnTo>
                  <a:pt x="174660" y="41358"/>
                </a:lnTo>
                <a:lnTo>
                  <a:pt x="151848" y="38948"/>
                </a:lnTo>
                <a:lnTo>
                  <a:pt x="129054" y="36281"/>
                </a:lnTo>
                <a:lnTo>
                  <a:pt x="106309" y="33290"/>
                </a:lnTo>
                <a:lnTo>
                  <a:pt x="83620" y="29870"/>
                </a:lnTo>
                <a:lnTo>
                  <a:pt x="61036" y="25860"/>
                </a:lnTo>
                <a:lnTo>
                  <a:pt x="38643" y="20888"/>
                </a:lnTo>
                <a:lnTo>
                  <a:pt x="16764" y="14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1A68269-3E58-4017-B319-558D36BB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55318"/>
            <a:ext cx="233548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7769AEC2-0C84-485B-B65C-6D3BAC70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67163"/>
            <a:ext cx="1938223" cy="634117"/>
          </a:xfrm>
          <a:custGeom xmlns:a="http://schemas.openxmlformats.org/drawingml/2006/main">
            <a:pathLst>
              <a:path w="1938223" h="634117">
                <a:moveTo>
                  <a:pt x="0" y="0"/>
                </a:moveTo>
                <a:lnTo>
                  <a:pt x="6201" y="18755"/>
                </a:lnTo>
                <a:lnTo>
                  <a:pt x="12402" y="37509"/>
                </a:lnTo>
                <a:lnTo>
                  <a:pt x="18602" y="56255"/>
                </a:lnTo>
                <a:lnTo>
                  <a:pt x="24803" y="75009"/>
                </a:lnTo>
                <a:lnTo>
                  <a:pt x="31004" y="93764"/>
                </a:lnTo>
                <a:lnTo>
                  <a:pt x="37205" y="112519"/>
                </a:lnTo>
                <a:lnTo>
                  <a:pt x="43405" y="131274"/>
                </a:lnTo>
                <a:lnTo>
                  <a:pt x="49606" y="150019"/>
                </a:lnTo>
                <a:lnTo>
                  <a:pt x="55807" y="168773"/>
                </a:lnTo>
                <a:lnTo>
                  <a:pt x="62008" y="187528"/>
                </a:lnTo>
                <a:lnTo>
                  <a:pt x="68209" y="206283"/>
                </a:lnTo>
                <a:lnTo>
                  <a:pt x="74409" y="225038"/>
                </a:lnTo>
                <a:lnTo>
                  <a:pt x="80610" y="243792"/>
                </a:lnTo>
                <a:lnTo>
                  <a:pt x="86811" y="262538"/>
                </a:lnTo>
                <a:lnTo>
                  <a:pt x="93012" y="281292"/>
                </a:lnTo>
                <a:lnTo>
                  <a:pt x="99212" y="300047"/>
                </a:lnTo>
                <a:lnTo>
                  <a:pt x="105413" y="318802"/>
                </a:lnTo>
                <a:lnTo>
                  <a:pt x="111614" y="337556"/>
                </a:lnTo>
                <a:lnTo>
                  <a:pt x="117815" y="356302"/>
                </a:lnTo>
                <a:lnTo>
                  <a:pt x="124016" y="375056"/>
                </a:lnTo>
                <a:lnTo>
                  <a:pt x="130216" y="393811"/>
                </a:lnTo>
                <a:lnTo>
                  <a:pt x="136427" y="412566"/>
                </a:lnTo>
                <a:lnTo>
                  <a:pt x="142627" y="431321"/>
                </a:lnTo>
                <a:lnTo>
                  <a:pt x="148828" y="450066"/>
                </a:lnTo>
                <a:lnTo>
                  <a:pt x="155029" y="468821"/>
                </a:lnTo>
                <a:lnTo>
                  <a:pt x="161230" y="487575"/>
                </a:lnTo>
                <a:lnTo>
                  <a:pt x="167430" y="506330"/>
                </a:lnTo>
                <a:lnTo>
                  <a:pt x="173631" y="525085"/>
                </a:lnTo>
                <a:lnTo>
                  <a:pt x="179832" y="543830"/>
                </a:lnTo>
                <a:lnTo>
                  <a:pt x="185566" y="562689"/>
                </a:lnTo>
                <a:lnTo>
                  <a:pt x="199692" y="575805"/>
                </a:lnTo>
                <a:lnTo>
                  <a:pt x="217961" y="583263"/>
                </a:lnTo>
                <a:lnTo>
                  <a:pt x="236934" y="588740"/>
                </a:lnTo>
                <a:lnTo>
                  <a:pt x="256175" y="593160"/>
                </a:lnTo>
                <a:lnTo>
                  <a:pt x="275568" y="596903"/>
                </a:lnTo>
                <a:lnTo>
                  <a:pt x="295056" y="600161"/>
                </a:lnTo>
                <a:lnTo>
                  <a:pt x="314592" y="603066"/>
                </a:lnTo>
                <a:lnTo>
                  <a:pt x="334166" y="605666"/>
                </a:lnTo>
                <a:lnTo>
                  <a:pt x="353778" y="608038"/>
                </a:lnTo>
                <a:lnTo>
                  <a:pt x="373409" y="610200"/>
                </a:lnTo>
                <a:lnTo>
                  <a:pt x="393059" y="612191"/>
                </a:lnTo>
                <a:lnTo>
                  <a:pt x="412728" y="614020"/>
                </a:lnTo>
                <a:lnTo>
                  <a:pt x="432406" y="615725"/>
                </a:lnTo>
                <a:lnTo>
                  <a:pt x="452095" y="617306"/>
                </a:lnTo>
                <a:lnTo>
                  <a:pt x="471792" y="618782"/>
                </a:lnTo>
                <a:lnTo>
                  <a:pt x="491490" y="620154"/>
                </a:lnTo>
                <a:lnTo>
                  <a:pt x="511207" y="621440"/>
                </a:lnTo>
                <a:lnTo>
                  <a:pt x="530914" y="622630"/>
                </a:lnTo>
                <a:lnTo>
                  <a:pt x="550640" y="623754"/>
                </a:lnTo>
                <a:lnTo>
                  <a:pt x="570357" y="624792"/>
                </a:lnTo>
                <a:lnTo>
                  <a:pt x="590093" y="625764"/>
                </a:lnTo>
                <a:lnTo>
                  <a:pt x="609819" y="626669"/>
                </a:lnTo>
                <a:lnTo>
                  <a:pt x="629555" y="627517"/>
                </a:lnTo>
                <a:lnTo>
                  <a:pt x="649291" y="628307"/>
                </a:lnTo>
                <a:lnTo>
                  <a:pt x="669026" y="629031"/>
                </a:lnTo>
                <a:lnTo>
                  <a:pt x="688772" y="629698"/>
                </a:lnTo>
                <a:lnTo>
                  <a:pt x="708508" y="630317"/>
                </a:lnTo>
                <a:lnTo>
                  <a:pt x="728253" y="630888"/>
                </a:lnTo>
                <a:lnTo>
                  <a:pt x="747998" y="631403"/>
                </a:lnTo>
                <a:lnTo>
                  <a:pt x="767744" y="631879"/>
                </a:lnTo>
                <a:lnTo>
                  <a:pt x="787489" y="632298"/>
                </a:lnTo>
                <a:lnTo>
                  <a:pt x="807234" y="632679"/>
                </a:lnTo>
                <a:lnTo>
                  <a:pt x="826989" y="633012"/>
                </a:lnTo>
                <a:lnTo>
                  <a:pt x="846734" y="633298"/>
                </a:lnTo>
                <a:lnTo>
                  <a:pt x="866489" y="633536"/>
                </a:lnTo>
                <a:lnTo>
                  <a:pt x="886235" y="633736"/>
                </a:lnTo>
                <a:lnTo>
                  <a:pt x="905989" y="633898"/>
                </a:lnTo>
                <a:lnTo>
                  <a:pt x="925735" y="634013"/>
                </a:lnTo>
                <a:lnTo>
                  <a:pt x="945490" y="634089"/>
                </a:lnTo>
                <a:lnTo>
                  <a:pt x="965244" y="634117"/>
                </a:lnTo>
                <a:lnTo>
                  <a:pt x="984990" y="634117"/>
                </a:lnTo>
                <a:lnTo>
                  <a:pt x="1004745" y="634060"/>
                </a:lnTo>
                <a:lnTo>
                  <a:pt x="1024499" y="633974"/>
                </a:lnTo>
                <a:lnTo>
                  <a:pt x="1044245" y="633841"/>
                </a:lnTo>
                <a:lnTo>
                  <a:pt x="1064000" y="633660"/>
                </a:lnTo>
                <a:lnTo>
                  <a:pt x="1083745" y="633441"/>
                </a:lnTo>
                <a:lnTo>
                  <a:pt x="1103500" y="633174"/>
                </a:lnTo>
                <a:lnTo>
                  <a:pt x="1123245" y="632870"/>
                </a:lnTo>
                <a:lnTo>
                  <a:pt x="1143000" y="632517"/>
                </a:lnTo>
                <a:lnTo>
                  <a:pt x="1162745" y="632117"/>
                </a:lnTo>
                <a:lnTo>
                  <a:pt x="1182491" y="631679"/>
                </a:lnTo>
                <a:lnTo>
                  <a:pt x="1202236" y="631193"/>
                </a:lnTo>
                <a:lnTo>
                  <a:pt x="1221981" y="630650"/>
                </a:lnTo>
                <a:lnTo>
                  <a:pt x="1241727" y="630060"/>
                </a:lnTo>
                <a:lnTo>
                  <a:pt x="1261462" y="629422"/>
                </a:lnTo>
                <a:lnTo>
                  <a:pt x="1281208" y="628726"/>
                </a:lnTo>
                <a:lnTo>
                  <a:pt x="1300944" y="627974"/>
                </a:lnTo>
                <a:lnTo>
                  <a:pt x="1320679" y="627164"/>
                </a:lnTo>
                <a:lnTo>
                  <a:pt x="1340406" y="626288"/>
                </a:lnTo>
                <a:lnTo>
                  <a:pt x="1360141" y="625364"/>
                </a:lnTo>
                <a:lnTo>
                  <a:pt x="1379868" y="624354"/>
                </a:lnTo>
                <a:lnTo>
                  <a:pt x="1399584" y="623278"/>
                </a:lnTo>
                <a:lnTo>
                  <a:pt x="1419301" y="622125"/>
                </a:lnTo>
                <a:lnTo>
                  <a:pt x="1439018" y="620906"/>
                </a:lnTo>
                <a:lnTo>
                  <a:pt x="1458725" y="619573"/>
                </a:lnTo>
                <a:lnTo>
                  <a:pt x="1478423" y="618163"/>
                </a:lnTo>
                <a:lnTo>
                  <a:pt x="1498121" y="616649"/>
                </a:lnTo>
                <a:lnTo>
                  <a:pt x="1517799" y="615010"/>
                </a:lnTo>
                <a:lnTo>
                  <a:pt x="1537478" y="613258"/>
                </a:lnTo>
                <a:lnTo>
                  <a:pt x="1557137" y="611353"/>
                </a:lnTo>
                <a:lnTo>
                  <a:pt x="1576778" y="609295"/>
                </a:lnTo>
                <a:lnTo>
                  <a:pt x="1596400" y="607047"/>
                </a:lnTo>
                <a:lnTo>
                  <a:pt x="1616002" y="604580"/>
                </a:lnTo>
                <a:lnTo>
                  <a:pt x="1635557" y="601856"/>
                </a:lnTo>
                <a:lnTo>
                  <a:pt x="1655074" y="598818"/>
                </a:lnTo>
                <a:lnTo>
                  <a:pt x="1674524" y="595360"/>
                </a:lnTo>
                <a:lnTo>
                  <a:pt x="1693859" y="591360"/>
                </a:lnTo>
                <a:lnTo>
                  <a:pt x="1713024" y="586550"/>
                </a:lnTo>
                <a:lnTo>
                  <a:pt x="1731778" y="580406"/>
                </a:lnTo>
                <a:lnTo>
                  <a:pt x="1749276" y="571357"/>
                </a:lnTo>
                <a:lnTo>
                  <a:pt x="1758391" y="554546"/>
                </a:lnTo>
                <a:lnTo>
                  <a:pt x="1764592" y="535791"/>
                </a:lnTo>
                <a:lnTo>
                  <a:pt x="1770793" y="517036"/>
                </a:lnTo>
                <a:lnTo>
                  <a:pt x="1777003" y="498291"/>
                </a:lnTo>
                <a:lnTo>
                  <a:pt x="1783204" y="479536"/>
                </a:lnTo>
                <a:lnTo>
                  <a:pt x="1789405" y="460781"/>
                </a:lnTo>
                <a:lnTo>
                  <a:pt x="1795605" y="442027"/>
                </a:lnTo>
                <a:lnTo>
                  <a:pt x="1801806" y="423272"/>
                </a:lnTo>
                <a:lnTo>
                  <a:pt x="1808007" y="404527"/>
                </a:lnTo>
                <a:lnTo>
                  <a:pt x="1814208" y="385772"/>
                </a:lnTo>
                <a:lnTo>
                  <a:pt x="1820408" y="367017"/>
                </a:lnTo>
                <a:lnTo>
                  <a:pt x="1826609" y="348263"/>
                </a:lnTo>
                <a:lnTo>
                  <a:pt x="1832810" y="329508"/>
                </a:lnTo>
                <a:lnTo>
                  <a:pt x="1839011" y="310763"/>
                </a:lnTo>
                <a:lnTo>
                  <a:pt x="1845212" y="292008"/>
                </a:lnTo>
                <a:lnTo>
                  <a:pt x="1851412" y="273253"/>
                </a:lnTo>
                <a:lnTo>
                  <a:pt x="1857613" y="254498"/>
                </a:lnTo>
                <a:lnTo>
                  <a:pt x="1863814" y="235744"/>
                </a:lnTo>
                <a:lnTo>
                  <a:pt x="1870015" y="216989"/>
                </a:lnTo>
                <a:lnTo>
                  <a:pt x="1876215" y="198244"/>
                </a:lnTo>
                <a:lnTo>
                  <a:pt x="1882416" y="179489"/>
                </a:lnTo>
                <a:lnTo>
                  <a:pt x="1888617" y="160734"/>
                </a:lnTo>
                <a:lnTo>
                  <a:pt x="1894818" y="141980"/>
                </a:lnTo>
                <a:lnTo>
                  <a:pt x="1901019" y="123225"/>
                </a:lnTo>
                <a:lnTo>
                  <a:pt x="1907219" y="104480"/>
                </a:lnTo>
                <a:lnTo>
                  <a:pt x="1913420" y="85725"/>
                </a:lnTo>
                <a:lnTo>
                  <a:pt x="1919621" y="66970"/>
                </a:lnTo>
                <a:lnTo>
                  <a:pt x="1925822" y="48216"/>
                </a:lnTo>
                <a:lnTo>
                  <a:pt x="1932022" y="29461"/>
                </a:lnTo>
                <a:lnTo>
                  <a:pt x="1938223" y="10716"/>
                </a:lnTo>
                <a:lnTo>
                  <a:pt x="1938052" y="7353"/>
                </a:lnTo>
                <a:lnTo>
                  <a:pt x="1920954" y="16993"/>
                </a:lnTo>
                <a:lnTo>
                  <a:pt x="1902162" y="23041"/>
                </a:lnTo>
                <a:lnTo>
                  <a:pt x="1882959" y="27680"/>
                </a:lnTo>
                <a:lnTo>
                  <a:pt x="1863585" y="31509"/>
                </a:lnTo>
                <a:lnTo>
                  <a:pt x="1844107" y="34795"/>
                </a:lnTo>
                <a:lnTo>
                  <a:pt x="1824571" y="37709"/>
                </a:lnTo>
                <a:lnTo>
                  <a:pt x="1804997" y="40310"/>
                </a:lnTo>
                <a:lnTo>
                  <a:pt x="1785385" y="42682"/>
                </a:lnTo>
                <a:lnTo>
                  <a:pt x="1765754" y="44853"/>
                </a:lnTo>
                <a:lnTo>
                  <a:pt x="1746104" y="46844"/>
                </a:lnTo>
                <a:lnTo>
                  <a:pt x="1726435" y="48701"/>
                </a:lnTo>
                <a:lnTo>
                  <a:pt x="1706766" y="50425"/>
                </a:lnTo>
                <a:lnTo>
                  <a:pt x="1687078" y="52045"/>
                </a:lnTo>
                <a:lnTo>
                  <a:pt x="1667380" y="53550"/>
                </a:lnTo>
                <a:lnTo>
                  <a:pt x="1647682" y="54969"/>
                </a:lnTo>
                <a:lnTo>
                  <a:pt x="1627975" y="56302"/>
                </a:lnTo>
                <a:lnTo>
                  <a:pt x="1608268" y="57560"/>
                </a:lnTo>
                <a:lnTo>
                  <a:pt x="1588551" y="58750"/>
                </a:lnTo>
                <a:lnTo>
                  <a:pt x="1568834" y="59874"/>
                </a:lnTo>
                <a:lnTo>
                  <a:pt x="1549108" y="60941"/>
                </a:lnTo>
                <a:lnTo>
                  <a:pt x="1529382" y="61941"/>
                </a:lnTo>
                <a:lnTo>
                  <a:pt x="1509655" y="62894"/>
                </a:lnTo>
                <a:lnTo>
                  <a:pt x="1489920" y="63789"/>
                </a:lnTo>
                <a:lnTo>
                  <a:pt x="1470184" y="64637"/>
                </a:lnTo>
                <a:lnTo>
                  <a:pt x="1450448" y="65437"/>
                </a:lnTo>
                <a:lnTo>
                  <a:pt x="1430712" y="66199"/>
                </a:lnTo>
                <a:lnTo>
                  <a:pt x="1410976" y="66913"/>
                </a:lnTo>
                <a:lnTo>
                  <a:pt x="1391241" y="67589"/>
                </a:lnTo>
                <a:lnTo>
                  <a:pt x="1371495" y="68228"/>
                </a:lnTo>
                <a:lnTo>
                  <a:pt x="1351750" y="68828"/>
                </a:lnTo>
                <a:lnTo>
                  <a:pt x="1332014" y="69390"/>
                </a:lnTo>
                <a:lnTo>
                  <a:pt x="1312269" y="69914"/>
                </a:lnTo>
                <a:lnTo>
                  <a:pt x="1292523" y="70409"/>
                </a:lnTo>
                <a:lnTo>
                  <a:pt x="1272778" y="70866"/>
                </a:lnTo>
                <a:lnTo>
                  <a:pt x="1253023" y="71295"/>
                </a:lnTo>
                <a:lnTo>
                  <a:pt x="1233278" y="71685"/>
                </a:lnTo>
                <a:lnTo>
                  <a:pt x="1213533" y="72047"/>
                </a:lnTo>
                <a:lnTo>
                  <a:pt x="1193778" y="72380"/>
                </a:lnTo>
                <a:lnTo>
                  <a:pt x="1174032" y="72685"/>
                </a:lnTo>
                <a:lnTo>
                  <a:pt x="1154287" y="72962"/>
                </a:lnTo>
                <a:lnTo>
                  <a:pt x="1134532" y="73209"/>
                </a:lnTo>
                <a:lnTo>
                  <a:pt x="1114787" y="73419"/>
                </a:lnTo>
                <a:lnTo>
                  <a:pt x="1095032" y="73609"/>
                </a:lnTo>
                <a:lnTo>
                  <a:pt x="1075277" y="73762"/>
                </a:lnTo>
                <a:lnTo>
                  <a:pt x="1055532" y="73895"/>
                </a:lnTo>
                <a:lnTo>
                  <a:pt x="1035777" y="74000"/>
                </a:lnTo>
                <a:lnTo>
                  <a:pt x="1016032" y="74076"/>
                </a:lnTo>
                <a:lnTo>
                  <a:pt x="996277" y="74124"/>
                </a:lnTo>
                <a:lnTo>
                  <a:pt x="976522" y="74152"/>
                </a:lnTo>
                <a:lnTo>
                  <a:pt x="956777" y="74143"/>
                </a:lnTo>
                <a:lnTo>
                  <a:pt x="937022" y="74105"/>
                </a:lnTo>
                <a:lnTo>
                  <a:pt x="917267" y="74047"/>
                </a:lnTo>
                <a:lnTo>
                  <a:pt x="897522" y="73962"/>
                </a:lnTo>
                <a:lnTo>
                  <a:pt x="877767" y="73847"/>
                </a:lnTo>
                <a:lnTo>
                  <a:pt x="858012" y="73704"/>
                </a:lnTo>
                <a:lnTo>
                  <a:pt x="838267" y="73533"/>
                </a:lnTo>
                <a:lnTo>
                  <a:pt x="818512" y="73333"/>
                </a:lnTo>
                <a:lnTo>
                  <a:pt x="798767" y="73104"/>
                </a:lnTo>
                <a:lnTo>
                  <a:pt x="779012" y="72847"/>
                </a:lnTo>
                <a:lnTo>
                  <a:pt x="759266" y="72561"/>
                </a:lnTo>
                <a:lnTo>
                  <a:pt x="739521" y="72247"/>
                </a:lnTo>
                <a:lnTo>
                  <a:pt x="719766" y="71904"/>
                </a:lnTo>
                <a:lnTo>
                  <a:pt x="700021" y="71523"/>
                </a:lnTo>
                <a:lnTo>
                  <a:pt x="680276" y="71114"/>
                </a:lnTo>
                <a:lnTo>
                  <a:pt x="660530" y="70676"/>
                </a:lnTo>
                <a:lnTo>
                  <a:pt x="640775" y="70199"/>
                </a:lnTo>
                <a:lnTo>
                  <a:pt x="621040" y="69694"/>
                </a:lnTo>
                <a:lnTo>
                  <a:pt x="601294" y="69152"/>
                </a:lnTo>
                <a:lnTo>
                  <a:pt x="581549" y="68570"/>
                </a:lnTo>
                <a:lnTo>
                  <a:pt x="561804" y="67951"/>
                </a:lnTo>
                <a:lnTo>
                  <a:pt x="542068" y="67304"/>
                </a:lnTo>
                <a:lnTo>
                  <a:pt x="522322" y="66608"/>
                </a:lnTo>
                <a:lnTo>
                  <a:pt x="502587" y="65875"/>
                </a:lnTo>
                <a:lnTo>
                  <a:pt x="482851" y="65094"/>
                </a:lnTo>
                <a:lnTo>
                  <a:pt x="463115" y="64275"/>
                </a:lnTo>
                <a:lnTo>
                  <a:pt x="443389" y="63408"/>
                </a:lnTo>
                <a:lnTo>
                  <a:pt x="423653" y="62484"/>
                </a:lnTo>
                <a:lnTo>
                  <a:pt x="403927" y="61512"/>
                </a:lnTo>
                <a:lnTo>
                  <a:pt x="384200" y="60484"/>
                </a:lnTo>
                <a:lnTo>
                  <a:pt x="364484" y="59398"/>
                </a:lnTo>
                <a:lnTo>
                  <a:pt x="344767" y="58245"/>
                </a:lnTo>
                <a:lnTo>
                  <a:pt x="325050" y="57036"/>
                </a:lnTo>
                <a:lnTo>
                  <a:pt x="305343" y="55740"/>
                </a:lnTo>
                <a:lnTo>
                  <a:pt x="285636" y="54369"/>
                </a:lnTo>
                <a:lnTo>
                  <a:pt x="265938" y="52911"/>
                </a:lnTo>
                <a:lnTo>
                  <a:pt x="246250" y="51359"/>
                </a:lnTo>
                <a:lnTo>
                  <a:pt x="226562" y="49701"/>
                </a:lnTo>
                <a:lnTo>
                  <a:pt x="206893" y="47920"/>
                </a:lnTo>
                <a:lnTo>
                  <a:pt x="187233" y="46015"/>
                </a:lnTo>
                <a:lnTo>
                  <a:pt x="167592" y="43939"/>
                </a:lnTo>
                <a:lnTo>
                  <a:pt x="147971" y="41691"/>
                </a:lnTo>
                <a:lnTo>
                  <a:pt x="128368" y="39233"/>
                </a:lnTo>
                <a:lnTo>
                  <a:pt x="108814" y="36500"/>
                </a:lnTo>
                <a:lnTo>
                  <a:pt x="89297" y="33442"/>
                </a:lnTo>
                <a:lnTo>
                  <a:pt x="69856" y="29937"/>
                </a:lnTo>
                <a:lnTo>
                  <a:pt x="50549" y="25813"/>
                </a:lnTo>
                <a:lnTo>
                  <a:pt x="31480" y="20679"/>
                </a:lnTo>
                <a:lnTo>
                  <a:pt x="13068" y="135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F79CCB3-910A-426E-B17D-77FC5FDF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61749"/>
            <a:ext cx="1941747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0FA829A6-AA5E-43D5-BFB7-BE233D20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73632"/>
            <a:ext cx="1570511" cy="634041"/>
          </a:xfrm>
          <a:custGeom xmlns:a="http://schemas.openxmlformats.org/drawingml/2006/main">
            <a:pathLst>
              <a:path w="1570511" h="634041">
                <a:moveTo>
                  <a:pt x="0" y="0"/>
                </a:moveTo>
                <a:lnTo>
                  <a:pt x="5744" y="18164"/>
                </a:lnTo>
                <a:lnTo>
                  <a:pt x="11478" y="36319"/>
                </a:lnTo>
                <a:lnTo>
                  <a:pt x="17221" y="54483"/>
                </a:lnTo>
                <a:lnTo>
                  <a:pt x="22955" y="72647"/>
                </a:lnTo>
                <a:lnTo>
                  <a:pt x="28699" y="90811"/>
                </a:lnTo>
                <a:lnTo>
                  <a:pt x="34442" y="108966"/>
                </a:lnTo>
                <a:lnTo>
                  <a:pt x="40176" y="127130"/>
                </a:lnTo>
                <a:lnTo>
                  <a:pt x="45920" y="145294"/>
                </a:lnTo>
                <a:lnTo>
                  <a:pt x="51654" y="163459"/>
                </a:lnTo>
                <a:lnTo>
                  <a:pt x="57398" y="181613"/>
                </a:lnTo>
                <a:lnTo>
                  <a:pt x="63141" y="199777"/>
                </a:lnTo>
                <a:lnTo>
                  <a:pt x="68875" y="217942"/>
                </a:lnTo>
                <a:lnTo>
                  <a:pt x="74619" y="236096"/>
                </a:lnTo>
                <a:lnTo>
                  <a:pt x="80353" y="254260"/>
                </a:lnTo>
                <a:lnTo>
                  <a:pt x="86096" y="272425"/>
                </a:lnTo>
                <a:lnTo>
                  <a:pt x="91840" y="290589"/>
                </a:lnTo>
                <a:lnTo>
                  <a:pt x="97574" y="308743"/>
                </a:lnTo>
                <a:lnTo>
                  <a:pt x="103318" y="326908"/>
                </a:lnTo>
                <a:lnTo>
                  <a:pt x="109052" y="345072"/>
                </a:lnTo>
                <a:lnTo>
                  <a:pt x="114795" y="363236"/>
                </a:lnTo>
                <a:lnTo>
                  <a:pt x="120539" y="381391"/>
                </a:lnTo>
                <a:lnTo>
                  <a:pt x="126273" y="399555"/>
                </a:lnTo>
                <a:lnTo>
                  <a:pt x="132017" y="417719"/>
                </a:lnTo>
                <a:lnTo>
                  <a:pt x="137751" y="435874"/>
                </a:lnTo>
                <a:lnTo>
                  <a:pt x="143494" y="454038"/>
                </a:lnTo>
                <a:lnTo>
                  <a:pt x="149238" y="472202"/>
                </a:lnTo>
                <a:lnTo>
                  <a:pt x="154972" y="490366"/>
                </a:lnTo>
                <a:lnTo>
                  <a:pt x="160715" y="508521"/>
                </a:lnTo>
                <a:lnTo>
                  <a:pt x="166449" y="526685"/>
                </a:lnTo>
                <a:lnTo>
                  <a:pt x="172193" y="544849"/>
                </a:lnTo>
                <a:lnTo>
                  <a:pt x="177394" y="563118"/>
                </a:lnTo>
                <a:lnTo>
                  <a:pt x="189929" y="576891"/>
                </a:lnTo>
                <a:lnTo>
                  <a:pt x="207064" y="585149"/>
                </a:lnTo>
                <a:lnTo>
                  <a:pt x="225114" y="591198"/>
                </a:lnTo>
                <a:lnTo>
                  <a:pt x="243535" y="596046"/>
                </a:lnTo>
                <a:lnTo>
                  <a:pt x="262138" y="600132"/>
                </a:lnTo>
                <a:lnTo>
                  <a:pt x="280854" y="603666"/>
                </a:lnTo>
                <a:lnTo>
                  <a:pt x="299647" y="606771"/>
                </a:lnTo>
                <a:lnTo>
                  <a:pt x="318487" y="609552"/>
                </a:lnTo>
                <a:lnTo>
                  <a:pt x="337366" y="612057"/>
                </a:lnTo>
                <a:lnTo>
                  <a:pt x="356283" y="614324"/>
                </a:lnTo>
                <a:lnTo>
                  <a:pt x="375218" y="616382"/>
                </a:lnTo>
                <a:lnTo>
                  <a:pt x="394164" y="618268"/>
                </a:lnTo>
                <a:lnTo>
                  <a:pt x="413137" y="619992"/>
                </a:lnTo>
                <a:lnTo>
                  <a:pt x="432121" y="621582"/>
                </a:lnTo>
                <a:lnTo>
                  <a:pt x="451104" y="623040"/>
                </a:lnTo>
                <a:lnTo>
                  <a:pt x="470106" y="624383"/>
                </a:lnTo>
                <a:lnTo>
                  <a:pt x="489118" y="625602"/>
                </a:lnTo>
                <a:lnTo>
                  <a:pt x="508130" y="626735"/>
                </a:lnTo>
                <a:lnTo>
                  <a:pt x="527152" y="627755"/>
                </a:lnTo>
                <a:lnTo>
                  <a:pt x="546173" y="628698"/>
                </a:lnTo>
                <a:lnTo>
                  <a:pt x="565204" y="629555"/>
                </a:lnTo>
                <a:lnTo>
                  <a:pt x="584235" y="630317"/>
                </a:lnTo>
                <a:lnTo>
                  <a:pt x="603266" y="631012"/>
                </a:lnTo>
                <a:lnTo>
                  <a:pt x="622306" y="631622"/>
                </a:lnTo>
                <a:lnTo>
                  <a:pt x="641337" y="632165"/>
                </a:lnTo>
                <a:lnTo>
                  <a:pt x="660387" y="632641"/>
                </a:lnTo>
                <a:lnTo>
                  <a:pt x="679428" y="633041"/>
                </a:lnTo>
                <a:lnTo>
                  <a:pt x="698468" y="633374"/>
                </a:lnTo>
                <a:lnTo>
                  <a:pt x="717518" y="633641"/>
                </a:lnTo>
                <a:lnTo>
                  <a:pt x="736559" y="633832"/>
                </a:lnTo>
                <a:lnTo>
                  <a:pt x="755609" y="633974"/>
                </a:lnTo>
                <a:lnTo>
                  <a:pt x="774659" y="634041"/>
                </a:lnTo>
                <a:lnTo>
                  <a:pt x="793699" y="634041"/>
                </a:lnTo>
                <a:lnTo>
                  <a:pt x="812749" y="633984"/>
                </a:lnTo>
                <a:lnTo>
                  <a:pt x="831790" y="633860"/>
                </a:lnTo>
                <a:lnTo>
                  <a:pt x="850840" y="633670"/>
                </a:lnTo>
                <a:lnTo>
                  <a:pt x="869890" y="633422"/>
                </a:lnTo>
                <a:lnTo>
                  <a:pt x="888930" y="633098"/>
                </a:lnTo>
                <a:lnTo>
                  <a:pt x="907971" y="632708"/>
                </a:lnTo>
                <a:lnTo>
                  <a:pt x="927011" y="632250"/>
                </a:lnTo>
                <a:lnTo>
                  <a:pt x="946052" y="631717"/>
                </a:lnTo>
                <a:lnTo>
                  <a:pt x="965092" y="631117"/>
                </a:lnTo>
                <a:lnTo>
                  <a:pt x="984123" y="630441"/>
                </a:lnTo>
                <a:lnTo>
                  <a:pt x="1003154" y="629679"/>
                </a:lnTo>
                <a:lnTo>
                  <a:pt x="1022185" y="628841"/>
                </a:lnTo>
                <a:lnTo>
                  <a:pt x="1041216" y="627917"/>
                </a:lnTo>
                <a:lnTo>
                  <a:pt x="1060228" y="626907"/>
                </a:lnTo>
                <a:lnTo>
                  <a:pt x="1079249" y="625793"/>
                </a:lnTo>
                <a:lnTo>
                  <a:pt x="1098252" y="624583"/>
                </a:lnTo>
                <a:lnTo>
                  <a:pt x="1117254" y="623259"/>
                </a:lnTo>
                <a:lnTo>
                  <a:pt x="1136247" y="621830"/>
                </a:lnTo>
                <a:lnTo>
                  <a:pt x="1155230" y="620258"/>
                </a:lnTo>
                <a:lnTo>
                  <a:pt x="1174204" y="618554"/>
                </a:lnTo>
                <a:lnTo>
                  <a:pt x="1193159" y="616696"/>
                </a:lnTo>
                <a:lnTo>
                  <a:pt x="1212094" y="614667"/>
                </a:lnTo>
                <a:lnTo>
                  <a:pt x="1231011" y="612438"/>
                </a:lnTo>
                <a:lnTo>
                  <a:pt x="1249899" y="609971"/>
                </a:lnTo>
                <a:lnTo>
                  <a:pt x="1268749" y="607247"/>
                </a:lnTo>
                <a:lnTo>
                  <a:pt x="1287551" y="604190"/>
                </a:lnTo>
                <a:lnTo>
                  <a:pt x="1306278" y="600732"/>
                </a:lnTo>
                <a:lnTo>
                  <a:pt x="1324908" y="596751"/>
                </a:lnTo>
                <a:lnTo>
                  <a:pt x="1343358" y="592045"/>
                </a:lnTo>
                <a:lnTo>
                  <a:pt x="1361494" y="586235"/>
                </a:lnTo>
                <a:lnTo>
                  <a:pt x="1378858" y="578463"/>
                </a:lnTo>
                <a:lnTo>
                  <a:pt x="1392917" y="565976"/>
                </a:lnTo>
                <a:lnTo>
                  <a:pt x="1398318" y="547783"/>
                </a:lnTo>
                <a:lnTo>
                  <a:pt x="1404052" y="529619"/>
                </a:lnTo>
                <a:lnTo>
                  <a:pt x="1409795" y="511464"/>
                </a:lnTo>
                <a:lnTo>
                  <a:pt x="1415529" y="493300"/>
                </a:lnTo>
                <a:lnTo>
                  <a:pt x="1421273" y="475136"/>
                </a:lnTo>
                <a:lnTo>
                  <a:pt x="1427016" y="456971"/>
                </a:lnTo>
                <a:lnTo>
                  <a:pt x="1432750" y="438817"/>
                </a:lnTo>
                <a:lnTo>
                  <a:pt x="1438494" y="420653"/>
                </a:lnTo>
                <a:lnTo>
                  <a:pt x="1444228" y="402488"/>
                </a:lnTo>
                <a:lnTo>
                  <a:pt x="1449972" y="384324"/>
                </a:lnTo>
                <a:lnTo>
                  <a:pt x="1455715" y="366170"/>
                </a:lnTo>
                <a:lnTo>
                  <a:pt x="1461449" y="348005"/>
                </a:lnTo>
                <a:lnTo>
                  <a:pt x="1467193" y="329841"/>
                </a:lnTo>
                <a:lnTo>
                  <a:pt x="1472927" y="311687"/>
                </a:lnTo>
                <a:lnTo>
                  <a:pt x="1478671" y="293522"/>
                </a:lnTo>
                <a:lnTo>
                  <a:pt x="1484414" y="275358"/>
                </a:lnTo>
                <a:lnTo>
                  <a:pt x="1490148" y="257194"/>
                </a:lnTo>
                <a:lnTo>
                  <a:pt x="1495892" y="239039"/>
                </a:lnTo>
                <a:lnTo>
                  <a:pt x="1501626" y="220875"/>
                </a:lnTo>
                <a:lnTo>
                  <a:pt x="1507369" y="202711"/>
                </a:lnTo>
                <a:lnTo>
                  <a:pt x="1513113" y="184547"/>
                </a:lnTo>
                <a:lnTo>
                  <a:pt x="1518847" y="166392"/>
                </a:lnTo>
                <a:lnTo>
                  <a:pt x="1524591" y="148228"/>
                </a:lnTo>
                <a:lnTo>
                  <a:pt x="1530325" y="130064"/>
                </a:lnTo>
                <a:lnTo>
                  <a:pt x="1536068" y="111909"/>
                </a:lnTo>
                <a:lnTo>
                  <a:pt x="1541812" y="93745"/>
                </a:lnTo>
                <a:lnTo>
                  <a:pt x="1547546" y="75581"/>
                </a:lnTo>
                <a:lnTo>
                  <a:pt x="1553289" y="57417"/>
                </a:lnTo>
                <a:lnTo>
                  <a:pt x="1559023" y="39262"/>
                </a:lnTo>
                <a:lnTo>
                  <a:pt x="1564767" y="21098"/>
                </a:lnTo>
                <a:lnTo>
                  <a:pt x="1570511" y="2934"/>
                </a:lnTo>
                <a:lnTo>
                  <a:pt x="1562519" y="12497"/>
                </a:lnTo>
                <a:lnTo>
                  <a:pt x="1545460" y="20860"/>
                </a:lnTo>
                <a:lnTo>
                  <a:pt x="1527334" y="26699"/>
                </a:lnTo>
                <a:lnTo>
                  <a:pt x="1508855" y="31318"/>
                </a:lnTo>
                <a:lnTo>
                  <a:pt x="1490205" y="35185"/>
                </a:lnTo>
                <a:lnTo>
                  <a:pt x="1471460" y="38548"/>
                </a:lnTo>
                <a:lnTo>
                  <a:pt x="1452648" y="41510"/>
                </a:lnTo>
                <a:lnTo>
                  <a:pt x="1433789" y="44167"/>
                </a:lnTo>
                <a:lnTo>
                  <a:pt x="1414891" y="46587"/>
                </a:lnTo>
                <a:lnTo>
                  <a:pt x="1395974" y="48787"/>
                </a:lnTo>
                <a:lnTo>
                  <a:pt x="1377029" y="50816"/>
                </a:lnTo>
                <a:lnTo>
                  <a:pt x="1358075" y="52692"/>
                </a:lnTo>
                <a:lnTo>
                  <a:pt x="1339110" y="54426"/>
                </a:lnTo>
                <a:lnTo>
                  <a:pt x="1320136" y="56036"/>
                </a:lnTo>
                <a:lnTo>
                  <a:pt x="1301144" y="57541"/>
                </a:lnTo>
                <a:lnTo>
                  <a:pt x="1282151" y="58941"/>
                </a:lnTo>
                <a:lnTo>
                  <a:pt x="1263148" y="60255"/>
                </a:lnTo>
                <a:lnTo>
                  <a:pt x="1244136" y="61474"/>
                </a:lnTo>
                <a:lnTo>
                  <a:pt x="1225125" y="62627"/>
                </a:lnTo>
                <a:lnTo>
                  <a:pt x="1206113" y="63713"/>
                </a:lnTo>
                <a:lnTo>
                  <a:pt x="1187091" y="64713"/>
                </a:lnTo>
                <a:lnTo>
                  <a:pt x="1168070" y="65656"/>
                </a:lnTo>
                <a:lnTo>
                  <a:pt x="1149039" y="66532"/>
                </a:lnTo>
                <a:lnTo>
                  <a:pt x="1130017" y="67351"/>
                </a:lnTo>
                <a:lnTo>
                  <a:pt x="1110977" y="68123"/>
                </a:lnTo>
                <a:lnTo>
                  <a:pt x="1091946" y="68837"/>
                </a:lnTo>
                <a:lnTo>
                  <a:pt x="1072915" y="69494"/>
                </a:lnTo>
                <a:lnTo>
                  <a:pt x="1053875" y="70104"/>
                </a:lnTo>
                <a:lnTo>
                  <a:pt x="1034834" y="70666"/>
                </a:lnTo>
                <a:lnTo>
                  <a:pt x="1015794" y="71180"/>
                </a:lnTo>
                <a:lnTo>
                  <a:pt x="996753" y="71647"/>
                </a:lnTo>
                <a:lnTo>
                  <a:pt x="977713" y="72076"/>
                </a:lnTo>
                <a:lnTo>
                  <a:pt x="958672" y="72457"/>
                </a:lnTo>
                <a:lnTo>
                  <a:pt x="939622" y="72800"/>
                </a:lnTo>
                <a:lnTo>
                  <a:pt x="920582" y="73095"/>
                </a:lnTo>
                <a:lnTo>
                  <a:pt x="901532" y="73352"/>
                </a:lnTo>
                <a:lnTo>
                  <a:pt x="882491" y="73571"/>
                </a:lnTo>
                <a:lnTo>
                  <a:pt x="863441" y="73752"/>
                </a:lnTo>
                <a:lnTo>
                  <a:pt x="844401" y="73895"/>
                </a:lnTo>
                <a:lnTo>
                  <a:pt x="825351" y="73990"/>
                </a:lnTo>
                <a:lnTo>
                  <a:pt x="806301" y="74057"/>
                </a:lnTo>
                <a:lnTo>
                  <a:pt x="787260" y="74076"/>
                </a:lnTo>
                <a:lnTo>
                  <a:pt x="768210" y="74066"/>
                </a:lnTo>
                <a:lnTo>
                  <a:pt x="749160" y="74009"/>
                </a:lnTo>
                <a:lnTo>
                  <a:pt x="730120" y="73914"/>
                </a:lnTo>
                <a:lnTo>
                  <a:pt x="711070" y="73781"/>
                </a:lnTo>
                <a:lnTo>
                  <a:pt x="692020" y="73609"/>
                </a:lnTo>
                <a:lnTo>
                  <a:pt x="672979" y="73400"/>
                </a:lnTo>
                <a:lnTo>
                  <a:pt x="653929" y="73142"/>
                </a:lnTo>
                <a:lnTo>
                  <a:pt x="634889" y="72847"/>
                </a:lnTo>
                <a:lnTo>
                  <a:pt x="615839" y="72514"/>
                </a:lnTo>
                <a:lnTo>
                  <a:pt x="596798" y="72142"/>
                </a:lnTo>
                <a:lnTo>
                  <a:pt x="577758" y="71723"/>
                </a:lnTo>
                <a:lnTo>
                  <a:pt x="558717" y="71257"/>
                </a:lnTo>
                <a:lnTo>
                  <a:pt x="539677" y="70752"/>
                </a:lnTo>
                <a:lnTo>
                  <a:pt x="520636" y="70190"/>
                </a:lnTo>
                <a:lnTo>
                  <a:pt x="501596" y="69590"/>
                </a:lnTo>
                <a:lnTo>
                  <a:pt x="482565" y="68942"/>
                </a:lnTo>
                <a:lnTo>
                  <a:pt x="463534" y="68237"/>
                </a:lnTo>
                <a:lnTo>
                  <a:pt x="444494" y="67485"/>
                </a:lnTo>
                <a:lnTo>
                  <a:pt x="425472" y="66665"/>
                </a:lnTo>
                <a:lnTo>
                  <a:pt x="406441" y="65799"/>
                </a:lnTo>
                <a:lnTo>
                  <a:pt x="387420" y="64865"/>
                </a:lnTo>
                <a:lnTo>
                  <a:pt x="368398" y="63875"/>
                </a:lnTo>
                <a:lnTo>
                  <a:pt x="349377" y="62808"/>
                </a:lnTo>
                <a:lnTo>
                  <a:pt x="330365" y="61674"/>
                </a:lnTo>
                <a:lnTo>
                  <a:pt x="311363" y="60455"/>
                </a:lnTo>
                <a:lnTo>
                  <a:pt x="292351" y="59160"/>
                </a:lnTo>
                <a:lnTo>
                  <a:pt x="273358" y="57779"/>
                </a:lnTo>
                <a:lnTo>
                  <a:pt x="254375" y="56283"/>
                </a:lnTo>
                <a:lnTo>
                  <a:pt x="235391" y="54683"/>
                </a:lnTo>
                <a:lnTo>
                  <a:pt x="216418" y="52978"/>
                </a:lnTo>
                <a:lnTo>
                  <a:pt x="197463" y="51130"/>
                </a:lnTo>
                <a:lnTo>
                  <a:pt x="178518" y="49130"/>
                </a:lnTo>
                <a:lnTo>
                  <a:pt x="159601" y="46949"/>
                </a:lnTo>
                <a:lnTo>
                  <a:pt x="140703" y="44577"/>
                </a:lnTo>
                <a:lnTo>
                  <a:pt x="121834" y="41958"/>
                </a:lnTo>
                <a:lnTo>
                  <a:pt x="103013" y="39053"/>
                </a:lnTo>
                <a:lnTo>
                  <a:pt x="84249" y="35766"/>
                </a:lnTo>
                <a:lnTo>
                  <a:pt x="65580" y="31985"/>
                </a:lnTo>
                <a:lnTo>
                  <a:pt x="47073" y="27508"/>
                </a:lnTo>
                <a:lnTo>
                  <a:pt x="28870" y="21917"/>
                </a:lnTo>
                <a:lnTo>
                  <a:pt x="11516" y="141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6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0DC58463-BAF3-464D-A718-9B8CF887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190"/>
            <a:ext cx="1571406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7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A2C3EF4E-C027-4388-9DDA-10D06B8B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57" y="5380006"/>
            <a:ext cx="1214885" cy="634146"/>
          </a:xfrm>
          <a:custGeom xmlns:a="http://schemas.openxmlformats.org/drawingml/2006/main">
            <a:pathLst>
              <a:path w="1214885" h="634146">
                <a:moveTo>
                  <a:pt x="0" y="0"/>
                </a:moveTo>
                <a:lnTo>
                  <a:pt x="5544" y="18212"/>
                </a:lnTo>
                <a:lnTo>
                  <a:pt x="11097" y="36424"/>
                </a:lnTo>
                <a:lnTo>
                  <a:pt x="16640" y="54635"/>
                </a:lnTo>
                <a:lnTo>
                  <a:pt x="22184" y="72847"/>
                </a:lnTo>
                <a:lnTo>
                  <a:pt x="27737" y="91059"/>
                </a:lnTo>
                <a:lnTo>
                  <a:pt x="33280" y="109271"/>
                </a:lnTo>
                <a:lnTo>
                  <a:pt x="38833" y="127483"/>
                </a:lnTo>
                <a:lnTo>
                  <a:pt x="44377" y="145694"/>
                </a:lnTo>
                <a:lnTo>
                  <a:pt x="49921" y="163906"/>
                </a:lnTo>
                <a:lnTo>
                  <a:pt x="55474" y="182118"/>
                </a:lnTo>
                <a:lnTo>
                  <a:pt x="61017" y="200330"/>
                </a:lnTo>
                <a:lnTo>
                  <a:pt x="66561" y="218542"/>
                </a:lnTo>
                <a:lnTo>
                  <a:pt x="72114" y="236753"/>
                </a:lnTo>
                <a:lnTo>
                  <a:pt x="77657" y="254965"/>
                </a:lnTo>
                <a:lnTo>
                  <a:pt x="83210" y="273177"/>
                </a:lnTo>
                <a:lnTo>
                  <a:pt x="88754" y="291389"/>
                </a:lnTo>
                <a:lnTo>
                  <a:pt x="94298" y="309601"/>
                </a:lnTo>
                <a:lnTo>
                  <a:pt x="99851" y="327812"/>
                </a:lnTo>
                <a:lnTo>
                  <a:pt x="105394" y="346024"/>
                </a:lnTo>
                <a:lnTo>
                  <a:pt x="110938" y="364236"/>
                </a:lnTo>
                <a:lnTo>
                  <a:pt x="116491" y="382438"/>
                </a:lnTo>
                <a:lnTo>
                  <a:pt x="122034" y="400650"/>
                </a:lnTo>
                <a:lnTo>
                  <a:pt x="127587" y="418862"/>
                </a:lnTo>
                <a:lnTo>
                  <a:pt x="133131" y="437074"/>
                </a:lnTo>
                <a:lnTo>
                  <a:pt x="138674" y="455285"/>
                </a:lnTo>
                <a:lnTo>
                  <a:pt x="144228" y="473497"/>
                </a:lnTo>
                <a:lnTo>
                  <a:pt x="149771" y="491709"/>
                </a:lnTo>
                <a:lnTo>
                  <a:pt x="155315" y="509921"/>
                </a:lnTo>
                <a:lnTo>
                  <a:pt x="160868" y="528133"/>
                </a:lnTo>
                <a:lnTo>
                  <a:pt x="166411" y="546344"/>
                </a:lnTo>
                <a:lnTo>
                  <a:pt x="171250" y="564699"/>
                </a:lnTo>
                <a:lnTo>
                  <a:pt x="182870" y="579358"/>
                </a:lnTo>
                <a:lnTo>
                  <a:pt x="199377" y="588769"/>
                </a:lnTo>
                <a:lnTo>
                  <a:pt x="217113" y="595674"/>
                </a:lnTo>
                <a:lnTo>
                  <a:pt x="235334" y="601180"/>
                </a:lnTo>
                <a:lnTo>
                  <a:pt x="253813" y="605752"/>
                </a:lnTo>
                <a:lnTo>
                  <a:pt x="272444" y="609648"/>
                </a:lnTo>
                <a:lnTo>
                  <a:pt x="291179" y="613029"/>
                </a:lnTo>
                <a:lnTo>
                  <a:pt x="309982" y="616001"/>
                </a:lnTo>
                <a:lnTo>
                  <a:pt x="328841" y="618620"/>
                </a:lnTo>
                <a:lnTo>
                  <a:pt x="347739" y="620944"/>
                </a:lnTo>
                <a:lnTo>
                  <a:pt x="366665" y="623011"/>
                </a:lnTo>
                <a:lnTo>
                  <a:pt x="385610" y="624840"/>
                </a:lnTo>
                <a:lnTo>
                  <a:pt x="404574" y="626478"/>
                </a:lnTo>
                <a:lnTo>
                  <a:pt x="423558" y="627917"/>
                </a:lnTo>
                <a:lnTo>
                  <a:pt x="442551" y="629193"/>
                </a:lnTo>
                <a:lnTo>
                  <a:pt x="461562" y="630298"/>
                </a:lnTo>
                <a:lnTo>
                  <a:pt x="480574" y="631250"/>
                </a:lnTo>
                <a:lnTo>
                  <a:pt x="499596" y="632069"/>
                </a:lnTo>
                <a:lnTo>
                  <a:pt x="518617" y="632736"/>
                </a:lnTo>
                <a:lnTo>
                  <a:pt x="537648" y="633279"/>
                </a:lnTo>
                <a:lnTo>
                  <a:pt x="556679" y="633679"/>
                </a:lnTo>
                <a:lnTo>
                  <a:pt x="575720" y="633965"/>
                </a:lnTo>
                <a:lnTo>
                  <a:pt x="594760" y="634117"/>
                </a:lnTo>
                <a:lnTo>
                  <a:pt x="613791" y="634146"/>
                </a:lnTo>
                <a:lnTo>
                  <a:pt x="632831" y="634051"/>
                </a:lnTo>
                <a:lnTo>
                  <a:pt x="651862" y="633832"/>
                </a:lnTo>
                <a:lnTo>
                  <a:pt x="670903" y="633479"/>
                </a:lnTo>
                <a:lnTo>
                  <a:pt x="689934" y="633003"/>
                </a:lnTo>
                <a:lnTo>
                  <a:pt x="708965" y="632403"/>
                </a:lnTo>
                <a:lnTo>
                  <a:pt x="727986" y="631650"/>
                </a:lnTo>
                <a:lnTo>
                  <a:pt x="746998" y="630765"/>
                </a:lnTo>
                <a:lnTo>
                  <a:pt x="766010" y="629726"/>
                </a:lnTo>
                <a:lnTo>
                  <a:pt x="785012" y="628536"/>
                </a:lnTo>
                <a:lnTo>
                  <a:pt x="803996" y="627174"/>
                </a:lnTo>
                <a:lnTo>
                  <a:pt x="822970" y="625640"/>
                </a:lnTo>
                <a:lnTo>
                  <a:pt x="841934" y="623897"/>
                </a:lnTo>
                <a:lnTo>
                  <a:pt x="860870" y="621944"/>
                </a:lnTo>
                <a:lnTo>
                  <a:pt x="879777" y="619744"/>
                </a:lnTo>
                <a:lnTo>
                  <a:pt x="898655" y="617268"/>
                </a:lnTo>
                <a:lnTo>
                  <a:pt x="917486" y="614467"/>
                </a:lnTo>
                <a:lnTo>
                  <a:pt x="936250" y="611295"/>
                </a:lnTo>
                <a:lnTo>
                  <a:pt x="954938" y="607647"/>
                </a:lnTo>
                <a:lnTo>
                  <a:pt x="973503" y="603418"/>
                </a:lnTo>
                <a:lnTo>
                  <a:pt x="991867" y="598399"/>
                </a:lnTo>
                <a:lnTo>
                  <a:pt x="1009869" y="592236"/>
                </a:lnTo>
                <a:lnTo>
                  <a:pt x="1027109" y="584206"/>
                </a:lnTo>
                <a:lnTo>
                  <a:pt x="1041987" y="572491"/>
                </a:lnTo>
                <a:lnTo>
                  <a:pt x="1048464" y="554898"/>
                </a:lnTo>
                <a:lnTo>
                  <a:pt x="1054017" y="536686"/>
                </a:lnTo>
                <a:lnTo>
                  <a:pt x="1059561" y="518474"/>
                </a:lnTo>
                <a:lnTo>
                  <a:pt x="1065114" y="500263"/>
                </a:lnTo>
                <a:lnTo>
                  <a:pt x="1070658" y="482051"/>
                </a:lnTo>
                <a:lnTo>
                  <a:pt x="1076201" y="463839"/>
                </a:lnTo>
                <a:lnTo>
                  <a:pt x="1081754" y="445627"/>
                </a:lnTo>
                <a:lnTo>
                  <a:pt x="1087298" y="427415"/>
                </a:lnTo>
                <a:lnTo>
                  <a:pt x="1092841" y="409204"/>
                </a:lnTo>
                <a:lnTo>
                  <a:pt x="1098394" y="390992"/>
                </a:lnTo>
                <a:lnTo>
                  <a:pt x="1103938" y="372780"/>
                </a:lnTo>
                <a:lnTo>
                  <a:pt x="1109491" y="354568"/>
                </a:lnTo>
                <a:lnTo>
                  <a:pt x="1115035" y="336356"/>
                </a:lnTo>
                <a:lnTo>
                  <a:pt x="1120578" y="318145"/>
                </a:lnTo>
                <a:lnTo>
                  <a:pt x="1126131" y="299933"/>
                </a:lnTo>
                <a:lnTo>
                  <a:pt x="1131675" y="281721"/>
                </a:lnTo>
                <a:lnTo>
                  <a:pt x="1137218" y="263509"/>
                </a:lnTo>
                <a:lnTo>
                  <a:pt x="1142771" y="245297"/>
                </a:lnTo>
                <a:lnTo>
                  <a:pt x="1148315" y="227086"/>
                </a:lnTo>
                <a:lnTo>
                  <a:pt x="1153868" y="208874"/>
                </a:lnTo>
                <a:lnTo>
                  <a:pt x="1159412" y="190662"/>
                </a:lnTo>
                <a:lnTo>
                  <a:pt x="1164955" y="172450"/>
                </a:lnTo>
                <a:lnTo>
                  <a:pt x="1170508" y="154238"/>
                </a:lnTo>
                <a:lnTo>
                  <a:pt x="1176052" y="136027"/>
                </a:lnTo>
                <a:lnTo>
                  <a:pt x="1181595" y="117815"/>
                </a:lnTo>
                <a:lnTo>
                  <a:pt x="1187148" y="99603"/>
                </a:lnTo>
                <a:lnTo>
                  <a:pt x="1192692" y="81391"/>
                </a:lnTo>
                <a:lnTo>
                  <a:pt x="1198235" y="63179"/>
                </a:lnTo>
                <a:lnTo>
                  <a:pt x="1203789" y="44968"/>
                </a:lnTo>
                <a:lnTo>
                  <a:pt x="1209332" y="26765"/>
                </a:lnTo>
                <a:lnTo>
                  <a:pt x="1214885" y="8553"/>
                </a:lnTo>
                <a:lnTo>
                  <a:pt x="1213818" y="9192"/>
                </a:lnTo>
                <a:lnTo>
                  <a:pt x="1198521" y="20298"/>
                </a:lnTo>
                <a:lnTo>
                  <a:pt x="1180938" y="27565"/>
                </a:lnTo>
                <a:lnTo>
                  <a:pt x="1162726" y="33109"/>
                </a:lnTo>
                <a:lnTo>
                  <a:pt x="1144238" y="37652"/>
                </a:lnTo>
                <a:lnTo>
                  <a:pt x="1125607" y="41519"/>
                </a:lnTo>
                <a:lnTo>
                  <a:pt x="1106862" y="44891"/>
                </a:lnTo>
                <a:lnTo>
                  <a:pt x="1088069" y="47882"/>
                </a:lnTo>
                <a:lnTo>
                  <a:pt x="1069219" y="50549"/>
                </a:lnTo>
                <a:lnTo>
                  <a:pt x="1050331" y="52969"/>
                </a:lnTo>
                <a:lnTo>
                  <a:pt x="1031424" y="55159"/>
                </a:lnTo>
                <a:lnTo>
                  <a:pt x="1012488" y="57150"/>
                </a:lnTo>
                <a:lnTo>
                  <a:pt x="993543" y="58988"/>
                </a:lnTo>
                <a:lnTo>
                  <a:pt x="974579" y="60655"/>
                </a:lnTo>
                <a:lnTo>
                  <a:pt x="955605" y="62198"/>
                </a:lnTo>
                <a:lnTo>
                  <a:pt x="936612" y="63617"/>
                </a:lnTo>
                <a:lnTo>
                  <a:pt x="917619" y="64913"/>
                </a:lnTo>
                <a:lnTo>
                  <a:pt x="898627" y="66104"/>
                </a:lnTo>
                <a:lnTo>
                  <a:pt x="879615" y="67189"/>
                </a:lnTo>
                <a:lnTo>
                  <a:pt x="860603" y="68189"/>
                </a:lnTo>
                <a:lnTo>
                  <a:pt x="841591" y="69104"/>
                </a:lnTo>
                <a:lnTo>
                  <a:pt x="822569" y="69923"/>
                </a:lnTo>
                <a:lnTo>
                  <a:pt x="803548" y="70666"/>
                </a:lnTo>
                <a:lnTo>
                  <a:pt x="784517" y="71333"/>
                </a:lnTo>
                <a:lnTo>
                  <a:pt x="765496" y="71923"/>
                </a:lnTo>
                <a:lnTo>
                  <a:pt x="746465" y="72438"/>
                </a:lnTo>
                <a:lnTo>
                  <a:pt x="727424" y="72885"/>
                </a:lnTo>
                <a:lnTo>
                  <a:pt x="708393" y="73266"/>
                </a:lnTo>
                <a:lnTo>
                  <a:pt x="689362" y="73571"/>
                </a:lnTo>
                <a:lnTo>
                  <a:pt x="670322" y="73809"/>
                </a:lnTo>
                <a:lnTo>
                  <a:pt x="651281" y="73990"/>
                </a:lnTo>
                <a:lnTo>
                  <a:pt x="632250" y="74095"/>
                </a:lnTo>
                <a:lnTo>
                  <a:pt x="613210" y="74143"/>
                </a:lnTo>
                <a:lnTo>
                  <a:pt x="594170" y="74133"/>
                </a:lnTo>
                <a:lnTo>
                  <a:pt x="575139" y="74047"/>
                </a:lnTo>
                <a:lnTo>
                  <a:pt x="556098" y="73904"/>
                </a:lnTo>
                <a:lnTo>
                  <a:pt x="537067" y="73695"/>
                </a:lnTo>
                <a:lnTo>
                  <a:pt x="518027" y="73409"/>
                </a:lnTo>
                <a:lnTo>
                  <a:pt x="498996" y="73066"/>
                </a:lnTo>
                <a:lnTo>
                  <a:pt x="479955" y="72657"/>
                </a:lnTo>
                <a:lnTo>
                  <a:pt x="460924" y="72171"/>
                </a:lnTo>
                <a:lnTo>
                  <a:pt x="441903" y="71618"/>
                </a:lnTo>
                <a:lnTo>
                  <a:pt x="422872" y="70990"/>
                </a:lnTo>
                <a:lnTo>
                  <a:pt x="403850" y="70285"/>
                </a:lnTo>
                <a:lnTo>
                  <a:pt x="384829" y="69504"/>
                </a:lnTo>
                <a:lnTo>
                  <a:pt x="365808" y="68628"/>
                </a:lnTo>
                <a:lnTo>
                  <a:pt x="346796" y="67675"/>
                </a:lnTo>
                <a:lnTo>
                  <a:pt x="327784" y="66627"/>
                </a:lnTo>
                <a:lnTo>
                  <a:pt x="308781" y="65484"/>
                </a:lnTo>
                <a:lnTo>
                  <a:pt x="289789" y="64237"/>
                </a:lnTo>
                <a:lnTo>
                  <a:pt x="270796" y="62884"/>
                </a:lnTo>
                <a:lnTo>
                  <a:pt x="251812" y="61398"/>
                </a:lnTo>
                <a:lnTo>
                  <a:pt x="232848" y="59788"/>
                </a:lnTo>
                <a:lnTo>
                  <a:pt x="213893" y="58036"/>
                </a:lnTo>
                <a:lnTo>
                  <a:pt x="194948" y="56112"/>
                </a:lnTo>
                <a:lnTo>
                  <a:pt x="176032" y="54016"/>
                </a:lnTo>
                <a:lnTo>
                  <a:pt x="157134" y="51711"/>
                </a:lnTo>
                <a:lnTo>
                  <a:pt x="138265" y="49168"/>
                </a:lnTo>
                <a:lnTo>
                  <a:pt x="119434" y="46339"/>
                </a:lnTo>
                <a:lnTo>
                  <a:pt x="100670" y="43158"/>
                </a:lnTo>
                <a:lnTo>
                  <a:pt x="81982" y="39538"/>
                </a:lnTo>
                <a:lnTo>
                  <a:pt x="63408" y="35347"/>
                </a:lnTo>
                <a:lnTo>
                  <a:pt x="45053" y="30328"/>
                </a:lnTo>
                <a:lnTo>
                  <a:pt x="27099" y="24003"/>
                </a:lnTo>
                <a:lnTo>
                  <a:pt x="10287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8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0028C3A8-FB83-4121-AC9C-3761CAC4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19" y="5274631"/>
            <a:ext cx="121755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87256EE-B516-4994-A086-D2C6E267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28"/>
          </a:xfrm>
          <a:custGeom xmlns:a="http://schemas.openxmlformats.org/drawingml/2006/main">
            <a:pathLst>
              <a:path w="1733550" h="4264228">
                <a:moveTo>
                  <a:pt x="0" y="0"/>
                </a:moveTo>
                <a:lnTo>
                  <a:pt x="67" y="47920"/>
                </a:lnTo>
                <a:lnTo>
                  <a:pt x="10030" y="94802"/>
                </a:lnTo>
                <a:lnTo>
                  <a:pt x="20003" y="141684"/>
                </a:lnTo>
                <a:lnTo>
                  <a:pt x="29975" y="188566"/>
                </a:lnTo>
                <a:lnTo>
                  <a:pt x="39938" y="235448"/>
                </a:lnTo>
                <a:lnTo>
                  <a:pt x="49911" y="282331"/>
                </a:lnTo>
                <a:lnTo>
                  <a:pt x="59884" y="329213"/>
                </a:lnTo>
                <a:lnTo>
                  <a:pt x="69856" y="376085"/>
                </a:lnTo>
                <a:lnTo>
                  <a:pt x="79820" y="422967"/>
                </a:lnTo>
                <a:lnTo>
                  <a:pt x="89792" y="469849"/>
                </a:lnTo>
                <a:lnTo>
                  <a:pt x="99765" y="516731"/>
                </a:lnTo>
                <a:lnTo>
                  <a:pt x="109728" y="563613"/>
                </a:lnTo>
                <a:lnTo>
                  <a:pt x="119701" y="610495"/>
                </a:lnTo>
                <a:lnTo>
                  <a:pt x="129673" y="657377"/>
                </a:lnTo>
                <a:lnTo>
                  <a:pt x="139646" y="704259"/>
                </a:lnTo>
                <a:lnTo>
                  <a:pt x="147942" y="751456"/>
                </a:lnTo>
                <a:lnTo>
                  <a:pt x="155610" y="798776"/>
                </a:lnTo>
                <a:lnTo>
                  <a:pt x="163239" y="846087"/>
                </a:lnTo>
                <a:lnTo>
                  <a:pt x="170879" y="893407"/>
                </a:lnTo>
                <a:lnTo>
                  <a:pt x="178518" y="940727"/>
                </a:lnTo>
                <a:lnTo>
                  <a:pt x="186147" y="988038"/>
                </a:lnTo>
                <a:lnTo>
                  <a:pt x="193786" y="1035358"/>
                </a:lnTo>
                <a:lnTo>
                  <a:pt x="201425" y="1082678"/>
                </a:lnTo>
                <a:lnTo>
                  <a:pt x="209055" y="1129989"/>
                </a:lnTo>
                <a:lnTo>
                  <a:pt x="216694" y="1177309"/>
                </a:lnTo>
                <a:lnTo>
                  <a:pt x="224323" y="1224629"/>
                </a:lnTo>
                <a:lnTo>
                  <a:pt x="231962" y="1271949"/>
                </a:lnTo>
                <a:lnTo>
                  <a:pt x="239601" y="1319260"/>
                </a:lnTo>
                <a:lnTo>
                  <a:pt x="247231" y="1366580"/>
                </a:lnTo>
                <a:lnTo>
                  <a:pt x="254860" y="1413901"/>
                </a:lnTo>
                <a:lnTo>
                  <a:pt x="262061" y="1461287"/>
                </a:lnTo>
                <a:lnTo>
                  <a:pt x="269005" y="1508703"/>
                </a:lnTo>
                <a:lnTo>
                  <a:pt x="275958" y="1556128"/>
                </a:lnTo>
                <a:lnTo>
                  <a:pt x="282912" y="1603553"/>
                </a:lnTo>
                <a:lnTo>
                  <a:pt x="289865" y="1650978"/>
                </a:lnTo>
                <a:lnTo>
                  <a:pt x="296818" y="1698393"/>
                </a:lnTo>
                <a:lnTo>
                  <a:pt x="303771" y="1745818"/>
                </a:lnTo>
                <a:lnTo>
                  <a:pt x="310725" y="1793243"/>
                </a:lnTo>
                <a:lnTo>
                  <a:pt x="317668" y="1840668"/>
                </a:lnTo>
                <a:lnTo>
                  <a:pt x="324622" y="1888084"/>
                </a:lnTo>
                <a:lnTo>
                  <a:pt x="331575" y="1935509"/>
                </a:lnTo>
                <a:lnTo>
                  <a:pt x="338528" y="1982934"/>
                </a:lnTo>
                <a:lnTo>
                  <a:pt x="345481" y="2030359"/>
                </a:lnTo>
                <a:lnTo>
                  <a:pt x="352435" y="2077774"/>
                </a:lnTo>
                <a:lnTo>
                  <a:pt x="359359" y="2125199"/>
                </a:lnTo>
                <a:lnTo>
                  <a:pt x="366074" y="2172662"/>
                </a:lnTo>
                <a:lnTo>
                  <a:pt x="372618" y="2220144"/>
                </a:lnTo>
                <a:lnTo>
                  <a:pt x="379152" y="2267626"/>
                </a:lnTo>
                <a:lnTo>
                  <a:pt x="385696" y="2315099"/>
                </a:lnTo>
                <a:lnTo>
                  <a:pt x="392240" y="2362581"/>
                </a:lnTo>
                <a:lnTo>
                  <a:pt x="398783" y="2410063"/>
                </a:lnTo>
                <a:lnTo>
                  <a:pt x="405327" y="2457545"/>
                </a:lnTo>
                <a:lnTo>
                  <a:pt x="411861" y="2505027"/>
                </a:lnTo>
                <a:lnTo>
                  <a:pt x="418405" y="2552510"/>
                </a:lnTo>
                <a:lnTo>
                  <a:pt x="424948" y="2599992"/>
                </a:lnTo>
                <a:lnTo>
                  <a:pt x="431492" y="2647464"/>
                </a:lnTo>
                <a:lnTo>
                  <a:pt x="438036" y="2694946"/>
                </a:lnTo>
                <a:lnTo>
                  <a:pt x="444570" y="2742428"/>
                </a:lnTo>
                <a:lnTo>
                  <a:pt x="451114" y="2789911"/>
                </a:lnTo>
                <a:lnTo>
                  <a:pt x="457610" y="2837402"/>
                </a:lnTo>
                <a:lnTo>
                  <a:pt x="463953" y="2884903"/>
                </a:lnTo>
                <a:lnTo>
                  <a:pt x="470211" y="2932424"/>
                </a:lnTo>
                <a:lnTo>
                  <a:pt x="476469" y="2979944"/>
                </a:lnTo>
                <a:lnTo>
                  <a:pt x="482727" y="3027464"/>
                </a:lnTo>
                <a:lnTo>
                  <a:pt x="488994" y="3074984"/>
                </a:lnTo>
                <a:lnTo>
                  <a:pt x="495252" y="3122505"/>
                </a:lnTo>
                <a:lnTo>
                  <a:pt x="501510" y="3170015"/>
                </a:lnTo>
                <a:lnTo>
                  <a:pt x="507768" y="3217535"/>
                </a:lnTo>
                <a:lnTo>
                  <a:pt x="514026" y="3265056"/>
                </a:lnTo>
                <a:lnTo>
                  <a:pt x="520284" y="3312576"/>
                </a:lnTo>
                <a:lnTo>
                  <a:pt x="526552" y="3360096"/>
                </a:lnTo>
                <a:lnTo>
                  <a:pt x="532809" y="3407616"/>
                </a:lnTo>
                <a:lnTo>
                  <a:pt x="539067" y="3455137"/>
                </a:lnTo>
                <a:lnTo>
                  <a:pt x="545325" y="3502647"/>
                </a:lnTo>
                <a:lnTo>
                  <a:pt x="551517" y="3550177"/>
                </a:lnTo>
                <a:lnTo>
                  <a:pt x="539039" y="3581400"/>
                </a:lnTo>
                <a:lnTo>
                  <a:pt x="491109" y="3581400"/>
                </a:lnTo>
                <a:lnTo>
                  <a:pt x="443179" y="3581400"/>
                </a:lnTo>
                <a:lnTo>
                  <a:pt x="395249" y="3581400"/>
                </a:lnTo>
                <a:lnTo>
                  <a:pt x="347329" y="3581400"/>
                </a:lnTo>
                <a:lnTo>
                  <a:pt x="299399" y="3581400"/>
                </a:lnTo>
                <a:lnTo>
                  <a:pt x="251470" y="3581400"/>
                </a:lnTo>
                <a:lnTo>
                  <a:pt x="250746" y="3602022"/>
                </a:lnTo>
                <a:lnTo>
                  <a:pt x="283321" y="3637188"/>
                </a:lnTo>
                <a:lnTo>
                  <a:pt x="315887" y="3672354"/>
                </a:lnTo>
                <a:lnTo>
                  <a:pt x="348453" y="3707521"/>
                </a:lnTo>
                <a:lnTo>
                  <a:pt x="381019" y="3742687"/>
                </a:lnTo>
                <a:lnTo>
                  <a:pt x="413585" y="3777853"/>
                </a:lnTo>
                <a:lnTo>
                  <a:pt x="446151" y="3813019"/>
                </a:lnTo>
                <a:lnTo>
                  <a:pt x="478717" y="3848186"/>
                </a:lnTo>
                <a:lnTo>
                  <a:pt x="511283" y="3883352"/>
                </a:lnTo>
                <a:lnTo>
                  <a:pt x="543849" y="3918518"/>
                </a:lnTo>
                <a:lnTo>
                  <a:pt x="576424" y="3953675"/>
                </a:lnTo>
                <a:lnTo>
                  <a:pt x="608990" y="3988841"/>
                </a:lnTo>
                <a:lnTo>
                  <a:pt x="641556" y="4024008"/>
                </a:lnTo>
                <a:lnTo>
                  <a:pt x="674122" y="4059174"/>
                </a:lnTo>
                <a:lnTo>
                  <a:pt x="706688" y="4094340"/>
                </a:lnTo>
                <a:lnTo>
                  <a:pt x="739254" y="4129507"/>
                </a:lnTo>
                <a:lnTo>
                  <a:pt x="771820" y="4164673"/>
                </a:lnTo>
                <a:lnTo>
                  <a:pt x="804386" y="4199839"/>
                </a:lnTo>
                <a:lnTo>
                  <a:pt x="836962" y="4235006"/>
                </a:lnTo>
                <a:lnTo>
                  <a:pt x="869528" y="4264228"/>
                </a:lnTo>
                <a:lnTo>
                  <a:pt x="902094" y="4229062"/>
                </a:lnTo>
                <a:lnTo>
                  <a:pt x="934660" y="4193905"/>
                </a:lnTo>
                <a:lnTo>
                  <a:pt x="967226" y="4158739"/>
                </a:lnTo>
                <a:lnTo>
                  <a:pt x="999792" y="4123573"/>
                </a:lnTo>
                <a:lnTo>
                  <a:pt x="1032358" y="4088406"/>
                </a:lnTo>
                <a:lnTo>
                  <a:pt x="1064924" y="4053240"/>
                </a:lnTo>
                <a:lnTo>
                  <a:pt x="1097499" y="4018074"/>
                </a:lnTo>
                <a:lnTo>
                  <a:pt x="1130065" y="3982907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9"/>
                </a:lnTo>
                <a:lnTo>
                  <a:pt x="1358027" y="373675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15" y="3581400"/>
                </a:lnTo>
                <a:lnTo>
                  <a:pt x="1183062" y="3542147"/>
                </a:lnTo>
                <a:lnTo>
                  <a:pt x="1189282" y="3494627"/>
                </a:lnTo>
                <a:lnTo>
                  <a:pt x="1195540" y="3447107"/>
                </a:lnTo>
                <a:lnTo>
                  <a:pt x="1201798" y="3399587"/>
                </a:lnTo>
                <a:lnTo>
                  <a:pt x="1208056" y="3352076"/>
                </a:lnTo>
                <a:lnTo>
                  <a:pt x="1214323" y="3304556"/>
                </a:lnTo>
                <a:lnTo>
                  <a:pt x="1220581" y="3257036"/>
                </a:lnTo>
                <a:lnTo>
                  <a:pt x="1226839" y="3209515"/>
                </a:lnTo>
                <a:lnTo>
                  <a:pt x="1233097" y="3161995"/>
                </a:lnTo>
                <a:lnTo>
                  <a:pt x="1239355" y="3114475"/>
                </a:lnTo>
                <a:lnTo>
                  <a:pt x="1245613" y="3066955"/>
                </a:lnTo>
                <a:lnTo>
                  <a:pt x="1251871" y="3019435"/>
                </a:lnTo>
                <a:lnTo>
                  <a:pt x="1258138" y="2971924"/>
                </a:lnTo>
                <a:lnTo>
                  <a:pt x="1264396" y="2924404"/>
                </a:lnTo>
                <a:lnTo>
                  <a:pt x="1270654" y="2876883"/>
                </a:lnTo>
                <a:lnTo>
                  <a:pt x="1277007" y="2829373"/>
                </a:lnTo>
                <a:lnTo>
                  <a:pt x="1283541" y="2781891"/>
                </a:lnTo>
                <a:lnTo>
                  <a:pt x="1290085" y="2734408"/>
                </a:lnTo>
                <a:lnTo>
                  <a:pt x="1296619" y="2686936"/>
                </a:lnTo>
                <a:lnTo>
                  <a:pt x="1303163" y="2639454"/>
                </a:lnTo>
                <a:lnTo>
                  <a:pt x="1309707" y="2591972"/>
                </a:lnTo>
                <a:lnTo>
                  <a:pt x="1316250" y="2544489"/>
                </a:lnTo>
                <a:lnTo>
                  <a:pt x="1322794" y="2497007"/>
                </a:lnTo>
                <a:lnTo>
                  <a:pt x="1329328" y="2449525"/>
                </a:lnTo>
                <a:lnTo>
                  <a:pt x="1335872" y="2402043"/>
                </a:lnTo>
                <a:lnTo>
                  <a:pt x="1342415" y="2354570"/>
                </a:lnTo>
                <a:lnTo>
                  <a:pt x="1348959" y="2307088"/>
                </a:lnTo>
                <a:lnTo>
                  <a:pt x="1355503" y="2259606"/>
                </a:lnTo>
                <a:lnTo>
                  <a:pt x="1362037" y="2212124"/>
                </a:lnTo>
                <a:lnTo>
                  <a:pt x="1368590" y="2164642"/>
                </a:lnTo>
                <a:lnTo>
                  <a:pt x="1375343" y="2117188"/>
                </a:lnTo>
                <a:lnTo>
                  <a:pt x="1382287" y="2069773"/>
                </a:lnTo>
                <a:lnTo>
                  <a:pt x="1389240" y="2022348"/>
                </a:lnTo>
                <a:lnTo>
                  <a:pt x="1396194" y="1974923"/>
                </a:lnTo>
                <a:lnTo>
                  <a:pt x="1403147" y="1927498"/>
                </a:lnTo>
                <a:lnTo>
                  <a:pt x="1410100" y="1880083"/>
                </a:lnTo>
                <a:lnTo>
                  <a:pt x="1417053" y="1832658"/>
                </a:lnTo>
                <a:lnTo>
                  <a:pt x="1424007" y="1785233"/>
                </a:lnTo>
                <a:lnTo>
                  <a:pt x="1430960" y="1737817"/>
                </a:lnTo>
                <a:lnTo>
                  <a:pt x="1437904" y="1690392"/>
                </a:lnTo>
                <a:lnTo>
                  <a:pt x="1444857" y="1642967"/>
                </a:lnTo>
                <a:lnTo>
                  <a:pt x="1451810" y="1595542"/>
                </a:lnTo>
                <a:lnTo>
                  <a:pt x="1458763" y="1548127"/>
                </a:lnTo>
                <a:lnTo>
                  <a:pt x="1465717" y="1500702"/>
                </a:lnTo>
                <a:lnTo>
                  <a:pt x="1472708" y="1453286"/>
                </a:lnTo>
                <a:lnTo>
                  <a:pt x="1479975" y="1405909"/>
                </a:lnTo>
                <a:lnTo>
                  <a:pt x="1487605" y="1358589"/>
                </a:lnTo>
                <a:lnTo>
                  <a:pt x="1495244" y="1311269"/>
                </a:lnTo>
                <a:lnTo>
                  <a:pt x="1502874" y="1263958"/>
                </a:lnTo>
                <a:lnTo>
                  <a:pt x="1510513" y="1216638"/>
                </a:lnTo>
                <a:lnTo>
                  <a:pt x="1518152" y="1169318"/>
                </a:lnTo>
                <a:lnTo>
                  <a:pt x="1525781" y="1122007"/>
                </a:lnTo>
                <a:lnTo>
                  <a:pt x="1533420" y="1074687"/>
                </a:lnTo>
                <a:lnTo>
                  <a:pt x="1541050" y="1027367"/>
                </a:lnTo>
                <a:lnTo>
                  <a:pt x="1548689" y="980056"/>
                </a:lnTo>
                <a:lnTo>
                  <a:pt x="1556328" y="932736"/>
                </a:lnTo>
                <a:lnTo>
                  <a:pt x="1563957" y="885415"/>
                </a:lnTo>
                <a:lnTo>
                  <a:pt x="1571596" y="838105"/>
                </a:lnTo>
                <a:lnTo>
                  <a:pt x="1579226" y="790785"/>
                </a:lnTo>
                <a:lnTo>
                  <a:pt x="1586998" y="743483"/>
                </a:lnTo>
                <a:lnTo>
                  <a:pt x="1595590" y="696344"/>
                </a:lnTo>
                <a:lnTo>
                  <a:pt x="1605563" y="649462"/>
                </a:lnTo>
                <a:lnTo>
                  <a:pt x="1615535" y="602580"/>
                </a:lnTo>
                <a:lnTo>
                  <a:pt x="1625498" y="555698"/>
                </a:lnTo>
                <a:lnTo>
                  <a:pt x="1635471" y="508816"/>
                </a:lnTo>
                <a:lnTo>
                  <a:pt x="1645444" y="461934"/>
                </a:lnTo>
                <a:lnTo>
                  <a:pt x="1655407" y="415052"/>
                </a:lnTo>
                <a:lnTo>
                  <a:pt x="1665380" y="368170"/>
                </a:lnTo>
                <a:lnTo>
                  <a:pt x="1675352" y="321297"/>
                </a:lnTo>
                <a:lnTo>
                  <a:pt x="1685325" y="274415"/>
                </a:lnTo>
                <a:lnTo>
                  <a:pt x="1695288" y="227533"/>
                </a:lnTo>
                <a:lnTo>
                  <a:pt x="1705261" y="180651"/>
                </a:lnTo>
                <a:lnTo>
                  <a:pt x="1715233" y="133769"/>
                </a:lnTo>
                <a:lnTo>
                  <a:pt x="1725197" y="86887"/>
                </a:lnTo>
                <a:lnTo>
                  <a:pt x="1733550" y="39834"/>
                </a:lnTo>
                <a:lnTo>
                  <a:pt x="1725454" y="0"/>
                </a:lnTo>
                <a:lnTo>
                  <a:pt x="1677524" y="0"/>
                </a:lnTo>
                <a:lnTo>
                  <a:pt x="1629594" y="0"/>
                </a:lnTo>
                <a:lnTo>
                  <a:pt x="1581674" y="0"/>
                </a:lnTo>
                <a:lnTo>
                  <a:pt x="1533744" y="0"/>
                </a:lnTo>
                <a:lnTo>
                  <a:pt x="1485814" y="0"/>
                </a:lnTo>
                <a:lnTo>
                  <a:pt x="1437884" y="0"/>
                </a:lnTo>
                <a:lnTo>
                  <a:pt x="1389955" y="0"/>
                </a:lnTo>
                <a:lnTo>
                  <a:pt x="1342025" y="0"/>
                </a:lnTo>
                <a:lnTo>
                  <a:pt x="1294095" y="0"/>
                </a:lnTo>
                <a:lnTo>
                  <a:pt x="1246165" y="0"/>
                </a:lnTo>
                <a:lnTo>
                  <a:pt x="1198235" y="0"/>
                </a:lnTo>
                <a:lnTo>
                  <a:pt x="1150306" y="0"/>
                </a:lnTo>
                <a:lnTo>
                  <a:pt x="1102376" y="0"/>
                </a:lnTo>
                <a:lnTo>
                  <a:pt x="1054446" y="0"/>
                </a:lnTo>
                <a:lnTo>
                  <a:pt x="1006516" y="0"/>
                </a:lnTo>
                <a:lnTo>
                  <a:pt x="958586" y="0"/>
                </a:lnTo>
                <a:lnTo>
                  <a:pt x="910657" y="0"/>
                </a:lnTo>
                <a:lnTo>
                  <a:pt x="862727" y="0"/>
                </a:lnTo>
                <a:lnTo>
                  <a:pt x="814797" y="0"/>
                </a:lnTo>
                <a:lnTo>
                  <a:pt x="766867" y="0"/>
                </a:lnTo>
                <a:lnTo>
                  <a:pt x="718937" y="0"/>
                </a:lnTo>
                <a:lnTo>
                  <a:pt x="67100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28" y="0"/>
                </a:lnTo>
                <a:lnTo>
                  <a:pt x="479298" y="0"/>
                </a:lnTo>
                <a:lnTo>
                  <a:pt x="431368" y="0"/>
                </a:lnTo>
                <a:lnTo>
                  <a:pt x="383438" y="0"/>
                </a:lnTo>
                <a:lnTo>
                  <a:pt x="335509" y="0"/>
                </a:lnTo>
                <a:lnTo>
                  <a:pt x="287579" y="0"/>
                </a:lnTo>
                <a:lnTo>
                  <a:pt x="23964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2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24D831BF-E6C9-4EA0-80B2-0F9CE4BE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985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21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7575BBE8-4DC3-4E43-A822-CD100803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43750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2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E0D7DE2B-DD3C-4015-A1A5-1D0B9CA1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78063"/>
            <a:ext cx="28575" cy="11188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0346073B-0E14-494E-A9F5-24FC7C7F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13270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4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F395667F-5567-40E1-BAE7-95EC91DD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22294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25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A333F866-61EE-4EEA-AEEB-05E6EC42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46144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6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6828EDC5-805D-4D5A-B10D-CE87125F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36862"/>
            <a:ext cx="228600" cy="1412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27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B07E8148-F2F5-401F-94B2-7CE6B17A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943198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8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1794A41A-22FB-4222-9E6F-0713D19E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448650"/>
            <a:ext cx="28575" cy="9889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3F927E35-8744-41EB-9EFF-0C8BDEC4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638398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0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697A500D-D82A-4873-A26F-05B7C50E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627987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1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E14E68E9-951B-45A5-ACDF-D8F15EC4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951837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32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3510DCF8-A005-47CD-8EB0-716D669B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49686"/>
            <a:ext cx="228600" cy="1560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33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37A4F3A8-DEB3-41EA-AED3-B1EFDDDA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429850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4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C215E2A2-34EC-4873-B904-0DEECB42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883648"/>
            <a:ext cx="28575" cy="10922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D53756BD-A912-4A24-9277-77B778B5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5125050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6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E06B8303-08DF-4748-9474-89DD2928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114630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7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DCE19E74-E231-4988-9CD4-2DB80745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438480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97B5A70-56C4-46C3-B0AC-AFCE2FC2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039093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73F9DC9-61DF-4107-A1B2-F615519B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74558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FBDEC90-CC91-4D89-802D-66BE2A72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451917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841513F-30B8-473C-8C93-8FC98537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8405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8E6846F4-351D-4ABC-9FDA-9831B8CC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4864894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4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42A8466F-755E-4345-840F-6461A25F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71230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</p:spTree>
    <p:extLst>
      <p:ext uri="{BB962C8B-B14F-4D97-AF65-F5344CB8AC3E}">
        <p14:creationId xmlns:p14="http://schemas.microsoft.com/office/powerpoint/2010/main" val="76604834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42421C3-D489-412D-8DD7-2AA3387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1D9D4CF-EB88-4499-8B9A-DE2B3850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4D401647-AF23-40B0-B5E7-C01CB7F1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A7989AD-F742-4B8E-A2BB-52DC1761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7A87CA1-28BF-4C21-A5A8-9A3F3747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158FB30-E125-44A9-835D-DB9C9ADD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C951448-37F4-480D-AB59-B451C815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340f0ed554cab">
            <a:extLst>
              <a:ext uri="{96DAC541-7B7A-43D3-8B79-37D633B846F1}">
                <asvg:svgBlip xmlns:asvg="http://schemas.microsoft.com/office/drawing/2016/SVG/main" r:embed="R7f4419b1ea6442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2183441-D9B8-48DC-A5D1-45EAE4A6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7B4815A-433C-4625-B98E-EDDF74F7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F5DE2CC9-1207-48C2-A4A4-E52059CB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a7870e87245e9">
            <a:extLst>
              <a:ext uri="{96DAC541-7B7A-43D3-8B79-37D633B846F1}">
                <asvg:svgBlip xmlns:asvg="http://schemas.microsoft.com/office/drawing/2016/SVG/main" r:embed="R24ad3f6f186342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A6D38C1F-5578-4B14-BD82-13DC3F8F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98AE0FF-3D29-4E5D-BE6B-B862D311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8B60B70-C289-471A-9D70-E6E13F43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a2eb782f948d3">
            <a:extLst>
              <a:ext uri="{96DAC541-7B7A-43D3-8B79-37D633B846F1}">
                <asvg:svgBlip xmlns:asvg="http://schemas.microsoft.com/office/drawing/2016/SVG/main" r:embed="Rf68ab590b1ce42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2EF88DE2-4ECA-451A-93E2-55148693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E2A98C4-AF2D-44DE-9718-DC90290A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613F863-CA2E-4458-BAC5-B58917A0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0ba6093794931">
            <a:extLst>
              <a:ext uri="{96DAC541-7B7A-43D3-8B79-37D633B846F1}">
                <asvg:svgBlip xmlns:asvg="http://schemas.microsoft.com/office/drawing/2016/SVG/main" r:embed="Rca7507782aa044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C0A5691-5313-456D-90C7-28614499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73F2AF6-7CD7-4ECA-9538-85D8632D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96EADEFE-CF59-46C9-BD1B-E70BDBDD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CAD002B1-47F1-408C-8D31-51CB1D5F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AE142D80-D45B-4EA7-B92C-39EAF880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FDC87DB-9C82-4429-AA01-B4E3F1A0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8da7fc6ff4a30">
            <a:extLst>
              <a:ext uri="{96DAC541-7B7A-43D3-8B79-37D633B846F1}">
                <asvg:svgBlip xmlns:asvg="http://schemas.microsoft.com/office/drawing/2016/SVG/main" r:embed="Ra8d899e556cf42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F729502-64F1-46BF-96BE-79090013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5A55E538-7DFF-4F99-ABE1-CA5689BF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E3B0C00D-AA97-4908-ACFC-4991E17C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3a7ef803c476f">
            <a:extLst>
              <a:ext uri="{96DAC541-7B7A-43D3-8B79-37D633B846F1}">
                <asvg:svgBlip xmlns:asvg="http://schemas.microsoft.com/office/drawing/2016/SVG/main" r:embed="Rb49da2bdc7be45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F9E45827-B81B-4BFA-8071-23976FC3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5D40F739-34F2-4B88-A93B-C8B346FA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43A426A-D938-467A-B9A2-4532A419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ED93B087-D1F8-417C-9C17-DB22E276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75BDE5C2-8149-43F1-A8E3-40AB1665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FE7844D3-A847-4DC7-8EDC-CE4DDFDE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b9073aeeb450f">
            <a:extLst>
              <a:ext uri="{96DAC541-7B7A-43D3-8B79-37D633B846F1}">
                <asvg:svgBlip xmlns:asvg="http://schemas.microsoft.com/office/drawing/2016/SVG/main" r:embed="Rff6a21baa67748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8DECEC17-2219-4837-A888-2F8241B9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8541AE1E-BA87-4427-9A41-08B84095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B450E069-CED2-4580-AA2E-B3F75385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f48ac9301446b2">
            <a:extLst>
              <a:ext uri="{96DAC541-7B7A-43D3-8B79-37D633B846F1}">
                <asvg:svgBlip xmlns:asvg="http://schemas.microsoft.com/office/drawing/2016/SVG/main" r:embed="R3ee1a41e913840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C4791C59-39AC-4453-A19F-178C17CB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44475DA7-873E-402F-B8FB-043F5B16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DF9668B-6479-44B9-833A-E3BBE96D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59B122B-5506-4C90-9E33-375BE53C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BADE196-5AEC-4AB9-8F42-39EAAD92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91BE6E9-F657-413D-95C8-C60E5EBF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D12D02C9-2360-45B2-B335-A4204FC0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05320F6-D9F1-4EED-8E24-EB403645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EC2D926-A6E0-43EF-BE51-94F96119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1B7E2999-1853-47D3-95EA-7A920B36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89F02BC5-3BA1-45BA-BC7E-8FC351F8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C7A5D33-691F-4F03-BD3F-09184D58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DED67DBA-7431-475E-93C2-5094EA06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78B10D09-3685-40ED-9C8C-3B886C7D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8665D2A3-40C6-4FAD-8D57-DD0CF3D7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EFE1439-D277-48B7-8DAC-2809BAB5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3E766CFE-AB3F-4857-AB0D-6AC119D5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B64E15FC-09A9-4D78-BE67-BED2E0C2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12818EC6-93CF-43E5-AF94-8C2E1A87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3C3E9647-21F6-490E-A771-18D2E08F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27E8845-8C89-4E09-844F-F9BDA197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E18887E-2A77-4D25-A69A-2E398F9A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3EE6F4AD-0FAC-4A03-B211-1DC41115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4DFF59F7-370A-4E19-8DD5-781CA50A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FC064C63-B6FE-4739-92B7-7A8B97E7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d9da0916b4f3b">
            <a:extLst>
              <a:ext uri="{96DAC541-7B7A-43D3-8B79-37D633B846F1}">
                <asvg:svgBlip xmlns:asvg="http://schemas.microsoft.com/office/drawing/2016/SVG/main" r:embed="Rc60033375e464a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453376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993B9D0-7870-40E9-A24F-73E0C3AA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65D15AC-768A-44F2-839A-37FE93C6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1282FA61-F30B-4ACE-AED7-98E007B9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5CB6F1BF-DAC4-4A38-BEBD-162F3167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0571822-BBF1-4D18-946C-F92747C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D53957E-B449-4B77-9EC0-261B45B3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0147E62-6D01-40BA-B11E-F76EC480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daf6479224e08">
            <a:extLst>
              <a:ext uri="{96DAC541-7B7A-43D3-8B79-37D633B846F1}">
                <asvg:svgBlip xmlns:asvg="http://schemas.microsoft.com/office/drawing/2016/SVG/main" r:embed="R2b738afbb09940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D634AC5-C293-46CE-A42B-E82010D6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DB7C0E5-A6C2-445A-9335-7BE9FE5C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5917AD6-4DFE-4F55-8446-1AE814A2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68d368c274495">
            <a:extLst>
              <a:ext uri="{96DAC541-7B7A-43D3-8B79-37D633B846F1}">
                <asvg:svgBlip xmlns:asvg="http://schemas.microsoft.com/office/drawing/2016/SVG/main" r:embed="Rb2189271a7e345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D285F065-E788-446A-BDEC-9371BFC8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9FE7408-F03D-4F9A-B4B3-D20B6416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C388499B-E8E5-41CD-897E-71B66110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67c741f87490a">
            <a:extLst>
              <a:ext uri="{96DAC541-7B7A-43D3-8B79-37D633B846F1}">
                <asvg:svgBlip xmlns:asvg="http://schemas.microsoft.com/office/drawing/2016/SVG/main" r:embed="R1eff7f70a12c40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5D3EEE9F-B9DB-4B2A-901B-60C1C0C9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0FC08D27-F4DD-4B97-8D45-8383EADC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C71C537-CFAB-4AD4-8D2E-90A382C6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c31fd40cbb46d1">
            <a:extLst>
              <a:ext uri="{96DAC541-7B7A-43D3-8B79-37D633B846F1}">
                <asvg:svgBlip xmlns:asvg="http://schemas.microsoft.com/office/drawing/2016/SVG/main" r:embed="R752e74e8f13948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82E2A72-81FA-4579-B93F-E9A7C868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9E888F74-A407-47BE-AFD1-A35BECFD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076635B-7696-4162-A0C5-FF304AD7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1CA6541-2F4E-41AF-A6DE-7F920091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283B716-5B52-4399-9578-B51B740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7790F95A-71A1-43DA-884B-5D7260A6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5241de24948aa">
            <a:extLst>
              <a:ext uri="{96DAC541-7B7A-43D3-8B79-37D633B846F1}">
                <asvg:svgBlip xmlns:asvg="http://schemas.microsoft.com/office/drawing/2016/SVG/main" r:embed="R5c85616f0a6b44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E304BA6-B319-4DFB-8214-EEAD1F96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4802CAFE-19A5-41D4-B179-9D404979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E9E0B168-3593-408A-A796-56880046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d9dd781c24583">
            <a:extLst>
              <a:ext uri="{96DAC541-7B7A-43D3-8B79-37D633B846F1}">
                <asvg:svgBlip xmlns:asvg="http://schemas.microsoft.com/office/drawing/2016/SVG/main" r:embed="R8a8715722cb340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C05FD95-05E6-480D-A412-86A214A4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C84DD88F-F7B2-45C6-AB98-6740F57A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5E5782ED-2D02-4042-B44C-F9DF754B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397A3930-2232-466C-801C-5960B6B7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7AFF4D58-6517-4201-A292-2C8DCF9C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AEE4391B-D36E-49CC-AB9A-AE3C236C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0f6c33bd38447e">
            <a:extLst>
              <a:ext uri="{96DAC541-7B7A-43D3-8B79-37D633B846F1}">
                <asvg:svgBlip xmlns:asvg="http://schemas.microsoft.com/office/drawing/2016/SVG/main" r:embed="Ra45bd074d35943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E0921287-B74B-4B25-8CDB-7001AD5D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D6E0B7AF-AD36-4145-A6F6-99C042C0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5E3993D4-0AAF-4224-A0A2-DCB5F75A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b43859d96e4a78">
            <a:extLst>
              <a:ext uri="{96DAC541-7B7A-43D3-8B79-37D633B846F1}">
                <asvg:svgBlip xmlns:asvg="http://schemas.microsoft.com/office/drawing/2016/SVG/main" r:embed="Rbb8288be6ddf4da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C1E62687-D0E0-4A3A-8B62-F2126073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950ED85D-D6AE-43CF-BED1-20797FA8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613562CD-BF17-4A76-AF9B-60CB743F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3AB593DC-9C07-4F1A-9CC3-87790E66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6065795-D795-4276-A97A-AE7B94D6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3D8D7E9-DA33-4E9C-B645-602B4E45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AD8A99A-7EEF-4184-ABCF-7AB67C38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C731CF7-68E1-43F1-BF93-9D5155EA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21313BE2-D8B2-4306-9881-927FF17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372A172B-DB3D-4742-ADCC-5628705E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CFC198DF-F2EA-4B27-A15B-9E39CC80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D0BB1870-2592-4B34-9D1F-4E63A61A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F9E83F67-E632-4C6A-9A07-90F918FF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E0789C5D-9EFB-40DF-8F30-DC9B1015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24597C5-8096-47C2-8D8A-073BD424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C4930EF-592E-43A9-86A5-E27EB89B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C3F74B38-FBB7-40B4-8558-2B5D5536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23A625D2-617C-4126-8301-E8E54297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A667B8C-C826-4880-B64B-5C572141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6FAD9DB-4B24-4675-95AD-7611E242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638ECF9-349E-4B63-A73C-B2F0A31B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F63BE2A9-D9EB-4D5A-B4EC-E9921A40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9471166C-0A77-4B25-9C81-2561F77B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8AABA826-683C-40F8-8D4E-61294A1A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31EF388-2B6F-48E2-A0DA-6E1BABDD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642ec558004701">
            <a:extLst>
              <a:ext uri="{96DAC541-7B7A-43D3-8B79-37D633B846F1}">
                <asvg:svgBlip xmlns:asvg="http://schemas.microsoft.com/office/drawing/2016/SVG/main" r:embed="Rb988de32c30949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3616AC94-EF79-432A-88AB-2EBB6ED1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955f5b512429e">
            <a:extLst>
              <a:ext uri="{96DAC541-7B7A-43D3-8B79-37D633B846F1}">
                <asvg:svgBlip xmlns:asvg="http://schemas.microsoft.com/office/drawing/2016/SVG/main" r:embed="R0104624b099a40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42050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8841C48-A327-42DC-AE78-AF4047AA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BB743963-C21C-4BE7-9E8E-CBF0B06F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FBF3DDE3-A5A3-47D5-B35F-08BDABAC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3DAE570-EFC3-44FA-8EE5-C373C4B9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46305B87-0698-4E0D-B5F7-F519FFC4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F88C8DD-D2B1-4B29-86FB-E834696C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32D09246-D151-42AB-880E-4DDB3282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a2e0430c346ed">
            <a:extLst>
              <a:ext uri="{96DAC541-7B7A-43D3-8B79-37D633B846F1}">
                <asvg:svgBlip xmlns:asvg="http://schemas.microsoft.com/office/drawing/2016/SVG/main" r:embed="R11add8515cb04e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3E30EFA-CE94-4F4D-BBD4-EB16854A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B3F928D4-04F5-4BA2-956F-2862A98D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12BC5D1F-C8DC-497F-A993-C0585061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05385b4424848">
            <a:extLst>
              <a:ext uri="{96DAC541-7B7A-43D3-8B79-37D633B846F1}">
                <asvg:svgBlip xmlns:asvg="http://schemas.microsoft.com/office/drawing/2016/SVG/main" r:embed="R034b2607fae24c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82CEE37D-0580-4DE8-959C-B60FC20A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09DF5A8-0EE0-4916-8B52-C878F4BD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148F44BB-A548-4EFB-B95D-801F2C59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f3b879bd47434e">
            <a:extLst>
              <a:ext uri="{96DAC541-7B7A-43D3-8B79-37D633B846F1}">
                <asvg:svgBlip xmlns:asvg="http://schemas.microsoft.com/office/drawing/2016/SVG/main" r:embed="R796ead116f1041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0036A3C-4690-4204-98F1-7C1E453D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E5EEBEA-6601-4B81-9D6A-5AF741C6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25326CBA-1594-44F3-8C9E-0F62CC14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30faf7d6d4763">
            <a:extLst>
              <a:ext uri="{96DAC541-7B7A-43D3-8B79-37D633B846F1}">
                <asvg:svgBlip xmlns:asvg="http://schemas.microsoft.com/office/drawing/2016/SVG/main" r:embed="Rcbfd0044bd644bd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D033EDC-B064-40DB-B2AB-B2F819FA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63EEC3FF-9C22-4A87-A6A4-2E9C6B2F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EA15537-7E8A-469D-A0BD-73BC1725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62C63533-AF37-4EDE-B2F4-A569F68D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7388747-38F8-446E-8C7B-B9F70DD0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CEA58687-513D-43DA-B3A9-45B47581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05d03807e4ba0">
            <a:extLst>
              <a:ext uri="{96DAC541-7B7A-43D3-8B79-37D633B846F1}">
                <asvg:svgBlip xmlns:asvg="http://schemas.microsoft.com/office/drawing/2016/SVG/main" r:embed="R799cbd47eade4e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FF5AB6F3-2E98-4DB9-BFFE-F247A1DC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C7EFADF-EDEC-4387-978A-919F7C2A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D0F777A-B8B6-4F06-895F-C397C19E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46662b07d409b">
            <a:extLst>
              <a:ext uri="{96DAC541-7B7A-43D3-8B79-37D633B846F1}">
                <asvg:svgBlip xmlns:asvg="http://schemas.microsoft.com/office/drawing/2016/SVG/main" r:embed="R7382f4d157a246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2C876BF-DA31-4912-9CEF-FBCEB125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0033BDF7-F262-4111-A554-0CA7653E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AF23E88-D6FF-4D23-9228-2FE74FF1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1C3282BE-85AE-4CAF-A1A8-06488B76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DEF35A2F-EABE-4992-BEC6-B658EA5D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BCF1EA0C-FA7D-4E3B-A428-72B97C7F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0abbe64b2c4935">
            <a:extLst>
              <a:ext uri="{96DAC541-7B7A-43D3-8B79-37D633B846F1}">
                <asvg:svgBlip xmlns:asvg="http://schemas.microsoft.com/office/drawing/2016/SVG/main" r:embed="R1b92f998d63643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FFB6EA75-DF75-4BC9-9D80-FC157C6B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C6328811-D1F2-4358-ABAE-0D0D8EC1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D34A3EA6-036A-4242-9975-2CF20443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b69d491bc4818">
            <a:extLst>
              <a:ext uri="{96DAC541-7B7A-43D3-8B79-37D633B846F1}">
                <asvg:svgBlip xmlns:asvg="http://schemas.microsoft.com/office/drawing/2016/SVG/main" r:embed="R074c95c44fc14e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B176794-9638-4BDF-A8DE-3F0EC2E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4A5E382F-A2F6-4380-AAB9-CDF9343E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92EFD9B-6D6B-4642-A1D3-E4B35CBD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8A5C37A-D4EF-4053-83DF-4767B40C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22D69CD-CDBF-41A0-A81A-91651151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9D2CDA0-D14E-44EE-8EA7-6A232128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4E6DCA9-9741-4125-956C-B920BCB5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3E6A934-D06C-4A50-BD83-84055B1F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498D434-E96C-4DB2-B0D4-BC75357C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E8BE27EC-15EB-4167-8C1C-4656D872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2178CC75-DA4D-466E-9811-C35472DB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8BB9EA1-4D75-471C-A72B-780F9BAC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3C3E7A08-7347-472A-9548-87CE36E4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CD1CB070-49BB-4501-8D15-4FC00A95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235CBDC0-1220-4265-B6D2-51006D36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D3274D8-C4EA-459A-BA8E-31AE25B2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124E152-8671-4525-B1ED-225D6849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70C5D5D9-F549-4B03-8489-7061FAA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5DA1A53-9F7A-4E81-B876-7EB42DDA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F6ED87B2-9273-49DB-BD04-D7B04A23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85342D59-1338-46F3-BDE2-882E6593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C2AC0D2-7B32-4B2E-B176-861BDEA2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DE0AF4A2-D9FA-41E9-B5BD-E2C7F7DA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582EBF47-E14F-4247-B5F1-ADBDC893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BE9958A-F0E4-49D2-9018-0A503814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8b8c9bf064e02">
            <a:extLst>
              <a:ext uri="{96DAC541-7B7A-43D3-8B79-37D633B846F1}">
                <asvg:svgBlip xmlns:asvg="http://schemas.microsoft.com/office/drawing/2016/SVG/main" r:embed="R3676867696b842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EED74D76-6CA9-477E-838E-D2AAFEFC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a1854fc2541f4">
            <a:extLst>
              <a:ext uri="{96DAC541-7B7A-43D3-8B79-37D633B846F1}">
                <asvg:svgBlip xmlns:asvg="http://schemas.microsoft.com/office/drawing/2016/SVG/main" r:embed="Rdf5d2bc9189844a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171F4B13-03B0-48EF-8152-58AC619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8d341bd2aa43ee">
            <a:extLst>
              <a:ext uri="{96DAC541-7B7A-43D3-8B79-37D633B846F1}">
                <asvg:svgBlip xmlns:asvg="http://schemas.microsoft.com/office/drawing/2016/SVG/main" r:embed="R2d52571a7ef04a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58777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A96B420-C1E4-4C48-AB1F-99F138D7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CC0444B-AC57-4C02-8E93-551E8542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4A526B87-BA08-4ABD-9F6B-9CF78E2A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36BABDF-7EE1-4C51-AEFA-1C1E1479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4006B33-B362-440B-A719-6D6062D4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0BA6F6E-38FD-4F6B-9713-8692439E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E0F10B2-A9C0-4E55-96A0-537B058D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acae709eb425a">
            <a:extLst>
              <a:ext uri="{96DAC541-7B7A-43D3-8B79-37D633B846F1}">
                <asvg:svgBlip xmlns:asvg="http://schemas.microsoft.com/office/drawing/2016/SVG/main" r:embed="R69a3ade236184c6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29FC40AD-1293-4173-A28F-C4068C01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DFA27112-F392-4873-A82B-462849ED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65703C34-BA30-454D-B028-46D2E71A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150890007046c2">
            <a:extLst>
              <a:ext uri="{96DAC541-7B7A-43D3-8B79-37D633B846F1}">
                <asvg:svgBlip xmlns:asvg="http://schemas.microsoft.com/office/drawing/2016/SVG/main" r:embed="R1914b5b77fe642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520C4E72-605E-4D3F-96DB-F2EDD778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AAC28424-F0EF-4DF5-8908-CA56FF5E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32E3CFA-1095-4B7D-8DB9-532A74AF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f60c69be541aa">
            <a:extLst>
              <a:ext uri="{96DAC541-7B7A-43D3-8B79-37D633B846F1}">
                <asvg:svgBlip xmlns:asvg="http://schemas.microsoft.com/office/drawing/2016/SVG/main" r:embed="R7fa021719a7243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A000D878-F2BD-41A8-B57C-60ABA617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8B32BD40-F614-4CA8-B1DB-1E17E0BD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1BBAC57-1CA4-4288-99CF-253F5D88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4c1d3a78649d4">
            <a:extLst>
              <a:ext uri="{96DAC541-7B7A-43D3-8B79-37D633B846F1}">
                <asvg:svgBlip xmlns:asvg="http://schemas.microsoft.com/office/drawing/2016/SVG/main" r:embed="R139bf00d7cfe49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AF109EB-9735-4A8A-B08F-2C335B33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29B0C97-725A-4318-9159-D817030E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3882A20-DEE0-46DD-A640-7A3FEA1C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72A22D3-68A5-4AAC-8502-50AA1E5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6591427A-3F4B-4FBC-84EB-0FB41943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B41336EE-D96F-4690-BEB7-65CFFDE8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f7428603d4dc4">
            <a:extLst>
              <a:ext uri="{96DAC541-7B7A-43D3-8B79-37D633B846F1}">
                <asvg:svgBlip xmlns:asvg="http://schemas.microsoft.com/office/drawing/2016/SVG/main" r:embed="R41404a37dde144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BF5DDFB-18F8-4BA2-8929-F9AEFC75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0839BCAD-E036-4D39-905E-32890F79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1A1F0DBB-B02C-4433-82AE-136A7BB0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05fdb2cf24d5b">
            <a:extLst>
              <a:ext uri="{96DAC541-7B7A-43D3-8B79-37D633B846F1}">
                <asvg:svgBlip xmlns:asvg="http://schemas.microsoft.com/office/drawing/2016/SVG/main" r:embed="Rc112900ea64a4c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3E2CE11E-CA87-47E2-94B6-D8DEC2E5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FC969906-1599-426F-9704-6D969B77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4E346288-7FF9-462E-A5FC-993CE0BB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5EEBCEB4-955A-43EB-B6B6-6282AAD8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BFE6C4A2-34B6-458D-94D5-4388A54B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78C07283-A019-40D8-B534-7E4DD062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5d037af314850">
            <a:extLst>
              <a:ext uri="{96DAC541-7B7A-43D3-8B79-37D633B846F1}">
                <asvg:svgBlip xmlns:asvg="http://schemas.microsoft.com/office/drawing/2016/SVG/main" r:embed="R2327133ee6154e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8447253A-6AE6-4D29-A642-14E2D593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968BF5AA-E458-4ECE-837E-5B681027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37654802-DFDD-4FF3-A124-297F9343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85b1102084697">
            <a:extLst>
              <a:ext uri="{96DAC541-7B7A-43D3-8B79-37D633B846F1}">
                <asvg:svgBlip xmlns:asvg="http://schemas.microsoft.com/office/drawing/2016/SVG/main" r:embed="Reab5f2cdeabe4e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5B280616-532B-4FA7-8B27-ACAF8F81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386B2CBF-BFC5-46E6-966F-21D7F00F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9A9F6B2-F8B5-4B00-8BBF-564F218B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22371D9-5460-48A6-A2AD-C9FB1A7A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CCD3E0B-A37B-49CF-AF89-539879ED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8912BEE-11C4-49C7-99EA-A96BD22B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9993D31-E64B-4AF7-BDE5-0EF3B0E0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C4B6D83-737A-426C-A52F-3F5FFABE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EBDE14C3-FECF-4B85-AA79-AD0C42DA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8C8CA58C-E19E-4DB7-8154-D1D28F45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63A7DF84-C15B-4F6F-AB03-EF4DA0CF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40214C2C-7810-4B29-AB47-9479F4BF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B0813EFA-BB37-4DEF-A46D-60D94392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972DB116-EC2A-4308-9E27-50EB5026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FDC7C90-2AD5-4EED-A208-2AD74A5A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E0C9B10-56D8-4D29-8E1D-58923F76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1364839-BA95-4AE2-AFFA-C7C6683F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3CFA72EE-4345-41D1-802C-D78E900F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2E2712B-4088-4E19-8E94-2501D95F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C7AC9FD-BD28-4EEA-B1C7-0D506802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72D2CC1-5880-43FB-9DDE-B9CB27BB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46F9DF0-6238-430E-B693-D448CC0D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64AF772F-BE5A-42A9-B04C-E7824F13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127B42F7-9571-42A5-80A9-16DF329A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1AF60D1-28BA-44F1-A291-B45CE73C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61fe6e16044c6c">
            <a:extLst>
              <a:ext uri="{96DAC541-7B7A-43D3-8B79-37D633B846F1}">
                <asvg:svgBlip xmlns:asvg="http://schemas.microsoft.com/office/drawing/2016/SVG/main" r:embed="R22e3ee686e3f48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4E97BEBB-A5E7-4DB5-B545-24CAE027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676a21ca349e9">
            <a:extLst>
              <a:ext uri="{96DAC541-7B7A-43D3-8B79-37D633B846F1}">
                <asvg:svgBlip xmlns:asvg="http://schemas.microsoft.com/office/drawing/2016/SVG/main" r:embed="R140b2aa338a24d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9441DAE6-C7E2-40B8-A952-F27DEA65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247d21e3845a7">
            <a:extLst>
              <a:ext uri="{96DAC541-7B7A-43D3-8B79-37D633B846F1}">
                <asvg:svgBlip xmlns:asvg="http://schemas.microsoft.com/office/drawing/2016/SVG/main" r:embed="Re7a32336cd044a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2936BB56-9AC9-43BC-9CF1-79739A0F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8cb0f2c4144a3">
            <a:extLst>
              <a:ext uri="{96DAC541-7B7A-43D3-8B79-37D633B846F1}">
                <asvg:svgBlip xmlns:asvg="http://schemas.microsoft.com/office/drawing/2016/SVG/main" r:embed="Rc2f99d42c95e44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8741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F9F81A22-73F5-45DA-9348-6F444733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3D036438-668E-48E2-84A8-9E8298DD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DDD7A5C-9CDD-4FD3-9331-24367116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674D8E6C-2D7F-4ACA-B1FD-15287917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E882470-1B1D-4905-A062-A069FBD4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14C5C64C-75C5-4936-875C-144DD43E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A211F3A7-549F-4451-B2C7-51AF089F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019e3f8884410">
            <a:extLst>
              <a:ext uri="{96DAC541-7B7A-43D3-8B79-37D633B846F1}">
                <asvg:svgBlip xmlns:asvg="http://schemas.microsoft.com/office/drawing/2016/SVG/main" r:embed="R4d606a7fb18442d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0DEE5722-3D94-4442-9D5C-8D5F9C70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D7F2CAFB-04C9-4836-B127-A4F0F25C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3D58B47A-36CE-4E71-A923-F06F4D3F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c66ec62ea41ee">
            <a:extLst>
              <a:ext uri="{96DAC541-7B7A-43D3-8B79-37D633B846F1}">
                <asvg:svgBlip xmlns:asvg="http://schemas.microsoft.com/office/drawing/2016/SVG/main" r:embed="R715a803cd7d74c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DEEE0E74-F7A0-46F8-A06E-9091D4A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4F8F8A5-361D-4808-BCC4-E83BE363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06379EC-AF8C-4C17-B8A8-49DBF6E9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b8a17d30c4720">
            <a:extLst>
              <a:ext uri="{96DAC541-7B7A-43D3-8B79-37D633B846F1}">
                <asvg:svgBlip xmlns:asvg="http://schemas.microsoft.com/office/drawing/2016/SVG/main" r:embed="R965dc27238044fd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9F16F48B-1D15-4BBF-8205-F710DCBA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EF0C1B4E-5FDF-468A-8D94-E847A7F5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212B90E8-2D58-455C-A725-AD1B1323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0990a10a754e33">
            <a:extLst>
              <a:ext uri="{96DAC541-7B7A-43D3-8B79-37D633B846F1}">
                <asvg:svgBlip xmlns:asvg="http://schemas.microsoft.com/office/drawing/2016/SVG/main" r:embed="R8df3b15d4bfc40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5A13604-D384-40A4-A321-6F11CA2D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5D933707-6CF4-4DFD-85A7-4936F6D0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6A2A111-B47E-4824-BCB7-3DC8EEBB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B623F49-3DC5-4D08-AD46-6EA101CC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7FABF8F-DAFE-4860-BCE3-EF62D12F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EC8C96D-A978-47DE-8352-910F6085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7798021b6d4f99">
            <a:extLst>
              <a:ext uri="{96DAC541-7B7A-43D3-8B79-37D633B846F1}">
                <asvg:svgBlip xmlns:asvg="http://schemas.microsoft.com/office/drawing/2016/SVG/main" r:embed="Rc6fffa4cacdc4e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7EE70D2-700E-481D-8726-CDB9A9A3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0FC9116-7D23-4EC7-99E3-0011CD38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9D88860-4A3A-43FA-A64A-C376DE3F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aa7ef25ee4cc2">
            <a:extLst>
              <a:ext uri="{96DAC541-7B7A-43D3-8B79-37D633B846F1}">
                <asvg:svgBlip xmlns:asvg="http://schemas.microsoft.com/office/drawing/2016/SVG/main" r:embed="R1cbef0b5b51c4b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E191E96-DD30-40FF-BD78-F5B2F810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1E9812E-E741-4826-A79F-C16A7C59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B60A101-381C-4215-A535-87CDDE18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FC3B879D-3BE5-4CE0-93D2-F5FED093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42B01E2B-F887-4360-8347-3330B886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205E63BA-4711-4E40-AC90-906FB248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72c0209d241e9">
            <a:extLst>
              <a:ext uri="{96DAC541-7B7A-43D3-8B79-37D633B846F1}">
                <asvg:svgBlip xmlns:asvg="http://schemas.microsoft.com/office/drawing/2016/SVG/main" r:embed="R0418cd9bcd6042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066E2EE4-94B8-4F24-8397-0E2CC67B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533E3386-7EE2-4EDB-80A9-7F4D3C93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485C765C-203C-412E-9532-5F621CCD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f8779b7b8478e">
            <a:extLst>
              <a:ext uri="{96DAC541-7B7A-43D3-8B79-37D633B846F1}">
                <asvg:svgBlip xmlns:asvg="http://schemas.microsoft.com/office/drawing/2016/SVG/main" r:embed="R2a228742fde645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A58B7CED-2C75-4DAB-A336-A0F323A6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0ED4BA06-EB66-4CE8-9D46-31CCE3B9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EE523A8F-8C82-4435-8B98-7A83ED71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26DC779-EB8C-4582-9724-915FE618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0FC68883-3F43-4387-9743-FC956F3E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30173379-1416-4658-BA57-2B78802F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9F2FD8E-3265-428C-9BC0-2D0A308A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95B097F-9479-4DB5-84D8-7589280F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7785D421-1F2D-45B3-9FEA-02802FF4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07FA5CD-830F-4A22-880C-D526BDBB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57B9B82-2987-42B9-AA35-44C97AC7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754F1D70-66D6-4803-A79E-2C65A226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B05FF76C-EB20-40EC-A42D-B2C4D5B9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89CCA0B3-43F8-4C9F-9B35-855158C5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F760F98-4244-490F-B404-91BBB244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3F53CE6-4B18-47E3-8133-C80A284C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6F2431C-D51A-46BB-89E2-D763E045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B7193F1-BA82-4521-91E8-EA8CA075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F284F95F-F80D-4157-B27F-50935469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B73373E-3007-4983-9309-400C8095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DC19D34-E859-4378-823D-1FBA9DA2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3884D89E-3388-4104-86D5-F66C4ED8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2E022B5B-4A4C-4B2A-AD86-F18C2E2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41124E8D-B679-491E-B285-9F46C2B7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28272B23-0B10-4D51-B532-312BE1A1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078364b3df480a">
            <a:extLst>
              <a:ext uri="{96DAC541-7B7A-43D3-8B79-37D633B846F1}">
                <asvg:svgBlip xmlns:asvg="http://schemas.microsoft.com/office/drawing/2016/SVG/main" r:embed="R08d0495a12224bf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2E22B8EA-B130-43CD-AEB8-CB942D54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dfabc80714a6b">
            <a:extLst>
              <a:ext uri="{96DAC541-7B7A-43D3-8B79-37D633B846F1}">
                <asvg:svgBlip xmlns:asvg="http://schemas.microsoft.com/office/drawing/2016/SVG/main" r:embed="R3934fad0daf44e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0BABA7E-66F4-421D-BBB7-B6B68DBC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640603f2249f6">
            <a:extLst>
              <a:ext uri="{96DAC541-7B7A-43D3-8B79-37D633B846F1}">
                <asvg:svgBlip xmlns:asvg="http://schemas.microsoft.com/office/drawing/2016/SVG/main" r:embed="R011fbac810f445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47560F19-EDBE-49B7-BCEE-321D3E38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224277f364a0c">
            <a:extLst>
              <a:ext uri="{96DAC541-7B7A-43D3-8B79-37D633B846F1}">
                <asvg:svgBlip xmlns:asvg="http://schemas.microsoft.com/office/drawing/2016/SVG/main" r:embed="Rc13a50354f7d4d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5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20AD9DA8-881B-4E42-869C-9E9F0DA3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723281b014bec">
            <a:extLst>
              <a:ext uri="{96DAC541-7B7A-43D3-8B79-37D633B846F1}">
                <asvg:svgBlip xmlns:asvg="http://schemas.microsoft.com/office/drawing/2016/SVG/main" r:embed="R01b60828d1e140d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36749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BFC590C3-F7D2-4DEA-BCE5-018A05C1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8320636-CD3D-4ADA-8FD3-73B5DDBD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4A69E1D-A54B-4033-8967-87E01557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D27F186-DD8D-4F94-AC1D-1CF3B546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A076156-89EA-4A93-8A08-0256D5AE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B622BC89-FCFF-4C9F-B7FB-85E2657B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B0E476B-AABB-4592-94CE-55A5978E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9208aee7e4065">
            <a:extLst>
              <a:ext uri="{96DAC541-7B7A-43D3-8B79-37D633B846F1}">
                <asvg:svgBlip xmlns:asvg="http://schemas.microsoft.com/office/drawing/2016/SVG/main" r:embed="Re3035b66d17d41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549E211-0390-402B-8B91-79C68B19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351F2433-F36E-4175-9FAE-CCCDDE6F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12013AB-57F9-4A85-9973-1100A178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6c18f464647f2">
            <a:extLst>
              <a:ext uri="{96DAC541-7B7A-43D3-8B79-37D633B846F1}">
                <asvg:svgBlip xmlns:asvg="http://schemas.microsoft.com/office/drawing/2016/SVG/main" r:embed="R6304195ba45a4f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1BA879B-71B2-42A6-9283-8B1BF354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4F9A8CD-A264-44B5-8482-063B5C7F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F041AECB-AFC4-4370-A235-9919B5E0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f01fa30ef4df9">
            <a:extLst>
              <a:ext uri="{96DAC541-7B7A-43D3-8B79-37D633B846F1}">
                <asvg:svgBlip xmlns:asvg="http://schemas.microsoft.com/office/drawing/2016/SVG/main" r:embed="R2c2743909a9045d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F80F212-B4E1-4B4D-971C-F61229C2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79851310-75B9-45F3-8AE6-71AF2418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21DD55B-D9B7-4233-B496-F0D4DEC7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da887ccac42b7">
            <a:extLst>
              <a:ext uri="{96DAC541-7B7A-43D3-8B79-37D633B846F1}">
                <asvg:svgBlip xmlns:asvg="http://schemas.microsoft.com/office/drawing/2016/SVG/main" r:embed="R7317c6bd968e45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E673DF6-093A-4E08-8EC9-98DCD8A8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42E00ED-575E-4BE9-BB62-B6A64E21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FF0B85F-4FE0-4A08-8A4D-18E7C976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58B90F8-C2C3-4C56-8987-BD4EAA48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26410E9-459E-47F0-9B53-50674E23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B12CAA6-D503-409E-B501-8430AF41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b9a027a4648ec">
            <a:extLst>
              <a:ext uri="{96DAC541-7B7A-43D3-8B79-37D633B846F1}">
                <asvg:svgBlip xmlns:asvg="http://schemas.microsoft.com/office/drawing/2016/SVG/main" r:embed="R985dc35f784f4c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D70612DF-FA32-4C23-B42E-1AF53167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FD032A8-A480-4E2B-BA4E-D20B86DE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1F55B0D0-3A16-49A8-A129-F8DA5DAD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2a043ae2b84e1e">
            <a:extLst>
              <a:ext uri="{96DAC541-7B7A-43D3-8B79-37D633B846F1}">
                <asvg:svgBlip xmlns:asvg="http://schemas.microsoft.com/office/drawing/2016/SVG/main" r:embed="R9fb5bfe3499742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028C161-2C4F-4CCF-B9C0-AB56DC29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9DF0603B-E1DE-4111-A5B6-08E21E4B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52A63827-14F4-450F-BFDD-F6B3AA2E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A8B35E31-B7FB-4C7C-83E6-7DB77F71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1F86D9B2-DAAF-4872-9F77-81DF9C7A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5F358BA8-2894-4715-A960-1461E921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59446e1e44d17">
            <a:extLst>
              <a:ext uri="{96DAC541-7B7A-43D3-8B79-37D633B846F1}">
                <asvg:svgBlip xmlns:asvg="http://schemas.microsoft.com/office/drawing/2016/SVG/main" r:embed="Reae7545efa934d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3EB51170-C2D4-436E-85C4-2B0279A5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63AA52B5-C350-466C-9310-2D5A9E3E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76A9E4FE-B09E-4DEA-8928-DC932780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a4632b0144a45">
            <a:extLst>
              <a:ext uri="{96DAC541-7B7A-43D3-8B79-37D633B846F1}">
                <asvg:svgBlip xmlns:asvg="http://schemas.microsoft.com/office/drawing/2016/SVG/main" r:embed="Rf10b898605af49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E2893BD-4FA1-4F31-9911-4E3DDD73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F351ED33-0F9F-408F-A242-BF92DFD0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2CD45CE-0650-4F2A-BE69-FBC40F63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BE2AACC-171B-42FE-AD5A-97954A0A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2FBCB71-4DA6-4404-9E88-CE40FEF9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CA32362-175F-4E42-ADAB-2438FEEE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1F606F8-A5BB-4D4A-908D-BB7AB8EE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0C6EA50-6602-4EAA-9989-A33C3FE6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3C1118B9-511C-4EC1-A259-74FC7FD0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8024906F-2020-46E1-90CE-4351F0B5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23A5D605-91EE-48F3-8550-5B1F9802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0012B962-2ACC-4811-96E5-DD04E7C6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55AFFED2-389C-4F43-B4EA-17869C7D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DA3123DF-C3A1-4928-85B1-327C2BAE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D69DD7DB-106E-4588-936A-F31677B3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FA2CEF6-3ABF-44B6-A4D0-3052965F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7A69839-9EFA-40F8-8764-2D2028B4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81778648-92C9-4ABB-9C76-25453C4D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ABD5068-C1A4-43F8-8A71-3F3B6DF4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902A6DA-50DF-4710-B248-A6E36293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9023B0F0-546A-4C4D-9CA7-96B9B9FE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775CAD8-F24E-487D-A610-A32EE9C4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A8DE503F-937D-4780-92E6-923AFF07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5DCBF2A2-323D-4481-9C2F-6624FB21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4158608-D847-4068-A47F-0228858C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a8ce0733b48f7">
            <a:extLst>
              <a:ext uri="{96DAC541-7B7A-43D3-8B79-37D633B846F1}">
                <asvg:svgBlip xmlns:asvg="http://schemas.microsoft.com/office/drawing/2016/SVG/main" r:embed="R92f12104a1f148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1C6BCDBA-7266-463F-BF7F-CCE285D2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2316b0d0264b62">
            <a:extLst>
              <a:ext uri="{96DAC541-7B7A-43D3-8B79-37D633B846F1}">
                <asvg:svgBlip xmlns:asvg="http://schemas.microsoft.com/office/drawing/2016/SVG/main" r:embed="R49cb3697155247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70ABA1D2-C749-4423-BD81-ABC00ABC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4683897674852">
            <a:extLst>
              <a:ext uri="{96DAC541-7B7A-43D3-8B79-37D633B846F1}">
                <asvg:svgBlip xmlns:asvg="http://schemas.microsoft.com/office/drawing/2016/SVG/main" r:embed="R758087af93cf4b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B0417C15-D946-4516-A6D1-8ADCC06A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435bc128d42c7">
            <a:extLst>
              <a:ext uri="{96DAC541-7B7A-43D3-8B79-37D633B846F1}">
                <asvg:svgBlip xmlns:asvg="http://schemas.microsoft.com/office/drawing/2016/SVG/main" r:embed="R3b5e156e5a3646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5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B8837EE6-BE47-4B83-8ADF-04BD0F03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846754e34c38">
            <a:extLst>
              <a:ext uri="{96DAC541-7B7A-43D3-8B79-37D633B846F1}">
                <asvg:svgBlip xmlns:asvg="http://schemas.microsoft.com/office/drawing/2016/SVG/main" r:embed="R8052210f2876420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7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4DB62550-CA86-4D0D-A25A-D277B369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230b4354c04852">
            <a:extLst>
              <a:ext uri="{96DAC541-7B7A-43D3-8B79-37D633B846F1}">
                <asvg:svgBlip xmlns:asvg="http://schemas.microsoft.com/office/drawing/2016/SVG/main" r:embed="Ra1467f3e4a184b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92492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FFF5B16-1EB3-4DB5-B555-F6B76761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13FB9B44-31A0-4A1C-8B1C-AD842925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4696E1FA-0343-468A-AD14-9D88DBA9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654B4AF6-0621-4687-9362-52E33F72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2DD2A25-DA2A-4855-89D1-DA625976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AF0F8FFD-8743-440B-8BB4-6FCAD5F9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8D6DB67-1FE5-4576-808A-E9F946B7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f435b1ee0446a8">
            <a:extLst>
              <a:ext uri="{96DAC541-7B7A-43D3-8B79-37D633B846F1}">
                <asvg:svgBlip xmlns:asvg="http://schemas.microsoft.com/office/drawing/2016/SVG/main" r:embed="R91c45a1f646749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209F226-5FB9-4DB7-9ECC-01226181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F1E29A6-987C-4C5E-8F31-313A783B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C0C6554-24CB-4888-A256-B9CC145A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a43affa9f407c">
            <a:extLst>
              <a:ext uri="{96DAC541-7B7A-43D3-8B79-37D633B846F1}">
                <asvg:svgBlip xmlns:asvg="http://schemas.microsoft.com/office/drawing/2016/SVG/main" r:embed="Rf278f20df52c40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E99CB6F2-836D-4828-B135-1BA3082B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6681EE77-C9AF-4A25-8222-F1E1EE1B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1D87E71-496F-4A0C-ADDA-2C107E8A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fa0cd1b1546a9">
            <a:extLst>
              <a:ext uri="{96DAC541-7B7A-43D3-8B79-37D633B846F1}">
                <asvg:svgBlip xmlns:asvg="http://schemas.microsoft.com/office/drawing/2016/SVG/main" r:embed="Rfd0605f114ce4b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B909609F-48EF-490D-A843-573E694C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2099AA4-42B8-47A8-8A75-6FAC49B0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A55DBEF-BF52-4DEE-AACC-A8F7F525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c482ef6ec40b1">
            <a:extLst>
              <a:ext uri="{96DAC541-7B7A-43D3-8B79-37D633B846F1}">
                <asvg:svgBlip xmlns:asvg="http://schemas.microsoft.com/office/drawing/2016/SVG/main" r:embed="R25d3e9af6d4f42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4D57338-958A-4445-AE56-2B816BC0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E7E15C9-95DE-431E-99BF-78B92705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060E602-A08B-4084-A075-4A2B49E2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EEB158BE-53EF-438F-B83C-5E22ACB7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AE0984E1-F2FA-4606-B1A2-E0FF8DEE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CF9F64E-E50B-4CE7-809B-9C21A3A9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a336432a04b14">
            <a:extLst>
              <a:ext uri="{96DAC541-7B7A-43D3-8B79-37D633B846F1}">
                <asvg:svgBlip xmlns:asvg="http://schemas.microsoft.com/office/drawing/2016/SVG/main" r:embed="Rf3d54e4d29bf4e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060E0110-DE5B-4AF7-852B-39FCAA0E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22BABD8C-A442-412F-B41E-6CD87D03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E1623C7-BE20-49BF-A69B-615224FA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5daa220cda4bb8">
            <a:extLst>
              <a:ext uri="{96DAC541-7B7A-43D3-8B79-37D633B846F1}">
                <asvg:svgBlip xmlns:asvg="http://schemas.microsoft.com/office/drawing/2016/SVG/main" r:embed="R1ad5e1dcd4d147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FF32455A-0B96-4C78-BB92-F4FA9C8B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7F8ED0A-AB80-41DE-B979-EDB48E6C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FC78082-D98B-46E5-9FAA-89D9EBB3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CE79C9E1-D910-41F0-B4F0-ACB64C6B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18078298-76E4-4E83-AAE3-EB001941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4E1945A4-E351-41CF-9EC2-8AF7EF0A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c9a2b804c649ce">
            <a:extLst>
              <a:ext uri="{96DAC541-7B7A-43D3-8B79-37D633B846F1}">
                <asvg:svgBlip xmlns:asvg="http://schemas.microsoft.com/office/drawing/2016/SVG/main" r:embed="Rd92e2f98dcc540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CB9C0C77-8833-408D-9489-4AA3B65A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537C93BC-6CC7-4460-8D55-FF95A012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576B376D-2FE7-42AA-9F7C-DADBEDEC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33bc21b674663">
            <a:extLst>
              <a:ext uri="{96DAC541-7B7A-43D3-8B79-37D633B846F1}">
                <asvg:svgBlip xmlns:asvg="http://schemas.microsoft.com/office/drawing/2016/SVG/main" r:embed="R9c8d2f0efed948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EE148E39-F6A0-4595-9636-18C3A795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454F4673-FFB4-41F0-A686-621C9482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D0D66B18-CFD6-44CB-810C-B87019E5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9EA5A0C-D081-4355-BBA4-1E1499CD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2998FD0-D7EB-4CC3-8F1D-A86392C2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A446B4D-2B57-4CD0-88D2-880D71DF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6BB5BC2-3C49-4EC4-BE3C-FB79F9A5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FE51ABD-D76E-45E8-A725-E5FB371E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53FBE4A-EC99-43BE-8D7A-141EA942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D53BBF2A-8674-46DB-8C41-2C8020CA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341618A1-A17F-4804-BA6B-366617C8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D1457950-4E2B-4032-B47A-A9F621F4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A88EE1F8-80FA-41E4-AF8A-8D70A5AA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5193BD83-2154-4CF0-B8BF-9484BD8A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56CEB2C-6C34-4C08-8A17-3D8D5B64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237280A8-F45E-4E41-94ED-4692D4DA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197E8017-22F2-4C4B-9169-52814B53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C1FDA6DF-CE2A-4012-83F3-936F2571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段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3A0B117-C2FE-440F-BFB9-E39A0216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B56E566-1F41-40D1-BA6A-7A39D2AD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CA4B4341-B803-420A-B52D-B20A75ED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02CC766C-C717-4F05-AEED-EF0D4CAB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02091EF2-68EF-469A-84CC-153F822E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A2CB6C67-E449-4E96-BFB0-67387605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02F72BB-B111-4B85-B047-6577CC8D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89b97ccb3e46fb">
            <a:extLst>
              <a:ext uri="{96DAC541-7B7A-43D3-8B79-37D633B846F1}">
                <asvg:svgBlip xmlns:asvg="http://schemas.microsoft.com/office/drawing/2016/SVG/main" r:embed="Rdf4357ec99444c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F5042EF5-E0E5-4AA8-80B5-03748F44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d91d19604e42ec">
            <a:extLst>
              <a:ext uri="{96DAC541-7B7A-43D3-8B79-37D633B846F1}">
                <asvg:svgBlip xmlns:asvg="http://schemas.microsoft.com/office/drawing/2016/SVG/main" r:embed="R8a7745e992014b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BECFE098-3654-4245-A84D-B06595DB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92627520c4d91">
            <a:extLst>
              <a:ext uri="{96DAC541-7B7A-43D3-8B79-37D633B846F1}">
                <asvg:svgBlip xmlns:asvg="http://schemas.microsoft.com/office/drawing/2016/SVG/main" r:embed="R0e4f712b3e1446a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D7ECE048-A795-45EA-91ED-E145F55F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e5f3ab7f7427d">
            <a:extLst>
              <a:ext uri="{96DAC541-7B7A-43D3-8B79-37D633B846F1}">
                <asvg:svgBlip xmlns:asvg="http://schemas.microsoft.com/office/drawing/2016/SVG/main" r:embed="Rd67ceac4cb6543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5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0BA86764-0313-49D2-A0A5-0C4B1FCE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38aeba9c446e2">
            <a:extLst>
              <a:ext uri="{96DAC541-7B7A-43D3-8B79-37D633B846F1}">
                <asvg:svgBlip xmlns:asvg="http://schemas.microsoft.com/office/drawing/2016/SVG/main" r:embed="R0a14fa9d9e044e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7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CC890A0A-77F0-4087-A7FA-E6F6F15D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01821212c4e6c">
            <a:extLst>
              <a:ext uri="{96DAC541-7B7A-43D3-8B79-37D633B846F1}">
                <asvg:svgBlip xmlns:asvg="http://schemas.microsoft.com/office/drawing/2016/SVG/main" r:embed="R689f0ce72dd647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9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71156EFA-48E4-4132-AA03-F89368A6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pic>
        <p:nvPicPr>
          <p:cNvPr id="1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c9d3f86984d46">
            <a:extLst>
              <a:ext uri="{96DAC541-7B7A-43D3-8B79-37D633B846F1}">
                <asvg:svgBlip xmlns:asvg="http://schemas.microsoft.com/office/drawing/2016/SVG/main" r:embed="R896f2063b1ee44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770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7625" dir="5400000">
              <a:srgbClr val="2F5EA8">
                <a:alpha val="20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2026-08-24T14:52:38.8950000Z</dcterms:created>
  <dcterms:modified xsi:type="dcterms:W3CDTF">2026-08-24T14:52:38.8950000Z</dcterms:modified>
</coreProperties>
</file>