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0a2d9f7d3b04afb" /><Relationship Type="http://schemas.openxmlformats.org/officeDocument/2006/relationships/extended-properties" Target="/docProps/app.xml" Id="R216e61deaf79496a" /><Relationship Type="http://schemas.openxmlformats.org/officeDocument/2006/relationships/officeDocument" Target="/ppt/presentation.xml" Id="R81a0a48484bc4c1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9aab0b1519c4f8c"/>
  </p:sldMasterIdLst>
  <p:notesMasterIdLst>
    <p:notesMasterId xmlns:r="http://schemas.openxmlformats.org/officeDocument/2006/relationships" r:id="R4e38f34a5fb142bf"/>
  </p:notesMasterIdLst>
  <p:sldIdLst>
    <p:sldId xmlns:r="http://schemas.openxmlformats.org/officeDocument/2006/relationships" id="256" r:id="R1358f683946048cf"/>
    <p:sldId xmlns:r="http://schemas.openxmlformats.org/officeDocument/2006/relationships" id="257" r:id="R7395ecc2d6034cf9"/>
    <p:sldId xmlns:r="http://schemas.openxmlformats.org/officeDocument/2006/relationships" id="258" r:id="Rfb3cd35d5b744de4"/>
    <p:sldId xmlns:r="http://schemas.openxmlformats.org/officeDocument/2006/relationships" id="259" r:id="Rf93e9138f9d7404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beed666dcd4455e" /><Relationship Type="http://schemas.openxmlformats.org/officeDocument/2006/relationships/slideMaster" Target="/ppt/slideMasters/slideMaster1.xml" Id="R79aab0b1519c4f8c" /><Relationship Type="http://schemas.openxmlformats.org/officeDocument/2006/relationships/notesMaster" Target="/ppt/notesMasters/notesMaster1.xml" Id="R4e38f34a5fb142bf" /><Relationship Type="http://schemas.openxmlformats.org/officeDocument/2006/relationships/presProps" Target="/ppt/presProps.xml" Id="R3b1af7302a0b4144" /><Relationship Type="http://schemas.openxmlformats.org/officeDocument/2006/relationships/tableStyles" Target="/ppt/tableStyles.xml" Id="R19e17b2655784bed" /><Relationship Type="http://schemas.openxmlformats.org/officeDocument/2006/relationships/slide" Target="/ppt/slides/slide1.xml" Id="R1358f683946048cf" /><Relationship Type="http://schemas.openxmlformats.org/officeDocument/2006/relationships/slide" Target="/ppt/slides/slide2.xml" Id="R7395ecc2d6034cf9" /><Relationship Type="http://schemas.openxmlformats.org/officeDocument/2006/relationships/slide" Target="/ppt/slides/slide3.xml" Id="Rfb3cd35d5b744de4" /><Relationship Type="http://schemas.openxmlformats.org/officeDocument/2006/relationships/slide" Target="/ppt/slides/slide4.xml" Id="Rf93e9138f9d7404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4e3ba9bd20547e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f27cffd9c74454d" /><Relationship Type="http://schemas.openxmlformats.org/officeDocument/2006/relationships/notesMaster" Target="/ppt/notesMasters/notesMaster1.xml" Id="R0b000c23e3514b6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c4a3fce8bf54519" /><Relationship Type="http://schemas.openxmlformats.org/officeDocument/2006/relationships/notesMaster" Target="/ppt/notesMasters/notesMaster1.xml" Id="R47cd953eece240e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b292793efcf4dcd" /><Relationship Type="http://schemas.openxmlformats.org/officeDocument/2006/relationships/notesMaster" Target="/ppt/notesMasters/notesMaster1.xml" Id="R084998f0fad04b8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d0fb724e2f344d5" /><Relationship Type="http://schemas.openxmlformats.org/officeDocument/2006/relationships/notesMaster" Target="/ppt/notesMasters/notesMaster1.xml" Id="Re961a4db041443f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de73f53e9d9477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764b228a0754d88" /><Relationship Type="http://schemas.openxmlformats.org/officeDocument/2006/relationships/slideLayout" Target="/ppt/slideLayouts/slideLayout1.xml" Id="R9b232ba322e04b3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b232ba322e04b3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5561a6375848f2" /><Relationship Type="http://schemas.openxmlformats.org/officeDocument/2006/relationships/notesSlide" Target="/ppt/notesSlides/notesSlide1.xml" Id="R6c7046e30bdb4de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1dcdf7ec344c26" /><Relationship Type="http://schemas.openxmlformats.org/officeDocument/2006/relationships/notesSlide" Target="/ppt/notesSlides/notesSlide2.xml" Id="Rf86ef7e6a139422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e196a099354206" /><Relationship Type="http://schemas.openxmlformats.org/officeDocument/2006/relationships/notesSlide" Target="/ppt/notesSlides/notesSlide3.xml" Id="Rd4148794668b4d5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5156a6efa143c0" /><Relationship Type="http://schemas.openxmlformats.org/officeDocument/2006/relationships/notesSlide" Target="/ppt/notesSlides/notesSlide4.xml" Id="R552419c67b99423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130C149-7041-43D1-9535-5B4B84575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转化漏斗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48F911-6E65-4DBA-835E-E14E9AF52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763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rPr>
              <a:t>递减转化 · 阶段拆解</a:t>
            </a:r>
          </a:p>
        </p:txBody>
      </p:sp>
      <p:sp>
        <p:nvSpPr>
          <p:cNvPr id="3" name="PPAGENT_QA|parent=funnel-stage-0|domains=funnel-shape,funnel-content">
            <a:extLst xmlns:a="http://schemas.openxmlformats.org/drawingml/2006/main">
              <a:ext uri="{FF2B5EF4-FFF2-40B4-BE49-F238E27FC236}">
                <a16:creationId xmlns:a16="http://schemas.microsoft.com/office/drawing/2014/main" id="{7A2F3617-C296-49EA-9989-007261F3D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685800" y="1524000"/>
            <a:ext cx="5334000" cy="1358900"/>
          </a:xfrm>
          <a:prstGeom xmlns:a="http://schemas.openxmlformats.org/drawingml/2006/main" prst="trapezoid">
            <a:avLst/>
          </a:prstGeom>
          <a:solidFill xmlns:a="http://schemas.openxmlformats.org/drawingml/2006/main">
            <a:srgbClr val="174B82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PPAGENT_QA|parent=funnel-face-0|domains=funnel-face">
            <a:extLst xmlns:a="http://schemas.openxmlformats.org/drawingml/2006/main">
              <a:ext uri="{FF2B5EF4-FFF2-40B4-BE49-F238E27FC236}">
                <a16:creationId xmlns:a16="http://schemas.microsoft.com/office/drawing/2014/main" id="{3764A00C-9705-448E-90B8-FD3D6D390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57325"/>
            <a:ext cx="53340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4B82"/>
          </a:solidFill>
          <a:ln xmlns:a="http://schemas.openxmlformats.org/drawingml/2006/main" w="11430">
            <a:solidFill>
              <a:srgbClr val="D9F1FA"/>
            </a:solidFill>
            <a:prstDash val="solid"/>
          </a:ln>
        </p:spPr>
      </p:sp>
      <p:sp>
        <p:nvSpPr>
          <p:cNvPr id="5" name="PPAGENT_QA|within=funnel-stage-0|role=rate">
            <a:extLst xmlns:a="http://schemas.openxmlformats.org/drawingml/2006/main">
              <a:ext uri="{FF2B5EF4-FFF2-40B4-BE49-F238E27FC236}">
                <a16:creationId xmlns:a16="http://schemas.microsoft.com/office/drawing/2014/main" id="{F5255F6D-4511-4317-A00E-CF0D39F13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19250"/>
            <a:ext cx="5029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6C9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6C96A"/>
                </a:solidFill>
                <a:latin typeface="Microsoft YaHei"/>
                <a:ea typeface="Microsoft YaHei"/>
                <a:cs typeface="Microsoft YaHei"/>
              </a:rPr>
              <a:t>100%</a:t>
            </a:r>
          </a:p>
        </p:txBody>
      </p:sp>
      <p:sp>
        <p:nvSpPr>
          <p:cNvPr id="6" name="PPAGENT_QA|parent=funnel-label-0|domains=funnel-label">
            <a:extLst xmlns:a="http://schemas.openxmlformats.org/drawingml/2006/main">
              <a:ext uri="{FF2B5EF4-FFF2-40B4-BE49-F238E27FC236}">
                <a16:creationId xmlns:a16="http://schemas.microsoft.com/office/drawing/2014/main" id="{4018BF11-AD78-4513-AFC1-B8DF59524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85950"/>
            <a:ext cx="5029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收到稿件</a:t>
            </a:r>
          </a:p>
        </p:txBody>
      </p:sp>
      <p:sp>
        <p:nvSpPr>
          <p:cNvPr id="7" name="PPAGENT_QA|parent=funnel-note-0|domains=funnel-note,funnel-content">
            <a:extLst xmlns:a="http://schemas.openxmlformats.org/drawingml/2006/main">
              <a:ext uri="{FF2B5EF4-FFF2-40B4-BE49-F238E27FC236}">
                <a16:creationId xmlns:a16="http://schemas.microsoft.com/office/drawing/2014/main" id="{6D76EB3D-C11F-4146-883F-AC5848A8E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1533525"/>
            <a:ext cx="4552950" cy="1339850"/>
          </a:xfrm>
          <a:prstGeom xmlns:a="http://schemas.openxmlformats.org/drawingml/2006/main" prst="roundRect">
            <a:avLst>
              <a:gd name="adj" fmla="val 853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5E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8DE4DA-B83F-4572-BF1A-4CEB40B38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1533525"/>
            <a:ext cx="57150" cy="133985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174B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PPAGENT_QA|within=funnel-note-0|role=title">
            <a:extLst xmlns:a="http://schemas.openxmlformats.org/drawingml/2006/main">
              <a:ext uri="{FF2B5EF4-FFF2-40B4-BE49-F238E27FC236}">
                <a16:creationId xmlns:a16="http://schemas.microsoft.com/office/drawing/2014/main" id="{4948DDC5-417F-479E-A8D5-9B3B9ABD4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1628775"/>
            <a:ext cx="4000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01  收到稿件</a:t>
            </a:r>
          </a:p>
        </p:txBody>
      </p:sp>
      <p:sp>
        <p:nvSpPr>
          <p:cNvPr id="10" name="PPAGENT_QA|within=funnel-note-0|role=body">
            <a:extLst xmlns:a="http://schemas.openxmlformats.org/drawingml/2006/main">
              <a:ext uri="{FF2B5EF4-FFF2-40B4-BE49-F238E27FC236}">
                <a16:creationId xmlns:a16="http://schemas.microsoft.com/office/drawing/2014/main" id="{41FB842A-C19B-42E3-AE69-D097CBE69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1895475"/>
            <a:ext cx="4000500" cy="939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原始信息完整进入流程</a:t>
            </a:r>
          </a:p>
        </p:txBody>
      </p:sp>
      <p:sp>
        <p:nvSpPr>
          <p:cNvPr id="11" name="PPAGENT_CONNECTOR|from=funnel-stage-0|fromSide=right|to=funnel-note-0|toSide=left">
            <a:extLst xmlns:a="http://schemas.openxmlformats.org/drawingml/2006/main">
              <a:ext uri="{FF2B5EF4-FFF2-40B4-BE49-F238E27FC236}">
                <a16:creationId xmlns:a16="http://schemas.microsoft.com/office/drawing/2014/main" id="{C4E51D74-1307-40C6-B97A-24666323B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19800" y="2203450"/>
            <a:ext cx="895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91B8D7"/>
            </a:solidFill>
            <a:prstDash val="solid"/>
          </a:ln>
        </p:spPr>
      </p:sp>
      <p:sp>
        <p:nvSpPr>
          <p:cNvPr id="12" name="PPAGENT_QA|parent=funnel-stage-1|domains=funnel-shape,funnel-content">
            <a:extLst xmlns:a="http://schemas.openxmlformats.org/drawingml/2006/main">
              <a:ext uri="{FF2B5EF4-FFF2-40B4-BE49-F238E27FC236}">
                <a16:creationId xmlns:a16="http://schemas.microsoft.com/office/drawing/2014/main" id="{1DB9A164-2CD1-4D00-8549-47A1ECDE5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1471613" y="2959100"/>
            <a:ext cx="3762375" cy="1358900"/>
          </a:xfrm>
          <a:prstGeom xmlns:a="http://schemas.openxmlformats.org/drawingml/2006/main" prst="trapezoid">
            <a:avLst/>
          </a:prstGeom>
          <a:solidFill xmlns:a="http://schemas.openxmlformats.org/drawingml/2006/main">
            <a:srgbClr val="1767A5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PPAGENT_QA|parent=funnel-face-1|domains=funnel-face">
            <a:extLst xmlns:a="http://schemas.openxmlformats.org/drawingml/2006/main">
              <a:ext uri="{FF2B5EF4-FFF2-40B4-BE49-F238E27FC236}">
                <a16:creationId xmlns:a16="http://schemas.microsoft.com/office/drawing/2014/main" id="{2BDC55A4-E2C7-4ED6-8229-FBC37997F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1613" y="2892425"/>
            <a:ext cx="3762375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7A5"/>
          </a:solidFill>
          <a:ln xmlns:a="http://schemas.openxmlformats.org/drawingml/2006/main" w="11430">
            <a:solidFill>
              <a:srgbClr val="D9F1FA"/>
            </a:solidFill>
            <a:prstDash val="solid"/>
          </a:ln>
        </p:spPr>
      </p:sp>
      <p:sp>
        <p:nvSpPr>
          <p:cNvPr id="14" name="PPAGENT_QA|within=funnel-stage-1|role=rate">
            <a:extLst xmlns:a="http://schemas.openxmlformats.org/drawingml/2006/main">
              <a:ext uri="{FF2B5EF4-FFF2-40B4-BE49-F238E27FC236}">
                <a16:creationId xmlns:a16="http://schemas.microsoft.com/office/drawing/2014/main" id="{97CE1EF6-105F-4D10-B95E-D2A281633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4013" y="3054350"/>
            <a:ext cx="34575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6C9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6C96A"/>
                </a:solidFill>
                <a:latin typeface="Microsoft YaHei"/>
                <a:ea typeface="Microsoft YaHei"/>
                <a:cs typeface="Microsoft YaHei"/>
              </a:rPr>
              <a:t>82%</a:t>
            </a:r>
          </a:p>
        </p:txBody>
      </p:sp>
      <p:sp>
        <p:nvSpPr>
          <p:cNvPr id="15" name="PPAGENT_QA|parent=funnel-label-1|domains=funnel-label">
            <a:extLst xmlns:a="http://schemas.openxmlformats.org/drawingml/2006/main">
              <a:ext uri="{FF2B5EF4-FFF2-40B4-BE49-F238E27FC236}">
                <a16:creationId xmlns:a16="http://schemas.microsoft.com/office/drawing/2014/main" id="{1D133618-F660-4EFF-9F84-510829CDC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4013" y="3321050"/>
            <a:ext cx="34575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形成页面</a:t>
            </a:r>
          </a:p>
        </p:txBody>
      </p:sp>
      <p:sp>
        <p:nvSpPr>
          <p:cNvPr id="16" name="PPAGENT_QA|parent=funnel-note-1|domains=funnel-note,funnel-content">
            <a:extLst xmlns:a="http://schemas.openxmlformats.org/drawingml/2006/main">
              <a:ext uri="{FF2B5EF4-FFF2-40B4-BE49-F238E27FC236}">
                <a16:creationId xmlns:a16="http://schemas.microsoft.com/office/drawing/2014/main" id="{E182A030-D092-4259-A434-60F30EC34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968625"/>
            <a:ext cx="4552950" cy="1339850"/>
          </a:xfrm>
          <a:prstGeom xmlns:a="http://schemas.openxmlformats.org/drawingml/2006/main" prst="roundRect">
            <a:avLst>
              <a:gd name="adj" fmla="val 8531"/>
            </a:avLst>
          </a:prstGeom>
          <a:solidFill xmlns:a="http://schemas.openxmlformats.org/drawingml/2006/main">
            <a:srgbClr val="F7FAFC"/>
          </a:solidFill>
          <a:ln xmlns:a="http://schemas.openxmlformats.org/drawingml/2006/main" w="9525">
            <a:solidFill>
              <a:srgbClr val="D8E5E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F8421A8-03B9-4336-9DA1-894C788CB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968625"/>
            <a:ext cx="57150" cy="133985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1767A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PPAGENT_QA|within=funnel-note-1|role=title">
            <a:extLst xmlns:a="http://schemas.openxmlformats.org/drawingml/2006/main">
              <a:ext uri="{FF2B5EF4-FFF2-40B4-BE49-F238E27FC236}">
                <a16:creationId xmlns:a16="http://schemas.microsoft.com/office/drawing/2014/main" id="{2BA59C7D-559C-4A50-B3BA-C8C41E9BF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063875"/>
            <a:ext cx="4000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02  形成页面</a:t>
            </a:r>
          </a:p>
        </p:txBody>
      </p:sp>
      <p:sp>
        <p:nvSpPr>
          <p:cNvPr id="19" name="PPAGENT_QA|within=funnel-note-1|role=body">
            <a:extLst xmlns:a="http://schemas.openxmlformats.org/drawingml/2006/main">
              <a:ext uri="{FF2B5EF4-FFF2-40B4-BE49-F238E27FC236}">
                <a16:creationId xmlns:a16="http://schemas.microsoft.com/office/drawing/2014/main" id="{4381C2CB-022B-4C16-83EB-8B77AA4AB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330575"/>
            <a:ext cx="4000500" cy="939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完成叙事拆页与职责判断</a:t>
            </a:r>
          </a:p>
        </p:txBody>
      </p:sp>
      <p:sp>
        <p:nvSpPr>
          <p:cNvPr id="20" name="PPAGENT_CONNECTOR|from=funnel-stage-1|fromSide=right|to=funnel-note-1|toSide=left">
            <a:extLst xmlns:a="http://schemas.openxmlformats.org/drawingml/2006/main">
              <a:ext uri="{FF2B5EF4-FFF2-40B4-BE49-F238E27FC236}">
                <a16:creationId xmlns:a16="http://schemas.microsoft.com/office/drawing/2014/main" id="{FEBC7CAD-F94E-4225-AED2-1DDB9490C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233988" y="3638550"/>
            <a:ext cx="1681163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91B8D7"/>
            </a:solidFill>
            <a:prstDash val="solid"/>
          </a:ln>
        </p:spPr>
      </p:sp>
      <p:sp>
        <p:nvSpPr>
          <p:cNvPr id="21" name="PPAGENT_QA|parent=funnel-stage-2|domains=funnel-shape,funnel-content">
            <a:extLst xmlns:a="http://schemas.openxmlformats.org/drawingml/2006/main">
              <a:ext uri="{FF2B5EF4-FFF2-40B4-BE49-F238E27FC236}">
                <a16:creationId xmlns:a16="http://schemas.microsoft.com/office/drawing/2014/main" id="{E3FB4AF7-CFB5-4E80-8BA3-75CA3A96A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2257425" y="4394200"/>
            <a:ext cx="2190750" cy="1358900"/>
          </a:xfrm>
          <a:prstGeom xmlns:a="http://schemas.openxmlformats.org/drawingml/2006/main" prst="trapezoid">
            <a:avLst/>
          </a:prstGeom>
          <a:solidFill xmlns:a="http://schemas.openxmlformats.org/drawingml/2006/main">
            <a:srgbClr val="167FC1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2" name="PPAGENT_QA|parent=funnel-face-2|domains=funnel-face">
            <a:extLst xmlns:a="http://schemas.openxmlformats.org/drawingml/2006/main">
              <a:ext uri="{FF2B5EF4-FFF2-40B4-BE49-F238E27FC236}">
                <a16:creationId xmlns:a16="http://schemas.microsoft.com/office/drawing/2014/main" id="{86EE1886-7E51-46B7-BC15-F4359DC17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7425" y="4327525"/>
            <a:ext cx="219075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FC1"/>
          </a:solidFill>
          <a:ln xmlns:a="http://schemas.openxmlformats.org/drawingml/2006/main" w="11430">
            <a:solidFill>
              <a:srgbClr val="D9F1FA"/>
            </a:solidFill>
            <a:prstDash val="solid"/>
          </a:ln>
        </p:spPr>
      </p:sp>
      <p:sp>
        <p:nvSpPr>
          <p:cNvPr id="23" name="PPAGENT_QA|within=funnel-stage-2|role=rate">
            <a:extLst xmlns:a="http://schemas.openxmlformats.org/drawingml/2006/main">
              <a:ext uri="{FF2B5EF4-FFF2-40B4-BE49-F238E27FC236}">
                <a16:creationId xmlns:a16="http://schemas.microsoft.com/office/drawing/2014/main" id="{53F69F4C-64CB-455F-A5CE-31D8A7155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4489450"/>
            <a:ext cx="1885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6C9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6C96A"/>
                </a:solidFill>
                <a:latin typeface="Microsoft YaHei"/>
                <a:ea typeface="Microsoft YaHei"/>
                <a:cs typeface="Microsoft YaHei"/>
              </a:rPr>
              <a:t>68%</a:t>
            </a:r>
          </a:p>
        </p:txBody>
      </p:sp>
      <p:sp>
        <p:nvSpPr>
          <p:cNvPr id="24" name="PPAGENT_QA|parent=funnel-label-2|domains=funnel-label">
            <a:extLst xmlns:a="http://schemas.openxmlformats.org/drawingml/2006/main">
              <a:ext uri="{FF2B5EF4-FFF2-40B4-BE49-F238E27FC236}">
                <a16:creationId xmlns:a16="http://schemas.microsoft.com/office/drawing/2014/main" id="{D0FEFB17-7F46-4DC6-88B3-FE65FDC99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4756150"/>
            <a:ext cx="18859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匹配资产</a:t>
            </a:r>
          </a:p>
        </p:txBody>
      </p:sp>
      <p:sp>
        <p:nvSpPr>
          <p:cNvPr id="25" name="PPAGENT_QA|parent=funnel-note-2|domains=funnel-note,funnel-content">
            <a:extLst xmlns:a="http://schemas.openxmlformats.org/drawingml/2006/main">
              <a:ext uri="{FF2B5EF4-FFF2-40B4-BE49-F238E27FC236}">
                <a16:creationId xmlns:a16="http://schemas.microsoft.com/office/drawing/2014/main" id="{F4B92560-EEE6-4049-9913-3A2D89976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403725"/>
            <a:ext cx="4552950" cy="1339850"/>
          </a:xfrm>
          <a:prstGeom xmlns:a="http://schemas.openxmlformats.org/drawingml/2006/main" prst="roundRect">
            <a:avLst>
              <a:gd name="adj" fmla="val 853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5E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CC7A3F0-89CC-46BC-B646-CED050BB0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403725"/>
            <a:ext cx="57150" cy="133985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167FC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PPAGENT_QA|within=funnel-note-2|role=title">
            <a:extLst xmlns:a="http://schemas.openxmlformats.org/drawingml/2006/main">
              <a:ext uri="{FF2B5EF4-FFF2-40B4-BE49-F238E27FC236}">
                <a16:creationId xmlns:a16="http://schemas.microsoft.com/office/drawing/2014/main" id="{E851B2F1-95D0-4D26-9F8D-EF08C90E9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498975"/>
            <a:ext cx="4000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03  匹配资产</a:t>
            </a:r>
          </a:p>
        </p:txBody>
      </p:sp>
      <p:sp>
        <p:nvSpPr>
          <p:cNvPr id="28" name="PPAGENT_QA|within=funnel-note-2|role=body">
            <a:extLst xmlns:a="http://schemas.openxmlformats.org/drawingml/2006/main">
              <a:ext uri="{FF2B5EF4-FFF2-40B4-BE49-F238E27FC236}">
                <a16:creationId xmlns:a16="http://schemas.microsoft.com/office/drawing/2014/main" id="{E8567DBD-48EF-40FF-BD43-1E4A13EFC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765675"/>
            <a:ext cx="4000500" cy="939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选择合法结构与样式组</a:t>
            </a:r>
          </a:p>
        </p:txBody>
      </p:sp>
      <p:sp>
        <p:nvSpPr>
          <p:cNvPr id="29" name="PPAGENT_CONNECTOR|from=funnel-stage-2|fromSide=right|to=funnel-note-2|toSide=left">
            <a:extLst xmlns:a="http://schemas.openxmlformats.org/drawingml/2006/main">
              <a:ext uri="{FF2B5EF4-FFF2-40B4-BE49-F238E27FC236}">
                <a16:creationId xmlns:a16="http://schemas.microsoft.com/office/drawing/2014/main" id="{0F9E99A8-2CF1-4392-B398-1BC23F325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448175" y="5073650"/>
            <a:ext cx="24669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91B8D7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72440936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8F391A6-5E3D-4FFC-8884-6D8D45FF7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转化漏斗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23DF88-50B8-407B-99E4-1B62C0EBE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763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rPr>
              <a:t>递减转化 · 阶段拆解</a:t>
            </a:r>
          </a:p>
        </p:txBody>
      </p:sp>
      <p:sp>
        <p:nvSpPr>
          <p:cNvPr id="3" name="PPAGENT_QA|parent=funnel-stage-0|domains=funnel-shape,funnel-content">
            <a:extLst xmlns:a="http://schemas.openxmlformats.org/drawingml/2006/main">
              <a:ext uri="{FF2B5EF4-FFF2-40B4-BE49-F238E27FC236}">
                <a16:creationId xmlns:a16="http://schemas.microsoft.com/office/drawing/2014/main" id="{FCB21B80-C0CF-4A99-B742-5A88B7030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685800" y="1524000"/>
            <a:ext cx="5334000" cy="1000125"/>
          </a:xfrm>
          <a:prstGeom xmlns:a="http://schemas.openxmlformats.org/drawingml/2006/main" prst="trapezoid">
            <a:avLst/>
          </a:prstGeom>
          <a:solidFill xmlns:a="http://schemas.openxmlformats.org/drawingml/2006/main">
            <a:srgbClr val="174B82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PPAGENT_QA|parent=funnel-face-0|domains=funnel-face">
            <a:extLst xmlns:a="http://schemas.openxmlformats.org/drawingml/2006/main">
              <a:ext uri="{FF2B5EF4-FFF2-40B4-BE49-F238E27FC236}">
                <a16:creationId xmlns:a16="http://schemas.microsoft.com/office/drawing/2014/main" id="{30A55EAA-48FB-4EB3-A0DB-699D8057D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57325"/>
            <a:ext cx="53340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4B82"/>
          </a:solidFill>
          <a:ln xmlns:a="http://schemas.openxmlformats.org/drawingml/2006/main" w="11430">
            <a:solidFill>
              <a:srgbClr val="D9F1FA"/>
            </a:solidFill>
            <a:prstDash val="solid"/>
          </a:ln>
        </p:spPr>
      </p:sp>
      <p:sp>
        <p:nvSpPr>
          <p:cNvPr id="5" name="PPAGENT_QA|within=funnel-stage-0|role=rate">
            <a:extLst xmlns:a="http://schemas.openxmlformats.org/drawingml/2006/main">
              <a:ext uri="{FF2B5EF4-FFF2-40B4-BE49-F238E27FC236}">
                <a16:creationId xmlns:a16="http://schemas.microsoft.com/office/drawing/2014/main" id="{DB62EEDF-EA88-4948-B895-CB911FABA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19250"/>
            <a:ext cx="5029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6C9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6C96A"/>
                </a:solidFill>
                <a:latin typeface="Microsoft YaHei"/>
                <a:ea typeface="Microsoft YaHei"/>
                <a:cs typeface="Microsoft YaHei"/>
              </a:rPr>
              <a:t>100%</a:t>
            </a:r>
          </a:p>
        </p:txBody>
      </p:sp>
      <p:sp>
        <p:nvSpPr>
          <p:cNvPr id="6" name="PPAGENT_QA|parent=funnel-label-0|domains=funnel-label">
            <a:extLst xmlns:a="http://schemas.openxmlformats.org/drawingml/2006/main">
              <a:ext uri="{FF2B5EF4-FFF2-40B4-BE49-F238E27FC236}">
                <a16:creationId xmlns:a16="http://schemas.microsoft.com/office/drawing/2014/main" id="{4901D1F2-1C1C-4998-BE7F-C000E2DE0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85950"/>
            <a:ext cx="5029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收到稿件</a:t>
            </a:r>
          </a:p>
        </p:txBody>
      </p:sp>
      <p:sp>
        <p:nvSpPr>
          <p:cNvPr id="7" name="PPAGENT_QA|parent=funnel-note-0|domains=funnel-note,funnel-content">
            <a:extLst xmlns:a="http://schemas.openxmlformats.org/drawingml/2006/main">
              <a:ext uri="{FF2B5EF4-FFF2-40B4-BE49-F238E27FC236}">
                <a16:creationId xmlns:a16="http://schemas.microsoft.com/office/drawing/2014/main" id="{979565B5-96BA-4B2A-9CBB-2E22DF89F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1533525"/>
            <a:ext cx="4552950" cy="981075"/>
          </a:xfrm>
          <a:prstGeom xmlns:a="http://schemas.openxmlformats.org/drawingml/2006/main" prst="roundRect">
            <a:avLst>
              <a:gd name="adj" fmla="val 116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5E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312602-3BB2-42F5-A30F-F02B23398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1533525"/>
            <a:ext cx="57150" cy="981075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174B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PPAGENT_QA|within=funnel-note-0|role=title">
            <a:extLst xmlns:a="http://schemas.openxmlformats.org/drawingml/2006/main">
              <a:ext uri="{FF2B5EF4-FFF2-40B4-BE49-F238E27FC236}">
                <a16:creationId xmlns:a16="http://schemas.microsoft.com/office/drawing/2014/main" id="{F6653EBA-F055-4E2E-BFF1-E0B7010DB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1628775"/>
            <a:ext cx="4000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01  收到稿件</a:t>
            </a:r>
          </a:p>
        </p:txBody>
      </p:sp>
      <p:sp>
        <p:nvSpPr>
          <p:cNvPr id="10" name="PPAGENT_QA|within=funnel-note-0|role=body">
            <a:extLst xmlns:a="http://schemas.openxmlformats.org/drawingml/2006/main">
              <a:ext uri="{FF2B5EF4-FFF2-40B4-BE49-F238E27FC236}">
                <a16:creationId xmlns:a16="http://schemas.microsoft.com/office/drawing/2014/main" id="{F9F5C3AD-0DE8-4D92-BFE6-DA62FD34F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1895475"/>
            <a:ext cx="40005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原始信息完整进入流程</a:t>
            </a:r>
          </a:p>
        </p:txBody>
      </p:sp>
      <p:sp>
        <p:nvSpPr>
          <p:cNvPr id="11" name="PPAGENT_CONNECTOR|from=funnel-stage-0|fromSide=right|to=funnel-note-0|toSide=left">
            <a:extLst xmlns:a="http://schemas.openxmlformats.org/drawingml/2006/main">
              <a:ext uri="{FF2B5EF4-FFF2-40B4-BE49-F238E27FC236}">
                <a16:creationId xmlns:a16="http://schemas.microsoft.com/office/drawing/2014/main" id="{0011B193-3187-4577-A8DF-C1A80BEDD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19800" y="2024063"/>
            <a:ext cx="895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91B8D7"/>
            </a:solidFill>
            <a:prstDash val="solid"/>
          </a:ln>
        </p:spPr>
      </p:sp>
      <p:sp>
        <p:nvSpPr>
          <p:cNvPr id="12" name="PPAGENT_QA|parent=funnel-stage-1|domains=funnel-shape,funnel-content">
            <a:extLst xmlns:a="http://schemas.openxmlformats.org/drawingml/2006/main">
              <a:ext uri="{FF2B5EF4-FFF2-40B4-BE49-F238E27FC236}">
                <a16:creationId xmlns:a16="http://schemas.microsoft.com/office/drawing/2014/main" id="{609D355D-0E3A-4DAA-ADB4-2008B105A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1209675" y="2600325"/>
            <a:ext cx="4286250" cy="1000125"/>
          </a:xfrm>
          <a:prstGeom xmlns:a="http://schemas.openxmlformats.org/drawingml/2006/main" prst="trapezoid">
            <a:avLst/>
          </a:prstGeom>
          <a:solidFill xmlns:a="http://schemas.openxmlformats.org/drawingml/2006/main">
            <a:srgbClr val="1767A5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PPAGENT_QA|parent=funnel-face-1|domains=funnel-face">
            <a:extLst xmlns:a="http://schemas.openxmlformats.org/drawingml/2006/main">
              <a:ext uri="{FF2B5EF4-FFF2-40B4-BE49-F238E27FC236}">
                <a16:creationId xmlns:a16="http://schemas.microsoft.com/office/drawing/2014/main" id="{ABDA358C-D7EE-44A6-A628-7571F6B2E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" y="2533650"/>
            <a:ext cx="428625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7A5"/>
          </a:solidFill>
          <a:ln xmlns:a="http://schemas.openxmlformats.org/drawingml/2006/main" w="11430">
            <a:solidFill>
              <a:srgbClr val="D9F1FA"/>
            </a:solidFill>
            <a:prstDash val="solid"/>
          </a:ln>
        </p:spPr>
      </p:sp>
      <p:sp>
        <p:nvSpPr>
          <p:cNvPr id="14" name="PPAGENT_QA|within=funnel-stage-1|role=rate">
            <a:extLst xmlns:a="http://schemas.openxmlformats.org/drawingml/2006/main">
              <a:ext uri="{FF2B5EF4-FFF2-40B4-BE49-F238E27FC236}">
                <a16:creationId xmlns:a16="http://schemas.microsoft.com/office/drawing/2014/main" id="{5A46D502-69D8-4EF9-A725-C3F6BAC08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2695575"/>
            <a:ext cx="39814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6C9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6C96A"/>
                </a:solidFill>
                <a:latin typeface="Microsoft YaHei"/>
                <a:ea typeface="Microsoft YaHei"/>
                <a:cs typeface="Microsoft YaHei"/>
              </a:rPr>
              <a:t>82%</a:t>
            </a:r>
          </a:p>
        </p:txBody>
      </p:sp>
      <p:sp>
        <p:nvSpPr>
          <p:cNvPr id="15" name="PPAGENT_QA|parent=funnel-label-1|domains=funnel-label">
            <a:extLst xmlns:a="http://schemas.openxmlformats.org/drawingml/2006/main">
              <a:ext uri="{FF2B5EF4-FFF2-40B4-BE49-F238E27FC236}">
                <a16:creationId xmlns:a16="http://schemas.microsoft.com/office/drawing/2014/main" id="{9FA656EE-8042-4906-B4C0-57197E0BD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2962275"/>
            <a:ext cx="3981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形成页面</a:t>
            </a:r>
          </a:p>
        </p:txBody>
      </p:sp>
      <p:sp>
        <p:nvSpPr>
          <p:cNvPr id="16" name="PPAGENT_QA|parent=funnel-note-1|domains=funnel-note,funnel-content">
            <a:extLst xmlns:a="http://schemas.openxmlformats.org/drawingml/2006/main">
              <a:ext uri="{FF2B5EF4-FFF2-40B4-BE49-F238E27FC236}">
                <a16:creationId xmlns:a16="http://schemas.microsoft.com/office/drawing/2014/main" id="{698384C2-F68F-4DA3-8543-60DF8ED10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609850"/>
            <a:ext cx="4552950" cy="981075"/>
          </a:xfrm>
          <a:prstGeom xmlns:a="http://schemas.openxmlformats.org/drawingml/2006/main" prst="roundRect">
            <a:avLst>
              <a:gd name="adj" fmla="val 11650"/>
            </a:avLst>
          </a:prstGeom>
          <a:solidFill xmlns:a="http://schemas.openxmlformats.org/drawingml/2006/main">
            <a:srgbClr val="F7FAFC"/>
          </a:solidFill>
          <a:ln xmlns:a="http://schemas.openxmlformats.org/drawingml/2006/main" w="9525">
            <a:solidFill>
              <a:srgbClr val="D8E5E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D1E43ED-0196-49F1-B8F7-BC14A2353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609850"/>
            <a:ext cx="57150" cy="981075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1767A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PPAGENT_QA|within=funnel-note-1|role=title">
            <a:extLst xmlns:a="http://schemas.openxmlformats.org/drawingml/2006/main">
              <a:ext uri="{FF2B5EF4-FFF2-40B4-BE49-F238E27FC236}">
                <a16:creationId xmlns:a16="http://schemas.microsoft.com/office/drawing/2014/main" id="{9F323DA0-09CF-410D-A810-4DA402934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705100"/>
            <a:ext cx="4000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02  形成页面</a:t>
            </a:r>
          </a:p>
        </p:txBody>
      </p:sp>
      <p:sp>
        <p:nvSpPr>
          <p:cNvPr id="19" name="PPAGENT_QA|within=funnel-note-1|role=body">
            <a:extLst xmlns:a="http://schemas.openxmlformats.org/drawingml/2006/main">
              <a:ext uri="{FF2B5EF4-FFF2-40B4-BE49-F238E27FC236}">
                <a16:creationId xmlns:a16="http://schemas.microsoft.com/office/drawing/2014/main" id="{DFB25C47-F003-42E4-892E-1B66FBD05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971800"/>
            <a:ext cx="40005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完成叙事拆页与职责判断</a:t>
            </a:r>
          </a:p>
        </p:txBody>
      </p:sp>
      <p:sp>
        <p:nvSpPr>
          <p:cNvPr id="20" name="PPAGENT_CONNECTOR|from=funnel-stage-1|fromSide=right|to=funnel-note-1|toSide=left">
            <a:extLst xmlns:a="http://schemas.openxmlformats.org/drawingml/2006/main">
              <a:ext uri="{FF2B5EF4-FFF2-40B4-BE49-F238E27FC236}">
                <a16:creationId xmlns:a16="http://schemas.microsoft.com/office/drawing/2014/main" id="{80A1A620-B379-48E3-8932-DEABD7415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495925" y="3100388"/>
            <a:ext cx="14192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91B8D7"/>
            </a:solidFill>
            <a:prstDash val="solid"/>
          </a:ln>
        </p:spPr>
      </p:sp>
      <p:sp>
        <p:nvSpPr>
          <p:cNvPr id="21" name="PPAGENT_QA|parent=funnel-stage-2|domains=funnel-shape,funnel-content">
            <a:extLst xmlns:a="http://schemas.openxmlformats.org/drawingml/2006/main">
              <a:ext uri="{FF2B5EF4-FFF2-40B4-BE49-F238E27FC236}">
                <a16:creationId xmlns:a16="http://schemas.microsoft.com/office/drawing/2014/main" id="{43E459CB-4831-453D-8041-B5F54C9CE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1733550" y="3676650"/>
            <a:ext cx="3238500" cy="1000125"/>
          </a:xfrm>
          <a:prstGeom xmlns:a="http://schemas.openxmlformats.org/drawingml/2006/main" prst="trapezoid">
            <a:avLst/>
          </a:prstGeom>
          <a:solidFill xmlns:a="http://schemas.openxmlformats.org/drawingml/2006/main">
            <a:srgbClr val="167FC1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2" name="PPAGENT_QA|parent=funnel-face-2|domains=funnel-face">
            <a:extLst xmlns:a="http://schemas.openxmlformats.org/drawingml/2006/main">
              <a:ext uri="{FF2B5EF4-FFF2-40B4-BE49-F238E27FC236}">
                <a16:creationId xmlns:a16="http://schemas.microsoft.com/office/drawing/2014/main" id="{F423A3E1-3F43-48A2-8865-3A1EF979F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3609975"/>
            <a:ext cx="32385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FC1"/>
          </a:solidFill>
          <a:ln xmlns:a="http://schemas.openxmlformats.org/drawingml/2006/main" w="11430">
            <a:solidFill>
              <a:srgbClr val="D9F1FA"/>
            </a:solidFill>
            <a:prstDash val="solid"/>
          </a:ln>
        </p:spPr>
      </p:sp>
      <p:sp>
        <p:nvSpPr>
          <p:cNvPr id="23" name="PPAGENT_QA|within=funnel-stage-2|role=rate">
            <a:extLst xmlns:a="http://schemas.openxmlformats.org/drawingml/2006/main">
              <a:ext uri="{FF2B5EF4-FFF2-40B4-BE49-F238E27FC236}">
                <a16:creationId xmlns:a16="http://schemas.microsoft.com/office/drawing/2014/main" id="{D79DBF14-644E-447C-AA1B-9AF2F224B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3771900"/>
            <a:ext cx="29337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6C9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6C96A"/>
                </a:solidFill>
                <a:latin typeface="Microsoft YaHei"/>
                <a:ea typeface="Microsoft YaHei"/>
                <a:cs typeface="Microsoft YaHei"/>
              </a:rPr>
              <a:t>68%</a:t>
            </a:r>
          </a:p>
        </p:txBody>
      </p:sp>
      <p:sp>
        <p:nvSpPr>
          <p:cNvPr id="24" name="PPAGENT_QA|parent=funnel-label-2|domains=funnel-label">
            <a:extLst xmlns:a="http://schemas.openxmlformats.org/drawingml/2006/main">
              <a:ext uri="{FF2B5EF4-FFF2-40B4-BE49-F238E27FC236}">
                <a16:creationId xmlns:a16="http://schemas.microsoft.com/office/drawing/2014/main" id="{DC161EA7-CE09-4C22-9240-B921C86DD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4038600"/>
            <a:ext cx="29337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匹配资产</a:t>
            </a:r>
          </a:p>
        </p:txBody>
      </p:sp>
      <p:sp>
        <p:nvSpPr>
          <p:cNvPr id="25" name="PPAGENT_QA|parent=funnel-note-2|domains=funnel-note,funnel-content">
            <a:extLst xmlns:a="http://schemas.openxmlformats.org/drawingml/2006/main">
              <a:ext uri="{FF2B5EF4-FFF2-40B4-BE49-F238E27FC236}">
                <a16:creationId xmlns:a16="http://schemas.microsoft.com/office/drawing/2014/main" id="{790DDAF0-E510-460A-BE85-D5CCB31BB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686175"/>
            <a:ext cx="4552950" cy="981075"/>
          </a:xfrm>
          <a:prstGeom xmlns:a="http://schemas.openxmlformats.org/drawingml/2006/main" prst="roundRect">
            <a:avLst>
              <a:gd name="adj" fmla="val 116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5E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AB19B53-5326-4EAE-8F2A-CC2BB1C12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686175"/>
            <a:ext cx="57150" cy="981075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167FC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PPAGENT_QA|within=funnel-note-2|role=title">
            <a:extLst xmlns:a="http://schemas.openxmlformats.org/drawingml/2006/main">
              <a:ext uri="{FF2B5EF4-FFF2-40B4-BE49-F238E27FC236}">
                <a16:creationId xmlns:a16="http://schemas.microsoft.com/office/drawing/2014/main" id="{C7AE15A7-19C2-4FBB-B20B-953975396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781425"/>
            <a:ext cx="4000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03  匹配资产</a:t>
            </a:r>
          </a:p>
        </p:txBody>
      </p:sp>
      <p:sp>
        <p:nvSpPr>
          <p:cNvPr id="28" name="PPAGENT_QA|within=funnel-note-2|role=body">
            <a:extLst xmlns:a="http://schemas.openxmlformats.org/drawingml/2006/main">
              <a:ext uri="{FF2B5EF4-FFF2-40B4-BE49-F238E27FC236}">
                <a16:creationId xmlns:a16="http://schemas.microsoft.com/office/drawing/2014/main" id="{81E1DD95-5747-40BD-A961-12D09A902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048125"/>
            <a:ext cx="40005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选择合法结构与样式组</a:t>
            </a:r>
          </a:p>
        </p:txBody>
      </p:sp>
      <p:sp>
        <p:nvSpPr>
          <p:cNvPr id="29" name="PPAGENT_CONNECTOR|from=funnel-stage-2|fromSide=right|to=funnel-note-2|toSide=left">
            <a:extLst xmlns:a="http://schemas.openxmlformats.org/drawingml/2006/main">
              <a:ext uri="{FF2B5EF4-FFF2-40B4-BE49-F238E27FC236}">
                <a16:creationId xmlns:a16="http://schemas.microsoft.com/office/drawing/2014/main" id="{48D25F70-E488-4832-969E-81831D180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972050" y="4176713"/>
            <a:ext cx="1943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91B8D7"/>
            </a:solidFill>
            <a:prstDash val="solid"/>
          </a:ln>
        </p:spPr>
      </p:sp>
      <p:sp>
        <p:nvSpPr>
          <p:cNvPr id="30" name="PPAGENT_QA|parent=funnel-stage-3|domains=funnel-shape,funnel-content">
            <a:extLst xmlns:a="http://schemas.openxmlformats.org/drawingml/2006/main">
              <a:ext uri="{FF2B5EF4-FFF2-40B4-BE49-F238E27FC236}">
                <a16:creationId xmlns:a16="http://schemas.microsoft.com/office/drawing/2014/main" id="{6EA80F86-3868-4AA5-8C15-C6504CBED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2257425" y="4752975"/>
            <a:ext cx="2190750" cy="1000125"/>
          </a:xfrm>
          <a:prstGeom xmlns:a="http://schemas.openxmlformats.org/drawingml/2006/main" prst="trapezoid">
            <a:avLst/>
          </a:prstGeom>
          <a:solidFill xmlns:a="http://schemas.openxmlformats.org/drawingml/2006/main">
            <a:srgbClr val="16A0C4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1" name="PPAGENT_QA|parent=funnel-face-3|domains=funnel-face">
            <a:extLst xmlns:a="http://schemas.openxmlformats.org/drawingml/2006/main">
              <a:ext uri="{FF2B5EF4-FFF2-40B4-BE49-F238E27FC236}">
                <a16:creationId xmlns:a16="http://schemas.microsoft.com/office/drawing/2014/main" id="{A7E6F1A8-11D2-4C8D-A0EF-84002BABB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7425" y="4686300"/>
            <a:ext cx="219075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A0C4"/>
          </a:solidFill>
          <a:ln xmlns:a="http://schemas.openxmlformats.org/drawingml/2006/main" w="11430">
            <a:solidFill>
              <a:srgbClr val="D9F1FA"/>
            </a:solidFill>
            <a:prstDash val="solid"/>
          </a:ln>
        </p:spPr>
      </p:sp>
      <p:sp>
        <p:nvSpPr>
          <p:cNvPr id="32" name="PPAGENT_QA|within=funnel-stage-3|role=rate">
            <a:extLst xmlns:a="http://schemas.openxmlformats.org/drawingml/2006/main">
              <a:ext uri="{FF2B5EF4-FFF2-40B4-BE49-F238E27FC236}">
                <a16:creationId xmlns:a16="http://schemas.microsoft.com/office/drawing/2014/main" id="{E1ECB428-A9C9-4135-921A-585422AF1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4848225"/>
            <a:ext cx="1885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6C9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6C96A"/>
                </a:solidFill>
                <a:latin typeface="Microsoft YaHei"/>
                <a:ea typeface="Microsoft YaHei"/>
                <a:cs typeface="Microsoft YaHei"/>
              </a:rPr>
              <a:t>54%</a:t>
            </a:r>
          </a:p>
        </p:txBody>
      </p:sp>
      <p:sp>
        <p:nvSpPr>
          <p:cNvPr id="33" name="PPAGENT_QA|parent=funnel-label-3|domains=funnel-label">
            <a:extLst xmlns:a="http://schemas.openxmlformats.org/drawingml/2006/main">
              <a:ext uri="{FF2B5EF4-FFF2-40B4-BE49-F238E27FC236}">
                <a16:creationId xmlns:a16="http://schemas.microsoft.com/office/drawing/2014/main" id="{33C21369-CDCB-4574-ABB1-9842731AE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5114925"/>
            <a:ext cx="18859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完成生成</a:t>
            </a:r>
          </a:p>
        </p:txBody>
      </p:sp>
      <p:sp>
        <p:nvSpPr>
          <p:cNvPr id="34" name="PPAGENT_QA|parent=funnel-note-3|domains=funnel-note,funnel-content">
            <a:extLst xmlns:a="http://schemas.openxmlformats.org/drawingml/2006/main">
              <a:ext uri="{FF2B5EF4-FFF2-40B4-BE49-F238E27FC236}">
                <a16:creationId xmlns:a16="http://schemas.microsoft.com/office/drawing/2014/main" id="{020925C1-B403-43C8-9AAD-70C103674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762500"/>
            <a:ext cx="4552950" cy="981075"/>
          </a:xfrm>
          <a:prstGeom xmlns:a="http://schemas.openxmlformats.org/drawingml/2006/main" prst="roundRect">
            <a:avLst>
              <a:gd name="adj" fmla="val 11650"/>
            </a:avLst>
          </a:prstGeom>
          <a:solidFill xmlns:a="http://schemas.openxmlformats.org/drawingml/2006/main">
            <a:srgbClr val="F7FAFC"/>
          </a:solidFill>
          <a:ln xmlns:a="http://schemas.openxmlformats.org/drawingml/2006/main" w="9525">
            <a:solidFill>
              <a:srgbClr val="D8E5E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7F62223-D0EF-4A7C-A2A9-AB5314FD4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762500"/>
            <a:ext cx="57150" cy="981075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16A0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PPAGENT_QA|within=funnel-note-3|role=title">
            <a:extLst xmlns:a="http://schemas.openxmlformats.org/drawingml/2006/main">
              <a:ext uri="{FF2B5EF4-FFF2-40B4-BE49-F238E27FC236}">
                <a16:creationId xmlns:a16="http://schemas.microsoft.com/office/drawing/2014/main" id="{5B5F7A43-E60C-464E-81B7-000826DB3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857750"/>
            <a:ext cx="4000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04  完成生成</a:t>
            </a:r>
          </a:p>
        </p:txBody>
      </p:sp>
      <p:sp>
        <p:nvSpPr>
          <p:cNvPr id="37" name="PPAGENT_QA|within=funnel-note-3|role=body">
            <a:extLst xmlns:a="http://schemas.openxmlformats.org/drawingml/2006/main">
              <a:ext uri="{FF2B5EF4-FFF2-40B4-BE49-F238E27FC236}">
                <a16:creationId xmlns:a16="http://schemas.microsoft.com/office/drawing/2014/main" id="{52725E46-B8BD-43CD-8098-DA3006E9D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5124450"/>
            <a:ext cx="40005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输出原生可编辑页面</a:t>
            </a:r>
          </a:p>
        </p:txBody>
      </p:sp>
      <p:sp>
        <p:nvSpPr>
          <p:cNvPr id="38" name="PPAGENT_CONNECTOR|from=funnel-stage-3|fromSide=right|to=funnel-note-3|toSide=left">
            <a:extLst xmlns:a="http://schemas.openxmlformats.org/drawingml/2006/main">
              <a:ext uri="{FF2B5EF4-FFF2-40B4-BE49-F238E27FC236}">
                <a16:creationId xmlns:a16="http://schemas.microsoft.com/office/drawing/2014/main" id="{9EF9F1E7-ABA7-4D1B-95C8-27110DD5F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448175" y="5253038"/>
            <a:ext cx="24669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91B8D7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83645058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EC902E8-49D0-44D6-9381-D55A5C411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转化漏斗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E1F837-6E4D-4EA2-A8B3-24C0FDF1E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763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rPr>
              <a:t>递减转化 · 阶段拆解</a:t>
            </a:r>
          </a:p>
        </p:txBody>
      </p:sp>
      <p:sp>
        <p:nvSpPr>
          <p:cNvPr id="3" name="PPAGENT_QA|parent=funnel-stage-0|domains=funnel-shape,funnel-content">
            <a:extLst xmlns:a="http://schemas.openxmlformats.org/drawingml/2006/main">
              <a:ext uri="{FF2B5EF4-FFF2-40B4-BE49-F238E27FC236}">
                <a16:creationId xmlns:a16="http://schemas.microsoft.com/office/drawing/2014/main" id="{3A35E64C-88A4-4CED-85CB-E9CC8D0B1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685800" y="1524000"/>
            <a:ext cx="5334000" cy="784860"/>
          </a:xfrm>
          <a:prstGeom xmlns:a="http://schemas.openxmlformats.org/drawingml/2006/main" prst="trapezoid">
            <a:avLst/>
          </a:prstGeom>
          <a:solidFill xmlns:a="http://schemas.openxmlformats.org/drawingml/2006/main">
            <a:srgbClr val="174B82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PPAGENT_QA|parent=funnel-face-0|domains=funnel-face">
            <a:extLst xmlns:a="http://schemas.openxmlformats.org/drawingml/2006/main">
              <a:ext uri="{FF2B5EF4-FFF2-40B4-BE49-F238E27FC236}">
                <a16:creationId xmlns:a16="http://schemas.microsoft.com/office/drawing/2014/main" id="{5E8EFD04-7621-416A-973C-1CE1DBB53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57325"/>
            <a:ext cx="53340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4B82"/>
          </a:solidFill>
          <a:ln xmlns:a="http://schemas.openxmlformats.org/drawingml/2006/main" w="11430">
            <a:solidFill>
              <a:srgbClr val="D9F1FA"/>
            </a:solidFill>
            <a:prstDash val="solid"/>
          </a:ln>
        </p:spPr>
      </p:sp>
      <p:sp>
        <p:nvSpPr>
          <p:cNvPr id="5" name="PPAGENT_QA|within=funnel-stage-0|role=rate">
            <a:extLst xmlns:a="http://schemas.openxmlformats.org/drawingml/2006/main">
              <a:ext uri="{FF2B5EF4-FFF2-40B4-BE49-F238E27FC236}">
                <a16:creationId xmlns:a16="http://schemas.microsoft.com/office/drawing/2014/main" id="{78FDD79C-2457-44A6-AE05-E1E861D39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19250"/>
            <a:ext cx="5029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6C9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6C96A"/>
                </a:solidFill>
                <a:latin typeface="Microsoft YaHei"/>
                <a:ea typeface="Microsoft YaHei"/>
                <a:cs typeface="Microsoft YaHei"/>
              </a:rPr>
              <a:t>100%</a:t>
            </a:r>
          </a:p>
        </p:txBody>
      </p:sp>
      <p:sp>
        <p:nvSpPr>
          <p:cNvPr id="6" name="PPAGENT_QA|parent=funnel-label-0|domains=funnel-label">
            <a:extLst xmlns:a="http://schemas.openxmlformats.org/drawingml/2006/main">
              <a:ext uri="{FF2B5EF4-FFF2-40B4-BE49-F238E27FC236}">
                <a16:creationId xmlns:a16="http://schemas.microsoft.com/office/drawing/2014/main" id="{7DF930C5-E520-4C89-95B8-9F39F12D1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85950"/>
            <a:ext cx="5029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收到稿件</a:t>
            </a:r>
          </a:p>
        </p:txBody>
      </p:sp>
      <p:sp>
        <p:nvSpPr>
          <p:cNvPr id="7" name="PPAGENT_QA|parent=funnel-note-0|domains=funnel-note,funnel-content">
            <a:extLst xmlns:a="http://schemas.openxmlformats.org/drawingml/2006/main">
              <a:ext uri="{FF2B5EF4-FFF2-40B4-BE49-F238E27FC236}">
                <a16:creationId xmlns:a16="http://schemas.microsoft.com/office/drawing/2014/main" id="{5450880A-A3AA-4EDB-A023-F190B24A2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1533525"/>
            <a:ext cx="4552950" cy="765810"/>
          </a:xfrm>
          <a:prstGeom xmlns:a="http://schemas.openxmlformats.org/drawingml/2006/main" prst="roundRect">
            <a:avLst>
              <a:gd name="adj" fmla="val 1492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5E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B05766-E831-44FF-A9DC-E40D30882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1533525"/>
            <a:ext cx="57150" cy="76581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174B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PPAGENT_QA|within=funnel-note-0|role=title">
            <a:extLst xmlns:a="http://schemas.openxmlformats.org/drawingml/2006/main">
              <a:ext uri="{FF2B5EF4-FFF2-40B4-BE49-F238E27FC236}">
                <a16:creationId xmlns:a16="http://schemas.microsoft.com/office/drawing/2014/main" id="{BB2555E3-8AA9-4F42-B749-8D4D9BBD4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1590675"/>
            <a:ext cx="4000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01  收到稿件</a:t>
            </a:r>
          </a:p>
        </p:txBody>
      </p:sp>
      <p:sp>
        <p:nvSpPr>
          <p:cNvPr id="10" name="PPAGENT_QA|within=funnel-note-0|role=body">
            <a:extLst xmlns:a="http://schemas.openxmlformats.org/drawingml/2006/main">
              <a:ext uri="{FF2B5EF4-FFF2-40B4-BE49-F238E27FC236}">
                <a16:creationId xmlns:a16="http://schemas.microsoft.com/office/drawing/2014/main" id="{295D0BC2-C961-420A-B2D8-238C80CE8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1743075"/>
            <a:ext cx="4000500" cy="5562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原始信息完整进入流程</a:t>
            </a:r>
          </a:p>
        </p:txBody>
      </p:sp>
      <p:sp>
        <p:nvSpPr>
          <p:cNvPr id="11" name="PPAGENT_CONNECTOR|from=funnel-stage-0|fromSide=right|to=funnel-note-0|toSide=left">
            <a:extLst xmlns:a="http://schemas.openxmlformats.org/drawingml/2006/main">
              <a:ext uri="{FF2B5EF4-FFF2-40B4-BE49-F238E27FC236}">
                <a16:creationId xmlns:a16="http://schemas.microsoft.com/office/drawing/2014/main" id="{B75A2770-113A-41F3-B902-B84BC2EA3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19800" y="1916430"/>
            <a:ext cx="895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91B8D7"/>
            </a:solidFill>
            <a:prstDash val="solid"/>
          </a:ln>
        </p:spPr>
      </p:sp>
      <p:sp>
        <p:nvSpPr>
          <p:cNvPr id="12" name="PPAGENT_QA|parent=funnel-stage-1|domains=funnel-shape,funnel-content">
            <a:extLst xmlns:a="http://schemas.openxmlformats.org/drawingml/2006/main">
              <a:ext uri="{FF2B5EF4-FFF2-40B4-BE49-F238E27FC236}">
                <a16:creationId xmlns:a16="http://schemas.microsoft.com/office/drawing/2014/main" id="{0A7F144E-8675-496D-9954-EE11B9354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1108472" y="2385060"/>
            <a:ext cx="4488656" cy="784860"/>
          </a:xfrm>
          <a:prstGeom xmlns:a="http://schemas.openxmlformats.org/drawingml/2006/main" prst="trapezoid">
            <a:avLst/>
          </a:prstGeom>
          <a:solidFill xmlns:a="http://schemas.openxmlformats.org/drawingml/2006/main">
            <a:srgbClr val="1767A5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PPAGENT_QA|parent=funnel-face-1|domains=funnel-face">
            <a:extLst xmlns:a="http://schemas.openxmlformats.org/drawingml/2006/main">
              <a:ext uri="{FF2B5EF4-FFF2-40B4-BE49-F238E27FC236}">
                <a16:creationId xmlns:a16="http://schemas.microsoft.com/office/drawing/2014/main" id="{488B21C5-17B0-40C0-BEA3-D1C7B5E81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472" y="2318385"/>
            <a:ext cx="4488656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7A5"/>
          </a:solidFill>
          <a:ln xmlns:a="http://schemas.openxmlformats.org/drawingml/2006/main" w="11430">
            <a:solidFill>
              <a:srgbClr val="D9F1FA"/>
            </a:solidFill>
            <a:prstDash val="solid"/>
          </a:ln>
        </p:spPr>
      </p:sp>
      <p:sp>
        <p:nvSpPr>
          <p:cNvPr id="14" name="PPAGENT_QA|within=funnel-stage-1|role=rate">
            <a:extLst xmlns:a="http://schemas.openxmlformats.org/drawingml/2006/main">
              <a:ext uri="{FF2B5EF4-FFF2-40B4-BE49-F238E27FC236}">
                <a16:creationId xmlns:a16="http://schemas.microsoft.com/office/drawing/2014/main" id="{DBB0BD1C-615A-4661-973C-449481135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0872" y="2480310"/>
            <a:ext cx="4183856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6C9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6C96A"/>
                </a:solidFill>
                <a:latin typeface="Microsoft YaHei"/>
                <a:ea typeface="Microsoft YaHei"/>
                <a:cs typeface="Microsoft YaHei"/>
              </a:rPr>
              <a:t>82%</a:t>
            </a:r>
          </a:p>
        </p:txBody>
      </p:sp>
      <p:sp>
        <p:nvSpPr>
          <p:cNvPr id="15" name="PPAGENT_QA|parent=funnel-label-1|domains=funnel-label">
            <a:extLst xmlns:a="http://schemas.openxmlformats.org/drawingml/2006/main">
              <a:ext uri="{FF2B5EF4-FFF2-40B4-BE49-F238E27FC236}">
                <a16:creationId xmlns:a16="http://schemas.microsoft.com/office/drawing/2014/main" id="{26F9F0AB-BAF6-4B36-AC4B-C8B9C5B4A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0872" y="2747010"/>
            <a:ext cx="4183856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形成页面</a:t>
            </a:r>
          </a:p>
        </p:txBody>
      </p:sp>
      <p:sp>
        <p:nvSpPr>
          <p:cNvPr id="16" name="PPAGENT_QA|parent=funnel-note-1|domains=funnel-note,funnel-content">
            <a:extLst xmlns:a="http://schemas.openxmlformats.org/drawingml/2006/main">
              <a:ext uri="{FF2B5EF4-FFF2-40B4-BE49-F238E27FC236}">
                <a16:creationId xmlns:a16="http://schemas.microsoft.com/office/drawing/2014/main" id="{77A83535-D64D-46CA-AA58-287D43E70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394585"/>
            <a:ext cx="4552950" cy="765810"/>
          </a:xfrm>
          <a:prstGeom xmlns:a="http://schemas.openxmlformats.org/drawingml/2006/main" prst="roundRect">
            <a:avLst>
              <a:gd name="adj" fmla="val 14925"/>
            </a:avLst>
          </a:prstGeom>
          <a:solidFill xmlns:a="http://schemas.openxmlformats.org/drawingml/2006/main">
            <a:srgbClr val="F7FAFC"/>
          </a:solidFill>
          <a:ln xmlns:a="http://schemas.openxmlformats.org/drawingml/2006/main" w="9525">
            <a:solidFill>
              <a:srgbClr val="D8E5E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A78A756-CE40-477C-8721-8623CB3B4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394585"/>
            <a:ext cx="57150" cy="76581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1767A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PPAGENT_QA|within=funnel-note-1|role=title">
            <a:extLst xmlns:a="http://schemas.openxmlformats.org/drawingml/2006/main">
              <a:ext uri="{FF2B5EF4-FFF2-40B4-BE49-F238E27FC236}">
                <a16:creationId xmlns:a16="http://schemas.microsoft.com/office/drawing/2014/main" id="{37C454DE-55D7-4F99-A8CA-784BB7310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451735"/>
            <a:ext cx="4000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02  形成页面</a:t>
            </a:r>
          </a:p>
        </p:txBody>
      </p:sp>
      <p:sp>
        <p:nvSpPr>
          <p:cNvPr id="19" name="PPAGENT_QA|within=funnel-note-1|role=body">
            <a:extLst xmlns:a="http://schemas.openxmlformats.org/drawingml/2006/main">
              <a:ext uri="{FF2B5EF4-FFF2-40B4-BE49-F238E27FC236}">
                <a16:creationId xmlns:a16="http://schemas.microsoft.com/office/drawing/2014/main" id="{F331DD24-4955-4179-B9FD-CEB587719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604135"/>
            <a:ext cx="4000500" cy="5562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完成叙事拆页与职责判断</a:t>
            </a:r>
          </a:p>
        </p:txBody>
      </p:sp>
      <p:sp>
        <p:nvSpPr>
          <p:cNvPr id="20" name="PPAGENT_CONNECTOR|from=funnel-stage-1|fromSide=right|to=funnel-note-1|toSide=left">
            <a:extLst xmlns:a="http://schemas.openxmlformats.org/drawingml/2006/main">
              <a:ext uri="{FF2B5EF4-FFF2-40B4-BE49-F238E27FC236}">
                <a16:creationId xmlns:a16="http://schemas.microsoft.com/office/drawing/2014/main" id="{3DC544D7-C9A1-4DAB-AFF2-C0B854512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597128" y="2777490"/>
            <a:ext cx="131802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91B8D7"/>
            </a:solidFill>
            <a:prstDash val="solid"/>
          </a:ln>
        </p:spPr>
      </p:sp>
      <p:sp>
        <p:nvSpPr>
          <p:cNvPr id="21" name="PPAGENT_QA|parent=funnel-stage-2|domains=funnel-shape,funnel-content">
            <a:extLst xmlns:a="http://schemas.openxmlformats.org/drawingml/2006/main">
              <a:ext uri="{FF2B5EF4-FFF2-40B4-BE49-F238E27FC236}">
                <a16:creationId xmlns:a16="http://schemas.microsoft.com/office/drawing/2014/main" id="{A68F2A0B-D90D-4F02-AD0B-CA0E28D21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1531144" y="3246120"/>
            <a:ext cx="3643313" cy="784860"/>
          </a:xfrm>
          <a:prstGeom xmlns:a="http://schemas.openxmlformats.org/drawingml/2006/main" prst="trapezoid">
            <a:avLst/>
          </a:prstGeom>
          <a:solidFill xmlns:a="http://schemas.openxmlformats.org/drawingml/2006/main">
            <a:srgbClr val="167FC1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2" name="PPAGENT_QA|parent=funnel-face-2|domains=funnel-face">
            <a:extLst xmlns:a="http://schemas.openxmlformats.org/drawingml/2006/main">
              <a:ext uri="{FF2B5EF4-FFF2-40B4-BE49-F238E27FC236}">
                <a16:creationId xmlns:a16="http://schemas.microsoft.com/office/drawing/2014/main" id="{D00D9C14-12F9-4FD6-8254-2BFD7F9BF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1144" y="3179445"/>
            <a:ext cx="3643313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FC1"/>
          </a:solidFill>
          <a:ln xmlns:a="http://schemas.openxmlformats.org/drawingml/2006/main" w="11430">
            <a:solidFill>
              <a:srgbClr val="D9F1FA"/>
            </a:solidFill>
            <a:prstDash val="solid"/>
          </a:ln>
        </p:spPr>
      </p:sp>
      <p:sp>
        <p:nvSpPr>
          <p:cNvPr id="23" name="PPAGENT_QA|within=funnel-stage-2|role=rate">
            <a:extLst xmlns:a="http://schemas.openxmlformats.org/drawingml/2006/main">
              <a:ext uri="{FF2B5EF4-FFF2-40B4-BE49-F238E27FC236}">
                <a16:creationId xmlns:a16="http://schemas.microsoft.com/office/drawing/2014/main" id="{002B65E1-5EEA-48A4-84D3-30DAB02AB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3544" y="3341370"/>
            <a:ext cx="3338513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6C9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6C96A"/>
                </a:solidFill>
                <a:latin typeface="Microsoft YaHei"/>
                <a:ea typeface="Microsoft YaHei"/>
                <a:cs typeface="Microsoft YaHei"/>
              </a:rPr>
              <a:t>68%</a:t>
            </a:r>
          </a:p>
        </p:txBody>
      </p:sp>
      <p:sp>
        <p:nvSpPr>
          <p:cNvPr id="24" name="PPAGENT_QA|parent=funnel-label-2|domains=funnel-label">
            <a:extLst xmlns:a="http://schemas.openxmlformats.org/drawingml/2006/main">
              <a:ext uri="{FF2B5EF4-FFF2-40B4-BE49-F238E27FC236}">
                <a16:creationId xmlns:a16="http://schemas.microsoft.com/office/drawing/2014/main" id="{F27F213E-4A15-4DF1-B97C-93461CBA7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3544" y="3608070"/>
            <a:ext cx="3338513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匹配资产</a:t>
            </a:r>
          </a:p>
        </p:txBody>
      </p:sp>
      <p:sp>
        <p:nvSpPr>
          <p:cNvPr id="25" name="PPAGENT_QA|parent=funnel-note-2|domains=funnel-note,funnel-content">
            <a:extLst xmlns:a="http://schemas.openxmlformats.org/drawingml/2006/main">
              <a:ext uri="{FF2B5EF4-FFF2-40B4-BE49-F238E27FC236}">
                <a16:creationId xmlns:a16="http://schemas.microsoft.com/office/drawing/2014/main" id="{F40E7C3D-C350-411D-9485-2EB8D9849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255645"/>
            <a:ext cx="4552950" cy="765810"/>
          </a:xfrm>
          <a:prstGeom xmlns:a="http://schemas.openxmlformats.org/drawingml/2006/main" prst="roundRect">
            <a:avLst>
              <a:gd name="adj" fmla="val 1492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5E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B6FED79-5435-49E2-A114-015B8079D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255645"/>
            <a:ext cx="57150" cy="76581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167FC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PPAGENT_QA|within=funnel-note-2|role=title">
            <a:extLst xmlns:a="http://schemas.openxmlformats.org/drawingml/2006/main">
              <a:ext uri="{FF2B5EF4-FFF2-40B4-BE49-F238E27FC236}">
                <a16:creationId xmlns:a16="http://schemas.microsoft.com/office/drawing/2014/main" id="{9BB53E3A-8107-40C0-AE9C-771375C0D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312795"/>
            <a:ext cx="4000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03  匹配资产</a:t>
            </a:r>
          </a:p>
        </p:txBody>
      </p:sp>
      <p:sp>
        <p:nvSpPr>
          <p:cNvPr id="28" name="PPAGENT_QA|within=funnel-note-2|role=body">
            <a:extLst xmlns:a="http://schemas.openxmlformats.org/drawingml/2006/main">
              <a:ext uri="{FF2B5EF4-FFF2-40B4-BE49-F238E27FC236}">
                <a16:creationId xmlns:a16="http://schemas.microsoft.com/office/drawing/2014/main" id="{AC5A2FF6-C604-40AD-849D-318D37E23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465195"/>
            <a:ext cx="4000500" cy="5562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选择合法结构与样式组</a:t>
            </a:r>
          </a:p>
        </p:txBody>
      </p:sp>
      <p:sp>
        <p:nvSpPr>
          <p:cNvPr id="29" name="PPAGENT_CONNECTOR|from=funnel-stage-2|fromSide=right|to=funnel-note-2|toSide=left">
            <a:extLst xmlns:a="http://schemas.openxmlformats.org/drawingml/2006/main">
              <a:ext uri="{FF2B5EF4-FFF2-40B4-BE49-F238E27FC236}">
                <a16:creationId xmlns:a16="http://schemas.microsoft.com/office/drawing/2014/main" id="{0603A683-F696-485A-8080-E351CD9F0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174456" y="3638550"/>
            <a:ext cx="174069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91B8D7"/>
            </a:solidFill>
            <a:prstDash val="solid"/>
          </a:ln>
        </p:spPr>
      </p:sp>
      <p:sp>
        <p:nvSpPr>
          <p:cNvPr id="30" name="PPAGENT_QA|parent=funnel-stage-3|domains=funnel-shape,funnel-content">
            <a:extLst xmlns:a="http://schemas.openxmlformats.org/drawingml/2006/main">
              <a:ext uri="{FF2B5EF4-FFF2-40B4-BE49-F238E27FC236}">
                <a16:creationId xmlns:a16="http://schemas.microsoft.com/office/drawing/2014/main" id="{EAFFBA1F-67E8-477E-B593-F3C030413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1953816" y="4107180"/>
            <a:ext cx="2797969" cy="784860"/>
          </a:xfrm>
          <a:prstGeom xmlns:a="http://schemas.openxmlformats.org/drawingml/2006/main" prst="trapezoid">
            <a:avLst/>
          </a:prstGeom>
          <a:solidFill xmlns:a="http://schemas.openxmlformats.org/drawingml/2006/main">
            <a:srgbClr val="16A0C4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1" name="PPAGENT_QA|parent=funnel-face-3|domains=funnel-face">
            <a:extLst xmlns:a="http://schemas.openxmlformats.org/drawingml/2006/main">
              <a:ext uri="{FF2B5EF4-FFF2-40B4-BE49-F238E27FC236}">
                <a16:creationId xmlns:a16="http://schemas.microsoft.com/office/drawing/2014/main" id="{7B637BF8-D9DA-476B-8EA5-950A594E8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3816" y="4040505"/>
            <a:ext cx="2797969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A0C4"/>
          </a:solidFill>
          <a:ln xmlns:a="http://schemas.openxmlformats.org/drawingml/2006/main" w="11430">
            <a:solidFill>
              <a:srgbClr val="D9F1FA"/>
            </a:solidFill>
            <a:prstDash val="solid"/>
          </a:ln>
        </p:spPr>
      </p:sp>
      <p:sp>
        <p:nvSpPr>
          <p:cNvPr id="32" name="PPAGENT_QA|within=funnel-stage-3|role=rate">
            <a:extLst xmlns:a="http://schemas.openxmlformats.org/drawingml/2006/main">
              <a:ext uri="{FF2B5EF4-FFF2-40B4-BE49-F238E27FC236}">
                <a16:creationId xmlns:a16="http://schemas.microsoft.com/office/drawing/2014/main" id="{A734FCEA-B1B2-4247-A378-42194CD82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6216" y="4202430"/>
            <a:ext cx="2493169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6C9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6C96A"/>
                </a:solidFill>
                <a:latin typeface="Microsoft YaHei"/>
                <a:ea typeface="Microsoft YaHei"/>
                <a:cs typeface="Microsoft YaHei"/>
              </a:rPr>
              <a:t>54%</a:t>
            </a:r>
          </a:p>
        </p:txBody>
      </p:sp>
      <p:sp>
        <p:nvSpPr>
          <p:cNvPr id="33" name="PPAGENT_QA|parent=funnel-label-3|domains=funnel-label">
            <a:extLst xmlns:a="http://schemas.openxmlformats.org/drawingml/2006/main">
              <a:ext uri="{FF2B5EF4-FFF2-40B4-BE49-F238E27FC236}">
                <a16:creationId xmlns:a16="http://schemas.microsoft.com/office/drawing/2014/main" id="{DBAE541B-7A11-459E-ACB3-3A9067CF0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6216" y="4469130"/>
            <a:ext cx="2493169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完成生成</a:t>
            </a:r>
          </a:p>
        </p:txBody>
      </p:sp>
      <p:sp>
        <p:nvSpPr>
          <p:cNvPr id="34" name="PPAGENT_QA|parent=funnel-note-3|domains=funnel-note,funnel-content">
            <a:extLst xmlns:a="http://schemas.openxmlformats.org/drawingml/2006/main">
              <a:ext uri="{FF2B5EF4-FFF2-40B4-BE49-F238E27FC236}">
                <a16:creationId xmlns:a16="http://schemas.microsoft.com/office/drawing/2014/main" id="{7982CFA8-9F32-4A72-8DF7-6E8CC6BE7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116705"/>
            <a:ext cx="4552950" cy="765810"/>
          </a:xfrm>
          <a:prstGeom xmlns:a="http://schemas.openxmlformats.org/drawingml/2006/main" prst="roundRect">
            <a:avLst>
              <a:gd name="adj" fmla="val 14925"/>
            </a:avLst>
          </a:prstGeom>
          <a:solidFill xmlns:a="http://schemas.openxmlformats.org/drawingml/2006/main">
            <a:srgbClr val="F7FAFC"/>
          </a:solidFill>
          <a:ln xmlns:a="http://schemas.openxmlformats.org/drawingml/2006/main" w="9525">
            <a:solidFill>
              <a:srgbClr val="D8E5E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A91D7A3-5C29-4138-AEE4-F62B27BA4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116705"/>
            <a:ext cx="57150" cy="76581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16A0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PPAGENT_QA|within=funnel-note-3|role=title">
            <a:extLst xmlns:a="http://schemas.openxmlformats.org/drawingml/2006/main">
              <a:ext uri="{FF2B5EF4-FFF2-40B4-BE49-F238E27FC236}">
                <a16:creationId xmlns:a16="http://schemas.microsoft.com/office/drawing/2014/main" id="{2F48C262-5061-48A2-9352-EA9053590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173855"/>
            <a:ext cx="4000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04  完成生成</a:t>
            </a:r>
          </a:p>
        </p:txBody>
      </p:sp>
      <p:sp>
        <p:nvSpPr>
          <p:cNvPr id="37" name="PPAGENT_QA|within=funnel-note-3|role=body">
            <a:extLst xmlns:a="http://schemas.openxmlformats.org/drawingml/2006/main">
              <a:ext uri="{FF2B5EF4-FFF2-40B4-BE49-F238E27FC236}">
                <a16:creationId xmlns:a16="http://schemas.microsoft.com/office/drawing/2014/main" id="{42F152B7-B389-41DB-A5A8-EEE88314B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326255"/>
            <a:ext cx="4000500" cy="5562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输出原生可编辑页面</a:t>
            </a:r>
          </a:p>
        </p:txBody>
      </p:sp>
      <p:sp>
        <p:nvSpPr>
          <p:cNvPr id="38" name="PPAGENT_CONNECTOR|from=funnel-stage-3|fromSide=right|to=funnel-note-3|toSide=left">
            <a:extLst xmlns:a="http://schemas.openxmlformats.org/drawingml/2006/main">
              <a:ext uri="{FF2B5EF4-FFF2-40B4-BE49-F238E27FC236}">
                <a16:creationId xmlns:a16="http://schemas.microsoft.com/office/drawing/2014/main" id="{1BF6194C-D7D9-4788-A67E-AA0891E36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751784" y="4499610"/>
            <a:ext cx="216336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91B8D7"/>
            </a:solidFill>
            <a:prstDash val="solid"/>
          </a:ln>
        </p:spPr>
      </p:sp>
      <p:sp>
        <p:nvSpPr>
          <p:cNvPr id="39" name="PPAGENT_QA|parent=funnel-stage-4|domains=funnel-shape,funnel-content">
            <a:extLst xmlns:a="http://schemas.openxmlformats.org/drawingml/2006/main">
              <a:ext uri="{FF2B5EF4-FFF2-40B4-BE49-F238E27FC236}">
                <a16:creationId xmlns:a16="http://schemas.microsoft.com/office/drawing/2014/main" id="{6FD56EC4-0C80-4294-9B43-6403F1275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2376488" y="4968240"/>
            <a:ext cx="1952625" cy="784860"/>
          </a:xfrm>
          <a:prstGeom xmlns:a="http://schemas.openxmlformats.org/drawingml/2006/main" prst="trapezoid">
            <a:avLst/>
          </a:prstGeom>
          <a:solidFill xmlns:a="http://schemas.openxmlformats.org/drawingml/2006/main">
            <a:srgbClr val="19B7C4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0" name="PPAGENT_QA|parent=funnel-face-4|domains=funnel-face">
            <a:extLst xmlns:a="http://schemas.openxmlformats.org/drawingml/2006/main">
              <a:ext uri="{FF2B5EF4-FFF2-40B4-BE49-F238E27FC236}">
                <a16:creationId xmlns:a16="http://schemas.microsoft.com/office/drawing/2014/main" id="{7BB3FA52-BDBF-4BD4-8CE7-066D3119C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6488" y="4901565"/>
            <a:ext cx="1952625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B7C4"/>
          </a:solidFill>
          <a:ln xmlns:a="http://schemas.openxmlformats.org/drawingml/2006/main" w="11430">
            <a:solidFill>
              <a:srgbClr val="D9F1FA"/>
            </a:solidFill>
            <a:prstDash val="solid"/>
          </a:ln>
        </p:spPr>
      </p:sp>
      <p:sp>
        <p:nvSpPr>
          <p:cNvPr id="41" name="PPAGENT_QA|within=funnel-stage-4|role=rate">
            <a:extLst xmlns:a="http://schemas.openxmlformats.org/drawingml/2006/main">
              <a:ext uri="{FF2B5EF4-FFF2-40B4-BE49-F238E27FC236}">
                <a16:creationId xmlns:a16="http://schemas.microsoft.com/office/drawing/2014/main" id="{D0350E82-9605-4DFD-AEF0-C137CFBA4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8888" y="5063490"/>
            <a:ext cx="16478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6C9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6C96A"/>
                </a:solidFill>
                <a:latin typeface="Microsoft YaHei"/>
                <a:ea typeface="Microsoft YaHei"/>
                <a:cs typeface="Microsoft YaHei"/>
              </a:rPr>
              <a:t>43%</a:t>
            </a:r>
          </a:p>
        </p:txBody>
      </p:sp>
      <p:sp>
        <p:nvSpPr>
          <p:cNvPr id="42" name="PPAGENT_QA|parent=funnel-label-4|domains=funnel-label">
            <a:extLst xmlns:a="http://schemas.openxmlformats.org/drawingml/2006/main">
              <a:ext uri="{FF2B5EF4-FFF2-40B4-BE49-F238E27FC236}">
                <a16:creationId xmlns:a16="http://schemas.microsoft.com/office/drawing/2014/main" id="{0D2C5A9A-A505-4B04-A74E-73A69BD9D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8888" y="5330190"/>
            <a:ext cx="16478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质量通过</a:t>
            </a:r>
          </a:p>
        </p:txBody>
      </p:sp>
      <p:sp>
        <p:nvSpPr>
          <p:cNvPr id="43" name="PPAGENT_QA|parent=funnel-note-4|domains=funnel-note,funnel-content">
            <a:extLst xmlns:a="http://schemas.openxmlformats.org/drawingml/2006/main">
              <a:ext uri="{FF2B5EF4-FFF2-40B4-BE49-F238E27FC236}">
                <a16:creationId xmlns:a16="http://schemas.microsoft.com/office/drawing/2014/main" id="{2AAAC4B4-B579-4E46-98F0-49702ED00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977765"/>
            <a:ext cx="4552950" cy="765810"/>
          </a:xfrm>
          <a:prstGeom xmlns:a="http://schemas.openxmlformats.org/drawingml/2006/main" prst="roundRect">
            <a:avLst>
              <a:gd name="adj" fmla="val 1492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5EF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1423F3C-B663-4DF8-840E-4C16E56E9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977765"/>
            <a:ext cx="57150" cy="76581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19B7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PPAGENT_QA|within=funnel-note-4|role=title">
            <a:extLst xmlns:a="http://schemas.openxmlformats.org/drawingml/2006/main">
              <a:ext uri="{FF2B5EF4-FFF2-40B4-BE49-F238E27FC236}">
                <a16:creationId xmlns:a16="http://schemas.microsoft.com/office/drawing/2014/main" id="{F6A9E621-0E4C-46C2-A38A-ECD73F2EA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5034915"/>
            <a:ext cx="4000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05  质量通过</a:t>
            </a:r>
          </a:p>
        </p:txBody>
      </p:sp>
      <p:sp>
        <p:nvSpPr>
          <p:cNvPr id="46" name="PPAGENT_QA|within=funnel-note-4|role=body">
            <a:extLst xmlns:a="http://schemas.openxmlformats.org/drawingml/2006/main">
              <a:ext uri="{FF2B5EF4-FFF2-40B4-BE49-F238E27FC236}">
                <a16:creationId xmlns:a16="http://schemas.microsoft.com/office/drawing/2014/main" id="{D598D4FF-D652-4307-B4FF-5205E8FEE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5187315"/>
            <a:ext cx="4000500" cy="5562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容量与几何检查通过</a:t>
            </a:r>
          </a:p>
        </p:txBody>
      </p:sp>
      <p:sp>
        <p:nvSpPr>
          <p:cNvPr id="47" name="PPAGENT_CONNECTOR|from=funnel-stage-4|fromSide=right|to=funnel-note-4|toSide=left">
            <a:extLst xmlns:a="http://schemas.openxmlformats.org/drawingml/2006/main">
              <a:ext uri="{FF2B5EF4-FFF2-40B4-BE49-F238E27FC236}">
                <a16:creationId xmlns:a16="http://schemas.microsoft.com/office/drawing/2014/main" id="{F033AE6E-22E9-4286-BE67-0ABA9F040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329113" y="536067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91B8D7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88012872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349512E3-8613-4234-B526-117FD1CD1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转化漏斗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2DE1E9-A534-4BC9-9A0A-4457C7BBD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763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rPr>
              <a:t>递减转化 · 阶段拆解</a:t>
            </a:r>
          </a:p>
        </p:txBody>
      </p:sp>
      <p:sp>
        <p:nvSpPr>
          <p:cNvPr id="3" name="PPAGENT_QA|parent=funnel-stage-0|domains=funnel-shape,funnel-content">
            <a:extLst xmlns:a="http://schemas.openxmlformats.org/drawingml/2006/main">
              <a:ext uri="{FF2B5EF4-FFF2-40B4-BE49-F238E27FC236}">
                <a16:creationId xmlns:a16="http://schemas.microsoft.com/office/drawing/2014/main" id="{8F54D5EB-DD02-4626-9EF7-F452B506E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685800" y="1524000"/>
            <a:ext cx="5334000" cy="641350"/>
          </a:xfrm>
          <a:prstGeom xmlns:a="http://schemas.openxmlformats.org/drawingml/2006/main" prst="trapezoid">
            <a:avLst/>
          </a:prstGeom>
          <a:solidFill xmlns:a="http://schemas.openxmlformats.org/drawingml/2006/main">
            <a:srgbClr val="174B82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PPAGENT_QA|parent=funnel-face-0|domains=funnel-face">
            <a:extLst xmlns:a="http://schemas.openxmlformats.org/drawingml/2006/main">
              <a:ext uri="{FF2B5EF4-FFF2-40B4-BE49-F238E27FC236}">
                <a16:creationId xmlns:a16="http://schemas.microsoft.com/office/drawing/2014/main" id="{FAB29ECA-E567-4871-9047-7B2A9C548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57325"/>
            <a:ext cx="53340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4B82"/>
          </a:solidFill>
          <a:ln xmlns:a="http://schemas.openxmlformats.org/drawingml/2006/main" w="11430">
            <a:solidFill>
              <a:srgbClr val="D9F1FA"/>
            </a:solidFill>
            <a:prstDash val="solid"/>
          </a:ln>
        </p:spPr>
      </p:sp>
      <p:sp>
        <p:nvSpPr>
          <p:cNvPr id="5" name="PPAGENT_QA|within=funnel-stage-0|role=rate">
            <a:extLst xmlns:a="http://schemas.openxmlformats.org/drawingml/2006/main">
              <a:ext uri="{FF2B5EF4-FFF2-40B4-BE49-F238E27FC236}">
                <a16:creationId xmlns:a16="http://schemas.microsoft.com/office/drawing/2014/main" id="{B372851F-47C7-413F-9466-E9354FE88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19250"/>
            <a:ext cx="5029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6C9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6C96A"/>
                </a:solidFill>
                <a:latin typeface="Microsoft YaHei"/>
                <a:ea typeface="Microsoft YaHei"/>
                <a:cs typeface="Microsoft YaHei"/>
              </a:rPr>
              <a:t>100%</a:t>
            </a:r>
          </a:p>
        </p:txBody>
      </p:sp>
      <p:sp>
        <p:nvSpPr>
          <p:cNvPr id="6" name="PPAGENT_QA|parent=funnel-label-0|domains=funnel-label">
            <a:extLst xmlns:a="http://schemas.openxmlformats.org/drawingml/2006/main">
              <a:ext uri="{FF2B5EF4-FFF2-40B4-BE49-F238E27FC236}">
                <a16:creationId xmlns:a16="http://schemas.microsoft.com/office/drawing/2014/main" id="{5B54CB3F-700D-4A12-B39A-7FA37512B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85950"/>
            <a:ext cx="5029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收到稿件</a:t>
            </a:r>
          </a:p>
        </p:txBody>
      </p:sp>
      <p:sp>
        <p:nvSpPr>
          <p:cNvPr id="7" name="PPAGENT_QA|parent=funnel-note-0|domains=funnel-note,funnel-content">
            <a:extLst xmlns:a="http://schemas.openxmlformats.org/drawingml/2006/main">
              <a:ext uri="{FF2B5EF4-FFF2-40B4-BE49-F238E27FC236}">
                <a16:creationId xmlns:a16="http://schemas.microsoft.com/office/drawing/2014/main" id="{4BE1DBA9-E154-46B4-AA05-1835E513E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1533525"/>
            <a:ext cx="4552950" cy="622300"/>
          </a:xfrm>
          <a:prstGeom xmlns:a="http://schemas.openxmlformats.org/drawingml/2006/main" prst="roundRect">
            <a:avLst>
              <a:gd name="adj" fmla="val 183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5E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7727D8-90AA-40F8-9CF1-4125AAA4D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1533525"/>
            <a:ext cx="57150" cy="6223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174B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PPAGENT_QA|within=funnel-note-0|role=title">
            <a:extLst xmlns:a="http://schemas.openxmlformats.org/drawingml/2006/main">
              <a:ext uri="{FF2B5EF4-FFF2-40B4-BE49-F238E27FC236}">
                <a16:creationId xmlns:a16="http://schemas.microsoft.com/office/drawing/2014/main" id="{47C09EE9-D3EC-4D5B-BB48-D09E24189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1590675"/>
            <a:ext cx="4000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01  收到稿件</a:t>
            </a:r>
          </a:p>
        </p:txBody>
      </p:sp>
      <p:sp>
        <p:nvSpPr>
          <p:cNvPr id="10" name="PPAGENT_QA|within=funnel-note-0|role=body">
            <a:extLst xmlns:a="http://schemas.openxmlformats.org/drawingml/2006/main">
              <a:ext uri="{FF2B5EF4-FFF2-40B4-BE49-F238E27FC236}">
                <a16:creationId xmlns:a16="http://schemas.microsoft.com/office/drawing/2014/main" id="{EEBDB973-FE31-41D7-821C-44771FB14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1743075"/>
            <a:ext cx="4000500" cy="41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原始信息完整进入流程</a:t>
            </a:r>
          </a:p>
        </p:txBody>
      </p:sp>
      <p:sp>
        <p:nvSpPr>
          <p:cNvPr id="11" name="PPAGENT_CONNECTOR|from=funnel-stage-0|fromSide=right|to=funnel-note-0|toSide=left">
            <a:extLst xmlns:a="http://schemas.openxmlformats.org/drawingml/2006/main">
              <a:ext uri="{FF2B5EF4-FFF2-40B4-BE49-F238E27FC236}">
                <a16:creationId xmlns:a16="http://schemas.microsoft.com/office/drawing/2014/main" id="{0A21B75F-B412-45E4-AE15-2E6B833A8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19800" y="1844675"/>
            <a:ext cx="895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91B8D7"/>
            </a:solidFill>
            <a:prstDash val="solid"/>
          </a:ln>
        </p:spPr>
      </p:sp>
      <p:sp>
        <p:nvSpPr>
          <p:cNvPr id="12" name="PPAGENT_QA|parent=funnel-stage-1|domains=funnel-shape,funnel-content">
            <a:extLst xmlns:a="http://schemas.openxmlformats.org/drawingml/2006/main">
              <a:ext uri="{FF2B5EF4-FFF2-40B4-BE49-F238E27FC236}">
                <a16:creationId xmlns:a16="http://schemas.microsoft.com/office/drawing/2014/main" id="{549E9FFA-3B9D-47DF-93E7-EDDD6FB8E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1023938" y="2241550"/>
            <a:ext cx="4657725" cy="641350"/>
          </a:xfrm>
          <a:prstGeom xmlns:a="http://schemas.openxmlformats.org/drawingml/2006/main" prst="trapezoid">
            <a:avLst/>
          </a:prstGeom>
          <a:solidFill xmlns:a="http://schemas.openxmlformats.org/drawingml/2006/main">
            <a:srgbClr val="1767A5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PPAGENT_QA|parent=funnel-face-1|domains=funnel-face">
            <a:extLst xmlns:a="http://schemas.openxmlformats.org/drawingml/2006/main">
              <a:ext uri="{FF2B5EF4-FFF2-40B4-BE49-F238E27FC236}">
                <a16:creationId xmlns:a16="http://schemas.microsoft.com/office/drawing/2014/main" id="{A93AF3A5-D895-4F13-821F-8C54D003E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3938" y="2174875"/>
            <a:ext cx="4657725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7A5"/>
          </a:solidFill>
          <a:ln xmlns:a="http://schemas.openxmlformats.org/drawingml/2006/main" w="11430">
            <a:solidFill>
              <a:srgbClr val="D9F1FA"/>
            </a:solidFill>
            <a:prstDash val="solid"/>
          </a:ln>
        </p:spPr>
      </p:sp>
      <p:sp>
        <p:nvSpPr>
          <p:cNvPr id="14" name="PPAGENT_QA|within=funnel-stage-1|role=rate">
            <a:extLst xmlns:a="http://schemas.openxmlformats.org/drawingml/2006/main">
              <a:ext uri="{FF2B5EF4-FFF2-40B4-BE49-F238E27FC236}">
                <a16:creationId xmlns:a16="http://schemas.microsoft.com/office/drawing/2014/main" id="{20D5A3C0-E164-4D62-9C83-2808BBD32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6338" y="2336800"/>
            <a:ext cx="43529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6C9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6C96A"/>
                </a:solidFill>
                <a:latin typeface="Microsoft YaHei"/>
                <a:ea typeface="Microsoft YaHei"/>
                <a:cs typeface="Microsoft YaHei"/>
              </a:rPr>
              <a:t>82%</a:t>
            </a:r>
          </a:p>
        </p:txBody>
      </p:sp>
      <p:sp>
        <p:nvSpPr>
          <p:cNvPr id="15" name="PPAGENT_QA|parent=funnel-label-1|domains=funnel-label">
            <a:extLst xmlns:a="http://schemas.openxmlformats.org/drawingml/2006/main">
              <a:ext uri="{FF2B5EF4-FFF2-40B4-BE49-F238E27FC236}">
                <a16:creationId xmlns:a16="http://schemas.microsoft.com/office/drawing/2014/main" id="{A8C97519-6014-4D39-AB98-0D285AFBE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6338" y="2603500"/>
            <a:ext cx="43529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形成页面</a:t>
            </a:r>
          </a:p>
        </p:txBody>
      </p:sp>
      <p:sp>
        <p:nvSpPr>
          <p:cNvPr id="16" name="PPAGENT_QA|parent=funnel-note-1|domains=funnel-note,funnel-content">
            <a:extLst xmlns:a="http://schemas.openxmlformats.org/drawingml/2006/main">
              <a:ext uri="{FF2B5EF4-FFF2-40B4-BE49-F238E27FC236}">
                <a16:creationId xmlns:a16="http://schemas.microsoft.com/office/drawing/2014/main" id="{8E268480-0F9E-4A2A-ABA6-9D1D198E6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251075"/>
            <a:ext cx="4552950" cy="622300"/>
          </a:xfrm>
          <a:prstGeom xmlns:a="http://schemas.openxmlformats.org/drawingml/2006/main" prst="roundRect">
            <a:avLst>
              <a:gd name="adj" fmla="val 18367"/>
            </a:avLst>
          </a:prstGeom>
          <a:solidFill xmlns:a="http://schemas.openxmlformats.org/drawingml/2006/main">
            <a:srgbClr val="F7FAFC"/>
          </a:solidFill>
          <a:ln xmlns:a="http://schemas.openxmlformats.org/drawingml/2006/main" w="9525">
            <a:solidFill>
              <a:srgbClr val="D8E5E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A7DB7CE-B603-444E-B749-0F7D49783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251075"/>
            <a:ext cx="57150" cy="6223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1767A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PPAGENT_QA|within=funnel-note-1|role=title">
            <a:extLst xmlns:a="http://schemas.openxmlformats.org/drawingml/2006/main">
              <a:ext uri="{FF2B5EF4-FFF2-40B4-BE49-F238E27FC236}">
                <a16:creationId xmlns:a16="http://schemas.microsoft.com/office/drawing/2014/main" id="{B5D82767-6867-4D58-8E9A-93E6FC2C5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308225"/>
            <a:ext cx="4000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02  形成页面</a:t>
            </a:r>
          </a:p>
        </p:txBody>
      </p:sp>
      <p:sp>
        <p:nvSpPr>
          <p:cNvPr id="19" name="PPAGENT_QA|within=funnel-note-1|role=body">
            <a:extLst xmlns:a="http://schemas.openxmlformats.org/drawingml/2006/main">
              <a:ext uri="{FF2B5EF4-FFF2-40B4-BE49-F238E27FC236}">
                <a16:creationId xmlns:a16="http://schemas.microsoft.com/office/drawing/2014/main" id="{CD1A4FDB-D34D-4C7E-998B-B4EEAA871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460625"/>
            <a:ext cx="4000500" cy="41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完成叙事拆页与职责判断</a:t>
            </a:r>
          </a:p>
        </p:txBody>
      </p:sp>
      <p:sp>
        <p:nvSpPr>
          <p:cNvPr id="20" name="PPAGENT_CONNECTOR|from=funnel-stage-1|fromSide=right|to=funnel-note-1|toSide=left">
            <a:extLst xmlns:a="http://schemas.openxmlformats.org/drawingml/2006/main">
              <a:ext uri="{FF2B5EF4-FFF2-40B4-BE49-F238E27FC236}">
                <a16:creationId xmlns:a16="http://schemas.microsoft.com/office/drawing/2014/main" id="{6B786685-2880-4FC8-93D2-9786CCFAB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681663" y="2562225"/>
            <a:ext cx="123348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91B8D7"/>
            </a:solidFill>
            <a:prstDash val="solid"/>
          </a:ln>
        </p:spPr>
      </p:sp>
      <p:sp>
        <p:nvSpPr>
          <p:cNvPr id="21" name="PPAGENT_QA|parent=funnel-stage-2|domains=funnel-shape,funnel-content">
            <a:extLst xmlns:a="http://schemas.openxmlformats.org/drawingml/2006/main">
              <a:ext uri="{FF2B5EF4-FFF2-40B4-BE49-F238E27FC236}">
                <a16:creationId xmlns:a16="http://schemas.microsoft.com/office/drawing/2014/main" id="{CBF1CC4C-FB7A-43AD-9E10-723950FA9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1362075" y="2959100"/>
            <a:ext cx="3981450" cy="641350"/>
          </a:xfrm>
          <a:prstGeom xmlns:a="http://schemas.openxmlformats.org/drawingml/2006/main" prst="trapezoid">
            <a:avLst/>
          </a:prstGeom>
          <a:solidFill xmlns:a="http://schemas.openxmlformats.org/drawingml/2006/main">
            <a:srgbClr val="167FC1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2" name="PPAGENT_QA|parent=funnel-face-2|domains=funnel-face">
            <a:extLst xmlns:a="http://schemas.openxmlformats.org/drawingml/2006/main">
              <a:ext uri="{FF2B5EF4-FFF2-40B4-BE49-F238E27FC236}">
                <a16:creationId xmlns:a16="http://schemas.microsoft.com/office/drawing/2014/main" id="{DD4523AB-3FA4-4533-934D-D2E4EDEF2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2892425"/>
            <a:ext cx="398145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FC1"/>
          </a:solidFill>
          <a:ln xmlns:a="http://schemas.openxmlformats.org/drawingml/2006/main" w="11430">
            <a:solidFill>
              <a:srgbClr val="D9F1FA"/>
            </a:solidFill>
            <a:prstDash val="solid"/>
          </a:ln>
        </p:spPr>
      </p:sp>
      <p:sp>
        <p:nvSpPr>
          <p:cNvPr id="23" name="PPAGENT_QA|within=funnel-stage-2|role=rate">
            <a:extLst xmlns:a="http://schemas.openxmlformats.org/drawingml/2006/main">
              <a:ext uri="{FF2B5EF4-FFF2-40B4-BE49-F238E27FC236}">
                <a16:creationId xmlns:a16="http://schemas.microsoft.com/office/drawing/2014/main" id="{001B0BC7-91E9-4FFC-A328-6413CB276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" y="3054350"/>
            <a:ext cx="36766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6C9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6C96A"/>
                </a:solidFill>
                <a:latin typeface="Microsoft YaHei"/>
                <a:ea typeface="Microsoft YaHei"/>
                <a:cs typeface="Microsoft YaHei"/>
              </a:rPr>
              <a:t>68%</a:t>
            </a:r>
          </a:p>
        </p:txBody>
      </p:sp>
      <p:sp>
        <p:nvSpPr>
          <p:cNvPr id="24" name="PPAGENT_QA|parent=funnel-label-2|domains=funnel-label">
            <a:extLst xmlns:a="http://schemas.openxmlformats.org/drawingml/2006/main">
              <a:ext uri="{FF2B5EF4-FFF2-40B4-BE49-F238E27FC236}">
                <a16:creationId xmlns:a16="http://schemas.microsoft.com/office/drawing/2014/main" id="{38511C47-D384-4C35-AD7D-DC584247C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" y="3321050"/>
            <a:ext cx="36766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匹配资产</a:t>
            </a:r>
          </a:p>
        </p:txBody>
      </p:sp>
      <p:sp>
        <p:nvSpPr>
          <p:cNvPr id="25" name="PPAGENT_QA|parent=funnel-note-2|domains=funnel-note,funnel-content">
            <a:extLst xmlns:a="http://schemas.openxmlformats.org/drawingml/2006/main">
              <a:ext uri="{FF2B5EF4-FFF2-40B4-BE49-F238E27FC236}">
                <a16:creationId xmlns:a16="http://schemas.microsoft.com/office/drawing/2014/main" id="{04C5D2D8-62D0-45FA-8531-5D385A4E0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968625"/>
            <a:ext cx="4552950" cy="622300"/>
          </a:xfrm>
          <a:prstGeom xmlns:a="http://schemas.openxmlformats.org/drawingml/2006/main" prst="roundRect">
            <a:avLst>
              <a:gd name="adj" fmla="val 183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5E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14B8B34-56A3-40D4-9BC8-296D48E7F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968625"/>
            <a:ext cx="57150" cy="6223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167FC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PPAGENT_QA|within=funnel-note-2|role=title">
            <a:extLst xmlns:a="http://schemas.openxmlformats.org/drawingml/2006/main">
              <a:ext uri="{FF2B5EF4-FFF2-40B4-BE49-F238E27FC236}">
                <a16:creationId xmlns:a16="http://schemas.microsoft.com/office/drawing/2014/main" id="{E4A71300-87A6-40BE-8452-42E4C27F1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025775"/>
            <a:ext cx="4000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03  匹配资产</a:t>
            </a:r>
          </a:p>
        </p:txBody>
      </p:sp>
      <p:sp>
        <p:nvSpPr>
          <p:cNvPr id="28" name="PPAGENT_QA|within=funnel-note-2|role=body">
            <a:extLst xmlns:a="http://schemas.openxmlformats.org/drawingml/2006/main">
              <a:ext uri="{FF2B5EF4-FFF2-40B4-BE49-F238E27FC236}">
                <a16:creationId xmlns:a16="http://schemas.microsoft.com/office/drawing/2014/main" id="{99480A6D-78C7-4CF7-80F2-25DC99E39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178175"/>
            <a:ext cx="4000500" cy="41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选择合法结构与样式组</a:t>
            </a:r>
          </a:p>
        </p:txBody>
      </p:sp>
      <p:sp>
        <p:nvSpPr>
          <p:cNvPr id="29" name="PPAGENT_CONNECTOR|from=funnel-stage-2|fromSide=right|to=funnel-note-2|toSide=left">
            <a:extLst xmlns:a="http://schemas.openxmlformats.org/drawingml/2006/main">
              <a:ext uri="{FF2B5EF4-FFF2-40B4-BE49-F238E27FC236}">
                <a16:creationId xmlns:a16="http://schemas.microsoft.com/office/drawing/2014/main" id="{6D561224-07DE-401F-AAAA-41D8D5D6D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343525" y="3279775"/>
            <a:ext cx="15716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91B8D7"/>
            </a:solidFill>
            <a:prstDash val="solid"/>
          </a:ln>
        </p:spPr>
      </p:sp>
      <p:sp>
        <p:nvSpPr>
          <p:cNvPr id="30" name="PPAGENT_QA|parent=funnel-stage-3|domains=funnel-shape,funnel-content">
            <a:extLst xmlns:a="http://schemas.openxmlformats.org/drawingml/2006/main">
              <a:ext uri="{FF2B5EF4-FFF2-40B4-BE49-F238E27FC236}">
                <a16:creationId xmlns:a16="http://schemas.microsoft.com/office/drawing/2014/main" id="{AE6A02B3-AACD-493A-8300-4411417DD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1700213" y="3676650"/>
            <a:ext cx="3305175" cy="641350"/>
          </a:xfrm>
          <a:prstGeom xmlns:a="http://schemas.openxmlformats.org/drawingml/2006/main" prst="trapezoid">
            <a:avLst/>
          </a:prstGeom>
          <a:solidFill xmlns:a="http://schemas.openxmlformats.org/drawingml/2006/main">
            <a:srgbClr val="16A0C4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1" name="PPAGENT_QA|parent=funnel-face-3|domains=funnel-face">
            <a:extLst xmlns:a="http://schemas.openxmlformats.org/drawingml/2006/main">
              <a:ext uri="{FF2B5EF4-FFF2-40B4-BE49-F238E27FC236}">
                <a16:creationId xmlns:a16="http://schemas.microsoft.com/office/drawing/2014/main" id="{750FCE00-AAFE-4D8D-AD54-B28449C11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0213" y="3609975"/>
            <a:ext cx="3305175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A0C4"/>
          </a:solidFill>
          <a:ln xmlns:a="http://schemas.openxmlformats.org/drawingml/2006/main" w="11430">
            <a:solidFill>
              <a:srgbClr val="D9F1FA"/>
            </a:solidFill>
            <a:prstDash val="solid"/>
          </a:ln>
        </p:spPr>
      </p:sp>
      <p:sp>
        <p:nvSpPr>
          <p:cNvPr id="32" name="PPAGENT_QA|within=funnel-stage-3|role=rate">
            <a:extLst xmlns:a="http://schemas.openxmlformats.org/drawingml/2006/main">
              <a:ext uri="{FF2B5EF4-FFF2-40B4-BE49-F238E27FC236}">
                <a16:creationId xmlns:a16="http://schemas.microsoft.com/office/drawing/2014/main" id="{ED4D53A4-8D2F-4F36-ACF9-EB5F2329F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2613" y="3771900"/>
            <a:ext cx="30003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6C9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6C96A"/>
                </a:solidFill>
                <a:latin typeface="Microsoft YaHei"/>
                <a:ea typeface="Microsoft YaHei"/>
                <a:cs typeface="Microsoft YaHei"/>
              </a:rPr>
              <a:t>54%</a:t>
            </a:r>
          </a:p>
        </p:txBody>
      </p:sp>
      <p:sp>
        <p:nvSpPr>
          <p:cNvPr id="33" name="PPAGENT_QA|parent=funnel-label-3|domains=funnel-label">
            <a:extLst xmlns:a="http://schemas.openxmlformats.org/drawingml/2006/main">
              <a:ext uri="{FF2B5EF4-FFF2-40B4-BE49-F238E27FC236}">
                <a16:creationId xmlns:a16="http://schemas.microsoft.com/office/drawing/2014/main" id="{6C601C45-0C82-49E0-8BB4-5B05D96D9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2613" y="4038600"/>
            <a:ext cx="30003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完成生成</a:t>
            </a:r>
          </a:p>
        </p:txBody>
      </p:sp>
      <p:sp>
        <p:nvSpPr>
          <p:cNvPr id="34" name="PPAGENT_QA|parent=funnel-note-3|domains=funnel-note,funnel-content">
            <a:extLst xmlns:a="http://schemas.openxmlformats.org/drawingml/2006/main">
              <a:ext uri="{FF2B5EF4-FFF2-40B4-BE49-F238E27FC236}">
                <a16:creationId xmlns:a16="http://schemas.microsoft.com/office/drawing/2014/main" id="{BDDEB640-A4F8-47F3-A1F2-09EC9B64F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686175"/>
            <a:ext cx="4552950" cy="622300"/>
          </a:xfrm>
          <a:prstGeom xmlns:a="http://schemas.openxmlformats.org/drawingml/2006/main" prst="roundRect">
            <a:avLst>
              <a:gd name="adj" fmla="val 18367"/>
            </a:avLst>
          </a:prstGeom>
          <a:solidFill xmlns:a="http://schemas.openxmlformats.org/drawingml/2006/main">
            <a:srgbClr val="F7FAFC"/>
          </a:solidFill>
          <a:ln xmlns:a="http://schemas.openxmlformats.org/drawingml/2006/main" w="9525">
            <a:solidFill>
              <a:srgbClr val="D8E5E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BD15DAB-9298-47F2-8588-5D5C6E459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686175"/>
            <a:ext cx="57150" cy="6223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16A0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PPAGENT_QA|within=funnel-note-3|role=title">
            <a:extLst xmlns:a="http://schemas.openxmlformats.org/drawingml/2006/main">
              <a:ext uri="{FF2B5EF4-FFF2-40B4-BE49-F238E27FC236}">
                <a16:creationId xmlns:a16="http://schemas.microsoft.com/office/drawing/2014/main" id="{95D5EEEA-2BDA-4B2C-BE7B-CC410EC4D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743325"/>
            <a:ext cx="4000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04  完成生成</a:t>
            </a:r>
          </a:p>
        </p:txBody>
      </p:sp>
      <p:sp>
        <p:nvSpPr>
          <p:cNvPr id="37" name="PPAGENT_QA|within=funnel-note-3|role=body">
            <a:extLst xmlns:a="http://schemas.openxmlformats.org/drawingml/2006/main">
              <a:ext uri="{FF2B5EF4-FFF2-40B4-BE49-F238E27FC236}">
                <a16:creationId xmlns:a16="http://schemas.microsoft.com/office/drawing/2014/main" id="{3105831B-2C98-4CB8-B5D7-13C379CF1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895725"/>
            <a:ext cx="4000500" cy="41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输出原生可编辑页面</a:t>
            </a:r>
          </a:p>
        </p:txBody>
      </p:sp>
      <p:sp>
        <p:nvSpPr>
          <p:cNvPr id="38" name="PPAGENT_CONNECTOR|from=funnel-stage-3|fromSide=right|to=funnel-note-3|toSide=left">
            <a:extLst xmlns:a="http://schemas.openxmlformats.org/drawingml/2006/main">
              <a:ext uri="{FF2B5EF4-FFF2-40B4-BE49-F238E27FC236}">
                <a16:creationId xmlns:a16="http://schemas.microsoft.com/office/drawing/2014/main" id="{E870C76C-1FFF-40D3-9AC2-EC241C162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005388" y="3997325"/>
            <a:ext cx="1909763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91B8D7"/>
            </a:solidFill>
            <a:prstDash val="solid"/>
          </a:ln>
        </p:spPr>
      </p:sp>
      <p:sp>
        <p:nvSpPr>
          <p:cNvPr id="39" name="PPAGENT_QA|parent=funnel-stage-4|domains=funnel-shape,funnel-content">
            <a:extLst xmlns:a="http://schemas.openxmlformats.org/drawingml/2006/main">
              <a:ext uri="{FF2B5EF4-FFF2-40B4-BE49-F238E27FC236}">
                <a16:creationId xmlns:a16="http://schemas.microsoft.com/office/drawing/2014/main" id="{545EDC1B-7B6D-4CA7-B870-B717B5E77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2038350" y="4394200"/>
            <a:ext cx="2628900" cy="641350"/>
          </a:xfrm>
          <a:prstGeom xmlns:a="http://schemas.openxmlformats.org/drawingml/2006/main" prst="trapezoid">
            <a:avLst/>
          </a:prstGeom>
          <a:solidFill xmlns:a="http://schemas.openxmlformats.org/drawingml/2006/main">
            <a:srgbClr val="19B7C4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0" name="PPAGENT_QA|parent=funnel-face-4|domains=funnel-face">
            <a:extLst xmlns:a="http://schemas.openxmlformats.org/drawingml/2006/main">
              <a:ext uri="{FF2B5EF4-FFF2-40B4-BE49-F238E27FC236}">
                <a16:creationId xmlns:a16="http://schemas.microsoft.com/office/drawing/2014/main" id="{80DCAF94-86E2-440B-8BE6-686C199F8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4327525"/>
            <a:ext cx="26289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B7C4"/>
          </a:solidFill>
          <a:ln xmlns:a="http://schemas.openxmlformats.org/drawingml/2006/main" w="11430">
            <a:solidFill>
              <a:srgbClr val="D9F1FA"/>
            </a:solidFill>
            <a:prstDash val="solid"/>
          </a:ln>
        </p:spPr>
      </p:sp>
      <p:sp>
        <p:nvSpPr>
          <p:cNvPr id="41" name="PPAGENT_QA|within=funnel-stage-4|role=rate">
            <a:extLst xmlns:a="http://schemas.openxmlformats.org/drawingml/2006/main">
              <a:ext uri="{FF2B5EF4-FFF2-40B4-BE49-F238E27FC236}">
                <a16:creationId xmlns:a16="http://schemas.microsoft.com/office/drawing/2014/main" id="{ACA359B4-3032-4537-9111-77C467C73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489450"/>
            <a:ext cx="23241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6C9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6C96A"/>
                </a:solidFill>
                <a:latin typeface="Microsoft YaHei"/>
                <a:ea typeface="Microsoft YaHei"/>
                <a:cs typeface="Microsoft YaHei"/>
              </a:rPr>
              <a:t>43%</a:t>
            </a:r>
          </a:p>
        </p:txBody>
      </p:sp>
      <p:sp>
        <p:nvSpPr>
          <p:cNvPr id="42" name="PPAGENT_QA|parent=funnel-label-4|domains=funnel-label">
            <a:extLst xmlns:a="http://schemas.openxmlformats.org/drawingml/2006/main">
              <a:ext uri="{FF2B5EF4-FFF2-40B4-BE49-F238E27FC236}">
                <a16:creationId xmlns:a16="http://schemas.microsoft.com/office/drawing/2014/main" id="{117C1FA8-C8A7-448C-A882-B5F039079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756150"/>
            <a:ext cx="23241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质量通过</a:t>
            </a:r>
          </a:p>
        </p:txBody>
      </p:sp>
      <p:sp>
        <p:nvSpPr>
          <p:cNvPr id="43" name="PPAGENT_QA|parent=funnel-note-4|domains=funnel-note,funnel-content">
            <a:extLst xmlns:a="http://schemas.openxmlformats.org/drawingml/2006/main">
              <a:ext uri="{FF2B5EF4-FFF2-40B4-BE49-F238E27FC236}">
                <a16:creationId xmlns:a16="http://schemas.microsoft.com/office/drawing/2014/main" id="{23DABA96-381E-4282-876E-C9452368B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403725"/>
            <a:ext cx="4552950" cy="622300"/>
          </a:xfrm>
          <a:prstGeom xmlns:a="http://schemas.openxmlformats.org/drawingml/2006/main" prst="roundRect">
            <a:avLst>
              <a:gd name="adj" fmla="val 183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5EF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E050D3E-1C17-45E3-BB96-442C81CAF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403725"/>
            <a:ext cx="57150" cy="6223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19B7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PPAGENT_QA|within=funnel-note-4|role=title">
            <a:extLst xmlns:a="http://schemas.openxmlformats.org/drawingml/2006/main">
              <a:ext uri="{FF2B5EF4-FFF2-40B4-BE49-F238E27FC236}">
                <a16:creationId xmlns:a16="http://schemas.microsoft.com/office/drawing/2014/main" id="{6241CB9D-8923-4D13-92AB-EBD026BD1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460875"/>
            <a:ext cx="4000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05  质量通过</a:t>
            </a:r>
          </a:p>
        </p:txBody>
      </p:sp>
      <p:sp>
        <p:nvSpPr>
          <p:cNvPr id="46" name="PPAGENT_QA|within=funnel-note-4|role=body">
            <a:extLst xmlns:a="http://schemas.openxmlformats.org/drawingml/2006/main">
              <a:ext uri="{FF2B5EF4-FFF2-40B4-BE49-F238E27FC236}">
                <a16:creationId xmlns:a16="http://schemas.microsoft.com/office/drawing/2014/main" id="{47563DA5-7D62-4D4C-B28B-D9180D5BB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613275"/>
            <a:ext cx="4000500" cy="41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容量与几何检查通过</a:t>
            </a:r>
          </a:p>
        </p:txBody>
      </p:sp>
      <p:sp>
        <p:nvSpPr>
          <p:cNvPr id="47" name="PPAGENT_CONNECTOR|from=funnel-stage-4|fromSide=right|to=funnel-note-4|toSide=left">
            <a:extLst xmlns:a="http://schemas.openxmlformats.org/drawingml/2006/main">
              <a:ext uri="{FF2B5EF4-FFF2-40B4-BE49-F238E27FC236}">
                <a16:creationId xmlns:a16="http://schemas.microsoft.com/office/drawing/2014/main" id="{AA9A65FB-96B9-4C92-9D68-FF47BC165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667250" y="4714875"/>
            <a:ext cx="2247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91B8D7"/>
            </a:solidFill>
            <a:prstDash val="solid"/>
          </a:ln>
        </p:spPr>
      </p:sp>
      <p:sp>
        <p:nvSpPr>
          <p:cNvPr id="48" name="PPAGENT_QA|parent=funnel-stage-5|domains=funnel-shape,funnel-content">
            <a:extLst xmlns:a="http://schemas.openxmlformats.org/drawingml/2006/main">
              <a:ext uri="{FF2B5EF4-FFF2-40B4-BE49-F238E27FC236}">
                <a16:creationId xmlns:a16="http://schemas.microsoft.com/office/drawing/2014/main" id="{BA8948FF-9C14-4726-AE30-524EBEFC0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2376488" y="5111750"/>
            <a:ext cx="1952625" cy="641350"/>
          </a:xfrm>
          <a:prstGeom xmlns:a="http://schemas.openxmlformats.org/drawingml/2006/main" prst="trapezoid">
            <a:avLst/>
          </a:prstGeom>
          <a:solidFill xmlns:a="http://schemas.openxmlformats.org/drawingml/2006/main">
            <a:srgbClr val="32C7C7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9" name="PPAGENT_QA|parent=funnel-face-5|domains=funnel-face">
            <a:extLst xmlns:a="http://schemas.openxmlformats.org/drawingml/2006/main">
              <a:ext uri="{FF2B5EF4-FFF2-40B4-BE49-F238E27FC236}">
                <a16:creationId xmlns:a16="http://schemas.microsoft.com/office/drawing/2014/main" id="{6D75145D-8A5C-424C-8654-1AF3B2828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6488" y="5045075"/>
            <a:ext cx="1952625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2C7C7"/>
          </a:solidFill>
          <a:ln xmlns:a="http://schemas.openxmlformats.org/drawingml/2006/main" w="11430">
            <a:solidFill>
              <a:srgbClr val="D9F1FA"/>
            </a:solidFill>
            <a:prstDash val="solid"/>
          </a:ln>
        </p:spPr>
      </p:sp>
      <p:sp>
        <p:nvSpPr>
          <p:cNvPr id="50" name="PPAGENT_QA|within=funnel-stage-5|role=rate">
            <a:extLst xmlns:a="http://schemas.openxmlformats.org/drawingml/2006/main">
              <a:ext uri="{FF2B5EF4-FFF2-40B4-BE49-F238E27FC236}">
                <a16:creationId xmlns:a16="http://schemas.microsoft.com/office/drawing/2014/main" id="{A8B2C232-0193-4EB3-A6FB-841E7EB74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8888" y="5207000"/>
            <a:ext cx="16478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6C9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6C96A"/>
                </a:solidFill>
                <a:latin typeface="Microsoft YaHei"/>
                <a:ea typeface="Microsoft YaHei"/>
                <a:cs typeface="Microsoft YaHei"/>
              </a:rPr>
              <a:t>36%</a:t>
            </a:r>
          </a:p>
        </p:txBody>
      </p:sp>
      <p:sp>
        <p:nvSpPr>
          <p:cNvPr id="51" name="PPAGENT_QA|parent=funnel-label-5|domains=funnel-label">
            <a:extLst xmlns:a="http://schemas.openxmlformats.org/drawingml/2006/main">
              <a:ext uri="{FF2B5EF4-FFF2-40B4-BE49-F238E27FC236}">
                <a16:creationId xmlns:a16="http://schemas.microsoft.com/office/drawing/2014/main" id="{8AF0DF0F-45D6-48E7-8B92-9312BA4F4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8888" y="5473700"/>
            <a:ext cx="16478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可靠交付</a:t>
            </a:r>
          </a:p>
        </p:txBody>
      </p:sp>
      <p:sp>
        <p:nvSpPr>
          <p:cNvPr id="52" name="PPAGENT_QA|parent=funnel-note-5|domains=funnel-note,funnel-content">
            <a:extLst xmlns:a="http://schemas.openxmlformats.org/drawingml/2006/main">
              <a:ext uri="{FF2B5EF4-FFF2-40B4-BE49-F238E27FC236}">
                <a16:creationId xmlns:a16="http://schemas.microsoft.com/office/drawing/2014/main" id="{6AB25E4C-5A97-4A14-B0C0-91154D037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5121275"/>
            <a:ext cx="4552950" cy="622300"/>
          </a:xfrm>
          <a:prstGeom xmlns:a="http://schemas.openxmlformats.org/drawingml/2006/main" prst="roundRect">
            <a:avLst>
              <a:gd name="adj" fmla="val 18367"/>
            </a:avLst>
          </a:prstGeom>
          <a:solidFill xmlns:a="http://schemas.openxmlformats.org/drawingml/2006/main">
            <a:srgbClr val="F7FAFC"/>
          </a:solidFill>
          <a:ln xmlns:a="http://schemas.openxmlformats.org/drawingml/2006/main" w="9525">
            <a:solidFill>
              <a:srgbClr val="D8E5EF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A7ADCD2F-36D7-4D6D-B5F9-2BBE200C5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5121275"/>
            <a:ext cx="57150" cy="6223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32C7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PPAGENT_QA|within=funnel-note-5|role=title">
            <a:extLst xmlns:a="http://schemas.openxmlformats.org/drawingml/2006/main">
              <a:ext uri="{FF2B5EF4-FFF2-40B4-BE49-F238E27FC236}">
                <a16:creationId xmlns:a16="http://schemas.microsoft.com/office/drawing/2014/main" id="{F1AD501B-BFDC-47C7-B29B-6817A5728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5178425"/>
            <a:ext cx="4000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06  可靠交付</a:t>
            </a:r>
          </a:p>
        </p:txBody>
      </p:sp>
      <p:sp>
        <p:nvSpPr>
          <p:cNvPr id="55" name="PPAGENT_QA|within=funnel-note-5|role=body">
            <a:extLst xmlns:a="http://schemas.openxmlformats.org/drawingml/2006/main">
              <a:ext uri="{FF2B5EF4-FFF2-40B4-BE49-F238E27FC236}">
                <a16:creationId xmlns:a16="http://schemas.microsoft.com/office/drawing/2014/main" id="{192D672D-4AFB-408C-969B-A0BAF9B32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5330825"/>
            <a:ext cx="4000500" cy="41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形成可复用交付结果</a:t>
            </a:r>
          </a:p>
        </p:txBody>
      </p:sp>
      <p:sp>
        <p:nvSpPr>
          <p:cNvPr id="56" name="PPAGENT_CONNECTOR|from=funnel-stage-5|fromSide=right|to=funnel-note-5|toSide=left">
            <a:extLst xmlns:a="http://schemas.openxmlformats.org/drawingml/2006/main">
              <a:ext uri="{FF2B5EF4-FFF2-40B4-BE49-F238E27FC236}">
                <a16:creationId xmlns:a16="http://schemas.microsoft.com/office/drawing/2014/main" id="{16D98577-8CDF-47ED-8019-228C5C06F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329113" y="5432425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91B8D7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85221078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2026-08-15T13:33:24.9320000Z</dcterms:created>
  <dcterms:modified xsi:type="dcterms:W3CDTF">2026-08-15T13:33:24.9320000Z</dcterms:modified>
</coreProperties>
</file>