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8fe57f1fe1477e" /><Relationship Type="http://schemas.openxmlformats.org/officeDocument/2006/relationships/extended-properties" Target="/docProps/app.xml" Id="R7fefec11bad44983" /><Relationship Type="http://schemas.openxmlformats.org/officeDocument/2006/relationships/officeDocument" Target="/ppt/presentation.xml" Id="R43b2f5e53e7f40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ca2b8dd46e4c73"/>
  </p:sldMasterIdLst>
  <p:notesMasterIdLst>
    <p:notesMasterId xmlns:r="http://schemas.openxmlformats.org/officeDocument/2006/relationships" r:id="R296eabcfe1eb4287"/>
  </p:notesMasterIdLst>
  <p:sldIdLst>
    <p:sldId xmlns:r="http://schemas.openxmlformats.org/officeDocument/2006/relationships" id="256" r:id="R7c6de8eaa0274cfe"/>
    <p:sldId xmlns:r="http://schemas.openxmlformats.org/officeDocument/2006/relationships" id="257" r:id="Rfb671acd0ce649b6"/>
    <p:sldId xmlns:r="http://schemas.openxmlformats.org/officeDocument/2006/relationships" id="258" r:id="R8a7768145e4e4d29"/>
    <p:sldId xmlns:r="http://schemas.openxmlformats.org/officeDocument/2006/relationships" id="259" r:id="R6272085bad2e4afa"/>
    <p:sldId xmlns:r="http://schemas.openxmlformats.org/officeDocument/2006/relationships" id="260" r:id="R42f61bfebab54662"/>
    <p:sldId xmlns:r="http://schemas.openxmlformats.org/officeDocument/2006/relationships" id="261" r:id="Re498d3a91e5142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f2632e5a20418f" /><Relationship Type="http://schemas.openxmlformats.org/officeDocument/2006/relationships/slideMaster" Target="/ppt/slideMasters/slideMaster1.xml" Id="Rdcca2b8dd46e4c73" /><Relationship Type="http://schemas.openxmlformats.org/officeDocument/2006/relationships/notesMaster" Target="/ppt/notesMasters/notesMaster1.xml" Id="R296eabcfe1eb4287" /><Relationship Type="http://schemas.openxmlformats.org/officeDocument/2006/relationships/presProps" Target="/ppt/presProps.xml" Id="R4b89d8ca0d5f411b" /><Relationship Type="http://schemas.openxmlformats.org/officeDocument/2006/relationships/tableStyles" Target="/ppt/tableStyles.xml" Id="R9f93744eaed44a65" /><Relationship Type="http://schemas.openxmlformats.org/officeDocument/2006/relationships/slide" Target="/ppt/slides/slide1.xml" Id="R7c6de8eaa0274cfe" /><Relationship Type="http://schemas.openxmlformats.org/officeDocument/2006/relationships/slide" Target="/ppt/slides/slide2.xml" Id="Rfb671acd0ce649b6" /><Relationship Type="http://schemas.openxmlformats.org/officeDocument/2006/relationships/slide" Target="/ppt/slides/slide3.xml" Id="R8a7768145e4e4d29" /><Relationship Type="http://schemas.openxmlformats.org/officeDocument/2006/relationships/slide" Target="/ppt/slides/slide4.xml" Id="R6272085bad2e4afa" /><Relationship Type="http://schemas.openxmlformats.org/officeDocument/2006/relationships/slide" Target="/ppt/slides/slide5.xml" Id="R42f61bfebab54662" /><Relationship Type="http://schemas.openxmlformats.org/officeDocument/2006/relationships/slide" Target="/ppt/slides/slide6.xml" Id="Re498d3a91e5142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730c8f63864f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4dd94cc3b4740" /><Relationship Type="http://schemas.openxmlformats.org/officeDocument/2006/relationships/notesMaster" Target="/ppt/notesMasters/notesMaster1.xml" Id="Ra2452c5628a24c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8f578377224a81" /><Relationship Type="http://schemas.openxmlformats.org/officeDocument/2006/relationships/notesMaster" Target="/ppt/notesMasters/notesMaster1.xml" Id="R6ad4c4ba42aa42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a2070267a141be" /><Relationship Type="http://schemas.openxmlformats.org/officeDocument/2006/relationships/notesMaster" Target="/ppt/notesMasters/notesMaster1.xml" Id="R5dcdd17336b445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41daf940134df1" /><Relationship Type="http://schemas.openxmlformats.org/officeDocument/2006/relationships/notesMaster" Target="/ppt/notesMasters/notesMaster1.xml" Id="R26150a99ad8c46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7cd2d0f8c458f" /><Relationship Type="http://schemas.openxmlformats.org/officeDocument/2006/relationships/notesMaster" Target="/ppt/notesMasters/notesMaster1.xml" Id="R5b6d03b67fc54a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c777d324da45cc" /><Relationship Type="http://schemas.openxmlformats.org/officeDocument/2006/relationships/notesMaster" Target="/ppt/notesMasters/notesMaster1.xml" Id="R33dc172cbac0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c9529b93545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04ca36ce6c4529" /><Relationship Type="http://schemas.openxmlformats.org/officeDocument/2006/relationships/slideLayout" Target="/ppt/slideLayouts/slideLayout1.xml" Id="R3ce85c537ffe4e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e85c537ffe4e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11173e3534bd1" /><Relationship Type="http://schemas.openxmlformats.org/officeDocument/2006/relationships/notesSlide" Target="/ppt/notesSlides/notesSlide1.xml" Id="Rf18a669303e945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23bf023fe4724" /><Relationship Type="http://schemas.openxmlformats.org/officeDocument/2006/relationships/notesSlide" Target="/ppt/notesSlides/notesSlide2.xml" Id="R5d050d81177146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eda45301948db" /><Relationship Type="http://schemas.openxmlformats.org/officeDocument/2006/relationships/notesSlide" Target="/ppt/notesSlides/notesSlide3.xml" Id="R25a5a268d14847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3c17f6e0f4325" /><Relationship Type="http://schemas.openxmlformats.org/officeDocument/2006/relationships/notesSlide" Target="/ppt/notesSlides/notesSlide4.xml" Id="Ra223b5aa790641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3d7e134dc4243" /><Relationship Type="http://schemas.openxmlformats.org/officeDocument/2006/relationships/notesSlide" Target="/ppt/notesSlides/notesSlide5.xml" Id="Rc2d7b53e780a42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f5147040a4100" /><Relationship Type="http://schemas.openxmlformats.org/officeDocument/2006/relationships/notesSlide" Target="/ppt/notesSlides/notesSlide6.xml" Id="Rb646eb0c76fa47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adial-line-0">
            <a:extLst xmlns:a="http://schemas.openxmlformats.org/drawingml/2006/main">
              <a:ext uri="{FF2B5EF4-FFF2-40B4-BE49-F238E27FC236}">
                <a16:creationId xmlns:a16="http://schemas.microsoft.com/office/drawing/2014/main" id="{9AFC3191-CC1B-468F-BFD6-56726ED4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2209800"/>
            <a:ext cx="19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dial-dot-0">
            <a:extLst xmlns:a="http://schemas.openxmlformats.org/drawingml/2006/main">
              <a:ext uri="{FF2B5EF4-FFF2-40B4-BE49-F238E27FC236}">
                <a16:creationId xmlns:a16="http://schemas.microsoft.com/office/drawing/2014/main" id="{A1BDEC27-80FA-45D5-9F56-66616464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1762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adial-title-0">
            <a:extLst xmlns:a="http://schemas.openxmlformats.org/drawingml/2006/main">
              <a:ext uri="{FF2B5EF4-FFF2-40B4-BE49-F238E27FC236}">
                <a16:creationId xmlns:a16="http://schemas.microsoft.com/office/drawing/2014/main" id="{5AEE6ACF-7F24-4896-A41D-C87DC45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581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统一标准</a:t>
            </a:r>
          </a:p>
        </p:txBody>
      </p:sp>
      <p:sp>
        <p:nvSpPr>
          <p:cNvPr id="4" name="radial-line-1">
            <a:extLst xmlns:a="http://schemas.openxmlformats.org/drawingml/2006/main">
              <a:ext uri="{FF2B5EF4-FFF2-40B4-BE49-F238E27FC236}">
                <a16:creationId xmlns:a16="http://schemas.microsoft.com/office/drawing/2014/main" id="{410C370D-E0C4-4902-9838-356A3DB4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9243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dial-dot-1">
            <a:extLst xmlns:a="http://schemas.openxmlformats.org/drawingml/2006/main">
              <a:ext uri="{FF2B5EF4-FFF2-40B4-BE49-F238E27FC236}">
                <a16:creationId xmlns:a16="http://schemas.microsoft.com/office/drawing/2014/main" id="{E53D43EF-9A8C-4DBE-8D9E-8193ABEA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705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adial-title-1">
            <a:extLst xmlns:a="http://schemas.openxmlformats.org/drawingml/2006/main">
              <a:ext uri="{FF2B5EF4-FFF2-40B4-BE49-F238E27FC236}">
                <a16:creationId xmlns:a16="http://schemas.microsoft.com/office/drawing/2014/main" id="{B500AF79-DAA4-4B14-966F-4F7ECA4E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快速响应</a:t>
            </a:r>
          </a:p>
        </p:txBody>
      </p:sp>
      <p:sp>
        <p:nvSpPr>
          <p:cNvPr id="7" name="radial-line-2">
            <a:extLst xmlns:a="http://schemas.openxmlformats.org/drawingml/2006/main">
              <a:ext uri="{FF2B5EF4-FFF2-40B4-BE49-F238E27FC236}">
                <a16:creationId xmlns:a16="http://schemas.microsoft.com/office/drawing/2014/main" id="{3BD7DFB5-2BFB-4177-9791-E35400F6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39243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adial-dot-2">
            <a:extLst xmlns:a="http://schemas.openxmlformats.org/drawingml/2006/main">
              <a:ext uri="{FF2B5EF4-FFF2-40B4-BE49-F238E27FC236}">
                <a16:creationId xmlns:a16="http://schemas.microsoft.com/office/drawing/2014/main" id="{CC22E837-D9F5-4864-AA2B-D59B537A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705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radial-title-2">
            <a:extLst xmlns:a="http://schemas.openxmlformats.org/drawingml/2006/main">
              <a:ext uri="{FF2B5EF4-FFF2-40B4-BE49-F238E27FC236}">
                <a16:creationId xmlns:a16="http://schemas.microsoft.com/office/drawing/2014/main" id="{7FCB3BD7-FCB5-4372-8ADA-E0C8A875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质量可控</a:t>
            </a:r>
          </a:p>
        </p:txBody>
      </p:sp>
      <p:sp>
        <p:nvSpPr>
          <p:cNvPr id="10" name="radial-halo">
            <a:extLst xmlns:a="http://schemas.openxmlformats.org/drawingml/2006/main">
              <a:ext uri="{FF2B5EF4-FFF2-40B4-BE49-F238E27FC236}">
                <a16:creationId xmlns:a16="http://schemas.microsoft.com/office/drawing/2014/main" id="{87332E35-DEC3-4453-8D8C-7902EBA5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228850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dial-middle">
            <a:extLst xmlns:a="http://schemas.openxmlformats.org/drawingml/2006/main">
              <a:ext uri="{FF2B5EF4-FFF2-40B4-BE49-F238E27FC236}">
                <a16:creationId xmlns:a16="http://schemas.microsoft.com/office/drawing/2014/main" id="{7A36714A-180F-4929-AF43-E73E965F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45745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</p:sp>
      <p:sp>
        <p:nvSpPr>
          <p:cNvPr id="12" name="radial-center">
            <a:extLst xmlns:a="http://schemas.openxmlformats.org/drawingml/2006/main">
              <a:ext uri="{FF2B5EF4-FFF2-40B4-BE49-F238E27FC236}">
                <a16:creationId xmlns:a16="http://schemas.microsoft.com/office/drawing/2014/main" id="{81D81FEA-C3CB-4DC7-99CC-EB258FAA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686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FC7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协同能力</a:t>
            </a:r>
          </a:p>
        </p:txBody>
      </p:sp>
    </p:spTree>
    <p:extLst>
      <p:ext uri="{BB962C8B-B14F-4D97-AF65-F5344CB8AC3E}">
        <p14:creationId xmlns:p14="http://schemas.microsoft.com/office/powerpoint/2010/main" val="1866159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adial-line-0">
            <a:extLst xmlns:a="http://schemas.openxmlformats.org/drawingml/2006/main">
              <a:ext uri="{FF2B5EF4-FFF2-40B4-BE49-F238E27FC236}">
                <a16:creationId xmlns:a16="http://schemas.microsoft.com/office/drawing/2014/main" id="{AB0F5D1A-71EE-4E05-ACFD-23D02402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209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dial-dot-0">
            <a:extLst xmlns:a="http://schemas.openxmlformats.org/drawingml/2006/main">
              <a:ext uri="{FF2B5EF4-FFF2-40B4-BE49-F238E27FC236}">
                <a16:creationId xmlns:a16="http://schemas.microsoft.com/office/drawing/2014/main" id="{09321E46-769D-4705-A1F0-9AF09C61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199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adial-title-0">
            <a:extLst xmlns:a="http://schemas.openxmlformats.org/drawingml/2006/main">
              <a:ext uri="{FF2B5EF4-FFF2-40B4-BE49-F238E27FC236}">
                <a16:creationId xmlns:a16="http://schemas.microsoft.com/office/drawing/2014/main" id="{A7AAB8D5-B220-4225-BCC5-170F880A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统一标准</a:t>
            </a:r>
          </a:p>
        </p:txBody>
      </p:sp>
      <p:sp>
        <p:nvSpPr>
          <p:cNvPr id="4" name="radial-line-1">
            <a:extLst xmlns:a="http://schemas.openxmlformats.org/drawingml/2006/main">
              <a:ext uri="{FF2B5EF4-FFF2-40B4-BE49-F238E27FC236}">
                <a16:creationId xmlns:a16="http://schemas.microsoft.com/office/drawing/2014/main" id="{2141B119-1F01-467F-8C61-6CC72124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2209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dial-dot-1">
            <a:extLst xmlns:a="http://schemas.openxmlformats.org/drawingml/2006/main">
              <a:ext uri="{FF2B5EF4-FFF2-40B4-BE49-F238E27FC236}">
                <a16:creationId xmlns:a16="http://schemas.microsoft.com/office/drawing/2014/main" id="{BCC47D72-06CE-428E-9D66-6D73AA32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99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adial-title-1">
            <a:extLst xmlns:a="http://schemas.openxmlformats.org/drawingml/2006/main">
              <a:ext uri="{FF2B5EF4-FFF2-40B4-BE49-F238E27FC236}">
                <a16:creationId xmlns:a16="http://schemas.microsoft.com/office/drawing/2014/main" id="{E13ED70E-3026-458B-93F7-D3F02839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快速响应</a:t>
            </a:r>
          </a:p>
        </p:txBody>
      </p:sp>
      <p:sp>
        <p:nvSpPr>
          <p:cNvPr id="7" name="radial-line-2">
            <a:extLst xmlns:a="http://schemas.openxmlformats.org/drawingml/2006/main">
              <a:ext uri="{FF2B5EF4-FFF2-40B4-BE49-F238E27FC236}">
                <a16:creationId xmlns:a16="http://schemas.microsoft.com/office/drawing/2014/main" id="{32292E61-7A10-45E6-AD22-561EADB5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638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adial-dot-2">
            <a:extLst xmlns:a="http://schemas.openxmlformats.org/drawingml/2006/main">
              <a:ext uri="{FF2B5EF4-FFF2-40B4-BE49-F238E27FC236}">
                <a16:creationId xmlns:a16="http://schemas.microsoft.com/office/drawing/2014/main" id="{C00C73A7-4DE0-493D-A1D7-B126D23A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41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radial-title-2">
            <a:extLst xmlns:a="http://schemas.openxmlformats.org/drawingml/2006/main">
              <a:ext uri="{FF2B5EF4-FFF2-40B4-BE49-F238E27FC236}">
                <a16:creationId xmlns:a16="http://schemas.microsoft.com/office/drawing/2014/main" id="{2C61CA46-980E-4319-9543-5CAF36B4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质量可控</a:t>
            </a:r>
          </a:p>
        </p:txBody>
      </p:sp>
      <p:sp>
        <p:nvSpPr>
          <p:cNvPr id="10" name="radial-line-3">
            <a:extLst xmlns:a="http://schemas.openxmlformats.org/drawingml/2006/main">
              <a:ext uri="{FF2B5EF4-FFF2-40B4-BE49-F238E27FC236}">
                <a16:creationId xmlns:a16="http://schemas.microsoft.com/office/drawing/2014/main" id="{0B09111D-DF00-495E-B519-A0F2E3FE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5638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dial-dot-3">
            <a:extLst xmlns:a="http://schemas.openxmlformats.org/drawingml/2006/main">
              <a:ext uri="{FF2B5EF4-FFF2-40B4-BE49-F238E27FC236}">
                <a16:creationId xmlns:a16="http://schemas.microsoft.com/office/drawing/2014/main" id="{414BA586-09DC-48ED-A0AF-243A96BD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541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radial-title-3">
            <a:extLst xmlns:a="http://schemas.openxmlformats.org/drawingml/2006/main">
              <a:ext uri="{FF2B5EF4-FFF2-40B4-BE49-F238E27FC236}">
                <a16:creationId xmlns:a16="http://schemas.microsoft.com/office/drawing/2014/main" id="{853FB8D2-0191-44B8-AD09-82AFB9EA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持续积累</a:t>
            </a:r>
          </a:p>
        </p:txBody>
      </p:sp>
      <p:sp>
        <p:nvSpPr>
          <p:cNvPr id="13" name="radial-halo">
            <a:extLst xmlns:a="http://schemas.openxmlformats.org/drawingml/2006/main">
              <a:ext uri="{FF2B5EF4-FFF2-40B4-BE49-F238E27FC236}">
                <a16:creationId xmlns:a16="http://schemas.microsoft.com/office/drawing/2014/main" id="{C7CC6E35-56A3-41EE-AFFD-1D3A1D53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228850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dial-middle">
            <a:extLst xmlns:a="http://schemas.openxmlformats.org/drawingml/2006/main">
              <a:ext uri="{FF2B5EF4-FFF2-40B4-BE49-F238E27FC236}">
                <a16:creationId xmlns:a16="http://schemas.microsoft.com/office/drawing/2014/main" id="{CBC8C32E-4BDB-4947-99DD-35E37F84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45745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</p:sp>
      <p:sp>
        <p:nvSpPr>
          <p:cNvPr id="15" name="radial-center">
            <a:extLst xmlns:a="http://schemas.openxmlformats.org/drawingml/2006/main">
              <a:ext uri="{FF2B5EF4-FFF2-40B4-BE49-F238E27FC236}">
                <a16:creationId xmlns:a16="http://schemas.microsoft.com/office/drawing/2014/main" id="{79F2BEF9-56DE-4315-BDDD-80F62433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686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FC7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协同能力</a:t>
            </a:r>
          </a:p>
        </p:txBody>
      </p:sp>
    </p:spTree>
    <p:extLst>
      <p:ext uri="{BB962C8B-B14F-4D97-AF65-F5344CB8AC3E}">
        <p14:creationId xmlns:p14="http://schemas.microsoft.com/office/powerpoint/2010/main" val="1519886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adial-line-0">
            <a:extLst xmlns:a="http://schemas.openxmlformats.org/drawingml/2006/main">
              <a:ext uri="{FF2B5EF4-FFF2-40B4-BE49-F238E27FC236}">
                <a16:creationId xmlns:a16="http://schemas.microsoft.com/office/drawing/2014/main" id="{7276AA20-B060-4D38-83F7-0A83CF9D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2209800"/>
            <a:ext cx="19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dial-dot-0">
            <a:extLst xmlns:a="http://schemas.openxmlformats.org/drawingml/2006/main">
              <a:ext uri="{FF2B5EF4-FFF2-40B4-BE49-F238E27FC236}">
                <a16:creationId xmlns:a16="http://schemas.microsoft.com/office/drawing/2014/main" id="{89D27E03-DE7D-476E-AD3C-2093C721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1762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adial-title-0">
            <a:extLst xmlns:a="http://schemas.openxmlformats.org/drawingml/2006/main">
              <a:ext uri="{FF2B5EF4-FFF2-40B4-BE49-F238E27FC236}">
                <a16:creationId xmlns:a16="http://schemas.microsoft.com/office/drawing/2014/main" id="{574BB404-E78B-4938-B9C2-3C8A88BE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581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统一标准</a:t>
            </a:r>
          </a:p>
        </p:txBody>
      </p:sp>
      <p:sp>
        <p:nvSpPr>
          <p:cNvPr id="4" name="radial-line-1">
            <a:extLst xmlns:a="http://schemas.openxmlformats.org/drawingml/2006/main">
              <a:ext uri="{FF2B5EF4-FFF2-40B4-BE49-F238E27FC236}">
                <a16:creationId xmlns:a16="http://schemas.microsoft.com/office/drawing/2014/main" id="{A41A9E6D-50F4-4826-AF16-7C729714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209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dial-dot-1">
            <a:extLst xmlns:a="http://schemas.openxmlformats.org/drawingml/2006/main">
              <a:ext uri="{FF2B5EF4-FFF2-40B4-BE49-F238E27FC236}">
                <a16:creationId xmlns:a16="http://schemas.microsoft.com/office/drawing/2014/main" id="{C908C480-23CD-404D-BAEF-EDB4380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199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adial-title-1">
            <a:extLst xmlns:a="http://schemas.openxmlformats.org/drawingml/2006/main">
              <a:ext uri="{FF2B5EF4-FFF2-40B4-BE49-F238E27FC236}">
                <a16:creationId xmlns:a16="http://schemas.microsoft.com/office/drawing/2014/main" id="{CC2813F3-DB9B-435F-92F0-3743F0B7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快速响应</a:t>
            </a:r>
          </a:p>
        </p:txBody>
      </p:sp>
      <p:sp>
        <p:nvSpPr>
          <p:cNvPr id="7" name="radial-line-2">
            <a:extLst xmlns:a="http://schemas.openxmlformats.org/drawingml/2006/main">
              <a:ext uri="{FF2B5EF4-FFF2-40B4-BE49-F238E27FC236}">
                <a16:creationId xmlns:a16="http://schemas.microsoft.com/office/drawing/2014/main" id="{CCE8D4F9-050A-4163-A021-9ECEE42D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2209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adial-dot-2">
            <a:extLst xmlns:a="http://schemas.openxmlformats.org/drawingml/2006/main">
              <a:ext uri="{FF2B5EF4-FFF2-40B4-BE49-F238E27FC236}">
                <a16:creationId xmlns:a16="http://schemas.microsoft.com/office/drawing/2014/main" id="{292A65C8-420D-4511-B540-83BF5257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99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radial-title-2">
            <a:extLst xmlns:a="http://schemas.openxmlformats.org/drawingml/2006/main">
              <a:ext uri="{FF2B5EF4-FFF2-40B4-BE49-F238E27FC236}">
                <a16:creationId xmlns:a16="http://schemas.microsoft.com/office/drawing/2014/main" id="{44FDCDC3-A001-4091-956D-7F02EB33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质量可控</a:t>
            </a:r>
          </a:p>
        </p:txBody>
      </p:sp>
      <p:sp>
        <p:nvSpPr>
          <p:cNvPr id="10" name="radial-line-3">
            <a:extLst xmlns:a="http://schemas.openxmlformats.org/drawingml/2006/main">
              <a:ext uri="{FF2B5EF4-FFF2-40B4-BE49-F238E27FC236}">
                <a16:creationId xmlns:a16="http://schemas.microsoft.com/office/drawing/2014/main" id="{83E2CEB9-D950-456C-B4D9-F1E40A7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638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dial-dot-3">
            <a:extLst xmlns:a="http://schemas.openxmlformats.org/drawingml/2006/main">
              <a:ext uri="{FF2B5EF4-FFF2-40B4-BE49-F238E27FC236}">
                <a16:creationId xmlns:a16="http://schemas.microsoft.com/office/drawing/2014/main" id="{D6C8A8FD-15B9-4C4C-86CD-8C625EE7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41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radial-title-3">
            <a:extLst xmlns:a="http://schemas.openxmlformats.org/drawingml/2006/main">
              <a:ext uri="{FF2B5EF4-FFF2-40B4-BE49-F238E27FC236}">
                <a16:creationId xmlns:a16="http://schemas.microsoft.com/office/drawing/2014/main" id="{4F3787A3-FB09-44F7-A3DD-882A61F3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持续积累</a:t>
            </a:r>
          </a:p>
        </p:txBody>
      </p:sp>
      <p:sp>
        <p:nvSpPr>
          <p:cNvPr id="13" name="radial-line-4">
            <a:extLst xmlns:a="http://schemas.openxmlformats.org/drawingml/2006/main">
              <a:ext uri="{FF2B5EF4-FFF2-40B4-BE49-F238E27FC236}">
                <a16:creationId xmlns:a16="http://schemas.microsoft.com/office/drawing/2014/main" id="{73CA92F3-52AE-40E8-950F-DC1BAC66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5638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dial-dot-4">
            <a:extLst xmlns:a="http://schemas.openxmlformats.org/drawingml/2006/main">
              <a:ext uri="{FF2B5EF4-FFF2-40B4-BE49-F238E27FC236}">
                <a16:creationId xmlns:a16="http://schemas.microsoft.com/office/drawing/2014/main" id="{7347E922-56B2-4C61-AA6B-8E07F73F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541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5" name="radial-title-4">
            <a:extLst xmlns:a="http://schemas.openxmlformats.org/drawingml/2006/main">
              <a:ext uri="{FF2B5EF4-FFF2-40B4-BE49-F238E27FC236}">
                <a16:creationId xmlns:a16="http://schemas.microsoft.com/office/drawing/2014/main" id="{F1554D52-2A1C-4479-B326-13226FE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资源整合</a:t>
            </a:r>
          </a:p>
        </p:txBody>
      </p:sp>
      <p:sp>
        <p:nvSpPr>
          <p:cNvPr id="16" name="radial-halo">
            <a:extLst xmlns:a="http://schemas.openxmlformats.org/drawingml/2006/main">
              <a:ext uri="{FF2B5EF4-FFF2-40B4-BE49-F238E27FC236}">
                <a16:creationId xmlns:a16="http://schemas.microsoft.com/office/drawing/2014/main" id="{D12F976D-DCE1-4DEE-A896-CD3636A4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228850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middle">
            <a:extLst xmlns:a="http://schemas.openxmlformats.org/drawingml/2006/main">
              <a:ext uri="{FF2B5EF4-FFF2-40B4-BE49-F238E27FC236}">
                <a16:creationId xmlns:a16="http://schemas.microsoft.com/office/drawing/2014/main" id="{4C2B9CBB-3E6C-4E60-A5B7-2B447DDB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45745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</p:sp>
      <p:sp>
        <p:nvSpPr>
          <p:cNvPr id="18" name="radial-center">
            <a:extLst xmlns:a="http://schemas.openxmlformats.org/drawingml/2006/main">
              <a:ext uri="{FF2B5EF4-FFF2-40B4-BE49-F238E27FC236}">
                <a16:creationId xmlns:a16="http://schemas.microsoft.com/office/drawing/2014/main" id="{2CDB83E8-2784-44C8-99DC-2A64EAD2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686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FC7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协同能力</a:t>
            </a:r>
          </a:p>
        </p:txBody>
      </p:sp>
    </p:spTree>
    <p:extLst>
      <p:ext uri="{BB962C8B-B14F-4D97-AF65-F5344CB8AC3E}">
        <p14:creationId xmlns:p14="http://schemas.microsoft.com/office/powerpoint/2010/main" val="599644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adial-line-0">
            <a:extLst xmlns:a="http://schemas.openxmlformats.org/drawingml/2006/main">
              <a:ext uri="{FF2B5EF4-FFF2-40B4-BE49-F238E27FC236}">
                <a16:creationId xmlns:a16="http://schemas.microsoft.com/office/drawing/2014/main" id="{28B37A9B-B959-4D04-BF48-241EB335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209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dial-dot-0">
            <a:extLst xmlns:a="http://schemas.openxmlformats.org/drawingml/2006/main">
              <a:ext uri="{FF2B5EF4-FFF2-40B4-BE49-F238E27FC236}">
                <a16:creationId xmlns:a16="http://schemas.microsoft.com/office/drawing/2014/main" id="{023E3F6A-6511-4AE6-9C1C-75E42F9C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199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adial-title-0">
            <a:extLst xmlns:a="http://schemas.openxmlformats.org/drawingml/2006/main">
              <a:ext uri="{FF2B5EF4-FFF2-40B4-BE49-F238E27FC236}">
                <a16:creationId xmlns:a16="http://schemas.microsoft.com/office/drawing/2014/main" id="{1434F189-D752-4B8E-8E59-4928FCB0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统一标准</a:t>
            </a:r>
          </a:p>
        </p:txBody>
      </p:sp>
      <p:sp>
        <p:nvSpPr>
          <p:cNvPr id="4" name="radial-line-1">
            <a:extLst xmlns:a="http://schemas.openxmlformats.org/drawingml/2006/main">
              <a:ext uri="{FF2B5EF4-FFF2-40B4-BE49-F238E27FC236}">
                <a16:creationId xmlns:a16="http://schemas.microsoft.com/office/drawing/2014/main" id="{617B9FC7-9038-405D-8227-FCFA00B6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2209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dial-dot-1">
            <a:extLst xmlns:a="http://schemas.openxmlformats.org/drawingml/2006/main">
              <a:ext uri="{FF2B5EF4-FFF2-40B4-BE49-F238E27FC236}">
                <a16:creationId xmlns:a16="http://schemas.microsoft.com/office/drawing/2014/main" id="{9F45300F-6F25-4A97-A78C-E220DCEA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99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adial-title-1">
            <a:extLst xmlns:a="http://schemas.openxmlformats.org/drawingml/2006/main">
              <a:ext uri="{FF2B5EF4-FFF2-40B4-BE49-F238E27FC236}">
                <a16:creationId xmlns:a16="http://schemas.microsoft.com/office/drawing/2014/main" id="{7ADCCCD3-74B4-4B17-A69F-30F03177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快速响应</a:t>
            </a:r>
          </a:p>
        </p:txBody>
      </p:sp>
      <p:sp>
        <p:nvSpPr>
          <p:cNvPr id="7" name="radial-line-2">
            <a:extLst xmlns:a="http://schemas.openxmlformats.org/drawingml/2006/main">
              <a:ext uri="{FF2B5EF4-FFF2-40B4-BE49-F238E27FC236}">
                <a16:creationId xmlns:a16="http://schemas.microsoft.com/office/drawing/2014/main" id="{497D385C-5456-4A72-950B-78023893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9243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adial-dot-2">
            <a:extLst xmlns:a="http://schemas.openxmlformats.org/drawingml/2006/main">
              <a:ext uri="{FF2B5EF4-FFF2-40B4-BE49-F238E27FC236}">
                <a16:creationId xmlns:a16="http://schemas.microsoft.com/office/drawing/2014/main" id="{92CE3025-2621-455F-A530-C63D166C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705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radial-title-2">
            <a:extLst xmlns:a="http://schemas.openxmlformats.org/drawingml/2006/main">
              <a:ext uri="{FF2B5EF4-FFF2-40B4-BE49-F238E27FC236}">
                <a16:creationId xmlns:a16="http://schemas.microsoft.com/office/drawing/2014/main" id="{8F697438-5156-4C9F-9491-C02E8F10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质量可控</a:t>
            </a:r>
          </a:p>
        </p:txBody>
      </p:sp>
      <p:sp>
        <p:nvSpPr>
          <p:cNvPr id="10" name="radial-line-3">
            <a:extLst xmlns:a="http://schemas.openxmlformats.org/drawingml/2006/main">
              <a:ext uri="{FF2B5EF4-FFF2-40B4-BE49-F238E27FC236}">
                <a16:creationId xmlns:a16="http://schemas.microsoft.com/office/drawing/2014/main" id="{9C480A0F-542D-4E88-B4C5-EB52D16C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39243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dial-dot-3">
            <a:extLst xmlns:a="http://schemas.openxmlformats.org/drawingml/2006/main">
              <a:ext uri="{FF2B5EF4-FFF2-40B4-BE49-F238E27FC236}">
                <a16:creationId xmlns:a16="http://schemas.microsoft.com/office/drawing/2014/main" id="{1457108A-2AC3-4CF2-8377-B87B3786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705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radial-title-3">
            <a:extLst xmlns:a="http://schemas.openxmlformats.org/drawingml/2006/main">
              <a:ext uri="{FF2B5EF4-FFF2-40B4-BE49-F238E27FC236}">
                <a16:creationId xmlns:a16="http://schemas.microsoft.com/office/drawing/2014/main" id="{C982783D-34DD-440A-96B3-164A0A33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持续积累</a:t>
            </a:r>
          </a:p>
        </p:txBody>
      </p:sp>
      <p:sp>
        <p:nvSpPr>
          <p:cNvPr id="13" name="radial-line-4">
            <a:extLst xmlns:a="http://schemas.openxmlformats.org/drawingml/2006/main">
              <a:ext uri="{FF2B5EF4-FFF2-40B4-BE49-F238E27FC236}">
                <a16:creationId xmlns:a16="http://schemas.microsoft.com/office/drawing/2014/main" id="{C1B85047-534F-4726-A27E-93B5D130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638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dial-dot-4">
            <a:extLst xmlns:a="http://schemas.openxmlformats.org/drawingml/2006/main">
              <a:ext uri="{FF2B5EF4-FFF2-40B4-BE49-F238E27FC236}">
                <a16:creationId xmlns:a16="http://schemas.microsoft.com/office/drawing/2014/main" id="{0931BC6D-F68A-4CDB-BD2C-E95D0E4E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41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5" name="radial-title-4">
            <a:extLst xmlns:a="http://schemas.openxmlformats.org/drawingml/2006/main">
              <a:ext uri="{FF2B5EF4-FFF2-40B4-BE49-F238E27FC236}">
                <a16:creationId xmlns:a16="http://schemas.microsoft.com/office/drawing/2014/main" id="{FA2869B6-A536-4A34-BFE2-F44A50FA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资源整合</a:t>
            </a:r>
          </a:p>
        </p:txBody>
      </p:sp>
      <p:sp>
        <p:nvSpPr>
          <p:cNvPr id="16" name="radial-line-5">
            <a:extLst xmlns:a="http://schemas.openxmlformats.org/drawingml/2006/main">
              <a:ext uri="{FF2B5EF4-FFF2-40B4-BE49-F238E27FC236}">
                <a16:creationId xmlns:a16="http://schemas.microsoft.com/office/drawing/2014/main" id="{4689E7AF-EB1A-4654-AED1-2EC8F10C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5638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dot-5">
            <a:extLst xmlns:a="http://schemas.openxmlformats.org/drawingml/2006/main">
              <a:ext uri="{FF2B5EF4-FFF2-40B4-BE49-F238E27FC236}">
                <a16:creationId xmlns:a16="http://schemas.microsoft.com/office/drawing/2014/main" id="{B9C3A94B-7B75-443F-BB17-92587DEB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541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8" name="radial-title-5">
            <a:extLst xmlns:a="http://schemas.openxmlformats.org/drawingml/2006/main">
              <a:ext uri="{FF2B5EF4-FFF2-40B4-BE49-F238E27FC236}">
                <a16:creationId xmlns:a16="http://schemas.microsoft.com/office/drawing/2014/main" id="{11A6DE1E-F840-4ECD-8D0C-E04D7A7E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跨域协作</a:t>
            </a:r>
          </a:p>
        </p:txBody>
      </p:sp>
      <p:sp>
        <p:nvSpPr>
          <p:cNvPr id="19" name="radial-halo">
            <a:extLst xmlns:a="http://schemas.openxmlformats.org/drawingml/2006/main">
              <a:ext uri="{FF2B5EF4-FFF2-40B4-BE49-F238E27FC236}">
                <a16:creationId xmlns:a16="http://schemas.microsoft.com/office/drawing/2014/main" id="{81756E94-CCAB-4489-814E-B3FE4DA1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228850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middle">
            <a:extLst xmlns:a="http://schemas.openxmlformats.org/drawingml/2006/main">
              <a:ext uri="{FF2B5EF4-FFF2-40B4-BE49-F238E27FC236}">
                <a16:creationId xmlns:a16="http://schemas.microsoft.com/office/drawing/2014/main" id="{007B08E3-E307-4A6B-846D-17FB5A55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45745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</p:sp>
      <p:sp>
        <p:nvSpPr>
          <p:cNvPr id="21" name="radial-center">
            <a:extLst xmlns:a="http://schemas.openxmlformats.org/drawingml/2006/main">
              <a:ext uri="{FF2B5EF4-FFF2-40B4-BE49-F238E27FC236}">
                <a16:creationId xmlns:a16="http://schemas.microsoft.com/office/drawing/2014/main" id="{1E25570C-5B0D-48C3-A10B-6A483B30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686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FC7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协同能力</a:t>
            </a:r>
          </a:p>
        </p:txBody>
      </p:sp>
    </p:spTree>
    <p:extLst>
      <p:ext uri="{BB962C8B-B14F-4D97-AF65-F5344CB8AC3E}">
        <p14:creationId xmlns:p14="http://schemas.microsoft.com/office/powerpoint/2010/main" val="2032353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adial-line-0">
            <a:extLst xmlns:a="http://schemas.openxmlformats.org/drawingml/2006/main">
              <a:ext uri="{FF2B5EF4-FFF2-40B4-BE49-F238E27FC236}">
                <a16:creationId xmlns:a16="http://schemas.microsoft.com/office/drawing/2014/main" id="{DA82086C-536F-4E73-8C1F-4D48781A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2209800"/>
            <a:ext cx="19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dial-dot-0">
            <a:extLst xmlns:a="http://schemas.openxmlformats.org/drawingml/2006/main">
              <a:ext uri="{FF2B5EF4-FFF2-40B4-BE49-F238E27FC236}">
                <a16:creationId xmlns:a16="http://schemas.microsoft.com/office/drawing/2014/main" id="{C8EDA4CE-BA59-46E8-95EE-9E79493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6925" y="1762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adial-title-0">
            <a:extLst xmlns:a="http://schemas.openxmlformats.org/drawingml/2006/main">
              <a:ext uri="{FF2B5EF4-FFF2-40B4-BE49-F238E27FC236}">
                <a16:creationId xmlns:a16="http://schemas.microsoft.com/office/drawing/2014/main" id="{E0B4ADB6-A3ED-4538-8F8A-4275E7B4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1581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统一标准</a:t>
            </a:r>
          </a:p>
        </p:txBody>
      </p:sp>
      <p:sp>
        <p:nvSpPr>
          <p:cNvPr id="4" name="radial-line-1">
            <a:extLst xmlns:a="http://schemas.openxmlformats.org/drawingml/2006/main">
              <a:ext uri="{FF2B5EF4-FFF2-40B4-BE49-F238E27FC236}">
                <a16:creationId xmlns:a16="http://schemas.microsoft.com/office/drawing/2014/main" id="{6E5F2D32-F69E-4256-9776-15AA21C8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209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dial-dot-1">
            <a:extLst xmlns:a="http://schemas.openxmlformats.org/drawingml/2006/main">
              <a:ext uri="{FF2B5EF4-FFF2-40B4-BE49-F238E27FC236}">
                <a16:creationId xmlns:a16="http://schemas.microsoft.com/office/drawing/2014/main" id="{54359623-3A97-4456-BD93-BB24FCD0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199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adial-title-1">
            <a:extLst xmlns:a="http://schemas.openxmlformats.org/drawingml/2006/main">
              <a:ext uri="{FF2B5EF4-FFF2-40B4-BE49-F238E27FC236}">
                <a16:creationId xmlns:a16="http://schemas.microsoft.com/office/drawing/2014/main" id="{E790473E-0043-49B5-83F5-265841AA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快速响应</a:t>
            </a:r>
          </a:p>
        </p:txBody>
      </p:sp>
      <p:sp>
        <p:nvSpPr>
          <p:cNvPr id="7" name="radial-line-2">
            <a:extLst xmlns:a="http://schemas.openxmlformats.org/drawingml/2006/main">
              <a:ext uri="{FF2B5EF4-FFF2-40B4-BE49-F238E27FC236}">
                <a16:creationId xmlns:a16="http://schemas.microsoft.com/office/drawing/2014/main" id="{257617FA-4F78-4AB2-A61A-B270ED9A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2209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adial-dot-2">
            <a:extLst xmlns:a="http://schemas.openxmlformats.org/drawingml/2006/main">
              <a:ext uri="{FF2B5EF4-FFF2-40B4-BE49-F238E27FC236}">
                <a16:creationId xmlns:a16="http://schemas.microsoft.com/office/drawing/2014/main" id="{74770BD7-0952-4645-A1F8-5E6F492E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99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radial-title-2">
            <a:extLst xmlns:a="http://schemas.openxmlformats.org/drawingml/2006/main">
              <a:ext uri="{FF2B5EF4-FFF2-40B4-BE49-F238E27FC236}">
                <a16:creationId xmlns:a16="http://schemas.microsoft.com/office/drawing/2014/main" id="{7B756D66-46D5-4C71-9B12-219C704B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质量可控</a:t>
            </a:r>
          </a:p>
        </p:txBody>
      </p:sp>
      <p:sp>
        <p:nvSpPr>
          <p:cNvPr id="10" name="radial-line-3">
            <a:extLst xmlns:a="http://schemas.openxmlformats.org/drawingml/2006/main">
              <a:ext uri="{FF2B5EF4-FFF2-40B4-BE49-F238E27FC236}">
                <a16:creationId xmlns:a16="http://schemas.microsoft.com/office/drawing/2014/main" id="{F40579BF-3781-4A8D-B076-89864E61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9243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dial-dot-3">
            <a:extLst xmlns:a="http://schemas.openxmlformats.org/drawingml/2006/main">
              <a:ext uri="{FF2B5EF4-FFF2-40B4-BE49-F238E27FC236}">
                <a16:creationId xmlns:a16="http://schemas.microsoft.com/office/drawing/2014/main" id="{CC2D08E8-F8C0-4703-921B-7CEA0AC0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705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radial-title-3">
            <a:extLst xmlns:a="http://schemas.openxmlformats.org/drawingml/2006/main">
              <a:ext uri="{FF2B5EF4-FFF2-40B4-BE49-F238E27FC236}">
                <a16:creationId xmlns:a16="http://schemas.microsoft.com/office/drawing/2014/main" id="{6C23385A-8CC1-423F-86E4-11D21D45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持续积累</a:t>
            </a:r>
          </a:p>
        </p:txBody>
      </p:sp>
      <p:sp>
        <p:nvSpPr>
          <p:cNvPr id="13" name="radial-line-4">
            <a:extLst xmlns:a="http://schemas.openxmlformats.org/drawingml/2006/main">
              <a:ext uri="{FF2B5EF4-FFF2-40B4-BE49-F238E27FC236}">
                <a16:creationId xmlns:a16="http://schemas.microsoft.com/office/drawing/2014/main" id="{D1771373-257E-4A72-8EFB-E574FA86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39243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dial-dot-4">
            <a:extLst xmlns:a="http://schemas.openxmlformats.org/drawingml/2006/main">
              <a:ext uri="{FF2B5EF4-FFF2-40B4-BE49-F238E27FC236}">
                <a16:creationId xmlns:a16="http://schemas.microsoft.com/office/drawing/2014/main" id="{352981E9-19A5-4306-AE8F-D89AF9E8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705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5" name="radial-title-4">
            <a:extLst xmlns:a="http://schemas.openxmlformats.org/drawingml/2006/main">
              <a:ext uri="{FF2B5EF4-FFF2-40B4-BE49-F238E27FC236}">
                <a16:creationId xmlns:a16="http://schemas.microsoft.com/office/drawing/2014/main" id="{9B40D986-92BD-4BCB-A480-A1073FF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资源整合</a:t>
            </a:r>
          </a:p>
        </p:txBody>
      </p:sp>
      <p:sp>
        <p:nvSpPr>
          <p:cNvPr id="16" name="radial-line-5">
            <a:extLst xmlns:a="http://schemas.openxmlformats.org/drawingml/2006/main">
              <a:ext uri="{FF2B5EF4-FFF2-40B4-BE49-F238E27FC236}">
                <a16:creationId xmlns:a16="http://schemas.microsoft.com/office/drawing/2014/main" id="{7844BFC9-E7B5-4311-B199-EF5E9497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638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dot-5">
            <a:extLst xmlns:a="http://schemas.openxmlformats.org/drawingml/2006/main">
              <a:ext uri="{FF2B5EF4-FFF2-40B4-BE49-F238E27FC236}">
                <a16:creationId xmlns:a16="http://schemas.microsoft.com/office/drawing/2014/main" id="{CF6EB9F7-A29A-4B00-992B-308D1C3B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41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8" name="radial-title-5">
            <a:extLst xmlns:a="http://schemas.openxmlformats.org/drawingml/2006/main">
              <a:ext uri="{FF2B5EF4-FFF2-40B4-BE49-F238E27FC236}">
                <a16:creationId xmlns:a16="http://schemas.microsoft.com/office/drawing/2014/main" id="{7F636AA7-87EA-41A9-A39C-370DC597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跨域协作</a:t>
            </a:r>
          </a:p>
        </p:txBody>
      </p:sp>
      <p:sp>
        <p:nvSpPr>
          <p:cNvPr id="19" name="radial-line-6">
            <a:extLst xmlns:a="http://schemas.openxmlformats.org/drawingml/2006/main">
              <a:ext uri="{FF2B5EF4-FFF2-40B4-BE49-F238E27FC236}">
                <a16:creationId xmlns:a16="http://schemas.microsoft.com/office/drawing/2014/main" id="{DD6D58FB-0CC7-4541-881C-1530C1E7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5638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dot-6">
            <a:extLst xmlns:a="http://schemas.openxmlformats.org/drawingml/2006/main">
              <a:ext uri="{FF2B5EF4-FFF2-40B4-BE49-F238E27FC236}">
                <a16:creationId xmlns:a16="http://schemas.microsoft.com/office/drawing/2014/main" id="{995A5F7A-1D01-442E-88C1-8BDE0BBC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541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1" name="radial-title-6">
            <a:extLst xmlns:a="http://schemas.openxmlformats.org/drawingml/2006/main">
              <a:ext uri="{FF2B5EF4-FFF2-40B4-BE49-F238E27FC236}">
                <a16:creationId xmlns:a16="http://schemas.microsoft.com/office/drawing/2014/main" id="{2FA7F00B-C967-4034-B921-C785E362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风险识别</a:t>
            </a:r>
          </a:p>
        </p:txBody>
      </p:sp>
      <p:sp>
        <p:nvSpPr>
          <p:cNvPr id="22" name="radial-halo">
            <a:extLst xmlns:a="http://schemas.openxmlformats.org/drawingml/2006/main">
              <a:ext uri="{FF2B5EF4-FFF2-40B4-BE49-F238E27FC236}">
                <a16:creationId xmlns:a16="http://schemas.microsoft.com/office/drawing/2014/main" id="{5B7664A5-C24D-46EF-BD58-1D118261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228850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dial-middle">
            <a:extLst xmlns:a="http://schemas.openxmlformats.org/drawingml/2006/main">
              <a:ext uri="{FF2B5EF4-FFF2-40B4-BE49-F238E27FC236}">
                <a16:creationId xmlns:a16="http://schemas.microsoft.com/office/drawing/2014/main" id="{61B6BEDE-9319-425F-B242-D1272D15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45745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</p:sp>
      <p:sp>
        <p:nvSpPr>
          <p:cNvPr id="24" name="radial-center">
            <a:extLst xmlns:a="http://schemas.openxmlformats.org/drawingml/2006/main">
              <a:ext uri="{FF2B5EF4-FFF2-40B4-BE49-F238E27FC236}">
                <a16:creationId xmlns:a16="http://schemas.microsoft.com/office/drawing/2014/main" id="{22392504-57BF-4E87-8937-01DE1111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686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FC7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协同能力</a:t>
            </a:r>
          </a:p>
        </p:txBody>
      </p:sp>
    </p:spTree>
    <p:extLst>
      <p:ext uri="{BB962C8B-B14F-4D97-AF65-F5344CB8AC3E}">
        <p14:creationId xmlns:p14="http://schemas.microsoft.com/office/powerpoint/2010/main" val="1999256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adial-line-0">
            <a:extLst xmlns:a="http://schemas.openxmlformats.org/drawingml/2006/main">
              <a:ext uri="{FF2B5EF4-FFF2-40B4-BE49-F238E27FC236}">
                <a16:creationId xmlns:a16="http://schemas.microsoft.com/office/drawing/2014/main" id="{350B5DA7-DD34-498E-96CF-D8169656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2209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adial-dot-0">
            <a:extLst xmlns:a="http://schemas.openxmlformats.org/drawingml/2006/main">
              <a:ext uri="{FF2B5EF4-FFF2-40B4-BE49-F238E27FC236}">
                <a16:creationId xmlns:a16="http://schemas.microsoft.com/office/drawing/2014/main" id="{0E2F6676-C770-4A79-884D-299139CE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199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adial-title-0">
            <a:extLst xmlns:a="http://schemas.openxmlformats.org/drawingml/2006/main">
              <a:ext uri="{FF2B5EF4-FFF2-40B4-BE49-F238E27FC236}">
                <a16:creationId xmlns:a16="http://schemas.microsoft.com/office/drawing/2014/main" id="{D494B672-5162-4C49-A9B9-6B8416D1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统一标准</a:t>
            </a:r>
          </a:p>
        </p:txBody>
      </p:sp>
      <p:sp>
        <p:nvSpPr>
          <p:cNvPr id="4" name="radial-line-1">
            <a:extLst xmlns:a="http://schemas.openxmlformats.org/drawingml/2006/main">
              <a:ext uri="{FF2B5EF4-FFF2-40B4-BE49-F238E27FC236}">
                <a16:creationId xmlns:a16="http://schemas.microsoft.com/office/drawing/2014/main" id="{1DAC4046-9CE0-414D-9178-E314CD7B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2209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dial-dot-1">
            <a:extLst xmlns:a="http://schemas.openxmlformats.org/drawingml/2006/main">
              <a:ext uri="{FF2B5EF4-FFF2-40B4-BE49-F238E27FC236}">
                <a16:creationId xmlns:a16="http://schemas.microsoft.com/office/drawing/2014/main" id="{422C4E42-88DB-45F9-84B3-31466435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1990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adial-title-1">
            <a:extLst xmlns:a="http://schemas.openxmlformats.org/drawingml/2006/main">
              <a:ext uri="{FF2B5EF4-FFF2-40B4-BE49-F238E27FC236}">
                <a16:creationId xmlns:a16="http://schemas.microsoft.com/office/drawing/2014/main" id="{958524B3-9CCF-4AB5-A7A0-333859CC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快速响应</a:t>
            </a:r>
          </a:p>
        </p:txBody>
      </p:sp>
      <p:sp>
        <p:nvSpPr>
          <p:cNvPr id="7" name="radial-line-2">
            <a:extLst xmlns:a="http://schemas.openxmlformats.org/drawingml/2006/main">
              <a:ext uri="{FF2B5EF4-FFF2-40B4-BE49-F238E27FC236}">
                <a16:creationId xmlns:a16="http://schemas.microsoft.com/office/drawing/2014/main" id="{F751D888-D192-457E-9A1D-C75313B9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3352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adial-dot-2">
            <a:extLst xmlns:a="http://schemas.openxmlformats.org/drawingml/2006/main">
              <a:ext uri="{FF2B5EF4-FFF2-40B4-BE49-F238E27FC236}">
                <a16:creationId xmlns:a16="http://schemas.microsoft.com/office/drawing/2014/main" id="{EEDBB85C-3F85-49FB-9B36-E55F62E7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3133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radial-title-2">
            <a:extLst xmlns:a="http://schemas.openxmlformats.org/drawingml/2006/main">
              <a:ext uri="{FF2B5EF4-FFF2-40B4-BE49-F238E27FC236}">
                <a16:creationId xmlns:a16="http://schemas.microsoft.com/office/drawing/2014/main" id="{52A22DD3-3063-4ECB-844C-19CEB6A2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990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质量可控</a:t>
            </a:r>
          </a:p>
        </p:txBody>
      </p:sp>
      <p:sp>
        <p:nvSpPr>
          <p:cNvPr id="10" name="radial-line-3">
            <a:extLst xmlns:a="http://schemas.openxmlformats.org/drawingml/2006/main">
              <a:ext uri="{FF2B5EF4-FFF2-40B4-BE49-F238E27FC236}">
                <a16:creationId xmlns:a16="http://schemas.microsoft.com/office/drawing/2014/main" id="{E396154B-006F-4FA4-B25E-E336398E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3352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dial-dot-3">
            <a:extLst xmlns:a="http://schemas.openxmlformats.org/drawingml/2006/main">
              <a:ext uri="{FF2B5EF4-FFF2-40B4-BE49-F238E27FC236}">
                <a16:creationId xmlns:a16="http://schemas.microsoft.com/office/drawing/2014/main" id="{4AD1E433-26E6-4632-9A0C-1785F814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133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radial-title-3">
            <a:extLst xmlns:a="http://schemas.openxmlformats.org/drawingml/2006/main">
              <a:ext uri="{FF2B5EF4-FFF2-40B4-BE49-F238E27FC236}">
                <a16:creationId xmlns:a16="http://schemas.microsoft.com/office/drawing/2014/main" id="{341FA578-5961-47FB-AD83-16467754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2990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持续积累</a:t>
            </a:r>
          </a:p>
        </p:txBody>
      </p:sp>
      <p:sp>
        <p:nvSpPr>
          <p:cNvPr id="13" name="radial-line-4">
            <a:extLst xmlns:a="http://schemas.openxmlformats.org/drawingml/2006/main">
              <a:ext uri="{FF2B5EF4-FFF2-40B4-BE49-F238E27FC236}">
                <a16:creationId xmlns:a16="http://schemas.microsoft.com/office/drawing/2014/main" id="{CE003321-F449-4990-9D32-399F22A7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4495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dial-dot-4">
            <a:extLst xmlns:a="http://schemas.openxmlformats.org/drawingml/2006/main">
              <a:ext uri="{FF2B5EF4-FFF2-40B4-BE49-F238E27FC236}">
                <a16:creationId xmlns:a16="http://schemas.microsoft.com/office/drawing/2014/main" id="{50B5BDC0-1449-41DF-9B2F-05ACF557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4276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5" name="radial-title-4">
            <a:extLst xmlns:a="http://schemas.openxmlformats.org/drawingml/2006/main">
              <a:ext uri="{FF2B5EF4-FFF2-40B4-BE49-F238E27FC236}">
                <a16:creationId xmlns:a16="http://schemas.microsoft.com/office/drawing/2014/main" id="{7D5C9447-955B-4428-97E7-6E867DF9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133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资源整合</a:t>
            </a:r>
          </a:p>
        </p:txBody>
      </p:sp>
      <p:sp>
        <p:nvSpPr>
          <p:cNvPr id="16" name="radial-line-5">
            <a:extLst xmlns:a="http://schemas.openxmlformats.org/drawingml/2006/main">
              <a:ext uri="{FF2B5EF4-FFF2-40B4-BE49-F238E27FC236}">
                <a16:creationId xmlns:a16="http://schemas.microsoft.com/office/drawing/2014/main" id="{C5580C66-26AE-4AC2-855A-0305FF7B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4495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dial-dot-5">
            <a:extLst xmlns:a="http://schemas.openxmlformats.org/drawingml/2006/main">
              <a:ext uri="{FF2B5EF4-FFF2-40B4-BE49-F238E27FC236}">
                <a16:creationId xmlns:a16="http://schemas.microsoft.com/office/drawing/2014/main" id="{F7B2FDF6-1F89-4ECB-9A74-FE639EC5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4276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8" name="radial-title-5">
            <a:extLst xmlns:a="http://schemas.openxmlformats.org/drawingml/2006/main">
              <a:ext uri="{FF2B5EF4-FFF2-40B4-BE49-F238E27FC236}">
                <a16:creationId xmlns:a16="http://schemas.microsoft.com/office/drawing/2014/main" id="{F5D8A2EE-F64E-4B7F-9E45-03BB6EC3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4133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跨域协作</a:t>
            </a:r>
          </a:p>
        </p:txBody>
      </p:sp>
      <p:sp>
        <p:nvSpPr>
          <p:cNvPr id="19" name="radial-line-6">
            <a:extLst xmlns:a="http://schemas.openxmlformats.org/drawingml/2006/main">
              <a:ext uri="{FF2B5EF4-FFF2-40B4-BE49-F238E27FC236}">
                <a16:creationId xmlns:a16="http://schemas.microsoft.com/office/drawing/2014/main" id="{AC3E181D-07F6-4CED-B640-E169580A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7625" y="5638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adial-dot-6">
            <a:extLst xmlns:a="http://schemas.openxmlformats.org/drawingml/2006/main">
              <a:ext uri="{FF2B5EF4-FFF2-40B4-BE49-F238E27FC236}">
                <a16:creationId xmlns:a16="http://schemas.microsoft.com/office/drawing/2014/main" id="{C17181C8-C521-460F-9C23-55C5A799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541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C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1" name="radial-title-6">
            <a:extLst xmlns:a="http://schemas.openxmlformats.org/drawingml/2006/main">
              <a:ext uri="{FF2B5EF4-FFF2-40B4-BE49-F238E27FC236}">
                <a16:creationId xmlns:a16="http://schemas.microsoft.com/office/drawing/2014/main" id="{51549FC0-E7BA-41C6-9404-DDD7659F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风险识别</a:t>
            </a:r>
          </a:p>
        </p:txBody>
      </p:sp>
      <p:sp>
        <p:nvSpPr>
          <p:cNvPr id="22" name="radial-line-7">
            <a:extLst xmlns:a="http://schemas.openxmlformats.org/drawingml/2006/main">
              <a:ext uri="{FF2B5EF4-FFF2-40B4-BE49-F238E27FC236}">
                <a16:creationId xmlns:a16="http://schemas.microsoft.com/office/drawing/2014/main" id="{277CF6B8-98AB-480E-991E-991FF165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56388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C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dial-dot-7">
            <a:extLst xmlns:a="http://schemas.openxmlformats.org/drawingml/2006/main">
              <a:ext uri="{FF2B5EF4-FFF2-40B4-BE49-F238E27FC236}">
                <a16:creationId xmlns:a16="http://schemas.microsoft.com/office/drawing/2014/main" id="{ED74D701-5113-4A96-A51B-895B9A49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5419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C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4" name="radial-title-7">
            <a:extLst xmlns:a="http://schemas.openxmlformats.org/drawingml/2006/main">
              <a:ext uri="{FF2B5EF4-FFF2-40B4-BE49-F238E27FC236}">
                <a16:creationId xmlns:a16="http://schemas.microsoft.com/office/drawing/2014/main" id="{638F7908-4A1C-4F60-8DB6-8A159253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66AA"/>
                </a:solidFill>
                <a:latin typeface="Microsoft YaHei"/>
                <a:ea typeface="Microsoft YaHei"/>
                <a:cs typeface="Microsoft YaHei"/>
              </a:rPr>
              <a:t>成果复用</a:t>
            </a:r>
          </a:p>
        </p:txBody>
      </p:sp>
      <p:sp>
        <p:nvSpPr>
          <p:cNvPr id="25" name="radial-halo">
            <a:extLst xmlns:a="http://schemas.openxmlformats.org/drawingml/2006/main">
              <a:ext uri="{FF2B5EF4-FFF2-40B4-BE49-F238E27FC236}">
                <a16:creationId xmlns:a16="http://schemas.microsoft.com/office/drawing/2014/main" id="{63A13DA6-02BE-4509-8F8F-B5BABAAB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2228850"/>
            <a:ext cx="3390900" cy="3390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adial-middle">
            <a:extLst xmlns:a="http://schemas.openxmlformats.org/drawingml/2006/main">
              <a:ext uri="{FF2B5EF4-FFF2-40B4-BE49-F238E27FC236}">
                <a16:creationId xmlns:a16="http://schemas.microsoft.com/office/drawing/2014/main" id="{DE57090F-C917-41B3-AD11-0F10084E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45745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7D8F3"/>
            </a:solidFill>
            <a:prstDash val="solid"/>
          </a:ln>
        </p:spPr>
      </p:sp>
      <p:sp>
        <p:nvSpPr>
          <p:cNvPr id="27" name="radial-center">
            <a:extLst xmlns:a="http://schemas.openxmlformats.org/drawingml/2006/main">
              <a:ext uri="{FF2B5EF4-FFF2-40B4-BE49-F238E27FC236}">
                <a16:creationId xmlns:a16="http://schemas.microsoft.com/office/drawing/2014/main" id="{51021F2E-00F3-43AF-B7C4-FCB3EEF4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6860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FC7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协同能力</a:t>
            </a:r>
          </a:p>
        </p:txBody>
      </p:sp>
    </p:spTree>
    <p:extLst>
      <p:ext uri="{BB962C8B-B14F-4D97-AF65-F5344CB8AC3E}">
        <p14:creationId xmlns:p14="http://schemas.microsoft.com/office/powerpoint/2010/main" val="164535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2026-08-16T02:07:06.4690000Z</dcterms:created>
  <dcterms:modified xsi:type="dcterms:W3CDTF">2026-08-16T02:07:06.4690000Z</dcterms:modified>
</coreProperties>
</file>