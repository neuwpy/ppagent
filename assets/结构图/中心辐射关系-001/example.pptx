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0e379920aa2479c" /><Relationship Type="http://schemas.openxmlformats.org/officeDocument/2006/relationships/extended-properties" Target="/docProps/app.xml" Id="R817e5328b107406d" /><Relationship Type="http://schemas.openxmlformats.org/officeDocument/2006/relationships/officeDocument" Target="/ppt/presentation.xml" Id="R2db62ee4b2684ef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c8b528739f84d2b"/>
  </p:sldMasterIdLst>
  <p:notesMasterIdLst>
    <p:notesMasterId xmlns:r="http://schemas.openxmlformats.org/officeDocument/2006/relationships" r:id="R87a827a3d60345f9"/>
  </p:notesMasterIdLst>
  <p:sldIdLst>
    <p:sldId xmlns:r="http://schemas.openxmlformats.org/officeDocument/2006/relationships" id="256" r:id="R0663188380274578"/>
    <p:sldId xmlns:r="http://schemas.openxmlformats.org/officeDocument/2006/relationships" id="257" r:id="R42cc93ee1e8d4edf"/>
    <p:sldId xmlns:r="http://schemas.openxmlformats.org/officeDocument/2006/relationships" id="258" r:id="R0d57e26df2914f82"/>
    <p:sldId xmlns:r="http://schemas.openxmlformats.org/officeDocument/2006/relationships" id="259" r:id="R08ae9bb3c82c44e0"/>
    <p:sldId xmlns:r="http://schemas.openxmlformats.org/officeDocument/2006/relationships" id="260" r:id="Rce7c7be909134568"/>
    <p:sldId xmlns:r="http://schemas.openxmlformats.org/officeDocument/2006/relationships" id="261" r:id="R7ecc66ffc0ff47f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afc12d4870b4d04" /><Relationship Type="http://schemas.openxmlformats.org/officeDocument/2006/relationships/slideMaster" Target="/ppt/slideMasters/slideMaster1.xml" Id="R9c8b528739f84d2b" /><Relationship Type="http://schemas.openxmlformats.org/officeDocument/2006/relationships/notesMaster" Target="/ppt/notesMasters/notesMaster1.xml" Id="R87a827a3d60345f9" /><Relationship Type="http://schemas.openxmlformats.org/officeDocument/2006/relationships/presProps" Target="/ppt/presProps.xml" Id="R836492c5bd0045d3" /><Relationship Type="http://schemas.openxmlformats.org/officeDocument/2006/relationships/tableStyles" Target="/ppt/tableStyles.xml" Id="Rf785b411f9a1412d" /><Relationship Type="http://schemas.openxmlformats.org/officeDocument/2006/relationships/slide" Target="/ppt/slides/slide1.xml" Id="R0663188380274578" /><Relationship Type="http://schemas.openxmlformats.org/officeDocument/2006/relationships/slide" Target="/ppt/slides/slide2.xml" Id="R42cc93ee1e8d4edf" /><Relationship Type="http://schemas.openxmlformats.org/officeDocument/2006/relationships/slide" Target="/ppt/slides/slide3.xml" Id="R0d57e26df2914f82" /><Relationship Type="http://schemas.openxmlformats.org/officeDocument/2006/relationships/slide" Target="/ppt/slides/slide4.xml" Id="R08ae9bb3c82c44e0" /><Relationship Type="http://schemas.openxmlformats.org/officeDocument/2006/relationships/slide" Target="/ppt/slides/slide5.xml" Id="Rce7c7be909134568" /><Relationship Type="http://schemas.openxmlformats.org/officeDocument/2006/relationships/slide" Target="/ppt/slides/slide6.xml" Id="R7ecc66ffc0ff47f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75d67add3e54bd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f36deccec6e4812" /><Relationship Type="http://schemas.openxmlformats.org/officeDocument/2006/relationships/notesMaster" Target="/ppt/notesMasters/notesMaster1.xml" Id="Rd33f46e7415f445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f53c71d55c34932" /><Relationship Type="http://schemas.openxmlformats.org/officeDocument/2006/relationships/notesMaster" Target="/ppt/notesMasters/notesMaster1.xml" Id="R276e38ace405491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b298f10c1b64d51" /><Relationship Type="http://schemas.openxmlformats.org/officeDocument/2006/relationships/notesMaster" Target="/ppt/notesMasters/notesMaster1.xml" Id="R33d07cd7e0a04be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e72c47ab134449a" /><Relationship Type="http://schemas.openxmlformats.org/officeDocument/2006/relationships/notesMaster" Target="/ppt/notesMasters/notesMaster1.xml" Id="Rf83f586c51c4467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c9b23093f284594" /><Relationship Type="http://schemas.openxmlformats.org/officeDocument/2006/relationships/notesMaster" Target="/ppt/notesMasters/notesMaster1.xml" Id="Ra979e9c5ebad43b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a4d06afb65d46c3" /><Relationship Type="http://schemas.openxmlformats.org/officeDocument/2006/relationships/notesMaster" Target="/ppt/notesMasters/notesMaster1.xml" Id="Rbaf40f576eb54c7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455e43fafb468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c32c886e0cd43d4" /><Relationship Type="http://schemas.openxmlformats.org/officeDocument/2006/relationships/slideLayout" Target="/ppt/slideLayouts/slideLayout1.xml" Id="R65e14956980547a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e14956980547a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8efff518364de0" /><Relationship Type="http://schemas.openxmlformats.org/officeDocument/2006/relationships/notesSlide" Target="/ppt/notesSlides/notesSlide1.xml" Id="R83b53c356794447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f65983f01f4e4a" /><Relationship Type="http://schemas.openxmlformats.org/officeDocument/2006/relationships/notesSlide" Target="/ppt/notesSlides/notesSlide2.xml" Id="R70641a92ff284b0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8ad0b542094094" /><Relationship Type="http://schemas.openxmlformats.org/officeDocument/2006/relationships/notesSlide" Target="/ppt/notesSlides/notesSlide3.xml" Id="Rcc9581e3f2904f8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a0e7c64c9349a5" /><Relationship Type="http://schemas.openxmlformats.org/officeDocument/2006/relationships/notesSlide" Target="/ppt/notesSlides/notesSlide4.xml" Id="Ra6a15340f9904d6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9e664e80954df9" /><Relationship Type="http://schemas.openxmlformats.org/officeDocument/2006/relationships/notesSlide" Target="/ppt/notesSlides/notesSlide5.xml" Id="R7939f8d3d66c4ea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f8245390d14265" /><Relationship Type="http://schemas.openxmlformats.org/officeDocument/2006/relationships/notesSlide" Target="/ppt/notesSlides/notesSlide6.xml" Id="Ra83b1188993e428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05A97D-C194-4018-BD27-4F190FF1B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中心辐射关系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C95182-DBCF-4774-959C-D536EA018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中心主题 · 多向展开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06F5CD-7A83-47BC-AAEC-BB6E26843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71675"/>
            <a:ext cx="3390900" cy="3390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E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8FA3AC-5D97-40ED-B58E-FDDB958B2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00275"/>
            <a:ext cx="2933700" cy="2933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7D8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5" name="PPAGENT_QA|parent=radial-center|domains=radial-shape,radial-content">
            <a:extLst xmlns:a="http://schemas.openxmlformats.org/drawingml/2006/main">
              <a:ext uri="{FF2B5EF4-FFF2-40B4-BE49-F238E27FC236}">
                <a16:creationId xmlns:a16="http://schemas.microsoft.com/office/drawing/2014/main" id="{847FBD58-30D9-41BA-B8CC-21D527593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28875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协同能力</a:t>
            </a:r>
          </a:p>
        </p:txBody>
      </p:sp>
      <p:sp>
        <p:nvSpPr>
          <p:cNvPr id="6" name="PPAGENT_QA|parent=radial-node-0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F9DC724B-BE93-41DA-B39E-34DAD3BE3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15906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PPAGENT_QA|parent=radial-card-0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976FDBA0-3124-4B3A-B02C-F3B17626B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285875"/>
            <a:ext cx="2667000" cy="457200"/>
          </a:xfrm>
          <a:prstGeom xmlns:a="http://schemas.openxmlformats.org/drawingml/2006/main" prst="roundRect">
            <a:avLst>
              <a:gd name="adj" fmla="val 2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PPAGENT_QA|within=radial-card-0|role=title">
            <a:extLst xmlns:a="http://schemas.openxmlformats.org/drawingml/2006/main">
              <a:ext uri="{FF2B5EF4-FFF2-40B4-BE49-F238E27FC236}">
                <a16:creationId xmlns:a16="http://schemas.microsoft.com/office/drawing/2014/main" id="{D5F4294E-6F21-4DE6-BF8A-7202BFEFA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28587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统一标准</a:t>
            </a:r>
          </a:p>
        </p:txBody>
      </p:sp>
      <p:sp>
        <p:nvSpPr>
          <p:cNvPr id="9" name="PPAGENT_CONNECTOR|from=radial-center|fromSide=top|to=radial-node-0|toSide=bottom">
            <a:extLst xmlns:a="http://schemas.openxmlformats.org/drawingml/2006/main">
              <a:ext uri="{FF2B5EF4-FFF2-40B4-BE49-F238E27FC236}">
                <a16:creationId xmlns:a16="http://schemas.microsoft.com/office/drawing/2014/main" id="{894A7630-656E-49BD-8E89-976D99754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096000" y="2028825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  <p:sp>
        <p:nvSpPr>
          <p:cNvPr id="10" name="PPAGENT_QA|parent=radial-node-1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C1B63905-EC4A-4094-8A18-02346B61C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4480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PPAGENT_QA|parent=radial-card-1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6D33309A-497C-47E8-AD26-878F25F52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86125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PPAGENT_QA|within=radial-card-1|role=title">
            <a:extLst xmlns:a="http://schemas.openxmlformats.org/drawingml/2006/main">
              <a:ext uri="{FF2B5EF4-FFF2-40B4-BE49-F238E27FC236}">
                <a16:creationId xmlns:a16="http://schemas.microsoft.com/office/drawing/2014/main" id="{119C4F14-18FA-416F-8079-5C37B3F6B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861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快速响应</a:t>
            </a:r>
          </a:p>
        </p:txBody>
      </p:sp>
      <p:sp>
        <p:nvSpPr>
          <p:cNvPr id="13" name="PPAGENT_CONNECTOR|from=radial-center|fromSide=left|to=radial-node-1|toSide=right">
            <a:extLst xmlns:a="http://schemas.openxmlformats.org/drawingml/2006/main">
              <a:ext uri="{FF2B5EF4-FFF2-40B4-BE49-F238E27FC236}">
                <a16:creationId xmlns:a16="http://schemas.microsoft.com/office/drawing/2014/main" id="{2E5930B9-EC1C-466E-B2DE-B12352C3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076700" y="3667125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  <p:sp>
        <p:nvSpPr>
          <p:cNvPr id="14" name="PPAGENT_QA|parent=radial-node-2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BE610DD5-AD86-4CAE-89D4-260692495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480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PPAGENT_QA|parent=radial-card-2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FA39E64B-D27F-4CC2-A27C-6D5F450F3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286125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PPAGENT_QA|within=radial-card-2|role=title">
            <a:extLst xmlns:a="http://schemas.openxmlformats.org/drawingml/2006/main">
              <a:ext uri="{FF2B5EF4-FFF2-40B4-BE49-F238E27FC236}">
                <a16:creationId xmlns:a16="http://schemas.microsoft.com/office/drawing/2014/main" id="{68169ADD-17EC-4946-A606-92445185F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2861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质量可控</a:t>
            </a:r>
          </a:p>
        </p:txBody>
      </p:sp>
      <p:sp>
        <p:nvSpPr>
          <p:cNvPr id="17" name="PPAGENT_CONNECTOR|from=radial-center|fromSide=right|to=radial-node-2|toSide=left">
            <a:extLst xmlns:a="http://schemas.openxmlformats.org/drawingml/2006/main">
              <a:ext uri="{FF2B5EF4-FFF2-40B4-BE49-F238E27FC236}">
                <a16:creationId xmlns:a16="http://schemas.microsoft.com/office/drawing/2014/main" id="{D32CFF4D-9C78-4FF4-AC02-24D642AE5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34250" y="3667125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076512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593336-2DCC-47C9-9F80-FCA3093C5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中心辐射关系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5ACB20-20FB-4AC8-BC33-4BA43320E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中心主题 · 多向展开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7195A0-D740-4A98-8C42-E25C3361C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71675"/>
            <a:ext cx="3390900" cy="3390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E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8A4CBB-E92C-468E-AD12-BD288B689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00275"/>
            <a:ext cx="2933700" cy="2933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7D8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5" name="PPAGENT_QA|parent=radial-center|domains=radial-shape,radial-content">
            <a:extLst xmlns:a="http://schemas.openxmlformats.org/drawingml/2006/main">
              <a:ext uri="{FF2B5EF4-FFF2-40B4-BE49-F238E27FC236}">
                <a16:creationId xmlns:a16="http://schemas.microsoft.com/office/drawing/2014/main" id="{2FB57D05-80B5-4830-8919-3FF5BC443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28875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协同能力</a:t>
            </a:r>
          </a:p>
        </p:txBody>
      </p:sp>
      <p:sp>
        <p:nvSpPr>
          <p:cNvPr id="6" name="PPAGENT_QA|parent=radial-node-0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FAF0F382-9BDA-4CCC-95B1-C83DF9003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03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PPAGENT_QA|parent=radial-card-0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8ED7B65C-24F7-4CCA-929D-8395E8642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38375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PPAGENT_QA|within=radial-card-0|role=title">
            <a:extLst xmlns:a="http://schemas.openxmlformats.org/drawingml/2006/main">
              <a:ext uri="{FF2B5EF4-FFF2-40B4-BE49-F238E27FC236}">
                <a16:creationId xmlns:a16="http://schemas.microsoft.com/office/drawing/2014/main" id="{D79EDE65-2803-4FB4-9820-37F1B7071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3837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统一标准</a:t>
            </a:r>
          </a:p>
        </p:txBody>
      </p:sp>
      <p:sp>
        <p:nvSpPr>
          <p:cNvPr id="9" name="PPAGENT_CONNECTOR|from=radial-center|fromSide=left|to=radial-node-0|toSide=right">
            <a:extLst xmlns:a="http://schemas.openxmlformats.org/drawingml/2006/main">
              <a:ext uri="{FF2B5EF4-FFF2-40B4-BE49-F238E27FC236}">
                <a16:creationId xmlns:a16="http://schemas.microsoft.com/office/drawing/2014/main" id="{38F12C55-AAE8-481D-864C-0EE9A61E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076700" y="2619375"/>
            <a:ext cx="781050" cy="1047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  <p:sp>
        <p:nvSpPr>
          <p:cNvPr id="10" name="PPAGENT_QA|parent=radial-node-1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25AB5664-64A9-4EED-915D-0733F9849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003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PPAGENT_QA|parent=radial-card-1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C20279EB-1377-4A0E-976D-82F813B0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238375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PPAGENT_QA|within=radial-card-1|role=title">
            <a:extLst xmlns:a="http://schemas.openxmlformats.org/drawingml/2006/main">
              <a:ext uri="{FF2B5EF4-FFF2-40B4-BE49-F238E27FC236}">
                <a16:creationId xmlns:a16="http://schemas.microsoft.com/office/drawing/2014/main" id="{A156C233-6D66-4EBB-A3C4-D25AE365B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23837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快速响应</a:t>
            </a:r>
          </a:p>
        </p:txBody>
      </p:sp>
      <p:sp>
        <p:nvSpPr>
          <p:cNvPr id="13" name="PPAGENT_CONNECTOR|from=radial-center|fromSide=right|to=radial-node-1|toSide=left">
            <a:extLst xmlns:a="http://schemas.openxmlformats.org/drawingml/2006/main">
              <a:ext uri="{FF2B5EF4-FFF2-40B4-BE49-F238E27FC236}">
                <a16:creationId xmlns:a16="http://schemas.microsoft.com/office/drawing/2014/main" id="{663B4FBC-497F-4BEE-AC76-4CC3E952B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334250" y="2619375"/>
            <a:ext cx="781050" cy="1047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  <p:sp>
        <p:nvSpPr>
          <p:cNvPr id="14" name="PPAGENT_QA|parent=radial-node-2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6114831F-5F5B-446D-B474-33A05955C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4958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PPAGENT_QA|parent=radial-card-2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AE11AF1E-76BE-4D5E-9AF4-099104B94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33875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PPAGENT_QA|within=radial-card-2|role=title">
            <a:extLst xmlns:a="http://schemas.openxmlformats.org/drawingml/2006/main">
              <a:ext uri="{FF2B5EF4-FFF2-40B4-BE49-F238E27FC236}">
                <a16:creationId xmlns:a16="http://schemas.microsoft.com/office/drawing/2014/main" id="{6B7818BC-FFD4-411E-93EE-0B7ABC1CC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3387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质量可控</a:t>
            </a:r>
          </a:p>
        </p:txBody>
      </p:sp>
      <p:sp>
        <p:nvSpPr>
          <p:cNvPr id="17" name="PPAGENT_CONNECTOR|from=radial-center|fromSide=left|to=radial-node-2|toSide=right">
            <a:extLst xmlns:a="http://schemas.openxmlformats.org/drawingml/2006/main">
              <a:ext uri="{FF2B5EF4-FFF2-40B4-BE49-F238E27FC236}">
                <a16:creationId xmlns:a16="http://schemas.microsoft.com/office/drawing/2014/main" id="{BAD8A21A-D046-4DF2-9C16-DC1939253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076700" y="3667125"/>
            <a:ext cx="781050" cy="1047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  <p:sp>
        <p:nvSpPr>
          <p:cNvPr id="18" name="PPAGENT_QA|parent=radial-node-3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63704C8C-7A2C-4AEE-9D74-885FAE251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958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9" name="PPAGENT_QA|parent=radial-card-3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04489963-5FCE-44AC-AE14-25EB2692D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333875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0" name="PPAGENT_QA|within=radial-card-3|role=title">
            <a:extLst xmlns:a="http://schemas.openxmlformats.org/drawingml/2006/main">
              <a:ext uri="{FF2B5EF4-FFF2-40B4-BE49-F238E27FC236}">
                <a16:creationId xmlns:a16="http://schemas.microsoft.com/office/drawing/2014/main" id="{40CCFCFF-D44B-4268-9727-7FF181035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33387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持续积累</a:t>
            </a:r>
          </a:p>
        </p:txBody>
      </p:sp>
      <p:sp>
        <p:nvSpPr>
          <p:cNvPr id="21" name="PPAGENT_CONNECTOR|from=radial-center|fromSide=right|to=radial-node-3|toSide=left">
            <a:extLst xmlns:a="http://schemas.openxmlformats.org/drawingml/2006/main">
              <a:ext uri="{FF2B5EF4-FFF2-40B4-BE49-F238E27FC236}">
                <a16:creationId xmlns:a16="http://schemas.microsoft.com/office/drawing/2014/main" id="{02B61839-482F-46C7-86D9-0F047C705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34250" y="3667125"/>
            <a:ext cx="781050" cy="1047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6738489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5CA466-5140-4CB6-9E4F-ED0BA157D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中心辐射关系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B2C808-C1C9-42B6-ACC5-3B9ECB01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中心主题 · 多向展开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F59CAE-B4C0-401B-A723-A0BC221FF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71675"/>
            <a:ext cx="3390900" cy="3390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E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69DC84-1773-4E7B-A39E-C65DC5AAF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00275"/>
            <a:ext cx="2933700" cy="2933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7D8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5" name="PPAGENT_QA|parent=radial-center|domains=radial-shape,radial-content">
            <a:extLst xmlns:a="http://schemas.openxmlformats.org/drawingml/2006/main">
              <a:ext uri="{FF2B5EF4-FFF2-40B4-BE49-F238E27FC236}">
                <a16:creationId xmlns:a16="http://schemas.microsoft.com/office/drawing/2014/main" id="{CE3997B3-BD82-4F70-83C2-F0894CAEA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28875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协同能力</a:t>
            </a:r>
          </a:p>
        </p:txBody>
      </p:sp>
      <p:sp>
        <p:nvSpPr>
          <p:cNvPr id="6" name="PPAGENT_QA|parent=radial-node-0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70999109-9DF3-4C90-89D8-051A5D205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15906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PPAGENT_QA|parent=radial-card-0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58229657-9B74-44F5-B842-49FB6C89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285875"/>
            <a:ext cx="2667000" cy="457200"/>
          </a:xfrm>
          <a:prstGeom xmlns:a="http://schemas.openxmlformats.org/drawingml/2006/main" prst="roundRect">
            <a:avLst>
              <a:gd name="adj" fmla="val 2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PPAGENT_QA|within=radial-card-0|role=title">
            <a:extLst xmlns:a="http://schemas.openxmlformats.org/drawingml/2006/main">
              <a:ext uri="{FF2B5EF4-FFF2-40B4-BE49-F238E27FC236}">
                <a16:creationId xmlns:a16="http://schemas.microsoft.com/office/drawing/2014/main" id="{EF72BC8F-27BC-4BB3-8346-8B2D629BB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28587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统一标准</a:t>
            </a:r>
          </a:p>
        </p:txBody>
      </p:sp>
      <p:sp>
        <p:nvSpPr>
          <p:cNvPr id="9" name="PPAGENT_CONNECTOR|from=radial-center|fromSide=top|to=radial-node-0|toSide=bottom">
            <a:extLst xmlns:a="http://schemas.openxmlformats.org/drawingml/2006/main">
              <a:ext uri="{FF2B5EF4-FFF2-40B4-BE49-F238E27FC236}">
                <a16:creationId xmlns:a16="http://schemas.microsoft.com/office/drawing/2014/main" id="{2A8F4D94-9117-4C5B-8695-325142DF7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096000" y="2028825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  <p:sp>
        <p:nvSpPr>
          <p:cNvPr id="10" name="PPAGENT_QA|parent=radial-node-1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FDD752B4-E062-46FB-AE74-D6D246542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03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PPAGENT_QA|parent=radial-card-1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49FCA7A3-EE46-4225-BF88-8ECAFBAAB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38375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PPAGENT_QA|within=radial-card-1|role=title">
            <a:extLst xmlns:a="http://schemas.openxmlformats.org/drawingml/2006/main">
              <a:ext uri="{FF2B5EF4-FFF2-40B4-BE49-F238E27FC236}">
                <a16:creationId xmlns:a16="http://schemas.microsoft.com/office/drawing/2014/main" id="{BF02598E-3D02-4EBC-98E4-F78B20261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3837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快速响应</a:t>
            </a:r>
          </a:p>
        </p:txBody>
      </p:sp>
      <p:sp>
        <p:nvSpPr>
          <p:cNvPr id="13" name="PPAGENT_CONNECTOR|from=radial-center|fromSide=left|to=radial-node-1|toSide=right">
            <a:extLst xmlns:a="http://schemas.openxmlformats.org/drawingml/2006/main">
              <a:ext uri="{FF2B5EF4-FFF2-40B4-BE49-F238E27FC236}">
                <a16:creationId xmlns:a16="http://schemas.microsoft.com/office/drawing/2014/main" id="{4D014263-21F1-492B-8402-BD0A27A5D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076700" y="2619375"/>
            <a:ext cx="781050" cy="1047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  <p:sp>
        <p:nvSpPr>
          <p:cNvPr id="14" name="PPAGENT_QA|parent=radial-node-2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C20FD848-BC32-4BCE-820E-D5FD143E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003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PPAGENT_QA|parent=radial-card-2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6BC46062-B2C8-4D80-8576-B1DD9D77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238375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PPAGENT_QA|within=radial-card-2|role=title">
            <a:extLst xmlns:a="http://schemas.openxmlformats.org/drawingml/2006/main">
              <a:ext uri="{FF2B5EF4-FFF2-40B4-BE49-F238E27FC236}">
                <a16:creationId xmlns:a16="http://schemas.microsoft.com/office/drawing/2014/main" id="{9105BFFB-2A25-4B36-A98B-01809EB8C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23837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质量可控</a:t>
            </a:r>
          </a:p>
        </p:txBody>
      </p:sp>
      <p:sp>
        <p:nvSpPr>
          <p:cNvPr id="17" name="PPAGENT_CONNECTOR|from=radial-center|fromSide=right|to=radial-node-2|toSide=left">
            <a:extLst xmlns:a="http://schemas.openxmlformats.org/drawingml/2006/main">
              <a:ext uri="{FF2B5EF4-FFF2-40B4-BE49-F238E27FC236}">
                <a16:creationId xmlns:a16="http://schemas.microsoft.com/office/drawing/2014/main" id="{98E3C92D-CF77-4FB1-B02B-CB3BC879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334250" y="2619375"/>
            <a:ext cx="781050" cy="1047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  <p:sp>
        <p:nvSpPr>
          <p:cNvPr id="18" name="PPAGENT_QA|parent=radial-node-3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15DE4A5A-9C8C-4314-8906-06385BE13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4958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9" name="PPAGENT_QA|parent=radial-card-3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5BC4599F-ABD0-47B0-BB88-52D793ADC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33875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0" name="PPAGENT_QA|within=radial-card-3|role=title">
            <a:extLst xmlns:a="http://schemas.openxmlformats.org/drawingml/2006/main">
              <a:ext uri="{FF2B5EF4-FFF2-40B4-BE49-F238E27FC236}">
                <a16:creationId xmlns:a16="http://schemas.microsoft.com/office/drawing/2014/main" id="{99AFC847-CCE1-4ED7-A0D3-2FBF52A07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3387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持续积累</a:t>
            </a:r>
          </a:p>
        </p:txBody>
      </p:sp>
      <p:sp>
        <p:nvSpPr>
          <p:cNvPr id="21" name="PPAGENT_CONNECTOR|from=radial-center|fromSide=left|to=radial-node-3|toSide=right">
            <a:extLst xmlns:a="http://schemas.openxmlformats.org/drawingml/2006/main">
              <a:ext uri="{FF2B5EF4-FFF2-40B4-BE49-F238E27FC236}">
                <a16:creationId xmlns:a16="http://schemas.microsoft.com/office/drawing/2014/main" id="{0BF818E1-3B03-4270-96E8-EFA9104A2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076700" y="3667125"/>
            <a:ext cx="781050" cy="1047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  <p:sp>
        <p:nvSpPr>
          <p:cNvPr id="22" name="PPAGENT_QA|parent=radial-node-4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89769191-0344-45DF-9F53-CB1CFD46C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958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3" name="PPAGENT_QA|parent=radial-card-4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6D0189BA-3423-47BE-8873-140F63775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333875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4" name="PPAGENT_QA|within=radial-card-4|role=title">
            <a:extLst xmlns:a="http://schemas.openxmlformats.org/drawingml/2006/main">
              <a:ext uri="{FF2B5EF4-FFF2-40B4-BE49-F238E27FC236}">
                <a16:creationId xmlns:a16="http://schemas.microsoft.com/office/drawing/2014/main" id="{D79296FB-0369-4C5E-BED8-90263A557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33387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资源整合</a:t>
            </a:r>
          </a:p>
        </p:txBody>
      </p:sp>
      <p:sp>
        <p:nvSpPr>
          <p:cNvPr id="25" name="PPAGENT_CONNECTOR|from=radial-center|fromSide=right|to=radial-node-4|toSide=left">
            <a:extLst xmlns:a="http://schemas.openxmlformats.org/drawingml/2006/main">
              <a:ext uri="{FF2B5EF4-FFF2-40B4-BE49-F238E27FC236}">
                <a16:creationId xmlns:a16="http://schemas.microsoft.com/office/drawing/2014/main" id="{43ED40E3-593E-4C47-A092-BBB006F0E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34250" y="3667125"/>
            <a:ext cx="781050" cy="1047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073524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3518F80-807C-4023-8C76-479799CB3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中心辐射关系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FA0154-5891-4F24-AC15-67D87DB5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中心主题 · 多向展开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900D1B-F920-4A76-8227-0EB8E59AA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71675"/>
            <a:ext cx="3390900" cy="3390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E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09C41B-3236-41F6-B969-8EC2400FC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00275"/>
            <a:ext cx="2933700" cy="2933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7D8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5" name="PPAGENT_QA|parent=radial-center|domains=radial-shape,radial-content">
            <a:extLst xmlns:a="http://schemas.openxmlformats.org/drawingml/2006/main">
              <a:ext uri="{FF2B5EF4-FFF2-40B4-BE49-F238E27FC236}">
                <a16:creationId xmlns:a16="http://schemas.microsoft.com/office/drawing/2014/main" id="{F1CD96E0-5958-40AE-8B58-E6378F5F8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28875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协同能力</a:t>
            </a:r>
          </a:p>
        </p:txBody>
      </p:sp>
      <p:sp>
        <p:nvSpPr>
          <p:cNvPr id="6" name="PPAGENT_QA|parent=radial-node-0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3F3A14B9-B07F-419B-8D00-2BA5A9ACC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0510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PPAGENT_QA|parent=radial-card-0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44E7C391-74B4-442D-B9CE-438B72898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89125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PPAGENT_QA|within=radial-card-0|role=title">
            <a:extLst xmlns:a="http://schemas.openxmlformats.org/drawingml/2006/main">
              <a:ext uri="{FF2B5EF4-FFF2-40B4-BE49-F238E27FC236}">
                <a16:creationId xmlns:a16="http://schemas.microsoft.com/office/drawing/2014/main" id="{944D383D-4765-414B-A9FF-6BBCDE7E3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891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统一标准</a:t>
            </a:r>
          </a:p>
        </p:txBody>
      </p:sp>
      <p:sp>
        <p:nvSpPr>
          <p:cNvPr id="9" name="PPAGENT_CONNECTOR|from=radial-center|fromSide=left|to=radial-node-0|toSide=right">
            <a:extLst xmlns:a="http://schemas.openxmlformats.org/drawingml/2006/main">
              <a:ext uri="{FF2B5EF4-FFF2-40B4-BE49-F238E27FC236}">
                <a16:creationId xmlns:a16="http://schemas.microsoft.com/office/drawing/2014/main" id="{8CBDA9C5-204B-460E-A09F-E52134657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076700" y="2270125"/>
            <a:ext cx="781050" cy="1397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  <p:sp>
        <p:nvSpPr>
          <p:cNvPr id="10" name="PPAGENT_QA|parent=radial-node-1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7F90A431-F92B-488B-A7A7-9BBCB37F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0510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PPAGENT_QA|parent=radial-card-1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7ABE9175-E189-4E20-BE3A-C311B1FA9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889125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PPAGENT_QA|within=radial-card-1|role=title">
            <a:extLst xmlns:a="http://schemas.openxmlformats.org/drawingml/2006/main">
              <a:ext uri="{FF2B5EF4-FFF2-40B4-BE49-F238E27FC236}">
                <a16:creationId xmlns:a16="http://schemas.microsoft.com/office/drawing/2014/main" id="{51B10552-0450-401F-8FED-B31FB044F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8891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快速响应</a:t>
            </a:r>
          </a:p>
        </p:txBody>
      </p:sp>
      <p:sp>
        <p:nvSpPr>
          <p:cNvPr id="13" name="PPAGENT_CONNECTOR|from=radial-center|fromSide=right|to=radial-node-1|toSide=left">
            <a:extLst xmlns:a="http://schemas.openxmlformats.org/drawingml/2006/main">
              <a:ext uri="{FF2B5EF4-FFF2-40B4-BE49-F238E27FC236}">
                <a16:creationId xmlns:a16="http://schemas.microsoft.com/office/drawing/2014/main" id="{D11CA716-FCAD-45B4-8722-4B140D7D9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334250" y="2270125"/>
            <a:ext cx="781050" cy="1397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  <p:sp>
        <p:nvSpPr>
          <p:cNvPr id="14" name="PPAGENT_QA|parent=radial-node-2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428AEA97-74F1-4537-AEF0-99438986C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4480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PPAGENT_QA|parent=radial-card-2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532D1608-56D6-4A12-AC10-7C7297FAE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86125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PPAGENT_QA|within=radial-card-2|role=title">
            <a:extLst xmlns:a="http://schemas.openxmlformats.org/drawingml/2006/main">
              <a:ext uri="{FF2B5EF4-FFF2-40B4-BE49-F238E27FC236}">
                <a16:creationId xmlns:a16="http://schemas.microsoft.com/office/drawing/2014/main" id="{6EC5A89C-7DB0-41A0-AA35-4C7886BE7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861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质量可控</a:t>
            </a:r>
          </a:p>
        </p:txBody>
      </p:sp>
      <p:sp>
        <p:nvSpPr>
          <p:cNvPr id="17" name="PPAGENT_CONNECTOR|from=radial-center|fromSide=left|to=radial-node-2|toSide=right">
            <a:extLst xmlns:a="http://schemas.openxmlformats.org/drawingml/2006/main">
              <a:ext uri="{FF2B5EF4-FFF2-40B4-BE49-F238E27FC236}">
                <a16:creationId xmlns:a16="http://schemas.microsoft.com/office/drawing/2014/main" id="{FBBF35B4-76CE-4117-A8B3-7C44A86D4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076700" y="3667125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  <p:sp>
        <p:nvSpPr>
          <p:cNvPr id="18" name="PPAGENT_QA|parent=radial-node-3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10E2E0F6-C29A-4F17-A310-559B68197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480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9" name="PPAGENT_QA|parent=radial-card-3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B574F3C9-AE04-4811-8BB9-BC07DE999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286125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0" name="PPAGENT_QA|within=radial-card-3|role=title">
            <a:extLst xmlns:a="http://schemas.openxmlformats.org/drawingml/2006/main">
              <a:ext uri="{FF2B5EF4-FFF2-40B4-BE49-F238E27FC236}">
                <a16:creationId xmlns:a16="http://schemas.microsoft.com/office/drawing/2014/main" id="{52CDAA40-B8AE-4493-B005-D87765AA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2861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持续积累</a:t>
            </a:r>
          </a:p>
        </p:txBody>
      </p:sp>
      <p:sp>
        <p:nvSpPr>
          <p:cNvPr id="21" name="PPAGENT_CONNECTOR|from=radial-center|fromSide=right|to=radial-node-3|toSide=left">
            <a:extLst xmlns:a="http://schemas.openxmlformats.org/drawingml/2006/main">
              <a:ext uri="{FF2B5EF4-FFF2-40B4-BE49-F238E27FC236}">
                <a16:creationId xmlns:a16="http://schemas.microsoft.com/office/drawing/2014/main" id="{09753FBE-FBE0-434A-AA36-F7F72525D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34250" y="3667125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  <p:sp>
        <p:nvSpPr>
          <p:cNvPr id="22" name="PPAGENT_QA|parent=radial-node-4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003C6DEE-8BAE-4222-BEDB-C901D37E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8450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3" name="PPAGENT_QA|parent=radial-card-4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5F5028B8-74E3-404F-B683-00DC5E260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83125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4" name="PPAGENT_QA|within=radial-card-4|role=title">
            <a:extLst xmlns:a="http://schemas.openxmlformats.org/drawingml/2006/main">
              <a:ext uri="{FF2B5EF4-FFF2-40B4-BE49-F238E27FC236}">
                <a16:creationId xmlns:a16="http://schemas.microsoft.com/office/drawing/2014/main" id="{DABF183D-9D54-4B7D-9E3C-CE496EC4F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831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资源整合</a:t>
            </a:r>
          </a:p>
        </p:txBody>
      </p:sp>
      <p:sp>
        <p:nvSpPr>
          <p:cNvPr id="25" name="PPAGENT_CONNECTOR|from=radial-center|fromSide=left|to=radial-node-4|toSide=right">
            <a:extLst xmlns:a="http://schemas.openxmlformats.org/drawingml/2006/main">
              <a:ext uri="{FF2B5EF4-FFF2-40B4-BE49-F238E27FC236}">
                <a16:creationId xmlns:a16="http://schemas.microsoft.com/office/drawing/2014/main" id="{AE1191AA-6AC8-4FF8-B736-ADD33F23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076700" y="3667125"/>
            <a:ext cx="781050" cy="1397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  <p:sp>
        <p:nvSpPr>
          <p:cNvPr id="26" name="PPAGENT_QA|parent=radial-node-5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D6D509BB-95C9-4B43-B4ED-E5F11D9E9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8450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7" name="PPAGENT_QA|parent=radial-card-5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D9E82D75-D48D-4250-9D5B-C1905A5A9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683125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8" name="PPAGENT_QA|within=radial-card-5|role=title">
            <a:extLst xmlns:a="http://schemas.openxmlformats.org/drawingml/2006/main">
              <a:ext uri="{FF2B5EF4-FFF2-40B4-BE49-F238E27FC236}">
                <a16:creationId xmlns:a16="http://schemas.microsoft.com/office/drawing/2014/main" id="{C778F3E4-13C8-4620-B745-70190F7AD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6831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跨域协作</a:t>
            </a:r>
          </a:p>
        </p:txBody>
      </p:sp>
      <p:sp>
        <p:nvSpPr>
          <p:cNvPr id="29" name="PPAGENT_CONNECTOR|from=radial-center|fromSide=right|to=radial-node-5|toSide=left">
            <a:extLst xmlns:a="http://schemas.openxmlformats.org/drawingml/2006/main">
              <a:ext uri="{FF2B5EF4-FFF2-40B4-BE49-F238E27FC236}">
                <a16:creationId xmlns:a16="http://schemas.microsoft.com/office/drawing/2014/main" id="{30D67F3D-BCAD-4AF2-B04B-65AEC8331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34250" y="3667125"/>
            <a:ext cx="781050" cy="1397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922915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EFE3939-02EF-4F8C-82A1-A16DC24F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中心辐射关系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815B06-8D2C-4C82-99B7-8FC43B099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中心主题 · 多向展开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FE69E8-A1F7-49A1-BFC3-DD77E4E74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71675"/>
            <a:ext cx="3390900" cy="3390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E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FD8E0-1D04-402A-AACE-1EC9FBFD1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00275"/>
            <a:ext cx="2933700" cy="2933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7D8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5" name="PPAGENT_QA|parent=radial-center|domains=radial-shape,radial-content">
            <a:extLst xmlns:a="http://schemas.openxmlformats.org/drawingml/2006/main">
              <a:ext uri="{FF2B5EF4-FFF2-40B4-BE49-F238E27FC236}">
                <a16:creationId xmlns:a16="http://schemas.microsoft.com/office/drawing/2014/main" id="{5C08C6E2-CA47-461F-A692-CF33C96B6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28875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协同能力</a:t>
            </a:r>
          </a:p>
        </p:txBody>
      </p:sp>
      <p:sp>
        <p:nvSpPr>
          <p:cNvPr id="6" name="PPAGENT_QA|parent=radial-node-0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DCFC3B0D-33CF-45E5-8F99-8EE95F23A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15906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PPAGENT_QA|parent=radial-card-0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24815359-B801-434B-B0D3-020CD158F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285875"/>
            <a:ext cx="2667000" cy="457200"/>
          </a:xfrm>
          <a:prstGeom xmlns:a="http://schemas.openxmlformats.org/drawingml/2006/main" prst="roundRect">
            <a:avLst>
              <a:gd name="adj" fmla="val 2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PPAGENT_QA|within=radial-card-0|role=title">
            <a:extLst xmlns:a="http://schemas.openxmlformats.org/drawingml/2006/main">
              <a:ext uri="{FF2B5EF4-FFF2-40B4-BE49-F238E27FC236}">
                <a16:creationId xmlns:a16="http://schemas.microsoft.com/office/drawing/2014/main" id="{2218868C-2E41-4D88-B140-D4E94DB71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28587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统一标准</a:t>
            </a:r>
          </a:p>
        </p:txBody>
      </p:sp>
      <p:sp>
        <p:nvSpPr>
          <p:cNvPr id="9" name="PPAGENT_CONNECTOR|from=radial-center|fromSide=top|to=radial-node-0|toSide=bottom">
            <a:extLst xmlns:a="http://schemas.openxmlformats.org/drawingml/2006/main">
              <a:ext uri="{FF2B5EF4-FFF2-40B4-BE49-F238E27FC236}">
                <a16:creationId xmlns:a16="http://schemas.microsoft.com/office/drawing/2014/main" id="{DD366318-523D-4796-AD57-605FF457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096000" y="2028825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  <p:sp>
        <p:nvSpPr>
          <p:cNvPr id="10" name="PPAGENT_QA|parent=radial-node-1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9A1AAF5A-1E9F-4360-B922-3FA90C190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0510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PPAGENT_QA|parent=radial-card-1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25767705-037E-4924-AA28-8696578D2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89125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PPAGENT_QA|within=radial-card-1|role=title">
            <a:extLst xmlns:a="http://schemas.openxmlformats.org/drawingml/2006/main">
              <a:ext uri="{FF2B5EF4-FFF2-40B4-BE49-F238E27FC236}">
                <a16:creationId xmlns:a16="http://schemas.microsoft.com/office/drawing/2014/main" id="{277B65CD-971D-4248-9E29-9D24660DD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891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快速响应</a:t>
            </a:r>
          </a:p>
        </p:txBody>
      </p:sp>
      <p:sp>
        <p:nvSpPr>
          <p:cNvPr id="13" name="PPAGENT_CONNECTOR|from=radial-center|fromSide=left|to=radial-node-1|toSide=right">
            <a:extLst xmlns:a="http://schemas.openxmlformats.org/drawingml/2006/main">
              <a:ext uri="{FF2B5EF4-FFF2-40B4-BE49-F238E27FC236}">
                <a16:creationId xmlns:a16="http://schemas.microsoft.com/office/drawing/2014/main" id="{B91B6043-5F82-4E6F-AEC4-1754007B7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076700" y="2270125"/>
            <a:ext cx="781050" cy="1397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  <p:sp>
        <p:nvSpPr>
          <p:cNvPr id="14" name="PPAGENT_QA|parent=radial-node-2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10F650B6-BB39-44BC-93A0-27B326428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0510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PPAGENT_QA|parent=radial-card-2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483CE078-0E55-4EE5-9AD3-79E6ADB0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889125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PPAGENT_QA|within=radial-card-2|role=title">
            <a:extLst xmlns:a="http://schemas.openxmlformats.org/drawingml/2006/main">
              <a:ext uri="{FF2B5EF4-FFF2-40B4-BE49-F238E27FC236}">
                <a16:creationId xmlns:a16="http://schemas.microsoft.com/office/drawing/2014/main" id="{093745B9-6FD8-4736-B2D8-1EEBD2638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8891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质量可控</a:t>
            </a:r>
          </a:p>
        </p:txBody>
      </p:sp>
      <p:sp>
        <p:nvSpPr>
          <p:cNvPr id="17" name="PPAGENT_CONNECTOR|from=radial-center|fromSide=right|to=radial-node-2|toSide=left">
            <a:extLst xmlns:a="http://schemas.openxmlformats.org/drawingml/2006/main">
              <a:ext uri="{FF2B5EF4-FFF2-40B4-BE49-F238E27FC236}">
                <a16:creationId xmlns:a16="http://schemas.microsoft.com/office/drawing/2014/main" id="{1E9DE282-D633-4D60-87F4-BBF7304DD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334250" y="2270125"/>
            <a:ext cx="781050" cy="1397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  <p:sp>
        <p:nvSpPr>
          <p:cNvPr id="18" name="PPAGENT_QA|parent=radial-node-3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838D611B-80AD-4F97-BBE5-18FA490BC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4480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9" name="PPAGENT_QA|parent=radial-card-3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2424495E-658E-4471-9EEC-A3E03B420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86125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0" name="PPAGENT_QA|within=radial-card-3|role=title">
            <a:extLst xmlns:a="http://schemas.openxmlformats.org/drawingml/2006/main">
              <a:ext uri="{FF2B5EF4-FFF2-40B4-BE49-F238E27FC236}">
                <a16:creationId xmlns:a16="http://schemas.microsoft.com/office/drawing/2014/main" id="{2E8056FE-5E80-431E-9218-B40453767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861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持续积累</a:t>
            </a:r>
          </a:p>
        </p:txBody>
      </p:sp>
      <p:sp>
        <p:nvSpPr>
          <p:cNvPr id="21" name="PPAGENT_CONNECTOR|from=radial-center|fromSide=left|to=radial-node-3|toSide=right">
            <a:extLst xmlns:a="http://schemas.openxmlformats.org/drawingml/2006/main">
              <a:ext uri="{FF2B5EF4-FFF2-40B4-BE49-F238E27FC236}">
                <a16:creationId xmlns:a16="http://schemas.microsoft.com/office/drawing/2014/main" id="{7DBBC450-38F3-4ED5-AA5C-19EC16F45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076700" y="3667125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  <p:sp>
        <p:nvSpPr>
          <p:cNvPr id="22" name="PPAGENT_QA|parent=radial-node-4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EB780BD4-DD36-465B-9800-499DEA2D7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480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3" name="PPAGENT_QA|parent=radial-card-4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406824DE-2A9B-47C3-B682-F70DC550F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286125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4" name="PPAGENT_QA|within=radial-card-4|role=title">
            <a:extLst xmlns:a="http://schemas.openxmlformats.org/drawingml/2006/main">
              <a:ext uri="{FF2B5EF4-FFF2-40B4-BE49-F238E27FC236}">
                <a16:creationId xmlns:a16="http://schemas.microsoft.com/office/drawing/2014/main" id="{806B79FC-84D5-4EFD-A31C-7B331ACEF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2861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资源整合</a:t>
            </a:r>
          </a:p>
        </p:txBody>
      </p:sp>
      <p:sp>
        <p:nvSpPr>
          <p:cNvPr id="25" name="PPAGENT_CONNECTOR|from=radial-center|fromSide=right|to=radial-node-4|toSide=left">
            <a:extLst xmlns:a="http://schemas.openxmlformats.org/drawingml/2006/main">
              <a:ext uri="{FF2B5EF4-FFF2-40B4-BE49-F238E27FC236}">
                <a16:creationId xmlns:a16="http://schemas.microsoft.com/office/drawing/2014/main" id="{E809393B-F803-4C67-A8AE-791693A6C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34250" y="3667125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  <p:sp>
        <p:nvSpPr>
          <p:cNvPr id="26" name="PPAGENT_QA|parent=radial-node-5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02D462C8-6C54-41C8-9796-0F306144D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8450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7" name="PPAGENT_QA|parent=radial-card-5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8E087D06-31EE-4AA3-9DA5-009E32A59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83125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8" name="PPAGENT_QA|within=radial-card-5|role=title">
            <a:extLst xmlns:a="http://schemas.openxmlformats.org/drawingml/2006/main">
              <a:ext uri="{FF2B5EF4-FFF2-40B4-BE49-F238E27FC236}">
                <a16:creationId xmlns:a16="http://schemas.microsoft.com/office/drawing/2014/main" id="{64F851B6-E867-4615-AABC-9AEE0676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831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跨域协作</a:t>
            </a:r>
          </a:p>
        </p:txBody>
      </p:sp>
      <p:sp>
        <p:nvSpPr>
          <p:cNvPr id="29" name="PPAGENT_CONNECTOR|from=radial-center|fromSide=left|to=radial-node-5|toSide=right">
            <a:extLst xmlns:a="http://schemas.openxmlformats.org/drawingml/2006/main">
              <a:ext uri="{FF2B5EF4-FFF2-40B4-BE49-F238E27FC236}">
                <a16:creationId xmlns:a16="http://schemas.microsoft.com/office/drawing/2014/main" id="{57EDFC38-A648-461A-91E0-1D2D6D74A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076700" y="3667125"/>
            <a:ext cx="781050" cy="1397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  <p:sp>
        <p:nvSpPr>
          <p:cNvPr id="30" name="PPAGENT_QA|parent=radial-node-6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5C6F3F2F-6D3A-4A58-8906-0E5BADE23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8450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31" name="PPAGENT_QA|parent=radial-card-6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2C08AA31-623D-4F09-86F1-480C5D01E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683125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2" name="PPAGENT_QA|within=radial-card-6|role=title">
            <a:extLst xmlns:a="http://schemas.openxmlformats.org/drawingml/2006/main">
              <a:ext uri="{FF2B5EF4-FFF2-40B4-BE49-F238E27FC236}">
                <a16:creationId xmlns:a16="http://schemas.microsoft.com/office/drawing/2014/main" id="{74E7DBCD-3867-42C6-A58A-7D126D55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6831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风险识别</a:t>
            </a:r>
          </a:p>
        </p:txBody>
      </p:sp>
      <p:sp>
        <p:nvSpPr>
          <p:cNvPr id="33" name="PPAGENT_CONNECTOR|from=radial-center|fromSide=right|to=radial-node-6|toSide=left">
            <a:extLst xmlns:a="http://schemas.openxmlformats.org/drawingml/2006/main">
              <a:ext uri="{FF2B5EF4-FFF2-40B4-BE49-F238E27FC236}">
                <a16:creationId xmlns:a16="http://schemas.microsoft.com/office/drawing/2014/main" id="{B14135EA-131E-4422-9AB2-691E70E5B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34250" y="3667125"/>
            <a:ext cx="781050" cy="1397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984196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EBDED95-B9DC-470C-9A65-1BC7B8F1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中心辐射关系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DA0A69-12FB-432D-A967-41A99C7C4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中心主题 · 多向展开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C53062-7343-4F8A-904E-8B73E507F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71675"/>
            <a:ext cx="3390900" cy="3390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E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F87E2F-75EF-415B-A428-60D7C8F83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00275"/>
            <a:ext cx="2933700" cy="2933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7D8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5" name="PPAGENT_QA|parent=radial-center|domains=radial-shape,radial-content">
            <a:extLst xmlns:a="http://schemas.openxmlformats.org/drawingml/2006/main">
              <a:ext uri="{FF2B5EF4-FFF2-40B4-BE49-F238E27FC236}">
                <a16:creationId xmlns:a16="http://schemas.microsoft.com/office/drawing/2014/main" id="{E0293457-2795-4255-9743-57716E96A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28875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协同能力</a:t>
            </a:r>
          </a:p>
        </p:txBody>
      </p:sp>
      <p:sp>
        <p:nvSpPr>
          <p:cNvPr id="6" name="PPAGENT_QA|parent=radial-node-0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12F049E3-26C0-45F1-9362-C572A9E7A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8764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PPAGENT_QA|parent=radial-card-0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877FE00E-76E3-44FD-B197-A29D6824F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PPAGENT_QA|within=radial-card-0|role=title">
            <a:extLst xmlns:a="http://schemas.openxmlformats.org/drawingml/2006/main">
              <a:ext uri="{FF2B5EF4-FFF2-40B4-BE49-F238E27FC236}">
                <a16:creationId xmlns:a16="http://schemas.microsoft.com/office/drawing/2014/main" id="{C989E7CE-2A15-422C-8BDA-D9B04B188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统一标准</a:t>
            </a:r>
          </a:p>
        </p:txBody>
      </p:sp>
      <p:sp>
        <p:nvSpPr>
          <p:cNvPr id="9" name="PPAGENT_CONNECTOR|from=radial-center|fromSide=left|to=radial-node-0|toSide=right">
            <a:extLst xmlns:a="http://schemas.openxmlformats.org/drawingml/2006/main">
              <a:ext uri="{FF2B5EF4-FFF2-40B4-BE49-F238E27FC236}">
                <a16:creationId xmlns:a16="http://schemas.microsoft.com/office/drawing/2014/main" id="{A8590677-3A09-4F7C-8176-8B4825792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076700" y="2095500"/>
            <a:ext cx="781050" cy="1571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  <p:sp>
        <p:nvSpPr>
          <p:cNvPr id="10" name="PPAGENT_QA|parent=radial-node-1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AF293A40-CCE9-414A-9898-46A98D47A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8764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PPAGENT_QA|parent=radial-card-1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F3D977B6-4EE3-40ED-8C44-D0AB91639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714500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PPAGENT_QA|within=radial-card-1|role=title">
            <a:extLst xmlns:a="http://schemas.openxmlformats.org/drawingml/2006/main">
              <a:ext uri="{FF2B5EF4-FFF2-40B4-BE49-F238E27FC236}">
                <a16:creationId xmlns:a16="http://schemas.microsoft.com/office/drawing/2014/main" id="{4D4FEF38-4E3E-4D2A-A57A-A684D208E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7145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快速响应</a:t>
            </a:r>
          </a:p>
        </p:txBody>
      </p:sp>
      <p:sp>
        <p:nvSpPr>
          <p:cNvPr id="13" name="PPAGENT_CONNECTOR|from=radial-center|fromSide=right|to=radial-node-1|toSide=left">
            <a:extLst xmlns:a="http://schemas.openxmlformats.org/drawingml/2006/main">
              <a:ext uri="{FF2B5EF4-FFF2-40B4-BE49-F238E27FC236}">
                <a16:creationId xmlns:a16="http://schemas.microsoft.com/office/drawing/2014/main" id="{A0584843-6B87-4C58-AC56-F358779BC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334250" y="2095500"/>
            <a:ext cx="781050" cy="1571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  <p:sp>
        <p:nvSpPr>
          <p:cNvPr id="14" name="PPAGENT_QA|parent=radial-node-2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7172E4C2-75C1-45EF-B3A7-FDEDD9237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9241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PPAGENT_QA|parent=radial-card-2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72B714D6-2665-4616-8F09-34BCA2F47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62250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PPAGENT_QA|within=radial-card-2|role=title">
            <a:extLst xmlns:a="http://schemas.openxmlformats.org/drawingml/2006/main">
              <a:ext uri="{FF2B5EF4-FFF2-40B4-BE49-F238E27FC236}">
                <a16:creationId xmlns:a16="http://schemas.microsoft.com/office/drawing/2014/main" id="{12529F03-A590-4A51-80C7-5D8B30F42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62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质量可控</a:t>
            </a:r>
          </a:p>
        </p:txBody>
      </p:sp>
      <p:sp>
        <p:nvSpPr>
          <p:cNvPr id="17" name="PPAGENT_CONNECTOR|from=radial-center|fromSide=left|to=radial-node-2|toSide=right">
            <a:extLst xmlns:a="http://schemas.openxmlformats.org/drawingml/2006/main">
              <a:ext uri="{FF2B5EF4-FFF2-40B4-BE49-F238E27FC236}">
                <a16:creationId xmlns:a16="http://schemas.microsoft.com/office/drawing/2014/main" id="{2EB776ED-787A-42E9-BD1C-F857ED804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076700" y="3143250"/>
            <a:ext cx="781050" cy="523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  <p:sp>
        <p:nvSpPr>
          <p:cNvPr id="18" name="PPAGENT_QA|parent=radial-node-3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B74BB642-100A-4102-BB14-F06480509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9241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9" name="PPAGENT_QA|parent=radial-card-3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DD7846CD-A33A-48EF-B182-2607D4670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762250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0" name="PPAGENT_QA|within=radial-card-3|role=title">
            <a:extLst xmlns:a="http://schemas.openxmlformats.org/drawingml/2006/main">
              <a:ext uri="{FF2B5EF4-FFF2-40B4-BE49-F238E27FC236}">
                <a16:creationId xmlns:a16="http://schemas.microsoft.com/office/drawing/2014/main" id="{DB21FFC5-B865-48B2-A820-A1E5EAB4F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762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持续积累</a:t>
            </a:r>
          </a:p>
        </p:txBody>
      </p:sp>
      <p:sp>
        <p:nvSpPr>
          <p:cNvPr id="21" name="PPAGENT_CONNECTOR|from=radial-center|fromSide=right|to=radial-node-3|toSide=left">
            <a:extLst xmlns:a="http://schemas.openxmlformats.org/drawingml/2006/main">
              <a:ext uri="{FF2B5EF4-FFF2-40B4-BE49-F238E27FC236}">
                <a16:creationId xmlns:a16="http://schemas.microsoft.com/office/drawing/2014/main" id="{A2F9C4CD-8EF8-4A6D-9388-B1CFB8084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334250" y="3143250"/>
            <a:ext cx="781050" cy="523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  <p:sp>
        <p:nvSpPr>
          <p:cNvPr id="22" name="PPAGENT_QA|parent=radial-node-4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94D3BA0B-78B7-4AFF-8EBB-A8BF53AE1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9719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3" name="PPAGENT_QA|parent=radial-card-4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CDDD9FA3-D0E8-400F-9004-4730551FF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10000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4" name="PPAGENT_QA|within=radial-card-4|role=title">
            <a:extLst xmlns:a="http://schemas.openxmlformats.org/drawingml/2006/main">
              <a:ext uri="{FF2B5EF4-FFF2-40B4-BE49-F238E27FC236}">
                <a16:creationId xmlns:a16="http://schemas.microsoft.com/office/drawing/2014/main" id="{D2EA0D29-6ABD-42EB-A938-BA61CBA13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100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资源整合</a:t>
            </a:r>
          </a:p>
        </p:txBody>
      </p:sp>
      <p:sp>
        <p:nvSpPr>
          <p:cNvPr id="25" name="PPAGENT_CONNECTOR|from=radial-center|fromSide=left|to=radial-node-4|toSide=right">
            <a:extLst xmlns:a="http://schemas.openxmlformats.org/drawingml/2006/main">
              <a:ext uri="{FF2B5EF4-FFF2-40B4-BE49-F238E27FC236}">
                <a16:creationId xmlns:a16="http://schemas.microsoft.com/office/drawing/2014/main" id="{4B18665E-B218-43A2-9C79-3B8ECC69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076700" y="3667125"/>
            <a:ext cx="781050" cy="523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  <p:sp>
        <p:nvSpPr>
          <p:cNvPr id="26" name="PPAGENT_QA|parent=radial-node-5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1052BFA5-07DF-4491-B83B-09C766E4E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9719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7" name="PPAGENT_QA|parent=radial-card-5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5BD645FE-95C6-444B-B1F8-BDD055CF1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810000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8" name="PPAGENT_QA|within=radial-card-5|role=title">
            <a:extLst xmlns:a="http://schemas.openxmlformats.org/drawingml/2006/main">
              <a:ext uri="{FF2B5EF4-FFF2-40B4-BE49-F238E27FC236}">
                <a16:creationId xmlns:a16="http://schemas.microsoft.com/office/drawing/2014/main" id="{521BA9C6-EA16-49E8-9586-93D34FB44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8100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跨域协作</a:t>
            </a:r>
          </a:p>
        </p:txBody>
      </p:sp>
      <p:sp>
        <p:nvSpPr>
          <p:cNvPr id="29" name="PPAGENT_CONNECTOR|from=radial-center|fromSide=right|to=radial-node-5|toSide=left">
            <a:extLst xmlns:a="http://schemas.openxmlformats.org/drawingml/2006/main">
              <a:ext uri="{FF2B5EF4-FFF2-40B4-BE49-F238E27FC236}">
                <a16:creationId xmlns:a16="http://schemas.microsoft.com/office/drawing/2014/main" id="{6BD0141A-7BE0-4935-8624-0C0025883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34250" y="3667125"/>
            <a:ext cx="781050" cy="523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  <p:sp>
        <p:nvSpPr>
          <p:cNvPr id="30" name="PPAGENT_QA|parent=radial-node-6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F03D8F7C-A452-4663-8CDF-DE9B4B7D7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0196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31" name="PPAGENT_QA|parent=radial-card-6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8953443C-1FC4-4371-99BC-A9C20507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57750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2" name="PPAGENT_QA|within=radial-card-6|role=title">
            <a:extLst xmlns:a="http://schemas.openxmlformats.org/drawingml/2006/main">
              <a:ext uri="{FF2B5EF4-FFF2-40B4-BE49-F238E27FC236}">
                <a16:creationId xmlns:a16="http://schemas.microsoft.com/office/drawing/2014/main" id="{C4AB97C9-4F00-4859-8BA9-9B4197255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577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风险识别</a:t>
            </a:r>
          </a:p>
        </p:txBody>
      </p:sp>
      <p:sp>
        <p:nvSpPr>
          <p:cNvPr id="33" name="PPAGENT_CONNECTOR|from=radial-center|fromSide=left|to=radial-node-6|toSide=right">
            <a:extLst xmlns:a="http://schemas.openxmlformats.org/drawingml/2006/main">
              <a:ext uri="{FF2B5EF4-FFF2-40B4-BE49-F238E27FC236}">
                <a16:creationId xmlns:a16="http://schemas.microsoft.com/office/drawing/2014/main" id="{98AB1C9F-41DE-4986-8765-D9E656250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076700" y="3667125"/>
            <a:ext cx="781050" cy="1571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  <p:sp>
        <p:nvSpPr>
          <p:cNvPr id="34" name="PPAGENT_QA|parent=radial-node-7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0408A04D-E6D4-4CA5-9D5C-6D56BE4AE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0196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35" name="PPAGENT_QA|parent=radial-card-7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0345A847-8D79-4962-816F-1CF6B483B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857750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6" name="PPAGENT_QA|within=radial-card-7|role=title">
            <a:extLst xmlns:a="http://schemas.openxmlformats.org/drawingml/2006/main">
              <a:ext uri="{FF2B5EF4-FFF2-40B4-BE49-F238E27FC236}">
                <a16:creationId xmlns:a16="http://schemas.microsoft.com/office/drawing/2014/main" id="{002B342E-7E51-446A-9DD4-98834998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8577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成果复用</a:t>
            </a:r>
          </a:p>
        </p:txBody>
      </p:sp>
      <p:sp>
        <p:nvSpPr>
          <p:cNvPr id="37" name="PPAGENT_CONNECTOR|from=radial-center|fromSide=right|to=radial-node-7|toSide=left">
            <a:extLst xmlns:a="http://schemas.openxmlformats.org/drawingml/2006/main">
              <a:ext uri="{FF2B5EF4-FFF2-40B4-BE49-F238E27FC236}">
                <a16:creationId xmlns:a16="http://schemas.microsoft.com/office/drawing/2014/main" id="{92D59C67-B8AA-458F-982E-324CDB24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34250" y="3667125"/>
            <a:ext cx="781050" cy="1571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12314456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2026-08-15T13:33:19.8560000Z</dcterms:created>
  <dcterms:modified xsi:type="dcterms:W3CDTF">2026-08-15T13:33:19.8560000Z</dcterms:modified>
</coreProperties>
</file>