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e9bbca70ed4edb" /><Relationship Type="http://schemas.openxmlformats.org/officeDocument/2006/relationships/extended-properties" Target="/docProps/app.xml" Id="Rfc90f67b06c749f7" /><Relationship Type="http://schemas.openxmlformats.org/officeDocument/2006/relationships/officeDocument" Target="/ppt/presentation.xml" Id="R7b2a70917d124e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84548bf640483b"/>
  </p:sldMasterIdLst>
  <p:notesMasterIdLst>
    <p:notesMasterId xmlns:r="http://schemas.openxmlformats.org/officeDocument/2006/relationships" r:id="R33c62356fc014ea2"/>
  </p:notesMasterIdLst>
  <p:sldIdLst>
    <p:sldId xmlns:r="http://schemas.openxmlformats.org/officeDocument/2006/relationships" id="256" r:id="Rd6656a83297342e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8cd29a145b4e26" /><Relationship Type="http://schemas.openxmlformats.org/officeDocument/2006/relationships/slideMaster" Target="/ppt/slideMasters/slideMaster1.xml" Id="R8684548bf640483b" /><Relationship Type="http://schemas.openxmlformats.org/officeDocument/2006/relationships/notesMaster" Target="/ppt/notesMasters/notesMaster1.xml" Id="R33c62356fc014ea2" /><Relationship Type="http://schemas.openxmlformats.org/officeDocument/2006/relationships/presProps" Target="/ppt/presProps.xml" Id="R20602cd67993463c" /><Relationship Type="http://schemas.openxmlformats.org/officeDocument/2006/relationships/tableStyles" Target="/ppt/tableStyles.xml" Id="R91de6827511d4d66" /><Relationship Type="http://schemas.openxmlformats.org/officeDocument/2006/relationships/slide" Target="/ppt/slides/slide1.xml" Id="Rd6656a83297342e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8339c05c5846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5bb62f2be7f413e" /><Relationship Type="http://schemas.openxmlformats.org/officeDocument/2006/relationships/notesMaster" Target="/ppt/notesMasters/notesMaster1.xml" Id="R4a5fb161ea8640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669da8394945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487f8ff1c854b0a" /><Relationship Type="http://schemas.openxmlformats.org/officeDocument/2006/relationships/slideLayout" Target="/ppt/slideLayouts/slideLayout1.xml" Id="Rdce9d2fa72784a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e9d2fa72784a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1db060d004a9f" /><Relationship Type="http://schemas.openxmlformats.org/officeDocument/2006/relationships/notesSlide" Target="/ppt/notesSlides/notesSlide1.xml" Id="R9cf381b92a0c44b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DDD04D-C77E-4807-9EFD-354CC25D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中心辐射关系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0AD40-E17A-47A2-8D9D-E2783DA72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C8A9A"/>
                </a:solidFill>
                <a:latin typeface="Microsoft YaHei"/>
                <a:ea typeface="Microsoft YaHei"/>
                <a:cs typeface="Microsoft YaHei"/>
              </a:rPr>
              <a:t>中心主题 · 多向展开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CA61C-6F69-4BA7-9F0C-C8AA16DE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71675"/>
            <a:ext cx="3390900" cy="3390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E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AAF5EE-1EC6-4334-9D5B-56DF81F8A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00275"/>
            <a:ext cx="2933700" cy="2933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D8F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5" name="PPAGENT_QA|parent=radial-center|domains=radial-shape,radial-content">
            <a:extLst xmlns:a="http://schemas.openxmlformats.org/drawingml/2006/main">
              <a:ext uri="{FF2B5EF4-FFF2-40B4-BE49-F238E27FC236}">
                <a16:creationId xmlns:a16="http://schemas.microsoft.com/office/drawing/2014/main" id="{E030A16F-85FD-4E71-842C-F4F72689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428875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  <p:txBody>
          <a:bodyPr xmlns:a="http://schemas.openxmlformats.org/drawingml/2006/main" lIns="114300" tIns="76200" rIns="114300" bIns="762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协同能力</a:t>
            </a:r>
          </a:p>
        </p:txBody>
      </p:sp>
      <p:sp>
        <p:nvSpPr>
          <p:cNvPr id="6" name="PPAGENT_QA|parent=radial-node-0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BB71ED1C-95B4-46CC-91D3-293E1E456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PPAGENT_QA|parent=radial-card-0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90B1C291-67F8-4B51-92B4-F1816932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PPAGENT_QA|within=radial-card-0|role=title">
            <a:extLst xmlns:a="http://schemas.openxmlformats.org/drawingml/2006/main">
              <a:ext uri="{FF2B5EF4-FFF2-40B4-BE49-F238E27FC236}">
                <a16:creationId xmlns:a16="http://schemas.microsoft.com/office/drawing/2014/main" id="{969E96B8-15E3-452A-82EB-DF82BDE0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38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统一标准</a:t>
            </a:r>
          </a:p>
        </p:txBody>
      </p:sp>
      <p:sp>
        <p:nvSpPr>
          <p:cNvPr id="9" name="PPAGENT_QA|within=radial-card-0|role=body">
            <a:extLst xmlns:a="http://schemas.openxmlformats.org/drawingml/2006/main">
              <a:ext uri="{FF2B5EF4-FFF2-40B4-BE49-F238E27FC236}">
                <a16:creationId xmlns:a16="http://schemas.microsoft.com/office/drawing/2014/main" id="{BCF37FA1-BF34-4E2A-A100-4F7DB9FE4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52700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将共同原则转成稳定、可执行的规则</a:t>
            </a:r>
          </a:p>
        </p:txBody>
      </p:sp>
      <p:sp>
        <p:nvSpPr>
          <p:cNvPr id="10" name="PPAGENT_CONNECTOR|from=radial-center|fromSide=left|to=radial-node-0|toSide=right">
            <a:extLst xmlns:a="http://schemas.openxmlformats.org/drawingml/2006/main">
              <a:ext uri="{FF2B5EF4-FFF2-40B4-BE49-F238E27FC236}">
                <a16:creationId xmlns:a16="http://schemas.microsoft.com/office/drawing/2014/main" id="{6FDE4008-ACE7-4F48-B5A3-81C65A1D0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076700" y="261937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1" name="PPAGENT_QA|parent=radial-node-1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4BF639C4-9985-4862-96DE-AC7B6AFA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PPAGENT_QA|parent=radial-card-1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7E17D9BD-C87E-4B91-8093-5489460E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PPAGENT_QA|within=radial-card-1|role=title">
            <a:extLst xmlns:a="http://schemas.openxmlformats.org/drawingml/2006/main">
              <a:ext uri="{FF2B5EF4-FFF2-40B4-BE49-F238E27FC236}">
                <a16:creationId xmlns:a16="http://schemas.microsoft.com/office/drawing/2014/main" id="{B5ED5C46-C137-4ECB-ABB4-7995A399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238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快速响应</a:t>
            </a:r>
          </a:p>
        </p:txBody>
      </p:sp>
      <p:sp>
        <p:nvSpPr>
          <p:cNvPr id="14" name="PPAGENT_QA|within=radial-card-1|role=body">
            <a:extLst xmlns:a="http://schemas.openxmlformats.org/drawingml/2006/main">
              <a:ext uri="{FF2B5EF4-FFF2-40B4-BE49-F238E27FC236}">
                <a16:creationId xmlns:a16="http://schemas.microsoft.com/office/drawing/2014/main" id="{431DB254-BB54-41F3-936E-F29848F3C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552700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减少重复判断，让常见需求直接复用</a:t>
            </a:r>
          </a:p>
        </p:txBody>
      </p:sp>
      <p:sp>
        <p:nvSpPr>
          <p:cNvPr id="15" name="PPAGENT_CONNECTOR|from=radial-center|fromSide=right|to=radial-node-1|toSide=left">
            <a:extLst xmlns:a="http://schemas.openxmlformats.org/drawingml/2006/main">
              <a:ext uri="{FF2B5EF4-FFF2-40B4-BE49-F238E27FC236}">
                <a16:creationId xmlns:a16="http://schemas.microsoft.com/office/drawing/2014/main" id="{520B8254-77A9-4AEA-91C2-AE5C82F77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61937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16" name="PPAGENT_QA|parent=radial-node-2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830E21D3-3A86-489B-B6EF-E65BA52D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95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CBD1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PPAGENT_QA|parent=radial-card-2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0390A31E-4326-4D7E-92E5-3DA65CF2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PPAGENT_QA|within=radial-card-2|role=title">
            <a:extLst xmlns:a="http://schemas.openxmlformats.org/drawingml/2006/main">
              <a:ext uri="{FF2B5EF4-FFF2-40B4-BE49-F238E27FC236}">
                <a16:creationId xmlns:a16="http://schemas.microsoft.com/office/drawing/2014/main" id="{458248E6-4EF9-490D-B5FA-92E85A2C5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338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质量可控</a:t>
            </a:r>
          </a:p>
        </p:txBody>
      </p:sp>
      <p:sp>
        <p:nvSpPr>
          <p:cNvPr id="19" name="PPAGENT_QA|within=radial-card-2|role=body">
            <a:extLst xmlns:a="http://schemas.openxmlformats.org/drawingml/2006/main">
              <a:ext uri="{FF2B5EF4-FFF2-40B4-BE49-F238E27FC236}">
                <a16:creationId xmlns:a16="http://schemas.microsoft.com/office/drawing/2014/main" id="{3F871FD9-36D4-42C6-83C1-DC62301A4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48200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在交付之前识别容量和几何风险</a:t>
            </a:r>
          </a:p>
        </p:txBody>
      </p:sp>
      <p:sp>
        <p:nvSpPr>
          <p:cNvPr id="20" name="PPAGENT_CONNECTOR|from=radial-center|fromSide=left|to=radial-node-2|toSide=right">
            <a:extLst xmlns:a="http://schemas.openxmlformats.org/drawingml/2006/main">
              <a:ext uri="{FF2B5EF4-FFF2-40B4-BE49-F238E27FC236}">
                <a16:creationId xmlns:a16="http://schemas.microsoft.com/office/drawing/2014/main" id="{CCD41D10-072F-400D-BA6B-5E931ED4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076700" y="366712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  <p:sp>
        <p:nvSpPr>
          <p:cNvPr id="21" name="PPAGENT_QA|parent=radial-node-3|domains=radial-shape">
            <a:extLst xmlns:a="http://schemas.openxmlformats.org/drawingml/2006/main">
              <a:ext uri="{FF2B5EF4-FFF2-40B4-BE49-F238E27FC236}">
                <a16:creationId xmlns:a16="http://schemas.microsoft.com/office/drawing/2014/main" id="{C14EA1DC-6666-4AA2-8E81-0433859D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958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8D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PPAGENT_QA|parent=radial-card-3|domains=radial-content">
            <a:extLst xmlns:a="http://schemas.openxmlformats.org/drawingml/2006/main">
              <a:ext uri="{FF2B5EF4-FFF2-40B4-BE49-F238E27FC236}">
                <a16:creationId xmlns:a16="http://schemas.microsoft.com/office/drawing/2014/main" id="{80B6DA1F-121A-4601-9641-64057A4B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33875"/>
            <a:ext cx="2857500" cy="762000"/>
          </a:xfrm>
          <a:prstGeom xmlns:a="http://schemas.openxmlformats.org/drawingml/2006/main" prst="roundRect">
            <a:avLst>
              <a:gd name="adj" fmla="val 15000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3" name="PPAGENT_QA|within=radial-card-3|role=title">
            <a:extLst xmlns:a="http://schemas.openxmlformats.org/drawingml/2006/main">
              <a:ext uri="{FF2B5EF4-FFF2-40B4-BE49-F238E27FC236}">
                <a16:creationId xmlns:a16="http://schemas.microsoft.com/office/drawing/2014/main" id="{A01475E7-A392-4D28-951C-A5881402C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338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持续积累</a:t>
            </a:r>
          </a:p>
        </p:txBody>
      </p:sp>
      <p:sp>
        <p:nvSpPr>
          <p:cNvPr id="24" name="PPAGENT_QA|within=radial-card-3|role=body">
            <a:extLst xmlns:a="http://schemas.openxmlformats.org/drawingml/2006/main">
              <a:ext uri="{FF2B5EF4-FFF2-40B4-BE49-F238E27FC236}">
                <a16:creationId xmlns:a16="http://schemas.microsoft.com/office/drawing/2014/main" id="{A4AB5482-0C66-44D4-B75B-67DD02F7D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48200"/>
            <a:ext cx="2857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  <a:cs typeface="Microsoft YaHei"/>
              </a:rPr>
              <a:t>把一次作品沉淀为下一次可调用能力</a:t>
            </a:r>
          </a:p>
        </p:txBody>
      </p:sp>
      <p:sp>
        <p:nvSpPr>
          <p:cNvPr id="25" name="PPAGENT_CONNECTOR|from=radial-center|fromSide=right|to=radial-node-3|toSide=left">
            <a:extLst xmlns:a="http://schemas.openxmlformats.org/drawingml/2006/main">
              <a:ext uri="{FF2B5EF4-FFF2-40B4-BE49-F238E27FC236}">
                <a16:creationId xmlns:a16="http://schemas.microsoft.com/office/drawing/2014/main" id="{089199B7-58D4-4473-B986-FE60AB3D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3667125"/>
            <a:ext cx="781050" cy="104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7CCE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682079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2026-08-11T11:43:44.9140000Z</dcterms:created>
  <dcterms:modified xsi:type="dcterms:W3CDTF">2026-08-11T11:43:44.9140000Z</dcterms:modified>
</coreProperties>
</file>