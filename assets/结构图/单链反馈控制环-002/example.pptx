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55c14e2f8b4550" /><Relationship Type="http://schemas.openxmlformats.org/officeDocument/2006/relationships/extended-properties" Target="/docProps/app.xml" Id="R520f7be3ae4c45cf" /><Relationship Type="http://schemas.openxmlformats.org/officeDocument/2006/relationships/officeDocument" Target="/ppt/presentation.xml" Id="R3ecccbc2d3f94f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5f7be27c5d44a3"/>
  </p:sldMasterIdLst>
  <p:notesMasterIdLst>
    <p:notesMasterId xmlns:r="http://schemas.openxmlformats.org/officeDocument/2006/relationships" r:id="Ree2b99b19d3048ad"/>
  </p:notesMasterIdLst>
  <p:sldIdLst>
    <p:sldId xmlns:r="http://schemas.openxmlformats.org/officeDocument/2006/relationships" id="256" r:id="R0b20000d6830403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437c9f5c0fa40a5" /><Relationship Type="http://schemas.openxmlformats.org/officeDocument/2006/relationships/slideMaster" Target="/ppt/slideMasters/slideMaster1.xml" Id="R005f7be27c5d44a3" /><Relationship Type="http://schemas.openxmlformats.org/officeDocument/2006/relationships/notesMaster" Target="/ppt/notesMasters/notesMaster1.xml" Id="Ree2b99b19d3048ad" /><Relationship Type="http://schemas.openxmlformats.org/officeDocument/2006/relationships/presProps" Target="/ppt/presProps.xml" Id="R8822d500356a4af1" /><Relationship Type="http://schemas.openxmlformats.org/officeDocument/2006/relationships/tableStyles" Target="/ppt/tableStyles.xml" Id="R10e90d7c87be438e" /><Relationship Type="http://schemas.openxmlformats.org/officeDocument/2006/relationships/slide" Target="/ppt/slides/slide1.xml" Id="R0b20000d683040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e17383f02942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76200" dir="5400000">
              <a:srgbClr val="2A4F7F">
                <a:alpha val="10000"/>
              </a:srgbClr>
            </a:outerShdw>
          </a:effectLst>
        </a:effectStyle>
        <a:effectStyle>
          <a:effectLst>
            <a:outerShdw blurRad="142875" dist="66675" dir="5400000">
              <a:srgbClr val="284D7E">
                <a:alpha val="17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3597b47b4648a5" /><Relationship Type="http://schemas.openxmlformats.org/officeDocument/2006/relationships/notesMaster" Target="/ppt/notesMasters/notesMaster1.xml" Id="R829e41147a684d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16e082110843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afaa59bd4d44896" /><Relationship Type="http://schemas.openxmlformats.org/officeDocument/2006/relationships/slideLayout" Target="/ppt/slideLayouts/slideLayout1.xml" Id="R9ae27be110d840d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e27be110d840d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76200" dir="5400000">
              <a:srgbClr val="2A4F7F">
                <a:alpha val="10000"/>
              </a:srgbClr>
            </a:outerShdw>
          </a:effectLst>
        </a:effectStyle>
        <a:effectStyle>
          <a:effectLst>
            <a:outerShdw blurRad="142875" dist="66675" dir="5400000">
              <a:srgbClr val="284D7E">
                <a:alpha val="17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d4391855a64e8e" /><Relationship Type="http://schemas.openxmlformats.org/officeDocument/2006/relationships/notesSlide" Target="/ppt/notesSlides/notesSlide1.xml" Id="Rc6595a9e04e44fc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forward-zone">
            <a:extLst xmlns:a="http://schemas.openxmlformats.org/drawingml/2006/main">
              <a:ext uri="{FF2B5EF4-FFF2-40B4-BE49-F238E27FC236}">
                <a16:creationId xmlns:a16="http://schemas.microsoft.com/office/drawing/2014/main" id="{584043A2-5AAD-4136-8B1C-C32C41FA9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1581150"/>
            <a:ext cx="11144250" cy="2686050"/>
          </a:xfrm>
          <a:prstGeom xmlns:a="http://schemas.openxmlformats.org/drawingml/2006/main" prst="roundRect">
            <a:avLst>
              <a:gd name="adj" fmla="val 7092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5EBF2"/>
            </a:solidFill>
            <a:prstDash val="solid"/>
          </a:ln>
        </p:spPr>
      </p:sp>
      <p:sp>
        <p:nvSpPr>
          <p:cNvPr id="2" name="forward-halo">
            <a:extLst xmlns:a="http://schemas.openxmlformats.org/drawingml/2006/main">
              <a:ext uri="{FF2B5EF4-FFF2-40B4-BE49-F238E27FC236}">
                <a16:creationId xmlns:a16="http://schemas.microsoft.com/office/drawing/2014/main" id="{E7F07572-4DCF-472F-AE1F-C9F64CAC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3429000"/>
            <a:ext cx="9144000" cy="9525"/>
          </a:xfrm>
          <a:custGeom xmlns:a="http://schemas.openxmlformats.org/drawingml/2006/main">
            <a:pathLst>
              <a:path w="9144000" h="9525">
                <a:moveTo>
                  <a:pt x="0" y="0"/>
                </a:moveTo>
                <a:lnTo>
                  <a:pt x="38100" y="0"/>
                </a:lnTo>
                <a:lnTo>
                  <a:pt x="76200" y="0"/>
                </a:lnTo>
                <a:lnTo>
                  <a:pt x="114300" y="0"/>
                </a:lnTo>
                <a:lnTo>
                  <a:pt x="152400" y="0"/>
                </a:lnTo>
                <a:lnTo>
                  <a:pt x="190500" y="0"/>
                </a:lnTo>
                <a:lnTo>
                  <a:pt x="228600" y="0"/>
                </a:lnTo>
                <a:lnTo>
                  <a:pt x="266700" y="0"/>
                </a:lnTo>
                <a:lnTo>
                  <a:pt x="304800" y="0"/>
                </a:lnTo>
                <a:lnTo>
                  <a:pt x="342900" y="0"/>
                </a:lnTo>
                <a:lnTo>
                  <a:pt x="381000" y="0"/>
                </a:lnTo>
                <a:lnTo>
                  <a:pt x="419100" y="0"/>
                </a:lnTo>
                <a:lnTo>
                  <a:pt x="457200" y="0"/>
                </a:lnTo>
                <a:lnTo>
                  <a:pt x="495300" y="0"/>
                </a:lnTo>
                <a:lnTo>
                  <a:pt x="533400" y="0"/>
                </a:lnTo>
                <a:lnTo>
                  <a:pt x="571500" y="0"/>
                </a:lnTo>
                <a:lnTo>
                  <a:pt x="609600" y="0"/>
                </a:lnTo>
                <a:lnTo>
                  <a:pt x="647700" y="0"/>
                </a:lnTo>
                <a:lnTo>
                  <a:pt x="685800" y="0"/>
                </a:lnTo>
                <a:lnTo>
                  <a:pt x="723900" y="0"/>
                </a:lnTo>
                <a:lnTo>
                  <a:pt x="762000" y="0"/>
                </a:lnTo>
                <a:lnTo>
                  <a:pt x="800100" y="0"/>
                </a:lnTo>
                <a:lnTo>
                  <a:pt x="838200" y="0"/>
                </a:lnTo>
                <a:lnTo>
                  <a:pt x="876300" y="0"/>
                </a:lnTo>
                <a:lnTo>
                  <a:pt x="914400" y="0"/>
                </a:lnTo>
                <a:lnTo>
                  <a:pt x="952500" y="0"/>
                </a:lnTo>
                <a:lnTo>
                  <a:pt x="990600" y="0"/>
                </a:lnTo>
                <a:lnTo>
                  <a:pt x="1028700" y="0"/>
                </a:lnTo>
                <a:lnTo>
                  <a:pt x="1066800" y="0"/>
                </a:lnTo>
                <a:lnTo>
                  <a:pt x="1104900" y="0"/>
                </a:lnTo>
                <a:lnTo>
                  <a:pt x="1143000" y="0"/>
                </a:lnTo>
                <a:lnTo>
                  <a:pt x="1181100" y="0"/>
                </a:lnTo>
                <a:lnTo>
                  <a:pt x="1219200" y="0"/>
                </a:lnTo>
                <a:lnTo>
                  <a:pt x="1257300" y="0"/>
                </a:lnTo>
                <a:lnTo>
                  <a:pt x="1295400" y="0"/>
                </a:lnTo>
                <a:lnTo>
                  <a:pt x="1333500" y="0"/>
                </a:lnTo>
                <a:lnTo>
                  <a:pt x="1371600" y="0"/>
                </a:lnTo>
                <a:lnTo>
                  <a:pt x="1409700" y="0"/>
                </a:lnTo>
                <a:lnTo>
                  <a:pt x="1447800" y="0"/>
                </a:lnTo>
                <a:lnTo>
                  <a:pt x="1485900" y="0"/>
                </a:lnTo>
                <a:lnTo>
                  <a:pt x="1524000" y="0"/>
                </a:lnTo>
                <a:lnTo>
                  <a:pt x="1562100" y="0"/>
                </a:lnTo>
                <a:lnTo>
                  <a:pt x="1600200" y="0"/>
                </a:lnTo>
                <a:lnTo>
                  <a:pt x="1638300" y="0"/>
                </a:lnTo>
                <a:lnTo>
                  <a:pt x="1676400" y="0"/>
                </a:lnTo>
                <a:lnTo>
                  <a:pt x="1714500" y="0"/>
                </a:lnTo>
                <a:lnTo>
                  <a:pt x="1752600" y="0"/>
                </a:lnTo>
                <a:lnTo>
                  <a:pt x="1790700" y="0"/>
                </a:lnTo>
                <a:lnTo>
                  <a:pt x="1828800" y="0"/>
                </a:lnTo>
                <a:lnTo>
                  <a:pt x="1866900" y="0"/>
                </a:lnTo>
                <a:lnTo>
                  <a:pt x="1905000" y="0"/>
                </a:lnTo>
                <a:lnTo>
                  <a:pt x="1943100" y="0"/>
                </a:lnTo>
                <a:lnTo>
                  <a:pt x="1981200" y="0"/>
                </a:lnTo>
                <a:lnTo>
                  <a:pt x="2019300" y="0"/>
                </a:lnTo>
                <a:lnTo>
                  <a:pt x="2057400" y="0"/>
                </a:lnTo>
                <a:lnTo>
                  <a:pt x="2095500" y="0"/>
                </a:lnTo>
                <a:lnTo>
                  <a:pt x="2133600" y="0"/>
                </a:lnTo>
                <a:lnTo>
                  <a:pt x="2171700" y="0"/>
                </a:lnTo>
                <a:lnTo>
                  <a:pt x="2209800" y="0"/>
                </a:lnTo>
                <a:lnTo>
                  <a:pt x="2247900" y="0"/>
                </a:lnTo>
                <a:lnTo>
                  <a:pt x="2286000" y="0"/>
                </a:lnTo>
                <a:lnTo>
                  <a:pt x="2324100" y="0"/>
                </a:lnTo>
                <a:lnTo>
                  <a:pt x="2362200" y="0"/>
                </a:lnTo>
                <a:lnTo>
                  <a:pt x="2400300" y="0"/>
                </a:lnTo>
                <a:lnTo>
                  <a:pt x="2438400" y="0"/>
                </a:lnTo>
                <a:lnTo>
                  <a:pt x="2476500" y="0"/>
                </a:lnTo>
                <a:lnTo>
                  <a:pt x="2514600" y="0"/>
                </a:lnTo>
                <a:lnTo>
                  <a:pt x="2552700" y="0"/>
                </a:lnTo>
                <a:lnTo>
                  <a:pt x="2590800" y="0"/>
                </a:lnTo>
                <a:lnTo>
                  <a:pt x="2628900" y="0"/>
                </a:lnTo>
                <a:lnTo>
                  <a:pt x="2667000" y="0"/>
                </a:lnTo>
                <a:lnTo>
                  <a:pt x="2705100" y="0"/>
                </a:lnTo>
                <a:lnTo>
                  <a:pt x="2743200" y="0"/>
                </a:lnTo>
                <a:lnTo>
                  <a:pt x="2781300" y="0"/>
                </a:lnTo>
                <a:lnTo>
                  <a:pt x="2819400" y="0"/>
                </a:lnTo>
                <a:lnTo>
                  <a:pt x="2857500" y="0"/>
                </a:lnTo>
                <a:lnTo>
                  <a:pt x="2895600" y="0"/>
                </a:lnTo>
                <a:lnTo>
                  <a:pt x="2933700" y="0"/>
                </a:lnTo>
                <a:lnTo>
                  <a:pt x="2971800" y="0"/>
                </a:lnTo>
                <a:lnTo>
                  <a:pt x="3009900" y="0"/>
                </a:lnTo>
                <a:lnTo>
                  <a:pt x="3048000" y="0"/>
                </a:lnTo>
                <a:lnTo>
                  <a:pt x="3086100" y="0"/>
                </a:lnTo>
                <a:lnTo>
                  <a:pt x="3124200" y="0"/>
                </a:lnTo>
                <a:lnTo>
                  <a:pt x="3162300" y="0"/>
                </a:lnTo>
                <a:lnTo>
                  <a:pt x="3200400" y="0"/>
                </a:lnTo>
                <a:lnTo>
                  <a:pt x="3238500" y="0"/>
                </a:lnTo>
                <a:lnTo>
                  <a:pt x="3276600" y="0"/>
                </a:lnTo>
                <a:lnTo>
                  <a:pt x="3314700" y="0"/>
                </a:lnTo>
                <a:lnTo>
                  <a:pt x="3352800" y="0"/>
                </a:lnTo>
                <a:lnTo>
                  <a:pt x="3390900" y="0"/>
                </a:lnTo>
                <a:lnTo>
                  <a:pt x="3429000" y="0"/>
                </a:lnTo>
                <a:lnTo>
                  <a:pt x="3467100" y="0"/>
                </a:lnTo>
                <a:lnTo>
                  <a:pt x="3505200" y="0"/>
                </a:lnTo>
                <a:lnTo>
                  <a:pt x="3543300" y="0"/>
                </a:lnTo>
                <a:lnTo>
                  <a:pt x="3581400" y="0"/>
                </a:lnTo>
                <a:lnTo>
                  <a:pt x="3619500" y="0"/>
                </a:lnTo>
                <a:lnTo>
                  <a:pt x="3657600" y="0"/>
                </a:lnTo>
                <a:lnTo>
                  <a:pt x="3695700" y="0"/>
                </a:lnTo>
                <a:lnTo>
                  <a:pt x="3733800" y="0"/>
                </a:lnTo>
                <a:lnTo>
                  <a:pt x="3771900" y="0"/>
                </a:lnTo>
                <a:lnTo>
                  <a:pt x="3810000" y="0"/>
                </a:lnTo>
                <a:lnTo>
                  <a:pt x="3848100" y="0"/>
                </a:lnTo>
                <a:lnTo>
                  <a:pt x="3886200" y="0"/>
                </a:lnTo>
                <a:lnTo>
                  <a:pt x="3924300" y="0"/>
                </a:lnTo>
                <a:lnTo>
                  <a:pt x="3962400" y="0"/>
                </a:lnTo>
                <a:lnTo>
                  <a:pt x="4000500" y="0"/>
                </a:lnTo>
                <a:lnTo>
                  <a:pt x="4038600" y="0"/>
                </a:lnTo>
                <a:lnTo>
                  <a:pt x="4076700" y="0"/>
                </a:lnTo>
                <a:lnTo>
                  <a:pt x="4114800" y="0"/>
                </a:lnTo>
                <a:lnTo>
                  <a:pt x="4152900" y="0"/>
                </a:lnTo>
                <a:lnTo>
                  <a:pt x="4191000" y="0"/>
                </a:lnTo>
                <a:lnTo>
                  <a:pt x="4229100" y="0"/>
                </a:lnTo>
                <a:lnTo>
                  <a:pt x="4267200" y="0"/>
                </a:lnTo>
                <a:lnTo>
                  <a:pt x="4305300" y="0"/>
                </a:lnTo>
                <a:lnTo>
                  <a:pt x="4343400" y="0"/>
                </a:lnTo>
                <a:lnTo>
                  <a:pt x="4381500" y="0"/>
                </a:lnTo>
                <a:lnTo>
                  <a:pt x="4419600" y="0"/>
                </a:lnTo>
                <a:lnTo>
                  <a:pt x="4457700" y="0"/>
                </a:lnTo>
                <a:lnTo>
                  <a:pt x="4495800" y="0"/>
                </a:lnTo>
                <a:lnTo>
                  <a:pt x="4533900" y="0"/>
                </a:lnTo>
                <a:lnTo>
                  <a:pt x="4572000" y="0"/>
                </a:lnTo>
                <a:lnTo>
                  <a:pt x="4610100" y="0"/>
                </a:lnTo>
                <a:lnTo>
                  <a:pt x="4648200" y="0"/>
                </a:lnTo>
                <a:lnTo>
                  <a:pt x="4686300" y="0"/>
                </a:lnTo>
                <a:lnTo>
                  <a:pt x="4724400" y="0"/>
                </a:lnTo>
                <a:lnTo>
                  <a:pt x="4762500" y="0"/>
                </a:lnTo>
                <a:lnTo>
                  <a:pt x="4800600" y="0"/>
                </a:lnTo>
                <a:lnTo>
                  <a:pt x="4838700" y="0"/>
                </a:lnTo>
                <a:lnTo>
                  <a:pt x="4876800" y="0"/>
                </a:lnTo>
                <a:lnTo>
                  <a:pt x="4914900" y="0"/>
                </a:lnTo>
                <a:lnTo>
                  <a:pt x="4953000" y="0"/>
                </a:lnTo>
                <a:lnTo>
                  <a:pt x="4991100" y="0"/>
                </a:lnTo>
                <a:lnTo>
                  <a:pt x="5029200" y="0"/>
                </a:lnTo>
                <a:lnTo>
                  <a:pt x="5067300" y="0"/>
                </a:lnTo>
                <a:lnTo>
                  <a:pt x="5105400" y="0"/>
                </a:lnTo>
                <a:lnTo>
                  <a:pt x="5143500" y="0"/>
                </a:lnTo>
                <a:lnTo>
                  <a:pt x="5181600" y="0"/>
                </a:lnTo>
                <a:lnTo>
                  <a:pt x="5219700" y="0"/>
                </a:lnTo>
                <a:lnTo>
                  <a:pt x="5257800" y="0"/>
                </a:lnTo>
                <a:lnTo>
                  <a:pt x="5295900" y="0"/>
                </a:lnTo>
                <a:lnTo>
                  <a:pt x="5334000" y="0"/>
                </a:lnTo>
                <a:lnTo>
                  <a:pt x="5372100" y="0"/>
                </a:lnTo>
                <a:lnTo>
                  <a:pt x="5410200" y="0"/>
                </a:lnTo>
                <a:lnTo>
                  <a:pt x="5448300" y="0"/>
                </a:lnTo>
                <a:lnTo>
                  <a:pt x="5486400" y="0"/>
                </a:lnTo>
                <a:lnTo>
                  <a:pt x="5524500" y="0"/>
                </a:lnTo>
                <a:lnTo>
                  <a:pt x="5562600" y="0"/>
                </a:lnTo>
                <a:lnTo>
                  <a:pt x="5600700" y="0"/>
                </a:lnTo>
                <a:lnTo>
                  <a:pt x="5638800" y="0"/>
                </a:lnTo>
                <a:lnTo>
                  <a:pt x="5676900" y="0"/>
                </a:lnTo>
                <a:lnTo>
                  <a:pt x="5715000" y="0"/>
                </a:lnTo>
                <a:lnTo>
                  <a:pt x="5753100" y="0"/>
                </a:lnTo>
                <a:lnTo>
                  <a:pt x="5791200" y="0"/>
                </a:lnTo>
                <a:lnTo>
                  <a:pt x="5829300" y="0"/>
                </a:lnTo>
                <a:lnTo>
                  <a:pt x="5867400" y="0"/>
                </a:lnTo>
                <a:lnTo>
                  <a:pt x="5905500" y="0"/>
                </a:lnTo>
                <a:lnTo>
                  <a:pt x="5943600" y="0"/>
                </a:lnTo>
                <a:lnTo>
                  <a:pt x="5981700" y="0"/>
                </a:lnTo>
                <a:lnTo>
                  <a:pt x="6019800" y="0"/>
                </a:lnTo>
                <a:lnTo>
                  <a:pt x="6057900" y="0"/>
                </a:lnTo>
                <a:lnTo>
                  <a:pt x="6096000" y="0"/>
                </a:lnTo>
                <a:lnTo>
                  <a:pt x="6134100" y="0"/>
                </a:lnTo>
                <a:lnTo>
                  <a:pt x="6172200" y="0"/>
                </a:lnTo>
                <a:lnTo>
                  <a:pt x="6210300" y="0"/>
                </a:lnTo>
                <a:lnTo>
                  <a:pt x="6248400" y="0"/>
                </a:lnTo>
                <a:lnTo>
                  <a:pt x="6286500" y="0"/>
                </a:lnTo>
                <a:lnTo>
                  <a:pt x="6324600" y="0"/>
                </a:lnTo>
                <a:lnTo>
                  <a:pt x="6362700" y="0"/>
                </a:lnTo>
                <a:lnTo>
                  <a:pt x="6400800" y="0"/>
                </a:lnTo>
                <a:lnTo>
                  <a:pt x="6438900" y="0"/>
                </a:lnTo>
                <a:lnTo>
                  <a:pt x="6477000" y="0"/>
                </a:lnTo>
                <a:lnTo>
                  <a:pt x="6515100" y="0"/>
                </a:lnTo>
                <a:lnTo>
                  <a:pt x="6553200" y="0"/>
                </a:lnTo>
                <a:lnTo>
                  <a:pt x="6591300" y="0"/>
                </a:lnTo>
                <a:lnTo>
                  <a:pt x="6629400" y="0"/>
                </a:lnTo>
                <a:lnTo>
                  <a:pt x="6667500" y="0"/>
                </a:lnTo>
                <a:lnTo>
                  <a:pt x="6705600" y="0"/>
                </a:lnTo>
                <a:lnTo>
                  <a:pt x="6743700" y="0"/>
                </a:lnTo>
                <a:lnTo>
                  <a:pt x="6781800" y="0"/>
                </a:lnTo>
                <a:lnTo>
                  <a:pt x="6819900" y="0"/>
                </a:lnTo>
                <a:lnTo>
                  <a:pt x="6858000" y="0"/>
                </a:lnTo>
                <a:lnTo>
                  <a:pt x="6896100" y="0"/>
                </a:lnTo>
                <a:lnTo>
                  <a:pt x="6934200" y="0"/>
                </a:lnTo>
                <a:lnTo>
                  <a:pt x="6972300" y="0"/>
                </a:lnTo>
                <a:lnTo>
                  <a:pt x="7010400" y="0"/>
                </a:lnTo>
                <a:lnTo>
                  <a:pt x="7048500" y="0"/>
                </a:lnTo>
                <a:lnTo>
                  <a:pt x="7086600" y="0"/>
                </a:lnTo>
                <a:lnTo>
                  <a:pt x="7124700" y="0"/>
                </a:lnTo>
                <a:lnTo>
                  <a:pt x="7162800" y="0"/>
                </a:lnTo>
                <a:lnTo>
                  <a:pt x="7200900" y="0"/>
                </a:lnTo>
                <a:lnTo>
                  <a:pt x="7239000" y="0"/>
                </a:lnTo>
                <a:lnTo>
                  <a:pt x="7277100" y="0"/>
                </a:lnTo>
                <a:lnTo>
                  <a:pt x="7315200" y="0"/>
                </a:lnTo>
                <a:lnTo>
                  <a:pt x="7353300" y="0"/>
                </a:lnTo>
                <a:lnTo>
                  <a:pt x="7391400" y="0"/>
                </a:lnTo>
                <a:lnTo>
                  <a:pt x="7429500" y="0"/>
                </a:lnTo>
                <a:lnTo>
                  <a:pt x="7467600" y="0"/>
                </a:lnTo>
                <a:lnTo>
                  <a:pt x="7505700" y="0"/>
                </a:lnTo>
                <a:lnTo>
                  <a:pt x="7543800" y="0"/>
                </a:lnTo>
                <a:lnTo>
                  <a:pt x="7581900" y="0"/>
                </a:lnTo>
                <a:lnTo>
                  <a:pt x="7620000" y="0"/>
                </a:lnTo>
                <a:lnTo>
                  <a:pt x="7658100" y="0"/>
                </a:lnTo>
                <a:lnTo>
                  <a:pt x="7696200" y="0"/>
                </a:lnTo>
                <a:lnTo>
                  <a:pt x="7734300" y="0"/>
                </a:lnTo>
                <a:lnTo>
                  <a:pt x="7772400" y="0"/>
                </a:lnTo>
                <a:lnTo>
                  <a:pt x="7810500" y="0"/>
                </a:lnTo>
                <a:lnTo>
                  <a:pt x="7848600" y="0"/>
                </a:lnTo>
                <a:lnTo>
                  <a:pt x="7886700" y="0"/>
                </a:lnTo>
                <a:lnTo>
                  <a:pt x="7924800" y="0"/>
                </a:lnTo>
                <a:lnTo>
                  <a:pt x="7962900" y="0"/>
                </a:lnTo>
                <a:lnTo>
                  <a:pt x="8001000" y="0"/>
                </a:lnTo>
                <a:lnTo>
                  <a:pt x="8039100" y="0"/>
                </a:lnTo>
                <a:lnTo>
                  <a:pt x="8077200" y="0"/>
                </a:lnTo>
                <a:lnTo>
                  <a:pt x="8115300" y="0"/>
                </a:lnTo>
                <a:lnTo>
                  <a:pt x="8153400" y="0"/>
                </a:lnTo>
                <a:lnTo>
                  <a:pt x="8191500" y="0"/>
                </a:lnTo>
                <a:lnTo>
                  <a:pt x="8229600" y="0"/>
                </a:lnTo>
                <a:lnTo>
                  <a:pt x="8267700" y="0"/>
                </a:lnTo>
                <a:lnTo>
                  <a:pt x="8305800" y="0"/>
                </a:lnTo>
                <a:lnTo>
                  <a:pt x="8343900" y="0"/>
                </a:lnTo>
                <a:lnTo>
                  <a:pt x="8382000" y="0"/>
                </a:lnTo>
                <a:lnTo>
                  <a:pt x="8420100" y="0"/>
                </a:lnTo>
                <a:lnTo>
                  <a:pt x="8458200" y="0"/>
                </a:lnTo>
                <a:lnTo>
                  <a:pt x="8496300" y="0"/>
                </a:lnTo>
                <a:lnTo>
                  <a:pt x="8534400" y="0"/>
                </a:lnTo>
                <a:lnTo>
                  <a:pt x="8572500" y="0"/>
                </a:lnTo>
                <a:lnTo>
                  <a:pt x="8610600" y="0"/>
                </a:lnTo>
                <a:lnTo>
                  <a:pt x="8648700" y="0"/>
                </a:lnTo>
                <a:lnTo>
                  <a:pt x="8686800" y="0"/>
                </a:lnTo>
                <a:lnTo>
                  <a:pt x="8724900" y="0"/>
                </a:lnTo>
                <a:lnTo>
                  <a:pt x="8763000" y="0"/>
                </a:lnTo>
                <a:lnTo>
                  <a:pt x="8801100" y="0"/>
                </a:lnTo>
                <a:lnTo>
                  <a:pt x="8839200" y="0"/>
                </a:lnTo>
                <a:lnTo>
                  <a:pt x="8877300" y="0"/>
                </a:lnTo>
                <a:lnTo>
                  <a:pt x="8915400" y="0"/>
                </a:lnTo>
                <a:lnTo>
                  <a:pt x="8953500" y="0"/>
                </a:lnTo>
                <a:lnTo>
                  <a:pt x="8991600" y="0"/>
                </a:lnTo>
                <a:lnTo>
                  <a:pt x="9029700" y="0"/>
                </a:lnTo>
                <a:lnTo>
                  <a:pt x="9067800" y="0"/>
                </a:lnTo>
                <a:lnTo>
                  <a:pt x="9105900" y="0"/>
                </a:lnTo>
                <a:lnTo>
                  <a:pt x="914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14325">
            <a:solidFill>
              <a:srgbClr val="FFFFFF"/>
            </a:solidFill>
            <a:prstDash val="solid"/>
          </a:ln>
        </p:spPr>
      </p:sp>
      <p:sp>
        <p:nvSpPr>
          <p:cNvPr id="3" name="forward-band">
            <a:extLst xmlns:a="http://schemas.openxmlformats.org/drawingml/2006/main">
              <a:ext uri="{FF2B5EF4-FFF2-40B4-BE49-F238E27FC236}">
                <a16:creationId xmlns:a16="http://schemas.microsoft.com/office/drawing/2014/main" id="{C44F3A62-D0FF-4AA9-BCBA-2E75CD89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3429000"/>
            <a:ext cx="9144000" cy="9525"/>
          </a:xfrm>
          <a:custGeom xmlns:a="http://schemas.openxmlformats.org/drawingml/2006/main">
            <a:pathLst>
              <a:path w="9144000" h="9525">
                <a:moveTo>
                  <a:pt x="0" y="0"/>
                </a:moveTo>
                <a:lnTo>
                  <a:pt x="38100" y="0"/>
                </a:lnTo>
                <a:lnTo>
                  <a:pt x="76200" y="0"/>
                </a:lnTo>
                <a:lnTo>
                  <a:pt x="114300" y="0"/>
                </a:lnTo>
                <a:lnTo>
                  <a:pt x="152400" y="0"/>
                </a:lnTo>
                <a:lnTo>
                  <a:pt x="190500" y="0"/>
                </a:lnTo>
                <a:lnTo>
                  <a:pt x="228600" y="0"/>
                </a:lnTo>
                <a:lnTo>
                  <a:pt x="266700" y="0"/>
                </a:lnTo>
                <a:lnTo>
                  <a:pt x="304800" y="0"/>
                </a:lnTo>
                <a:lnTo>
                  <a:pt x="342900" y="0"/>
                </a:lnTo>
                <a:lnTo>
                  <a:pt x="381000" y="0"/>
                </a:lnTo>
                <a:lnTo>
                  <a:pt x="419100" y="0"/>
                </a:lnTo>
                <a:lnTo>
                  <a:pt x="457200" y="0"/>
                </a:lnTo>
                <a:lnTo>
                  <a:pt x="495300" y="0"/>
                </a:lnTo>
                <a:lnTo>
                  <a:pt x="533400" y="0"/>
                </a:lnTo>
                <a:lnTo>
                  <a:pt x="571500" y="0"/>
                </a:lnTo>
                <a:lnTo>
                  <a:pt x="609600" y="0"/>
                </a:lnTo>
                <a:lnTo>
                  <a:pt x="647700" y="0"/>
                </a:lnTo>
                <a:lnTo>
                  <a:pt x="685800" y="0"/>
                </a:lnTo>
                <a:lnTo>
                  <a:pt x="723900" y="0"/>
                </a:lnTo>
                <a:lnTo>
                  <a:pt x="762000" y="0"/>
                </a:lnTo>
                <a:lnTo>
                  <a:pt x="800100" y="0"/>
                </a:lnTo>
                <a:lnTo>
                  <a:pt x="838200" y="0"/>
                </a:lnTo>
                <a:lnTo>
                  <a:pt x="876300" y="0"/>
                </a:lnTo>
                <a:lnTo>
                  <a:pt x="914400" y="0"/>
                </a:lnTo>
                <a:lnTo>
                  <a:pt x="952500" y="0"/>
                </a:lnTo>
                <a:lnTo>
                  <a:pt x="990600" y="0"/>
                </a:lnTo>
                <a:lnTo>
                  <a:pt x="1028700" y="0"/>
                </a:lnTo>
                <a:lnTo>
                  <a:pt x="1066800" y="0"/>
                </a:lnTo>
                <a:lnTo>
                  <a:pt x="1104900" y="0"/>
                </a:lnTo>
                <a:lnTo>
                  <a:pt x="1143000" y="0"/>
                </a:lnTo>
                <a:lnTo>
                  <a:pt x="1181100" y="0"/>
                </a:lnTo>
                <a:lnTo>
                  <a:pt x="1219200" y="0"/>
                </a:lnTo>
                <a:lnTo>
                  <a:pt x="1257300" y="0"/>
                </a:lnTo>
                <a:lnTo>
                  <a:pt x="1295400" y="0"/>
                </a:lnTo>
                <a:lnTo>
                  <a:pt x="1333500" y="0"/>
                </a:lnTo>
                <a:lnTo>
                  <a:pt x="1371600" y="0"/>
                </a:lnTo>
                <a:lnTo>
                  <a:pt x="1409700" y="0"/>
                </a:lnTo>
                <a:lnTo>
                  <a:pt x="1447800" y="0"/>
                </a:lnTo>
                <a:lnTo>
                  <a:pt x="1485900" y="0"/>
                </a:lnTo>
                <a:lnTo>
                  <a:pt x="1524000" y="0"/>
                </a:lnTo>
                <a:lnTo>
                  <a:pt x="1562100" y="0"/>
                </a:lnTo>
                <a:lnTo>
                  <a:pt x="1600200" y="0"/>
                </a:lnTo>
                <a:lnTo>
                  <a:pt x="1638300" y="0"/>
                </a:lnTo>
                <a:lnTo>
                  <a:pt x="1676400" y="0"/>
                </a:lnTo>
                <a:lnTo>
                  <a:pt x="1714500" y="0"/>
                </a:lnTo>
                <a:lnTo>
                  <a:pt x="1752600" y="0"/>
                </a:lnTo>
                <a:lnTo>
                  <a:pt x="1790700" y="0"/>
                </a:lnTo>
                <a:lnTo>
                  <a:pt x="1828800" y="0"/>
                </a:lnTo>
                <a:lnTo>
                  <a:pt x="1866900" y="0"/>
                </a:lnTo>
                <a:lnTo>
                  <a:pt x="1905000" y="0"/>
                </a:lnTo>
                <a:lnTo>
                  <a:pt x="1943100" y="0"/>
                </a:lnTo>
                <a:lnTo>
                  <a:pt x="1981200" y="0"/>
                </a:lnTo>
                <a:lnTo>
                  <a:pt x="2019300" y="0"/>
                </a:lnTo>
                <a:lnTo>
                  <a:pt x="2057400" y="0"/>
                </a:lnTo>
                <a:lnTo>
                  <a:pt x="2095500" y="0"/>
                </a:lnTo>
                <a:lnTo>
                  <a:pt x="2133600" y="0"/>
                </a:lnTo>
                <a:lnTo>
                  <a:pt x="2171700" y="0"/>
                </a:lnTo>
                <a:lnTo>
                  <a:pt x="2209800" y="0"/>
                </a:lnTo>
                <a:lnTo>
                  <a:pt x="2247900" y="0"/>
                </a:lnTo>
                <a:lnTo>
                  <a:pt x="2286000" y="0"/>
                </a:lnTo>
                <a:lnTo>
                  <a:pt x="2324100" y="0"/>
                </a:lnTo>
                <a:lnTo>
                  <a:pt x="2362200" y="0"/>
                </a:lnTo>
                <a:lnTo>
                  <a:pt x="2400300" y="0"/>
                </a:lnTo>
                <a:lnTo>
                  <a:pt x="2438400" y="0"/>
                </a:lnTo>
                <a:lnTo>
                  <a:pt x="2476500" y="0"/>
                </a:lnTo>
                <a:lnTo>
                  <a:pt x="2514600" y="0"/>
                </a:lnTo>
                <a:lnTo>
                  <a:pt x="2552700" y="0"/>
                </a:lnTo>
                <a:lnTo>
                  <a:pt x="2590800" y="0"/>
                </a:lnTo>
                <a:lnTo>
                  <a:pt x="2628900" y="0"/>
                </a:lnTo>
                <a:lnTo>
                  <a:pt x="2667000" y="0"/>
                </a:lnTo>
                <a:lnTo>
                  <a:pt x="2705100" y="0"/>
                </a:lnTo>
                <a:lnTo>
                  <a:pt x="2743200" y="0"/>
                </a:lnTo>
                <a:lnTo>
                  <a:pt x="2781300" y="0"/>
                </a:lnTo>
                <a:lnTo>
                  <a:pt x="2819400" y="0"/>
                </a:lnTo>
                <a:lnTo>
                  <a:pt x="2857500" y="0"/>
                </a:lnTo>
                <a:lnTo>
                  <a:pt x="2895600" y="0"/>
                </a:lnTo>
                <a:lnTo>
                  <a:pt x="2933700" y="0"/>
                </a:lnTo>
                <a:lnTo>
                  <a:pt x="2971800" y="0"/>
                </a:lnTo>
                <a:lnTo>
                  <a:pt x="3009900" y="0"/>
                </a:lnTo>
                <a:lnTo>
                  <a:pt x="3048000" y="0"/>
                </a:lnTo>
                <a:lnTo>
                  <a:pt x="3086100" y="0"/>
                </a:lnTo>
                <a:lnTo>
                  <a:pt x="3124200" y="0"/>
                </a:lnTo>
                <a:lnTo>
                  <a:pt x="3162300" y="0"/>
                </a:lnTo>
                <a:lnTo>
                  <a:pt x="3200400" y="0"/>
                </a:lnTo>
                <a:lnTo>
                  <a:pt x="3238500" y="0"/>
                </a:lnTo>
                <a:lnTo>
                  <a:pt x="3276600" y="0"/>
                </a:lnTo>
                <a:lnTo>
                  <a:pt x="3314700" y="0"/>
                </a:lnTo>
                <a:lnTo>
                  <a:pt x="3352800" y="0"/>
                </a:lnTo>
                <a:lnTo>
                  <a:pt x="3390900" y="0"/>
                </a:lnTo>
                <a:lnTo>
                  <a:pt x="3429000" y="0"/>
                </a:lnTo>
                <a:lnTo>
                  <a:pt x="3467100" y="0"/>
                </a:lnTo>
                <a:lnTo>
                  <a:pt x="3505200" y="0"/>
                </a:lnTo>
                <a:lnTo>
                  <a:pt x="3543300" y="0"/>
                </a:lnTo>
                <a:lnTo>
                  <a:pt x="3581400" y="0"/>
                </a:lnTo>
                <a:lnTo>
                  <a:pt x="3619500" y="0"/>
                </a:lnTo>
                <a:lnTo>
                  <a:pt x="3657600" y="0"/>
                </a:lnTo>
                <a:lnTo>
                  <a:pt x="3695700" y="0"/>
                </a:lnTo>
                <a:lnTo>
                  <a:pt x="3733800" y="0"/>
                </a:lnTo>
                <a:lnTo>
                  <a:pt x="3771900" y="0"/>
                </a:lnTo>
                <a:lnTo>
                  <a:pt x="3810000" y="0"/>
                </a:lnTo>
                <a:lnTo>
                  <a:pt x="3848100" y="0"/>
                </a:lnTo>
                <a:lnTo>
                  <a:pt x="3886200" y="0"/>
                </a:lnTo>
                <a:lnTo>
                  <a:pt x="3924300" y="0"/>
                </a:lnTo>
                <a:lnTo>
                  <a:pt x="3962400" y="0"/>
                </a:lnTo>
                <a:lnTo>
                  <a:pt x="4000500" y="0"/>
                </a:lnTo>
                <a:lnTo>
                  <a:pt x="4038600" y="0"/>
                </a:lnTo>
                <a:lnTo>
                  <a:pt x="4076700" y="0"/>
                </a:lnTo>
                <a:lnTo>
                  <a:pt x="4114800" y="0"/>
                </a:lnTo>
                <a:lnTo>
                  <a:pt x="4152900" y="0"/>
                </a:lnTo>
                <a:lnTo>
                  <a:pt x="4191000" y="0"/>
                </a:lnTo>
                <a:lnTo>
                  <a:pt x="4229100" y="0"/>
                </a:lnTo>
                <a:lnTo>
                  <a:pt x="4267200" y="0"/>
                </a:lnTo>
                <a:lnTo>
                  <a:pt x="4305300" y="0"/>
                </a:lnTo>
                <a:lnTo>
                  <a:pt x="4343400" y="0"/>
                </a:lnTo>
                <a:lnTo>
                  <a:pt x="4381500" y="0"/>
                </a:lnTo>
                <a:lnTo>
                  <a:pt x="4419600" y="0"/>
                </a:lnTo>
                <a:lnTo>
                  <a:pt x="4457700" y="0"/>
                </a:lnTo>
                <a:lnTo>
                  <a:pt x="4495800" y="0"/>
                </a:lnTo>
                <a:lnTo>
                  <a:pt x="4533900" y="0"/>
                </a:lnTo>
                <a:lnTo>
                  <a:pt x="4572000" y="0"/>
                </a:lnTo>
                <a:lnTo>
                  <a:pt x="4610100" y="0"/>
                </a:lnTo>
                <a:lnTo>
                  <a:pt x="4648200" y="0"/>
                </a:lnTo>
                <a:lnTo>
                  <a:pt x="4686300" y="0"/>
                </a:lnTo>
                <a:lnTo>
                  <a:pt x="4724400" y="0"/>
                </a:lnTo>
                <a:lnTo>
                  <a:pt x="4762500" y="0"/>
                </a:lnTo>
                <a:lnTo>
                  <a:pt x="4800600" y="0"/>
                </a:lnTo>
                <a:lnTo>
                  <a:pt x="4838700" y="0"/>
                </a:lnTo>
                <a:lnTo>
                  <a:pt x="4876800" y="0"/>
                </a:lnTo>
                <a:lnTo>
                  <a:pt x="4914900" y="0"/>
                </a:lnTo>
                <a:lnTo>
                  <a:pt x="4953000" y="0"/>
                </a:lnTo>
                <a:lnTo>
                  <a:pt x="4991100" y="0"/>
                </a:lnTo>
                <a:lnTo>
                  <a:pt x="5029200" y="0"/>
                </a:lnTo>
                <a:lnTo>
                  <a:pt x="5067300" y="0"/>
                </a:lnTo>
                <a:lnTo>
                  <a:pt x="5105400" y="0"/>
                </a:lnTo>
                <a:lnTo>
                  <a:pt x="5143500" y="0"/>
                </a:lnTo>
                <a:lnTo>
                  <a:pt x="5181600" y="0"/>
                </a:lnTo>
                <a:lnTo>
                  <a:pt x="5219700" y="0"/>
                </a:lnTo>
                <a:lnTo>
                  <a:pt x="5257800" y="0"/>
                </a:lnTo>
                <a:lnTo>
                  <a:pt x="5295900" y="0"/>
                </a:lnTo>
                <a:lnTo>
                  <a:pt x="5334000" y="0"/>
                </a:lnTo>
                <a:lnTo>
                  <a:pt x="5372100" y="0"/>
                </a:lnTo>
                <a:lnTo>
                  <a:pt x="5410200" y="0"/>
                </a:lnTo>
                <a:lnTo>
                  <a:pt x="5448300" y="0"/>
                </a:lnTo>
                <a:lnTo>
                  <a:pt x="5486400" y="0"/>
                </a:lnTo>
                <a:lnTo>
                  <a:pt x="5524500" y="0"/>
                </a:lnTo>
                <a:lnTo>
                  <a:pt x="5562600" y="0"/>
                </a:lnTo>
                <a:lnTo>
                  <a:pt x="5600700" y="0"/>
                </a:lnTo>
                <a:lnTo>
                  <a:pt x="5638800" y="0"/>
                </a:lnTo>
                <a:lnTo>
                  <a:pt x="5676900" y="0"/>
                </a:lnTo>
                <a:lnTo>
                  <a:pt x="5715000" y="0"/>
                </a:lnTo>
                <a:lnTo>
                  <a:pt x="5753100" y="0"/>
                </a:lnTo>
                <a:lnTo>
                  <a:pt x="5791200" y="0"/>
                </a:lnTo>
                <a:lnTo>
                  <a:pt x="5829300" y="0"/>
                </a:lnTo>
                <a:lnTo>
                  <a:pt x="5867400" y="0"/>
                </a:lnTo>
                <a:lnTo>
                  <a:pt x="5905500" y="0"/>
                </a:lnTo>
                <a:lnTo>
                  <a:pt x="5943600" y="0"/>
                </a:lnTo>
                <a:lnTo>
                  <a:pt x="5981700" y="0"/>
                </a:lnTo>
                <a:lnTo>
                  <a:pt x="6019800" y="0"/>
                </a:lnTo>
                <a:lnTo>
                  <a:pt x="6057900" y="0"/>
                </a:lnTo>
                <a:lnTo>
                  <a:pt x="6096000" y="0"/>
                </a:lnTo>
                <a:lnTo>
                  <a:pt x="6134100" y="0"/>
                </a:lnTo>
                <a:lnTo>
                  <a:pt x="6172200" y="0"/>
                </a:lnTo>
                <a:lnTo>
                  <a:pt x="6210300" y="0"/>
                </a:lnTo>
                <a:lnTo>
                  <a:pt x="6248400" y="0"/>
                </a:lnTo>
                <a:lnTo>
                  <a:pt x="6286500" y="0"/>
                </a:lnTo>
                <a:lnTo>
                  <a:pt x="6324600" y="0"/>
                </a:lnTo>
                <a:lnTo>
                  <a:pt x="6362700" y="0"/>
                </a:lnTo>
                <a:lnTo>
                  <a:pt x="6400800" y="0"/>
                </a:lnTo>
                <a:lnTo>
                  <a:pt x="6438900" y="0"/>
                </a:lnTo>
                <a:lnTo>
                  <a:pt x="6477000" y="0"/>
                </a:lnTo>
                <a:lnTo>
                  <a:pt x="6515100" y="0"/>
                </a:lnTo>
                <a:lnTo>
                  <a:pt x="6553200" y="0"/>
                </a:lnTo>
                <a:lnTo>
                  <a:pt x="6591300" y="0"/>
                </a:lnTo>
                <a:lnTo>
                  <a:pt x="6629400" y="0"/>
                </a:lnTo>
                <a:lnTo>
                  <a:pt x="6667500" y="0"/>
                </a:lnTo>
                <a:lnTo>
                  <a:pt x="6705600" y="0"/>
                </a:lnTo>
                <a:lnTo>
                  <a:pt x="6743700" y="0"/>
                </a:lnTo>
                <a:lnTo>
                  <a:pt x="6781800" y="0"/>
                </a:lnTo>
                <a:lnTo>
                  <a:pt x="6819900" y="0"/>
                </a:lnTo>
                <a:lnTo>
                  <a:pt x="6858000" y="0"/>
                </a:lnTo>
                <a:lnTo>
                  <a:pt x="6896100" y="0"/>
                </a:lnTo>
                <a:lnTo>
                  <a:pt x="6934200" y="0"/>
                </a:lnTo>
                <a:lnTo>
                  <a:pt x="6972300" y="0"/>
                </a:lnTo>
                <a:lnTo>
                  <a:pt x="7010400" y="0"/>
                </a:lnTo>
                <a:lnTo>
                  <a:pt x="7048500" y="0"/>
                </a:lnTo>
                <a:lnTo>
                  <a:pt x="7086600" y="0"/>
                </a:lnTo>
                <a:lnTo>
                  <a:pt x="7124700" y="0"/>
                </a:lnTo>
                <a:lnTo>
                  <a:pt x="7162800" y="0"/>
                </a:lnTo>
                <a:lnTo>
                  <a:pt x="7200900" y="0"/>
                </a:lnTo>
                <a:lnTo>
                  <a:pt x="7239000" y="0"/>
                </a:lnTo>
                <a:lnTo>
                  <a:pt x="7277100" y="0"/>
                </a:lnTo>
                <a:lnTo>
                  <a:pt x="7315200" y="0"/>
                </a:lnTo>
                <a:lnTo>
                  <a:pt x="7353300" y="0"/>
                </a:lnTo>
                <a:lnTo>
                  <a:pt x="7391400" y="0"/>
                </a:lnTo>
                <a:lnTo>
                  <a:pt x="7429500" y="0"/>
                </a:lnTo>
                <a:lnTo>
                  <a:pt x="7467600" y="0"/>
                </a:lnTo>
                <a:lnTo>
                  <a:pt x="7505700" y="0"/>
                </a:lnTo>
                <a:lnTo>
                  <a:pt x="7543800" y="0"/>
                </a:lnTo>
                <a:lnTo>
                  <a:pt x="7581900" y="0"/>
                </a:lnTo>
                <a:lnTo>
                  <a:pt x="7620000" y="0"/>
                </a:lnTo>
                <a:lnTo>
                  <a:pt x="7658100" y="0"/>
                </a:lnTo>
                <a:lnTo>
                  <a:pt x="7696200" y="0"/>
                </a:lnTo>
                <a:lnTo>
                  <a:pt x="7734300" y="0"/>
                </a:lnTo>
                <a:lnTo>
                  <a:pt x="7772400" y="0"/>
                </a:lnTo>
                <a:lnTo>
                  <a:pt x="7810500" y="0"/>
                </a:lnTo>
                <a:lnTo>
                  <a:pt x="7848600" y="0"/>
                </a:lnTo>
                <a:lnTo>
                  <a:pt x="7886700" y="0"/>
                </a:lnTo>
                <a:lnTo>
                  <a:pt x="7924800" y="0"/>
                </a:lnTo>
                <a:lnTo>
                  <a:pt x="7962900" y="0"/>
                </a:lnTo>
                <a:lnTo>
                  <a:pt x="8001000" y="0"/>
                </a:lnTo>
                <a:lnTo>
                  <a:pt x="8039100" y="0"/>
                </a:lnTo>
                <a:lnTo>
                  <a:pt x="8077200" y="0"/>
                </a:lnTo>
                <a:lnTo>
                  <a:pt x="8115300" y="0"/>
                </a:lnTo>
                <a:lnTo>
                  <a:pt x="8153400" y="0"/>
                </a:lnTo>
                <a:lnTo>
                  <a:pt x="8191500" y="0"/>
                </a:lnTo>
                <a:lnTo>
                  <a:pt x="8229600" y="0"/>
                </a:lnTo>
                <a:lnTo>
                  <a:pt x="8267700" y="0"/>
                </a:lnTo>
                <a:lnTo>
                  <a:pt x="8305800" y="0"/>
                </a:lnTo>
                <a:lnTo>
                  <a:pt x="8343900" y="0"/>
                </a:lnTo>
                <a:lnTo>
                  <a:pt x="8382000" y="0"/>
                </a:lnTo>
                <a:lnTo>
                  <a:pt x="8420100" y="0"/>
                </a:lnTo>
                <a:lnTo>
                  <a:pt x="8458200" y="0"/>
                </a:lnTo>
                <a:lnTo>
                  <a:pt x="8496300" y="0"/>
                </a:lnTo>
                <a:lnTo>
                  <a:pt x="8534400" y="0"/>
                </a:lnTo>
                <a:lnTo>
                  <a:pt x="8572500" y="0"/>
                </a:lnTo>
                <a:lnTo>
                  <a:pt x="8610600" y="0"/>
                </a:lnTo>
                <a:lnTo>
                  <a:pt x="8648700" y="0"/>
                </a:lnTo>
                <a:lnTo>
                  <a:pt x="8686800" y="0"/>
                </a:lnTo>
                <a:lnTo>
                  <a:pt x="8724900" y="0"/>
                </a:lnTo>
                <a:lnTo>
                  <a:pt x="8763000" y="0"/>
                </a:lnTo>
                <a:lnTo>
                  <a:pt x="8801100" y="0"/>
                </a:lnTo>
                <a:lnTo>
                  <a:pt x="8839200" y="0"/>
                </a:lnTo>
                <a:lnTo>
                  <a:pt x="8877300" y="0"/>
                </a:lnTo>
                <a:lnTo>
                  <a:pt x="8915400" y="0"/>
                </a:lnTo>
                <a:lnTo>
                  <a:pt x="8953500" y="0"/>
                </a:lnTo>
                <a:lnTo>
                  <a:pt x="8991600" y="0"/>
                </a:lnTo>
                <a:lnTo>
                  <a:pt x="9029700" y="0"/>
                </a:lnTo>
                <a:lnTo>
                  <a:pt x="9067800" y="0"/>
                </a:lnTo>
                <a:lnTo>
                  <a:pt x="9105900" y="0"/>
                </a:lnTo>
                <a:lnTo>
                  <a:pt x="914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25">
            <a:solidFill>
              <a:srgbClr val="E2EBF5"/>
            </a:solidFill>
            <a:prstDash val="solid"/>
          </a:ln>
        </p:spPr>
      </p:sp>
      <p:sp>
        <p:nvSpPr>
          <p:cNvPr id="4" name="forward-line">
            <a:extLst xmlns:a="http://schemas.openxmlformats.org/drawingml/2006/main">
              <a:ext uri="{FF2B5EF4-FFF2-40B4-BE49-F238E27FC236}">
                <a16:creationId xmlns:a16="http://schemas.microsoft.com/office/drawing/2014/main" id="{3A9A585F-437D-4361-B3F5-79412ED15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3429000"/>
            <a:ext cx="9144000" cy="9525"/>
          </a:xfrm>
          <a:custGeom xmlns:a="http://schemas.openxmlformats.org/drawingml/2006/main">
            <a:pathLst>
              <a:path w="9144000" h="9525">
                <a:moveTo>
                  <a:pt x="0" y="0"/>
                </a:moveTo>
                <a:lnTo>
                  <a:pt x="38100" y="0"/>
                </a:lnTo>
                <a:lnTo>
                  <a:pt x="76200" y="0"/>
                </a:lnTo>
                <a:lnTo>
                  <a:pt x="114300" y="0"/>
                </a:lnTo>
                <a:lnTo>
                  <a:pt x="152400" y="0"/>
                </a:lnTo>
                <a:lnTo>
                  <a:pt x="190500" y="0"/>
                </a:lnTo>
                <a:lnTo>
                  <a:pt x="228600" y="0"/>
                </a:lnTo>
                <a:lnTo>
                  <a:pt x="266700" y="0"/>
                </a:lnTo>
                <a:lnTo>
                  <a:pt x="304800" y="0"/>
                </a:lnTo>
                <a:lnTo>
                  <a:pt x="342900" y="0"/>
                </a:lnTo>
                <a:lnTo>
                  <a:pt x="381000" y="0"/>
                </a:lnTo>
                <a:lnTo>
                  <a:pt x="419100" y="0"/>
                </a:lnTo>
                <a:lnTo>
                  <a:pt x="457200" y="0"/>
                </a:lnTo>
                <a:lnTo>
                  <a:pt x="495300" y="0"/>
                </a:lnTo>
                <a:lnTo>
                  <a:pt x="533400" y="0"/>
                </a:lnTo>
                <a:lnTo>
                  <a:pt x="571500" y="0"/>
                </a:lnTo>
                <a:lnTo>
                  <a:pt x="609600" y="0"/>
                </a:lnTo>
                <a:lnTo>
                  <a:pt x="647700" y="0"/>
                </a:lnTo>
                <a:lnTo>
                  <a:pt x="685800" y="0"/>
                </a:lnTo>
                <a:lnTo>
                  <a:pt x="723900" y="0"/>
                </a:lnTo>
                <a:lnTo>
                  <a:pt x="762000" y="0"/>
                </a:lnTo>
                <a:lnTo>
                  <a:pt x="800100" y="0"/>
                </a:lnTo>
                <a:lnTo>
                  <a:pt x="838200" y="0"/>
                </a:lnTo>
                <a:lnTo>
                  <a:pt x="876300" y="0"/>
                </a:lnTo>
                <a:lnTo>
                  <a:pt x="914400" y="0"/>
                </a:lnTo>
                <a:lnTo>
                  <a:pt x="952500" y="0"/>
                </a:lnTo>
                <a:lnTo>
                  <a:pt x="990600" y="0"/>
                </a:lnTo>
                <a:lnTo>
                  <a:pt x="1028700" y="0"/>
                </a:lnTo>
                <a:lnTo>
                  <a:pt x="1066800" y="0"/>
                </a:lnTo>
                <a:lnTo>
                  <a:pt x="1104900" y="0"/>
                </a:lnTo>
                <a:lnTo>
                  <a:pt x="1143000" y="0"/>
                </a:lnTo>
                <a:lnTo>
                  <a:pt x="1181100" y="0"/>
                </a:lnTo>
                <a:lnTo>
                  <a:pt x="1219200" y="0"/>
                </a:lnTo>
                <a:lnTo>
                  <a:pt x="1257300" y="0"/>
                </a:lnTo>
                <a:lnTo>
                  <a:pt x="1295400" y="0"/>
                </a:lnTo>
                <a:lnTo>
                  <a:pt x="1333500" y="0"/>
                </a:lnTo>
                <a:lnTo>
                  <a:pt x="1371600" y="0"/>
                </a:lnTo>
                <a:lnTo>
                  <a:pt x="1409700" y="0"/>
                </a:lnTo>
                <a:lnTo>
                  <a:pt x="1447800" y="0"/>
                </a:lnTo>
                <a:lnTo>
                  <a:pt x="1485900" y="0"/>
                </a:lnTo>
                <a:lnTo>
                  <a:pt x="1524000" y="0"/>
                </a:lnTo>
                <a:lnTo>
                  <a:pt x="1562100" y="0"/>
                </a:lnTo>
                <a:lnTo>
                  <a:pt x="1600200" y="0"/>
                </a:lnTo>
                <a:lnTo>
                  <a:pt x="1638300" y="0"/>
                </a:lnTo>
                <a:lnTo>
                  <a:pt x="1676400" y="0"/>
                </a:lnTo>
                <a:lnTo>
                  <a:pt x="1714500" y="0"/>
                </a:lnTo>
                <a:lnTo>
                  <a:pt x="1752600" y="0"/>
                </a:lnTo>
                <a:lnTo>
                  <a:pt x="1790700" y="0"/>
                </a:lnTo>
                <a:lnTo>
                  <a:pt x="1828800" y="0"/>
                </a:lnTo>
                <a:lnTo>
                  <a:pt x="1866900" y="0"/>
                </a:lnTo>
                <a:lnTo>
                  <a:pt x="1905000" y="0"/>
                </a:lnTo>
                <a:lnTo>
                  <a:pt x="1943100" y="0"/>
                </a:lnTo>
                <a:lnTo>
                  <a:pt x="1981200" y="0"/>
                </a:lnTo>
                <a:lnTo>
                  <a:pt x="2019300" y="0"/>
                </a:lnTo>
                <a:lnTo>
                  <a:pt x="2057400" y="0"/>
                </a:lnTo>
                <a:lnTo>
                  <a:pt x="2095500" y="0"/>
                </a:lnTo>
                <a:lnTo>
                  <a:pt x="2133600" y="0"/>
                </a:lnTo>
                <a:lnTo>
                  <a:pt x="2171700" y="0"/>
                </a:lnTo>
                <a:lnTo>
                  <a:pt x="2209800" y="0"/>
                </a:lnTo>
                <a:lnTo>
                  <a:pt x="2247900" y="0"/>
                </a:lnTo>
                <a:lnTo>
                  <a:pt x="2286000" y="0"/>
                </a:lnTo>
                <a:lnTo>
                  <a:pt x="2324100" y="0"/>
                </a:lnTo>
                <a:lnTo>
                  <a:pt x="2362200" y="0"/>
                </a:lnTo>
                <a:lnTo>
                  <a:pt x="2400300" y="0"/>
                </a:lnTo>
                <a:lnTo>
                  <a:pt x="2438400" y="0"/>
                </a:lnTo>
                <a:lnTo>
                  <a:pt x="2476500" y="0"/>
                </a:lnTo>
                <a:lnTo>
                  <a:pt x="2514600" y="0"/>
                </a:lnTo>
                <a:lnTo>
                  <a:pt x="2552700" y="0"/>
                </a:lnTo>
                <a:lnTo>
                  <a:pt x="2590800" y="0"/>
                </a:lnTo>
                <a:lnTo>
                  <a:pt x="2628900" y="0"/>
                </a:lnTo>
                <a:lnTo>
                  <a:pt x="2667000" y="0"/>
                </a:lnTo>
                <a:lnTo>
                  <a:pt x="2705100" y="0"/>
                </a:lnTo>
                <a:lnTo>
                  <a:pt x="2743200" y="0"/>
                </a:lnTo>
                <a:lnTo>
                  <a:pt x="2781300" y="0"/>
                </a:lnTo>
                <a:lnTo>
                  <a:pt x="2819400" y="0"/>
                </a:lnTo>
                <a:lnTo>
                  <a:pt x="2857500" y="0"/>
                </a:lnTo>
                <a:lnTo>
                  <a:pt x="2895600" y="0"/>
                </a:lnTo>
                <a:lnTo>
                  <a:pt x="2933700" y="0"/>
                </a:lnTo>
                <a:lnTo>
                  <a:pt x="2971800" y="0"/>
                </a:lnTo>
                <a:lnTo>
                  <a:pt x="3009900" y="0"/>
                </a:lnTo>
                <a:lnTo>
                  <a:pt x="3048000" y="0"/>
                </a:lnTo>
                <a:lnTo>
                  <a:pt x="3086100" y="0"/>
                </a:lnTo>
                <a:lnTo>
                  <a:pt x="3124200" y="0"/>
                </a:lnTo>
                <a:lnTo>
                  <a:pt x="3162300" y="0"/>
                </a:lnTo>
                <a:lnTo>
                  <a:pt x="3200400" y="0"/>
                </a:lnTo>
                <a:lnTo>
                  <a:pt x="3238500" y="0"/>
                </a:lnTo>
                <a:lnTo>
                  <a:pt x="3276600" y="0"/>
                </a:lnTo>
                <a:lnTo>
                  <a:pt x="3314700" y="0"/>
                </a:lnTo>
                <a:lnTo>
                  <a:pt x="3352800" y="0"/>
                </a:lnTo>
                <a:lnTo>
                  <a:pt x="3390900" y="0"/>
                </a:lnTo>
                <a:lnTo>
                  <a:pt x="3429000" y="0"/>
                </a:lnTo>
                <a:lnTo>
                  <a:pt x="3467100" y="0"/>
                </a:lnTo>
                <a:lnTo>
                  <a:pt x="3505200" y="0"/>
                </a:lnTo>
                <a:lnTo>
                  <a:pt x="3543300" y="0"/>
                </a:lnTo>
                <a:lnTo>
                  <a:pt x="3581400" y="0"/>
                </a:lnTo>
                <a:lnTo>
                  <a:pt x="3619500" y="0"/>
                </a:lnTo>
                <a:lnTo>
                  <a:pt x="3657600" y="0"/>
                </a:lnTo>
                <a:lnTo>
                  <a:pt x="3695700" y="0"/>
                </a:lnTo>
                <a:lnTo>
                  <a:pt x="3733800" y="0"/>
                </a:lnTo>
                <a:lnTo>
                  <a:pt x="3771900" y="0"/>
                </a:lnTo>
                <a:lnTo>
                  <a:pt x="3810000" y="0"/>
                </a:lnTo>
                <a:lnTo>
                  <a:pt x="3848100" y="0"/>
                </a:lnTo>
                <a:lnTo>
                  <a:pt x="3886200" y="0"/>
                </a:lnTo>
                <a:lnTo>
                  <a:pt x="3924300" y="0"/>
                </a:lnTo>
                <a:lnTo>
                  <a:pt x="3962400" y="0"/>
                </a:lnTo>
                <a:lnTo>
                  <a:pt x="4000500" y="0"/>
                </a:lnTo>
                <a:lnTo>
                  <a:pt x="4038600" y="0"/>
                </a:lnTo>
                <a:lnTo>
                  <a:pt x="4076700" y="0"/>
                </a:lnTo>
                <a:lnTo>
                  <a:pt x="4114800" y="0"/>
                </a:lnTo>
                <a:lnTo>
                  <a:pt x="4152900" y="0"/>
                </a:lnTo>
                <a:lnTo>
                  <a:pt x="4191000" y="0"/>
                </a:lnTo>
                <a:lnTo>
                  <a:pt x="4229100" y="0"/>
                </a:lnTo>
                <a:lnTo>
                  <a:pt x="4267200" y="0"/>
                </a:lnTo>
                <a:lnTo>
                  <a:pt x="4305300" y="0"/>
                </a:lnTo>
                <a:lnTo>
                  <a:pt x="4343400" y="0"/>
                </a:lnTo>
                <a:lnTo>
                  <a:pt x="4381500" y="0"/>
                </a:lnTo>
                <a:lnTo>
                  <a:pt x="4419600" y="0"/>
                </a:lnTo>
                <a:lnTo>
                  <a:pt x="4457700" y="0"/>
                </a:lnTo>
                <a:lnTo>
                  <a:pt x="4495800" y="0"/>
                </a:lnTo>
                <a:lnTo>
                  <a:pt x="4533900" y="0"/>
                </a:lnTo>
                <a:lnTo>
                  <a:pt x="4572000" y="0"/>
                </a:lnTo>
                <a:lnTo>
                  <a:pt x="4610100" y="0"/>
                </a:lnTo>
                <a:lnTo>
                  <a:pt x="4648200" y="0"/>
                </a:lnTo>
                <a:lnTo>
                  <a:pt x="4686300" y="0"/>
                </a:lnTo>
                <a:lnTo>
                  <a:pt x="4724400" y="0"/>
                </a:lnTo>
                <a:lnTo>
                  <a:pt x="4762500" y="0"/>
                </a:lnTo>
                <a:lnTo>
                  <a:pt x="4800600" y="0"/>
                </a:lnTo>
                <a:lnTo>
                  <a:pt x="4838700" y="0"/>
                </a:lnTo>
                <a:lnTo>
                  <a:pt x="4876800" y="0"/>
                </a:lnTo>
                <a:lnTo>
                  <a:pt x="4914900" y="0"/>
                </a:lnTo>
                <a:lnTo>
                  <a:pt x="4953000" y="0"/>
                </a:lnTo>
                <a:lnTo>
                  <a:pt x="4991100" y="0"/>
                </a:lnTo>
                <a:lnTo>
                  <a:pt x="5029200" y="0"/>
                </a:lnTo>
                <a:lnTo>
                  <a:pt x="5067300" y="0"/>
                </a:lnTo>
                <a:lnTo>
                  <a:pt x="5105400" y="0"/>
                </a:lnTo>
                <a:lnTo>
                  <a:pt x="5143500" y="0"/>
                </a:lnTo>
                <a:lnTo>
                  <a:pt x="5181600" y="0"/>
                </a:lnTo>
                <a:lnTo>
                  <a:pt x="5219700" y="0"/>
                </a:lnTo>
                <a:lnTo>
                  <a:pt x="5257800" y="0"/>
                </a:lnTo>
                <a:lnTo>
                  <a:pt x="5295900" y="0"/>
                </a:lnTo>
                <a:lnTo>
                  <a:pt x="5334000" y="0"/>
                </a:lnTo>
                <a:lnTo>
                  <a:pt x="5372100" y="0"/>
                </a:lnTo>
                <a:lnTo>
                  <a:pt x="5410200" y="0"/>
                </a:lnTo>
                <a:lnTo>
                  <a:pt x="5448300" y="0"/>
                </a:lnTo>
                <a:lnTo>
                  <a:pt x="5486400" y="0"/>
                </a:lnTo>
                <a:lnTo>
                  <a:pt x="5524500" y="0"/>
                </a:lnTo>
                <a:lnTo>
                  <a:pt x="5562600" y="0"/>
                </a:lnTo>
                <a:lnTo>
                  <a:pt x="5600700" y="0"/>
                </a:lnTo>
                <a:lnTo>
                  <a:pt x="5638800" y="0"/>
                </a:lnTo>
                <a:lnTo>
                  <a:pt x="5676900" y="0"/>
                </a:lnTo>
                <a:lnTo>
                  <a:pt x="5715000" y="0"/>
                </a:lnTo>
                <a:lnTo>
                  <a:pt x="5753100" y="0"/>
                </a:lnTo>
                <a:lnTo>
                  <a:pt x="5791200" y="0"/>
                </a:lnTo>
                <a:lnTo>
                  <a:pt x="5829300" y="0"/>
                </a:lnTo>
                <a:lnTo>
                  <a:pt x="5867400" y="0"/>
                </a:lnTo>
                <a:lnTo>
                  <a:pt x="5905500" y="0"/>
                </a:lnTo>
                <a:lnTo>
                  <a:pt x="5943600" y="0"/>
                </a:lnTo>
                <a:lnTo>
                  <a:pt x="5981700" y="0"/>
                </a:lnTo>
                <a:lnTo>
                  <a:pt x="6019800" y="0"/>
                </a:lnTo>
                <a:lnTo>
                  <a:pt x="6057900" y="0"/>
                </a:lnTo>
                <a:lnTo>
                  <a:pt x="6096000" y="0"/>
                </a:lnTo>
                <a:lnTo>
                  <a:pt x="6134100" y="0"/>
                </a:lnTo>
                <a:lnTo>
                  <a:pt x="6172200" y="0"/>
                </a:lnTo>
                <a:lnTo>
                  <a:pt x="6210300" y="0"/>
                </a:lnTo>
                <a:lnTo>
                  <a:pt x="6248400" y="0"/>
                </a:lnTo>
                <a:lnTo>
                  <a:pt x="6286500" y="0"/>
                </a:lnTo>
                <a:lnTo>
                  <a:pt x="6324600" y="0"/>
                </a:lnTo>
                <a:lnTo>
                  <a:pt x="6362700" y="0"/>
                </a:lnTo>
                <a:lnTo>
                  <a:pt x="6400800" y="0"/>
                </a:lnTo>
                <a:lnTo>
                  <a:pt x="6438900" y="0"/>
                </a:lnTo>
                <a:lnTo>
                  <a:pt x="6477000" y="0"/>
                </a:lnTo>
                <a:lnTo>
                  <a:pt x="6515100" y="0"/>
                </a:lnTo>
                <a:lnTo>
                  <a:pt x="6553200" y="0"/>
                </a:lnTo>
                <a:lnTo>
                  <a:pt x="6591300" y="0"/>
                </a:lnTo>
                <a:lnTo>
                  <a:pt x="6629400" y="0"/>
                </a:lnTo>
                <a:lnTo>
                  <a:pt x="6667500" y="0"/>
                </a:lnTo>
                <a:lnTo>
                  <a:pt x="6705600" y="0"/>
                </a:lnTo>
                <a:lnTo>
                  <a:pt x="6743700" y="0"/>
                </a:lnTo>
                <a:lnTo>
                  <a:pt x="6781800" y="0"/>
                </a:lnTo>
                <a:lnTo>
                  <a:pt x="6819900" y="0"/>
                </a:lnTo>
                <a:lnTo>
                  <a:pt x="6858000" y="0"/>
                </a:lnTo>
                <a:lnTo>
                  <a:pt x="6896100" y="0"/>
                </a:lnTo>
                <a:lnTo>
                  <a:pt x="6934200" y="0"/>
                </a:lnTo>
                <a:lnTo>
                  <a:pt x="6972300" y="0"/>
                </a:lnTo>
                <a:lnTo>
                  <a:pt x="7010400" y="0"/>
                </a:lnTo>
                <a:lnTo>
                  <a:pt x="7048500" y="0"/>
                </a:lnTo>
                <a:lnTo>
                  <a:pt x="7086600" y="0"/>
                </a:lnTo>
                <a:lnTo>
                  <a:pt x="7124700" y="0"/>
                </a:lnTo>
                <a:lnTo>
                  <a:pt x="7162800" y="0"/>
                </a:lnTo>
                <a:lnTo>
                  <a:pt x="7200900" y="0"/>
                </a:lnTo>
                <a:lnTo>
                  <a:pt x="7239000" y="0"/>
                </a:lnTo>
                <a:lnTo>
                  <a:pt x="7277100" y="0"/>
                </a:lnTo>
                <a:lnTo>
                  <a:pt x="7315200" y="0"/>
                </a:lnTo>
                <a:lnTo>
                  <a:pt x="7353300" y="0"/>
                </a:lnTo>
                <a:lnTo>
                  <a:pt x="7391400" y="0"/>
                </a:lnTo>
                <a:lnTo>
                  <a:pt x="7429500" y="0"/>
                </a:lnTo>
                <a:lnTo>
                  <a:pt x="7467600" y="0"/>
                </a:lnTo>
                <a:lnTo>
                  <a:pt x="7505700" y="0"/>
                </a:lnTo>
                <a:lnTo>
                  <a:pt x="7543800" y="0"/>
                </a:lnTo>
                <a:lnTo>
                  <a:pt x="7581900" y="0"/>
                </a:lnTo>
                <a:lnTo>
                  <a:pt x="7620000" y="0"/>
                </a:lnTo>
                <a:lnTo>
                  <a:pt x="7658100" y="0"/>
                </a:lnTo>
                <a:lnTo>
                  <a:pt x="7696200" y="0"/>
                </a:lnTo>
                <a:lnTo>
                  <a:pt x="7734300" y="0"/>
                </a:lnTo>
                <a:lnTo>
                  <a:pt x="7772400" y="0"/>
                </a:lnTo>
                <a:lnTo>
                  <a:pt x="7810500" y="0"/>
                </a:lnTo>
                <a:lnTo>
                  <a:pt x="7848600" y="0"/>
                </a:lnTo>
                <a:lnTo>
                  <a:pt x="7886700" y="0"/>
                </a:lnTo>
                <a:lnTo>
                  <a:pt x="7924800" y="0"/>
                </a:lnTo>
                <a:lnTo>
                  <a:pt x="7962900" y="0"/>
                </a:lnTo>
                <a:lnTo>
                  <a:pt x="8001000" y="0"/>
                </a:lnTo>
                <a:lnTo>
                  <a:pt x="8039100" y="0"/>
                </a:lnTo>
                <a:lnTo>
                  <a:pt x="8077200" y="0"/>
                </a:lnTo>
                <a:lnTo>
                  <a:pt x="8115300" y="0"/>
                </a:lnTo>
                <a:lnTo>
                  <a:pt x="8153400" y="0"/>
                </a:lnTo>
                <a:lnTo>
                  <a:pt x="8191500" y="0"/>
                </a:lnTo>
                <a:lnTo>
                  <a:pt x="8229600" y="0"/>
                </a:lnTo>
                <a:lnTo>
                  <a:pt x="8267700" y="0"/>
                </a:lnTo>
                <a:lnTo>
                  <a:pt x="8305800" y="0"/>
                </a:lnTo>
                <a:lnTo>
                  <a:pt x="8343900" y="0"/>
                </a:lnTo>
                <a:lnTo>
                  <a:pt x="8382000" y="0"/>
                </a:lnTo>
                <a:lnTo>
                  <a:pt x="8420100" y="0"/>
                </a:lnTo>
                <a:lnTo>
                  <a:pt x="8458200" y="0"/>
                </a:lnTo>
                <a:lnTo>
                  <a:pt x="8496300" y="0"/>
                </a:lnTo>
                <a:lnTo>
                  <a:pt x="8534400" y="0"/>
                </a:lnTo>
                <a:lnTo>
                  <a:pt x="8572500" y="0"/>
                </a:lnTo>
                <a:lnTo>
                  <a:pt x="8610600" y="0"/>
                </a:lnTo>
                <a:lnTo>
                  <a:pt x="8648700" y="0"/>
                </a:lnTo>
                <a:lnTo>
                  <a:pt x="8686800" y="0"/>
                </a:lnTo>
                <a:lnTo>
                  <a:pt x="8724900" y="0"/>
                </a:lnTo>
                <a:lnTo>
                  <a:pt x="8763000" y="0"/>
                </a:lnTo>
                <a:lnTo>
                  <a:pt x="8801100" y="0"/>
                </a:lnTo>
                <a:lnTo>
                  <a:pt x="8839200" y="0"/>
                </a:lnTo>
                <a:lnTo>
                  <a:pt x="8877300" y="0"/>
                </a:lnTo>
                <a:lnTo>
                  <a:pt x="8915400" y="0"/>
                </a:lnTo>
                <a:lnTo>
                  <a:pt x="8953500" y="0"/>
                </a:lnTo>
                <a:lnTo>
                  <a:pt x="8991600" y="0"/>
                </a:lnTo>
                <a:lnTo>
                  <a:pt x="9029700" y="0"/>
                </a:lnTo>
                <a:lnTo>
                  <a:pt x="9067800" y="0"/>
                </a:lnTo>
                <a:lnTo>
                  <a:pt x="9105900" y="0"/>
                </a:lnTo>
                <a:lnTo>
                  <a:pt x="914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B9BC4"/>
            </a:solidFill>
            <a:prstDash val="solid"/>
          </a:ln>
        </p:spPr>
      </p:sp>
      <p:sp>
        <p:nvSpPr>
          <p:cNvPr id="5" name="forward-arrow-0">
            <a:extLst xmlns:a="http://schemas.openxmlformats.org/drawingml/2006/main">
              <a:ext uri="{FF2B5EF4-FFF2-40B4-BE49-F238E27FC236}">
                <a16:creationId xmlns:a16="http://schemas.microsoft.com/office/drawing/2014/main" id="{A1DF8878-FD77-4AAB-877A-0531F073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81325" y="3352800"/>
            <a:ext cx="141303" cy="148828"/>
          </a:xfrm>
          <a:custGeom xmlns:a="http://schemas.openxmlformats.org/drawingml/2006/main">
            <a:pathLst>
              <a:path w="141303" h="148828">
                <a:moveTo>
                  <a:pt x="0" y="0"/>
                </a:moveTo>
                <a:lnTo>
                  <a:pt x="13135" y="7001"/>
                </a:lnTo>
                <a:lnTo>
                  <a:pt x="26260" y="14011"/>
                </a:lnTo>
                <a:lnTo>
                  <a:pt x="39395" y="21012"/>
                </a:lnTo>
                <a:lnTo>
                  <a:pt x="52530" y="28013"/>
                </a:lnTo>
                <a:lnTo>
                  <a:pt x="65656" y="35014"/>
                </a:lnTo>
                <a:lnTo>
                  <a:pt x="78791" y="42024"/>
                </a:lnTo>
                <a:lnTo>
                  <a:pt x="91926" y="49025"/>
                </a:lnTo>
                <a:lnTo>
                  <a:pt x="105051" y="56026"/>
                </a:lnTo>
                <a:lnTo>
                  <a:pt x="118186" y="63036"/>
                </a:lnTo>
                <a:lnTo>
                  <a:pt x="131321" y="70037"/>
                </a:lnTo>
                <a:lnTo>
                  <a:pt x="141303" y="77038"/>
                </a:lnTo>
                <a:lnTo>
                  <a:pt x="128168" y="84049"/>
                </a:lnTo>
                <a:lnTo>
                  <a:pt x="115033" y="91049"/>
                </a:lnTo>
                <a:lnTo>
                  <a:pt x="101908" y="98050"/>
                </a:lnTo>
                <a:lnTo>
                  <a:pt x="88773" y="105051"/>
                </a:lnTo>
                <a:lnTo>
                  <a:pt x="75638" y="112062"/>
                </a:lnTo>
                <a:lnTo>
                  <a:pt x="62513" y="119063"/>
                </a:lnTo>
                <a:lnTo>
                  <a:pt x="49378" y="126063"/>
                </a:lnTo>
                <a:lnTo>
                  <a:pt x="36243" y="133074"/>
                </a:lnTo>
                <a:lnTo>
                  <a:pt x="23108" y="140075"/>
                </a:lnTo>
                <a:lnTo>
                  <a:pt x="9982" y="147076"/>
                </a:lnTo>
                <a:lnTo>
                  <a:pt x="0" y="148828"/>
                </a:lnTo>
                <a:lnTo>
                  <a:pt x="0" y="133950"/>
                </a:lnTo>
                <a:lnTo>
                  <a:pt x="0" y="119063"/>
                </a:lnTo>
                <a:lnTo>
                  <a:pt x="0" y="104184"/>
                </a:lnTo>
                <a:lnTo>
                  <a:pt x="0" y="89297"/>
                </a:lnTo>
                <a:lnTo>
                  <a:pt x="0" y="74419"/>
                </a:lnTo>
                <a:lnTo>
                  <a:pt x="0" y="59531"/>
                </a:lnTo>
                <a:lnTo>
                  <a:pt x="0" y="44653"/>
                </a:lnTo>
                <a:lnTo>
                  <a:pt x="0" y="29766"/>
                </a:lnTo>
                <a:lnTo>
                  <a:pt x="0" y="1488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D84B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" name="forward-arrow-1">
            <a:extLst xmlns:a="http://schemas.openxmlformats.org/drawingml/2006/main">
              <a:ext uri="{FF2B5EF4-FFF2-40B4-BE49-F238E27FC236}">
                <a16:creationId xmlns:a16="http://schemas.microsoft.com/office/drawing/2014/main" id="{B901B11C-8B1A-4579-AB31-220D46F7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29325" y="3352800"/>
            <a:ext cx="141303" cy="148828"/>
          </a:xfrm>
          <a:custGeom xmlns:a="http://schemas.openxmlformats.org/drawingml/2006/main">
            <a:pathLst>
              <a:path w="141303" h="148828">
                <a:moveTo>
                  <a:pt x="0" y="0"/>
                </a:moveTo>
                <a:lnTo>
                  <a:pt x="13135" y="7001"/>
                </a:lnTo>
                <a:lnTo>
                  <a:pt x="26260" y="14011"/>
                </a:lnTo>
                <a:lnTo>
                  <a:pt x="39395" y="21012"/>
                </a:lnTo>
                <a:lnTo>
                  <a:pt x="52530" y="28013"/>
                </a:lnTo>
                <a:lnTo>
                  <a:pt x="65656" y="35014"/>
                </a:lnTo>
                <a:lnTo>
                  <a:pt x="78791" y="42024"/>
                </a:lnTo>
                <a:lnTo>
                  <a:pt x="91926" y="49025"/>
                </a:lnTo>
                <a:lnTo>
                  <a:pt x="105051" y="56026"/>
                </a:lnTo>
                <a:lnTo>
                  <a:pt x="118186" y="63036"/>
                </a:lnTo>
                <a:lnTo>
                  <a:pt x="131321" y="70037"/>
                </a:lnTo>
                <a:lnTo>
                  <a:pt x="141303" y="77038"/>
                </a:lnTo>
                <a:lnTo>
                  <a:pt x="128168" y="84049"/>
                </a:lnTo>
                <a:lnTo>
                  <a:pt x="115033" y="91049"/>
                </a:lnTo>
                <a:lnTo>
                  <a:pt x="101908" y="98050"/>
                </a:lnTo>
                <a:lnTo>
                  <a:pt x="88773" y="105051"/>
                </a:lnTo>
                <a:lnTo>
                  <a:pt x="75638" y="112062"/>
                </a:lnTo>
                <a:lnTo>
                  <a:pt x="62513" y="119063"/>
                </a:lnTo>
                <a:lnTo>
                  <a:pt x="49378" y="126063"/>
                </a:lnTo>
                <a:lnTo>
                  <a:pt x="36243" y="133074"/>
                </a:lnTo>
                <a:lnTo>
                  <a:pt x="23108" y="140075"/>
                </a:lnTo>
                <a:lnTo>
                  <a:pt x="9982" y="147076"/>
                </a:lnTo>
                <a:lnTo>
                  <a:pt x="0" y="148828"/>
                </a:lnTo>
                <a:lnTo>
                  <a:pt x="0" y="133950"/>
                </a:lnTo>
                <a:lnTo>
                  <a:pt x="0" y="119063"/>
                </a:lnTo>
                <a:lnTo>
                  <a:pt x="0" y="104184"/>
                </a:lnTo>
                <a:lnTo>
                  <a:pt x="0" y="89297"/>
                </a:lnTo>
                <a:lnTo>
                  <a:pt x="0" y="74419"/>
                </a:lnTo>
                <a:lnTo>
                  <a:pt x="0" y="59531"/>
                </a:lnTo>
                <a:lnTo>
                  <a:pt x="0" y="44653"/>
                </a:lnTo>
                <a:lnTo>
                  <a:pt x="0" y="29766"/>
                </a:lnTo>
                <a:lnTo>
                  <a:pt x="0" y="1488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D84B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" name="forward-arrow-2">
            <a:extLst xmlns:a="http://schemas.openxmlformats.org/drawingml/2006/main">
              <a:ext uri="{FF2B5EF4-FFF2-40B4-BE49-F238E27FC236}">
                <a16:creationId xmlns:a16="http://schemas.microsoft.com/office/drawing/2014/main" id="{BDE35A7C-E294-4ABE-859A-4C72DB31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77325" y="3352800"/>
            <a:ext cx="141303" cy="148828"/>
          </a:xfrm>
          <a:custGeom xmlns:a="http://schemas.openxmlformats.org/drawingml/2006/main">
            <a:pathLst>
              <a:path w="141303" h="148828">
                <a:moveTo>
                  <a:pt x="0" y="0"/>
                </a:moveTo>
                <a:lnTo>
                  <a:pt x="13135" y="7001"/>
                </a:lnTo>
                <a:lnTo>
                  <a:pt x="26260" y="14011"/>
                </a:lnTo>
                <a:lnTo>
                  <a:pt x="39395" y="21012"/>
                </a:lnTo>
                <a:lnTo>
                  <a:pt x="52530" y="28013"/>
                </a:lnTo>
                <a:lnTo>
                  <a:pt x="65656" y="35014"/>
                </a:lnTo>
                <a:lnTo>
                  <a:pt x="78791" y="42024"/>
                </a:lnTo>
                <a:lnTo>
                  <a:pt x="91926" y="49025"/>
                </a:lnTo>
                <a:lnTo>
                  <a:pt x="105051" y="56026"/>
                </a:lnTo>
                <a:lnTo>
                  <a:pt x="118186" y="63036"/>
                </a:lnTo>
                <a:lnTo>
                  <a:pt x="131321" y="70037"/>
                </a:lnTo>
                <a:lnTo>
                  <a:pt x="141303" y="77038"/>
                </a:lnTo>
                <a:lnTo>
                  <a:pt x="128168" y="84049"/>
                </a:lnTo>
                <a:lnTo>
                  <a:pt x="115033" y="91049"/>
                </a:lnTo>
                <a:lnTo>
                  <a:pt x="101908" y="98050"/>
                </a:lnTo>
                <a:lnTo>
                  <a:pt x="88773" y="105051"/>
                </a:lnTo>
                <a:lnTo>
                  <a:pt x="75638" y="112062"/>
                </a:lnTo>
                <a:lnTo>
                  <a:pt x="62513" y="119063"/>
                </a:lnTo>
                <a:lnTo>
                  <a:pt x="49378" y="126063"/>
                </a:lnTo>
                <a:lnTo>
                  <a:pt x="36243" y="133074"/>
                </a:lnTo>
                <a:lnTo>
                  <a:pt x="23108" y="140075"/>
                </a:lnTo>
                <a:lnTo>
                  <a:pt x="9982" y="147076"/>
                </a:lnTo>
                <a:lnTo>
                  <a:pt x="0" y="148828"/>
                </a:lnTo>
                <a:lnTo>
                  <a:pt x="0" y="133950"/>
                </a:lnTo>
                <a:lnTo>
                  <a:pt x="0" y="119063"/>
                </a:lnTo>
                <a:lnTo>
                  <a:pt x="0" y="104184"/>
                </a:lnTo>
                <a:lnTo>
                  <a:pt x="0" y="89297"/>
                </a:lnTo>
                <a:lnTo>
                  <a:pt x="0" y="74419"/>
                </a:lnTo>
                <a:lnTo>
                  <a:pt x="0" y="59531"/>
                </a:lnTo>
                <a:lnTo>
                  <a:pt x="0" y="44653"/>
                </a:lnTo>
                <a:lnTo>
                  <a:pt x="0" y="29766"/>
                </a:lnTo>
                <a:lnTo>
                  <a:pt x="0" y="1488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D84B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return-halo">
            <a:extLst xmlns:a="http://schemas.openxmlformats.org/drawingml/2006/main">
              <a:ext uri="{FF2B5EF4-FFF2-40B4-BE49-F238E27FC236}">
                <a16:creationId xmlns:a16="http://schemas.microsoft.com/office/drawing/2014/main" id="{9411848C-83BC-4A36-9EA1-F85208CE7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3705225"/>
            <a:ext cx="9144000" cy="1781175"/>
          </a:xfrm>
          <a:custGeom xmlns:a="http://schemas.openxmlformats.org/drawingml/2006/main">
            <a:pathLst>
              <a:path w="9144000" h="1781175">
                <a:moveTo>
                  <a:pt x="9144000" y="0"/>
                </a:moveTo>
                <a:lnTo>
                  <a:pt x="9144000" y="50549"/>
                </a:lnTo>
                <a:lnTo>
                  <a:pt x="9144000" y="101098"/>
                </a:lnTo>
                <a:lnTo>
                  <a:pt x="9144000" y="151648"/>
                </a:lnTo>
                <a:lnTo>
                  <a:pt x="9144000" y="202206"/>
                </a:lnTo>
                <a:lnTo>
                  <a:pt x="9144000" y="252755"/>
                </a:lnTo>
                <a:lnTo>
                  <a:pt x="9144000" y="303305"/>
                </a:lnTo>
                <a:lnTo>
                  <a:pt x="9144000" y="353854"/>
                </a:lnTo>
                <a:lnTo>
                  <a:pt x="9144000" y="404403"/>
                </a:lnTo>
                <a:lnTo>
                  <a:pt x="9144000" y="454952"/>
                </a:lnTo>
                <a:lnTo>
                  <a:pt x="9144000" y="505511"/>
                </a:lnTo>
                <a:lnTo>
                  <a:pt x="9144000" y="556060"/>
                </a:lnTo>
                <a:lnTo>
                  <a:pt x="9144000" y="606609"/>
                </a:lnTo>
                <a:lnTo>
                  <a:pt x="9144000" y="657158"/>
                </a:lnTo>
                <a:lnTo>
                  <a:pt x="9144000" y="707708"/>
                </a:lnTo>
                <a:lnTo>
                  <a:pt x="9144000" y="758257"/>
                </a:lnTo>
                <a:lnTo>
                  <a:pt x="9144000" y="808806"/>
                </a:lnTo>
                <a:lnTo>
                  <a:pt x="9144000" y="859365"/>
                </a:lnTo>
                <a:lnTo>
                  <a:pt x="9144000" y="909914"/>
                </a:lnTo>
                <a:lnTo>
                  <a:pt x="9144000" y="960463"/>
                </a:lnTo>
                <a:lnTo>
                  <a:pt x="9144000" y="1011012"/>
                </a:lnTo>
                <a:lnTo>
                  <a:pt x="9143390" y="1061561"/>
                </a:lnTo>
                <a:lnTo>
                  <a:pt x="9140981" y="1112044"/>
                </a:lnTo>
                <a:lnTo>
                  <a:pt x="9136551" y="1162402"/>
                </a:lnTo>
                <a:lnTo>
                  <a:pt x="9129884" y="1212504"/>
                </a:lnTo>
                <a:lnTo>
                  <a:pt x="9120730" y="1262215"/>
                </a:lnTo>
                <a:lnTo>
                  <a:pt x="9108853" y="1311335"/>
                </a:lnTo>
                <a:lnTo>
                  <a:pt x="9093965" y="1359637"/>
                </a:lnTo>
                <a:lnTo>
                  <a:pt x="9075839" y="1406814"/>
                </a:lnTo>
                <a:lnTo>
                  <a:pt x="9054227" y="1452496"/>
                </a:lnTo>
                <a:lnTo>
                  <a:pt x="9028967" y="1496273"/>
                </a:lnTo>
                <a:lnTo>
                  <a:pt x="9000001" y="1537678"/>
                </a:lnTo>
                <a:lnTo>
                  <a:pt x="8967378" y="1576264"/>
                </a:lnTo>
                <a:lnTo>
                  <a:pt x="8931297" y="1611649"/>
                </a:lnTo>
                <a:lnTo>
                  <a:pt x="8892083" y="1643520"/>
                </a:lnTo>
                <a:lnTo>
                  <a:pt x="8850154" y="1671714"/>
                </a:lnTo>
                <a:lnTo>
                  <a:pt x="8805939" y="1696202"/>
                </a:lnTo>
                <a:lnTo>
                  <a:pt x="8759914" y="1717072"/>
                </a:lnTo>
                <a:lnTo>
                  <a:pt x="8712479" y="1734503"/>
                </a:lnTo>
                <a:lnTo>
                  <a:pt x="8663978" y="1748742"/>
                </a:lnTo>
                <a:lnTo>
                  <a:pt x="8614715" y="1760030"/>
                </a:lnTo>
                <a:lnTo>
                  <a:pt x="8564909" y="1768640"/>
                </a:lnTo>
                <a:lnTo>
                  <a:pt x="8514740" y="1774822"/>
                </a:lnTo>
                <a:lnTo>
                  <a:pt x="8464353" y="1778822"/>
                </a:lnTo>
                <a:lnTo>
                  <a:pt x="8413842" y="1780832"/>
                </a:lnTo>
                <a:lnTo>
                  <a:pt x="8363293" y="1781175"/>
                </a:lnTo>
                <a:lnTo>
                  <a:pt x="8312744" y="1781175"/>
                </a:lnTo>
                <a:lnTo>
                  <a:pt x="8262195" y="1781175"/>
                </a:lnTo>
                <a:lnTo>
                  <a:pt x="8211645" y="1781175"/>
                </a:lnTo>
                <a:lnTo>
                  <a:pt x="8161096" y="1781175"/>
                </a:lnTo>
                <a:lnTo>
                  <a:pt x="8110547" y="1781175"/>
                </a:lnTo>
                <a:lnTo>
                  <a:pt x="8059998" y="1781175"/>
                </a:lnTo>
                <a:lnTo>
                  <a:pt x="8009439" y="1781175"/>
                </a:lnTo>
                <a:lnTo>
                  <a:pt x="7958890" y="1781175"/>
                </a:lnTo>
                <a:lnTo>
                  <a:pt x="7908341" y="1781175"/>
                </a:lnTo>
                <a:lnTo>
                  <a:pt x="7857792" y="1781175"/>
                </a:lnTo>
                <a:lnTo>
                  <a:pt x="7807242" y="1781175"/>
                </a:lnTo>
                <a:lnTo>
                  <a:pt x="7756693" y="1781175"/>
                </a:lnTo>
                <a:lnTo>
                  <a:pt x="7706135" y="1781175"/>
                </a:lnTo>
                <a:lnTo>
                  <a:pt x="7655585" y="1781175"/>
                </a:lnTo>
                <a:lnTo>
                  <a:pt x="7605036" y="1781175"/>
                </a:lnTo>
                <a:lnTo>
                  <a:pt x="7554487" y="1781175"/>
                </a:lnTo>
                <a:lnTo>
                  <a:pt x="7503938" y="1781175"/>
                </a:lnTo>
                <a:lnTo>
                  <a:pt x="7453389" y="1781175"/>
                </a:lnTo>
                <a:lnTo>
                  <a:pt x="7402840" y="1781175"/>
                </a:lnTo>
                <a:lnTo>
                  <a:pt x="7352281" y="1781175"/>
                </a:lnTo>
                <a:lnTo>
                  <a:pt x="7301732" y="1781175"/>
                </a:lnTo>
                <a:lnTo>
                  <a:pt x="7251182" y="1781175"/>
                </a:lnTo>
                <a:lnTo>
                  <a:pt x="7200633" y="1781175"/>
                </a:lnTo>
                <a:lnTo>
                  <a:pt x="7150084" y="1781175"/>
                </a:lnTo>
                <a:lnTo>
                  <a:pt x="7099535" y="1781175"/>
                </a:lnTo>
                <a:lnTo>
                  <a:pt x="7048986" y="1781175"/>
                </a:lnTo>
                <a:lnTo>
                  <a:pt x="6998427" y="1781175"/>
                </a:lnTo>
                <a:lnTo>
                  <a:pt x="6947878" y="1781175"/>
                </a:lnTo>
                <a:lnTo>
                  <a:pt x="6897329" y="1781175"/>
                </a:lnTo>
                <a:lnTo>
                  <a:pt x="6846780" y="1781175"/>
                </a:lnTo>
                <a:lnTo>
                  <a:pt x="6796230" y="1781175"/>
                </a:lnTo>
                <a:lnTo>
                  <a:pt x="6745681" y="1781175"/>
                </a:lnTo>
                <a:lnTo>
                  <a:pt x="6695123" y="1781175"/>
                </a:lnTo>
                <a:lnTo>
                  <a:pt x="6644573" y="1781175"/>
                </a:lnTo>
                <a:lnTo>
                  <a:pt x="6594024" y="1781175"/>
                </a:lnTo>
                <a:lnTo>
                  <a:pt x="6543475" y="1781175"/>
                </a:lnTo>
                <a:lnTo>
                  <a:pt x="6492926" y="1781175"/>
                </a:lnTo>
                <a:lnTo>
                  <a:pt x="6442377" y="1781175"/>
                </a:lnTo>
                <a:lnTo>
                  <a:pt x="6391818" y="1781175"/>
                </a:lnTo>
                <a:lnTo>
                  <a:pt x="6341269" y="1781175"/>
                </a:lnTo>
                <a:lnTo>
                  <a:pt x="6290720" y="1781175"/>
                </a:lnTo>
                <a:lnTo>
                  <a:pt x="6240170" y="1781175"/>
                </a:lnTo>
                <a:lnTo>
                  <a:pt x="6189621" y="1781175"/>
                </a:lnTo>
                <a:lnTo>
                  <a:pt x="6139072" y="1781175"/>
                </a:lnTo>
                <a:lnTo>
                  <a:pt x="6088523" y="1781175"/>
                </a:lnTo>
                <a:lnTo>
                  <a:pt x="6037964" y="1781175"/>
                </a:lnTo>
                <a:lnTo>
                  <a:pt x="5987415" y="1781175"/>
                </a:lnTo>
                <a:lnTo>
                  <a:pt x="5936866" y="1781175"/>
                </a:lnTo>
                <a:lnTo>
                  <a:pt x="5886317" y="1781175"/>
                </a:lnTo>
                <a:lnTo>
                  <a:pt x="5835767" y="1781175"/>
                </a:lnTo>
                <a:lnTo>
                  <a:pt x="5785218" y="1781175"/>
                </a:lnTo>
                <a:lnTo>
                  <a:pt x="5734669" y="1781175"/>
                </a:lnTo>
                <a:lnTo>
                  <a:pt x="5684110" y="1781175"/>
                </a:lnTo>
                <a:lnTo>
                  <a:pt x="5633561" y="1781175"/>
                </a:lnTo>
                <a:lnTo>
                  <a:pt x="5583012" y="1781175"/>
                </a:lnTo>
                <a:lnTo>
                  <a:pt x="5532463" y="1781175"/>
                </a:lnTo>
                <a:lnTo>
                  <a:pt x="5481914" y="1781175"/>
                </a:lnTo>
                <a:lnTo>
                  <a:pt x="5431365" y="1781175"/>
                </a:lnTo>
                <a:lnTo>
                  <a:pt x="5380806" y="1781175"/>
                </a:lnTo>
                <a:lnTo>
                  <a:pt x="5330257" y="1781175"/>
                </a:lnTo>
                <a:lnTo>
                  <a:pt x="5279708" y="1781175"/>
                </a:lnTo>
                <a:lnTo>
                  <a:pt x="5229158" y="1781175"/>
                </a:lnTo>
                <a:lnTo>
                  <a:pt x="5178609" y="1781175"/>
                </a:lnTo>
                <a:lnTo>
                  <a:pt x="5128060" y="1781175"/>
                </a:lnTo>
                <a:lnTo>
                  <a:pt x="5077511" y="1781175"/>
                </a:lnTo>
                <a:lnTo>
                  <a:pt x="5026952" y="1781175"/>
                </a:lnTo>
                <a:lnTo>
                  <a:pt x="4976403" y="1781175"/>
                </a:lnTo>
                <a:lnTo>
                  <a:pt x="4925854" y="1781175"/>
                </a:lnTo>
                <a:lnTo>
                  <a:pt x="4875305" y="1781175"/>
                </a:lnTo>
                <a:lnTo>
                  <a:pt x="4824755" y="1781175"/>
                </a:lnTo>
                <a:lnTo>
                  <a:pt x="4774206" y="1781175"/>
                </a:lnTo>
                <a:lnTo>
                  <a:pt x="4723657" y="1781175"/>
                </a:lnTo>
                <a:lnTo>
                  <a:pt x="4673098" y="1781175"/>
                </a:lnTo>
                <a:lnTo>
                  <a:pt x="4622549" y="1781175"/>
                </a:lnTo>
                <a:lnTo>
                  <a:pt x="4572000" y="1781175"/>
                </a:lnTo>
                <a:lnTo>
                  <a:pt x="4521451" y="1781175"/>
                </a:lnTo>
                <a:lnTo>
                  <a:pt x="4470902" y="1781175"/>
                </a:lnTo>
                <a:lnTo>
                  <a:pt x="4420352" y="1781175"/>
                </a:lnTo>
                <a:lnTo>
                  <a:pt x="4369794" y="1781175"/>
                </a:lnTo>
                <a:lnTo>
                  <a:pt x="4319245" y="1781175"/>
                </a:lnTo>
                <a:lnTo>
                  <a:pt x="4268695" y="1781175"/>
                </a:lnTo>
                <a:lnTo>
                  <a:pt x="4218146" y="1781175"/>
                </a:lnTo>
                <a:lnTo>
                  <a:pt x="4167597" y="1781175"/>
                </a:lnTo>
                <a:lnTo>
                  <a:pt x="4117048" y="1781175"/>
                </a:lnTo>
                <a:lnTo>
                  <a:pt x="4066499" y="1781175"/>
                </a:lnTo>
                <a:lnTo>
                  <a:pt x="4015940" y="1781175"/>
                </a:lnTo>
                <a:lnTo>
                  <a:pt x="3965391" y="1781175"/>
                </a:lnTo>
                <a:lnTo>
                  <a:pt x="3914842" y="1781175"/>
                </a:lnTo>
                <a:lnTo>
                  <a:pt x="3864293" y="1781175"/>
                </a:lnTo>
                <a:lnTo>
                  <a:pt x="3813743" y="1781175"/>
                </a:lnTo>
                <a:lnTo>
                  <a:pt x="3763194" y="1781175"/>
                </a:lnTo>
                <a:lnTo>
                  <a:pt x="3712645" y="1781175"/>
                </a:lnTo>
                <a:lnTo>
                  <a:pt x="3662086" y="1781175"/>
                </a:lnTo>
                <a:lnTo>
                  <a:pt x="3611537" y="1781175"/>
                </a:lnTo>
                <a:lnTo>
                  <a:pt x="3560988" y="1781175"/>
                </a:lnTo>
                <a:lnTo>
                  <a:pt x="3510439" y="1781175"/>
                </a:lnTo>
                <a:lnTo>
                  <a:pt x="3459890" y="1781175"/>
                </a:lnTo>
                <a:lnTo>
                  <a:pt x="3409340" y="1781175"/>
                </a:lnTo>
                <a:lnTo>
                  <a:pt x="3358782" y="1781175"/>
                </a:lnTo>
                <a:lnTo>
                  <a:pt x="3308233" y="1781175"/>
                </a:lnTo>
                <a:lnTo>
                  <a:pt x="3257683" y="1781175"/>
                </a:lnTo>
                <a:lnTo>
                  <a:pt x="3207134" y="1781175"/>
                </a:lnTo>
                <a:lnTo>
                  <a:pt x="3156585" y="1781175"/>
                </a:lnTo>
                <a:lnTo>
                  <a:pt x="3106036" y="1781175"/>
                </a:lnTo>
                <a:lnTo>
                  <a:pt x="3055487" y="1781175"/>
                </a:lnTo>
                <a:lnTo>
                  <a:pt x="3004928" y="1781175"/>
                </a:lnTo>
                <a:lnTo>
                  <a:pt x="2954379" y="1781175"/>
                </a:lnTo>
                <a:lnTo>
                  <a:pt x="2903830" y="1781175"/>
                </a:lnTo>
                <a:lnTo>
                  <a:pt x="2853280" y="1781175"/>
                </a:lnTo>
                <a:lnTo>
                  <a:pt x="2802731" y="1781175"/>
                </a:lnTo>
                <a:lnTo>
                  <a:pt x="2752182" y="1781175"/>
                </a:lnTo>
                <a:lnTo>
                  <a:pt x="2701623" y="1781175"/>
                </a:lnTo>
                <a:lnTo>
                  <a:pt x="2651074" y="1781175"/>
                </a:lnTo>
                <a:lnTo>
                  <a:pt x="2600525" y="1781175"/>
                </a:lnTo>
                <a:lnTo>
                  <a:pt x="2549976" y="1781175"/>
                </a:lnTo>
                <a:lnTo>
                  <a:pt x="2499427" y="1781175"/>
                </a:lnTo>
                <a:lnTo>
                  <a:pt x="2448878" y="1781175"/>
                </a:lnTo>
                <a:lnTo>
                  <a:pt x="2398328" y="1781175"/>
                </a:lnTo>
                <a:lnTo>
                  <a:pt x="2347770" y="1781175"/>
                </a:lnTo>
                <a:lnTo>
                  <a:pt x="2297220" y="1781175"/>
                </a:lnTo>
                <a:lnTo>
                  <a:pt x="2246671" y="1781175"/>
                </a:lnTo>
                <a:lnTo>
                  <a:pt x="2196122" y="1781175"/>
                </a:lnTo>
                <a:lnTo>
                  <a:pt x="2145573" y="1781175"/>
                </a:lnTo>
                <a:lnTo>
                  <a:pt x="2095024" y="1781175"/>
                </a:lnTo>
                <a:lnTo>
                  <a:pt x="2044465" y="1781175"/>
                </a:lnTo>
                <a:lnTo>
                  <a:pt x="1993916" y="1781175"/>
                </a:lnTo>
                <a:lnTo>
                  <a:pt x="1943367" y="1781175"/>
                </a:lnTo>
                <a:lnTo>
                  <a:pt x="1892818" y="1781175"/>
                </a:lnTo>
                <a:lnTo>
                  <a:pt x="1842268" y="1781175"/>
                </a:lnTo>
                <a:lnTo>
                  <a:pt x="1791719" y="1781175"/>
                </a:lnTo>
                <a:lnTo>
                  <a:pt x="1741170" y="1781175"/>
                </a:lnTo>
                <a:lnTo>
                  <a:pt x="1690611" y="1781175"/>
                </a:lnTo>
                <a:lnTo>
                  <a:pt x="1640062" y="1781175"/>
                </a:lnTo>
                <a:lnTo>
                  <a:pt x="1589513" y="1781175"/>
                </a:lnTo>
                <a:lnTo>
                  <a:pt x="1538964" y="1781175"/>
                </a:lnTo>
                <a:lnTo>
                  <a:pt x="1488415" y="1781175"/>
                </a:lnTo>
                <a:lnTo>
                  <a:pt x="1437865" y="1781175"/>
                </a:lnTo>
                <a:lnTo>
                  <a:pt x="1387307" y="1781175"/>
                </a:lnTo>
                <a:lnTo>
                  <a:pt x="1336758" y="1781175"/>
                </a:lnTo>
                <a:lnTo>
                  <a:pt x="1286208" y="1781175"/>
                </a:lnTo>
                <a:lnTo>
                  <a:pt x="1235659" y="1781175"/>
                </a:lnTo>
                <a:lnTo>
                  <a:pt x="1185110" y="1781175"/>
                </a:lnTo>
                <a:lnTo>
                  <a:pt x="1134561" y="1781175"/>
                </a:lnTo>
                <a:lnTo>
                  <a:pt x="1084012" y="1781175"/>
                </a:lnTo>
                <a:lnTo>
                  <a:pt x="1033453" y="1781175"/>
                </a:lnTo>
                <a:lnTo>
                  <a:pt x="982904" y="1781175"/>
                </a:lnTo>
                <a:lnTo>
                  <a:pt x="932355" y="1781175"/>
                </a:lnTo>
                <a:lnTo>
                  <a:pt x="881805" y="1781175"/>
                </a:lnTo>
                <a:lnTo>
                  <a:pt x="831256" y="1781175"/>
                </a:lnTo>
                <a:lnTo>
                  <a:pt x="780707" y="1781175"/>
                </a:lnTo>
                <a:lnTo>
                  <a:pt x="730158" y="1780832"/>
                </a:lnTo>
                <a:lnTo>
                  <a:pt x="679647" y="1778822"/>
                </a:lnTo>
                <a:lnTo>
                  <a:pt x="629260" y="1774822"/>
                </a:lnTo>
                <a:lnTo>
                  <a:pt x="579091" y="1768640"/>
                </a:lnTo>
                <a:lnTo>
                  <a:pt x="529285" y="1760030"/>
                </a:lnTo>
                <a:lnTo>
                  <a:pt x="480022" y="1748742"/>
                </a:lnTo>
                <a:lnTo>
                  <a:pt x="431521" y="1734503"/>
                </a:lnTo>
                <a:lnTo>
                  <a:pt x="384086" y="1717072"/>
                </a:lnTo>
                <a:lnTo>
                  <a:pt x="338061" y="1696202"/>
                </a:lnTo>
                <a:lnTo>
                  <a:pt x="293856" y="1671714"/>
                </a:lnTo>
                <a:lnTo>
                  <a:pt x="251917" y="1643520"/>
                </a:lnTo>
                <a:lnTo>
                  <a:pt x="212703" y="1611649"/>
                </a:lnTo>
                <a:lnTo>
                  <a:pt x="176622" y="1576273"/>
                </a:lnTo>
                <a:lnTo>
                  <a:pt x="143999" y="1537678"/>
                </a:lnTo>
                <a:lnTo>
                  <a:pt x="115033" y="1496273"/>
                </a:lnTo>
                <a:lnTo>
                  <a:pt x="89773" y="1452496"/>
                </a:lnTo>
                <a:lnTo>
                  <a:pt x="68161" y="1406814"/>
                </a:lnTo>
                <a:lnTo>
                  <a:pt x="50035" y="1359637"/>
                </a:lnTo>
                <a:lnTo>
                  <a:pt x="35147" y="1311345"/>
                </a:lnTo>
                <a:lnTo>
                  <a:pt x="23270" y="1262215"/>
                </a:lnTo>
                <a:lnTo>
                  <a:pt x="14116" y="1212504"/>
                </a:lnTo>
                <a:lnTo>
                  <a:pt x="7449" y="1162402"/>
                </a:lnTo>
                <a:lnTo>
                  <a:pt x="3019" y="1112044"/>
                </a:lnTo>
                <a:lnTo>
                  <a:pt x="610" y="1061561"/>
                </a:lnTo>
                <a:lnTo>
                  <a:pt x="0" y="1011012"/>
                </a:lnTo>
                <a:lnTo>
                  <a:pt x="0" y="960463"/>
                </a:lnTo>
                <a:lnTo>
                  <a:pt x="0" y="909914"/>
                </a:lnTo>
                <a:lnTo>
                  <a:pt x="0" y="859365"/>
                </a:lnTo>
                <a:lnTo>
                  <a:pt x="0" y="808806"/>
                </a:lnTo>
                <a:lnTo>
                  <a:pt x="0" y="758257"/>
                </a:lnTo>
                <a:lnTo>
                  <a:pt x="0" y="707708"/>
                </a:lnTo>
                <a:lnTo>
                  <a:pt x="0" y="657158"/>
                </a:lnTo>
                <a:lnTo>
                  <a:pt x="0" y="606609"/>
                </a:lnTo>
                <a:lnTo>
                  <a:pt x="0" y="556060"/>
                </a:lnTo>
                <a:lnTo>
                  <a:pt x="0" y="505511"/>
                </a:lnTo>
                <a:lnTo>
                  <a:pt x="0" y="454952"/>
                </a:lnTo>
                <a:lnTo>
                  <a:pt x="0" y="404403"/>
                </a:lnTo>
                <a:lnTo>
                  <a:pt x="0" y="353854"/>
                </a:lnTo>
                <a:lnTo>
                  <a:pt x="0" y="303305"/>
                </a:lnTo>
                <a:lnTo>
                  <a:pt x="0" y="252755"/>
                </a:lnTo>
                <a:lnTo>
                  <a:pt x="0" y="202206"/>
                </a:lnTo>
                <a:lnTo>
                  <a:pt x="0" y="151657"/>
                </a:lnTo>
                <a:lnTo>
                  <a:pt x="0" y="101098"/>
                </a:lnTo>
                <a:lnTo>
                  <a:pt x="0" y="5054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14325">
            <a:solidFill>
              <a:srgbClr val="FFFFFF"/>
            </a:solidFill>
            <a:prstDash val="solid"/>
          </a:ln>
        </p:spPr>
      </p:sp>
      <p:sp>
        <p:nvSpPr>
          <p:cNvPr id="9" name="return-band">
            <a:extLst xmlns:a="http://schemas.openxmlformats.org/drawingml/2006/main">
              <a:ext uri="{FF2B5EF4-FFF2-40B4-BE49-F238E27FC236}">
                <a16:creationId xmlns:a16="http://schemas.microsoft.com/office/drawing/2014/main" id="{944C502E-A582-49AB-A4CE-CEB22C30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3705225"/>
            <a:ext cx="9144000" cy="1781175"/>
          </a:xfrm>
          <a:custGeom xmlns:a="http://schemas.openxmlformats.org/drawingml/2006/main">
            <a:pathLst>
              <a:path w="9144000" h="1781175">
                <a:moveTo>
                  <a:pt x="9144000" y="0"/>
                </a:moveTo>
                <a:lnTo>
                  <a:pt x="9144000" y="50549"/>
                </a:lnTo>
                <a:lnTo>
                  <a:pt x="9144000" y="101098"/>
                </a:lnTo>
                <a:lnTo>
                  <a:pt x="9144000" y="151648"/>
                </a:lnTo>
                <a:lnTo>
                  <a:pt x="9144000" y="202206"/>
                </a:lnTo>
                <a:lnTo>
                  <a:pt x="9144000" y="252755"/>
                </a:lnTo>
                <a:lnTo>
                  <a:pt x="9144000" y="303305"/>
                </a:lnTo>
                <a:lnTo>
                  <a:pt x="9144000" y="353854"/>
                </a:lnTo>
                <a:lnTo>
                  <a:pt x="9144000" y="404403"/>
                </a:lnTo>
                <a:lnTo>
                  <a:pt x="9144000" y="454952"/>
                </a:lnTo>
                <a:lnTo>
                  <a:pt x="9144000" y="505511"/>
                </a:lnTo>
                <a:lnTo>
                  <a:pt x="9144000" y="556060"/>
                </a:lnTo>
                <a:lnTo>
                  <a:pt x="9144000" y="606609"/>
                </a:lnTo>
                <a:lnTo>
                  <a:pt x="9144000" y="657158"/>
                </a:lnTo>
                <a:lnTo>
                  <a:pt x="9144000" y="707708"/>
                </a:lnTo>
                <a:lnTo>
                  <a:pt x="9144000" y="758257"/>
                </a:lnTo>
                <a:lnTo>
                  <a:pt x="9144000" y="808806"/>
                </a:lnTo>
                <a:lnTo>
                  <a:pt x="9144000" y="859365"/>
                </a:lnTo>
                <a:lnTo>
                  <a:pt x="9144000" y="909914"/>
                </a:lnTo>
                <a:lnTo>
                  <a:pt x="9144000" y="960463"/>
                </a:lnTo>
                <a:lnTo>
                  <a:pt x="9144000" y="1011012"/>
                </a:lnTo>
                <a:lnTo>
                  <a:pt x="9143390" y="1061561"/>
                </a:lnTo>
                <a:lnTo>
                  <a:pt x="9140981" y="1112044"/>
                </a:lnTo>
                <a:lnTo>
                  <a:pt x="9136551" y="1162402"/>
                </a:lnTo>
                <a:lnTo>
                  <a:pt x="9129884" y="1212504"/>
                </a:lnTo>
                <a:lnTo>
                  <a:pt x="9120730" y="1262215"/>
                </a:lnTo>
                <a:lnTo>
                  <a:pt x="9108853" y="1311335"/>
                </a:lnTo>
                <a:lnTo>
                  <a:pt x="9093965" y="1359637"/>
                </a:lnTo>
                <a:lnTo>
                  <a:pt x="9075839" y="1406814"/>
                </a:lnTo>
                <a:lnTo>
                  <a:pt x="9054227" y="1452496"/>
                </a:lnTo>
                <a:lnTo>
                  <a:pt x="9028967" y="1496273"/>
                </a:lnTo>
                <a:lnTo>
                  <a:pt x="9000001" y="1537678"/>
                </a:lnTo>
                <a:lnTo>
                  <a:pt x="8967378" y="1576264"/>
                </a:lnTo>
                <a:lnTo>
                  <a:pt x="8931297" y="1611649"/>
                </a:lnTo>
                <a:lnTo>
                  <a:pt x="8892083" y="1643520"/>
                </a:lnTo>
                <a:lnTo>
                  <a:pt x="8850154" y="1671714"/>
                </a:lnTo>
                <a:lnTo>
                  <a:pt x="8805939" y="1696202"/>
                </a:lnTo>
                <a:lnTo>
                  <a:pt x="8759914" y="1717072"/>
                </a:lnTo>
                <a:lnTo>
                  <a:pt x="8712479" y="1734503"/>
                </a:lnTo>
                <a:lnTo>
                  <a:pt x="8663978" y="1748742"/>
                </a:lnTo>
                <a:lnTo>
                  <a:pt x="8614715" y="1760030"/>
                </a:lnTo>
                <a:lnTo>
                  <a:pt x="8564909" y="1768640"/>
                </a:lnTo>
                <a:lnTo>
                  <a:pt x="8514740" y="1774822"/>
                </a:lnTo>
                <a:lnTo>
                  <a:pt x="8464353" y="1778822"/>
                </a:lnTo>
                <a:lnTo>
                  <a:pt x="8413842" y="1780832"/>
                </a:lnTo>
                <a:lnTo>
                  <a:pt x="8363293" y="1781175"/>
                </a:lnTo>
                <a:lnTo>
                  <a:pt x="8312744" y="1781175"/>
                </a:lnTo>
                <a:lnTo>
                  <a:pt x="8262195" y="1781175"/>
                </a:lnTo>
                <a:lnTo>
                  <a:pt x="8211645" y="1781175"/>
                </a:lnTo>
                <a:lnTo>
                  <a:pt x="8161096" y="1781175"/>
                </a:lnTo>
                <a:lnTo>
                  <a:pt x="8110547" y="1781175"/>
                </a:lnTo>
                <a:lnTo>
                  <a:pt x="8059998" y="1781175"/>
                </a:lnTo>
                <a:lnTo>
                  <a:pt x="8009439" y="1781175"/>
                </a:lnTo>
                <a:lnTo>
                  <a:pt x="7958890" y="1781175"/>
                </a:lnTo>
                <a:lnTo>
                  <a:pt x="7908341" y="1781175"/>
                </a:lnTo>
                <a:lnTo>
                  <a:pt x="7857792" y="1781175"/>
                </a:lnTo>
                <a:lnTo>
                  <a:pt x="7807242" y="1781175"/>
                </a:lnTo>
                <a:lnTo>
                  <a:pt x="7756693" y="1781175"/>
                </a:lnTo>
                <a:lnTo>
                  <a:pt x="7706135" y="1781175"/>
                </a:lnTo>
                <a:lnTo>
                  <a:pt x="7655585" y="1781175"/>
                </a:lnTo>
                <a:lnTo>
                  <a:pt x="7605036" y="1781175"/>
                </a:lnTo>
                <a:lnTo>
                  <a:pt x="7554487" y="1781175"/>
                </a:lnTo>
                <a:lnTo>
                  <a:pt x="7503938" y="1781175"/>
                </a:lnTo>
                <a:lnTo>
                  <a:pt x="7453389" y="1781175"/>
                </a:lnTo>
                <a:lnTo>
                  <a:pt x="7402840" y="1781175"/>
                </a:lnTo>
                <a:lnTo>
                  <a:pt x="7352281" y="1781175"/>
                </a:lnTo>
                <a:lnTo>
                  <a:pt x="7301732" y="1781175"/>
                </a:lnTo>
                <a:lnTo>
                  <a:pt x="7251182" y="1781175"/>
                </a:lnTo>
                <a:lnTo>
                  <a:pt x="7200633" y="1781175"/>
                </a:lnTo>
                <a:lnTo>
                  <a:pt x="7150084" y="1781175"/>
                </a:lnTo>
                <a:lnTo>
                  <a:pt x="7099535" y="1781175"/>
                </a:lnTo>
                <a:lnTo>
                  <a:pt x="7048986" y="1781175"/>
                </a:lnTo>
                <a:lnTo>
                  <a:pt x="6998427" y="1781175"/>
                </a:lnTo>
                <a:lnTo>
                  <a:pt x="6947878" y="1781175"/>
                </a:lnTo>
                <a:lnTo>
                  <a:pt x="6897329" y="1781175"/>
                </a:lnTo>
                <a:lnTo>
                  <a:pt x="6846780" y="1781175"/>
                </a:lnTo>
                <a:lnTo>
                  <a:pt x="6796230" y="1781175"/>
                </a:lnTo>
                <a:lnTo>
                  <a:pt x="6745681" y="1781175"/>
                </a:lnTo>
                <a:lnTo>
                  <a:pt x="6695123" y="1781175"/>
                </a:lnTo>
                <a:lnTo>
                  <a:pt x="6644573" y="1781175"/>
                </a:lnTo>
                <a:lnTo>
                  <a:pt x="6594024" y="1781175"/>
                </a:lnTo>
                <a:lnTo>
                  <a:pt x="6543475" y="1781175"/>
                </a:lnTo>
                <a:lnTo>
                  <a:pt x="6492926" y="1781175"/>
                </a:lnTo>
                <a:lnTo>
                  <a:pt x="6442377" y="1781175"/>
                </a:lnTo>
                <a:lnTo>
                  <a:pt x="6391818" y="1781175"/>
                </a:lnTo>
                <a:lnTo>
                  <a:pt x="6341269" y="1781175"/>
                </a:lnTo>
                <a:lnTo>
                  <a:pt x="6290720" y="1781175"/>
                </a:lnTo>
                <a:lnTo>
                  <a:pt x="6240170" y="1781175"/>
                </a:lnTo>
                <a:lnTo>
                  <a:pt x="6189621" y="1781175"/>
                </a:lnTo>
                <a:lnTo>
                  <a:pt x="6139072" y="1781175"/>
                </a:lnTo>
                <a:lnTo>
                  <a:pt x="6088523" y="1781175"/>
                </a:lnTo>
                <a:lnTo>
                  <a:pt x="6037964" y="1781175"/>
                </a:lnTo>
                <a:lnTo>
                  <a:pt x="5987415" y="1781175"/>
                </a:lnTo>
                <a:lnTo>
                  <a:pt x="5936866" y="1781175"/>
                </a:lnTo>
                <a:lnTo>
                  <a:pt x="5886317" y="1781175"/>
                </a:lnTo>
                <a:lnTo>
                  <a:pt x="5835767" y="1781175"/>
                </a:lnTo>
                <a:lnTo>
                  <a:pt x="5785218" y="1781175"/>
                </a:lnTo>
                <a:lnTo>
                  <a:pt x="5734669" y="1781175"/>
                </a:lnTo>
                <a:lnTo>
                  <a:pt x="5684110" y="1781175"/>
                </a:lnTo>
                <a:lnTo>
                  <a:pt x="5633561" y="1781175"/>
                </a:lnTo>
                <a:lnTo>
                  <a:pt x="5583012" y="1781175"/>
                </a:lnTo>
                <a:lnTo>
                  <a:pt x="5532463" y="1781175"/>
                </a:lnTo>
                <a:lnTo>
                  <a:pt x="5481914" y="1781175"/>
                </a:lnTo>
                <a:lnTo>
                  <a:pt x="5431365" y="1781175"/>
                </a:lnTo>
                <a:lnTo>
                  <a:pt x="5380806" y="1781175"/>
                </a:lnTo>
                <a:lnTo>
                  <a:pt x="5330257" y="1781175"/>
                </a:lnTo>
                <a:lnTo>
                  <a:pt x="5279708" y="1781175"/>
                </a:lnTo>
                <a:lnTo>
                  <a:pt x="5229158" y="1781175"/>
                </a:lnTo>
                <a:lnTo>
                  <a:pt x="5178609" y="1781175"/>
                </a:lnTo>
                <a:lnTo>
                  <a:pt x="5128060" y="1781175"/>
                </a:lnTo>
                <a:lnTo>
                  <a:pt x="5077511" y="1781175"/>
                </a:lnTo>
                <a:lnTo>
                  <a:pt x="5026952" y="1781175"/>
                </a:lnTo>
                <a:lnTo>
                  <a:pt x="4976403" y="1781175"/>
                </a:lnTo>
                <a:lnTo>
                  <a:pt x="4925854" y="1781175"/>
                </a:lnTo>
                <a:lnTo>
                  <a:pt x="4875305" y="1781175"/>
                </a:lnTo>
                <a:lnTo>
                  <a:pt x="4824755" y="1781175"/>
                </a:lnTo>
                <a:lnTo>
                  <a:pt x="4774206" y="1781175"/>
                </a:lnTo>
                <a:lnTo>
                  <a:pt x="4723657" y="1781175"/>
                </a:lnTo>
                <a:lnTo>
                  <a:pt x="4673098" y="1781175"/>
                </a:lnTo>
                <a:lnTo>
                  <a:pt x="4622549" y="1781175"/>
                </a:lnTo>
                <a:lnTo>
                  <a:pt x="4572000" y="1781175"/>
                </a:lnTo>
                <a:lnTo>
                  <a:pt x="4521451" y="1781175"/>
                </a:lnTo>
                <a:lnTo>
                  <a:pt x="4470902" y="1781175"/>
                </a:lnTo>
                <a:lnTo>
                  <a:pt x="4420352" y="1781175"/>
                </a:lnTo>
                <a:lnTo>
                  <a:pt x="4369794" y="1781175"/>
                </a:lnTo>
                <a:lnTo>
                  <a:pt x="4319245" y="1781175"/>
                </a:lnTo>
                <a:lnTo>
                  <a:pt x="4268695" y="1781175"/>
                </a:lnTo>
                <a:lnTo>
                  <a:pt x="4218146" y="1781175"/>
                </a:lnTo>
                <a:lnTo>
                  <a:pt x="4167597" y="1781175"/>
                </a:lnTo>
                <a:lnTo>
                  <a:pt x="4117048" y="1781175"/>
                </a:lnTo>
                <a:lnTo>
                  <a:pt x="4066499" y="1781175"/>
                </a:lnTo>
                <a:lnTo>
                  <a:pt x="4015940" y="1781175"/>
                </a:lnTo>
                <a:lnTo>
                  <a:pt x="3965391" y="1781175"/>
                </a:lnTo>
                <a:lnTo>
                  <a:pt x="3914842" y="1781175"/>
                </a:lnTo>
                <a:lnTo>
                  <a:pt x="3864293" y="1781175"/>
                </a:lnTo>
                <a:lnTo>
                  <a:pt x="3813743" y="1781175"/>
                </a:lnTo>
                <a:lnTo>
                  <a:pt x="3763194" y="1781175"/>
                </a:lnTo>
                <a:lnTo>
                  <a:pt x="3712645" y="1781175"/>
                </a:lnTo>
                <a:lnTo>
                  <a:pt x="3662086" y="1781175"/>
                </a:lnTo>
                <a:lnTo>
                  <a:pt x="3611537" y="1781175"/>
                </a:lnTo>
                <a:lnTo>
                  <a:pt x="3560988" y="1781175"/>
                </a:lnTo>
                <a:lnTo>
                  <a:pt x="3510439" y="1781175"/>
                </a:lnTo>
                <a:lnTo>
                  <a:pt x="3459890" y="1781175"/>
                </a:lnTo>
                <a:lnTo>
                  <a:pt x="3409340" y="1781175"/>
                </a:lnTo>
                <a:lnTo>
                  <a:pt x="3358782" y="1781175"/>
                </a:lnTo>
                <a:lnTo>
                  <a:pt x="3308233" y="1781175"/>
                </a:lnTo>
                <a:lnTo>
                  <a:pt x="3257683" y="1781175"/>
                </a:lnTo>
                <a:lnTo>
                  <a:pt x="3207134" y="1781175"/>
                </a:lnTo>
                <a:lnTo>
                  <a:pt x="3156585" y="1781175"/>
                </a:lnTo>
                <a:lnTo>
                  <a:pt x="3106036" y="1781175"/>
                </a:lnTo>
                <a:lnTo>
                  <a:pt x="3055487" y="1781175"/>
                </a:lnTo>
                <a:lnTo>
                  <a:pt x="3004928" y="1781175"/>
                </a:lnTo>
                <a:lnTo>
                  <a:pt x="2954379" y="1781175"/>
                </a:lnTo>
                <a:lnTo>
                  <a:pt x="2903830" y="1781175"/>
                </a:lnTo>
                <a:lnTo>
                  <a:pt x="2853280" y="1781175"/>
                </a:lnTo>
                <a:lnTo>
                  <a:pt x="2802731" y="1781175"/>
                </a:lnTo>
                <a:lnTo>
                  <a:pt x="2752182" y="1781175"/>
                </a:lnTo>
                <a:lnTo>
                  <a:pt x="2701623" y="1781175"/>
                </a:lnTo>
                <a:lnTo>
                  <a:pt x="2651074" y="1781175"/>
                </a:lnTo>
                <a:lnTo>
                  <a:pt x="2600525" y="1781175"/>
                </a:lnTo>
                <a:lnTo>
                  <a:pt x="2549976" y="1781175"/>
                </a:lnTo>
                <a:lnTo>
                  <a:pt x="2499427" y="1781175"/>
                </a:lnTo>
                <a:lnTo>
                  <a:pt x="2448878" y="1781175"/>
                </a:lnTo>
                <a:lnTo>
                  <a:pt x="2398328" y="1781175"/>
                </a:lnTo>
                <a:lnTo>
                  <a:pt x="2347770" y="1781175"/>
                </a:lnTo>
                <a:lnTo>
                  <a:pt x="2297220" y="1781175"/>
                </a:lnTo>
                <a:lnTo>
                  <a:pt x="2246671" y="1781175"/>
                </a:lnTo>
                <a:lnTo>
                  <a:pt x="2196122" y="1781175"/>
                </a:lnTo>
                <a:lnTo>
                  <a:pt x="2145573" y="1781175"/>
                </a:lnTo>
                <a:lnTo>
                  <a:pt x="2095024" y="1781175"/>
                </a:lnTo>
                <a:lnTo>
                  <a:pt x="2044465" y="1781175"/>
                </a:lnTo>
                <a:lnTo>
                  <a:pt x="1993916" y="1781175"/>
                </a:lnTo>
                <a:lnTo>
                  <a:pt x="1943367" y="1781175"/>
                </a:lnTo>
                <a:lnTo>
                  <a:pt x="1892818" y="1781175"/>
                </a:lnTo>
                <a:lnTo>
                  <a:pt x="1842268" y="1781175"/>
                </a:lnTo>
                <a:lnTo>
                  <a:pt x="1791719" y="1781175"/>
                </a:lnTo>
                <a:lnTo>
                  <a:pt x="1741170" y="1781175"/>
                </a:lnTo>
                <a:lnTo>
                  <a:pt x="1690611" y="1781175"/>
                </a:lnTo>
                <a:lnTo>
                  <a:pt x="1640062" y="1781175"/>
                </a:lnTo>
                <a:lnTo>
                  <a:pt x="1589513" y="1781175"/>
                </a:lnTo>
                <a:lnTo>
                  <a:pt x="1538964" y="1781175"/>
                </a:lnTo>
                <a:lnTo>
                  <a:pt x="1488415" y="1781175"/>
                </a:lnTo>
                <a:lnTo>
                  <a:pt x="1437865" y="1781175"/>
                </a:lnTo>
                <a:lnTo>
                  <a:pt x="1387307" y="1781175"/>
                </a:lnTo>
                <a:lnTo>
                  <a:pt x="1336758" y="1781175"/>
                </a:lnTo>
                <a:lnTo>
                  <a:pt x="1286208" y="1781175"/>
                </a:lnTo>
                <a:lnTo>
                  <a:pt x="1235659" y="1781175"/>
                </a:lnTo>
                <a:lnTo>
                  <a:pt x="1185110" y="1781175"/>
                </a:lnTo>
                <a:lnTo>
                  <a:pt x="1134561" y="1781175"/>
                </a:lnTo>
                <a:lnTo>
                  <a:pt x="1084012" y="1781175"/>
                </a:lnTo>
                <a:lnTo>
                  <a:pt x="1033453" y="1781175"/>
                </a:lnTo>
                <a:lnTo>
                  <a:pt x="982904" y="1781175"/>
                </a:lnTo>
                <a:lnTo>
                  <a:pt x="932355" y="1781175"/>
                </a:lnTo>
                <a:lnTo>
                  <a:pt x="881805" y="1781175"/>
                </a:lnTo>
                <a:lnTo>
                  <a:pt x="831256" y="1781175"/>
                </a:lnTo>
                <a:lnTo>
                  <a:pt x="780707" y="1781175"/>
                </a:lnTo>
                <a:lnTo>
                  <a:pt x="730158" y="1780832"/>
                </a:lnTo>
                <a:lnTo>
                  <a:pt x="679647" y="1778822"/>
                </a:lnTo>
                <a:lnTo>
                  <a:pt x="629260" y="1774822"/>
                </a:lnTo>
                <a:lnTo>
                  <a:pt x="579091" y="1768640"/>
                </a:lnTo>
                <a:lnTo>
                  <a:pt x="529285" y="1760030"/>
                </a:lnTo>
                <a:lnTo>
                  <a:pt x="480022" y="1748742"/>
                </a:lnTo>
                <a:lnTo>
                  <a:pt x="431521" y="1734503"/>
                </a:lnTo>
                <a:lnTo>
                  <a:pt x="384086" y="1717072"/>
                </a:lnTo>
                <a:lnTo>
                  <a:pt x="338061" y="1696202"/>
                </a:lnTo>
                <a:lnTo>
                  <a:pt x="293856" y="1671714"/>
                </a:lnTo>
                <a:lnTo>
                  <a:pt x="251917" y="1643520"/>
                </a:lnTo>
                <a:lnTo>
                  <a:pt x="212703" y="1611649"/>
                </a:lnTo>
                <a:lnTo>
                  <a:pt x="176622" y="1576273"/>
                </a:lnTo>
                <a:lnTo>
                  <a:pt x="143999" y="1537678"/>
                </a:lnTo>
                <a:lnTo>
                  <a:pt x="115033" y="1496273"/>
                </a:lnTo>
                <a:lnTo>
                  <a:pt x="89773" y="1452496"/>
                </a:lnTo>
                <a:lnTo>
                  <a:pt x="68161" y="1406814"/>
                </a:lnTo>
                <a:lnTo>
                  <a:pt x="50035" y="1359637"/>
                </a:lnTo>
                <a:lnTo>
                  <a:pt x="35147" y="1311345"/>
                </a:lnTo>
                <a:lnTo>
                  <a:pt x="23270" y="1262215"/>
                </a:lnTo>
                <a:lnTo>
                  <a:pt x="14116" y="1212504"/>
                </a:lnTo>
                <a:lnTo>
                  <a:pt x="7449" y="1162402"/>
                </a:lnTo>
                <a:lnTo>
                  <a:pt x="3019" y="1112044"/>
                </a:lnTo>
                <a:lnTo>
                  <a:pt x="610" y="1061561"/>
                </a:lnTo>
                <a:lnTo>
                  <a:pt x="0" y="1011012"/>
                </a:lnTo>
                <a:lnTo>
                  <a:pt x="0" y="960463"/>
                </a:lnTo>
                <a:lnTo>
                  <a:pt x="0" y="909914"/>
                </a:lnTo>
                <a:lnTo>
                  <a:pt x="0" y="859365"/>
                </a:lnTo>
                <a:lnTo>
                  <a:pt x="0" y="808806"/>
                </a:lnTo>
                <a:lnTo>
                  <a:pt x="0" y="758257"/>
                </a:lnTo>
                <a:lnTo>
                  <a:pt x="0" y="707708"/>
                </a:lnTo>
                <a:lnTo>
                  <a:pt x="0" y="657158"/>
                </a:lnTo>
                <a:lnTo>
                  <a:pt x="0" y="606609"/>
                </a:lnTo>
                <a:lnTo>
                  <a:pt x="0" y="556060"/>
                </a:lnTo>
                <a:lnTo>
                  <a:pt x="0" y="505511"/>
                </a:lnTo>
                <a:lnTo>
                  <a:pt x="0" y="454952"/>
                </a:lnTo>
                <a:lnTo>
                  <a:pt x="0" y="404403"/>
                </a:lnTo>
                <a:lnTo>
                  <a:pt x="0" y="353854"/>
                </a:lnTo>
                <a:lnTo>
                  <a:pt x="0" y="303305"/>
                </a:lnTo>
                <a:lnTo>
                  <a:pt x="0" y="252755"/>
                </a:lnTo>
                <a:lnTo>
                  <a:pt x="0" y="202206"/>
                </a:lnTo>
                <a:lnTo>
                  <a:pt x="0" y="151657"/>
                </a:lnTo>
                <a:lnTo>
                  <a:pt x="0" y="101098"/>
                </a:lnTo>
                <a:lnTo>
                  <a:pt x="0" y="5054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25">
            <a:solidFill>
              <a:srgbClr val="E9EEF5"/>
            </a:solidFill>
            <a:prstDash val="solid"/>
          </a:ln>
        </p:spPr>
      </p:sp>
      <p:sp>
        <p:nvSpPr>
          <p:cNvPr id="10" name="return-line">
            <a:extLst xmlns:a="http://schemas.openxmlformats.org/drawingml/2006/main">
              <a:ext uri="{FF2B5EF4-FFF2-40B4-BE49-F238E27FC236}">
                <a16:creationId xmlns:a16="http://schemas.microsoft.com/office/drawing/2014/main" id="{CA937F4A-19FC-420A-B121-818CE7C4E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3705225"/>
            <a:ext cx="9144000" cy="1781175"/>
          </a:xfrm>
          <a:custGeom xmlns:a="http://schemas.openxmlformats.org/drawingml/2006/main">
            <a:pathLst>
              <a:path w="9144000" h="1781175">
                <a:moveTo>
                  <a:pt x="9144000" y="0"/>
                </a:moveTo>
                <a:lnTo>
                  <a:pt x="9144000" y="50549"/>
                </a:lnTo>
                <a:lnTo>
                  <a:pt x="9144000" y="101098"/>
                </a:lnTo>
                <a:lnTo>
                  <a:pt x="9144000" y="151648"/>
                </a:lnTo>
                <a:lnTo>
                  <a:pt x="9144000" y="202206"/>
                </a:lnTo>
                <a:lnTo>
                  <a:pt x="9144000" y="252755"/>
                </a:lnTo>
                <a:lnTo>
                  <a:pt x="9144000" y="303305"/>
                </a:lnTo>
                <a:lnTo>
                  <a:pt x="9144000" y="353854"/>
                </a:lnTo>
                <a:lnTo>
                  <a:pt x="9144000" y="404403"/>
                </a:lnTo>
                <a:lnTo>
                  <a:pt x="9144000" y="454952"/>
                </a:lnTo>
                <a:lnTo>
                  <a:pt x="9144000" y="505511"/>
                </a:lnTo>
                <a:lnTo>
                  <a:pt x="9144000" y="556060"/>
                </a:lnTo>
                <a:lnTo>
                  <a:pt x="9144000" y="606609"/>
                </a:lnTo>
                <a:lnTo>
                  <a:pt x="9144000" y="657158"/>
                </a:lnTo>
                <a:lnTo>
                  <a:pt x="9144000" y="707708"/>
                </a:lnTo>
                <a:lnTo>
                  <a:pt x="9144000" y="758257"/>
                </a:lnTo>
                <a:lnTo>
                  <a:pt x="9144000" y="808806"/>
                </a:lnTo>
                <a:lnTo>
                  <a:pt x="9144000" y="859365"/>
                </a:lnTo>
                <a:lnTo>
                  <a:pt x="9144000" y="909914"/>
                </a:lnTo>
                <a:lnTo>
                  <a:pt x="9144000" y="960463"/>
                </a:lnTo>
                <a:lnTo>
                  <a:pt x="9144000" y="1011012"/>
                </a:lnTo>
                <a:lnTo>
                  <a:pt x="9143390" y="1061561"/>
                </a:lnTo>
                <a:lnTo>
                  <a:pt x="9140981" y="1112044"/>
                </a:lnTo>
                <a:lnTo>
                  <a:pt x="9136551" y="1162402"/>
                </a:lnTo>
                <a:lnTo>
                  <a:pt x="9129884" y="1212504"/>
                </a:lnTo>
                <a:lnTo>
                  <a:pt x="9120730" y="1262215"/>
                </a:lnTo>
                <a:lnTo>
                  <a:pt x="9108853" y="1311335"/>
                </a:lnTo>
                <a:lnTo>
                  <a:pt x="9093965" y="1359637"/>
                </a:lnTo>
                <a:lnTo>
                  <a:pt x="9075839" y="1406814"/>
                </a:lnTo>
                <a:lnTo>
                  <a:pt x="9054227" y="1452496"/>
                </a:lnTo>
                <a:lnTo>
                  <a:pt x="9028967" y="1496273"/>
                </a:lnTo>
                <a:lnTo>
                  <a:pt x="9000001" y="1537678"/>
                </a:lnTo>
                <a:lnTo>
                  <a:pt x="8967378" y="1576264"/>
                </a:lnTo>
                <a:lnTo>
                  <a:pt x="8931297" y="1611649"/>
                </a:lnTo>
                <a:lnTo>
                  <a:pt x="8892083" y="1643520"/>
                </a:lnTo>
                <a:lnTo>
                  <a:pt x="8850154" y="1671714"/>
                </a:lnTo>
                <a:lnTo>
                  <a:pt x="8805939" y="1696202"/>
                </a:lnTo>
                <a:lnTo>
                  <a:pt x="8759914" y="1717072"/>
                </a:lnTo>
                <a:lnTo>
                  <a:pt x="8712479" y="1734503"/>
                </a:lnTo>
                <a:lnTo>
                  <a:pt x="8663978" y="1748742"/>
                </a:lnTo>
                <a:lnTo>
                  <a:pt x="8614715" y="1760030"/>
                </a:lnTo>
                <a:lnTo>
                  <a:pt x="8564909" y="1768640"/>
                </a:lnTo>
                <a:lnTo>
                  <a:pt x="8514740" y="1774822"/>
                </a:lnTo>
                <a:lnTo>
                  <a:pt x="8464353" y="1778822"/>
                </a:lnTo>
                <a:lnTo>
                  <a:pt x="8413842" y="1780832"/>
                </a:lnTo>
                <a:lnTo>
                  <a:pt x="8363293" y="1781175"/>
                </a:lnTo>
                <a:lnTo>
                  <a:pt x="8312744" y="1781175"/>
                </a:lnTo>
                <a:lnTo>
                  <a:pt x="8262195" y="1781175"/>
                </a:lnTo>
                <a:lnTo>
                  <a:pt x="8211645" y="1781175"/>
                </a:lnTo>
                <a:lnTo>
                  <a:pt x="8161096" y="1781175"/>
                </a:lnTo>
                <a:lnTo>
                  <a:pt x="8110547" y="1781175"/>
                </a:lnTo>
                <a:lnTo>
                  <a:pt x="8059998" y="1781175"/>
                </a:lnTo>
                <a:lnTo>
                  <a:pt x="8009439" y="1781175"/>
                </a:lnTo>
                <a:lnTo>
                  <a:pt x="7958890" y="1781175"/>
                </a:lnTo>
                <a:lnTo>
                  <a:pt x="7908341" y="1781175"/>
                </a:lnTo>
                <a:lnTo>
                  <a:pt x="7857792" y="1781175"/>
                </a:lnTo>
                <a:lnTo>
                  <a:pt x="7807242" y="1781175"/>
                </a:lnTo>
                <a:lnTo>
                  <a:pt x="7756693" y="1781175"/>
                </a:lnTo>
                <a:lnTo>
                  <a:pt x="7706135" y="1781175"/>
                </a:lnTo>
                <a:lnTo>
                  <a:pt x="7655585" y="1781175"/>
                </a:lnTo>
                <a:lnTo>
                  <a:pt x="7605036" y="1781175"/>
                </a:lnTo>
                <a:lnTo>
                  <a:pt x="7554487" y="1781175"/>
                </a:lnTo>
                <a:lnTo>
                  <a:pt x="7503938" y="1781175"/>
                </a:lnTo>
                <a:lnTo>
                  <a:pt x="7453389" y="1781175"/>
                </a:lnTo>
                <a:lnTo>
                  <a:pt x="7402840" y="1781175"/>
                </a:lnTo>
                <a:lnTo>
                  <a:pt x="7352281" y="1781175"/>
                </a:lnTo>
                <a:lnTo>
                  <a:pt x="7301732" y="1781175"/>
                </a:lnTo>
                <a:lnTo>
                  <a:pt x="7251182" y="1781175"/>
                </a:lnTo>
                <a:lnTo>
                  <a:pt x="7200633" y="1781175"/>
                </a:lnTo>
                <a:lnTo>
                  <a:pt x="7150084" y="1781175"/>
                </a:lnTo>
                <a:lnTo>
                  <a:pt x="7099535" y="1781175"/>
                </a:lnTo>
                <a:lnTo>
                  <a:pt x="7048986" y="1781175"/>
                </a:lnTo>
                <a:lnTo>
                  <a:pt x="6998427" y="1781175"/>
                </a:lnTo>
                <a:lnTo>
                  <a:pt x="6947878" y="1781175"/>
                </a:lnTo>
                <a:lnTo>
                  <a:pt x="6897329" y="1781175"/>
                </a:lnTo>
                <a:lnTo>
                  <a:pt x="6846780" y="1781175"/>
                </a:lnTo>
                <a:lnTo>
                  <a:pt x="6796230" y="1781175"/>
                </a:lnTo>
                <a:lnTo>
                  <a:pt x="6745681" y="1781175"/>
                </a:lnTo>
                <a:lnTo>
                  <a:pt x="6695123" y="1781175"/>
                </a:lnTo>
                <a:lnTo>
                  <a:pt x="6644573" y="1781175"/>
                </a:lnTo>
                <a:lnTo>
                  <a:pt x="6594024" y="1781175"/>
                </a:lnTo>
                <a:lnTo>
                  <a:pt x="6543475" y="1781175"/>
                </a:lnTo>
                <a:lnTo>
                  <a:pt x="6492926" y="1781175"/>
                </a:lnTo>
                <a:lnTo>
                  <a:pt x="6442377" y="1781175"/>
                </a:lnTo>
                <a:lnTo>
                  <a:pt x="6391818" y="1781175"/>
                </a:lnTo>
                <a:lnTo>
                  <a:pt x="6341269" y="1781175"/>
                </a:lnTo>
                <a:lnTo>
                  <a:pt x="6290720" y="1781175"/>
                </a:lnTo>
                <a:lnTo>
                  <a:pt x="6240170" y="1781175"/>
                </a:lnTo>
                <a:lnTo>
                  <a:pt x="6189621" y="1781175"/>
                </a:lnTo>
                <a:lnTo>
                  <a:pt x="6139072" y="1781175"/>
                </a:lnTo>
                <a:lnTo>
                  <a:pt x="6088523" y="1781175"/>
                </a:lnTo>
                <a:lnTo>
                  <a:pt x="6037964" y="1781175"/>
                </a:lnTo>
                <a:lnTo>
                  <a:pt x="5987415" y="1781175"/>
                </a:lnTo>
                <a:lnTo>
                  <a:pt x="5936866" y="1781175"/>
                </a:lnTo>
                <a:lnTo>
                  <a:pt x="5886317" y="1781175"/>
                </a:lnTo>
                <a:lnTo>
                  <a:pt x="5835767" y="1781175"/>
                </a:lnTo>
                <a:lnTo>
                  <a:pt x="5785218" y="1781175"/>
                </a:lnTo>
                <a:lnTo>
                  <a:pt x="5734669" y="1781175"/>
                </a:lnTo>
                <a:lnTo>
                  <a:pt x="5684110" y="1781175"/>
                </a:lnTo>
                <a:lnTo>
                  <a:pt x="5633561" y="1781175"/>
                </a:lnTo>
                <a:lnTo>
                  <a:pt x="5583012" y="1781175"/>
                </a:lnTo>
                <a:lnTo>
                  <a:pt x="5532463" y="1781175"/>
                </a:lnTo>
                <a:lnTo>
                  <a:pt x="5481914" y="1781175"/>
                </a:lnTo>
                <a:lnTo>
                  <a:pt x="5431365" y="1781175"/>
                </a:lnTo>
                <a:lnTo>
                  <a:pt x="5380806" y="1781175"/>
                </a:lnTo>
                <a:lnTo>
                  <a:pt x="5330257" y="1781175"/>
                </a:lnTo>
                <a:lnTo>
                  <a:pt x="5279708" y="1781175"/>
                </a:lnTo>
                <a:lnTo>
                  <a:pt x="5229158" y="1781175"/>
                </a:lnTo>
                <a:lnTo>
                  <a:pt x="5178609" y="1781175"/>
                </a:lnTo>
                <a:lnTo>
                  <a:pt x="5128060" y="1781175"/>
                </a:lnTo>
                <a:lnTo>
                  <a:pt x="5077511" y="1781175"/>
                </a:lnTo>
                <a:lnTo>
                  <a:pt x="5026952" y="1781175"/>
                </a:lnTo>
                <a:lnTo>
                  <a:pt x="4976403" y="1781175"/>
                </a:lnTo>
                <a:lnTo>
                  <a:pt x="4925854" y="1781175"/>
                </a:lnTo>
                <a:lnTo>
                  <a:pt x="4875305" y="1781175"/>
                </a:lnTo>
                <a:lnTo>
                  <a:pt x="4824755" y="1781175"/>
                </a:lnTo>
                <a:lnTo>
                  <a:pt x="4774206" y="1781175"/>
                </a:lnTo>
                <a:lnTo>
                  <a:pt x="4723657" y="1781175"/>
                </a:lnTo>
                <a:lnTo>
                  <a:pt x="4673098" y="1781175"/>
                </a:lnTo>
                <a:lnTo>
                  <a:pt x="4622549" y="1781175"/>
                </a:lnTo>
                <a:lnTo>
                  <a:pt x="4572000" y="1781175"/>
                </a:lnTo>
                <a:lnTo>
                  <a:pt x="4521451" y="1781175"/>
                </a:lnTo>
                <a:lnTo>
                  <a:pt x="4470902" y="1781175"/>
                </a:lnTo>
                <a:lnTo>
                  <a:pt x="4420352" y="1781175"/>
                </a:lnTo>
                <a:lnTo>
                  <a:pt x="4369794" y="1781175"/>
                </a:lnTo>
                <a:lnTo>
                  <a:pt x="4319245" y="1781175"/>
                </a:lnTo>
                <a:lnTo>
                  <a:pt x="4268695" y="1781175"/>
                </a:lnTo>
                <a:lnTo>
                  <a:pt x="4218146" y="1781175"/>
                </a:lnTo>
                <a:lnTo>
                  <a:pt x="4167597" y="1781175"/>
                </a:lnTo>
                <a:lnTo>
                  <a:pt x="4117048" y="1781175"/>
                </a:lnTo>
                <a:lnTo>
                  <a:pt x="4066499" y="1781175"/>
                </a:lnTo>
                <a:lnTo>
                  <a:pt x="4015940" y="1781175"/>
                </a:lnTo>
                <a:lnTo>
                  <a:pt x="3965391" y="1781175"/>
                </a:lnTo>
                <a:lnTo>
                  <a:pt x="3914842" y="1781175"/>
                </a:lnTo>
                <a:lnTo>
                  <a:pt x="3864293" y="1781175"/>
                </a:lnTo>
                <a:lnTo>
                  <a:pt x="3813743" y="1781175"/>
                </a:lnTo>
                <a:lnTo>
                  <a:pt x="3763194" y="1781175"/>
                </a:lnTo>
                <a:lnTo>
                  <a:pt x="3712645" y="1781175"/>
                </a:lnTo>
                <a:lnTo>
                  <a:pt x="3662086" y="1781175"/>
                </a:lnTo>
                <a:lnTo>
                  <a:pt x="3611537" y="1781175"/>
                </a:lnTo>
                <a:lnTo>
                  <a:pt x="3560988" y="1781175"/>
                </a:lnTo>
                <a:lnTo>
                  <a:pt x="3510439" y="1781175"/>
                </a:lnTo>
                <a:lnTo>
                  <a:pt x="3459890" y="1781175"/>
                </a:lnTo>
                <a:lnTo>
                  <a:pt x="3409340" y="1781175"/>
                </a:lnTo>
                <a:lnTo>
                  <a:pt x="3358782" y="1781175"/>
                </a:lnTo>
                <a:lnTo>
                  <a:pt x="3308233" y="1781175"/>
                </a:lnTo>
                <a:lnTo>
                  <a:pt x="3257683" y="1781175"/>
                </a:lnTo>
                <a:lnTo>
                  <a:pt x="3207134" y="1781175"/>
                </a:lnTo>
                <a:lnTo>
                  <a:pt x="3156585" y="1781175"/>
                </a:lnTo>
                <a:lnTo>
                  <a:pt x="3106036" y="1781175"/>
                </a:lnTo>
                <a:lnTo>
                  <a:pt x="3055487" y="1781175"/>
                </a:lnTo>
                <a:lnTo>
                  <a:pt x="3004928" y="1781175"/>
                </a:lnTo>
                <a:lnTo>
                  <a:pt x="2954379" y="1781175"/>
                </a:lnTo>
                <a:lnTo>
                  <a:pt x="2903830" y="1781175"/>
                </a:lnTo>
                <a:lnTo>
                  <a:pt x="2853280" y="1781175"/>
                </a:lnTo>
                <a:lnTo>
                  <a:pt x="2802731" y="1781175"/>
                </a:lnTo>
                <a:lnTo>
                  <a:pt x="2752182" y="1781175"/>
                </a:lnTo>
                <a:lnTo>
                  <a:pt x="2701623" y="1781175"/>
                </a:lnTo>
                <a:lnTo>
                  <a:pt x="2651074" y="1781175"/>
                </a:lnTo>
                <a:lnTo>
                  <a:pt x="2600525" y="1781175"/>
                </a:lnTo>
                <a:lnTo>
                  <a:pt x="2549976" y="1781175"/>
                </a:lnTo>
                <a:lnTo>
                  <a:pt x="2499427" y="1781175"/>
                </a:lnTo>
                <a:lnTo>
                  <a:pt x="2448878" y="1781175"/>
                </a:lnTo>
                <a:lnTo>
                  <a:pt x="2398328" y="1781175"/>
                </a:lnTo>
                <a:lnTo>
                  <a:pt x="2347770" y="1781175"/>
                </a:lnTo>
                <a:lnTo>
                  <a:pt x="2297220" y="1781175"/>
                </a:lnTo>
                <a:lnTo>
                  <a:pt x="2246671" y="1781175"/>
                </a:lnTo>
                <a:lnTo>
                  <a:pt x="2196122" y="1781175"/>
                </a:lnTo>
                <a:lnTo>
                  <a:pt x="2145573" y="1781175"/>
                </a:lnTo>
                <a:lnTo>
                  <a:pt x="2095024" y="1781175"/>
                </a:lnTo>
                <a:lnTo>
                  <a:pt x="2044465" y="1781175"/>
                </a:lnTo>
                <a:lnTo>
                  <a:pt x="1993916" y="1781175"/>
                </a:lnTo>
                <a:lnTo>
                  <a:pt x="1943367" y="1781175"/>
                </a:lnTo>
                <a:lnTo>
                  <a:pt x="1892818" y="1781175"/>
                </a:lnTo>
                <a:lnTo>
                  <a:pt x="1842268" y="1781175"/>
                </a:lnTo>
                <a:lnTo>
                  <a:pt x="1791719" y="1781175"/>
                </a:lnTo>
                <a:lnTo>
                  <a:pt x="1741170" y="1781175"/>
                </a:lnTo>
                <a:lnTo>
                  <a:pt x="1690611" y="1781175"/>
                </a:lnTo>
                <a:lnTo>
                  <a:pt x="1640062" y="1781175"/>
                </a:lnTo>
                <a:lnTo>
                  <a:pt x="1589513" y="1781175"/>
                </a:lnTo>
                <a:lnTo>
                  <a:pt x="1538964" y="1781175"/>
                </a:lnTo>
                <a:lnTo>
                  <a:pt x="1488415" y="1781175"/>
                </a:lnTo>
                <a:lnTo>
                  <a:pt x="1437865" y="1781175"/>
                </a:lnTo>
                <a:lnTo>
                  <a:pt x="1387307" y="1781175"/>
                </a:lnTo>
                <a:lnTo>
                  <a:pt x="1336758" y="1781175"/>
                </a:lnTo>
                <a:lnTo>
                  <a:pt x="1286208" y="1781175"/>
                </a:lnTo>
                <a:lnTo>
                  <a:pt x="1235659" y="1781175"/>
                </a:lnTo>
                <a:lnTo>
                  <a:pt x="1185110" y="1781175"/>
                </a:lnTo>
                <a:lnTo>
                  <a:pt x="1134561" y="1781175"/>
                </a:lnTo>
                <a:lnTo>
                  <a:pt x="1084012" y="1781175"/>
                </a:lnTo>
                <a:lnTo>
                  <a:pt x="1033453" y="1781175"/>
                </a:lnTo>
                <a:lnTo>
                  <a:pt x="982904" y="1781175"/>
                </a:lnTo>
                <a:lnTo>
                  <a:pt x="932355" y="1781175"/>
                </a:lnTo>
                <a:lnTo>
                  <a:pt x="881805" y="1781175"/>
                </a:lnTo>
                <a:lnTo>
                  <a:pt x="831256" y="1781175"/>
                </a:lnTo>
                <a:lnTo>
                  <a:pt x="780707" y="1781175"/>
                </a:lnTo>
                <a:lnTo>
                  <a:pt x="730158" y="1780832"/>
                </a:lnTo>
                <a:lnTo>
                  <a:pt x="679647" y="1778822"/>
                </a:lnTo>
                <a:lnTo>
                  <a:pt x="629260" y="1774822"/>
                </a:lnTo>
                <a:lnTo>
                  <a:pt x="579091" y="1768640"/>
                </a:lnTo>
                <a:lnTo>
                  <a:pt x="529285" y="1760030"/>
                </a:lnTo>
                <a:lnTo>
                  <a:pt x="480022" y="1748742"/>
                </a:lnTo>
                <a:lnTo>
                  <a:pt x="431521" y="1734503"/>
                </a:lnTo>
                <a:lnTo>
                  <a:pt x="384086" y="1717072"/>
                </a:lnTo>
                <a:lnTo>
                  <a:pt x="338061" y="1696202"/>
                </a:lnTo>
                <a:lnTo>
                  <a:pt x="293856" y="1671714"/>
                </a:lnTo>
                <a:lnTo>
                  <a:pt x="251917" y="1643520"/>
                </a:lnTo>
                <a:lnTo>
                  <a:pt x="212703" y="1611649"/>
                </a:lnTo>
                <a:lnTo>
                  <a:pt x="176622" y="1576273"/>
                </a:lnTo>
                <a:lnTo>
                  <a:pt x="143999" y="1537678"/>
                </a:lnTo>
                <a:lnTo>
                  <a:pt x="115033" y="1496273"/>
                </a:lnTo>
                <a:lnTo>
                  <a:pt x="89773" y="1452496"/>
                </a:lnTo>
                <a:lnTo>
                  <a:pt x="68161" y="1406814"/>
                </a:lnTo>
                <a:lnTo>
                  <a:pt x="50035" y="1359637"/>
                </a:lnTo>
                <a:lnTo>
                  <a:pt x="35147" y="1311345"/>
                </a:lnTo>
                <a:lnTo>
                  <a:pt x="23270" y="1262215"/>
                </a:lnTo>
                <a:lnTo>
                  <a:pt x="14116" y="1212504"/>
                </a:lnTo>
                <a:lnTo>
                  <a:pt x="7449" y="1162402"/>
                </a:lnTo>
                <a:lnTo>
                  <a:pt x="3019" y="1112044"/>
                </a:lnTo>
                <a:lnTo>
                  <a:pt x="610" y="1061561"/>
                </a:lnTo>
                <a:lnTo>
                  <a:pt x="0" y="1011012"/>
                </a:lnTo>
                <a:lnTo>
                  <a:pt x="0" y="960463"/>
                </a:lnTo>
                <a:lnTo>
                  <a:pt x="0" y="909914"/>
                </a:lnTo>
                <a:lnTo>
                  <a:pt x="0" y="859365"/>
                </a:lnTo>
                <a:lnTo>
                  <a:pt x="0" y="808806"/>
                </a:lnTo>
                <a:lnTo>
                  <a:pt x="0" y="758257"/>
                </a:lnTo>
                <a:lnTo>
                  <a:pt x="0" y="707708"/>
                </a:lnTo>
                <a:lnTo>
                  <a:pt x="0" y="657158"/>
                </a:lnTo>
                <a:lnTo>
                  <a:pt x="0" y="606609"/>
                </a:lnTo>
                <a:lnTo>
                  <a:pt x="0" y="556060"/>
                </a:lnTo>
                <a:lnTo>
                  <a:pt x="0" y="505511"/>
                </a:lnTo>
                <a:lnTo>
                  <a:pt x="0" y="454952"/>
                </a:lnTo>
                <a:lnTo>
                  <a:pt x="0" y="404403"/>
                </a:lnTo>
                <a:lnTo>
                  <a:pt x="0" y="353854"/>
                </a:lnTo>
                <a:lnTo>
                  <a:pt x="0" y="303305"/>
                </a:lnTo>
                <a:lnTo>
                  <a:pt x="0" y="252755"/>
                </a:lnTo>
                <a:lnTo>
                  <a:pt x="0" y="202206"/>
                </a:lnTo>
                <a:lnTo>
                  <a:pt x="0" y="151657"/>
                </a:lnTo>
                <a:lnTo>
                  <a:pt x="0" y="101098"/>
                </a:lnTo>
                <a:lnTo>
                  <a:pt x="0" y="5054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AA2BD"/>
            </a:solidFill>
            <a:prstDash val="dash"/>
          </a:ln>
        </p:spPr>
      </p:sp>
      <p:sp>
        <p:nvSpPr>
          <p:cNvPr id="11" name="return-arrow">
            <a:extLst xmlns:a="http://schemas.openxmlformats.org/drawingml/2006/main">
              <a:ext uri="{FF2B5EF4-FFF2-40B4-BE49-F238E27FC236}">
                <a16:creationId xmlns:a16="http://schemas.microsoft.com/office/drawing/2014/main" id="{49E216D4-CC08-42A9-A58D-A3A01F89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8275" y="3879971"/>
            <a:ext cx="168335" cy="177679"/>
          </a:xfrm>
          <a:custGeom xmlns:a="http://schemas.openxmlformats.org/drawingml/2006/main">
            <a:pathLst>
              <a:path w="168335" h="177679">
                <a:moveTo>
                  <a:pt x="0" y="177679"/>
                </a:moveTo>
                <a:lnTo>
                  <a:pt x="7649" y="161534"/>
                </a:lnTo>
                <a:lnTo>
                  <a:pt x="15307" y="145380"/>
                </a:lnTo>
                <a:lnTo>
                  <a:pt x="22955" y="129226"/>
                </a:lnTo>
                <a:lnTo>
                  <a:pt x="30604" y="113071"/>
                </a:lnTo>
                <a:lnTo>
                  <a:pt x="38252" y="96917"/>
                </a:lnTo>
                <a:lnTo>
                  <a:pt x="45911" y="80762"/>
                </a:lnTo>
                <a:lnTo>
                  <a:pt x="53559" y="64608"/>
                </a:lnTo>
                <a:lnTo>
                  <a:pt x="61208" y="48463"/>
                </a:lnTo>
                <a:lnTo>
                  <a:pt x="68866" y="32309"/>
                </a:lnTo>
                <a:lnTo>
                  <a:pt x="76514" y="16154"/>
                </a:lnTo>
                <a:lnTo>
                  <a:pt x="84163" y="0"/>
                </a:lnTo>
                <a:lnTo>
                  <a:pt x="91821" y="9573"/>
                </a:lnTo>
                <a:lnTo>
                  <a:pt x="99470" y="25718"/>
                </a:lnTo>
                <a:lnTo>
                  <a:pt x="107118" y="41872"/>
                </a:lnTo>
                <a:lnTo>
                  <a:pt x="114767" y="58026"/>
                </a:lnTo>
                <a:lnTo>
                  <a:pt x="122425" y="74181"/>
                </a:lnTo>
                <a:lnTo>
                  <a:pt x="130073" y="90335"/>
                </a:lnTo>
                <a:lnTo>
                  <a:pt x="137722" y="106490"/>
                </a:lnTo>
                <a:lnTo>
                  <a:pt x="145380" y="122644"/>
                </a:lnTo>
                <a:lnTo>
                  <a:pt x="153029" y="138789"/>
                </a:lnTo>
                <a:lnTo>
                  <a:pt x="160677" y="154943"/>
                </a:lnTo>
                <a:lnTo>
                  <a:pt x="168335" y="171098"/>
                </a:lnTo>
                <a:lnTo>
                  <a:pt x="160858" y="177679"/>
                </a:lnTo>
                <a:lnTo>
                  <a:pt x="142989" y="177679"/>
                </a:lnTo>
                <a:lnTo>
                  <a:pt x="125111" y="177679"/>
                </a:lnTo>
                <a:lnTo>
                  <a:pt x="107242" y="177679"/>
                </a:lnTo>
                <a:lnTo>
                  <a:pt x="89364" y="177679"/>
                </a:lnTo>
                <a:lnTo>
                  <a:pt x="71495" y="177679"/>
                </a:lnTo>
                <a:lnTo>
                  <a:pt x="53616" y="177679"/>
                </a:lnTo>
                <a:lnTo>
                  <a:pt x="35747" y="177679"/>
                </a:lnTo>
                <a:lnTo>
                  <a:pt x="17869" y="177679"/>
                </a:lnTo>
                <a:lnTo>
                  <a:pt x="0" y="177679"/>
                </a:lnTo>
                <a:close/>
              </a:path>
            </a:pathLst>
          </a:custGeom>
          <a:solidFill xmlns:a="http://schemas.openxmlformats.org/drawingml/2006/main">
            <a:srgbClr val="718EA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feedback-stage-connector-0">
            <a:extLst xmlns:a="http://schemas.openxmlformats.org/drawingml/2006/main">
              <a:ext uri="{FF2B5EF4-FFF2-40B4-BE49-F238E27FC236}">
                <a16:creationId xmlns:a16="http://schemas.microsoft.com/office/drawing/2014/main" id="{01702580-2774-42A0-8AA2-4D70E817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4475" y="2819400"/>
            <a:ext cx="19050" cy="2762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BCC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eedback-stage-connector-1">
            <a:extLst xmlns:a="http://schemas.openxmlformats.org/drawingml/2006/main">
              <a:ext uri="{FF2B5EF4-FFF2-40B4-BE49-F238E27FC236}">
                <a16:creationId xmlns:a16="http://schemas.microsoft.com/office/drawing/2014/main" id="{871E9DB1-7A4E-4BAD-96C9-11B0C2E2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62475" y="2819400"/>
            <a:ext cx="19050" cy="2762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BCC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eedback-stage-connector-2">
            <a:extLst xmlns:a="http://schemas.openxmlformats.org/drawingml/2006/main">
              <a:ext uri="{FF2B5EF4-FFF2-40B4-BE49-F238E27FC236}">
                <a16:creationId xmlns:a16="http://schemas.microsoft.com/office/drawing/2014/main" id="{B44E5DE7-36DB-4664-BBAA-F808664C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0475" y="2819400"/>
            <a:ext cx="19050" cy="2762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BCC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eedback-stage-connector-3">
            <a:extLst xmlns:a="http://schemas.openxmlformats.org/drawingml/2006/main">
              <a:ext uri="{FF2B5EF4-FFF2-40B4-BE49-F238E27FC236}">
                <a16:creationId xmlns:a16="http://schemas.microsoft.com/office/drawing/2014/main" id="{54600DA5-3446-498C-8562-02B6C464C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58475" y="2819400"/>
            <a:ext cx="19050" cy="2762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BCC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eedback-control-halo">
            <a:extLst xmlns:a="http://schemas.openxmlformats.org/drawingml/2006/main">
              <a:ext uri="{FF2B5EF4-FFF2-40B4-BE49-F238E27FC236}">
                <a16:creationId xmlns:a16="http://schemas.microsoft.com/office/drawing/2014/main" id="{6997114E-B298-4191-BA2B-EE724765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19550" y="5048250"/>
            <a:ext cx="4152900" cy="876300"/>
          </a:xfrm>
          <a:prstGeom xmlns:a="http://schemas.openxmlformats.org/drawingml/2006/main" prst="roundRect">
            <a:avLst>
              <a:gd name="adj" fmla="val 30435"/>
            </a:avLst>
          </a:prstGeom>
          <a:solidFill xmlns:a="http://schemas.openxmlformats.org/drawingml/2006/main">
            <a:srgbClr val="E7EEF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7" name="feedback-stage-halo-0">
            <a:extLst xmlns:a="http://schemas.openxmlformats.org/drawingml/2006/main">
              <a:ext uri="{FF2B5EF4-FFF2-40B4-BE49-F238E27FC236}">
                <a16:creationId xmlns:a16="http://schemas.microsoft.com/office/drawing/2014/main" id="{D2555DEE-8E71-4DF5-A7EF-AE97A9809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" y="30861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0F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8" name="feedback-stage-title-0">
            <a:extLst xmlns:a="http://schemas.openxmlformats.org/drawingml/2006/main">
              <a:ext uri="{FF2B5EF4-FFF2-40B4-BE49-F238E27FC236}">
                <a16:creationId xmlns:a16="http://schemas.microsoft.com/office/drawing/2014/main" id="{9B542ADB-9899-4C40-BCA2-B510657F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2048475"/>
            <a:ext cx="1752600" cy="265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800" b="1" i="0">
                <a:solidFill>
                  <a:srgbClr val="2B52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B527F"/>
                </a:solidFill>
                <a:latin typeface="Microsoft YaHei"/>
                <a:ea typeface="Microsoft YaHei"/>
                <a:cs typeface="Microsoft YaHei"/>
              </a:rPr>
              <a:t>识别需求</a:t>
            </a:r>
          </a:p>
        </p:txBody>
      </p:sp>
      <p:sp>
        <p:nvSpPr>
          <p:cNvPr id="19" name="feedback-stage-body-0">
            <a:extLst xmlns:a="http://schemas.openxmlformats.org/drawingml/2006/main">
              <a:ext uri="{FF2B5EF4-FFF2-40B4-BE49-F238E27FC236}">
                <a16:creationId xmlns:a16="http://schemas.microsoft.com/office/drawing/2014/main" id="{E04645BE-5989-40E7-A4CC-EC05D4E91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2370687"/>
            <a:ext cx="1752600" cy="209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40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明确输入与约束</a:t>
            </a:r>
          </a:p>
        </p:txBody>
      </p:sp>
      <p:sp>
        <p:nvSpPr>
          <p:cNvPr id="20" name="feedback-stage-halo-1">
            <a:extLst xmlns:a="http://schemas.openxmlformats.org/drawingml/2006/main">
              <a:ext uri="{FF2B5EF4-FFF2-40B4-BE49-F238E27FC236}">
                <a16:creationId xmlns:a16="http://schemas.microsoft.com/office/drawing/2014/main" id="{29AF5D84-26ED-4FC2-AE18-D6CE9285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29100" y="30861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0F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feedback-stage-title-1">
            <a:extLst xmlns:a="http://schemas.openxmlformats.org/drawingml/2006/main">
              <a:ext uri="{FF2B5EF4-FFF2-40B4-BE49-F238E27FC236}">
                <a16:creationId xmlns:a16="http://schemas.microsoft.com/office/drawing/2014/main" id="{D6EAF9A9-9428-490D-8A19-C16AE481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5700" y="2048475"/>
            <a:ext cx="1752600" cy="265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800" b="1" i="0">
                <a:solidFill>
                  <a:srgbClr val="2B52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B527F"/>
                </a:solidFill>
                <a:latin typeface="Microsoft YaHei"/>
                <a:ea typeface="Microsoft YaHei"/>
                <a:cs typeface="Microsoft YaHei"/>
              </a:rPr>
              <a:t>形成方案</a:t>
            </a:r>
          </a:p>
        </p:txBody>
      </p:sp>
      <p:sp>
        <p:nvSpPr>
          <p:cNvPr id="22" name="feedback-stage-body-1">
            <a:extLst xmlns:a="http://schemas.openxmlformats.org/drawingml/2006/main">
              <a:ext uri="{FF2B5EF4-FFF2-40B4-BE49-F238E27FC236}">
                <a16:creationId xmlns:a16="http://schemas.microsoft.com/office/drawing/2014/main" id="{5F19D81F-6B69-41B5-9ECB-9F8FBF71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5700" y="2370687"/>
            <a:ext cx="1752600" cy="209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40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把目标转为行动路径</a:t>
            </a:r>
          </a:p>
        </p:txBody>
      </p:sp>
      <p:sp>
        <p:nvSpPr>
          <p:cNvPr id="23" name="feedback-stage-halo-2">
            <a:extLst xmlns:a="http://schemas.openxmlformats.org/drawingml/2006/main">
              <a:ext uri="{FF2B5EF4-FFF2-40B4-BE49-F238E27FC236}">
                <a16:creationId xmlns:a16="http://schemas.microsoft.com/office/drawing/2014/main" id="{19D21003-2E7D-49A4-9C50-0548517A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77100" y="30861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0F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4" name="feedback-stage-title-2">
            <a:extLst xmlns:a="http://schemas.openxmlformats.org/drawingml/2006/main">
              <a:ext uri="{FF2B5EF4-FFF2-40B4-BE49-F238E27FC236}">
                <a16:creationId xmlns:a16="http://schemas.microsoft.com/office/drawing/2014/main" id="{519A72C8-FEEE-43E3-91B8-C9B80E00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3700" y="2048475"/>
            <a:ext cx="1752600" cy="265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800" b="1" i="0">
                <a:solidFill>
                  <a:srgbClr val="2B52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B527F"/>
                </a:solidFill>
                <a:latin typeface="Microsoft YaHei"/>
                <a:ea typeface="Microsoft YaHei"/>
                <a:cs typeface="Microsoft YaHei"/>
              </a:rPr>
              <a:t>推进执行</a:t>
            </a:r>
          </a:p>
        </p:txBody>
      </p:sp>
      <p:sp>
        <p:nvSpPr>
          <p:cNvPr id="25" name="feedback-stage-body-2">
            <a:extLst xmlns:a="http://schemas.openxmlformats.org/drawingml/2006/main">
              <a:ext uri="{FF2B5EF4-FFF2-40B4-BE49-F238E27FC236}">
                <a16:creationId xmlns:a16="http://schemas.microsoft.com/office/drawing/2014/main" id="{0D3B4A1C-1E6E-4F00-A948-047AB678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3700" y="2370687"/>
            <a:ext cx="1752600" cy="209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40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按既定步骤完成交付</a:t>
            </a:r>
          </a:p>
        </p:txBody>
      </p:sp>
      <p:sp>
        <p:nvSpPr>
          <p:cNvPr id="26" name="feedback-stage-halo-3">
            <a:extLst xmlns:a="http://schemas.openxmlformats.org/drawingml/2006/main">
              <a:ext uri="{FF2B5EF4-FFF2-40B4-BE49-F238E27FC236}">
                <a16:creationId xmlns:a16="http://schemas.microsoft.com/office/drawing/2014/main" id="{1E312EBB-9A90-40EE-BF43-89187B5D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25100" y="30861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0F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feedback-stage-title-3">
            <a:extLst xmlns:a="http://schemas.openxmlformats.org/drawingml/2006/main">
              <a:ext uri="{FF2B5EF4-FFF2-40B4-BE49-F238E27FC236}">
                <a16:creationId xmlns:a16="http://schemas.microsoft.com/office/drawing/2014/main" id="{75678B93-9037-49CF-B323-FDA84464B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91700" y="2048475"/>
            <a:ext cx="1752600" cy="265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800" b="1" i="0">
                <a:solidFill>
                  <a:srgbClr val="2B52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B527F"/>
                </a:solidFill>
                <a:latin typeface="Microsoft YaHei"/>
                <a:ea typeface="Microsoft YaHei"/>
                <a:cs typeface="Microsoft YaHei"/>
              </a:rPr>
              <a:t>评估结果</a:t>
            </a:r>
          </a:p>
        </p:txBody>
      </p:sp>
      <p:sp>
        <p:nvSpPr>
          <p:cNvPr id="28" name="feedback-stage-body-3">
            <a:extLst xmlns:a="http://schemas.openxmlformats.org/drawingml/2006/main">
              <a:ext uri="{FF2B5EF4-FFF2-40B4-BE49-F238E27FC236}">
                <a16:creationId xmlns:a16="http://schemas.microsoft.com/office/drawing/2014/main" id="{D10BA544-F64F-4D01-B58A-39DF1A244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91700" y="2370687"/>
            <a:ext cx="1752600" cy="209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40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对照目标识别偏差</a:t>
            </a:r>
          </a:p>
        </p:txBody>
      </p:sp>
      <p:sp>
        <p:nvSpPr>
          <p:cNvPr id="29" name="feedback-control-surface">
            <a:extLst xmlns:a="http://schemas.openxmlformats.org/drawingml/2006/main">
              <a:ext uri="{FF2B5EF4-FFF2-40B4-BE49-F238E27FC236}">
                <a16:creationId xmlns:a16="http://schemas.microsoft.com/office/drawing/2014/main" id="{6D299187-F54A-47CB-83FB-1763877C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5750" y="5124450"/>
            <a:ext cx="4000500" cy="72390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0" name="feedback-stage-node-0">
            <a:extLst xmlns:a="http://schemas.openxmlformats.org/drawingml/2006/main">
              <a:ext uri="{FF2B5EF4-FFF2-40B4-BE49-F238E27FC236}">
                <a16:creationId xmlns:a16="http://schemas.microsoft.com/office/drawing/2014/main" id="{2128A3C3-3A96-49C6-8E0F-946CE42A9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7775" y="31527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5F98"/>
          </a:solidFill>
          <a:ln xmlns:a="http://schemas.openxmlformats.org/drawingml/2006/main" w="9525">
            <a:solidFill>
              <a:srgbClr val="FFFFFF">
                <a:alpha val="84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1" name="feedback-stage-node-1">
            <a:extLst xmlns:a="http://schemas.openxmlformats.org/drawingml/2006/main">
              <a:ext uri="{FF2B5EF4-FFF2-40B4-BE49-F238E27FC236}">
                <a16:creationId xmlns:a16="http://schemas.microsoft.com/office/drawing/2014/main" id="{4CA7CBF7-21D8-42A4-82F9-EF81FECF5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95775" y="31527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6AE"/>
          </a:solidFill>
          <a:ln xmlns:a="http://schemas.openxmlformats.org/drawingml/2006/main" w="9525">
            <a:solidFill>
              <a:srgbClr val="FFFFFF">
                <a:alpha val="84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2" name="feedback-stage-node-2">
            <a:extLst xmlns:a="http://schemas.openxmlformats.org/drawingml/2006/main">
              <a:ext uri="{FF2B5EF4-FFF2-40B4-BE49-F238E27FC236}">
                <a16:creationId xmlns:a16="http://schemas.microsoft.com/office/drawing/2014/main" id="{BF8C788F-453F-4C16-B08D-167F695A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43775" y="31527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8BD"/>
          </a:solidFill>
          <a:ln xmlns:a="http://schemas.openxmlformats.org/drawingml/2006/main" w="9525">
            <a:solidFill>
              <a:srgbClr val="FFFFFF">
                <a:alpha val="84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3" name="feedback-stage-node-3">
            <a:extLst xmlns:a="http://schemas.openxmlformats.org/drawingml/2006/main">
              <a:ext uri="{FF2B5EF4-FFF2-40B4-BE49-F238E27FC236}">
                <a16:creationId xmlns:a16="http://schemas.microsoft.com/office/drawing/2014/main" id="{6D8DADF9-EF7D-41BA-B068-63E2BF63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91775" y="31527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99C8"/>
          </a:solidFill>
          <a:ln xmlns:a="http://schemas.openxmlformats.org/drawingml/2006/main" w="9525">
            <a:solidFill>
              <a:srgbClr val="FFFFFF">
                <a:alpha val="84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4" name="feedback-control-title">
            <a:extLst xmlns:a="http://schemas.openxmlformats.org/drawingml/2006/main">
              <a:ext uri="{FF2B5EF4-FFF2-40B4-BE49-F238E27FC236}">
                <a16:creationId xmlns:a16="http://schemas.microsoft.com/office/drawing/2014/main" id="{8674FECB-19E7-4673-A130-CCE2B8ADE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1500" y="5252142"/>
            <a:ext cx="3429000" cy="219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00" b="1" i="0">
                <a:solidFill>
                  <a:srgbClr val="2C5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2C568C"/>
                </a:solidFill>
                <a:latin typeface="Microsoft YaHei"/>
                <a:ea typeface="Microsoft YaHei"/>
                <a:cs typeface="Microsoft YaHei"/>
              </a:rPr>
              <a:t>反馈校准</a:t>
            </a:r>
          </a:p>
        </p:txBody>
      </p:sp>
      <p:sp>
        <p:nvSpPr>
          <p:cNvPr id="35" name="feedback-control-body">
            <a:extLst xmlns:a="http://schemas.openxmlformats.org/drawingml/2006/main">
              <a:ext uri="{FF2B5EF4-FFF2-40B4-BE49-F238E27FC236}">
                <a16:creationId xmlns:a16="http://schemas.microsoft.com/office/drawing/2014/main" id="{62417CC6-461E-472A-B093-4964579B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1500" y="5528672"/>
            <a:ext cx="3429000" cy="1919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00" b="0" i="0">
                <a:solidFill>
                  <a:srgbClr val="6E7F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6E7F93"/>
                </a:solidFill>
                <a:latin typeface="Microsoft YaHei"/>
                <a:ea typeface="Microsoft YaHei"/>
                <a:cs typeface="Microsoft YaHei"/>
              </a:rPr>
              <a:t>依据结果修正上游判断与下一轮行动</a:t>
            </a:r>
          </a:p>
        </p:txBody>
      </p:sp>
    </p:spTree>
    <p:extLst>
      <p:ext uri="{BB962C8B-B14F-4D97-AF65-F5344CB8AC3E}">
        <p14:creationId xmlns:p14="http://schemas.microsoft.com/office/powerpoint/2010/main" val="13040493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76200" dir="5400000">
              <a:srgbClr val="2A4F7F">
                <a:alpha val="10000"/>
              </a:srgbClr>
            </a:outerShdw>
          </a:effectLst>
        </a:effectStyle>
        <a:effectStyle>
          <a:effectLst>
            <a:outerShdw blurRad="142875" dist="66675" dir="5400000">
              <a:srgbClr val="284D7E">
                <a:alpha val="17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2026-08-25T16:04:23.3950000Z</dcterms:created>
  <dcterms:modified xsi:type="dcterms:W3CDTF">2026-08-25T16:04:23.3950000Z</dcterms:modified>
</coreProperties>
</file>