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471a527ccb406a" /><Relationship Type="http://schemas.openxmlformats.org/officeDocument/2006/relationships/extended-properties" Target="/docProps/app.xml" Id="R14aadc280cac4ed5" /><Relationship Type="http://schemas.openxmlformats.org/officeDocument/2006/relationships/officeDocument" Target="/ppt/presentation.xml" Id="Rbc470da296d14d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b6a71536c346b2"/>
  </p:sldMasterIdLst>
  <p:notesMasterIdLst>
    <p:notesMasterId xmlns:r="http://schemas.openxmlformats.org/officeDocument/2006/relationships" r:id="Rc198b00cec5b4661"/>
  </p:notesMasterIdLst>
  <p:sldIdLst>
    <p:sldId xmlns:r="http://schemas.openxmlformats.org/officeDocument/2006/relationships" id="256" r:id="R10fcbe48f3234c9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5a75ce614448e4" /><Relationship Type="http://schemas.openxmlformats.org/officeDocument/2006/relationships/slideMaster" Target="/ppt/slideMasters/slideMaster1.xml" Id="Rb1b6a71536c346b2" /><Relationship Type="http://schemas.openxmlformats.org/officeDocument/2006/relationships/notesMaster" Target="/ppt/notesMasters/notesMaster1.xml" Id="Rc198b00cec5b4661" /><Relationship Type="http://schemas.openxmlformats.org/officeDocument/2006/relationships/presProps" Target="/ppt/presProps.xml" Id="R304c7363d4694e86" /><Relationship Type="http://schemas.openxmlformats.org/officeDocument/2006/relationships/tableStyles" Target="/ppt/tableStyles.xml" Id="R575de3de72e9423c" /><Relationship Type="http://schemas.openxmlformats.org/officeDocument/2006/relationships/slide" Target="/ppt/slides/slide1.xml" Id="R10fcbe48f3234c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b242da12c141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66700" dist="114300" dir="5400000">
              <a:srgbClr val="2F5EA8">
                <a:alpha val="22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10000"/>
              </a:srgbClr>
            </a:outerShdw>
          </a:effectLst>
        </a:effectStyle>
        <a:effectStyle>
          <a:effectLst>
            <a:outerShdw blurRad="19050" dist="9525" dir="5400000">
              <a:srgbClr val="154377">
                <a:alpha val="24000"/>
              </a:srgbClr>
            </a:outerShdw>
          </a:effectLst>
        </a:effectStyle>
        <a:effectStyle>
          <a:effectLst>
            <a:outerShdw blurRad="285750" dist="133350" dir="5400000">
              <a:srgbClr val="234269">
                <a:alpha val="12000"/>
              </a:srgbClr>
            </a:outerShdw>
          </a:effectLst>
        </a:effectStyle>
        <a:effectStyle>
          <a:effectLst>
            <a:outerShdw blurRad="209550" dist="95250" dir="5400000">
              <a:srgbClr val="2185CC">
                <a:alpha val="24000"/>
              </a:srgbClr>
            </a:outerShdw>
          </a:effectLst>
        </a:effectStyle>
        <a:effectStyle>
          <a:effectLst>
            <a:outerShdw blurRad="200025" dist="85725" dir="5400000">
              <a:srgbClr val="2F5EA8">
                <a:alpha val="14000"/>
              </a:srgbClr>
            </a:outerShdw>
          </a:effectLst>
        </a:effectStyle>
        <a:effectStyle>
          <a:effectLst>
            <a:outerShdw blurRad="171450" dist="76200" dir="5400000">
              <a:srgbClr val="264E80">
                <a:alpha val="10000"/>
              </a:srgbClr>
            </a:outerShdw>
          </a:effectLst>
        </a:effectStyle>
        <a:effectStyle>
          <a:effectLst>
            <a:outerShdw blurRad="171450" dist="76200" dir="5400000">
              <a:srgbClr val="1F497E">
                <a:alpha val="8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95250" dist="38100" dir="5400000">
              <a:srgbClr val="2F5EA8">
                <a:alpha val="8000"/>
              </a:srgbClr>
            </a:outerShdw>
          </a:effectLst>
        </a:effectStyle>
        <a:effectStyle>
          <a:effectLst>
            <a:outerShdw blurRad="11430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142875" dist="66675" dir="5400000">
              <a:srgbClr val="284F6C">
                <a:alpha val="11000"/>
              </a:srgbClr>
            </a:outerShdw>
          </a:effectLst>
        </a:effectStyle>
        <a:effectStyle>
          <a:effectLst>
            <a:outerShdw blurRad="104775" dist="38100" dir="5400000">
              <a:srgbClr val="2B4C68">
                <a:alpha val="5000"/>
              </a:srgbClr>
            </a:outerShdw>
          </a:effectLst>
        </a:effectStyle>
        <a:effectStyle>
          <a:effectLst>
            <a:outerShdw blurRad="114300" dist="47625" dir="5400000">
              <a:srgbClr val="2B4C68">
                <a:alpha val="9000"/>
              </a:srgbClr>
            </a:outerShdw>
          </a:effectLst>
        </a:effectStyle>
        <a:effectStyle>
          <a:effectLst>
            <a:outerShdw blurRad="95250" dist="38100" dir="5400000">
              <a:srgbClr val="2F5EA8">
                <a:alpha val="16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16000"/>
              </a:srgbClr>
            </a:outerShdw>
          </a:effectLst>
        </a:effectStyle>
        <a:effectStyle>
          <a:effectLst>
            <a:outerShdw blurRad="114300" dist="57150" dir="5400000">
              <a:srgbClr val="2F5EA8">
                <a:alpha val="15000"/>
              </a:srgbClr>
            </a:outerShdw>
          </a:effectLst>
        </a:effectStyle>
        <a:effectStyle>
          <a:effectLst>
            <a:outerShdw blurRad="238125" dist="114300" dir="5400000">
              <a:srgbClr val="285B82">
                <a:alpha val="18000"/>
              </a:srgbClr>
            </a:outerShdw>
          </a:effectLst>
        </a:effectStyle>
        <a:effectStyle>
          <a:effectLst>
            <a:outerShdw blurRad="190500" dist="76200" dir="5400000">
              <a:srgbClr val="234867">
                <a:alpha val="8000"/>
              </a:srgbClr>
            </a:outerShdw>
          </a:effectLst>
        </a:effectStyle>
        <a:effectStyle>
          <a:effectLst>
            <a:outerShdw blurRad="209550" dist="95250" dir="5400000">
              <a:srgbClr val="2F5EA8">
                <a:alpha val="8000"/>
              </a:srgbClr>
            </a:outerShdw>
          </a:effectLst>
        </a:effectStyle>
        <a:effectStyle>
          <a:effectLst>
            <a:outerShdw blurRad="133350" dist="57150" dir="5400000">
              <a:srgbClr val="2F5EA8">
                <a:alpha val="18000"/>
              </a:srgbClr>
            </a:outerShdw>
          </a:effectLst>
        </a:effectStyle>
        <a:effectStyle>
          <a:effectLst>
            <a:outerShdw blurRad="76200" dist="28575" dir="5400000">
              <a:srgbClr val="244862">
                <a:alpha val="12000"/>
              </a:srgbClr>
            </a:outerShdw>
          </a:effectLst>
        </a:effectStyle>
        <a:effectStyle>
          <a:effectLst>
            <a:outerShdw blurRad="133350" dist="57150" dir="5400000">
              <a:srgbClr val="2F5EA8">
                <a:alpha val="6000"/>
              </a:srgbClr>
            </a:outerShdw>
          </a:effectLst>
        </a:effectStyle>
        <a:effectStyle>
          <a:effectLst>
            <a:outerShdw blurRad="171450" dist="66675" dir="5400000">
              <a:srgbClr val="2F5EA8">
                <a:alpha val="7000"/>
              </a:srgbClr>
            </a:outerShdw>
          </a:effectLst>
        </a:effectStyle>
        <a:effectStyle>
          <a:effectLst>
            <a:outerShdw blurRad="171450" dist="95250" dir="5400000">
              <a:srgbClr val="2F5EA8">
                <a:alpha val="10000"/>
              </a:srgbClr>
            </a:outerShdw>
          </a:effectLst>
        </a:effectStyle>
        <a:effectStyle>
          <a:effectLst>
            <a:outerShdw blurRad="171450" dist="95250" dir="5400000">
              <a:srgbClr val="264975">
                <a:alpha val="16000"/>
              </a:srgbClr>
            </a:outerShdw>
          </a:effectLst>
        </a:effectStyle>
        <a:effectStyle>
          <a:effectLst>
            <a:outerShdw blurRad="171450" dist="76200" dir="5400000">
              <a:srgbClr val="254E84">
                <a:alpha val="12000"/>
              </a:srgbClr>
            </a:outerShdw>
          </a:effectLst>
        </a:effectStyle>
        <a:effectStyle>
          <a:effectLst>
            <a:outerShdw blurRad="228600" dist="95250" dir="5400000">
              <a:srgbClr val="264E84">
                <a:alpha val="24000"/>
              </a:srgbClr>
            </a:outerShdw>
          </a:effectLst>
        </a:effectStyle>
        <a:effectStyle>
          <a:effectLst>
            <a:outerShdw blurRad="0" dist="47625" dir="5400000">
              <a:srgbClr val="E7EDF5"/>
            </a:outerShdw>
          </a:effectLst>
        </a:effectStyle>
        <a:effectStyle>
          <a:effectLst>
            <a:outerShdw blurRad="152400" dist="66675" dir="5400000">
              <a:srgbClr val="2F5EA8">
                <a:alpha val="7000"/>
              </a:srgbClr>
            </a:outerShdw>
          </a:effectLst>
        </a:effectStyle>
        <a:effectStyle>
          <a:effectLst>
            <a:outerShdw blurRad="228600" dist="95250" dir="5400000">
              <a:srgbClr val="2F5EA8">
                <a:alpha val="13000"/>
              </a:srgbClr>
            </a:outerShdw>
          </a:effectLst>
        </a:effectStyle>
        <a:effectStyle>
          <a:effectLst>
            <a:outerShdw blurRad="133350" dist="57150" dir="5400000">
              <a:srgbClr val="2B4C68">
                <a:alpha val="8000"/>
              </a:srgbClr>
            </a:outerShdw>
          </a:effectLst>
        </a:effectStyle>
        <a:effectStyle>
          <a:effectLst>
            <a:outerShdw blurRad="266700" dist="133350" dir="5400000">
              <a:srgbClr val="284D6B">
                <a:alpha val="16000"/>
              </a:srgbClr>
            </a:outerShdw>
          </a:effectLst>
        </a:effectStyle>
        <a:effectStyle>
          <a:effectLst>
            <a:outerShdw blurRad="114300" dist="47625" dir="5400000">
              <a:srgbClr val="2F5EA8">
                <a:alpha val="7000"/>
              </a:srgbClr>
            </a:outerShdw>
          </a:effectLst>
        </a:effectStyle>
        <a:effectStyle>
          <a:effectLst>
            <a:outerShdw blurRad="190500" dist="8572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266700" dist="133350" dir="5400000">
              <a:srgbClr val="2F5EA8">
                <a:alpha val="24000"/>
              </a:srgbClr>
            </a:outerShdw>
          </a:effectLst>
        </a:effectStyle>
        <a:effectStyle>
          <a:effectLst>
            <a:outerShdw blurRad="209550" dist="95250" dir="5400000">
              <a:srgbClr val="1D457E">
                <a:alpha val="10000"/>
              </a:srgbClr>
            </a:outerShdw>
          </a:effectLst>
        </a:effectStyle>
        <a:effectStyle>
          <a:effectLst>
            <a:outerShdw blurRad="171450" dist="76200" dir="5400000">
              <a:srgbClr val="1D4984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e5ab8684484bde" /><Relationship Type="http://schemas.openxmlformats.org/officeDocument/2006/relationships/notesMaster" Target="/ppt/notesMasters/notesMaster1.xml" Id="R98a5ed53ef9c43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a3aea8f4084a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888dbce1644671" /><Relationship Type="http://schemas.openxmlformats.org/officeDocument/2006/relationships/slideLayout" Target="/ppt/slideLayouts/slideLayout1.xml" Id="R515fe81a45ad4c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5fe81a45ad4c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66700" dist="114300" dir="5400000">
              <a:srgbClr val="2F5EA8">
                <a:alpha val="22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10000"/>
              </a:srgbClr>
            </a:outerShdw>
          </a:effectLst>
        </a:effectStyle>
        <a:effectStyle>
          <a:effectLst>
            <a:outerShdw blurRad="19050" dist="9525" dir="5400000">
              <a:srgbClr val="154377">
                <a:alpha val="24000"/>
              </a:srgbClr>
            </a:outerShdw>
          </a:effectLst>
        </a:effectStyle>
        <a:effectStyle>
          <a:effectLst>
            <a:outerShdw blurRad="285750" dist="133350" dir="5400000">
              <a:srgbClr val="234269">
                <a:alpha val="12000"/>
              </a:srgbClr>
            </a:outerShdw>
          </a:effectLst>
        </a:effectStyle>
        <a:effectStyle>
          <a:effectLst>
            <a:outerShdw blurRad="209550" dist="95250" dir="5400000">
              <a:srgbClr val="2185CC">
                <a:alpha val="24000"/>
              </a:srgbClr>
            </a:outerShdw>
          </a:effectLst>
        </a:effectStyle>
        <a:effectStyle>
          <a:effectLst>
            <a:outerShdw blurRad="200025" dist="85725" dir="5400000">
              <a:srgbClr val="2F5EA8">
                <a:alpha val="14000"/>
              </a:srgbClr>
            </a:outerShdw>
          </a:effectLst>
        </a:effectStyle>
        <a:effectStyle>
          <a:effectLst>
            <a:outerShdw blurRad="171450" dist="76200" dir="5400000">
              <a:srgbClr val="264E80">
                <a:alpha val="10000"/>
              </a:srgbClr>
            </a:outerShdw>
          </a:effectLst>
        </a:effectStyle>
        <a:effectStyle>
          <a:effectLst>
            <a:outerShdw blurRad="171450" dist="76200" dir="5400000">
              <a:srgbClr val="1F497E">
                <a:alpha val="8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95250" dist="38100" dir="5400000">
              <a:srgbClr val="2F5EA8">
                <a:alpha val="8000"/>
              </a:srgbClr>
            </a:outerShdw>
          </a:effectLst>
        </a:effectStyle>
        <a:effectStyle>
          <a:effectLst>
            <a:outerShdw blurRad="11430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142875" dist="66675" dir="5400000">
              <a:srgbClr val="284F6C">
                <a:alpha val="11000"/>
              </a:srgbClr>
            </a:outerShdw>
          </a:effectLst>
        </a:effectStyle>
        <a:effectStyle>
          <a:effectLst>
            <a:outerShdw blurRad="104775" dist="38100" dir="5400000">
              <a:srgbClr val="2B4C68">
                <a:alpha val="5000"/>
              </a:srgbClr>
            </a:outerShdw>
          </a:effectLst>
        </a:effectStyle>
        <a:effectStyle>
          <a:effectLst>
            <a:outerShdw blurRad="114300" dist="47625" dir="5400000">
              <a:srgbClr val="2B4C68">
                <a:alpha val="9000"/>
              </a:srgbClr>
            </a:outerShdw>
          </a:effectLst>
        </a:effectStyle>
        <a:effectStyle>
          <a:effectLst>
            <a:outerShdw blurRad="95250" dist="38100" dir="5400000">
              <a:srgbClr val="2F5EA8">
                <a:alpha val="16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16000"/>
              </a:srgbClr>
            </a:outerShdw>
          </a:effectLst>
        </a:effectStyle>
        <a:effectStyle>
          <a:effectLst>
            <a:outerShdw blurRad="114300" dist="57150" dir="5400000">
              <a:srgbClr val="2F5EA8">
                <a:alpha val="15000"/>
              </a:srgbClr>
            </a:outerShdw>
          </a:effectLst>
        </a:effectStyle>
        <a:effectStyle>
          <a:effectLst>
            <a:outerShdw blurRad="238125" dist="114300" dir="5400000">
              <a:srgbClr val="285B82">
                <a:alpha val="18000"/>
              </a:srgbClr>
            </a:outerShdw>
          </a:effectLst>
        </a:effectStyle>
        <a:effectStyle>
          <a:effectLst>
            <a:outerShdw blurRad="190500" dist="76200" dir="5400000">
              <a:srgbClr val="234867">
                <a:alpha val="8000"/>
              </a:srgbClr>
            </a:outerShdw>
          </a:effectLst>
        </a:effectStyle>
        <a:effectStyle>
          <a:effectLst>
            <a:outerShdw blurRad="209550" dist="95250" dir="5400000">
              <a:srgbClr val="2F5EA8">
                <a:alpha val="8000"/>
              </a:srgbClr>
            </a:outerShdw>
          </a:effectLst>
        </a:effectStyle>
        <a:effectStyle>
          <a:effectLst>
            <a:outerShdw blurRad="133350" dist="57150" dir="5400000">
              <a:srgbClr val="2F5EA8">
                <a:alpha val="18000"/>
              </a:srgbClr>
            </a:outerShdw>
          </a:effectLst>
        </a:effectStyle>
        <a:effectStyle>
          <a:effectLst>
            <a:outerShdw blurRad="76200" dist="28575" dir="5400000">
              <a:srgbClr val="244862">
                <a:alpha val="12000"/>
              </a:srgbClr>
            </a:outerShdw>
          </a:effectLst>
        </a:effectStyle>
        <a:effectStyle>
          <a:effectLst>
            <a:outerShdw blurRad="133350" dist="57150" dir="5400000">
              <a:srgbClr val="2F5EA8">
                <a:alpha val="6000"/>
              </a:srgbClr>
            </a:outerShdw>
          </a:effectLst>
        </a:effectStyle>
        <a:effectStyle>
          <a:effectLst>
            <a:outerShdw blurRad="171450" dist="66675" dir="5400000">
              <a:srgbClr val="2F5EA8">
                <a:alpha val="7000"/>
              </a:srgbClr>
            </a:outerShdw>
          </a:effectLst>
        </a:effectStyle>
        <a:effectStyle>
          <a:effectLst>
            <a:outerShdw blurRad="171450" dist="95250" dir="5400000">
              <a:srgbClr val="2F5EA8">
                <a:alpha val="10000"/>
              </a:srgbClr>
            </a:outerShdw>
          </a:effectLst>
        </a:effectStyle>
        <a:effectStyle>
          <a:effectLst>
            <a:outerShdw blurRad="171450" dist="95250" dir="5400000">
              <a:srgbClr val="264975">
                <a:alpha val="16000"/>
              </a:srgbClr>
            </a:outerShdw>
          </a:effectLst>
        </a:effectStyle>
        <a:effectStyle>
          <a:effectLst>
            <a:outerShdw blurRad="171450" dist="76200" dir="5400000">
              <a:srgbClr val="254E84">
                <a:alpha val="12000"/>
              </a:srgbClr>
            </a:outerShdw>
          </a:effectLst>
        </a:effectStyle>
        <a:effectStyle>
          <a:effectLst>
            <a:outerShdw blurRad="228600" dist="95250" dir="5400000">
              <a:srgbClr val="264E84">
                <a:alpha val="24000"/>
              </a:srgbClr>
            </a:outerShdw>
          </a:effectLst>
        </a:effectStyle>
        <a:effectStyle>
          <a:effectLst>
            <a:outerShdw blurRad="0" dist="47625" dir="5400000">
              <a:srgbClr val="E7EDF5"/>
            </a:outerShdw>
          </a:effectLst>
        </a:effectStyle>
        <a:effectStyle>
          <a:effectLst>
            <a:outerShdw blurRad="152400" dist="66675" dir="5400000">
              <a:srgbClr val="2F5EA8">
                <a:alpha val="7000"/>
              </a:srgbClr>
            </a:outerShdw>
          </a:effectLst>
        </a:effectStyle>
        <a:effectStyle>
          <a:effectLst>
            <a:outerShdw blurRad="228600" dist="95250" dir="5400000">
              <a:srgbClr val="2F5EA8">
                <a:alpha val="13000"/>
              </a:srgbClr>
            </a:outerShdw>
          </a:effectLst>
        </a:effectStyle>
        <a:effectStyle>
          <a:effectLst>
            <a:outerShdw blurRad="133350" dist="57150" dir="5400000">
              <a:srgbClr val="2B4C68">
                <a:alpha val="8000"/>
              </a:srgbClr>
            </a:outerShdw>
          </a:effectLst>
        </a:effectStyle>
        <a:effectStyle>
          <a:effectLst>
            <a:outerShdw blurRad="266700" dist="133350" dir="5400000">
              <a:srgbClr val="284D6B">
                <a:alpha val="16000"/>
              </a:srgbClr>
            </a:outerShdw>
          </a:effectLst>
        </a:effectStyle>
        <a:effectStyle>
          <a:effectLst>
            <a:outerShdw blurRad="114300" dist="47625" dir="5400000">
              <a:srgbClr val="2F5EA8">
                <a:alpha val="7000"/>
              </a:srgbClr>
            </a:outerShdw>
          </a:effectLst>
        </a:effectStyle>
        <a:effectStyle>
          <a:effectLst>
            <a:outerShdw blurRad="190500" dist="8572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266700" dist="133350" dir="5400000">
              <a:srgbClr val="2F5EA8">
                <a:alpha val="24000"/>
              </a:srgbClr>
            </a:outerShdw>
          </a:effectLst>
        </a:effectStyle>
        <a:effectStyle>
          <a:effectLst>
            <a:outerShdw blurRad="209550" dist="95250" dir="5400000">
              <a:srgbClr val="1D457E">
                <a:alpha val="10000"/>
              </a:srgbClr>
            </a:outerShdw>
          </a:effectLst>
        </a:effectStyle>
        <a:effectStyle>
          <a:effectLst>
            <a:outerShdw blurRad="171450" dist="76200" dir="5400000">
              <a:srgbClr val="1D4984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427297a6eb4794" /><Relationship Type="http://schemas.openxmlformats.org/officeDocument/2006/relationships/notesSlide" Target="/ppt/notesSlides/notesSlide1.xml" Id="Ra18453e9efc547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matrix-corner">
            <a:extLst xmlns:a="http://schemas.openxmlformats.org/drawingml/2006/main">
              <a:ext uri="{FF2B5EF4-FFF2-40B4-BE49-F238E27FC236}">
                <a16:creationId xmlns:a16="http://schemas.microsoft.com/office/drawing/2014/main" id="{050C192A-F84F-4604-9916-123DA69F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" y="1695450"/>
            <a:ext cx="161925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2F56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matrix-corner-label">
            <a:extLst xmlns:a="http://schemas.openxmlformats.org/drawingml/2006/main">
              <a:ext uri="{FF2B5EF4-FFF2-40B4-BE49-F238E27FC236}">
                <a16:creationId xmlns:a16="http://schemas.microsoft.com/office/drawing/2014/main" id="{E16A1791-E545-4A09-8D51-D86BBF75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802" y="1889369"/>
            <a:ext cx="952205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 × 角色</a:t>
            </a:r>
          </a:p>
        </p:txBody>
      </p:sp>
      <p:sp>
        <p:nvSpPr>
          <p:cNvPr id="3" name="matrix-column-0">
            <a:extLst xmlns:a="http://schemas.openxmlformats.org/drawingml/2006/main">
              <a:ext uri="{FF2B5EF4-FFF2-40B4-BE49-F238E27FC236}">
                <a16:creationId xmlns:a16="http://schemas.microsoft.com/office/drawing/2014/main" id="{9242DD99-63A6-4D91-854F-7B2D2021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1725" y="1695450"/>
            <a:ext cx="222885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3E64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atrix-column-label-0">
            <a:extLst xmlns:a="http://schemas.openxmlformats.org/drawingml/2006/main">
              <a:ext uri="{FF2B5EF4-FFF2-40B4-BE49-F238E27FC236}">
                <a16:creationId xmlns:a16="http://schemas.microsoft.com/office/drawing/2014/main" id="{61986252-F0FD-4F77-90B7-B2DE0F1E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0601" y="1889369"/>
            <a:ext cx="710956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内容导演</a:t>
            </a:r>
          </a:p>
        </p:txBody>
      </p:sp>
      <p:sp>
        <p:nvSpPr>
          <p:cNvPr id="5" name="matrix-column-1">
            <a:extLst xmlns:a="http://schemas.openxmlformats.org/drawingml/2006/main">
              <a:ext uri="{FF2B5EF4-FFF2-40B4-BE49-F238E27FC236}">
                <a16:creationId xmlns:a16="http://schemas.microsoft.com/office/drawing/2014/main" id="{FFA84D29-08FF-4690-9C70-08737E4E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775" y="1695450"/>
            <a:ext cx="222885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3E64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atrix-column-label-1">
            <a:extLst xmlns:a="http://schemas.openxmlformats.org/drawingml/2006/main">
              <a:ext uri="{FF2B5EF4-FFF2-40B4-BE49-F238E27FC236}">
                <a16:creationId xmlns:a16="http://schemas.microsoft.com/office/drawing/2014/main" id="{B15FD38E-2BB7-4D76-B94E-887CB9E6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35651" y="1889369"/>
            <a:ext cx="710956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视觉导演</a:t>
            </a:r>
          </a:p>
        </p:txBody>
      </p:sp>
      <p:sp>
        <p:nvSpPr>
          <p:cNvPr id="7" name="matrix-column-2">
            <a:extLst xmlns:a="http://schemas.openxmlformats.org/drawingml/2006/main">
              <a:ext uri="{FF2B5EF4-FFF2-40B4-BE49-F238E27FC236}">
                <a16:creationId xmlns:a16="http://schemas.microsoft.com/office/drawing/2014/main" id="{11F413AE-C176-4C4E-B9E2-122E10EF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1825" y="1695450"/>
            <a:ext cx="222885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3E64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atrix-column-label-2">
            <a:extLst xmlns:a="http://schemas.openxmlformats.org/drawingml/2006/main">
              <a:ext uri="{FF2B5EF4-FFF2-40B4-BE49-F238E27FC236}">
                <a16:creationId xmlns:a16="http://schemas.microsoft.com/office/drawing/2014/main" id="{0652AEC1-A1BD-49F4-A810-3DCED3CF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51852" y="1889369"/>
            <a:ext cx="888806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组件运行时</a:t>
            </a:r>
          </a:p>
        </p:txBody>
      </p:sp>
      <p:sp>
        <p:nvSpPr>
          <p:cNvPr id="9" name="matrix-column-3">
            <a:extLst xmlns:a="http://schemas.openxmlformats.org/drawingml/2006/main">
              <a:ext uri="{FF2B5EF4-FFF2-40B4-BE49-F238E27FC236}">
                <a16:creationId xmlns:a16="http://schemas.microsoft.com/office/drawing/2014/main" id="{A9F59BD2-72C0-4BDC-8F30-5F021D6B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86875" y="1695450"/>
            <a:ext cx="222885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3E64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atrix-column-label-3">
            <a:extLst xmlns:a="http://schemas.openxmlformats.org/drawingml/2006/main">
              <a:ext uri="{FF2B5EF4-FFF2-40B4-BE49-F238E27FC236}">
                <a16:creationId xmlns:a16="http://schemas.microsoft.com/office/drawing/2014/main" id="{7E8A6213-E7E1-47FE-B1D1-DED339F7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45751" y="1889369"/>
            <a:ext cx="710956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质量模块</a:t>
            </a:r>
          </a:p>
        </p:txBody>
      </p:sp>
      <p:sp>
        <p:nvSpPr>
          <p:cNvPr id="11" name="matrix-row-0">
            <a:extLst xmlns:a="http://schemas.openxmlformats.org/drawingml/2006/main">
              <a:ext uri="{FF2B5EF4-FFF2-40B4-BE49-F238E27FC236}">
                <a16:creationId xmlns:a16="http://schemas.microsoft.com/office/drawing/2014/main" id="{F542D343-380A-47BA-AB31-C55FF095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" y="2362200"/>
            <a:ext cx="1619250" cy="890588"/>
          </a:xfrm>
          <a:prstGeom xmlns:a="http://schemas.openxmlformats.org/drawingml/2006/main" prst="roundRect">
            <a:avLst>
              <a:gd name="adj" fmla="val 10695"/>
            </a:avLst>
          </a:prstGeom>
          <a:solidFill xmlns:a="http://schemas.openxmlformats.org/drawingml/2006/main">
            <a:srgbClr val="E4ED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atrix-row-label-0">
            <a:extLst xmlns:a="http://schemas.openxmlformats.org/drawingml/2006/main">
              <a:ext uri="{FF2B5EF4-FFF2-40B4-BE49-F238E27FC236}">
                <a16:creationId xmlns:a16="http://schemas.microsoft.com/office/drawing/2014/main" id="{73D91329-3B3F-466C-B04E-B28BD879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2702566"/>
            <a:ext cx="710956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1" i="0">
                <a:solidFill>
                  <a:srgbClr val="3150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1506F"/>
                </a:solidFill>
                <a:latin typeface="Microsoft YaHei"/>
                <a:ea typeface="Microsoft YaHei"/>
                <a:cs typeface="Microsoft YaHei"/>
              </a:rPr>
              <a:t>内容拆页</a:t>
            </a:r>
          </a:p>
        </p:txBody>
      </p:sp>
      <p:sp>
        <p:nvSpPr>
          <p:cNvPr id="13" name="matrix-cell-0-0">
            <a:extLst xmlns:a="http://schemas.openxmlformats.org/drawingml/2006/main">
              <a:ext uri="{FF2B5EF4-FFF2-40B4-BE49-F238E27FC236}">
                <a16:creationId xmlns:a16="http://schemas.microsoft.com/office/drawing/2014/main" id="{8CE7538E-ABEB-4E6E-BEB0-54F64983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1725" y="2362200"/>
            <a:ext cx="2228850" cy="890588"/>
          </a:xfrm>
          <a:prstGeom xmlns:a="http://schemas.openxmlformats.org/drawingml/2006/main" prst="roundRect">
            <a:avLst>
              <a:gd name="adj" fmla="val 10695"/>
            </a:avLst>
          </a:prstGeom>
          <a:solidFill xmlns:a="http://schemas.openxmlformats.org/drawingml/2006/main">
            <a:srgbClr val="F1F6FA"/>
          </a:solidFill>
          <a:ln xmlns:a="http://schemas.openxmlformats.org/drawingml/2006/main" w="9525">
            <a:solidFill>
              <a:srgbClr val="D8E3ED"/>
            </a:solidFill>
            <a:prstDash val="solid"/>
          </a:ln>
        </p:spPr>
      </p:sp>
      <p:sp>
        <p:nvSpPr>
          <p:cNvPr id="14" name="matrix-marker-0-0">
            <a:extLst xmlns:a="http://schemas.openxmlformats.org/drawingml/2006/main">
              <a:ext uri="{FF2B5EF4-FFF2-40B4-BE49-F238E27FC236}">
                <a16:creationId xmlns:a16="http://schemas.microsoft.com/office/drawing/2014/main" id="{BD19E06E-C46B-45EC-A47D-E6E9E37B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86125" y="2607469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5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atrix-marker-text-0-0">
            <a:extLst xmlns:a="http://schemas.openxmlformats.org/drawingml/2006/main">
              <a:ext uri="{FF2B5EF4-FFF2-40B4-BE49-F238E27FC236}">
                <a16:creationId xmlns:a16="http://schemas.microsoft.com/office/drawing/2014/main" id="{01BE53F6-F58F-4B5B-947B-1226299D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4085" y="2718492"/>
            <a:ext cx="124120" cy="177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</a:t>
            </a:r>
          </a:p>
        </p:txBody>
      </p:sp>
      <p:sp>
        <p:nvSpPr>
          <p:cNvPr id="16" name="matrix-cell-0-1">
            <a:extLst xmlns:a="http://schemas.openxmlformats.org/drawingml/2006/main">
              <a:ext uri="{FF2B5EF4-FFF2-40B4-BE49-F238E27FC236}">
                <a16:creationId xmlns:a16="http://schemas.microsoft.com/office/drawing/2014/main" id="{75561022-7133-435B-B787-3434E490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775" y="2362200"/>
            <a:ext cx="2228850" cy="890588"/>
          </a:xfrm>
          <a:prstGeom xmlns:a="http://schemas.openxmlformats.org/drawingml/2006/main" prst="roundRect">
            <a:avLst>
              <a:gd name="adj" fmla="val 10695"/>
            </a:avLst>
          </a:prstGeom>
          <a:solidFill xmlns:a="http://schemas.openxmlformats.org/drawingml/2006/main">
            <a:srgbClr val="F1F6FA"/>
          </a:solidFill>
          <a:ln xmlns:a="http://schemas.openxmlformats.org/drawingml/2006/main" w="9525">
            <a:solidFill>
              <a:srgbClr val="D8E3ED"/>
            </a:solidFill>
            <a:prstDash val="solid"/>
          </a:ln>
        </p:spPr>
      </p:sp>
      <p:sp>
        <p:nvSpPr>
          <p:cNvPr id="17" name="matrix-marker-0-1">
            <a:extLst xmlns:a="http://schemas.openxmlformats.org/drawingml/2006/main">
              <a:ext uri="{FF2B5EF4-FFF2-40B4-BE49-F238E27FC236}">
                <a16:creationId xmlns:a16="http://schemas.microsoft.com/office/drawing/2014/main" id="{6625195F-9C09-4250-B553-591FE633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91175" y="2607469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5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atrix-marker-text-0-1">
            <a:extLst xmlns:a="http://schemas.openxmlformats.org/drawingml/2006/main">
              <a:ext uri="{FF2B5EF4-FFF2-40B4-BE49-F238E27FC236}">
                <a16:creationId xmlns:a16="http://schemas.microsoft.com/office/drawing/2014/main" id="{0A987C1F-B360-4DFB-B91E-46D7A426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4230" y="2718492"/>
            <a:ext cx="133798" cy="177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9" name="matrix-cell-0-2">
            <a:extLst xmlns:a="http://schemas.openxmlformats.org/drawingml/2006/main">
              <a:ext uri="{FF2B5EF4-FFF2-40B4-BE49-F238E27FC236}">
                <a16:creationId xmlns:a16="http://schemas.microsoft.com/office/drawing/2014/main" id="{C46F0E28-D488-4F6B-BE82-40D24F1D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1825" y="2362200"/>
            <a:ext cx="2228850" cy="890588"/>
          </a:xfrm>
          <a:prstGeom xmlns:a="http://schemas.openxmlformats.org/drawingml/2006/main" prst="roundRect">
            <a:avLst>
              <a:gd name="adj" fmla="val 10695"/>
            </a:avLst>
          </a:prstGeom>
          <a:solidFill xmlns:a="http://schemas.openxmlformats.org/drawingml/2006/main">
            <a:srgbClr val="F1F6FA"/>
          </a:solidFill>
          <a:ln xmlns:a="http://schemas.openxmlformats.org/drawingml/2006/main" w="9525">
            <a:solidFill>
              <a:srgbClr val="D8E3ED"/>
            </a:solidFill>
            <a:prstDash val="solid"/>
          </a:ln>
        </p:spPr>
      </p:sp>
      <p:sp>
        <p:nvSpPr>
          <p:cNvPr id="20" name="matrix-marker-0-2">
            <a:extLst xmlns:a="http://schemas.openxmlformats.org/drawingml/2006/main">
              <a:ext uri="{FF2B5EF4-FFF2-40B4-BE49-F238E27FC236}">
                <a16:creationId xmlns:a16="http://schemas.microsoft.com/office/drawing/2014/main" id="{1247BA47-32B7-4C44-9017-DC2F41D0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6225" y="2607469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5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matrix-marker-text-0-2">
            <a:extLst xmlns:a="http://schemas.openxmlformats.org/drawingml/2006/main">
              <a:ext uri="{FF2B5EF4-FFF2-40B4-BE49-F238E27FC236}">
                <a16:creationId xmlns:a16="http://schemas.microsoft.com/office/drawing/2014/main" id="{A954D2CA-8EA7-447B-828C-30B5D8D0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6271" y="2718492"/>
            <a:ext cx="119805" cy="177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2" name="matrix-cell-0-3">
            <a:extLst xmlns:a="http://schemas.openxmlformats.org/drawingml/2006/main">
              <a:ext uri="{FF2B5EF4-FFF2-40B4-BE49-F238E27FC236}">
                <a16:creationId xmlns:a16="http://schemas.microsoft.com/office/drawing/2014/main" id="{D8D1BAB0-3E00-4C4B-AB0C-A057312F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86875" y="2362200"/>
            <a:ext cx="2228850" cy="890588"/>
          </a:xfrm>
          <a:prstGeom xmlns:a="http://schemas.openxmlformats.org/drawingml/2006/main" prst="roundRect">
            <a:avLst>
              <a:gd name="adj" fmla="val 10695"/>
            </a:avLst>
          </a:prstGeom>
          <a:solidFill xmlns:a="http://schemas.openxmlformats.org/drawingml/2006/main">
            <a:srgbClr val="F1F6FA"/>
          </a:solidFill>
          <a:ln xmlns:a="http://schemas.openxmlformats.org/drawingml/2006/main" w="9525">
            <a:solidFill>
              <a:srgbClr val="D8E3ED"/>
            </a:solidFill>
            <a:prstDash val="solid"/>
          </a:ln>
        </p:spPr>
      </p:sp>
      <p:sp>
        <p:nvSpPr>
          <p:cNvPr id="23" name="matrix-marker-0-3">
            <a:extLst xmlns:a="http://schemas.openxmlformats.org/drawingml/2006/main">
              <a:ext uri="{FF2B5EF4-FFF2-40B4-BE49-F238E27FC236}">
                <a16:creationId xmlns:a16="http://schemas.microsoft.com/office/drawing/2014/main" id="{CAFD0C14-FBA3-4E7D-8C78-5E918B10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01275" y="2607469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5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matrix-marker-text-0-3">
            <a:extLst xmlns:a="http://schemas.openxmlformats.org/drawingml/2006/main">
              <a:ext uri="{FF2B5EF4-FFF2-40B4-BE49-F238E27FC236}">
                <a16:creationId xmlns:a16="http://schemas.microsoft.com/office/drawing/2014/main" id="{220DCDAA-4757-4E1F-BC6A-EC2B7B61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71382" y="2718492"/>
            <a:ext cx="59684" cy="177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</a:t>
            </a:r>
          </a:p>
        </p:txBody>
      </p:sp>
      <p:sp>
        <p:nvSpPr>
          <p:cNvPr id="25" name="matrix-row-1">
            <a:extLst xmlns:a="http://schemas.openxmlformats.org/drawingml/2006/main">
              <a:ext uri="{FF2B5EF4-FFF2-40B4-BE49-F238E27FC236}">
                <a16:creationId xmlns:a16="http://schemas.microsoft.com/office/drawing/2014/main" id="{228381C0-7FE9-4649-BE99-7E52D300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" y="3328988"/>
            <a:ext cx="1619250" cy="890588"/>
          </a:xfrm>
          <a:prstGeom xmlns:a="http://schemas.openxmlformats.org/drawingml/2006/main" prst="roundRect">
            <a:avLst>
              <a:gd name="adj" fmla="val 10695"/>
            </a:avLst>
          </a:prstGeom>
          <a:solidFill xmlns:a="http://schemas.openxmlformats.org/drawingml/2006/main">
            <a:srgbClr val="E4ED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matrix-row-label-1">
            <a:extLst xmlns:a="http://schemas.openxmlformats.org/drawingml/2006/main">
              <a:ext uri="{FF2B5EF4-FFF2-40B4-BE49-F238E27FC236}">
                <a16:creationId xmlns:a16="http://schemas.microsoft.com/office/drawing/2014/main" id="{38D336EE-FA15-4CF7-8EDD-DC37665B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3669354"/>
            <a:ext cx="710956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1" i="0">
                <a:solidFill>
                  <a:srgbClr val="3150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1506F"/>
                </a:solidFill>
                <a:latin typeface="Microsoft YaHei"/>
                <a:ea typeface="Microsoft YaHei"/>
                <a:cs typeface="Microsoft YaHei"/>
              </a:rPr>
              <a:t>结构选择</a:t>
            </a:r>
          </a:p>
        </p:txBody>
      </p:sp>
      <p:sp>
        <p:nvSpPr>
          <p:cNvPr id="27" name="matrix-cell-1-0">
            <a:extLst xmlns:a="http://schemas.openxmlformats.org/drawingml/2006/main">
              <a:ext uri="{FF2B5EF4-FFF2-40B4-BE49-F238E27FC236}">
                <a16:creationId xmlns:a16="http://schemas.microsoft.com/office/drawing/2014/main" id="{284FC0C5-DDC2-45D0-A6E7-AC839562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1725" y="3328988"/>
            <a:ext cx="2228850" cy="890588"/>
          </a:xfrm>
          <a:prstGeom xmlns:a="http://schemas.openxmlformats.org/drawingml/2006/main" prst="roundRect">
            <a:avLst>
              <a:gd name="adj" fmla="val 10695"/>
            </a:avLst>
          </a:prstGeom>
          <a:solidFill xmlns:a="http://schemas.openxmlformats.org/drawingml/2006/main">
            <a:srgbClr val="F1F6FA"/>
          </a:solidFill>
          <a:ln xmlns:a="http://schemas.openxmlformats.org/drawingml/2006/main" w="9525">
            <a:solidFill>
              <a:srgbClr val="D8E3ED"/>
            </a:solidFill>
            <a:prstDash val="solid"/>
          </a:ln>
        </p:spPr>
      </p:sp>
      <p:sp>
        <p:nvSpPr>
          <p:cNvPr id="28" name="matrix-marker-1-0">
            <a:extLst xmlns:a="http://schemas.openxmlformats.org/drawingml/2006/main">
              <a:ext uri="{FF2B5EF4-FFF2-40B4-BE49-F238E27FC236}">
                <a16:creationId xmlns:a16="http://schemas.microsoft.com/office/drawing/2014/main" id="{9121665D-3DA7-4BBA-B702-491A4DF6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86125" y="357425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matrix-marker-text-1-0">
            <a:extLst xmlns:a="http://schemas.openxmlformats.org/drawingml/2006/main">
              <a:ext uri="{FF2B5EF4-FFF2-40B4-BE49-F238E27FC236}">
                <a16:creationId xmlns:a16="http://schemas.microsoft.com/office/drawing/2014/main" id="{D4E78F09-0E2C-477B-8A3E-B076EEFD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6171" y="3685280"/>
            <a:ext cx="119805" cy="177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30" name="matrix-cell-1-1">
            <a:extLst xmlns:a="http://schemas.openxmlformats.org/drawingml/2006/main">
              <a:ext uri="{FF2B5EF4-FFF2-40B4-BE49-F238E27FC236}">
                <a16:creationId xmlns:a16="http://schemas.microsoft.com/office/drawing/2014/main" id="{F375E7FC-C99E-4662-8EAB-CCF53D41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775" y="3328988"/>
            <a:ext cx="2228850" cy="890588"/>
          </a:xfrm>
          <a:prstGeom xmlns:a="http://schemas.openxmlformats.org/drawingml/2006/main" prst="roundRect">
            <a:avLst>
              <a:gd name="adj" fmla="val 10695"/>
            </a:avLst>
          </a:prstGeom>
          <a:solidFill xmlns:a="http://schemas.openxmlformats.org/drawingml/2006/main">
            <a:srgbClr val="F1F6FA"/>
          </a:solidFill>
          <a:ln xmlns:a="http://schemas.openxmlformats.org/drawingml/2006/main" w="9525">
            <a:solidFill>
              <a:srgbClr val="D8E3ED"/>
            </a:solidFill>
            <a:prstDash val="solid"/>
          </a:ln>
        </p:spPr>
      </p:sp>
      <p:sp>
        <p:nvSpPr>
          <p:cNvPr id="31" name="matrix-marker-1-1">
            <a:extLst xmlns:a="http://schemas.openxmlformats.org/drawingml/2006/main">
              <a:ext uri="{FF2B5EF4-FFF2-40B4-BE49-F238E27FC236}">
                <a16:creationId xmlns:a16="http://schemas.microsoft.com/office/drawing/2014/main" id="{C94AFEEB-883C-46A7-9D6E-0F99E7ED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91175" y="357425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matrix-marker-text-1-1">
            <a:extLst xmlns:a="http://schemas.openxmlformats.org/drawingml/2006/main">
              <a:ext uri="{FF2B5EF4-FFF2-40B4-BE49-F238E27FC236}">
                <a16:creationId xmlns:a16="http://schemas.microsoft.com/office/drawing/2014/main" id="{61CD7C2F-136E-4B7C-8DED-ED951715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9135" y="3685280"/>
            <a:ext cx="124120" cy="177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</a:t>
            </a:r>
          </a:p>
        </p:txBody>
      </p:sp>
      <p:sp>
        <p:nvSpPr>
          <p:cNvPr id="33" name="matrix-cell-1-2">
            <a:extLst xmlns:a="http://schemas.openxmlformats.org/drawingml/2006/main">
              <a:ext uri="{FF2B5EF4-FFF2-40B4-BE49-F238E27FC236}">
                <a16:creationId xmlns:a16="http://schemas.microsoft.com/office/drawing/2014/main" id="{9D7AE621-4A6E-447C-8F60-36C18680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1825" y="3328988"/>
            <a:ext cx="2228850" cy="890588"/>
          </a:xfrm>
          <a:prstGeom xmlns:a="http://schemas.openxmlformats.org/drawingml/2006/main" prst="roundRect">
            <a:avLst>
              <a:gd name="adj" fmla="val 10695"/>
            </a:avLst>
          </a:prstGeom>
          <a:solidFill xmlns:a="http://schemas.openxmlformats.org/drawingml/2006/main">
            <a:srgbClr val="F1F6FA"/>
          </a:solidFill>
          <a:ln xmlns:a="http://schemas.openxmlformats.org/drawingml/2006/main" w="9525">
            <a:solidFill>
              <a:srgbClr val="D8E3ED"/>
            </a:solidFill>
            <a:prstDash val="solid"/>
          </a:ln>
        </p:spPr>
      </p:sp>
      <p:sp>
        <p:nvSpPr>
          <p:cNvPr id="34" name="matrix-marker-1-2">
            <a:extLst xmlns:a="http://schemas.openxmlformats.org/drawingml/2006/main">
              <a:ext uri="{FF2B5EF4-FFF2-40B4-BE49-F238E27FC236}">
                <a16:creationId xmlns:a16="http://schemas.microsoft.com/office/drawing/2014/main" id="{9D64B351-434E-44CD-AD17-00F3D047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6225" y="357425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matrix-marker-text-1-2">
            <a:extLst xmlns:a="http://schemas.openxmlformats.org/drawingml/2006/main">
              <a:ext uri="{FF2B5EF4-FFF2-40B4-BE49-F238E27FC236}">
                <a16:creationId xmlns:a16="http://schemas.microsoft.com/office/drawing/2014/main" id="{6145A09F-2E76-4097-BE07-4D98F7FC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9280" y="3685280"/>
            <a:ext cx="133798" cy="177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36" name="matrix-cell-1-3">
            <a:extLst xmlns:a="http://schemas.openxmlformats.org/drawingml/2006/main">
              <a:ext uri="{FF2B5EF4-FFF2-40B4-BE49-F238E27FC236}">
                <a16:creationId xmlns:a16="http://schemas.microsoft.com/office/drawing/2014/main" id="{20959553-B6B3-4CAC-B98B-37137DB0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86875" y="3328988"/>
            <a:ext cx="2228850" cy="890588"/>
          </a:xfrm>
          <a:prstGeom xmlns:a="http://schemas.openxmlformats.org/drawingml/2006/main" prst="roundRect">
            <a:avLst>
              <a:gd name="adj" fmla="val 10695"/>
            </a:avLst>
          </a:prstGeom>
          <a:solidFill xmlns:a="http://schemas.openxmlformats.org/drawingml/2006/main">
            <a:srgbClr val="F1F6FA"/>
          </a:solidFill>
          <a:ln xmlns:a="http://schemas.openxmlformats.org/drawingml/2006/main" w="9525">
            <a:solidFill>
              <a:srgbClr val="D8E3ED"/>
            </a:solidFill>
            <a:prstDash val="solid"/>
          </a:ln>
        </p:spPr>
      </p:sp>
      <p:sp>
        <p:nvSpPr>
          <p:cNvPr id="37" name="matrix-marker-1-3">
            <a:extLst xmlns:a="http://schemas.openxmlformats.org/drawingml/2006/main">
              <a:ext uri="{FF2B5EF4-FFF2-40B4-BE49-F238E27FC236}">
                <a16:creationId xmlns:a16="http://schemas.microsoft.com/office/drawing/2014/main" id="{52A3E43C-6E03-42EF-9581-3F123786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01275" y="357425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matrix-marker-text-1-3">
            <a:extLst xmlns:a="http://schemas.openxmlformats.org/drawingml/2006/main">
              <a:ext uri="{FF2B5EF4-FFF2-40B4-BE49-F238E27FC236}">
                <a16:creationId xmlns:a16="http://schemas.microsoft.com/office/drawing/2014/main" id="{12BE6ECD-105D-47F9-836B-A7E72CBC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71382" y="3685280"/>
            <a:ext cx="59684" cy="177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</a:t>
            </a:r>
          </a:p>
        </p:txBody>
      </p:sp>
      <p:sp>
        <p:nvSpPr>
          <p:cNvPr id="39" name="matrix-row-2">
            <a:extLst xmlns:a="http://schemas.openxmlformats.org/drawingml/2006/main">
              <a:ext uri="{FF2B5EF4-FFF2-40B4-BE49-F238E27FC236}">
                <a16:creationId xmlns:a16="http://schemas.microsoft.com/office/drawing/2014/main" id="{CA42B013-3289-4FD2-A0BE-0667E987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" y="4295775"/>
            <a:ext cx="1619250" cy="890588"/>
          </a:xfrm>
          <a:prstGeom xmlns:a="http://schemas.openxmlformats.org/drawingml/2006/main" prst="roundRect">
            <a:avLst>
              <a:gd name="adj" fmla="val 10695"/>
            </a:avLst>
          </a:prstGeom>
          <a:solidFill xmlns:a="http://schemas.openxmlformats.org/drawingml/2006/main">
            <a:srgbClr val="E4ED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matrix-row-label-2">
            <a:extLst xmlns:a="http://schemas.openxmlformats.org/drawingml/2006/main">
              <a:ext uri="{FF2B5EF4-FFF2-40B4-BE49-F238E27FC236}">
                <a16:creationId xmlns:a16="http://schemas.microsoft.com/office/drawing/2014/main" id="{F67F7C96-1EFA-48B9-97A1-56699B76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4636141"/>
            <a:ext cx="945652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1" i="0">
                <a:solidFill>
                  <a:srgbClr val="3150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1506F"/>
                </a:solidFill>
                <a:latin typeface="Microsoft YaHei"/>
                <a:ea typeface="Microsoft YaHei"/>
                <a:cs typeface="Microsoft YaHei"/>
              </a:rPr>
              <a:t>HTML 布局</a:t>
            </a:r>
          </a:p>
        </p:txBody>
      </p:sp>
      <p:sp>
        <p:nvSpPr>
          <p:cNvPr id="41" name="matrix-cell-2-0">
            <a:extLst xmlns:a="http://schemas.openxmlformats.org/drawingml/2006/main">
              <a:ext uri="{FF2B5EF4-FFF2-40B4-BE49-F238E27FC236}">
                <a16:creationId xmlns:a16="http://schemas.microsoft.com/office/drawing/2014/main" id="{13BDBF4A-53D7-43F6-8AE9-A970130E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1725" y="4295775"/>
            <a:ext cx="2228850" cy="890588"/>
          </a:xfrm>
          <a:prstGeom xmlns:a="http://schemas.openxmlformats.org/drawingml/2006/main" prst="roundRect">
            <a:avLst>
              <a:gd name="adj" fmla="val 10695"/>
            </a:avLst>
          </a:prstGeom>
          <a:solidFill xmlns:a="http://schemas.openxmlformats.org/drawingml/2006/main">
            <a:srgbClr val="F1F6FA"/>
          </a:solidFill>
          <a:ln xmlns:a="http://schemas.openxmlformats.org/drawingml/2006/main" w="9525">
            <a:solidFill>
              <a:srgbClr val="D8E3ED"/>
            </a:solidFill>
            <a:prstDash val="solid"/>
          </a:ln>
        </p:spPr>
      </p:sp>
      <p:sp>
        <p:nvSpPr>
          <p:cNvPr id="42" name="matrix-marker-2-0">
            <a:extLst xmlns:a="http://schemas.openxmlformats.org/drawingml/2006/main">
              <a:ext uri="{FF2B5EF4-FFF2-40B4-BE49-F238E27FC236}">
                <a16:creationId xmlns:a16="http://schemas.microsoft.com/office/drawing/2014/main" id="{F77E6804-8D1D-4CFD-BD33-214B21DB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86125" y="454104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D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matrix-marker-text-2-0">
            <a:extLst xmlns:a="http://schemas.openxmlformats.org/drawingml/2006/main">
              <a:ext uri="{FF2B5EF4-FFF2-40B4-BE49-F238E27FC236}">
                <a16:creationId xmlns:a16="http://schemas.microsoft.com/office/drawing/2014/main" id="{28364472-EF7D-4F5F-B19D-95352910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56232" y="4652067"/>
            <a:ext cx="59684" cy="177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</a:t>
            </a:r>
          </a:p>
        </p:txBody>
      </p:sp>
      <p:sp>
        <p:nvSpPr>
          <p:cNvPr id="44" name="matrix-cell-2-1">
            <a:extLst xmlns:a="http://schemas.openxmlformats.org/drawingml/2006/main">
              <a:ext uri="{FF2B5EF4-FFF2-40B4-BE49-F238E27FC236}">
                <a16:creationId xmlns:a16="http://schemas.microsoft.com/office/drawing/2014/main" id="{0E83BF7D-EC9C-4E04-A76B-B8AE1927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775" y="4295775"/>
            <a:ext cx="2228850" cy="890588"/>
          </a:xfrm>
          <a:prstGeom xmlns:a="http://schemas.openxmlformats.org/drawingml/2006/main" prst="roundRect">
            <a:avLst>
              <a:gd name="adj" fmla="val 10695"/>
            </a:avLst>
          </a:prstGeom>
          <a:solidFill xmlns:a="http://schemas.openxmlformats.org/drawingml/2006/main">
            <a:srgbClr val="F1F6FA"/>
          </a:solidFill>
          <a:ln xmlns:a="http://schemas.openxmlformats.org/drawingml/2006/main" w="9525">
            <a:solidFill>
              <a:srgbClr val="D8E3ED"/>
            </a:solidFill>
            <a:prstDash val="solid"/>
          </a:ln>
        </p:spPr>
      </p:sp>
      <p:sp>
        <p:nvSpPr>
          <p:cNvPr id="45" name="matrix-marker-2-1">
            <a:extLst xmlns:a="http://schemas.openxmlformats.org/drawingml/2006/main">
              <a:ext uri="{FF2B5EF4-FFF2-40B4-BE49-F238E27FC236}">
                <a16:creationId xmlns:a16="http://schemas.microsoft.com/office/drawing/2014/main" id="{1DB02474-4B66-42BC-99C8-8AED5A8B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91175" y="454104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D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matrix-marker-text-2-1">
            <a:extLst xmlns:a="http://schemas.openxmlformats.org/drawingml/2006/main">
              <a:ext uri="{FF2B5EF4-FFF2-40B4-BE49-F238E27FC236}">
                <a16:creationId xmlns:a16="http://schemas.microsoft.com/office/drawing/2014/main" id="{5AB39470-30A3-4BB2-B3F8-AAF4FE12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4230" y="4652067"/>
            <a:ext cx="133798" cy="177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47" name="matrix-cell-2-2">
            <a:extLst xmlns:a="http://schemas.openxmlformats.org/drawingml/2006/main">
              <a:ext uri="{FF2B5EF4-FFF2-40B4-BE49-F238E27FC236}">
                <a16:creationId xmlns:a16="http://schemas.microsoft.com/office/drawing/2014/main" id="{8148B675-A76E-427C-A968-A15495BA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1825" y="4295775"/>
            <a:ext cx="2228850" cy="890588"/>
          </a:xfrm>
          <a:prstGeom xmlns:a="http://schemas.openxmlformats.org/drawingml/2006/main" prst="roundRect">
            <a:avLst>
              <a:gd name="adj" fmla="val 10695"/>
            </a:avLst>
          </a:prstGeom>
          <a:solidFill xmlns:a="http://schemas.openxmlformats.org/drawingml/2006/main">
            <a:srgbClr val="F1F6FA"/>
          </a:solidFill>
          <a:ln xmlns:a="http://schemas.openxmlformats.org/drawingml/2006/main" w="9525">
            <a:solidFill>
              <a:srgbClr val="D8E3ED"/>
            </a:solidFill>
            <a:prstDash val="solid"/>
          </a:ln>
        </p:spPr>
      </p:sp>
      <p:sp>
        <p:nvSpPr>
          <p:cNvPr id="48" name="matrix-marker-2-2">
            <a:extLst xmlns:a="http://schemas.openxmlformats.org/drawingml/2006/main">
              <a:ext uri="{FF2B5EF4-FFF2-40B4-BE49-F238E27FC236}">
                <a16:creationId xmlns:a16="http://schemas.microsoft.com/office/drawing/2014/main" id="{0CB74CFB-1D21-4C8F-A42F-7B62410D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6225" y="454104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D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matrix-marker-text-2-2">
            <a:extLst xmlns:a="http://schemas.openxmlformats.org/drawingml/2006/main">
              <a:ext uri="{FF2B5EF4-FFF2-40B4-BE49-F238E27FC236}">
                <a16:creationId xmlns:a16="http://schemas.microsoft.com/office/drawing/2014/main" id="{0D7AC109-8DBA-4E33-95C2-ABDA30BA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4185" y="4652067"/>
            <a:ext cx="124120" cy="177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</a:t>
            </a:r>
          </a:p>
        </p:txBody>
      </p:sp>
      <p:sp>
        <p:nvSpPr>
          <p:cNvPr id="50" name="matrix-cell-2-3">
            <a:extLst xmlns:a="http://schemas.openxmlformats.org/drawingml/2006/main">
              <a:ext uri="{FF2B5EF4-FFF2-40B4-BE49-F238E27FC236}">
                <a16:creationId xmlns:a16="http://schemas.microsoft.com/office/drawing/2014/main" id="{BE6EC1A9-4837-43AE-9113-8896C584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86875" y="4295775"/>
            <a:ext cx="2228850" cy="890588"/>
          </a:xfrm>
          <a:prstGeom xmlns:a="http://schemas.openxmlformats.org/drawingml/2006/main" prst="roundRect">
            <a:avLst>
              <a:gd name="adj" fmla="val 10695"/>
            </a:avLst>
          </a:prstGeom>
          <a:solidFill xmlns:a="http://schemas.openxmlformats.org/drawingml/2006/main">
            <a:srgbClr val="F1F6FA"/>
          </a:solidFill>
          <a:ln xmlns:a="http://schemas.openxmlformats.org/drawingml/2006/main" w="9525">
            <a:solidFill>
              <a:srgbClr val="D8E3ED"/>
            </a:solidFill>
            <a:prstDash val="solid"/>
          </a:ln>
        </p:spPr>
      </p:sp>
      <p:sp>
        <p:nvSpPr>
          <p:cNvPr id="51" name="matrix-marker-2-3">
            <a:extLst xmlns:a="http://schemas.openxmlformats.org/drawingml/2006/main">
              <a:ext uri="{FF2B5EF4-FFF2-40B4-BE49-F238E27FC236}">
                <a16:creationId xmlns:a16="http://schemas.microsoft.com/office/drawing/2014/main" id="{2F30005B-46D6-41FB-99B9-2AE7F37F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01275" y="454104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D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matrix-marker-text-2-3">
            <a:extLst xmlns:a="http://schemas.openxmlformats.org/drawingml/2006/main">
              <a:ext uri="{FF2B5EF4-FFF2-40B4-BE49-F238E27FC236}">
                <a16:creationId xmlns:a16="http://schemas.microsoft.com/office/drawing/2014/main" id="{D22EF79C-CC56-427B-B5C0-53EE336C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41321" y="4652067"/>
            <a:ext cx="119805" cy="177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53" name="matrix-row-3">
            <a:extLst xmlns:a="http://schemas.openxmlformats.org/drawingml/2006/main">
              <a:ext uri="{FF2B5EF4-FFF2-40B4-BE49-F238E27FC236}">
                <a16:creationId xmlns:a16="http://schemas.microsoft.com/office/drawing/2014/main" id="{0C28BD1D-EA01-44A3-A738-86ED12A1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" y="5262563"/>
            <a:ext cx="1619250" cy="890588"/>
          </a:xfrm>
          <a:prstGeom xmlns:a="http://schemas.openxmlformats.org/drawingml/2006/main" prst="roundRect">
            <a:avLst>
              <a:gd name="adj" fmla="val 10695"/>
            </a:avLst>
          </a:prstGeom>
          <a:solidFill xmlns:a="http://schemas.openxmlformats.org/drawingml/2006/main">
            <a:srgbClr val="E4ED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matrix-row-label-3">
            <a:extLst xmlns:a="http://schemas.openxmlformats.org/drawingml/2006/main">
              <a:ext uri="{FF2B5EF4-FFF2-40B4-BE49-F238E27FC236}">
                <a16:creationId xmlns:a16="http://schemas.microsoft.com/office/drawing/2014/main" id="{2E4B3405-607E-4FEC-A6A4-582E2280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5602929"/>
            <a:ext cx="992238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1" i="0">
                <a:solidFill>
                  <a:srgbClr val="3150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1506F"/>
                </a:solidFill>
                <a:latin typeface="Microsoft YaHei"/>
                <a:ea typeface="Microsoft YaHei"/>
                <a:cs typeface="Microsoft YaHei"/>
              </a:rPr>
              <a:t>Native 编译</a:t>
            </a:r>
          </a:p>
        </p:txBody>
      </p:sp>
      <p:sp>
        <p:nvSpPr>
          <p:cNvPr id="55" name="matrix-cell-3-0">
            <a:extLst xmlns:a="http://schemas.openxmlformats.org/drawingml/2006/main">
              <a:ext uri="{FF2B5EF4-FFF2-40B4-BE49-F238E27FC236}">
                <a16:creationId xmlns:a16="http://schemas.microsoft.com/office/drawing/2014/main" id="{FC89A805-2D24-4325-A0AF-49B34DE3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1725" y="5262563"/>
            <a:ext cx="2228850" cy="890588"/>
          </a:xfrm>
          <a:prstGeom xmlns:a="http://schemas.openxmlformats.org/drawingml/2006/main" prst="roundRect">
            <a:avLst>
              <a:gd name="adj" fmla="val 10695"/>
            </a:avLst>
          </a:prstGeom>
          <a:solidFill xmlns:a="http://schemas.openxmlformats.org/drawingml/2006/main">
            <a:srgbClr val="F1F6FA"/>
          </a:solidFill>
          <a:ln xmlns:a="http://schemas.openxmlformats.org/drawingml/2006/main" w="9525">
            <a:solidFill>
              <a:srgbClr val="D8E3ED"/>
            </a:solidFill>
            <a:prstDash val="solid"/>
          </a:ln>
        </p:spPr>
      </p:sp>
      <p:sp>
        <p:nvSpPr>
          <p:cNvPr id="56" name="matrix-marker-3-0">
            <a:extLst xmlns:a="http://schemas.openxmlformats.org/drawingml/2006/main">
              <a:ext uri="{FF2B5EF4-FFF2-40B4-BE49-F238E27FC236}">
                <a16:creationId xmlns:a16="http://schemas.microsoft.com/office/drawing/2014/main" id="{8C2E43B1-91F0-4311-B0FE-9176DF5B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86125" y="5507831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matrix-marker-text-3-0">
            <a:extLst xmlns:a="http://schemas.openxmlformats.org/drawingml/2006/main">
              <a:ext uri="{FF2B5EF4-FFF2-40B4-BE49-F238E27FC236}">
                <a16:creationId xmlns:a16="http://schemas.microsoft.com/office/drawing/2014/main" id="{62C6D98E-C69C-4634-9020-18642110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56232" y="5618855"/>
            <a:ext cx="59684" cy="177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</a:t>
            </a:r>
          </a:p>
        </p:txBody>
      </p:sp>
      <p:sp>
        <p:nvSpPr>
          <p:cNvPr id="58" name="matrix-cell-3-1">
            <a:extLst xmlns:a="http://schemas.openxmlformats.org/drawingml/2006/main">
              <a:ext uri="{FF2B5EF4-FFF2-40B4-BE49-F238E27FC236}">
                <a16:creationId xmlns:a16="http://schemas.microsoft.com/office/drawing/2014/main" id="{7B88BF99-3156-40CA-B821-16D21323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775" y="5262563"/>
            <a:ext cx="2228850" cy="890588"/>
          </a:xfrm>
          <a:prstGeom xmlns:a="http://schemas.openxmlformats.org/drawingml/2006/main" prst="roundRect">
            <a:avLst>
              <a:gd name="adj" fmla="val 10695"/>
            </a:avLst>
          </a:prstGeom>
          <a:solidFill xmlns:a="http://schemas.openxmlformats.org/drawingml/2006/main">
            <a:srgbClr val="F1F6FA"/>
          </a:solidFill>
          <a:ln xmlns:a="http://schemas.openxmlformats.org/drawingml/2006/main" w="9525">
            <a:solidFill>
              <a:srgbClr val="D8E3ED"/>
            </a:solidFill>
            <a:prstDash val="solid"/>
          </a:ln>
        </p:spPr>
      </p:sp>
      <p:sp>
        <p:nvSpPr>
          <p:cNvPr id="59" name="matrix-marker-3-1">
            <a:extLst xmlns:a="http://schemas.openxmlformats.org/drawingml/2006/main">
              <a:ext uri="{FF2B5EF4-FFF2-40B4-BE49-F238E27FC236}">
                <a16:creationId xmlns:a16="http://schemas.microsoft.com/office/drawing/2014/main" id="{99C61267-8EC9-4D33-A6EA-6C7F1C44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91175" y="5507831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matrix-marker-text-3-1">
            <a:extLst xmlns:a="http://schemas.openxmlformats.org/drawingml/2006/main">
              <a:ext uri="{FF2B5EF4-FFF2-40B4-BE49-F238E27FC236}">
                <a16:creationId xmlns:a16="http://schemas.microsoft.com/office/drawing/2014/main" id="{61BD78B5-218D-4CF6-9DF7-CA162526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4230" y="5618855"/>
            <a:ext cx="133798" cy="177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61" name="matrix-cell-3-2">
            <a:extLst xmlns:a="http://schemas.openxmlformats.org/drawingml/2006/main">
              <a:ext uri="{FF2B5EF4-FFF2-40B4-BE49-F238E27FC236}">
                <a16:creationId xmlns:a16="http://schemas.microsoft.com/office/drawing/2014/main" id="{CFD617C0-3A90-4691-B4DD-B1EE156A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1825" y="5262563"/>
            <a:ext cx="2228850" cy="890588"/>
          </a:xfrm>
          <a:prstGeom xmlns:a="http://schemas.openxmlformats.org/drawingml/2006/main" prst="roundRect">
            <a:avLst>
              <a:gd name="adj" fmla="val 10695"/>
            </a:avLst>
          </a:prstGeom>
          <a:solidFill xmlns:a="http://schemas.openxmlformats.org/drawingml/2006/main">
            <a:srgbClr val="F1F6FA"/>
          </a:solidFill>
          <a:ln xmlns:a="http://schemas.openxmlformats.org/drawingml/2006/main" w="9525">
            <a:solidFill>
              <a:srgbClr val="D8E3ED"/>
            </a:solidFill>
            <a:prstDash val="solid"/>
          </a:ln>
        </p:spPr>
      </p:sp>
      <p:sp>
        <p:nvSpPr>
          <p:cNvPr id="62" name="matrix-marker-3-2">
            <a:extLst xmlns:a="http://schemas.openxmlformats.org/drawingml/2006/main">
              <a:ext uri="{FF2B5EF4-FFF2-40B4-BE49-F238E27FC236}">
                <a16:creationId xmlns:a16="http://schemas.microsoft.com/office/drawing/2014/main" id="{6B73C542-485B-49F1-BB64-DB2B669F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6225" y="5507831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matrix-marker-text-3-2">
            <a:extLst xmlns:a="http://schemas.openxmlformats.org/drawingml/2006/main">
              <a:ext uri="{FF2B5EF4-FFF2-40B4-BE49-F238E27FC236}">
                <a16:creationId xmlns:a16="http://schemas.microsoft.com/office/drawing/2014/main" id="{FC148D3E-2BE9-46FA-8F8B-8762C7ED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4185" y="5618855"/>
            <a:ext cx="124120" cy="177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</a:t>
            </a:r>
          </a:p>
        </p:txBody>
      </p:sp>
      <p:sp>
        <p:nvSpPr>
          <p:cNvPr id="64" name="matrix-cell-3-3">
            <a:extLst xmlns:a="http://schemas.openxmlformats.org/drawingml/2006/main">
              <a:ext uri="{FF2B5EF4-FFF2-40B4-BE49-F238E27FC236}">
                <a16:creationId xmlns:a16="http://schemas.microsoft.com/office/drawing/2014/main" id="{CB796BE0-5FA5-45C1-8F3F-CDB068FC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86875" y="5262563"/>
            <a:ext cx="2228850" cy="890588"/>
          </a:xfrm>
          <a:prstGeom xmlns:a="http://schemas.openxmlformats.org/drawingml/2006/main" prst="roundRect">
            <a:avLst>
              <a:gd name="adj" fmla="val 10695"/>
            </a:avLst>
          </a:prstGeom>
          <a:solidFill xmlns:a="http://schemas.openxmlformats.org/drawingml/2006/main">
            <a:srgbClr val="F1F6FA"/>
          </a:solidFill>
          <a:ln xmlns:a="http://schemas.openxmlformats.org/drawingml/2006/main" w="9525">
            <a:solidFill>
              <a:srgbClr val="D8E3ED"/>
            </a:solidFill>
            <a:prstDash val="solid"/>
          </a:ln>
        </p:spPr>
      </p:sp>
      <p:sp>
        <p:nvSpPr>
          <p:cNvPr id="65" name="matrix-marker-3-3">
            <a:extLst xmlns:a="http://schemas.openxmlformats.org/drawingml/2006/main">
              <a:ext uri="{FF2B5EF4-FFF2-40B4-BE49-F238E27FC236}">
                <a16:creationId xmlns:a16="http://schemas.microsoft.com/office/drawing/2014/main" id="{0C4F6597-92A5-4D48-9B7F-6CF5B8A9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01275" y="5507831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9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matrix-marker-text-3-3">
            <a:extLst xmlns:a="http://schemas.openxmlformats.org/drawingml/2006/main">
              <a:ext uri="{FF2B5EF4-FFF2-40B4-BE49-F238E27FC236}">
                <a16:creationId xmlns:a16="http://schemas.microsoft.com/office/drawing/2014/main" id="{9B89B1F1-F616-4561-AEDA-14DFF896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41321" y="5618855"/>
            <a:ext cx="119805" cy="177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7174991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66700" dist="114300" dir="5400000">
              <a:srgbClr val="2F5EA8">
                <a:alpha val="22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10000"/>
              </a:srgbClr>
            </a:outerShdw>
          </a:effectLst>
        </a:effectStyle>
        <a:effectStyle>
          <a:effectLst>
            <a:outerShdw blurRad="19050" dist="9525" dir="5400000">
              <a:srgbClr val="154377">
                <a:alpha val="24000"/>
              </a:srgbClr>
            </a:outerShdw>
          </a:effectLst>
        </a:effectStyle>
        <a:effectStyle>
          <a:effectLst>
            <a:outerShdw blurRad="285750" dist="133350" dir="5400000">
              <a:srgbClr val="234269">
                <a:alpha val="12000"/>
              </a:srgbClr>
            </a:outerShdw>
          </a:effectLst>
        </a:effectStyle>
        <a:effectStyle>
          <a:effectLst>
            <a:outerShdw blurRad="209550" dist="95250" dir="5400000">
              <a:srgbClr val="2185CC">
                <a:alpha val="24000"/>
              </a:srgbClr>
            </a:outerShdw>
          </a:effectLst>
        </a:effectStyle>
        <a:effectStyle>
          <a:effectLst>
            <a:outerShdw blurRad="200025" dist="85725" dir="5400000">
              <a:srgbClr val="2F5EA8">
                <a:alpha val="14000"/>
              </a:srgbClr>
            </a:outerShdw>
          </a:effectLst>
        </a:effectStyle>
        <a:effectStyle>
          <a:effectLst>
            <a:outerShdw blurRad="171450" dist="76200" dir="5400000">
              <a:srgbClr val="264E80">
                <a:alpha val="10000"/>
              </a:srgbClr>
            </a:outerShdw>
          </a:effectLst>
        </a:effectStyle>
        <a:effectStyle>
          <a:effectLst>
            <a:outerShdw blurRad="171450" dist="76200" dir="5400000">
              <a:srgbClr val="1F497E">
                <a:alpha val="8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95250" dist="38100" dir="5400000">
              <a:srgbClr val="2F5EA8">
                <a:alpha val="8000"/>
              </a:srgbClr>
            </a:outerShdw>
          </a:effectLst>
        </a:effectStyle>
        <a:effectStyle>
          <a:effectLst>
            <a:outerShdw blurRad="11430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142875" dist="66675" dir="5400000">
              <a:srgbClr val="284F6C">
                <a:alpha val="11000"/>
              </a:srgbClr>
            </a:outerShdw>
          </a:effectLst>
        </a:effectStyle>
        <a:effectStyle>
          <a:effectLst>
            <a:outerShdw blurRad="104775" dist="38100" dir="5400000">
              <a:srgbClr val="2B4C68">
                <a:alpha val="5000"/>
              </a:srgbClr>
            </a:outerShdw>
          </a:effectLst>
        </a:effectStyle>
        <a:effectStyle>
          <a:effectLst>
            <a:outerShdw blurRad="114300" dist="47625" dir="5400000">
              <a:srgbClr val="2B4C68">
                <a:alpha val="9000"/>
              </a:srgbClr>
            </a:outerShdw>
          </a:effectLst>
        </a:effectStyle>
        <a:effectStyle>
          <a:effectLst>
            <a:outerShdw blurRad="95250" dist="38100" dir="5400000">
              <a:srgbClr val="2F5EA8">
                <a:alpha val="16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16000"/>
              </a:srgbClr>
            </a:outerShdw>
          </a:effectLst>
        </a:effectStyle>
        <a:effectStyle>
          <a:effectLst>
            <a:outerShdw blurRad="114300" dist="57150" dir="5400000">
              <a:srgbClr val="2F5EA8">
                <a:alpha val="15000"/>
              </a:srgbClr>
            </a:outerShdw>
          </a:effectLst>
        </a:effectStyle>
        <a:effectStyle>
          <a:effectLst>
            <a:outerShdw blurRad="238125" dist="114300" dir="5400000">
              <a:srgbClr val="285B82">
                <a:alpha val="18000"/>
              </a:srgbClr>
            </a:outerShdw>
          </a:effectLst>
        </a:effectStyle>
        <a:effectStyle>
          <a:effectLst>
            <a:outerShdw blurRad="190500" dist="76200" dir="5400000">
              <a:srgbClr val="234867">
                <a:alpha val="8000"/>
              </a:srgbClr>
            </a:outerShdw>
          </a:effectLst>
        </a:effectStyle>
        <a:effectStyle>
          <a:effectLst>
            <a:outerShdw blurRad="209550" dist="95250" dir="5400000">
              <a:srgbClr val="2F5EA8">
                <a:alpha val="8000"/>
              </a:srgbClr>
            </a:outerShdw>
          </a:effectLst>
        </a:effectStyle>
        <a:effectStyle>
          <a:effectLst>
            <a:outerShdw blurRad="133350" dist="57150" dir="5400000">
              <a:srgbClr val="2F5EA8">
                <a:alpha val="18000"/>
              </a:srgbClr>
            </a:outerShdw>
          </a:effectLst>
        </a:effectStyle>
        <a:effectStyle>
          <a:effectLst>
            <a:outerShdw blurRad="76200" dist="28575" dir="5400000">
              <a:srgbClr val="244862">
                <a:alpha val="12000"/>
              </a:srgbClr>
            </a:outerShdw>
          </a:effectLst>
        </a:effectStyle>
        <a:effectStyle>
          <a:effectLst>
            <a:outerShdw blurRad="133350" dist="57150" dir="5400000">
              <a:srgbClr val="2F5EA8">
                <a:alpha val="6000"/>
              </a:srgbClr>
            </a:outerShdw>
          </a:effectLst>
        </a:effectStyle>
        <a:effectStyle>
          <a:effectLst>
            <a:outerShdw blurRad="171450" dist="66675" dir="5400000">
              <a:srgbClr val="2F5EA8">
                <a:alpha val="7000"/>
              </a:srgbClr>
            </a:outerShdw>
          </a:effectLst>
        </a:effectStyle>
        <a:effectStyle>
          <a:effectLst>
            <a:outerShdw blurRad="171450" dist="95250" dir="5400000">
              <a:srgbClr val="2F5EA8">
                <a:alpha val="10000"/>
              </a:srgbClr>
            </a:outerShdw>
          </a:effectLst>
        </a:effectStyle>
        <a:effectStyle>
          <a:effectLst>
            <a:outerShdw blurRad="171450" dist="95250" dir="5400000">
              <a:srgbClr val="264975">
                <a:alpha val="16000"/>
              </a:srgbClr>
            </a:outerShdw>
          </a:effectLst>
        </a:effectStyle>
        <a:effectStyle>
          <a:effectLst>
            <a:outerShdw blurRad="171450" dist="76200" dir="5400000">
              <a:srgbClr val="254E84">
                <a:alpha val="12000"/>
              </a:srgbClr>
            </a:outerShdw>
          </a:effectLst>
        </a:effectStyle>
        <a:effectStyle>
          <a:effectLst>
            <a:outerShdw blurRad="228600" dist="95250" dir="5400000">
              <a:srgbClr val="264E84">
                <a:alpha val="24000"/>
              </a:srgbClr>
            </a:outerShdw>
          </a:effectLst>
        </a:effectStyle>
        <a:effectStyle>
          <a:effectLst>
            <a:outerShdw blurRad="0" dist="47625" dir="5400000">
              <a:srgbClr val="E7EDF5"/>
            </a:outerShdw>
          </a:effectLst>
        </a:effectStyle>
        <a:effectStyle>
          <a:effectLst>
            <a:outerShdw blurRad="152400" dist="66675" dir="5400000">
              <a:srgbClr val="2F5EA8">
                <a:alpha val="7000"/>
              </a:srgbClr>
            </a:outerShdw>
          </a:effectLst>
        </a:effectStyle>
        <a:effectStyle>
          <a:effectLst>
            <a:outerShdw blurRad="228600" dist="95250" dir="5400000">
              <a:srgbClr val="2F5EA8">
                <a:alpha val="13000"/>
              </a:srgbClr>
            </a:outerShdw>
          </a:effectLst>
        </a:effectStyle>
        <a:effectStyle>
          <a:effectLst>
            <a:outerShdw blurRad="133350" dist="57150" dir="5400000">
              <a:srgbClr val="2B4C68">
                <a:alpha val="8000"/>
              </a:srgbClr>
            </a:outerShdw>
          </a:effectLst>
        </a:effectStyle>
        <a:effectStyle>
          <a:effectLst>
            <a:outerShdw blurRad="266700" dist="133350" dir="5400000">
              <a:srgbClr val="284D6B">
                <a:alpha val="16000"/>
              </a:srgbClr>
            </a:outerShdw>
          </a:effectLst>
        </a:effectStyle>
        <a:effectStyle>
          <a:effectLst>
            <a:outerShdw blurRad="114300" dist="47625" dir="5400000">
              <a:srgbClr val="2F5EA8">
                <a:alpha val="7000"/>
              </a:srgbClr>
            </a:outerShdw>
          </a:effectLst>
        </a:effectStyle>
        <a:effectStyle>
          <a:effectLst>
            <a:outerShdw blurRad="190500" dist="8572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266700" dist="133350" dir="5400000">
              <a:srgbClr val="2F5EA8">
                <a:alpha val="24000"/>
              </a:srgbClr>
            </a:outerShdw>
          </a:effectLst>
        </a:effectStyle>
        <a:effectStyle>
          <a:effectLst>
            <a:outerShdw blurRad="209550" dist="95250" dir="5400000">
              <a:srgbClr val="1D457E">
                <a:alpha val="10000"/>
              </a:srgbClr>
            </a:outerShdw>
          </a:effectLst>
        </a:effectStyle>
        <a:effectStyle>
          <a:effectLst>
            <a:outerShdw blurRad="171450" dist="76200" dir="5400000">
              <a:srgbClr val="1D4984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2026-08-27T01:59:14.1500000Z</dcterms:created>
  <dcterms:modified xsi:type="dcterms:W3CDTF">2026-08-27T01:59:14.1500000Z</dcterms:modified>
</coreProperties>
</file>