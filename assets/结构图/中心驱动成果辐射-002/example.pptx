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779a22c937487b" /><Relationship Type="http://schemas.openxmlformats.org/officeDocument/2006/relationships/extended-properties" Target="/docProps/app.xml" Id="Rbb5ae7d359e140eb" /><Relationship Type="http://schemas.openxmlformats.org/officeDocument/2006/relationships/officeDocument" Target="/ppt/presentation.xml" Id="R0b15b186366e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bf2f6a96dd4679"/>
  </p:sldMasterIdLst>
  <p:notesMasterIdLst>
    <p:notesMasterId xmlns:r="http://schemas.openxmlformats.org/officeDocument/2006/relationships" r:id="R364f1e1a123047c2"/>
  </p:notesMasterIdLst>
  <p:sldIdLst>
    <p:sldId xmlns:r="http://schemas.openxmlformats.org/officeDocument/2006/relationships" id="256" r:id="Re8baccf84ad84d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866a4b45c540fa" /><Relationship Type="http://schemas.openxmlformats.org/officeDocument/2006/relationships/slideMaster" Target="/ppt/slideMasters/slideMaster1.xml" Id="R20bf2f6a96dd4679" /><Relationship Type="http://schemas.openxmlformats.org/officeDocument/2006/relationships/notesMaster" Target="/ppt/notesMasters/notesMaster1.xml" Id="R364f1e1a123047c2" /><Relationship Type="http://schemas.openxmlformats.org/officeDocument/2006/relationships/presProps" Target="/ppt/presProps.xml" Id="R6002ba04107c49fa" /><Relationship Type="http://schemas.openxmlformats.org/officeDocument/2006/relationships/tableStyles" Target="/ppt/tableStyles.xml" Id="R8ee29d01a1704bec" /><Relationship Type="http://schemas.openxmlformats.org/officeDocument/2006/relationships/slide" Target="/ppt/slides/slide1.xml" Id="Re8baccf84ad84d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daeaf436924a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3446b3ee0452e" /><Relationship Type="http://schemas.openxmlformats.org/officeDocument/2006/relationships/notesMaster" Target="/ppt/notesMasters/notesMaster1.xml" Id="Rc2e65cd96d004b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4a84409ed44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39d1f0e834350" /><Relationship Type="http://schemas.openxmlformats.org/officeDocument/2006/relationships/slideLayout" Target="/ppt/slideLayouts/slideLayout1.xml" Id="Rf8d7d692eb674d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d7d692eb674d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5a05cf70742c0" /><Relationship Type="http://schemas.openxmlformats.org/officeDocument/2006/relationships/notesSlide" Target="/ppt/notesSlides/notesSlide1.xml" Id="R0efe4b02c3ee4b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A680D808-EB96-4EB0-AD89-4DB7CE7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8EF"/>
            </a:solidFill>
            <a:prstDash val="dash"/>
          </a:ln>
        </p:spPr>
      </p:sp>
      <p:sp>
        <p:nvSpPr>
          <p:cNvPr id="2" name="radial-spoke-1">
            <a:extLst xmlns:a="http://schemas.openxmlformats.org/drawingml/2006/main">
              <a:ext uri="{FF2B5EF4-FFF2-40B4-BE49-F238E27FC236}">
                <a16:creationId xmlns:a16="http://schemas.microsoft.com/office/drawing/2014/main" id="{02694750-1E00-4589-AB92-AB3CBF8D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628900"/>
            <a:ext cx="19050" cy="495300"/>
          </a:xfrm>
          <a:custGeom xmlns:a="http://schemas.openxmlformats.org/drawingml/2006/main">
            <a:pathLst>
              <a:path w="19050" h="495300">
                <a:moveTo>
                  <a:pt x="0" y="495300"/>
                </a:moveTo>
                <a:lnTo>
                  <a:pt x="2296" y="479927"/>
                </a:lnTo>
                <a:lnTo>
                  <a:pt x="4439" y="464544"/>
                </a:lnTo>
                <a:lnTo>
                  <a:pt x="6439" y="449132"/>
                </a:lnTo>
                <a:lnTo>
                  <a:pt x="8296" y="433702"/>
                </a:lnTo>
                <a:lnTo>
                  <a:pt x="10011" y="418262"/>
                </a:lnTo>
                <a:lnTo>
                  <a:pt x="11573" y="402803"/>
                </a:lnTo>
                <a:lnTo>
                  <a:pt x="12992" y="387325"/>
                </a:lnTo>
                <a:lnTo>
                  <a:pt x="14259" y="371837"/>
                </a:lnTo>
                <a:lnTo>
                  <a:pt x="15383" y="356340"/>
                </a:lnTo>
                <a:lnTo>
                  <a:pt x="16354" y="340833"/>
                </a:lnTo>
                <a:lnTo>
                  <a:pt x="17174" y="325317"/>
                </a:lnTo>
                <a:lnTo>
                  <a:pt x="17850" y="309791"/>
                </a:lnTo>
                <a:lnTo>
                  <a:pt x="18374" y="294256"/>
                </a:lnTo>
                <a:lnTo>
                  <a:pt x="18755" y="278730"/>
                </a:lnTo>
                <a:lnTo>
                  <a:pt x="18974" y="263185"/>
                </a:lnTo>
                <a:lnTo>
                  <a:pt x="19050" y="247650"/>
                </a:lnTo>
                <a:lnTo>
                  <a:pt x="18974" y="232115"/>
                </a:lnTo>
                <a:lnTo>
                  <a:pt x="18755" y="216570"/>
                </a:lnTo>
                <a:lnTo>
                  <a:pt x="18374" y="201044"/>
                </a:lnTo>
                <a:lnTo>
                  <a:pt x="17850" y="185509"/>
                </a:lnTo>
                <a:lnTo>
                  <a:pt x="17174" y="169983"/>
                </a:lnTo>
                <a:lnTo>
                  <a:pt x="16354" y="154467"/>
                </a:lnTo>
                <a:lnTo>
                  <a:pt x="15383" y="138960"/>
                </a:lnTo>
                <a:lnTo>
                  <a:pt x="14259" y="123463"/>
                </a:lnTo>
                <a:lnTo>
                  <a:pt x="12992" y="107975"/>
                </a:lnTo>
                <a:lnTo>
                  <a:pt x="11573" y="92497"/>
                </a:lnTo>
                <a:lnTo>
                  <a:pt x="10011" y="77038"/>
                </a:lnTo>
                <a:lnTo>
                  <a:pt x="8296" y="61598"/>
                </a:lnTo>
                <a:lnTo>
                  <a:pt x="6439" y="46168"/>
                </a:lnTo>
                <a:lnTo>
                  <a:pt x="4439" y="30756"/>
                </a:lnTo>
                <a:lnTo>
                  <a:pt x="2296" y="153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28577D">
                <a:alpha val="96000"/>
              </a:srgbClr>
            </a:solidFill>
            <a:prstDash val="solid"/>
          </a:ln>
        </p:spPr>
      </p:sp>
      <p:sp>
        <p:nvSpPr>
          <p:cNvPr id="3" name="radial-joint-halo-1">
            <a:extLst xmlns:a="http://schemas.openxmlformats.org/drawingml/2006/main">
              <a:ext uri="{FF2B5EF4-FFF2-40B4-BE49-F238E27FC236}">
                <a16:creationId xmlns:a16="http://schemas.microsoft.com/office/drawing/2014/main" id="{1D36F90C-1404-492B-B9C0-EA4A7099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2447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5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radial-joint-1">
            <a:extLst xmlns:a="http://schemas.openxmlformats.org/drawingml/2006/main">
              <a:ext uri="{FF2B5EF4-FFF2-40B4-BE49-F238E27FC236}">
                <a16:creationId xmlns:a16="http://schemas.microsoft.com/office/drawing/2014/main" id="{216E3492-54CE-452F-BB12-AC8B2C0A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" name="radial-spoke-2">
            <a:extLst xmlns:a="http://schemas.openxmlformats.org/drawingml/2006/main">
              <a:ext uri="{FF2B5EF4-FFF2-40B4-BE49-F238E27FC236}">
                <a16:creationId xmlns:a16="http://schemas.microsoft.com/office/drawing/2014/main" id="{8810FC7B-EF5C-4086-82F5-2331A27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153" y="2677478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0" y="762000"/>
                </a:moveTo>
                <a:lnTo>
                  <a:pt x="17745" y="755485"/>
                </a:lnTo>
                <a:lnTo>
                  <a:pt x="35471" y="748903"/>
                </a:lnTo>
                <a:lnTo>
                  <a:pt x="53169" y="742245"/>
                </a:lnTo>
                <a:lnTo>
                  <a:pt x="70828" y="735511"/>
                </a:lnTo>
                <a:lnTo>
                  <a:pt x="88468" y="728710"/>
                </a:lnTo>
                <a:lnTo>
                  <a:pt x="106080" y="721824"/>
                </a:lnTo>
                <a:lnTo>
                  <a:pt x="123654" y="714880"/>
                </a:lnTo>
                <a:lnTo>
                  <a:pt x="141208" y="707841"/>
                </a:lnTo>
                <a:lnTo>
                  <a:pt x="158725" y="700745"/>
                </a:lnTo>
                <a:lnTo>
                  <a:pt x="176213" y="693563"/>
                </a:lnTo>
                <a:lnTo>
                  <a:pt x="193672" y="686314"/>
                </a:lnTo>
                <a:lnTo>
                  <a:pt x="211103" y="678980"/>
                </a:lnTo>
                <a:lnTo>
                  <a:pt x="228495" y="671579"/>
                </a:lnTo>
                <a:lnTo>
                  <a:pt x="245859" y="664112"/>
                </a:lnTo>
                <a:lnTo>
                  <a:pt x="263195" y="656558"/>
                </a:lnTo>
                <a:lnTo>
                  <a:pt x="280492" y="648929"/>
                </a:lnTo>
                <a:lnTo>
                  <a:pt x="297761" y="641233"/>
                </a:lnTo>
                <a:lnTo>
                  <a:pt x="314992" y="633460"/>
                </a:lnTo>
                <a:lnTo>
                  <a:pt x="332194" y="625612"/>
                </a:lnTo>
                <a:lnTo>
                  <a:pt x="349358" y="617687"/>
                </a:lnTo>
                <a:lnTo>
                  <a:pt x="366493" y="609695"/>
                </a:lnTo>
                <a:lnTo>
                  <a:pt x="383581" y="601628"/>
                </a:lnTo>
                <a:lnTo>
                  <a:pt x="400650" y="593484"/>
                </a:lnTo>
                <a:lnTo>
                  <a:pt x="417671" y="585264"/>
                </a:lnTo>
                <a:lnTo>
                  <a:pt x="434664" y="576977"/>
                </a:lnTo>
                <a:lnTo>
                  <a:pt x="451618" y="568614"/>
                </a:lnTo>
                <a:lnTo>
                  <a:pt x="468535" y="560165"/>
                </a:lnTo>
                <a:lnTo>
                  <a:pt x="485413" y="551659"/>
                </a:lnTo>
                <a:lnTo>
                  <a:pt x="502253" y="543077"/>
                </a:lnTo>
                <a:lnTo>
                  <a:pt x="519065" y="534410"/>
                </a:lnTo>
                <a:lnTo>
                  <a:pt x="535829" y="525685"/>
                </a:lnTo>
                <a:lnTo>
                  <a:pt x="552555" y="516874"/>
                </a:lnTo>
                <a:lnTo>
                  <a:pt x="569252" y="507997"/>
                </a:lnTo>
                <a:lnTo>
                  <a:pt x="585902" y="499053"/>
                </a:lnTo>
                <a:lnTo>
                  <a:pt x="602513" y="490023"/>
                </a:lnTo>
                <a:lnTo>
                  <a:pt x="619087" y="480927"/>
                </a:lnTo>
                <a:lnTo>
                  <a:pt x="635622" y="471764"/>
                </a:lnTo>
                <a:lnTo>
                  <a:pt x="652120" y="462524"/>
                </a:lnTo>
                <a:lnTo>
                  <a:pt x="668569" y="453209"/>
                </a:lnTo>
                <a:lnTo>
                  <a:pt x="684981" y="443827"/>
                </a:lnTo>
                <a:lnTo>
                  <a:pt x="701354" y="434369"/>
                </a:lnTo>
                <a:lnTo>
                  <a:pt x="717680" y="424844"/>
                </a:lnTo>
                <a:lnTo>
                  <a:pt x="733968" y="415242"/>
                </a:lnTo>
                <a:lnTo>
                  <a:pt x="750208" y="405575"/>
                </a:lnTo>
                <a:lnTo>
                  <a:pt x="766410" y="395830"/>
                </a:lnTo>
                <a:lnTo>
                  <a:pt x="782574" y="386020"/>
                </a:lnTo>
                <a:lnTo>
                  <a:pt x="798690" y="376142"/>
                </a:lnTo>
                <a:lnTo>
                  <a:pt x="814769" y="366189"/>
                </a:lnTo>
                <a:lnTo>
                  <a:pt x="830790" y="356168"/>
                </a:lnTo>
                <a:lnTo>
                  <a:pt x="846782" y="346072"/>
                </a:lnTo>
                <a:lnTo>
                  <a:pt x="862717" y="335909"/>
                </a:lnTo>
                <a:lnTo>
                  <a:pt x="878615" y="325679"/>
                </a:lnTo>
                <a:lnTo>
                  <a:pt x="894474" y="315382"/>
                </a:lnTo>
                <a:lnTo>
                  <a:pt x="910276" y="305010"/>
                </a:lnTo>
                <a:lnTo>
                  <a:pt x="926040" y="294580"/>
                </a:lnTo>
                <a:lnTo>
                  <a:pt x="941756" y="284064"/>
                </a:lnTo>
                <a:lnTo>
                  <a:pt x="957434" y="273491"/>
                </a:lnTo>
                <a:lnTo>
                  <a:pt x="973055" y="262852"/>
                </a:lnTo>
                <a:lnTo>
                  <a:pt x="988628" y="252136"/>
                </a:lnTo>
                <a:lnTo>
                  <a:pt x="1004164" y="241364"/>
                </a:lnTo>
                <a:lnTo>
                  <a:pt x="1019651" y="230515"/>
                </a:lnTo>
                <a:lnTo>
                  <a:pt x="1035091" y="219608"/>
                </a:lnTo>
                <a:lnTo>
                  <a:pt x="1050484" y="208626"/>
                </a:lnTo>
                <a:lnTo>
                  <a:pt x="1065828" y="197587"/>
                </a:lnTo>
                <a:lnTo>
                  <a:pt x="1081126" y="186480"/>
                </a:lnTo>
                <a:lnTo>
                  <a:pt x="1096366" y="175298"/>
                </a:lnTo>
                <a:lnTo>
                  <a:pt x="1111568" y="164059"/>
                </a:lnTo>
                <a:lnTo>
                  <a:pt x="1126722" y="152752"/>
                </a:lnTo>
                <a:lnTo>
                  <a:pt x="1141828" y="141380"/>
                </a:lnTo>
                <a:lnTo>
                  <a:pt x="1156878" y="129950"/>
                </a:lnTo>
                <a:lnTo>
                  <a:pt x="1171889" y="118443"/>
                </a:lnTo>
                <a:lnTo>
                  <a:pt x="1186844" y="106890"/>
                </a:lnTo>
                <a:lnTo>
                  <a:pt x="1201750" y="95260"/>
                </a:lnTo>
                <a:lnTo>
                  <a:pt x="1216609" y="83572"/>
                </a:lnTo>
                <a:lnTo>
                  <a:pt x="1231411" y="71819"/>
                </a:lnTo>
                <a:lnTo>
                  <a:pt x="1246175" y="59998"/>
                </a:lnTo>
                <a:lnTo>
                  <a:pt x="1260881" y="48120"/>
                </a:lnTo>
                <a:lnTo>
                  <a:pt x="1275540" y="36185"/>
                </a:lnTo>
                <a:lnTo>
                  <a:pt x="1290152" y="24184"/>
                </a:lnTo>
                <a:lnTo>
                  <a:pt x="1304706" y="12116"/>
                </a:lnTo>
                <a:lnTo>
                  <a:pt x="1319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35688F">
                <a:alpha val="96000"/>
              </a:srgbClr>
            </a:solidFill>
            <a:prstDash val="solid"/>
          </a:ln>
        </p:spPr>
      </p:sp>
      <p:sp>
        <p:nvSpPr>
          <p:cNvPr id="6" name="radial-joint-halo-2">
            <a:extLst xmlns:a="http://schemas.openxmlformats.org/drawingml/2006/main">
              <a:ext uri="{FF2B5EF4-FFF2-40B4-BE49-F238E27FC236}">
                <a16:creationId xmlns:a16="http://schemas.microsoft.com/office/drawing/2014/main" id="{F5829AF8-0FB2-4974-A8E6-DDB296B2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390" y="249650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radial-joint-2">
            <a:extLst xmlns:a="http://schemas.openxmlformats.org/drawingml/2006/main">
              <a:ext uri="{FF2B5EF4-FFF2-40B4-BE49-F238E27FC236}">
                <a16:creationId xmlns:a16="http://schemas.microsoft.com/office/drawing/2014/main" id="{7FE18ED7-2C76-4610-BC42-8C266B6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0540" y="255365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88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" name="radial-spoke-3">
            <a:extLst xmlns:a="http://schemas.openxmlformats.org/drawingml/2006/main">
              <a:ext uri="{FF2B5EF4-FFF2-40B4-BE49-F238E27FC236}">
                <a16:creationId xmlns:a16="http://schemas.microsoft.com/office/drawing/2014/main" id="{198C3477-5678-4894-969F-B4000F72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153" y="4409123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0" y="0"/>
                </a:moveTo>
                <a:lnTo>
                  <a:pt x="14526" y="12097"/>
                </a:lnTo>
                <a:lnTo>
                  <a:pt x="29099" y="24136"/>
                </a:lnTo>
                <a:lnTo>
                  <a:pt x="43729" y="36109"/>
                </a:lnTo>
                <a:lnTo>
                  <a:pt x="58407" y="48025"/>
                </a:lnTo>
                <a:lnTo>
                  <a:pt x="73133" y="59874"/>
                </a:lnTo>
                <a:lnTo>
                  <a:pt x="87906" y="71666"/>
                </a:lnTo>
                <a:lnTo>
                  <a:pt x="102727" y="83401"/>
                </a:lnTo>
                <a:lnTo>
                  <a:pt x="117605" y="95069"/>
                </a:lnTo>
                <a:lnTo>
                  <a:pt x="132521" y="106670"/>
                </a:lnTo>
                <a:lnTo>
                  <a:pt x="147495" y="118215"/>
                </a:lnTo>
                <a:lnTo>
                  <a:pt x="162516" y="129692"/>
                </a:lnTo>
                <a:lnTo>
                  <a:pt x="177575" y="141113"/>
                </a:lnTo>
                <a:lnTo>
                  <a:pt x="192691" y="152457"/>
                </a:lnTo>
                <a:lnTo>
                  <a:pt x="207855" y="163744"/>
                </a:lnTo>
                <a:lnTo>
                  <a:pt x="223066" y="174965"/>
                </a:lnTo>
                <a:lnTo>
                  <a:pt x="238325" y="186128"/>
                </a:lnTo>
                <a:lnTo>
                  <a:pt x="253632" y="197225"/>
                </a:lnTo>
                <a:lnTo>
                  <a:pt x="268986" y="208245"/>
                </a:lnTo>
                <a:lnTo>
                  <a:pt x="284388" y="219208"/>
                </a:lnTo>
                <a:lnTo>
                  <a:pt x="299837" y="230105"/>
                </a:lnTo>
                <a:lnTo>
                  <a:pt x="315325" y="240944"/>
                </a:lnTo>
                <a:lnTo>
                  <a:pt x="330870" y="251698"/>
                </a:lnTo>
                <a:lnTo>
                  <a:pt x="346453" y="262404"/>
                </a:lnTo>
                <a:lnTo>
                  <a:pt x="362083" y="273034"/>
                </a:lnTo>
                <a:lnTo>
                  <a:pt x="377761" y="283597"/>
                </a:lnTo>
                <a:lnTo>
                  <a:pt x="393478" y="294094"/>
                </a:lnTo>
                <a:lnTo>
                  <a:pt x="409251" y="304514"/>
                </a:lnTo>
                <a:lnTo>
                  <a:pt x="425053" y="314877"/>
                </a:lnTo>
                <a:lnTo>
                  <a:pt x="440912" y="325164"/>
                </a:lnTo>
                <a:lnTo>
                  <a:pt x="456819" y="335394"/>
                </a:lnTo>
                <a:lnTo>
                  <a:pt x="472754" y="345548"/>
                </a:lnTo>
                <a:lnTo>
                  <a:pt x="488747" y="355625"/>
                </a:lnTo>
                <a:lnTo>
                  <a:pt x="504777" y="365646"/>
                </a:lnTo>
                <a:lnTo>
                  <a:pt x="520856" y="375590"/>
                </a:lnTo>
                <a:lnTo>
                  <a:pt x="536972" y="385467"/>
                </a:lnTo>
                <a:lnTo>
                  <a:pt x="553126" y="395278"/>
                </a:lnTo>
                <a:lnTo>
                  <a:pt x="569328" y="405013"/>
                </a:lnTo>
                <a:lnTo>
                  <a:pt x="585578" y="414690"/>
                </a:lnTo>
                <a:lnTo>
                  <a:pt x="601866" y="424282"/>
                </a:lnTo>
                <a:lnTo>
                  <a:pt x="618192" y="433807"/>
                </a:lnTo>
                <a:lnTo>
                  <a:pt x="634556" y="443265"/>
                </a:lnTo>
                <a:lnTo>
                  <a:pt x="650967" y="452647"/>
                </a:lnTo>
                <a:lnTo>
                  <a:pt x="667417" y="461963"/>
                </a:lnTo>
                <a:lnTo>
                  <a:pt x="683905" y="471202"/>
                </a:lnTo>
                <a:lnTo>
                  <a:pt x="700440" y="480374"/>
                </a:lnTo>
                <a:lnTo>
                  <a:pt x="717004" y="489471"/>
                </a:lnTo>
                <a:lnTo>
                  <a:pt x="733616" y="498500"/>
                </a:lnTo>
                <a:lnTo>
                  <a:pt x="750265" y="507454"/>
                </a:lnTo>
                <a:lnTo>
                  <a:pt x="766953" y="516341"/>
                </a:lnTo>
                <a:lnTo>
                  <a:pt x="783669" y="525151"/>
                </a:lnTo>
                <a:lnTo>
                  <a:pt x="800433" y="533886"/>
                </a:lnTo>
                <a:lnTo>
                  <a:pt x="817235" y="542554"/>
                </a:lnTo>
                <a:lnTo>
                  <a:pt x="834076" y="551145"/>
                </a:lnTo>
                <a:lnTo>
                  <a:pt x="850944" y="559670"/>
                </a:lnTo>
                <a:lnTo>
                  <a:pt x="867851" y="568119"/>
                </a:lnTo>
                <a:lnTo>
                  <a:pt x="884806" y="576491"/>
                </a:lnTo>
                <a:lnTo>
                  <a:pt x="901789" y="584797"/>
                </a:lnTo>
                <a:lnTo>
                  <a:pt x="918801" y="593027"/>
                </a:lnTo>
                <a:lnTo>
                  <a:pt x="935860" y="601180"/>
                </a:lnTo>
                <a:lnTo>
                  <a:pt x="952948" y="609267"/>
                </a:lnTo>
                <a:lnTo>
                  <a:pt x="970064" y="617268"/>
                </a:lnTo>
                <a:lnTo>
                  <a:pt x="987219" y="625211"/>
                </a:lnTo>
                <a:lnTo>
                  <a:pt x="1004411" y="633070"/>
                </a:lnTo>
                <a:lnTo>
                  <a:pt x="1021642" y="640861"/>
                </a:lnTo>
                <a:lnTo>
                  <a:pt x="1038892" y="648576"/>
                </a:lnTo>
                <a:lnTo>
                  <a:pt x="1056189" y="656215"/>
                </a:lnTo>
                <a:lnTo>
                  <a:pt x="1073506" y="663788"/>
                </a:lnTo>
                <a:lnTo>
                  <a:pt x="1090860" y="671274"/>
                </a:lnTo>
                <a:lnTo>
                  <a:pt x="1108243" y="678704"/>
                </a:lnTo>
                <a:lnTo>
                  <a:pt x="1125665" y="686048"/>
                </a:lnTo>
                <a:lnTo>
                  <a:pt x="1143114" y="693315"/>
                </a:lnTo>
                <a:lnTo>
                  <a:pt x="1160593" y="700526"/>
                </a:lnTo>
                <a:lnTo>
                  <a:pt x="1178100" y="707641"/>
                </a:lnTo>
                <a:lnTo>
                  <a:pt x="1195635" y="714699"/>
                </a:lnTo>
                <a:lnTo>
                  <a:pt x="1213209" y="721671"/>
                </a:lnTo>
                <a:lnTo>
                  <a:pt x="1230801" y="728577"/>
                </a:lnTo>
                <a:lnTo>
                  <a:pt x="1248432" y="735406"/>
                </a:lnTo>
                <a:lnTo>
                  <a:pt x="1266082" y="742169"/>
                </a:lnTo>
                <a:lnTo>
                  <a:pt x="1283770" y="748856"/>
                </a:lnTo>
                <a:lnTo>
                  <a:pt x="1301477" y="755456"/>
                </a:lnTo>
                <a:lnTo>
                  <a:pt x="1319213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477B9F">
                <a:alpha val="96000"/>
              </a:srgbClr>
            </a:solidFill>
            <a:prstDash val="solid"/>
          </a:ln>
        </p:spPr>
      </p:sp>
      <p:sp>
        <p:nvSpPr>
          <p:cNvPr id="9" name="radial-joint-halo-3">
            <a:extLst xmlns:a="http://schemas.openxmlformats.org/drawingml/2006/main">
              <a:ext uri="{FF2B5EF4-FFF2-40B4-BE49-F238E27FC236}">
                <a16:creationId xmlns:a16="http://schemas.microsoft.com/office/drawing/2014/main" id="{46F77F07-3BB4-4114-BBFB-68169A7F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390" y="499014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radial-joint-3">
            <a:extLst xmlns:a="http://schemas.openxmlformats.org/drawingml/2006/main">
              <a:ext uri="{FF2B5EF4-FFF2-40B4-BE49-F238E27FC236}">
                <a16:creationId xmlns:a16="http://schemas.microsoft.com/office/drawing/2014/main" id="{51553691-07AA-425C-AEA5-E2CDE544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0540" y="504729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B9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1" name="radial-spoke-4">
            <a:extLst xmlns:a="http://schemas.openxmlformats.org/drawingml/2006/main">
              <a:ext uri="{FF2B5EF4-FFF2-40B4-BE49-F238E27FC236}">
                <a16:creationId xmlns:a16="http://schemas.microsoft.com/office/drawing/2014/main" id="{63A87C82-F8D1-4B68-8465-E3E85717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4724400"/>
            <a:ext cx="19050" cy="495300"/>
          </a:xfrm>
          <a:custGeom xmlns:a="http://schemas.openxmlformats.org/drawingml/2006/main">
            <a:pathLst>
              <a:path w="19050" h="495300">
                <a:moveTo>
                  <a:pt x="19050" y="0"/>
                </a:moveTo>
                <a:lnTo>
                  <a:pt x="16754" y="15373"/>
                </a:lnTo>
                <a:lnTo>
                  <a:pt x="14611" y="30756"/>
                </a:lnTo>
                <a:lnTo>
                  <a:pt x="12611" y="46168"/>
                </a:lnTo>
                <a:lnTo>
                  <a:pt x="10754" y="61598"/>
                </a:lnTo>
                <a:lnTo>
                  <a:pt x="9039" y="77038"/>
                </a:lnTo>
                <a:lnTo>
                  <a:pt x="7477" y="92497"/>
                </a:lnTo>
                <a:lnTo>
                  <a:pt x="6058" y="107975"/>
                </a:lnTo>
                <a:lnTo>
                  <a:pt x="4791" y="123463"/>
                </a:lnTo>
                <a:lnTo>
                  <a:pt x="3667" y="138960"/>
                </a:lnTo>
                <a:lnTo>
                  <a:pt x="2696" y="154467"/>
                </a:lnTo>
                <a:lnTo>
                  <a:pt x="1876" y="169983"/>
                </a:lnTo>
                <a:lnTo>
                  <a:pt x="1200" y="185509"/>
                </a:lnTo>
                <a:lnTo>
                  <a:pt x="676" y="201044"/>
                </a:lnTo>
                <a:lnTo>
                  <a:pt x="295" y="216570"/>
                </a:lnTo>
                <a:lnTo>
                  <a:pt x="76" y="232115"/>
                </a:lnTo>
                <a:lnTo>
                  <a:pt x="0" y="247650"/>
                </a:lnTo>
                <a:lnTo>
                  <a:pt x="76" y="263185"/>
                </a:lnTo>
                <a:lnTo>
                  <a:pt x="295" y="278730"/>
                </a:lnTo>
                <a:lnTo>
                  <a:pt x="676" y="294256"/>
                </a:lnTo>
                <a:lnTo>
                  <a:pt x="1200" y="309791"/>
                </a:lnTo>
                <a:lnTo>
                  <a:pt x="1876" y="325317"/>
                </a:lnTo>
                <a:lnTo>
                  <a:pt x="2696" y="340833"/>
                </a:lnTo>
                <a:lnTo>
                  <a:pt x="3667" y="356340"/>
                </a:lnTo>
                <a:lnTo>
                  <a:pt x="4791" y="371837"/>
                </a:lnTo>
                <a:lnTo>
                  <a:pt x="6058" y="387325"/>
                </a:lnTo>
                <a:lnTo>
                  <a:pt x="7477" y="402803"/>
                </a:lnTo>
                <a:lnTo>
                  <a:pt x="9039" y="418262"/>
                </a:lnTo>
                <a:lnTo>
                  <a:pt x="10754" y="433702"/>
                </a:lnTo>
                <a:lnTo>
                  <a:pt x="12611" y="449132"/>
                </a:lnTo>
                <a:lnTo>
                  <a:pt x="14611" y="464544"/>
                </a:lnTo>
                <a:lnTo>
                  <a:pt x="16754" y="479927"/>
                </a:lnTo>
                <a:lnTo>
                  <a:pt x="1905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5C8DAB">
                <a:alpha val="96000"/>
              </a:srgbClr>
            </a:solidFill>
            <a:prstDash val="solid"/>
          </a:ln>
        </p:spPr>
      </p:sp>
      <p:sp>
        <p:nvSpPr>
          <p:cNvPr id="12" name="radial-joint-halo-4">
            <a:extLst xmlns:a="http://schemas.openxmlformats.org/drawingml/2006/main">
              <a:ext uri="{FF2B5EF4-FFF2-40B4-BE49-F238E27FC236}">
                <a16:creationId xmlns:a16="http://schemas.microsoft.com/office/drawing/2014/main" id="{B8F95EC8-6675-447C-82DA-EE87D74A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5038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radial-joint-4">
            <a:extLst xmlns:a="http://schemas.openxmlformats.org/drawingml/2006/main">
              <a:ext uri="{FF2B5EF4-FFF2-40B4-BE49-F238E27FC236}">
                <a16:creationId xmlns:a16="http://schemas.microsoft.com/office/drawing/2014/main" id="{2EF1FD2A-93D4-4C85-A525-AF95ACC6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5095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DA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4" name="radial-spoke-5">
            <a:extLst xmlns:a="http://schemas.openxmlformats.org/drawingml/2006/main">
              <a:ext uri="{FF2B5EF4-FFF2-40B4-BE49-F238E27FC236}">
                <a16:creationId xmlns:a16="http://schemas.microsoft.com/office/drawing/2014/main" id="{FE6479BB-8ED7-4FD8-B73C-C89DEE4F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35" y="4409123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1319213" y="0"/>
                </a:moveTo>
                <a:lnTo>
                  <a:pt x="1301467" y="6515"/>
                </a:lnTo>
                <a:lnTo>
                  <a:pt x="1283741" y="13097"/>
                </a:lnTo>
                <a:lnTo>
                  <a:pt x="1266044" y="19755"/>
                </a:lnTo>
                <a:lnTo>
                  <a:pt x="1248385" y="26489"/>
                </a:lnTo>
                <a:lnTo>
                  <a:pt x="1230744" y="33290"/>
                </a:lnTo>
                <a:lnTo>
                  <a:pt x="1213133" y="40176"/>
                </a:lnTo>
                <a:lnTo>
                  <a:pt x="1195559" y="47120"/>
                </a:lnTo>
                <a:lnTo>
                  <a:pt x="1178004" y="54159"/>
                </a:lnTo>
                <a:lnTo>
                  <a:pt x="1160488" y="61255"/>
                </a:lnTo>
                <a:lnTo>
                  <a:pt x="1143000" y="68437"/>
                </a:lnTo>
                <a:lnTo>
                  <a:pt x="1125541" y="75695"/>
                </a:lnTo>
                <a:lnTo>
                  <a:pt x="1108110" y="83020"/>
                </a:lnTo>
                <a:lnTo>
                  <a:pt x="1090717" y="90421"/>
                </a:lnTo>
                <a:lnTo>
                  <a:pt x="1073353" y="97888"/>
                </a:lnTo>
                <a:lnTo>
                  <a:pt x="1056018" y="105442"/>
                </a:lnTo>
                <a:lnTo>
                  <a:pt x="1038720" y="113071"/>
                </a:lnTo>
                <a:lnTo>
                  <a:pt x="1021451" y="120767"/>
                </a:lnTo>
                <a:lnTo>
                  <a:pt x="1004221" y="128540"/>
                </a:lnTo>
                <a:lnTo>
                  <a:pt x="987019" y="136388"/>
                </a:lnTo>
                <a:lnTo>
                  <a:pt x="969855" y="144313"/>
                </a:lnTo>
                <a:lnTo>
                  <a:pt x="952719" y="152305"/>
                </a:lnTo>
                <a:lnTo>
                  <a:pt x="935631" y="160372"/>
                </a:lnTo>
                <a:lnTo>
                  <a:pt x="918562" y="168516"/>
                </a:lnTo>
                <a:lnTo>
                  <a:pt x="901541" y="176736"/>
                </a:lnTo>
                <a:lnTo>
                  <a:pt x="884549" y="185033"/>
                </a:lnTo>
                <a:lnTo>
                  <a:pt x="867594" y="193386"/>
                </a:lnTo>
                <a:lnTo>
                  <a:pt x="850678" y="201835"/>
                </a:lnTo>
                <a:lnTo>
                  <a:pt x="833799" y="210341"/>
                </a:lnTo>
                <a:lnTo>
                  <a:pt x="816959" y="218932"/>
                </a:lnTo>
                <a:lnTo>
                  <a:pt x="800148" y="227590"/>
                </a:lnTo>
                <a:lnTo>
                  <a:pt x="783384" y="236315"/>
                </a:lnTo>
                <a:lnTo>
                  <a:pt x="766658" y="245126"/>
                </a:lnTo>
                <a:lnTo>
                  <a:pt x="749960" y="254003"/>
                </a:lnTo>
                <a:lnTo>
                  <a:pt x="733311" y="262957"/>
                </a:lnTo>
                <a:lnTo>
                  <a:pt x="716699" y="271977"/>
                </a:lnTo>
                <a:lnTo>
                  <a:pt x="700126" y="281073"/>
                </a:lnTo>
                <a:lnTo>
                  <a:pt x="683590" y="290236"/>
                </a:lnTo>
                <a:lnTo>
                  <a:pt x="667093" y="299476"/>
                </a:lnTo>
                <a:lnTo>
                  <a:pt x="650643" y="308791"/>
                </a:lnTo>
                <a:lnTo>
                  <a:pt x="634232" y="318173"/>
                </a:lnTo>
                <a:lnTo>
                  <a:pt x="617858" y="327631"/>
                </a:lnTo>
                <a:lnTo>
                  <a:pt x="601532" y="337156"/>
                </a:lnTo>
                <a:lnTo>
                  <a:pt x="585245" y="346758"/>
                </a:lnTo>
                <a:lnTo>
                  <a:pt x="569004" y="356426"/>
                </a:lnTo>
                <a:lnTo>
                  <a:pt x="552802" y="366170"/>
                </a:lnTo>
                <a:lnTo>
                  <a:pt x="536639" y="375980"/>
                </a:lnTo>
                <a:lnTo>
                  <a:pt x="520522" y="385858"/>
                </a:lnTo>
                <a:lnTo>
                  <a:pt x="504444" y="395811"/>
                </a:lnTo>
                <a:lnTo>
                  <a:pt x="488423" y="405832"/>
                </a:lnTo>
                <a:lnTo>
                  <a:pt x="472430" y="415928"/>
                </a:lnTo>
                <a:lnTo>
                  <a:pt x="456495" y="426091"/>
                </a:lnTo>
                <a:lnTo>
                  <a:pt x="440598" y="436321"/>
                </a:lnTo>
                <a:lnTo>
                  <a:pt x="424739" y="446618"/>
                </a:lnTo>
                <a:lnTo>
                  <a:pt x="408937" y="456990"/>
                </a:lnTo>
                <a:lnTo>
                  <a:pt x="393173" y="467420"/>
                </a:lnTo>
                <a:lnTo>
                  <a:pt x="377457" y="477936"/>
                </a:lnTo>
                <a:lnTo>
                  <a:pt x="361779" y="488509"/>
                </a:lnTo>
                <a:lnTo>
                  <a:pt x="346158" y="499148"/>
                </a:lnTo>
                <a:lnTo>
                  <a:pt x="330584" y="509864"/>
                </a:lnTo>
                <a:lnTo>
                  <a:pt x="315049" y="520636"/>
                </a:lnTo>
                <a:lnTo>
                  <a:pt x="299561" y="531485"/>
                </a:lnTo>
                <a:lnTo>
                  <a:pt x="284121" y="542392"/>
                </a:lnTo>
                <a:lnTo>
                  <a:pt x="268729" y="553374"/>
                </a:lnTo>
                <a:lnTo>
                  <a:pt x="253384" y="564413"/>
                </a:lnTo>
                <a:lnTo>
                  <a:pt x="238087" y="575520"/>
                </a:lnTo>
                <a:lnTo>
                  <a:pt x="222847" y="586702"/>
                </a:lnTo>
                <a:lnTo>
                  <a:pt x="207645" y="597941"/>
                </a:lnTo>
                <a:lnTo>
                  <a:pt x="192491" y="609248"/>
                </a:lnTo>
                <a:lnTo>
                  <a:pt x="177384" y="620620"/>
                </a:lnTo>
                <a:lnTo>
                  <a:pt x="162335" y="632050"/>
                </a:lnTo>
                <a:lnTo>
                  <a:pt x="147323" y="643557"/>
                </a:lnTo>
                <a:lnTo>
                  <a:pt x="132369" y="655110"/>
                </a:lnTo>
                <a:lnTo>
                  <a:pt x="117462" y="666740"/>
                </a:lnTo>
                <a:lnTo>
                  <a:pt x="102603" y="678428"/>
                </a:lnTo>
                <a:lnTo>
                  <a:pt x="87801" y="690181"/>
                </a:lnTo>
                <a:lnTo>
                  <a:pt x="73038" y="702002"/>
                </a:lnTo>
                <a:lnTo>
                  <a:pt x="58331" y="713880"/>
                </a:lnTo>
                <a:lnTo>
                  <a:pt x="43672" y="725815"/>
                </a:lnTo>
                <a:lnTo>
                  <a:pt x="29061" y="737816"/>
                </a:lnTo>
                <a:lnTo>
                  <a:pt x="14507" y="749884"/>
                </a:ln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78A3BD">
                <a:alpha val="96000"/>
              </a:srgbClr>
            </a:solidFill>
            <a:prstDash val="solid"/>
          </a:ln>
        </p:spPr>
      </p:sp>
      <p:sp>
        <p:nvSpPr>
          <p:cNvPr id="15" name="radial-joint-halo-5">
            <a:extLst xmlns:a="http://schemas.openxmlformats.org/drawingml/2006/main">
              <a:ext uri="{FF2B5EF4-FFF2-40B4-BE49-F238E27FC236}">
                <a16:creationId xmlns:a16="http://schemas.microsoft.com/office/drawing/2014/main" id="{09484F35-CBE9-4BB5-9E45-136BB41B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6660" y="499014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radial-joint-5">
            <a:extLst xmlns:a="http://schemas.openxmlformats.org/drawingml/2006/main">
              <a:ext uri="{FF2B5EF4-FFF2-40B4-BE49-F238E27FC236}">
                <a16:creationId xmlns:a16="http://schemas.microsoft.com/office/drawing/2014/main" id="{1B1814D7-91A7-4C13-8291-B99EE619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3810" y="504729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3B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7" name="radial-spoke-6">
            <a:extLst xmlns:a="http://schemas.openxmlformats.org/drawingml/2006/main">
              <a:ext uri="{FF2B5EF4-FFF2-40B4-BE49-F238E27FC236}">
                <a16:creationId xmlns:a16="http://schemas.microsoft.com/office/drawing/2014/main" id="{A1F4B178-35FC-4C78-81DD-8EC16666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35" y="2677478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1319213" y="762000"/>
                </a:moveTo>
                <a:lnTo>
                  <a:pt x="1304687" y="749903"/>
                </a:lnTo>
                <a:lnTo>
                  <a:pt x="1290114" y="737864"/>
                </a:lnTo>
                <a:lnTo>
                  <a:pt x="1275483" y="725891"/>
                </a:lnTo>
                <a:lnTo>
                  <a:pt x="1260805" y="713975"/>
                </a:lnTo>
                <a:lnTo>
                  <a:pt x="1246080" y="702126"/>
                </a:lnTo>
                <a:lnTo>
                  <a:pt x="1231306" y="690334"/>
                </a:lnTo>
                <a:lnTo>
                  <a:pt x="1216485" y="678599"/>
                </a:lnTo>
                <a:lnTo>
                  <a:pt x="1201607" y="666941"/>
                </a:lnTo>
                <a:lnTo>
                  <a:pt x="1186691" y="655330"/>
                </a:lnTo>
                <a:lnTo>
                  <a:pt x="1171718" y="643785"/>
                </a:lnTo>
                <a:lnTo>
                  <a:pt x="1156697" y="632308"/>
                </a:lnTo>
                <a:lnTo>
                  <a:pt x="1141638" y="620897"/>
                </a:lnTo>
                <a:lnTo>
                  <a:pt x="1126522" y="609543"/>
                </a:lnTo>
                <a:lnTo>
                  <a:pt x="1111358" y="598256"/>
                </a:lnTo>
                <a:lnTo>
                  <a:pt x="1096147" y="587035"/>
                </a:lnTo>
                <a:lnTo>
                  <a:pt x="1080887" y="575872"/>
                </a:lnTo>
                <a:lnTo>
                  <a:pt x="1065581" y="564775"/>
                </a:lnTo>
                <a:lnTo>
                  <a:pt x="1050227" y="553755"/>
                </a:lnTo>
                <a:lnTo>
                  <a:pt x="1034825" y="542792"/>
                </a:lnTo>
                <a:lnTo>
                  <a:pt x="1019375" y="531895"/>
                </a:lnTo>
                <a:lnTo>
                  <a:pt x="1003887" y="521056"/>
                </a:lnTo>
                <a:lnTo>
                  <a:pt x="988343" y="510302"/>
                </a:lnTo>
                <a:lnTo>
                  <a:pt x="972760" y="499596"/>
                </a:lnTo>
                <a:lnTo>
                  <a:pt x="957129" y="488966"/>
                </a:lnTo>
                <a:lnTo>
                  <a:pt x="941451" y="478412"/>
                </a:lnTo>
                <a:lnTo>
                  <a:pt x="925735" y="467906"/>
                </a:lnTo>
                <a:lnTo>
                  <a:pt x="909961" y="457486"/>
                </a:lnTo>
                <a:lnTo>
                  <a:pt x="894159" y="447123"/>
                </a:lnTo>
                <a:lnTo>
                  <a:pt x="878300" y="436836"/>
                </a:lnTo>
                <a:lnTo>
                  <a:pt x="862394" y="426606"/>
                </a:lnTo>
                <a:lnTo>
                  <a:pt x="846458" y="416452"/>
                </a:lnTo>
                <a:lnTo>
                  <a:pt x="830466" y="406375"/>
                </a:lnTo>
                <a:lnTo>
                  <a:pt x="814435" y="396354"/>
                </a:lnTo>
                <a:lnTo>
                  <a:pt x="798357" y="386410"/>
                </a:lnTo>
                <a:lnTo>
                  <a:pt x="782241" y="376533"/>
                </a:lnTo>
                <a:lnTo>
                  <a:pt x="766086" y="366722"/>
                </a:lnTo>
                <a:lnTo>
                  <a:pt x="749884" y="356987"/>
                </a:lnTo>
                <a:lnTo>
                  <a:pt x="733635" y="347310"/>
                </a:lnTo>
                <a:lnTo>
                  <a:pt x="717347" y="337718"/>
                </a:lnTo>
                <a:lnTo>
                  <a:pt x="701021" y="328193"/>
                </a:lnTo>
                <a:lnTo>
                  <a:pt x="684657" y="318735"/>
                </a:lnTo>
                <a:lnTo>
                  <a:pt x="668245" y="309353"/>
                </a:lnTo>
                <a:lnTo>
                  <a:pt x="651796" y="300038"/>
                </a:lnTo>
                <a:lnTo>
                  <a:pt x="635308" y="290798"/>
                </a:lnTo>
                <a:lnTo>
                  <a:pt x="618773" y="281626"/>
                </a:lnTo>
                <a:lnTo>
                  <a:pt x="602209" y="272529"/>
                </a:lnTo>
                <a:lnTo>
                  <a:pt x="585597" y="263500"/>
                </a:lnTo>
                <a:lnTo>
                  <a:pt x="568947" y="254546"/>
                </a:lnTo>
                <a:lnTo>
                  <a:pt x="552260" y="245659"/>
                </a:lnTo>
                <a:lnTo>
                  <a:pt x="535543" y="236849"/>
                </a:lnTo>
                <a:lnTo>
                  <a:pt x="518779" y="228114"/>
                </a:lnTo>
                <a:lnTo>
                  <a:pt x="501977" y="219446"/>
                </a:lnTo>
                <a:lnTo>
                  <a:pt x="485137" y="210855"/>
                </a:lnTo>
                <a:lnTo>
                  <a:pt x="468268" y="202330"/>
                </a:lnTo>
                <a:lnTo>
                  <a:pt x="451361" y="193881"/>
                </a:lnTo>
                <a:lnTo>
                  <a:pt x="434407" y="185509"/>
                </a:lnTo>
                <a:lnTo>
                  <a:pt x="417424" y="177203"/>
                </a:lnTo>
                <a:lnTo>
                  <a:pt x="400412" y="168973"/>
                </a:lnTo>
                <a:lnTo>
                  <a:pt x="383353" y="160820"/>
                </a:lnTo>
                <a:lnTo>
                  <a:pt x="366265" y="152733"/>
                </a:lnTo>
                <a:lnTo>
                  <a:pt x="349148" y="144732"/>
                </a:lnTo>
                <a:lnTo>
                  <a:pt x="331984" y="136789"/>
                </a:lnTo>
                <a:lnTo>
                  <a:pt x="314801" y="128930"/>
                </a:lnTo>
                <a:lnTo>
                  <a:pt x="297571" y="121139"/>
                </a:lnTo>
                <a:lnTo>
                  <a:pt x="280321" y="113424"/>
                </a:lnTo>
                <a:lnTo>
                  <a:pt x="263023" y="105785"/>
                </a:lnTo>
                <a:lnTo>
                  <a:pt x="245707" y="98212"/>
                </a:lnTo>
                <a:lnTo>
                  <a:pt x="228352" y="90726"/>
                </a:lnTo>
                <a:lnTo>
                  <a:pt x="210969" y="83296"/>
                </a:lnTo>
                <a:lnTo>
                  <a:pt x="193548" y="75952"/>
                </a:lnTo>
                <a:lnTo>
                  <a:pt x="176098" y="68685"/>
                </a:lnTo>
                <a:lnTo>
                  <a:pt x="158620" y="61484"/>
                </a:lnTo>
                <a:lnTo>
                  <a:pt x="141113" y="54359"/>
                </a:lnTo>
                <a:lnTo>
                  <a:pt x="123577" y="47301"/>
                </a:lnTo>
                <a:lnTo>
                  <a:pt x="106004" y="40329"/>
                </a:lnTo>
                <a:lnTo>
                  <a:pt x="88411" y="33423"/>
                </a:lnTo>
                <a:lnTo>
                  <a:pt x="70780" y="26594"/>
                </a:lnTo>
                <a:lnTo>
                  <a:pt x="53130" y="19831"/>
                </a:lnTo>
                <a:lnTo>
                  <a:pt x="35443" y="13144"/>
                </a:lnTo>
                <a:lnTo>
                  <a:pt x="17736" y="65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9AB9CB">
                <a:alpha val="96000"/>
              </a:srgbClr>
            </a:solidFill>
            <a:prstDash val="solid"/>
          </a:ln>
        </p:spPr>
      </p:sp>
      <p:sp>
        <p:nvSpPr>
          <p:cNvPr id="18" name="radial-joint-halo-6">
            <a:extLst xmlns:a="http://schemas.openxmlformats.org/drawingml/2006/main">
              <a:ext uri="{FF2B5EF4-FFF2-40B4-BE49-F238E27FC236}">
                <a16:creationId xmlns:a16="http://schemas.microsoft.com/office/drawing/2014/main" id="{8DD63803-1ACB-4737-9755-5724D4D4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6660" y="249650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radial-joint-6">
            <a:extLst xmlns:a="http://schemas.openxmlformats.org/drawingml/2006/main">
              <a:ext uri="{FF2B5EF4-FFF2-40B4-BE49-F238E27FC236}">
                <a16:creationId xmlns:a16="http://schemas.microsoft.com/office/drawing/2014/main" id="{71F45E16-A950-40BB-822F-FB720C7A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3810" y="255365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9C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0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739BBCBF-CB69-4F1F-A9CC-AFAC24A8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4"/>
          </a:solidFill>
          <a:ln xmlns:a="http://schemas.openxmlformats.org/drawingml/2006/main" w="9525">
            <a:solidFill>
              <a:srgbClr val="D0E0E9"/>
            </a:solidFill>
            <a:prstDash val="solid"/>
          </a:ln>
        </p:spPr>
      </p:sp>
      <p:sp>
        <p:nvSpPr>
          <p:cNvPr id="21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FB798BF1-F62E-4997-B832-FE71AA5F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B6C7"/>
            </a:solidFill>
            <a:prstDash val="solid"/>
          </a:ln>
        </p:spPr>
      </p:sp>
      <p:sp>
        <p:nvSpPr>
          <p:cNvPr id="22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B97A1F3D-2592-4FFB-9FB6-AA27DC6C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596A92D0-6524-4E4B-A299-0B7788DA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587353"/>
            <a:ext cx="1562100" cy="235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响应式引擎</a:t>
            </a:r>
          </a:p>
        </p:txBody>
      </p:sp>
      <p:sp>
        <p:nvSpPr>
          <p:cNvPr id="24" name="radial-center-body">
            <a:extLst xmlns:a="http://schemas.openxmlformats.org/drawingml/2006/main">
              <a:ext uri="{FF2B5EF4-FFF2-40B4-BE49-F238E27FC236}">
                <a16:creationId xmlns:a16="http://schemas.microsoft.com/office/drawing/2014/main" id="{8CFF2E70-50BA-4613-9784-DEC8A89D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880094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rPr>
              <a:t>统一求解结构、容量与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 i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rPr>
              <a:t>内容边界</a:t>
            </a:r>
          </a:p>
        </p:txBody>
      </p:sp>
      <p:sp>
        <p:nvSpPr>
          <p:cNvPr id="25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19DBD38D-BE5C-4588-B678-892F5AF3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9C900709-FCB7-4BBA-80BD-A77D5F6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EB80AFEC-F286-488C-BA9A-58D3CF3B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adial-node-surface-4">
            <a:extLst xmlns:a="http://schemas.openxmlformats.org/drawingml/2006/main">
              <a:ext uri="{FF2B5EF4-FFF2-40B4-BE49-F238E27FC236}">
                <a16:creationId xmlns:a16="http://schemas.microsoft.com/office/drawing/2014/main" id="{F6494C43-570A-4163-9367-E42C92AE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adial-node-surface-5">
            <a:extLst xmlns:a="http://schemas.openxmlformats.org/drawingml/2006/main">
              <a:ext uri="{FF2B5EF4-FFF2-40B4-BE49-F238E27FC236}">
                <a16:creationId xmlns:a16="http://schemas.microsoft.com/office/drawing/2014/main" id="{41C0060D-0396-41ED-81B1-145BBF0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adial-node-surface-6">
            <a:extLst xmlns:a="http://schemas.openxmlformats.org/drawingml/2006/main">
              <a:ext uri="{FF2B5EF4-FFF2-40B4-BE49-F238E27FC236}">
                <a16:creationId xmlns:a16="http://schemas.microsoft.com/office/drawing/2014/main" id="{C9A4043B-4E6B-428A-92E8-81C9F10B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8CEB7C4D-9E20-47C8-895C-CC7122C9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63E85C14-09B0-45F0-B03F-44A19E46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718E7D68-97C9-42D7-9B44-02F93ADC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adial-node-accent-4">
            <a:extLst xmlns:a="http://schemas.openxmlformats.org/drawingml/2006/main">
              <a:ext uri="{FF2B5EF4-FFF2-40B4-BE49-F238E27FC236}">
                <a16:creationId xmlns:a16="http://schemas.microsoft.com/office/drawing/2014/main" id="{5BBB9116-4FC8-499F-9BB9-31CFF6D1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D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adial-node-accent-5">
            <a:extLst xmlns:a="http://schemas.openxmlformats.org/drawingml/2006/main">
              <a:ext uri="{FF2B5EF4-FFF2-40B4-BE49-F238E27FC236}">
                <a16:creationId xmlns:a16="http://schemas.microsoft.com/office/drawing/2014/main" id="{E7CD07D2-6431-4ADF-AE93-3A133598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adial-node-accent-6">
            <a:extLst xmlns:a="http://schemas.openxmlformats.org/drawingml/2006/main">
              <a:ext uri="{FF2B5EF4-FFF2-40B4-BE49-F238E27FC236}">
                <a16:creationId xmlns:a16="http://schemas.microsoft.com/office/drawing/2014/main" id="{BBB40B21-EFE1-4AC5-A136-09BD0CCC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901A2025-48F9-4929-8EF7-165011E9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939233"/>
            <a:ext cx="23050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285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8577D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38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D3C163EC-8013-4F72-8005-1792471C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2199084"/>
            <a:ext cx="23050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减少随机排版与结构误用</a:t>
            </a:r>
          </a:p>
        </p:txBody>
      </p:sp>
      <p:sp>
        <p:nvSpPr>
          <p:cNvPr id="39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EA5BEEF8-C3FC-448B-A99E-26F3F900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454478"/>
            <a:ext cx="22098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rPr>
              <a:t>原生可编</a:t>
            </a:r>
          </a:p>
        </p:txBody>
      </p:sp>
      <p:sp>
        <p:nvSpPr>
          <p:cNvPr id="40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123D9510-F3EF-4309-BC83-0B99ED3F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714330"/>
            <a:ext cx="22098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形状和文字均可继续编辑</a:t>
            </a:r>
          </a:p>
        </p:txBody>
      </p:sp>
      <p:sp>
        <p:nvSpPr>
          <p:cNvPr id="41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BD414E02-D27B-4B93-87F3-8527E8C9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948085"/>
            <a:ext cx="22098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477B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77B9F"/>
                </a:solidFill>
                <a:latin typeface="Microsoft YaHei"/>
                <a:ea typeface="Microsoft YaHei"/>
                <a:cs typeface="Microsoft YaHei"/>
              </a:rPr>
              <a:t>生成高效</a:t>
            </a:r>
          </a:p>
        </p:txBody>
      </p:sp>
      <p:sp>
        <p:nvSpPr>
          <p:cNvPr id="42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1F34922F-C3CE-474D-A66C-1BF7B44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5207946"/>
            <a:ext cx="22098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运行期只做选择与参数填写</a:t>
            </a:r>
          </a:p>
        </p:txBody>
      </p:sp>
      <p:sp>
        <p:nvSpPr>
          <p:cNvPr id="43" name="radial-node-3-title">
            <a:extLst xmlns:a="http://schemas.openxmlformats.org/drawingml/2006/main">
              <a:ext uri="{FF2B5EF4-FFF2-40B4-BE49-F238E27FC236}">
                <a16:creationId xmlns:a16="http://schemas.microsoft.com/office/drawing/2014/main" id="{6DF1D3B6-DC17-40CA-997C-D4820D5F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539683"/>
            <a:ext cx="23050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5C8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C8DAB"/>
                </a:solidFill>
                <a:latin typeface="Microsoft YaHei"/>
                <a:ea typeface="Microsoft YaHei"/>
                <a:cs typeface="Microsoft YaHei"/>
              </a:rPr>
              <a:t>数量适配</a:t>
            </a:r>
          </a:p>
        </p:txBody>
      </p:sp>
      <p:sp>
        <p:nvSpPr>
          <p:cNvPr id="44" name="radial-node-3-body">
            <a:extLst xmlns:a="http://schemas.openxmlformats.org/drawingml/2006/main">
              <a:ext uri="{FF2B5EF4-FFF2-40B4-BE49-F238E27FC236}">
                <a16:creationId xmlns:a16="http://schemas.microsoft.com/office/drawing/2014/main" id="{5C23D719-9A0A-461D-8ADE-52F4CF91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799534"/>
            <a:ext cx="23050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按真实内容重新求解布局</a:t>
            </a:r>
          </a:p>
        </p:txBody>
      </p:sp>
      <p:sp>
        <p:nvSpPr>
          <p:cNvPr id="45" name="radial-node-4-title">
            <a:extLst xmlns:a="http://schemas.openxmlformats.org/drawingml/2006/main">
              <a:ext uri="{FF2B5EF4-FFF2-40B4-BE49-F238E27FC236}">
                <a16:creationId xmlns:a16="http://schemas.microsoft.com/office/drawing/2014/main" id="{D9A96F7D-8BAF-49C1-953F-B0A95F05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948085"/>
            <a:ext cx="22098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78A3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78A3BD"/>
                </a:solidFill>
                <a:latin typeface="Microsoft YaHei"/>
                <a:ea typeface="Microsoft YaHei"/>
                <a:cs typeface="Microsoft YaHei"/>
              </a:rPr>
              <a:t>风格一致</a:t>
            </a:r>
          </a:p>
        </p:txBody>
      </p:sp>
      <p:sp>
        <p:nvSpPr>
          <p:cNvPr id="46" name="radial-node-4-body">
            <a:extLst xmlns:a="http://schemas.openxmlformats.org/drawingml/2006/main">
              <a:ext uri="{FF2B5EF4-FFF2-40B4-BE49-F238E27FC236}">
                <a16:creationId xmlns:a16="http://schemas.microsoft.com/office/drawing/2014/main" id="{50DA0F65-D72F-47F9-A966-BD251F22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5207946"/>
            <a:ext cx="22098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共享同一 Shell 与视觉语言</a:t>
            </a:r>
          </a:p>
        </p:txBody>
      </p:sp>
      <p:sp>
        <p:nvSpPr>
          <p:cNvPr id="47" name="radial-node-5-title">
            <a:extLst xmlns:a="http://schemas.openxmlformats.org/drawingml/2006/main">
              <a:ext uri="{FF2B5EF4-FFF2-40B4-BE49-F238E27FC236}">
                <a16:creationId xmlns:a16="http://schemas.microsoft.com/office/drawing/2014/main" id="{8F69B674-468F-4391-99ED-074E2DC8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2454478"/>
            <a:ext cx="22098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9A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9AB9CB"/>
                </a:solidFill>
                <a:latin typeface="Microsoft YaHei"/>
                <a:ea typeface="Microsoft YaHei"/>
                <a:cs typeface="Microsoft YaHei"/>
              </a:rPr>
              <a:t>过程可审</a:t>
            </a:r>
          </a:p>
        </p:txBody>
      </p:sp>
      <p:sp>
        <p:nvSpPr>
          <p:cNvPr id="48" name="radial-node-5-body">
            <a:extLst xmlns:a="http://schemas.openxmlformats.org/drawingml/2006/main">
              <a:ext uri="{FF2B5EF4-FFF2-40B4-BE49-F238E27FC236}">
                <a16:creationId xmlns:a16="http://schemas.microsoft.com/office/drawing/2014/main" id="{6FDB722F-B8D6-43F6-A1C7-3E5EAA57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2714330"/>
            <a:ext cx="22098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来源、组件和结果统一查看</a:t>
            </a:r>
          </a:p>
        </p:txBody>
      </p:sp>
    </p:spTree>
    <p:extLst>
      <p:ext uri="{BB962C8B-B14F-4D97-AF65-F5344CB8AC3E}">
        <p14:creationId xmlns:p14="http://schemas.microsoft.com/office/powerpoint/2010/main" val="117843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2026-08-26T07:03:08.6000000Z</dcterms:created>
  <dcterms:modified xsi:type="dcterms:W3CDTF">2026-08-26T07:03:08.6000000Z</dcterms:modified>
</coreProperties>
</file>