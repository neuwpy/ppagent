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3f053c4d584996" /><Relationship Type="http://schemas.openxmlformats.org/officeDocument/2006/relationships/extended-properties" Target="/docProps/app.xml" Id="Ra4858a67add6408b" /><Relationship Type="http://schemas.openxmlformats.org/officeDocument/2006/relationships/officeDocument" Target="/ppt/presentation.xml" Id="R2a4160ce190f45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b3daf99ac40ef"/>
  </p:sldMasterIdLst>
  <p:notesMasterIdLst>
    <p:notesMasterId xmlns:r="http://schemas.openxmlformats.org/officeDocument/2006/relationships" r:id="Rf3e2010b10c44a43"/>
  </p:notesMasterIdLst>
  <p:sldIdLst>
    <p:sldId xmlns:r="http://schemas.openxmlformats.org/officeDocument/2006/relationships" id="256" r:id="R595813b1238041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e5be76bc643bb" /><Relationship Type="http://schemas.openxmlformats.org/officeDocument/2006/relationships/slideMaster" Target="/ppt/slideMasters/slideMaster1.xml" Id="Re57b3daf99ac40ef" /><Relationship Type="http://schemas.openxmlformats.org/officeDocument/2006/relationships/notesMaster" Target="/ppt/notesMasters/notesMaster1.xml" Id="Rf3e2010b10c44a43" /><Relationship Type="http://schemas.openxmlformats.org/officeDocument/2006/relationships/presProps" Target="/ppt/presProps.xml" Id="R11d1403416744f73" /><Relationship Type="http://schemas.openxmlformats.org/officeDocument/2006/relationships/tableStyles" Target="/ppt/tableStyles.xml" Id="R60914d42852446c6" /><Relationship Type="http://schemas.openxmlformats.org/officeDocument/2006/relationships/slide" Target="/ppt/slides/slide1.xml" Id="R595813b12380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c36173c21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cf330ab664b52" /><Relationship Type="http://schemas.openxmlformats.org/officeDocument/2006/relationships/notesMaster" Target="/ppt/notesMasters/notesMaster1.xml" Id="R98a84e55191348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d7fc141c84f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f26f439c5d4ef0" /><Relationship Type="http://schemas.openxmlformats.org/officeDocument/2006/relationships/slideLayout" Target="/ppt/slideLayouts/slideLayout1.xml" Id="Rf241b4f32ec440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1b4f32ec440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42053fac54218" /><Relationship Type="http://schemas.openxmlformats.org/officeDocument/2006/relationships/notesSlide" Target="/ppt/notesSlides/notesSlide1.xml" Id="R0bbd34cd228640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cology-secondary-orbit-back">
            <a:extLst xmlns:a="http://schemas.openxmlformats.org/drawingml/2006/main">
              <a:ext uri="{FF2B5EF4-FFF2-40B4-BE49-F238E27FC236}">
                <a16:creationId xmlns:a16="http://schemas.microsoft.com/office/drawing/2014/main" id="{665C928D-0D37-43D9-B0FD-C8CA4DDB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6223" y="2368048"/>
            <a:ext cx="7857887" cy="1900104"/>
          </a:xfrm>
          <a:custGeom xmlns:a="http://schemas.openxmlformats.org/drawingml/2006/main">
            <a:pathLst>
              <a:path w="7857887" h="1900104">
                <a:moveTo>
                  <a:pt x="1667" y="1900104"/>
                </a:moveTo>
                <a:lnTo>
                  <a:pt x="838" y="1862557"/>
                </a:lnTo>
                <a:lnTo>
                  <a:pt x="0" y="1825019"/>
                </a:lnTo>
                <a:lnTo>
                  <a:pt x="3286" y="1787700"/>
                </a:lnTo>
                <a:lnTo>
                  <a:pt x="8192" y="1750466"/>
                </a:lnTo>
                <a:lnTo>
                  <a:pt x="15059" y="1713624"/>
                </a:lnTo>
                <a:lnTo>
                  <a:pt x="25013" y="1677419"/>
                </a:lnTo>
                <a:lnTo>
                  <a:pt x="34957" y="1641205"/>
                </a:lnTo>
                <a:lnTo>
                  <a:pt x="48949" y="1606353"/>
                </a:lnTo>
                <a:lnTo>
                  <a:pt x="62960" y="1571511"/>
                </a:lnTo>
                <a:lnTo>
                  <a:pt x="78857" y="1537554"/>
                </a:lnTo>
                <a:lnTo>
                  <a:pt x="96793" y="1504559"/>
                </a:lnTo>
                <a:lnTo>
                  <a:pt x="114719" y="1471565"/>
                </a:lnTo>
                <a:lnTo>
                  <a:pt x="135493" y="1440313"/>
                </a:lnTo>
                <a:lnTo>
                  <a:pt x="156867" y="1409443"/>
                </a:lnTo>
                <a:lnTo>
                  <a:pt x="178289" y="1378591"/>
                </a:lnTo>
                <a:lnTo>
                  <a:pt x="202168" y="1349616"/>
                </a:lnTo>
                <a:lnTo>
                  <a:pt x="226057" y="1320632"/>
                </a:lnTo>
                <a:lnTo>
                  <a:pt x="250003" y="1291714"/>
                </a:lnTo>
                <a:lnTo>
                  <a:pt x="276416" y="1265006"/>
                </a:lnTo>
                <a:lnTo>
                  <a:pt x="302819" y="1238307"/>
                </a:lnTo>
                <a:lnTo>
                  <a:pt x="329222" y="1211599"/>
                </a:lnTo>
                <a:lnTo>
                  <a:pt x="356921" y="1186253"/>
                </a:lnTo>
                <a:lnTo>
                  <a:pt x="384848" y="1161155"/>
                </a:lnTo>
                <a:lnTo>
                  <a:pt x="412775" y="1136047"/>
                </a:lnTo>
                <a:lnTo>
                  <a:pt x="441474" y="1111863"/>
                </a:lnTo>
                <a:lnTo>
                  <a:pt x="471040" y="1088688"/>
                </a:lnTo>
                <a:lnTo>
                  <a:pt x="500596" y="1065524"/>
                </a:lnTo>
                <a:lnTo>
                  <a:pt x="530152" y="1042359"/>
                </a:lnTo>
                <a:lnTo>
                  <a:pt x="560727" y="1020566"/>
                </a:lnTo>
                <a:lnTo>
                  <a:pt x="591426" y="998934"/>
                </a:lnTo>
                <a:lnTo>
                  <a:pt x="622116" y="977294"/>
                </a:lnTo>
                <a:lnTo>
                  <a:pt x="652929" y="955834"/>
                </a:lnTo>
                <a:lnTo>
                  <a:pt x="684686" y="935784"/>
                </a:lnTo>
                <a:lnTo>
                  <a:pt x="716432" y="915724"/>
                </a:lnTo>
                <a:lnTo>
                  <a:pt x="748189" y="895674"/>
                </a:lnTo>
                <a:lnTo>
                  <a:pt x="780050" y="875805"/>
                </a:lnTo>
                <a:lnTo>
                  <a:pt x="812721" y="857298"/>
                </a:lnTo>
                <a:lnTo>
                  <a:pt x="845401" y="838791"/>
                </a:lnTo>
                <a:lnTo>
                  <a:pt x="878081" y="820283"/>
                </a:lnTo>
                <a:lnTo>
                  <a:pt x="910752" y="801776"/>
                </a:lnTo>
                <a:lnTo>
                  <a:pt x="944089" y="784489"/>
                </a:lnTo>
                <a:lnTo>
                  <a:pt x="977456" y="767258"/>
                </a:lnTo>
                <a:lnTo>
                  <a:pt x="1010831" y="750027"/>
                </a:lnTo>
                <a:lnTo>
                  <a:pt x="1044197" y="732796"/>
                </a:lnTo>
                <a:lnTo>
                  <a:pt x="1077954" y="716366"/>
                </a:lnTo>
                <a:lnTo>
                  <a:pt x="1111996" y="700497"/>
                </a:lnTo>
                <a:lnTo>
                  <a:pt x="1146029" y="684628"/>
                </a:lnTo>
                <a:lnTo>
                  <a:pt x="1180062" y="668760"/>
                </a:lnTo>
                <a:lnTo>
                  <a:pt x="1214114" y="652920"/>
                </a:lnTo>
                <a:lnTo>
                  <a:pt x="1248680" y="638242"/>
                </a:lnTo>
                <a:lnTo>
                  <a:pt x="1283256" y="623573"/>
                </a:lnTo>
                <a:lnTo>
                  <a:pt x="1317822" y="608895"/>
                </a:lnTo>
                <a:lnTo>
                  <a:pt x="1352388" y="594227"/>
                </a:lnTo>
                <a:lnTo>
                  <a:pt x="1387088" y="579863"/>
                </a:lnTo>
                <a:lnTo>
                  <a:pt x="1422083" y="566252"/>
                </a:lnTo>
                <a:lnTo>
                  <a:pt x="1457087" y="552641"/>
                </a:lnTo>
                <a:lnTo>
                  <a:pt x="1492082" y="539029"/>
                </a:lnTo>
                <a:lnTo>
                  <a:pt x="1527086" y="525418"/>
                </a:lnTo>
                <a:lnTo>
                  <a:pt x="1562233" y="512188"/>
                </a:lnTo>
                <a:lnTo>
                  <a:pt x="1597609" y="499586"/>
                </a:lnTo>
                <a:lnTo>
                  <a:pt x="1632985" y="486975"/>
                </a:lnTo>
                <a:lnTo>
                  <a:pt x="1668351" y="474374"/>
                </a:lnTo>
                <a:lnTo>
                  <a:pt x="1703727" y="461762"/>
                </a:lnTo>
                <a:lnTo>
                  <a:pt x="1739236" y="449561"/>
                </a:lnTo>
                <a:lnTo>
                  <a:pt x="1775031" y="438179"/>
                </a:lnTo>
                <a:lnTo>
                  <a:pt x="1810817" y="426796"/>
                </a:lnTo>
                <a:lnTo>
                  <a:pt x="1846602" y="415423"/>
                </a:lnTo>
                <a:lnTo>
                  <a:pt x="1882397" y="404041"/>
                </a:lnTo>
                <a:lnTo>
                  <a:pt x="1918211" y="392754"/>
                </a:lnTo>
                <a:lnTo>
                  <a:pt x="1954216" y="382057"/>
                </a:lnTo>
                <a:lnTo>
                  <a:pt x="1990211" y="371370"/>
                </a:lnTo>
                <a:lnTo>
                  <a:pt x="2026206" y="360674"/>
                </a:lnTo>
                <a:lnTo>
                  <a:pt x="2062210" y="349987"/>
                </a:lnTo>
                <a:lnTo>
                  <a:pt x="2098205" y="339290"/>
                </a:lnTo>
                <a:lnTo>
                  <a:pt x="2134448" y="329460"/>
                </a:lnTo>
                <a:lnTo>
                  <a:pt x="2170757" y="319859"/>
                </a:lnTo>
                <a:lnTo>
                  <a:pt x="2207066" y="310258"/>
                </a:lnTo>
                <a:lnTo>
                  <a:pt x="2243366" y="300657"/>
                </a:lnTo>
                <a:lnTo>
                  <a:pt x="2279675" y="291055"/>
                </a:lnTo>
                <a:lnTo>
                  <a:pt x="2316070" y="281797"/>
                </a:lnTo>
                <a:lnTo>
                  <a:pt x="2352627" y="273215"/>
                </a:lnTo>
                <a:lnTo>
                  <a:pt x="2389184" y="264633"/>
                </a:lnTo>
                <a:lnTo>
                  <a:pt x="2425751" y="256051"/>
                </a:lnTo>
                <a:lnTo>
                  <a:pt x="2462308" y="247469"/>
                </a:lnTo>
                <a:lnTo>
                  <a:pt x="2498865" y="238887"/>
                </a:lnTo>
                <a:lnTo>
                  <a:pt x="2535545" y="230829"/>
                </a:lnTo>
                <a:lnTo>
                  <a:pt x="2572255" y="222914"/>
                </a:lnTo>
                <a:lnTo>
                  <a:pt x="2608964" y="214998"/>
                </a:lnTo>
                <a:lnTo>
                  <a:pt x="2645683" y="207083"/>
                </a:lnTo>
                <a:lnTo>
                  <a:pt x="2682392" y="199168"/>
                </a:lnTo>
                <a:lnTo>
                  <a:pt x="2719121" y="191376"/>
                </a:lnTo>
                <a:lnTo>
                  <a:pt x="2756021" y="184394"/>
                </a:lnTo>
                <a:lnTo>
                  <a:pt x="2792921" y="177413"/>
                </a:lnTo>
                <a:lnTo>
                  <a:pt x="2829820" y="170431"/>
                </a:lnTo>
                <a:lnTo>
                  <a:pt x="2866720" y="163449"/>
                </a:lnTo>
                <a:lnTo>
                  <a:pt x="2903620" y="156467"/>
                </a:lnTo>
                <a:lnTo>
                  <a:pt x="2940587" y="149857"/>
                </a:lnTo>
                <a:lnTo>
                  <a:pt x="2977648" y="143789"/>
                </a:lnTo>
                <a:lnTo>
                  <a:pt x="3014710" y="137722"/>
                </a:lnTo>
                <a:lnTo>
                  <a:pt x="3051762" y="131655"/>
                </a:lnTo>
                <a:lnTo>
                  <a:pt x="3088824" y="125587"/>
                </a:lnTo>
                <a:lnTo>
                  <a:pt x="3125886" y="119520"/>
                </a:lnTo>
                <a:lnTo>
                  <a:pt x="3163024" y="113948"/>
                </a:lnTo>
                <a:lnTo>
                  <a:pt x="3200210" y="108728"/>
                </a:lnTo>
                <a:lnTo>
                  <a:pt x="3237405" y="103508"/>
                </a:lnTo>
                <a:lnTo>
                  <a:pt x="3274590" y="98288"/>
                </a:lnTo>
                <a:lnTo>
                  <a:pt x="3311785" y="93069"/>
                </a:lnTo>
                <a:lnTo>
                  <a:pt x="3348971" y="87849"/>
                </a:lnTo>
                <a:lnTo>
                  <a:pt x="3386233" y="83144"/>
                </a:lnTo>
                <a:lnTo>
                  <a:pt x="3423504" y="78600"/>
                </a:lnTo>
                <a:lnTo>
                  <a:pt x="3460785" y="74066"/>
                </a:lnTo>
                <a:lnTo>
                  <a:pt x="3498066" y="69523"/>
                </a:lnTo>
                <a:lnTo>
                  <a:pt x="3535347" y="64989"/>
                </a:lnTo>
                <a:lnTo>
                  <a:pt x="3572627" y="60455"/>
                </a:lnTo>
                <a:lnTo>
                  <a:pt x="3609985" y="56626"/>
                </a:lnTo>
                <a:lnTo>
                  <a:pt x="3647351" y="52902"/>
                </a:lnTo>
                <a:lnTo>
                  <a:pt x="3684718" y="49187"/>
                </a:lnTo>
                <a:lnTo>
                  <a:pt x="3722084" y="45463"/>
                </a:lnTo>
                <a:lnTo>
                  <a:pt x="3759460" y="41748"/>
                </a:lnTo>
                <a:lnTo>
                  <a:pt x="3796827" y="38024"/>
                </a:lnTo>
                <a:lnTo>
                  <a:pt x="3834270" y="35090"/>
                </a:lnTo>
                <a:lnTo>
                  <a:pt x="3871703" y="32175"/>
                </a:lnTo>
                <a:lnTo>
                  <a:pt x="3909146" y="29261"/>
                </a:lnTo>
                <a:lnTo>
                  <a:pt x="3946588" y="26337"/>
                </a:lnTo>
                <a:lnTo>
                  <a:pt x="3984031" y="23422"/>
                </a:lnTo>
                <a:lnTo>
                  <a:pt x="4021474" y="20612"/>
                </a:lnTo>
                <a:lnTo>
                  <a:pt x="4058984" y="18659"/>
                </a:lnTo>
                <a:lnTo>
                  <a:pt x="4096483" y="16716"/>
                </a:lnTo>
                <a:lnTo>
                  <a:pt x="4133983" y="14764"/>
                </a:lnTo>
                <a:lnTo>
                  <a:pt x="4171493" y="12821"/>
                </a:lnTo>
                <a:lnTo>
                  <a:pt x="4208993" y="10868"/>
                </a:lnTo>
                <a:lnTo>
                  <a:pt x="4246502" y="9077"/>
                </a:lnTo>
                <a:lnTo>
                  <a:pt x="4284031" y="7772"/>
                </a:lnTo>
                <a:lnTo>
                  <a:pt x="4321569" y="6467"/>
                </a:lnTo>
                <a:lnTo>
                  <a:pt x="4359097" y="5163"/>
                </a:lnTo>
                <a:lnTo>
                  <a:pt x="4396626" y="3858"/>
                </a:lnTo>
                <a:lnTo>
                  <a:pt x="4434164" y="2553"/>
                </a:lnTo>
                <a:lnTo>
                  <a:pt x="4471702" y="1638"/>
                </a:lnTo>
                <a:lnTo>
                  <a:pt x="4509249" y="1314"/>
                </a:lnTo>
                <a:lnTo>
                  <a:pt x="4546806" y="981"/>
                </a:lnTo>
                <a:lnTo>
                  <a:pt x="4584354" y="657"/>
                </a:lnTo>
                <a:lnTo>
                  <a:pt x="4621911" y="324"/>
                </a:lnTo>
                <a:lnTo>
                  <a:pt x="4659468" y="0"/>
                </a:lnTo>
                <a:lnTo>
                  <a:pt x="4697016" y="67"/>
                </a:lnTo>
                <a:lnTo>
                  <a:pt x="4734573" y="400"/>
                </a:lnTo>
                <a:lnTo>
                  <a:pt x="4772120" y="733"/>
                </a:lnTo>
                <a:lnTo>
                  <a:pt x="4809677" y="1067"/>
                </a:lnTo>
                <a:lnTo>
                  <a:pt x="4847225" y="1391"/>
                </a:lnTo>
                <a:lnTo>
                  <a:pt x="4884782" y="1724"/>
                </a:lnTo>
                <a:lnTo>
                  <a:pt x="4922310" y="2934"/>
                </a:lnTo>
                <a:lnTo>
                  <a:pt x="4959839" y="4286"/>
                </a:lnTo>
                <a:lnTo>
                  <a:pt x="4997377" y="5629"/>
                </a:lnTo>
                <a:lnTo>
                  <a:pt x="5034905" y="6972"/>
                </a:lnTo>
                <a:lnTo>
                  <a:pt x="5072434" y="8325"/>
                </a:lnTo>
                <a:lnTo>
                  <a:pt x="5109953" y="9849"/>
                </a:lnTo>
                <a:lnTo>
                  <a:pt x="5147443" y="12087"/>
                </a:lnTo>
                <a:lnTo>
                  <a:pt x="5184924" y="14316"/>
                </a:lnTo>
                <a:lnTo>
                  <a:pt x="5222415" y="16554"/>
                </a:lnTo>
                <a:lnTo>
                  <a:pt x="5259905" y="18793"/>
                </a:lnTo>
                <a:lnTo>
                  <a:pt x="5297386" y="21022"/>
                </a:lnTo>
                <a:lnTo>
                  <a:pt x="5334838" y="23860"/>
                </a:lnTo>
                <a:lnTo>
                  <a:pt x="5372262" y="26994"/>
                </a:lnTo>
                <a:lnTo>
                  <a:pt x="5409686" y="30128"/>
                </a:lnTo>
                <a:lnTo>
                  <a:pt x="5447109" y="33261"/>
                </a:lnTo>
                <a:lnTo>
                  <a:pt x="5484524" y="36395"/>
                </a:lnTo>
                <a:lnTo>
                  <a:pt x="5521938" y="39710"/>
                </a:lnTo>
                <a:lnTo>
                  <a:pt x="5559266" y="43815"/>
                </a:lnTo>
                <a:lnTo>
                  <a:pt x="5596595" y="47930"/>
                </a:lnTo>
                <a:lnTo>
                  <a:pt x="5633923" y="52035"/>
                </a:lnTo>
                <a:lnTo>
                  <a:pt x="5671252" y="56140"/>
                </a:lnTo>
                <a:lnTo>
                  <a:pt x="5708580" y="60255"/>
                </a:lnTo>
                <a:lnTo>
                  <a:pt x="5745794" y="65237"/>
                </a:lnTo>
                <a:lnTo>
                  <a:pt x="5782999" y="70371"/>
                </a:lnTo>
                <a:lnTo>
                  <a:pt x="5820204" y="75505"/>
                </a:lnTo>
                <a:lnTo>
                  <a:pt x="5857399" y="80629"/>
                </a:lnTo>
                <a:lnTo>
                  <a:pt x="5894603" y="85763"/>
                </a:lnTo>
                <a:lnTo>
                  <a:pt x="5931694" y="91602"/>
                </a:lnTo>
                <a:lnTo>
                  <a:pt x="5968736" y="97812"/>
                </a:lnTo>
                <a:lnTo>
                  <a:pt x="6005770" y="104013"/>
                </a:lnTo>
                <a:lnTo>
                  <a:pt x="6042812" y="110223"/>
                </a:lnTo>
                <a:lnTo>
                  <a:pt x="6079846" y="116424"/>
                </a:lnTo>
                <a:lnTo>
                  <a:pt x="6116755" y="123339"/>
                </a:lnTo>
                <a:lnTo>
                  <a:pt x="6153569" y="130740"/>
                </a:lnTo>
                <a:lnTo>
                  <a:pt x="6190393" y="138151"/>
                </a:lnTo>
                <a:lnTo>
                  <a:pt x="6227207" y="145552"/>
                </a:lnTo>
                <a:lnTo>
                  <a:pt x="6264021" y="152952"/>
                </a:lnTo>
                <a:lnTo>
                  <a:pt x="6300683" y="161087"/>
                </a:lnTo>
                <a:lnTo>
                  <a:pt x="6337278" y="169535"/>
                </a:lnTo>
                <a:lnTo>
                  <a:pt x="6373863" y="177975"/>
                </a:lnTo>
                <a:lnTo>
                  <a:pt x="6410458" y="186423"/>
                </a:lnTo>
                <a:lnTo>
                  <a:pt x="6447053" y="194872"/>
                </a:lnTo>
                <a:lnTo>
                  <a:pt x="6483315" y="204616"/>
                </a:lnTo>
                <a:lnTo>
                  <a:pt x="6519567" y="214408"/>
                </a:lnTo>
                <a:lnTo>
                  <a:pt x="6555829" y="224209"/>
                </a:lnTo>
                <a:lnTo>
                  <a:pt x="6592081" y="234001"/>
                </a:lnTo>
                <a:lnTo>
                  <a:pt x="6628181" y="244326"/>
                </a:lnTo>
                <a:lnTo>
                  <a:pt x="6664042" y="255480"/>
                </a:lnTo>
                <a:lnTo>
                  <a:pt x="6699895" y="266633"/>
                </a:lnTo>
                <a:lnTo>
                  <a:pt x="6735756" y="277787"/>
                </a:lnTo>
                <a:lnTo>
                  <a:pt x="6771599" y="288989"/>
                </a:lnTo>
                <a:lnTo>
                  <a:pt x="6807022" y="301476"/>
                </a:lnTo>
                <a:lnTo>
                  <a:pt x="6842436" y="313963"/>
                </a:lnTo>
                <a:lnTo>
                  <a:pt x="6877850" y="326450"/>
                </a:lnTo>
                <a:lnTo>
                  <a:pt x="6913274" y="338938"/>
                </a:lnTo>
                <a:lnTo>
                  <a:pt x="6948154" y="352835"/>
                </a:lnTo>
                <a:lnTo>
                  <a:pt x="6982939" y="366989"/>
                </a:lnTo>
                <a:lnTo>
                  <a:pt x="7017725" y="381143"/>
                </a:lnTo>
                <a:lnTo>
                  <a:pt x="7052510" y="395297"/>
                </a:lnTo>
                <a:lnTo>
                  <a:pt x="7086629" y="410966"/>
                </a:lnTo>
                <a:lnTo>
                  <a:pt x="7120661" y="426844"/>
                </a:lnTo>
                <a:lnTo>
                  <a:pt x="7154694" y="442722"/>
                </a:lnTo>
                <a:lnTo>
                  <a:pt x="7188632" y="458800"/>
                </a:lnTo>
                <a:lnTo>
                  <a:pt x="7221664" y="476650"/>
                </a:lnTo>
                <a:lnTo>
                  <a:pt x="7254707" y="494500"/>
                </a:lnTo>
                <a:lnTo>
                  <a:pt x="7287749" y="512359"/>
                </a:lnTo>
                <a:lnTo>
                  <a:pt x="7320201" y="531209"/>
                </a:lnTo>
                <a:lnTo>
                  <a:pt x="7352128" y="550983"/>
                </a:lnTo>
                <a:lnTo>
                  <a:pt x="7384056" y="570767"/>
                </a:lnTo>
                <a:lnTo>
                  <a:pt x="7415746" y="590883"/>
                </a:lnTo>
                <a:lnTo>
                  <a:pt x="7446140" y="612934"/>
                </a:lnTo>
                <a:lnTo>
                  <a:pt x="7476544" y="634994"/>
                </a:lnTo>
                <a:lnTo>
                  <a:pt x="7506938" y="657044"/>
                </a:lnTo>
                <a:lnTo>
                  <a:pt x="7535713" y="681171"/>
                </a:lnTo>
                <a:lnTo>
                  <a:pt x="7564403" y="705402"/>
                </a:lnTo>
                <a:lnTo>
                  <a:pt x="7593092" y="729634"/>
                </a:lnTo>
                <a:lnTo>
                  <a:pt x="7619390" y="756437"/>
                </a:lnTo>
                <a:lnTo>
                  <a:pt x="7645603" y="783326"/>
                </a:lnTo>
                <a:lnTo>
                  <a:pt x="7671359" y="810616"/>
                </a:lnTo>
                <a:lnTo>
                  <a:pt x="7694905" y="839876"/>
                </a:lnTo>
                <a:lnTo>
                  <a:pt x="7718460" y="869128"/>
                </a:lnTo>
                <a:lnTo>
                  <a:pt x="7740339" y="899579"/>
                </a:lnTo>
                <a:lnTo>
                  <a:pt x="7760551" y="931231"/>
                </a:lnTo>
                <a:lnTo>
                  <a:pt x="7780753" y="962882"/>
                </a:lnTo>
                <a:lnTo>
                  <a:pt x="7796594" y="996934"/>
                </a:lnTo>
                <a:lnTo>
                  <a:pt x="7812434" y="1030986"/>
                </a:lnTo>
                <a:lnTo>
                  <a:pt x="7825464" y="1066124"/>
                </a:lnTo>
                <a:lnTo>
                  <a:pt x="7836599" y="1101985"/>
                </a:lnTo>
                <a:lnTo>
                  <a:pt x="7846219" y="1138209"/>
                </a:lnTo>
                <a:lnTo>
                  <a:pt x="7852058" y="1175299"/>
                </a:lnTo>
                <a:lnTo>
                  <a:pt x="7857887" y="1212399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4D5DF"/>
            </a:solidFill>
            <a:prstDash val="dash"/>
          </a:ln>
        </p:spPr>
      </p:sp>
      <p:sp>
        <p:nvSpPr>
          <p:cNvPr id="2" name="ecology-primary-orbit-back">
            <a:extLst xmlns:a="http://schemas.openxmlformats.org/drawingml/2006/main">
              <a:ext uri="{FF2B5EF4-FFF2-40B4-BE49-F238E27FC236}">
                <a16:creationId xmlns:a16="http://schemas.microsoft.com/office/drawing/2014/main" id="{4A2FEDA4-8503-4BB9-AD78-AC8ED45F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7634" y="2718511"/>
            <a:ext cx="4935341" cy="1422006"/>
          </a:xfrm>
          <a:custGeom xmlns:a="http://schemas.openxmlformats.org/drawingml/2006/main">
            <a:pathLst>
              <a:path w="4935341" h="1422006">
                <a:moveTo>
                  <a:pt x="1391" y="1422006"/>
                </a:moveTo>
                <a:lnTo>
                  <a:pt x="695" y="1397279"/>
                </a:lnTo>
                <a:lnTo>
                  <a:pt x="0" y="1372543"/>
                </a:lnTo>
                <a:lnTo>
                  <a:pt x="48" y="1347835"/>
                </a:lnTo>
                <a:lnTo>
                  <a:pt x="2162" y="1323184"/>
                </a:lnTo>
                <a:lnTo>
                  <a:pt x="4277" y="1298534"/>
                </a:lnTo>
                <a:lnTo>
                  <a:pt x="7887" y="1274093"/>
                </a:lnTo>
                <a:lnTo>
                  <a:pt x="12678" y="1249813"/>
                </a:lnTo>
                <a:lnTo>
                  <a:pt x="17459" y="1225544"/>
                </a:lnTo>
                <a:lnTo>
                  <a:pt x="24451" y="1201836"/>
                </a:lnTo>
                <a:lnTo>
                  <a:pt x="32071" y="1178300"/>
                </a:lnTo>
                <a:lnTo>
                  <a:pt x="39700" y="1154763"/>
                </a:lnTo>
                <a:lnTo>
                  <a:pt x="49130" y="1131894"/>
                </a:lnTo>
                <a:lnTo>
                  <a:pt x="58760" y="1109110"/>
                </a:lnTo>
                <a:lnTo>
                  <a:pt x="68390" y="1086317"/>
                </a:lnTo>
                <a:lnTo>
                  <a:pt x="80048" y="1064504"/>
                </a:lnTo>
                <a:lnTo>
                  <a:pt x="91859" y="1042759"/>
                </a:lnTo>
                <a:lnTo>
                  <a:pt x="103661" y="1021013"/>
                </a:lnTo>
                <a:lnTo>
                  <a:pt x="117015" y="1000192"/>
                </a:lnTo>
                <a:lnTo>
                  <a:pt x="130597" y="979522"/>
                </a:lnTo>
                <a:lnTo>
                  <a:pt x="144189" y="958844"/>
                </a:lnTo>
                <a:lnTo>
                  <a:pt x="158848" y="938936"/>
                </a:lnTo>
                <a:lnTo>
                  <a:pt x="174098" y="919448"/>
                </a:lnTo>
                <a:lnTo>
                  <a:pt x="189347" y="899960"/>
                </a:lnTo>
                <a:lnTo>
                  <a:pt x="204940" y="880767"/>
                </a:lnTo>
                <a:lnTo>
                  <a:pt x="221456" y="862346"/>
                </a:lnTo>
                <a:lnTo>
                  <a:pt x="237982" y="843934"/>
                </a:lnTo>
                <a:lnTo>
                  <a:pt x="254498" y="825513"/>
                </a:lnTo>
                <a:lnTo>
                  <a:pt x="271948" y="807987"/>
                </a:lnTo>
                <a:lnTo>
                  <a:pt x="289703" y="790756"/>
                </a:lnTo>
                <a:lnTo>
                  <a:pt x="307448" y="773516"/>
                </a:lnTo>
                <a:lnTo>
                  <a:pt x="325250" y="756342"/>
                </a:lnTo>
                <a:lnTo>
                  <a:pt x="344053" y="740254"/>
                </a:lnTo>
                <a:lnTo>
                  <a:pt x="362864" y="724176"/>
                </a:lnTo>
                <a:lnTo>
                  <a:pt x="381667" y="708098"/>
                </a:lnTo>
                <a:lnTo>
                  <a:pt x="400631" y="692220"/>
                </a:lnTo>
                <a:lnTo>
                  <a:pt x="420253" y="677142"/>
                </a:lnTo>
                <a:lnTo>
                  <a:pt x="439874" y="662073"/>
                </a:lnTo>
                <a:lnTo>
                  <a:pt x="459486" y="646995"/>
                </a:lnTo>
                <a:lnTo>
                  <a:pt x="479260" y="632127"/>
                </a:lnTo>
                <a:lnTo>
                  <a:pt x="499558" y="617982"/>
                </a:lnTo>
                <a:lnTo>
                  <a:pt x="519865" y="603837"/>
                </a:lnTo>
                <a:lnTo>
                  <a:pt x="540163" y="589702"/>
                </a:lnTo>
                <a:lnTo>
                  <a:pt x="560499" y="575605"/>
                </a:lnTo>
                <a:lnTo>
                  <a:pt x="581520" y="562547"/>
                </a:lnTo>
                <a:lnTo>
                  <a:pt x="602532" y="549497"/>
                </a:lnTo>
                <a:lnTo>
                  <a:pt x="623554" y="536448"/>
                </a:lnTo>
                <a:lnTo>
                  <a:pt x="644576" y="523389"/>
                </a:lnTo>
                <a:lnTo>
                  <a:pt x="665950" y="510950"/>
                </a:lnTo>
                <a:lnTo>
                  <a:pt x="687457" y="498719"/>
                </a:lnTo>
                <a:lnTo>
                  <a:pt x="708965" y="486489"/>
                </a:lnTo>
                <a:lnTo>
                  <a:pt x="730472" y="474259"/>
                </a:lnTo>
                <a:lnTo>
                  <a:pt x="752113" y="462267"/>
                </a:lnTo>
                <a:lnTo>
                  <a:pt x="774202" y="451123"/>
                </a:lnTo>
                <a:lnTo>
                  <a:pt x="796290" y="439969"/>
                </a:lnTo>
                <a:lnTo>
                  <a:pt x="818378" y="428825"/>
                </a:lnTo>
                <a:lnTo>
                  <a:pt x="840467" y="417681"/>
                </a:lnTo>
                <a:lnTo>
                  <a:pt x="862775" y="406975"/>
                </a:lnTo>
                <a:lnTo>
                  <a:pt x="885215" y="396554"/>
                </a:lnTo>
                <a:lnTo>
                  <a:pt x="907656" y="386134"/>
                </a:lnTo>
                <a:lnTo>
                  <a:pt x="930097" y="375714"/>
                </a:lnTo>
                <a:lnTo>
                  <a:pt x="952538" y="365293"/>
                </a:lnTo>
                <a:lnTo>
                  <a:pt x="975265" y="355530"/>
                </a:lnTo>
                <a:lnTo>
                  <a:pt x="998049" y="345881"/>
                </a:lnTo>
                <a:lnTo>
                  <a:pt x="1020832" y="336223"/>
                </a:lnTo>
                <a:lnTo>
                  <a:pt x="1043607" y="326574"/>
                </a:lnTo>
                <a:lnTo>
                  <a:pt x="1066390" y="316916"/>
                </a:lnTo>
                <a:lnTo>
                  <a:pt x="1089517" y="308115"/>
                </a:lnTo>
                <a:lnTo>
                  <a:pt x="1112663" y="299390"/>
                </a:lnTo>
                <a:lnTo>
                  <a:pt x="1135818" y="290655"/>
                </a:lnTo>
                <a:lnTo>
                  <a:pt x="1158964" y="281930"/>
                </a:lnTo>
                <a:lnTo>
                  <a:pt x="1182119" y="273206"/>
                </a:lnTo>
                <a:lnTo>
                  <a:pt x="1205455" y="264986"/>
                </a:lnTo>
                <a:lnTo>
                  <a:pt x="1228811" y="256832"/>
                </a:lnTo>
                <a:lnTo>
                  <a:pt x="1252176" y="248669"/>
                </a:lnTo>
                <a:lnTo>
                  <a:pt x="1275531" y="240516"/>
                </a:lnTo>
                <a:lnTo>
                  <a:pt x="1298886" y="232362"/>
                </a:lnTo>
                <a:lnTo>
                  <a:pt x="1322470" y="224876"/>
                </a:lnTo>
                <a:lnTo>
                  <a:pt x="1346121" y="217599"/>
                </a:lnTo>
                <a:lnTo>
                  <a:pt x="1369762" y="210322"/>
                </a:lnTo>
                <a:lnTo>
                  <a:pt x="1393412" y="203044"/>
                </a:lnTo>
                <a:lnTo>
                  <a:pt x="1417063" y="195767"/>
                </a:lnTo>
                <a:lnTo>
                  <a:pt x="1440818" y="188862"/>
                </a:lnTo>
                <a:lnTo>
                  <a:pt x="1464669" y="182270"/>
                </a:lnTo>
                <a:lnTo>
                  <a:pt x="1488510" y="175689"/>
                </a:lnTo>
                <a:lnTo>
                  <a:pt x="1512360" y="169097"/>
                </a:lnTo>
                <a:lnTo>
                  <a:pt x="1536211" y="162516"/>
                </a:lnTo>
                <a:lnTo>
                  <a:pt x="1560100" y="156067"/>
                </a:lnTo>
                <a:lnTo>
                  <a:pt x="1584141" y="150228"/>
                </a:lnTo>
                <a:lnTo>
                  <a:pt x="1608182" y="144399"/>
                </a:lnTo>
                <a:lnTo>
                  <a:pt x="1632233" y="138560"/>
                </a:lnTo>
                <a:lnTo>
                  <a:pt x="1656274" y="132731"/>
                </a:lnTo>
                <a:lnTo>
                  <a:pt x="1680315" y="126892"/>
                </a:lnTo>
                <a:lnTo>
                  <a:pt x="1704470" y="121539"/>
                </a:lnTo>
                <a:lnTo>
                  <a:pt x="1728654" y="116319"/>
                </a:lnTo>
                <a:lnTo>
                  <a:pt x="1752848" y="111100"/>
                </a:lnTo>
                <a:lnTo>
                  <a:pt x="1777032" y="105880"/>
                </a:lnTo>
                <a:lnTo>
                  <a:pt x="1801216" y="100660"/>
                </a:lnTo>
                <a:lnTo>
                  <a:pt x="1825447" y="95679"/>
                </a:lnTo>
                <a:lnTo>
                  <a:pt x="1849784" y="91230"/>
                </a:lnTo>
                <a:lnTo>
                  <a:pt x="1874120" y="86773"/>
                </a:lnTo>
                <a:lnTo>
                  <a:pt x="1898456" y="82315"/>
                </a:lnTo>
                <a:lnTo>
                  <a:pt x="1922793" y="77857"/>
                </a:lnTo>
                <a:lnTo>
                  <a:pt x="1947129" y="73400"/>
                </a:lnTo>
                <a:lnTo>
                  <a:pt x="1971561" y="69466"/>
                </a:lnTo>
                <a:lnTo>
                  <a:pt x="1996011" y="65713"/>
                </a:lnTo>
                <a:lnTo>
                  <a:pt x="2020472" y="61951"/>
                </a:lnTo>
                <a:lnTo>
                  <a:pt x="2044922" y="58188"/>
                </a:lnTo>
                <a:lnTo>
                  <a:pt x="2069373" y="54426"/>
                </a:lnTo>
                <a:lnTo>
                  <a:pt x="2093843" y="50759"/>
                </a:lnTo>
                <a:lnTo>
                  <a:pt x="2118370" y="47520"/>
                </a:lnTo>
                <a:lnTo>
                  <a:pt x="2142906" y="44282"/>
                </a:lnTo>
                <a:lnTo>
                  <a:pt x="2167433" y="41043"/>
                </a:lnTo>
                <a:lnTo>
                  <a:pt x="2191960" y="37814"/>
                </a:lnTo>
                <a:lnTo>
                  <a:pt x="2216496" y="34576"/>
                </a:lnTo>
                <a:lnTo>
                  <a:pt x="2241080" y="31852"/>
                </a:lnTo>
                <a:lnTo>
                  <a:pt x="2265702" y="29470"/>
                </a:lnTo>
                <a:lnTo>
                  <a:pt x="2290334" y="27089"/>
                </a:lnTo>
                <a:lnTo>
                  <a:pt x="2314966" y="24717"/>
                </a:lnTo>
                <a:lnTo>
                  <a:pt x="2339588" y="22336"/>
                </a:lnTo>
                <a:lnTo>
                  <a:pt x="2364219" y="19964"/>
                </a:lnTo>
                <a:lnTo>
                  <a:pt x="2388889" y="18078"/>
                </a:lnTo>
                <a:lnTo>
                  <a:pt x="2413559" y="16212"/>
                </a:lnTo>
                <a:lnTo>
                  <a:pt x="2438229" y="14335"/>
                </a:lnTo>
                <a:lnTo>
                  <a:pt x="2462898" y="12468"/>
                </a:lnTo>
                <a:lnTo>
                  <a:pt x="2487568" y="10592"/>
                </a:lnTo>
                <a:lnTo>
                  <a:pt x="2512257" y="8992"/>
                </a:lnTo>
                <a:lnTo>
                  <a:pt x="2536974" y="7801"/>
                </a:lnTo>
                <a:lnTo>
                  <a:pt x="2561682" y="6620"/>
                </a:lnTo>
                <a:lnTo>
                  <a:pt x="2586399" y="5439"/>
                </a:lnTo>
                <a:lnTo>
                  <a:pt x="2611117" y="4248"/>
                </a:lnTo>
                <a:lnTo>
                  <a:pt x="2635825" y="3067"/>
                </a:lnTo>
                <a:lnTo>
                  <a:pt x="2660561" y="2391"/>
                </a:lnTo>
                <a:lnTo>
                  <a:pt x="2685298" y="1876"/>
                </a:lnTo>
                <a:lnTo>
                  <a:pt x="2710034" y="1362"/>
                </a:lnTo>
                <a:lnTo>
                  <a:pt x="2734770" y="848"/>
                </a:lnTo>
                <a:lnTo>
                  <a:pt x="2759507" y="333"/>
                </a:lnTo>
                <a:lnTo>
                  <a:pt x="2784243" y="0"/>
                </a:lnTo>
                <a:lnTo>
                  <a:pt x="2808980" y="343"/>
                </a:lnTo>
                <a:lnTo>
                  <a:pt x="2833716" y="686"/>
                </a:lnTo>
                <a:lnTo>
                  <a:pt x="2858462" y="1029"/>
                </a:lnTo>
                <a:lnTo>
                  <a:pt x="2883198" y="1372"/>
                </a:lnTo>
                <a:lnTo>
                  <a:pt x="2907935" y="1715"/>
                </a:lnTo>
                <a:lnTo>
                  <a:pt x="2932671" y="2419"/>
                </a:lnTo>
                <a:lnTo>
                  <a:pt x="2957398" y="3286"/>
                </a:lnTo>
                <a:lnTo>
                  <a:pt x="2982125" y="4153"/>
                </a:lnTo>
                <a:lnTo>
                  <a:pt x="3006852" y="5029"/>
                </a:lnTo>
                <a:lnTo>
                  <a:pt x="3031579" y="5896"/>
                </a:lnTo>
                <a:lnTo>
                  <a:pt x="3056296" y="6915"/>
                </a:lnTo>
                <a:lnTo>
                  <a:pt x="3080985" y="8487"/>
                </a:lnTo>
                <a:lnTo>
                  <a:pt x="3105683" y="10068"/>
                </a:lnTo>
                <a:lnTo>
                  <a:pt x="3130372" y="11640"/>
                </a:lnTo>
                <a:lnTo>
                  <a:pt x="3155061" y="13221"/>
                </a:lnTo>
                <a:lnTo>
                  <a:pt x="3179750" y="14792"/>
                </a:lnTo>
                <a:lnTo>
                  <a:pt x="3204401" y="16935"/>
                </a:lnTo>
                <a:lnTo>
                  <a:pt x="3229032" y="19260"/>
                </a:lnTo>
                <a:lnTo>
                  <a:pt x="3253664" y="21574"/>
                </a:lnTo>
                <a:lnTo>
                  <a:pt x="3278295" y="23898"/>
                </a:lnTo>
                <a:lnTo>
                  <a:pt x="3302937" y="26222"/>
                </a:lnTo>
                <a:lnTo>
                  <a:pt x="3327530" y="28870"/>
                </a:lnTo>
                <a:lnTo>
                  <a:pt x="3352076" y="31956"/>
                </a:lnTo>
                <a:lnTo>
                  <a:pt x="3376622" y="35052"/>
                </a:lnTo>
                <a:lnTo>
                  <a:pt x="3401177" y="38138"/>
                </a:lnTo>
                <a:lnTo>
                  <a:pt x="3425723" y="41234"/>
                </a:lnTo>
                <a:lnTo>
                  <a:pt x="3450250" y="44472"/>
                </a:lnTo>
                <a:lnTo>
                  <a:pt x="3474682" y="48358"/>
                </a:lnTo>
                <a:lnTo>
                  <a:pt x="3499114" y="52254"/>
                </a:lnTo>
                <a:lnTo>
                  <a:pt x="3523555" y="56140"/>
                </a:lnTo>
                <a:lnTo>
                  <a:pt x="3547986" y="60027"/>
                </a:lnTo>
                <a:lnTo>
                  <a:pt x="3572418" y="63941"/>
                </a:lnTo>
                <a:lnTo>
                  <a:pt x="3596735" y="68504"/>
                </a:lnTo>
                <a:lnTo>
                  <a:pt x="3621053" y="73057"/>
                </a:lnTo>
                <a:lnTo>
                  <a:pt x="3645370" y="77619"/>
                </a:lnTo>
                <a:lnTo>
                  <a:pt x="3669687" y="82182"/>
                </a:lnTo>
                <a:lnTo>
                  <a:pt x="3694005" y="86763"/>
                </a:lnTo>
                <a:lnTo>
                  <a:pt x="3718141" y="92212"/>
                </a:lnTo>
                <a:lnTo>
                  <a:pt x="3742268" y="97669"/>
                </a:lnTo>
                <a:lnTo>
                  <a:pt x="3766404" y="103118"/>
                </a:lnTo>
                <a:lnTo>
                  <a:pt x="3790540" y="108566"/>
                </a:lnTo>
                <a:lnTo>
                  <a:pt x="3814639" y="114138"/>
                </a:lnTo>
                <a:lnTo>
                  <a:pt x="3838546" y="120510"/>
                </a:lnTo>
                <a:lnTo>
                  <a:pt x="3862454" y="126892"/>
                </a:lnTo>
                <a:lnTo>
                  <a:pt x="3886362" y="133264"/>
                </a:lnTo>
                <a:lnTo>
                  <a:pt x="3910270" y="139637"/>
                </a:lnTo>
                <a:lnTo>
                  <a:pt x="3934092" y="146314"/>
                </a:lnTo>
                <a:lnTo>
                  <a:pt x="3957761" y="153514"/>
                </a:lnTo>
                <a:lnTo>
                  <a:pt x="3981431" y="160715"/>
                </a:lnTo>
                <a:lnTo>
                  <a:pt x="4005101" y="167916"/>
                </a:lnTo>
                <a:lnTo>
                  <a:pt x="4028770" y="175127"/>
                </a:lnTo>
                <a:lnTo>
                  <a:pt x="4052173" y="183147"/>
                </a:lnTo>
                <a:lnTo>
                  <a:pt x="4075462" y="191491"/>
                </a:lnTo>
                <a:lnTo>
                  <a:pt x="4098760" y="199825"/>
                </a:lnTo>
                <a:lnTo>
                  <a:pt x="4122058" y="208159"/>
                </a:lnTo>
                <a:lnTo>
                  <a:pt x="4145261" y="216722"/>
                </a:lnTo>
                <a:lnTo>
                  <a:pt x="4168235" y="225914"/>
                </a:lnTo>
                <a:lnTo>
                  <a:pt x="4191210" y="235096"/>
                </a:lnTo>
                <a:lnTo>
                  <a:pt x="4214184" y="244288"/>
                </a:lnTo>
                <a:lnTo>
                  <a:pt x="4237158" y="253479"/>
                </a:lnTo>
                <a:lnTo>
                  <a:pt x="4259685" y="263709"/>
                </a:lnTo>
                <a:lnTo>
                  <a:pt x="4282164" y="274034"/>
                </a:lnTo>
                <a:lnTo>
                  <a:pt x="4304652" y="284359"/>
                </a:lnTo>
                <a:lnTo>
                  <a:pt x="4327131" y="294684"/>
                </a:lnTo>
                <a:lnTo>
                  <a:pt x="4349125" y="306010"/>
                </a:lnTo>
                <a:lnTo>
                  <a:pt x="4370965" y="317640"/>
                </a:lnTo>
                <a:lnTo>
                  <a:pt x="4392797" y="329270"/>
                </a:lnTo>
                <a:lnTo>
                  <a:pt x="4414637" y="340900"/>
                </a:lnTo>
                <a:lnTo>
                  <a:pt x="4436059" y="353273"/>
                </a:lnTo>
                <a:lnTo>
                  <a:pt x="4457338" y="365893"/>
                </a:lnTo>
                <a:lnTo>
                  <a:pt x="4478617" y="378514"/>
                </a:lnTo>
                <a:lnTo>
                  <a:pt x="4499896" y="391135"/>
                </a:lnTo>
                <a:lnTo>
                  <a:pt x="4520517" y="404813"/>
                </a:lnTo>
                <a:lnTo>
                  <a:pt x="4541063" y="418595"/>
                </a:lnTo>
                <a:lnTo>
                  <a:pt x="4561608" y="432378"/>
                </a:lnTo>
                <a:lnTo>
                  <a:pt x="4581877" y="446542"/>
                </a:lnTo>
                <a:lnTo>
                  <a:pt x="4601280" y="461896"/>
                </a:lnTo>
                <a:lnTo>
                  <a:pt x="4620682" y="477260"/>
                </a:lnTo>
                <a:lnTo>
                  <a:pt x="4640075" y="492614"/>
                </a:lnTo>
                <a:lnTo>
                  <a:pt x="4658811" y="508759"/>
                </a:lnTo>
                <a:lnTo>
                  <a:pt x="4677270" y="525228"/>
                </a:lnTo>
                <a:lnTo>
                  <a:pt x="4695739" y="541706"/>
                </a:lnTo>
                <a:lnTo>
                  <a:pt x="4713703" y="558689"/>
                </a:lnTo>
                <a:lnTo>
                  <a:pt x="4730744" y="576615"/>
                </a:lnTo>
                <a:lnTo>
                  <a:pt x="4747793" y="594551"/>
                </a:lnTo>
                <a:lnTo>
                  <a:pt x="4764662" y="612638"/>
                </a:lnTo>
                <a:lnTo>
                  <a:pt x="4780036" y="632022"/>
                </a:lnTo>
                <a:lnTo>
                  <a:pt x="4795418" y="651405"/>
                </a:lnTo>
                <a:lnTo>
                  <a:pt x="4810773" y="670798"/>
                </a:lnTo>
                <a:lnTo>
                  <a:pt x="4824346" y="691486"/>
                </a:lnTo>
                <a:lnTo>
                  <a:pt x="4837928" y="712175"/>
                </a:lnTo>
                <a:lnTo>
                  <a:pt x="4851349" y="732949"/>
                </a:lnTo>
                <a:lnTo>
                  <a:pt x="4862674" y="754942"/>
                </a:lnTo>
                <a:lnTo>
                  <a:pt x="4874009" y="776935"/>
                </a:lnTo>
                <a:lnTo>
                  <a:pt x="4884896" y="799138"/>
                </a:lnTo>
                <a:lnTo>
                  <a:pt x="4894145" y="822084"/>
                </a:lnTo>
                <a:lnTo>
                  <a:pt x="4903394" y="845029"/>
                </a:lnTo>
                <a:lnTo>
                  <a:pt x="4911357" y="868404"/>
                </a:lnTo>
                <a:lnTo>
                  <a:pt x="4917596" y="892350"/>
                </a:lnTo>
                <a:lnTo>
                  <a:pt x="4923844" y="916286"/>
                </a:lnTo>
                <a:lnTo>
                  <a:pt x="4928245" y="940603"/>
                </a:lnTo>
                <a:lnTo>
                  <a:pt x="4931797" y="965083"/>
                </a:lnTo>
                <a:lnTo>
                  <a:pt x="4935341" y="989571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C4D5DF"/>
            </a:solidFill>
            <a:prstDash val="dash"/>
          </a:ln>
        </p:spPr>
      </p:sp>
      <p:sp>
        <p:nvSpPr>
          <p:cNvPr id="3" name="ecology-outer-node-1-depth">
            <a:extLst xmlns:a="http://schemas.openxmlformats.org/drawingml/2006/main">
              <a:ext uri="{FF2B5EF4-FFF2-40B4-BE49-F238E27FC236}">
                <a16:creationId xmlns:a16="http://schemas.microsoft.com/office/drawing/2014/main" id="{341C76BA-A70D-4070-8BB7-1E2EE968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960" y="2248853"/>
            <a:ext cx="428625" cy="39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8BA7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4" name="ecology-outer-node-1">
            <a:extLst xmlns:a="http://schemas.openxmlformats.org/drawingml/2006/main">
              <a:ext uri="{FF2B5EF4-FFF2-40B4-BE49-F238E27FC236}">
                <a16:creationId xmlns:a16="http://schemas.microsoft.com/office/drawing/2014/main" id="{3B8E1A66-D5D1-4058-9B97-32279D1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290" y="2191703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B5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5" name="ecology-outer-node-1-highlight">
            <a:extLst xmlns:a="http://schemas.openxmlformats.org/drawingml/2006/main">
              <a:ext uri="{FF2B5EF4-FFF2-40B4-BE49-F238E27FC236}">
                <a16:creationId xmlns:a16="http://schemas.microsoft.com/office/drawing/2014/main" id="{84FD016C-5674-4524-BB8E-26F27B0B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0733" y="229933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ecology-outer-node-2-depth">
            <a:extLst xmlns:a="http://schemas.openxmlformats.org/drawingml/2006/main">
              <a:ext uri="{FF2B5EF4-FFF2-40B4-BE49-F238E27FC236}">
                <a16:creationId xmlns:a16="http://schemas.microsoft.com/office/drawing/2014/main" id="{2241FBF4-BE45-4DD8-8616-CAA32712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4488" y="2702243"/>
            <a:ext cx="447675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8BA7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7" name="ecology-outer-node-2">
            <a:extLst xmlns:a="http://schemas.openxmlformats.org/drawingml/2006/main">
              <a:ext uri="{FF2B5EF4-FFF2-40B4-BE49-F238E27FC236}">
                <a16:creationId xmlns:a16="http://schemas.microsoft.com/office/drawing/2014/main" id="{78D3DE82-4C90-43F9-AE02-E307E866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7818" y="2644140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BE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8" name="ecology-outer-node-2-highlight">
            <a:extLst xmlns:a="http://schemas.openxmlformats.org/drawingml/2006/main">
              <a:ext uri="{FF2B5EF4-FFF2-40B4-BE49-F238E27FC236}">
                <a16:creationId xmlns:a16="http://schemas.microsoft.com/office/drawing/2014/main" id="{077F2F16-7FFF-464A-BDD4-390A07AA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023" y="2755583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ecology-inner-node-1-depth">
            <a:extLst xmlns:a="http://schemas.openxmlformats.org/drawingml/2006/main">
              <a:ext uri="{FF2B5EF4-FFF2-40B4-BE49-F238E27FC236}">
                <a16:creationId xmlns:a16="http://schemas.microsoft.com/office/drawing/2014/main" id="{C7FF4F0B-9F84-4D84-B07A-BF37E052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3785" y="2632710"/>
            <a:ext cx="739140" cy="68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F76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10" name="ecology-inner-node-1">
            <a:extLst xmlns:a="http://schemas.openxmlformats.org/drawingml/2006/main">
              <a:ext uri="{FF2B5EF4-FFF2-40B4-BE49-F238E27FC236}">
                <a16:creationId xmlns:a16="http://schemas.microsoft.com/office/drawing/2014/main" id="{A0E150C7-6D94-4D96-AD9A-049EE9A1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115" y="2563178"/>
            <a:ext cx="739140" cy="739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9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11" name="ecology-inner-node-1-highlight">
            <a:extLst xmlns:a="http://schemas.openxmlformats.org/drawingml/2006/main">
              <a:ext uri="{FF2B5EF4-FFF2-40B4-BE49-F238E27FC236}">
                <a16:creationId xmlns:a16="http://schemas.microsoft.com/office/drawing/2014/main" id="{F3D73B19-451D-4226-8819-AF74DBE9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9520" y="2747963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ecology-inner-node-4-depth">
            <a:extLst xmlns:a="http://schemas.openxmlformats.org/drawingml/2006/main">
              <a:ext uri="{FF2B5EF4-FFF2-40B4-BE49-F238E27FC236}">
                <a16:creationId xmlns:a16="http://schemas.microsoft.com/office/drawing/2014/main" id="{37BB989C-B8A7-4D44-A07D-94B5A339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4778" y="2938463"/>
            <a:ext cx="739140" cy="68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F76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13" name="ecology-inner-node-4">
            <a:extLst xmlns:a="http://schemas.openxmlformats.org/drawingml/2006/main">
              <a:ext uri="{FF2B5EF4-FFF2-40B4-BE49-F238E27FC236}">
                <a16:creationId xmlns:a16="http://schemas.microsoft.com/office/drawing/2014/main" id="{DC9E683A-2C42-4EF6-8700-4A0951BA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8108" y="2868930"/>
            <a:ext cx="739140" cy="739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8FAC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14" name="ecology-inner-node-4-highlight">
            <a:extLst xmlns:a="http://schemas.openxmlformats.org/drawingml/2006/main">
              <a:ext uri="{FF2B5EF4-FFF2-40B4-BE49-F238E27FC236}">
                <a16:creationId xmlns:a16="http://schemas.microsoft.com/office/drawing/2014/main" id="{D634D309-AB4E-4AA3-813B-05D427A3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0513" y="3052763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ecology-outer-node-6-depth">
            <a:extLst xmlns:a="http://schemas.openxmlformats.org/drawingml/2006/main">
              <a:ext uri="{FF2B5EF4-FFF2-40B4-BE49-F238E27FC236}">
                <a16:creationId xmlns:a16="http://schemas.microsoft.com/office/drawing/2014/main" id="{D7639CC0-1E53-44D2-AB66-E335477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0780" y="3297555"/>
            <a:ext cx="447675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8BA7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16" name="ecology-outer-node-6">
            <a:extLst xmlns:a="http://schemas.openxmlformats.org/drawingml/2006/main">
              <a:ext uri="{FF2B5EF4-FFF2-40B4-BE49-F238E27FC236}">
                <a16:creationId xmlns:a16="http://schemas.microsoft.com/office/drawing/2014/main" id="{7DCDD662-8C02-466E-8A5B-0BC69B0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4110" y="3239453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1DD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17" name="ecology-outer-node-6-highlight">
            <a:extLst xmlns:a="http://schemas.openxmlformats.org/drawingml/2006/main">
              <a:ext uri="{FF2B5EF4-FFF2-40B4-BE49-F238E27FC236}">
                <a16:creationId xmlns:a16="http://schemas.microsoft.com/office/drawing/2014/main" id="{B5709B36-4F39-4A6A-9074-522ECF23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0315" y="3350895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ecology-core-depth">
            <a:extLst xmlns:a="http://schemas.openxmlformats.org/drawingml/2006/main">
              <a:ext uri="{FF2B5EF4-FFF2-40B4-BE49-F238E27FC236}">
                <a16:creationId xmlns:a16="http://schemas.microsoft.com/office/drawing/2014/main" id="{2F7DC807-46B6-4EEC-80FA-D7E9E23B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3267075"/>
            <a:ext cx="15621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F7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ecology-core-disc">
            <a:extLst xmlns:a="http://schemas.openxmlformats.org/drawingml/2006/main">
              <a:ext uri="{FF2B5EF4-FFF2-40B4-BE49-F238E27FC236}">
                <a16:creationId xmlns:a16="http://schemas.microsoft.com/office/drawing/2014/main" id="{A2BEDB23-DFF5-424B-B0EF-6A1B9BD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20040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ecology-core-highlight">
            <a:extLst xmlns:a="http://schemas.openxmlformats.org/drawingml/2006/main">
              <a:ext uri="{FF2B5EF4-FFF2-40B4-BE49-F238E27FC236}">
                <a16:creationId xmlns:a16="http://schemas.microsoft.com/office/drawing/2014/main" id="{6F9FD36E-EB8A-4054-B173-8BEEF823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575" y="3543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7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ecology-secondary-orbit-front">
            <a:extLst xmlns:a="http://schemas.openxmlformats.org/drawingml/2006/main">
              <a:ext uri="{FF2B5EF4-FFF2-40B4-BE49-F238E27FC236}">
                <a16:creationId xmlns:a16="http://schemas.microsoft.com/office/drawing/2014/main" id="{EB4E32C1-B382-413E-AA49-40C3F50F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7890" y="3580448"/>
            <a:ext cx="7857887" cy="1900104"/>
          </a:xfrm>
          <a:custGeom xmlns:a="http://schemas.openxmlformats.org/drawingml/2006/main">
            <a:pathLst>
              <a:path w="7857887" h="1900104">
                <a:moveTo>
                  <a:pt x="7856220" y="0"/>
                </a:moveTo>
                <a:lnTo>
                  <a:pt x="7857058" y="37548"/>
                </a:lnTo>
                <a:lnTo>
                  <a:pt x="7857887" y="75086"/>
                </a:lnTo>
                <a:lnTo>
                  <a:pt x="7854610" y="112414"/>
                </a:lnTo>
                <a:lnTo>
                  <a:pt x="7849695" y="149638"/>
                </a:lnTo>
                <a:lnTo>
                  <a:pt x="7842828" y="186480"/>
                </a:lnTo>
                <a:lnTo>
                  <a:pt x="7832884" y="222685"/>
                </a:lnTo>
                <a:lnTo>
                  <a:pt x="7822930" y="258899"/>
                </a:lnTo>
                <a:lnTo>
                  <a:pt x="7808938" y="293751"/>
                </a:lnTo>
                <a:lnTo>
                  <a:pt x="7794927" y="328593"/>
                </a:lnTo>
                <a:lnTo>
                  <a:pt x="7779029" y="362550"/>
                </a:lnTo>
                <a:lnTo>
                  <a:pt x="7761103" y="395545"/>
                </a:lnTo>
                <a:lnTo>
                  <a:pt x="7743168" y="428539"/>
                </a:lnTo>
                <a:lnTo>
                  <a:pt x="7722394" y="459791"/>
                </a:lnTo>
                <a:lnTo>
                  <a:pt x="7701020" y="490661"/>
                </a:lnTo>
                <a:lnTo>
                  <a:pt x="7679598" y="521513"/>
                </a:lnTo>
                <a:lnTo>
                  <a:pt x="7655719" y="550488"/>
                </a:lnTo>
                <a:lnTo>
                  <a:pt x="7631830" y="579472"/>
                </a:lnTo>
                <a:lnTo>
                  <a:pt x="7607884" y="608390"/>
                </a:lnTo>
                <a:lnTo>
                  <a:pt x="7581481" y="635098"/>
                </a:lnTo>
                <a:lnTo>
                  <a:pt x="7555078" y="661797"/>
                </a:lnTo>
                <a:lnTo>
                  <a:pt x="7528665" y="688505"/>
                </a:lnTo>
                <a:lnTo>
                  <a:pt x="7500966" y="713851"/>
                </a:lnTo>
                <a:lnTo>
                  <a:pt x="7473039" y="738950"/>
                </a:lnTo>
                <a:lnTo>
                  <a:pt x="7445111" y="764057"/>
                </a:lnTo>
                <a:lnTo>
                  <a:pt x="7416413" y="788241"/>
                </a:lnTo>
                <a:lnTo>
                  <a:pt x="7386857" y="811416"/>
                </a:lnTo>
                <a:lnTo>
                  <a:pt x="7357301" y="834581"/>
                </a:lnTo>
                <a:lnTo>
                  <a:pt x="7327735" y="857745"/>
                </a:lnTo>
                <a:lnTo>
                  <a:pt x="7297160" y="879539"/>
                </a:lnTo>
                <a:lnTo>
                  <a:pt x="7266470" y="901179"/>
                </a:lnTo>
                <a:lnTo>
                  <a:pt x="7235771" y="922811"/>
                </a:lnTo>
                <a:lnTo>
                  <a:pt x="7204958" y="944270"/>
                </a:lnTo>
                <a:lnTo>
                  <a:pt x="7173211" y="964321"/>
                </a:lnTo>
                <a:lnTo>
                  <a:pt x="7141454" y="984380"/>
                </a:lnTo>
                <a:lnTo>
                  <a:pt x="7109708" y="1004430"/>
                </a:lnTo>
                <a:lnTo>
                  <a:pt x="7077837" y="1024299"/>
                </a:lnTo>
                <a:lnTo>
                  <a:pt x="7045166" y="1042807"/>
                </a:lnTo>
                <a:lnTo>
                  <a:pt x="7012486" y="1061314"/>
                </a:lnTo>
                <a:lnTo>
                  <a:pt x="6979815" y="1079821"/>
                </a:lnTo>
                <a:lnTo>
                  <a:pt x="6947135" y="1098328"/>
                </a:lnTo>
                <a:lnTo>
                  <a:pt x="6913797" y="1115625"/>
                </a:lnTo>
                <a:lnTo>
                  <a:pt x="6880431" y="1132846"/>
                </a:lnTo>
                <a:lnTo>
                  <a:pt x="6847065" y="1150077"/>
                </a:lnTo>
                <a:lnTo>
                  <a:pt x="6813690" y="1167308"/>
                </a:lnTo>
                <a:lnTo>
                  <a:pt x="6779933" y="1183738"/>
                </a:lnTo>
                <a:lnTo>
                  <a:pt x="6745900" y="1199607"/>
                </a:lnTo>
                <a:lnTo>
                  <a:pt x="6711858" y="1215476"/>
                </a:lnTo>
                <a:lnTo>
                  <a:pt x="6677825" y="1231354"/>
                </a:lnTo>
                <a:lnTo>
                  <a:pt x="6643773" y="1247194"/>
                </a:lnTo>
                <a:lnTo>
                  <a:pt x="6609207" y="1261862"/>
                </a:lnTo>
                <a:lnTo>
                  <a:pt x="6574641" y="1276531"/>
                </a:lnTo>
                <a:lnTo>
                  <a:pt x="6540065" y="1291209"/>
                </a:lnTo>
                <a:lnTo>
                  <a:pt x="6505499" y="1305878"/>
                </a:lnTo>
                <a:lnTo>
                  <a:pt x="6470809" y="1320241"/>
                </a:lnTo>
                <a:lnTo>
                  <a:pt x="6435804" y="1333862"/>
                </a:lnTo>
                <a:lnTo>
                  <a:pt x="6400800" y="1347473"/>
                </a:lnTo>
                <a:lnTo>
                  <a:pt x="6365805" y="1361084"/>
                </a:lnTo>
                <a:lnTo>
                  <a:pt x="6330801" y="1374696"/>
                </a:lnTo>
                <a:lnTo>
                  <a:pt x="6295654" y="1387916"/>
                </a:lnTo>
                <a:lnTo>
                  <a:pt x="6260287" y="1400518"/>
                </a:lnTo>
                <a:lnTo>
                  <a:pt x="6224911" y="1413129"/>
                </a:lnTo>
                <a:lnTo>
                  <a:pt x="6189536" y="1425731"/>
                </a:lnTo>
                <a:lnTo>
                  <a:pt x="6154160" y="1438342"/>
                </a:lnTo>
                <a:lnTo>
                  <a:pt x="6118650" y="1450553"/>
                </a:lnTo>
                <a:lnTo>
                  <a:pt x="6082865" y="1461926"/>
                </a:lnTo>
                <a:lnTo>
                  <a:pt x="6047070" y="1473308"/>
                </a:lnTo>
                <a:lnTo>
                  <a:pt x="6011285" y="1484681"/>
                </a:lnTo>
                <a:lnTo>
                  <a:pt x="5975499" y="1496063"/>
                </a:lnTo>
                <a:lnTo>
                  <a:pt x="5939676" y="1507350"/>
                </a:lnTo>
                <a:lnTo>
                  <a:pt x="5903681" y="1518047"/>
                </a:lnTo>
                <a:lnTo>
                  <a:pt x="5867676" y="1528734"/>
                </a:lnTo>
                <a:lnTo>
                  <a:pt x="5831681" y="1539431"/>
                </a:lnTo>
                <a:lnTo>
                  <a:pt x="5795677" y="1550118"/>
                </a:lnTo>
                <a:lnTo>
                  <a:pt x="5759682" y="1560814"/>
                </a:lnTo>
                <a:lnTo>
                  <a:pt x="5723439" y="1570644"/>
                </a:lnTo>
                <a:lnTo>
                  <a:pt x="5687130" y="1580245"/>
                </a:lnTo>
                <a:lnTo>
                  <a:pt x="5650821" y="1589846"/>
                </a:lnTo>
                <a:lnTo>
                  <a:pt x="5614521" y="1599448"/>
                </a:lnTo>
                <a:lnTo>
                  <a:pt x="5578211" y="1609049"/>
                </a:lnTo>
                <a:lnTo>
                  <a:pt x="5541826" y="1618307"/>
                </a:lnTo>
                <a:lnTo>
                  <a:pt x="5505260" y="1626889"/>
                </a:lnTo>
                <a:lnTo>
                  <a:pt x="5468703" y="1635471"/>
                </a:lnTo>
                <a:lnTo>
                  <a:pt x="5432136" y="1644053"/>
                </a:lnTo>
                <a:lnTo>
                  <a:pt x="5395579" y="1652635"/>
                </a:lnTo>
                <a:lnTo>
                  <a:pt x="5359022" y="1661217"/>
                </a:lnTo>
                <a:lnTo>
                  <a:pt x="5322341" y="1669275"/>
                </a:lnTo>
                <a:lnTo>
                  <a:pt x="5285632" y="1677191"/>
                </a:lnTo>
                <a:lnTo>
                  <a:pt x="5248923" y="1685106"/>
                </a:lnTo>
                <a:lnTo>
                  <a:pt x="5212213" y="1693021"/>
                </a:lnTo>
                <a:lnTo>
                  <a:pt x="5175504" y="1700936"/>
                </a:lnTo>
                <a:lnTo>
                  <a:pt x="5138766" y="1708728"/>
                </a:lnTo>
                <a:lnTo>
                  <a:pt x="5101866" y="1715710"/>
                </a:lnTo>
                <a:lnTo>
                  <a:pt x="5064966" y="1722692"/>
                </a:lnTo>
                <a:lnTo>
                  <a:pt x="5028067" y="1729673"/>
                </a:lnTo>
                <a:lnTo>
                  <a:pt x="4991167" y="1736655"/>
                </a:lnTo>
                <a:lnTo>
                  <a:pt x="4954267" y="1743637"/>
                </a:lnTo>
                <a:lnTo>
                  <a:pt x="4917300" y="1750247"/>
                </a:lnTo>
                <a:lnTo>
                  <a:pt x="4880248" y="1756315"/>
                </a:lnTo>
                <a:lnTo>
                  <a:pt x="4843186" y="1762382"/>
                </a:lnTo>
                <a:lnTo>
                  <a:pt x="4806125" y="1768450"/>
                </a:lnTo>
                <a:lnTo>
                  <a:pt x="4769063" y="1774517"/>
                </a:lnTo>
                <a:lnTo>
                  <a:pt x="4732001" y="1780584"/>
                </a:lnTo>
                <a:lnTo>
                  <a:pt x="4694863" y="1786157"/>
                </a:lnTo>
                <a:lnTo>
                  <a:pt x="4657677" y="1791376"/>
                </a:lnTo>
                <a:lnTo>
                  <a:pt x="4620482" y="1796596"/>
                </a:lnTo>
                <a:lnTo>
                  <a:pt x="4583297" y="1801816"/>
                </a:lnTo>
                <a:lnTo>
                  <a:pt x="4546102" y="1807035"/>
                </a:lnTo>
                <a:lnTo>
                  <a:pt x="4508916" y="1812255"/>
                </a:lnTo>
                <a:lnTo>
                  <a:pt x="4471664" y="1816960"/>
                </a:lnTo>
                <a:lnTo>
                  <a:pt x="4434383" y="1821504"/>
                </a:lnTo>
                <a:lnTo>
                  <a:pt x="4397102" y="1826038"/>
                </a:lnTo>
                <a:lnTo>
                  <a:pt x="4359821" y="1830581"/>
                </a:lnTo>
                <a:lnTo>
                  <a:pt x="4322540" y="1835115"/>
                </a:lnTo>
                <a:lnTo>
                  <a:pt x="4285269" y="1839658"/>
                </a:lnTo>
                <a:lnTo>
                  <a:pt x="4247912" y="1843478"/>
                </a:lnTo>
                <a:lnTo>
                  <a:pt x="4210536" y="1847202"/>
                </a:lnTo>
                <a:lnTo>
                  <a:pt x="4173169" y="1850917"/>
                </a:lnTo>
                <a:lnTo>
                  <a:pt x="4135803" y="1854641"/>
                </a:lnTo>
                <a:lnTo>
                  <a:pt x="4098427" y="1858366"/>
                </a:lnTo>
                <a:lnTo>
                  <a:pt x="4061060" y="1862080"/>
                </a:lnTo>
                <a:lnTo>
                  <a:pt x="4023627" y="1865014"/>
                </a:lnTo>
                <a:lnTo>
                  <a:pt x="3986184" y="1867929"/>
                </a:lnTo>
                <a:lnTo>
                  <a:pt x="3948741" y="1870843"/>
                </a:lnTo>
                <a:lnTo>
                  <a:pt x="3911298" y="1873768"/>
                </a:lnTo>
                <a:lnTo>
                  <a:pt x="3873856" y="1876682"/>
                </a:lnTo>
                <a:lnTo>
                  <a:pt x="3836413" y="1879492"/>
                </a:lnTo>
                <a:lnTo>
                  <a:pt x="3798913" y="1881445"/>
                </a:lnTo>
                <a:lnTo>
                  <a:pt x="3761403" y="1883388"/>
                </a:lnTo>
                <a:lnTo>
                  <a:pt x="3723904" y="1885340"/>
                </a:lnTo>
                <a:lnTo>
                  <a:pt x="3686404" y="1887283"/>
                </a:lnTo>
                <a:lnTo>
                  <a:pt x="3648894" y="1889236"/>
                </a:lnTo>
                <a:lnTo>
                  <a:pt x="3611385" y="1891027"/>
                </a:lnTo>
                <a:lnTo>
                  <a:pt x="3573856" y="1892332"/>
                </a:lnTo>
                <a:lnTo>
                  <a:pt x="3536318" y="1893637"/>
                </a:lnTo>
                <a:lnTo>
                  <a:pt x="3498790" y="1894942"/>
                </a:lnTo>
                <a:lnTo>
                  <a:pt x="3461261" y="1896247"/>
                </a:lnTo>
                <a:lnTo>
                  <a:pt x="3423733" y="1897551"/>
                </a:lnTo>
                <a:lnTo>
                  <a:pt x="3386185" y="1898466"/>
                </a:lnTo>
                <a:lnTo>
                  <a:pt x="3348638" y="1898790"/>
                </a:lnTo>
                <a:lnTo>
                  <a:pt x="3311081" y="1899123"/>
                </a:lnTo>
                <a:lnTo>
                  <a:pt x="3273533" y="1899447"/>
                </a:lnTo>
                <a:lnTo>
                  <a:pt x="3235976" y="1899780"/>
                </a:lnTo>
                <a:lnTo>
                  <a:pt x="3198428" y="1900104"/>
                </a:lnTo>
                <a:lnTo>
                  <a:pt x="3160871" y="1900037"/>
                </a:lnTo>
                <a:lnTo>
                  <a:pt x="3123324" y="1899704"/>
                </a:lnTo>
                <a:lnTo>
                  <a:pt x="3085767" y="1899371"/>
                </a:lnTo>
                <a:lnTo>
                  <a:pt x="3048219" y="1899047"/>
                </a:lnTo>
                <a:lnTo>
                  <a:pt x="3010662" y="1898714"/>
                </a:lnTo>
                <a:lnTo>
                  <a:pt x="2973114" y="1898380"/>
                </a:lnTo>
                <a:lnTo>
                  <a:pt x="2935576" y="1897170"/>
                </a:lnTo>
                <a:lnTo>
                  <a:pt x="2898048" y="1895827"/>
                </a:lnTo>
                <a:lnTo>
                  <a:pt x="2860519" y="1894475"/>
                </a:lnTo>
                <a:lnTo>
                  <a:pt x="2822991" y="1893132"/>
                </a:lnTo>
                <a:lnTo>
                  <a:pt x="2785453" y="1891789"/>
                </a:lnTo>
                <a:lnTo>
                  <a:pt x="2747934" y="1890255"/>
                </a:lnTo>
                <a:lnTo>
                  <a:pt x="2710444" y="1888017"/>
                </a:lnTo>
                <a:lnTo>
                  <a:pt x="2672963" y="1885788"/>
                </a:lnTo>
                <a:lnTo>
                  <a:pt x="2635472" y="1883550"/>
                </a:lnTo>
                <a:lnTo>
                  <a:pt x="2597982" y="1881311"/>
                </a:lnTo>
                <a:lnTo>
                  <a:pt x="2560501" y="1879082"/>
                </a:lnTo>
                <a:lnTo>
                  <a:pt x="2523058" y="1876244"/>
                </a:lnTo>
                <a:lnTo>
                  <a:pt x="2485634" y="1873110"/>
                </a:lnTo>
                <a:lnTo>
                  <a:pt x="2448211" y="1869977"/>
                </a:lnTo>
                <a:lnTo>
                  <a:pt x="2410787" y="1866843"/>
                </a:lnTo>
                <a:lnTo>
                  <a:pt x="2373363" y="1863719"/>
                </a:lnTo>
                <a:lnTo>
                  <a:pt x="2335959" y="1860394"/>
                </a:lnTo>
                <a:lnTo>
                  <a:pt x="2298630" y="1856289"/>
                </a:lnTo>
                <a:lnTo>
                  <a:pt x="2261302" y="1852174"/>
                </a:lnTo>
                <a:lnTo>
                  <a:pt x="2223973" y="1848069"/>
                </a:lnTo>
                <a:lnTo>
                  <a:pt x="2186645" y="1843964"/>
                </a:lnTo>
                <a:lnTo>
                  <a:pt x="2149316" y="1839849"/>
                </a:lnTo>
                <a:lnTo>
                  <a:pt x="2112093" y="1834867"/>
                </a:lnTo>
                <a:lnTo>
                  <a:pt x="2074888" y="1829733"/>
                </a:lnTo>
                <a:lnTo>
                  <a:pt x="2037693" y="1824599"/>
                </a:lnTo>
                <a:lnTo>
                  <a:pt x="2000488" y="1819475"/>
                </a:lnTo>
                <a:lnTo>
                  <a:pt x="1963283" y="1814341"/>
                </a:lnTo>
                <a:lnTo>
                  <a:pt x="1926193" y="1808502"/>
                </a:lnTo>
                <a:lnTo>
                  <a:pt x="1889150" y="1802292"/>
                </a:lnTo>
                <a:lnTo>
                  <a:pt x="1852117" y="1796091"/>
                </a:lnTo>
                <a:lnTo>
                  <a:pt x="1815074" y="1789890"/>
                </a:lnTo>
                <a:lnTo>
                  <a:pt x="1778041" y="1783680"/>
                </a:lnTo>
                <a:lnTo>
                  <a:pt x="1741132" y="1776765"/>
                </a:lnTo>
                <a:lnTo>
                  <a:pt x="1704318" y="1769364"/>
                </a:lnTo>
                <a:lnTo>
                  <a:pt x="1667504" y="1761963"/>
                </a:lnTo>
                <a:lnTo>
                  <a:pt x="1630680" y="1754553"/>
                </a:lnTo>
                <a:lnTo>
                  <a:pt x="1593866" y="1747152"/>
                </a:lnTo>
                <a:lnTo>
                  <a:pt x="1557204" y="1739017"/>
                </a:lnTo>
                <a:lnTo>
                  <a:pt x="1520619" y="1730569"/>
                </a:lnTo>
                <a:lnTo>
                  <a:pt x="1484024" y="1722130"/>
                </a:lnTo>
                <a:lnTo>
                  <a:pt x="1447429" y="1713681"/>
                </a:lnTo>
                <a:lnTo>
                  <a:pt x="1410833" y="1705242"/>
                </a:lnTo>
                <a:lnTo>
                  <a:pt x="1374572" y="1695488"/>
                </a:lnTo>
                <a:lnTo>
                  <a:pt x="1338320" y="1685696"/>
                </a:lnTo>
                <a:lnTo>
                  <a:pt x="1302068" y="1675905"/>
                </a:lnTo>
                <a:lnTo>
                  <a:pt x="1265806" y="1666103"/>
                </a:lnTo>
                <a:lnTo>
                  <a:pt x="1229706" y="1655778"/>
                </a:lnTo>
                <a:lnTo>
                  <a:pt x="1193854" y="1644625"/>
                </a:lnTo>
                <a:lnTo>
                  <a:pt x="1157992" y="1633471"/>
                </a:lnTo>
                <a:lnTo>
                  <a:pt x="1122131" y="1622317"/>
                </a:lnTo>
                <a:lnTo>
                  <a:pt x="1086288" y="1611116"/>
                </a:lnTo>
                <a:lnTo>
                  <a:pt x="1050874" y="1598628"/>
                </a:lnTo>
                <a:lnTo>
                  <a:pt x="1015451" y="1586141"/>
                </a:lnTo>
                <a:lnTo>
                  <a:pt x="980037" y="1573654"/>
                </a:lnTo>
                <a:lnTo>
                  <a:pt x="944623" y="1561167"/>
                </a:lnTo>
                <a:lnTo>
                  <a:pt x="909733" y="1547270"/>
                </a:lnTo>
                <a:lnTo>
                  <a:pt x="874957" y="1533115"/>
                </a:lnTo>
                <a:lnTo>
                  <a:pt x="840172" y="1518961"/>
                </a:lnTo>
                <a:lnTo>
                  <a:pt x="805386" y="1504807"/>
                </a:lnTo>
                <a:lnTo>
                  <a:pt x="771258" y="1489139"/>
                </a:lnTo>
                <a:lnTo>
                  <a:pt x="737225" y="1473260"/>
                </a:lnTo>
                <a:lnTo>
                  <a:pt x="703193" y="1457382"/>
                </a:lnTo>
                <a:lnTo>
                  <a:pt x="669265" y="1441304"/>
                </a:lnTo>
                <a:lnTo>
                  <a:pt x="636222" y="1423454"/>
                </a:lnTo>
                <a:lnTo>
                  <a:pt x="603180" y="1405604"/>
                </a:lnTo>
                <a:lnTo>
                  <a:pt x="570147" y="1387754"/>
                </a:lnTo>
                <a:lnTo>
                  <a:pt x="537686" y="1368895"/>
                </a:lnTo>
                <a:lnTo>
                  <a:pt x="505758" y="1349121"/>
                </a:lnTo>
                <a:lnTo>
                  <a:pt x="473840" y="1329338"/>
                </a:lnTo>
                <a:lnTo>
                  <a:pt x="442141" y="1309221"/>
                </a:lnTo>
                <a:lnTo>
                  <a:pt x="411747" y="1287170"/>
                </a:lnTo>
                <a:lnTo>
                  <a:pt x="381343" y="1265120"/>
                </a:lnTo>
                <a:lnTo>
                  <a:pt x="350949" y="1243060"/>
                </a:lnTo>
                <a:lnTo>
                  <a:pt x="322183" y="1218933"/>
                </a:lnTo>
                <a:lnTo>
                  <a:pt x="293484" y="1194702"/>
                </a:lnTo>
                <a:lnTo>
                  <a:pt x="264795" y="1170470"/>
                </a:lnTo>
                <a:lnTo>
                  <a:pt x="238506" y="1143667"/>
                </a:lnTo>
                <a:lnTo>
                  <a:pt x="212293" y="1116778"/>
                </a:lnTo>
                <a:lnTo>
                  <a:pt x="186528" y="1089489"/>
                </a:lnTo>
                <a:lnTo>
                  <a:pt x="162982" y="1060228"/>
                </a:lnTo>
                <a:lnTo>
                  <a:pt x="139436" y="1030976"/>
                </a:lnTo>
                <a:lnTo>
                  <a:pt x="117548" y="1000525"/>
                </a:lnTo>
                <a:lnTo>
                  <a:pt x="97336" y="968873"/>
                </a:lnTo>
                <a:lnTo>
                  <a:pt x="77133" y="937222"/>
                </a:lnTo>
                <a:lnTo>
                  <a:pt x="61293" y="903170"/>
                </a:lnTo>
                <a:lnTo>
                  <a:pt x="45453" y="869118"/>
                </a:lnTo>
                <a:lnTo>
                  <a:pt x="32423" y="833980"/>
                </a:lnTo>
                <a:lnTo>
                  <a:pt x="21288" y="798119"/>
                </a:lnTo>
                <a:lnTo>
                  <a:pt x="11668" y="761905"/>
                </a:lnTo>
                <a:lnTo>
                  <a:pt x="5839" y="724805"/>
                </a:lnTo>
                <a:lnTo>
                  <a:pt x="0" y="68770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0ADBF"/>
            </a:solidFill>
            <a:prstDash val="solid"/>
          </a:ln>
        </p:spPr>
      </p:sp>
      <p:sp>
        <p:nvSpPr>
          <p:cNvPr id="22" name="ecology-primary-orbit-front">
            <a:extLst xmlns:a="http://schemas.openxmlformats.org/drawingml/2006/main">
              <a:ext uri="{FF2B5EF4-FFF2-40B4-BE49-F238E27FC236}">
                <a16:creationId xmlns:a16="http://schemas.microsoft.com/office/drawing/2014/main" id="{F738FB43-8B39-4B8F-9F80-461AB408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9025" y="3708083"/>
            <a:ext cx="4935341" cy="1422006"/>
          </a:xfrm>
          <a:custGeom xmlns:a="http://schemas.openxmlformats.org/drawingml/2006/main">
            <a:pathLst>
              <a:path w="4935341" h="1422006">
                <a:moveTo>
                  <a:pt x="4933950" y="0"/>
                </a:moveTo>
                <a:lnTo>
                  <a:pt x="4934645" y="24736"/>
                </a:lnTo>
                <a:lnTo>
                  <a:pt x="4935341" y="49463"/>
                </a:lnTo>
                <a:lnTo>
                  <a:pt x="4935293" y="74171"/>
                </a:lnTo>
                <a:lnTo>
                  <a:pt x="4933178" y="98822"/>
                </a:lnTo>
                <a:lnTo>
                  <a:pt x="4931064" y="123482"/>
                </a:lnTo>
                <a:lnTo>
                  <a:pt x="4927454" y="147914"/>
                </a:lnTo>
                <a:lnTo>
                  <a:pt x="4922672" y="172193"/>
                </a:lnTo>
                <a:lnTo>
                  <a:pt x="4917881" y="196463"/>
                </a:lnTo>
                <a:lnTo>
                  <a:pt x="4910900" y="220170"/>
                </a:lnTo>
                <a:lnTo>
                  <a:pt x="4903270" y="243707"/>
                </a:lnTo>
                <a:lnTo>
                  <a:pt x="4895650" y="267243"/>
                </a:lnTo>
                <a:lnTo>
                  <a:pt x="4886211" y="290112"/>
                </a:lnTo>
                <a:lnTo>
                  <a:pt x="4876581" y="312906"/>
                </a:lnTo>
                <a:lnTo>
                  <a:pt x="4866951" y="335690"/>
                </a:lnTo>
                <a:lnTo>
                  <a:pt x="4855293" y="357502"/>
                </a:lnTo>
                <a:lnTo>
                  <a:pt x="4843491" y="379247"/>
                </a:lnTo>
                <a:lnTo>
                  <a:pt x="4831680" y="400993"/>
                </a:lnTo>
                <a:lnTo>
                  <a:pt x="4818326" y="421815"/>
                </a:lnTo>
                <a:lnTo>
                  <a:pt x="4804743" y="442493"/>
                </a:lnTo>
                <a:lnTo>
                  <a:pt x="4791151" y="463163"/>
                </a:lnTo>
                <a:lnTo>
                  <a:pt x="4776502" y="483079"/>
                </a:lnTo>
                <a:lnTo>
                  <a:pt x="4761252" y="502558"/>
                </a:lnTo>
                <a:lnTo>
                  <a:pt x="4746003" y="522046"/>
                </a:lnTo>
                <a:lnTo>
                  <a:pt x="4730410" y="541239"/>
                </a:lnTo>
                <a:lnTo>
                  <a:pt x="4713884" y="559660"/>
                </a:lnTo>
                <a:lnTo>
                  <a:pt x="4697368" y="578072"/>
                </a:lnTo>
                <a:lnTo>
                  <a:pt x="4680842" y="596494"/>
                </a:lnTo>
                <a:lnTo>
                  <a:pt x="4663392" y="614020"/>
                </a:lnTo>
                <a:lnTo>
                  <a:pt x="4645647" y="631260"/>
                </a:lnTo>
                <a:lnTo>
                  <a:pt x="4627893" y="648491"/>
                </a:lnTo>
                <a:lnTo>
                  <a:pt x="4610090" y="665664"/>
                </a:lnTo>
                <a:lnTo>
                  <a:pt x="4591288" y="681752"/>
                </a:lnTo>
                <a:lnTo>
                  <a:pt x="4572486" y="697830"/>
                </a:lnTo>
                <a:lnTo>
                  <a:pt x="4553683" y="713918"/>
                </a:lnTo>
                <a:lnTo>
                  <a:pt x="4534710" y="729796"/>
                </a:lnTo>
                <a:lnTo>
                  <a:pt x="4515098" y="744865"/>
                </a:lnTo>
                <a:lnTo>
                  <a:pt x="4495476" y="759943"/>
                </a:lnTo>
                <a:lnTo>
                  <a:pt x="4475855" y="775011"/>
                </a:lnTo>
                <a:lnTo>
                  <a:pt x="4456081" y="789880"/>
                </a:lnTo>
                <a:lnTo>
                  <a:pt x="4435783" y="804024"/>
                </a:lnTo>
                <a:lnTo>
                  <a:pt x="4415476" y="818169"/>
                </a:lnTo>
                <a:lnTo>
                  <a:pt x="4395178" y="832314"/>
                </a:lnTo>
                <a:lnTo>
                  <a:pt x="4374842" y="846401"/>
                </a:lnTo>
                <a:lnTo>
                  <a:pt x="4353830" y="859460"/>
                </a:lnTo>
                <a:lnTo>
                  <a:pt x="4332808" y="872509"/>
                </a:lnTo>
                <a:lnTo>
                  <a:pt x="4311787" y="885568"/>
                </a:lnTo>
                <a:lnTo>
                  <a:pt x="4290774" y="898617"/>
                </a:lnTo>
                <a:lnTo>
                  <a:pt x="4269391" y="911066"/>
                </a:lnTo>
                <a:lnTo>
                  <a:pt x="4247883" y="923296"/>
                </a:lnTo>
                <a:lnTo>
                  <a:pt x="4226376" y="935526"/>
                </a:lnTo>
                <a:lnTo>
                  <a:pt x="4204868" y="947757"/>
                </a:lnTo>
                <a:lnTo>
                  <a:pt x="4183228" y="959739"/>
                </a:lnTo>
                <a:lnTo>
                  <a:pt x="4161139" y="970893"/>
                </a:lnTo>
                <a:lnTo>
                  <a:pt x="4139051" y="982037"/>
                </a:lnTo>
                <a:lnTo>
                  <a:pt x="4116962" y="993181"/>
                </a:lnTo>
                <a:lnTo>
                  <a:pt x="4094874" y="1004335"/>
                </a:lnTo>
                <a:lnTo>
                  <a:pt x="4072576" y="1015032"/>
                </a:lnTo>
                <a:lnTo>
                  <a:pt x="4050135" y="1025452"/>
                </a:lnTo>
                <a:lnTo>
                  <a:pt x="4027694" y="1035872"/>
                </a:lnTo>
                <a:lnTo>
                  <a:pt x="4005253" y="1046293"/>
                </a:lnTo>
                <a:lnTo>
                  <a:pt x="3982812" y="1056713"/>
                </a:lnTo>
                <a:lnTo>
                  <a:pt x="3960076" y="1066476"/>
                </a:lnTo>
                <a:lnTo>
                  <a:pt x="3937292" y="1076125"/>
                </a:lnTo>
                <a:lnTo>
                  <a:pt x="3914518" y="1085783"/>
                </a:lnTo>
                <a:lnTo>
                  <a:pt x="3891734" y="1095432"/>
                </a:lnTo>
                <a:lnTo>
                  <a:pt x="3868950" y="1105091"/>
                </a:lnTo>
                <a:lnTo>
                  <a:pt x="3845833" y="1113892"/>
                </a:lnTo>
                <a:lnTo>
                  <a:pt x="3822678" y="1122617"/>
                </a:lnTo>
                <a:lnTo>
                  <a:pt x="3799532" y="1131351"/>
                </a:lnTo>
                <a:lnTo>
                  <a:pt x="3776377" y="1140076"/>
                </a:lnTo>
                <a:lnTo>
                  <a:pt x="3753231" y="1148810"/>
                </a:lnTo>
                <a:lnTo>
                  <a:pt x="3729885" y="1157021"/>
                </a:lnTo>
                <a:lnTo>
                  <a:pt x="3706530" y="1165174"/>
                </a:lnTo>
                <a:lnTo>
                  <a:pt x="3683175" y="1173337"/>
                </a:lnTo>
                <a:lnTo>
                  <a:pt x="3659810" y="1181491"/>
                </a:lnTo>
                <a:lnTo>
                  <a:pt x="3636454" y="1189644"/>
                </a:lnTo>
                <a:lnTo>
                  <a:pt x="3612871" y="1197131"/>
                </a:lnTo>
                <a:lnTo>
                  <a:pt x="3589230" y="1204408"/>
                </a:lnTo>
                <a:lnTo>
                  <a:pt x="3565579" y="1211685"/>
                </a:lnTo>
                <a:lnTo>
                  <a:pt x="3541928" y="1218962"/>
                </a:lnTo>
                <a:lnTo>
                  <a:pt x="3518287" y="1226239"/>
                </a:lnTo>
                <a:lnTo>
                  <a:pt x="3494532" y="1233154"/>
                </a:lnTo>
                <a:lnTo>
                  <a:pt x="3470681" y="1239736"/>
                </a:lnTo>
                <a:lnTo>
                  <a:pt x="3446831" y="1246318"/>
                </a:lnTo>
                <a:lnTo>
                  <a:pt x="3422980" y="1252909"/>
                </a:lnTo>
                <a:lnTo>
                  <a:pt x="3399130" y="1259491"/>
                </a:lnTo>
                <a:lnTo>
                  <a:pt x="3375250" y="1265949"/>
                </a:lnTo>
                <a:lnTo>
                  <a:pt x="3351200" y="1271778"/>
                </a:lnTo>
                <a:lnTo>
                  <a:pt x="3327159" y="1277617"/>
                </a:lnTo>
                <a:lnTo>
                  <a:pt x="3303118" y="1283446"/>
                </a:lnTo>
                <a:lnTo>
                  <a:pt x="3279067" y="1289285"/>
                </a:lnTo>
                <a:lnTo>
                  <a:pt x="3255026" y="1295114"/>
                </a:lnTo>
                <a:lnTo>
                  <a:pt x="3230870" y="1300467"/>
                </a:lnTo>
                <a:lnTo>
                  <a:pt x="3206687" y="1305687"/>
                </a:lnTo>
                <a:lnTo>
                  <a:pt x="3182503" y="1310907"/>
                </a:lnTo>
                <a:lnTo>
                  <a:pt x="3158319" y="1316126"/>
                </a:lnTo>
                <a:lnTo>
                  <a:pt x="3134135" y="1321346"/>
                </a:lnTo>
                <a:lnTo>
                  <a:pt x="3109893" y="1326328"/>
                </a:lnTo>
                <a:lnTo>
                  <a:pt x="3085557" y="1330785"/>
                </a:lnTo>
                <a:lnTo>
                  <a:pt x="3061221" y="1335234"/>
                </a:lnTo>
                <a:lnTo>
                  <a:pt x="3036884" y="1339691"/>
                </a:lnTo>
                <a:lnTo>
                  <a:pt x="3012548" y="1344149"/>
                </a:lnTo>
                <a:lnTo>
                  <a:pt x="2988212" y="1348607"/>
                </a:lnTo>
                <a:lnTo>
                  <a:pt x="2963789" y="1352540"/>
                </a:lnTo>
                <a:lnTo>
                  <a:pt x="2939329" y="1356303"/>
                </a:lnTo>
                <a:lnTo>
                  <a:pt x="2914879" y="1360065"/>
                </a:lnTo>
                <a:lnTo>
                  <a:pt x="2890418" y="1363828"/>
                </a:lnTo>
                <a:lnTo>
                  <a:pt x="2865968" y="1367590"/>
                </a:lnTo>
                <a:lnTo>
                  <a:pt x="2841498" y="1371248"/>
                </a:lnTo>
                <a:lnTo>
                  <a:pt x="2816971" y="1374486"/>
                </a:lnTo>
                <a:lnTo>
                  <a:pt x="2792444" y="1377725"/>
                </a:lnTo>
                <a:lnTo>
                  <a:pt x="2767908" y="1380963"/>
                </a:lnTo>
                <a:lnTo>
                  <a:pt x="2743381" y="1384192"/>
                </a:lnTo>
                <a:lnTo>
                  <a:pt x="2718854" y="1387431"/>
                </a:lnTo>
                <a:lnTo>
                  <a:pt x="2694261" y="1390155"/>
                </a:lnTo>
                <a:lnTo>
                  <a:pt x="2669638" y="1392536"/>
                </a:lnTo>
                <a:lnTo>
                  <a:pt x="2645007" y="1394917"/>
                </a:lnTo>
                <a:lnTo>
                  <a:pt x="2620385" y="1397289"/>
                </a:lnTo>
                <a:lnTo>
                  <a:pt x="2595753" y="1399670"/>
                </a:lnTo>
                <a:lnTo>
                  <a:pt x="2571131" y="1402051"/>
                </a:lnTo>
                <a:lnTo>
                  <a:pt x="2546461" y="1403928"/>
                </a:lnTo>
                <a:lnTo>
                  <a:pt x="2521782" y="1405795"/>
                </a:lnTo>
                <a:lnTo>
                  <a:pt x="2497112" y="1407671"/>
                </a:lnTo>
                <a:lnTo>
                  <a:pt x="2472442" y="1409538"/>
                </a:lnTo>
                <a:lnTo>
                  <a:pt x="2447773" y="1411415"/>
                </a:lnTo>
                <a:lnTo>
                  <a:pt x="2423084" y="1413015"/>
                </a:lnTo>
                <a:lnTo>
                  <a:pt x="2398376" y="1414205"/>
                </a:lnTo>
                <a:lnTo>
                  <a:pt x="2373659" y="1415386"/>
                </a:lnTo>
                <a:lnTo>
                  <a:pt x="2348941" y="1416577"/>
                </a:lnTo>
                <a:lnTo>
                  <a:pt x="2324233" y="1417758"/>
                </a:lnTo>
                <a:lnTo>
                  <a:pt x="2299516" y="1418939"/>
                </a:lnTo>
                <a:lnTo>
                  <a:pt x="2274789" y="1419616"/>
                </a:lnTo>
                <a:lnTo>
                  <a:pt x="2250053" y="1420130"/>
                </a:lnTo>
                <a:lnTo>
                  <a:pt x="2225316" y="1420644"/>
                </a:lnTo>
                <a:lnTo>
                  <a:pt x="2200580" y="1421168"/>
                </a:lnTo>
                <a:lnTo>
                  <a:pt x="2175843" y="1421682"/>
                </a:lnTo>
                <a:lnTo>
                  <a:pt x="2151107" y="1422006"/>
                </a:lnTo>
                <a:lnTo>
                  <a:pt x="2126361" y="1421663"/>
                </a:lnTo>
                <a:lnTo>
                  <a:pt x="2101625" y="1421321"/>
                </a:lnTo>
                <a:lnTo>
                  <a:pt x="2076888" y="1420978"/>
                </a:lnTo>
                <a:lnTo>
                  <a:pt x="2052142" y="1420635"/>
                </a:lnTo>
                <a:lnTo>
                  <a:pt x="2027406" y="1420292"/>
                </a:lnTo>
                <a:lnTo>
                  <a:pt x="2002669" y="1419596"/>
                </a:lnTo>
                <a:lnTo>
                  <a:pt x="1977942" y="1418720"/>
                </a:lnTo>
                <a:lnTo>
                  <a:pt x="1953225" y="1417853"/>
                </a:lnTo>
                <a:lnTo>
                  <a:pt x="1928498" y="1416977"/>
                </a:lnTo>
                <a:lnTo>
                  <a:pt x="1903771" y="1416110"/>
                </a:lnTo>
                <a:lnTo>
                  <a:pt x="1879044" y="1415101"/>
                </a:lnTo>
                <a:lnTo>
                  <a:pt x="1854356" y="1413520"/>
                </a:lnTo>
                <a:lnTo>
                  <a:pt x="1829667" y="1411948"/>
                </a:lnTo>
                <a:lnTo>
                  <a:pt x="1804968" y="1410367"/>
                </a:lnTo>
                <a:lnTo>
                  <a:pt x="1780280" y="1408795"/>
                </a:lnTo>
                <a:lnTo>
                  <a:pt x="1755591" y="1407214"/>
                </a:lnTo>
                <a:lnTo>
                  <a:pt x="1730940" y="1405071"/>
                </a:lnTo>
                <a:lnTo>
                  <a:pt x="1706308" y="1402747"/>
                </a:lnTo>
                <a:lnTo>
                  <a:pt x="1681677" y="1400432"/>
                </a:lnTo>
                <a:lnTo>
                  <a:pt x="1657045" y="1398108"/>
                </a:lnTo>
                <a:lnTo>
                  <a:pt x="1632414" y="1395794"/>
                </a:lnTo>
                <a:lnTo>
                  <a:pt x="1607810" y="1393136"/>
                </a:lnTo>
                <a:lnTo>
                  <a:pt x="1583265" y="1390050"/>
                </a:lnTo>
                <a:lnTo>
                  <a:pt x="1558719" y="1386954"/>
                </a:lnTo>
                <a:lnTo>
                  <a:pt x="1534173" y="1383868"/>
                </a:lnTo>
                <a:lnTo>
                  <a:pt x="1509617" y="1380773"/>
                </a:lnTo>
                <a:lnTo>
                  <a:pt x="1485090" y="1377534"/>
                </a:lnTo>
                <a:lnTo>
                  <a:pt x="1460659" y="1373648"/>
                </a:lnTo>
                <a:lnTo>
                  <a:pt x="1436227" y="1369762"/>
                </a:lnTo>
                <a:lnTo>
                  <a:pt x="1411796" y="1365875"/>
                </a:lnTo>
                <a:lnTo>
                  <a:pt x="1387354" y="1361980"/>
                </a:lnTo>
                <a:lnTo>
                  <a:pt x="1362923" y="1358065"/>
                </a:lnTo>
                <a:lnTo>
                  <a:pt x="1338605" y="1353512"/>
                </a:lnTo>
                <a:lnTo>
                  <a:pt x="1314288" y="1348950"/>
                </a:lnTo>
                <a:lnTo>
                  <a:pt x="1289971" y="1344387"/>
                </a:lnTo>
                <a:lnTo>
                  <a:pt x="1265653" y="1339825"/>
                </a:lnTo>
                <a:lnTo>
                  <a:pt x="1241346" y="1335243"/>
                </a:lnTo>
                <a:lnTo>
                  <a:pt x="1217209" y="1329795"/>
                </a:lnTo>
                <a:lnTo>
                  <a:pt x="1193073" y="1324346"/>
                </a:lnTo>
                <a:lnTo>
                  <a:pt x="1168937" y="1318898"/>
                </a:lnTo>
                <a:lnTo>
                  <a:pt x="1144800" y="1313440"/>
                </a:lnTo>
                <a:lnTo>
                  <a:pt x="1120702" y="1307868"/>
                </a:lnTo>
                <a:lnTo>
                  <a:pt x="1096794" y="1301496"/>
                </a:lnTo>
                <a:lnTo>
                  <a:pt x="1072886" y="1295114"/>
                </a:lnTo>
                <a:lnTo>
                  <a:pt x="1048979" y="1288742"/>
                </a:lnTo>
                <a:lnTo>
                  <a:pt x="1025071" y="1282370"/>
                </a:lnTo>
                <a:lnTo>
                  <a:pt x="1001249" y="1275702"/>
                </a:lnTo>
                <a:lnTo>
                  <a:pt x="977579" y="1268492"/>
                </a:lnTo>
                <a:lnTo>
                  <a:pt x="953910" y="1261291"/>
                </a:lnTo>
                <a:lnTo>
                  <a:pt x="930240" y="1254090"/>
                </a:lnTo>
                <a:lnTo>
                  <a:pt x="906570" y="1246880"/>
                </a:lnTo>
                <a:lnTo>
                  <a:pt x="883177" y="1238860"/>
                </a:lnTo>
                <a:lnTo>
                  <a:pt x="859879" y="1230525"/>
                </a:lnTo>
                <a:lnTo>
                  <a:pt x="836581" y="1222191"/>
                </a:lnTo>
                <a:lnTo>
                  <a:pt x="813283" y="1213847"/>
                </a:lnTo>
                <a:lnTo>
                  <a:pt x="790080" y="1205284"/>
                </a:lnTo>
                <a:lnTo>
                  <a:pt x="767105" y="1196092"/>
                </a:lnTo>
                <a:lnTo>
                  <a:pt x="744131" y="1186910"/>
                </a:lnTo>
                <a:lnTo>
                  <a:pt x="721157" y="1177719"/>
                </a:lnTo>
                <a:lnTo>
                  <a:pt x="698192" y="1168527"/>
                </a:lnTo>
                <a:lnTo>
                  <a:pt x="675665" y="1158297"/>
                </a:lnTo>
                <a:lnTo>
                  <a:pt x="653177" y="1147972"/>
                </a:lnTo>
                <a:lnTo>
                  <a:pt x="630698" y="1137647"/>
                </a:lnTo>
                <a:lnTo>
                  <a:pt x="608209" y="1127322"/>
                </a:lnTo>
                <a:lnTo>
                  <a:pt x="586216" y="1115997"/>
                </a:lnTo>
                <a:lnTo>
                  <a:pt x="564385" y="1104367"/>
                </a:lnTo>
                <a:lnTo>
                  <a:pt x="542544" y="1092737"/>
                </a:lnTo>
                <a:lnTo>
                  <a:pt x="520703" y="1081107"/>
                </a:lnTo>
                <a:lnTo>
                  <a:pt x="499291" y="1068734"/>
                </a:lnTo>
                <a:lnTo>
                  <a:pt x="478003" y="1056113"/>
                </a:lnTo>
                <a:lnTo>
                  <a:pt x="456724" y="1043492"/>
                </a:lnTo>
                <a:lnTo>
                  <a:pt x="435445" y="1030872"/>
                </a:lnTo>
                <a:lnTo>
                  <a:pt x="414823" y="1017203"/>
                </a:lnTo>
                <a:lnTo>
                  <a:pt x="394278" y="1003411"/>
                </a:lnTo>
                <a:lnTo>
                  <a:pt x="373732" y="989628"/>
                </a:lnTo>
                <a:lnTo>
                  <a:pt x="353463" y="975465"/>
                </a:lnTo>
                <a:lnTo>
                  <a:pt x="334061" y="960110"/>
                </a:lnTo>
                <a:lnTo>
                  <a:pt x="314668" y="944756"/>
                </a:lnTo>
                <a:lnTo>
                  <a:pt x="295265" y="929392"/>
                </a:lnTo>
                <a:lnTo>
                  <a:pt x="276530" y="913247"/>
                </a:lnTo>
                <a:lnTo>
                  <a:pt x="258070" y="896779"/>
                </a:lnTo>
                <a:lnTo>
                  <a:pt x="239611" y="880310"/>
                </a:lnTo>
                <a:lnTo>
                  <a:pt x="221647" y="863317"/>
                </a:lnTo>
                <a:lnTo>
                  <a:pt x="204597" y="845391"/>
                </a:lnTo>
                <a:lnTo>
                  <a:pt x="187547" y="827456"/>
                </a:lnTo>
                <a:lnTo>
                  <a:pt x="170688" y="809368"/>
                </a:lnTo>
                <a:lnTo>
                  <a:pt x="155305" y="789984"/>
                </a:lnTo>
                <a:lnTo>
                  <a:pt x="139922" y="770611"/>
                </a:lnTo>
                <a:lnTo>
                  <a:pt x="124568" y="751208"/>
                </a:lnTo>
                <a:lnTo>
                  <a:pt x="110995" y="730520"/>
                </a:lnTo>
                <a:lnTo>
                  <a:pt x="97422" y="709832"/>
                </a:lnTo>
                <a:lnTo>
                  <a:pt x="84001" y="689058"/>
                </a:lnTo>
                <a:lnTo>
                  <a:pt x="72666" y="667064"/>
                </a:lnTo>
                <a:lnTo>
                  <a:pt x="61341" y="645071"/>
                </a:lnTo>
                <a:lnTo>
                  <a:pt x="50444" y="622878"/>
                </a:lnTo>
                <a:lnTo>
                  <a:pt x="41196" y="599923"/>
                </a:lnTo>
                <a:lnTo>
                  <a:pt x="31947" y="576977"/>
                </a:lnTo>
                <a:lnTo>
                  <a:pt x="23993" y="553603"/>
                </a:lnTo>
                <a:lnTo>
                  <a:pt x="17745" y="529666"/>
                </a:lnTo>
                <a:lnTo>
                  <a:pt x="11497" y="505720"/>
                </a:lnTo>
                <a:lnTo>
                  <a:pt x="7096" y="481403"/>
                </a:lnTo>
                <a:lnTo>
                  <a:pt x="3553" y="456924"/>
                </a:lnTo>
                <a:lnTo>
                  <a:pt x="0" y="43243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6F95AD"/>
            </a:solidFill>
            <a:prstDash val="solid"/>
          </a:ln>
        </p:spPr>
      </p:sp>
      <p:sp>
        <p:nvSpPr>
          <p:cNvPr id="23" name="ecology-outer-node-3-depth">
            <a:extLst xmlns:a="http://schemas.openxmlformats.org/drawingml/2006/main">
              <a:ext uri="{FF2B5EF4-FFF2-40B4-BE49-F238E27FC236}">
                <a16:creationId xmlns:a16="http://schemas.microsoft.com/office/drawing/2014/main" id="{F882A6F6-3B90-4721-B9C2-0C51342E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7835" y="4201478"/>
            <a:ext cx="4857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8BA7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24" name="ecology-outer-node-3">
            <a:extLst xmlns:a="http://schemas.openxmlformats.org/drawingml/2006/main">
              <a:ext uri="{FF2B5EF4-FFF2-40B4-BE49-F238E27FC236}">
                <a16:creationId xmlns:a16="http://schemas.microsoft.com/office/drawing/2014/main" id="{50AE3795-821B-42C7-A6B6-F0E056F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1165" y="4142423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2C7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25" name="ecology-outer-node-3-highlight">
            <a:extLst xmlns:a="http://schemas.openxmlformats.org/drawingml/2006/main">
              <a:ext uri="{FF2B5EF4-FFF2-40B4-BE49-F238E27FC236}">
                <a16:creationId xmlns:a16="http://schemas.microsoft.com/office/drawing/2014/main" id="{E1691B20-D090-4101-9A48-C3595395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7848" y="4264343"/>
            <a:ext cx="97155" cy="97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ecology-inner-node-2-depth">
            <a:extLst xmlns:a="http://schemas.openxmlformats.org/drawingml/2006/main">
              <a:ext uri="{FF2B5EF4-FFF2-40B4-BE49-F238E27FC236}">
                <a16:creationId xmlns:a16="http://schemas.microsoft.com/office/drawing/2014/main" id="{0A4FB1E2-0C3F-4052-9089-CFB848A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655" y="4268153"/>
            <a:ext cx="828675" cy="7639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F76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27" name="ecology-inner-node-2">
            <a:extLst xmlns:a="http://schemas.openxmlformats.org/drawingml/2006/main">
              <a:ext uri="{FF2B5EF4-FFF2-40B4-BE49-F238E27FC236}">
                <a16:creationId xmlns:a16="http://schemas.microsoft.com/office/drawing/2014/main" id="{49AEB030-D313-4022-97CA-58D8CB3B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9985" y="4195763"/>
            <a:ext cx="828675" cy="828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99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28" name="ecology-inner-node-2-highlight">
            <a:extLst xmlns:a="http://schemas.openxmlformats.org/drawingml/2006/main">
              <a:ext uri="{FF2B5EF4-FFF2-40B4-BE49-F238E27FC236}">
                <a16:creationId xmlns:a16="http://schemas.microsoft.com/office/drawing/2014/main" id="{458B5093-0B8D-44CC-9E82-A381B26A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4403408"/>
            <a:ext cx="165735" cy="165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ecology-inner-node-3-depth">
            <a:extLst xmlns:a="http://schemas.openxmlformats.org/drawingml/2006/main">
              <a:ext uri="{FF2B5EF4-FFF2-40B4-BE49-F238E27FC236}">
                <a16:creationId xmlns:a16="http://schemas.microsoft.com/office/drawing/2014/main" id="{B87E16B1-9C75-4465-87D6-1B25853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7648" y="4573905"/>
            <a:ext cx="828675" cy="7639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F76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30" name="ecology-inner-node-3">
            <a:extLst xmlns:a="http://schemas.openxmlformats.org/drawingml/2006/main">
              <a:ext uri="{FF2B5EF4-FFF2-40B4-BE49-F238E27FC236}">
                <a16:creationId xmlns:a16="http://schemas.microsoft.com/office/drawing/2014/main" id="{95006EF6-B3D3-4DBB-9265-542275B8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978" y="4501515"/>
            <a:ext cx="828675" cy="828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0A6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31" name="ecology-inner-node-3-highlight">
            <a:extLst xmlns:a="http://schemas.openxmlformats.org/drawingml/2006/main">
              <a:ext uri="{FF2B5EF4-FFF2-40B4-BE49-F238E27FC236}">
                <a16:creationId xmlns:a16="http://schemas.microsoft.com/office/drawing/2014/main" id="{7068C712-49B3-4D03-810B-5B1D89F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6243" y="4708208"/>
            <a:ext cx="165735" cy="165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ecology-outer-node-5-depth">
            <a:extLst xmlns:a="http://schemas.openxmlformats.org/drawingml/2006/main">
              <a:ext uri="{FF2B5EF4-FFF2-40B4-BE49-F238E27FC236}">
                <a16:creationId xmlns:a16="http://schemas.microsoft.com/office/drawing/2014/main" id="{E142B74E-B1C9-4A06-9B1F-A69CB98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4128" y="4796790"/>
            <a:ext cx="4857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8BA7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33" name="ecology-outer-node-5">
            <a:extLst xmlns:a="http://schemas.openxmlformats.org/drawingml/2006/main">
              <a:ext uri="{FF2B5EF4-FFF2-40B4-BE49-F238E27FC236}">
                <a16:creationId xmlns:a16="http://schemas.microsoft.com/office/drawing/2014/main" id="{CFA2E85A-C49C-4568-B34C-8D54782D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7458" y="473773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8D7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34" name="ecology-outer-node-5-highlight">
            <a:extLst xmlns:a="http://schemas.openxmlformats.org/drawingml/2006/main">
              <a:ext uri="{FF2B5EF4-FFF2-40B4-BE49-F238E27FC236}">
                <a16:creationId xmlns:a16="http://schemas.microsoft.com/office/drawing/2014/main" id="{A7440290-472C-4350-A68C-46D753F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4140" y="4859655"/>
            <a:ext cx="97155" cy="97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ecology-outer-node-4-depth">
            <a:extLst xmlns:a="http://schemas.openxmlformats.org/drawingml/2006/main">
              <a:ext uri="{FF2B5EF4-FFF2-40B4-BE49-F238E27FC236}">
                <a16:creationId xmlns:a16="http://schemas.microsoft.com/office/drawing/2014/main" id="{1E76D2CE-2FDD-4E59-B143-A5F83790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2655" y="5250180"/>
            <a:ext cx="504825" cy="464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8BA7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36" name="ecology-outer-node-4">
            <a:extLst xmlns:a="http://schemas.openxmlformats.org/drawingml/2006/main">
              <a:ext uri="{FF2B5EF4-FFF2-40B4-BE49-F238E27FC236}">
                <a16:creationId xmlns:a16="http://schemas.microsoft.com/office/drawing/2014/main" id="{74DDAE35-8F4F-4073-801F-8BF3247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985" y="5190173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BED0"/>
          </a:solidFill>
          <a:ln xmlns:a="http://schemas.openxmlformats.org/drawingml/2006/main" w="1905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37" name="ecology-outer-node-4-highlight">
            <a:extLst xmlns:a="http://schemas.openxmlformats.org/drawingml/2006/main">
              <a:ext uri="{FF2B5EF4-FFF2-40B4-BE49-F238E27FC236}">
                <a16:creationId xmlns:a16="http://schemas.microsoft.com/office/drawing/2014/main" id="{3B09B27D-855F-4E19-A6FE-14C35759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7430" y="5315903"/>
            <a:ext cx="100965" cy="100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ecology-center-title">
            <a:extLst xmlns:a="http://schemas.openxmlformats.org/drawingml/2006/main">
              <a:ext uri="{FF2B5EF4-FFF2-40B4-BE49-F238E27FC236}">
                <a16:creationId xmlns:a16="http://schemas.microsoft.com/office/drawing/2014/main" id="{5B0FF7E8-EA6B-41FC-8509-2F2352E3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35718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 PPTX 生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</a:t>
            </a:r>
          </a:p>
        </p:txBody>
      </p:sp>
      <p:sp>
        <p:nvSpPr>
          <p:cNvPr id="39" name="ecology-inner-0-title">
            <a:extLst xmlns:a="http://schemas.openxmlformats.org/drawingml/2006/main">
              <a:ext uri="{FF2B5EF4-FFF2-40B4-BE49-F238E27FC236}">
                <a16:creationId xmlns:a16="http://schemas.microsoft.com/office/drawing/2014/main" id="{14371EB2-08D1-417A-9629-67CEE4C4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5578" y="2610745"/>
            <a:ext cx="643833" cy="64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内容理解</a:t>
            </a:r>
          </a:p>
        </p:txBody>
      </p:sp>
      <p:sp>
        <p:nvSpPr>
          <p:cNvPr id="40" name="ecology-inner-1-title">
            <a:extLst xmlns:a="http://schemas.openxmlformats.org/drawingml/2006/main">
              <a:ext uri="{FF2B5EF4-FFF2-40B4-BE49-F238E27FC236}">
                <a16:creationId xmlns:a16="http://schemas.microsoft.com/office/drawing/2014/main" id="{2FA5E66F-AC4E-4CD5-974D-C9CDC7A9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6629" y="4243388"/>
            <a:ext cx="734320" cy="73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结构选择</a:t>
            </a:r>
          </a:p>
        </p:txBody>
      </p:sp>
      <p:sp>
        <p:nvSpPr>
          <p:cNvPr id="41" name="ecology-inner-2-title">
            <a:extLst xmlns:a="http://schemas.openxmlformats.org/drawingml/2006/main">
              <a:ext uri="{FF2B5EF4-FFF2-40B4-BE49-F238E27FC236}">
                <a16:creationId xmlns:a16="http://schemas.microsoft.com/office/drawing/2014/main" id="{8C57CE39-CA85-4C2E-A955-67D2105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548188"/>
            <a:ext cx="734320" cy="73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42" name="ecology-inner-3-title">
            <a:extLst xmlns:a="http://schemas.openxmlformats.org/drawingml/2006/main">
              <a:ext uri="{FF2B5EF4-FFF2-40B4-BE49-F238E27FC236}">
                <a16:creationId xmlns:a16="http://schemas.microsoft.com/office/drawing/2014/main" id="{D88E0BF4-B303-4152-BF49-F41B00A8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6599" y="2916441"/>
            <a:ext cx="643833" cy="64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原生编译</a:t>
            </a:r>
          </a:p>
        </p:txBody>
      </p:sp>
      <p:sp>
        <p:nvSpPr>
          <p:cNvPr id="43" name="ecology-outer-0-title">
            <a:extLst xmlns:a="http://schemas.openxmlformats.org/drawingml/2006/main">
              <a:ext uri="{FF2B5EF4-FFF2-40B4-BE49-F238E27FC236}">
                <a16:creationId xmlns:a16="http://schemas.microsoft.com/office/drawing/2014/main" id="{B3E0DDD2-B752-4F02-97FF-CF7FF7A7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6354" y="16097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rPr>
              <a:t>稿件适配</a:t>
            </a:r>
          </a:p>
        </p:txBody>
      </p:sp>
      <p:sp>
        <p:nvSpPr>
          <p:cNvPr id="44" name="ecology-outer-1-title">
            <a:extLst xmlns:a="http://schemas.openxmlformats.org/drawingml/2006/main">
              <a:ext uri="{FF2B5EF4-FFF2-40B4-BE49-F238E27FC236}">
                <a16:creationId xmlns:a16="http://schemas.microsoft.com/office/drawing/2014/main" id="{382A2130-38D7-4543-9B89-94F0614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7808" y="2492578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rPr>
              <a:t>叙事连贯</a:t>
            </a:r>
          </a:p>
        </p:txBody>
      </p:sp>
      <p:sp>
        <p:nvSpPr>
          <p:cNvPr id="45" name="ecology-outer-2-title">
            <a:extLst xmlns:a="http://schemas.openxmlformats.org/drawingml/2006/main">
              <a:ext uri="{FF2B5EF4-FFF2-40B4-BE49-F238E27FC236}">
                <a16:creationId xmlns:a16="http://schemas.microsoft.com/office/drawing/2014/main" id="{B7695998-053A-4923-A705-741CD2F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8838" y="4275687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rPr>
              <a:t>逻辑清晰</a:t>
            </a:r>
          </a:p>
        </p:txBody>
      </p:sp>
      <p:sp>
        <p:nvSpPr>
          <p:cNvPr id="46" name="ecology-outer-3-title">
            <a:extLst xmlns:a="http://schemas.openxmlformats.org/drawingml/2006/main">
              <a:ext uri="{FF2B5EF4-FFF2-40B4-BE49-F238E27FC236}">
                <a16:creationId xmlns:a16="http://schemas.microsoft.com/office/drawing/2014/main" id="{4B72AFC9-2965-4A8A-AA6B-4C76C819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0603" y="585787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rPr>
              <a:t>数量扩散</a:t>
            </a:r>
          </a:p>
        </p:txBody>
      </p:sp>
      <p:sp>
        <p:nvSpPr>
          <p:cNvPr id="47" name="ecology-outer-4-title">
            <a:extLst xmlns:a="http://schemas.openxmlformats.org/drawingml/2006/main">
              <a:ext uri="{FF2B5EF4-FFF2-40B4-BE49-F238E27FC236}">
                <a16:creationId xmlns:a16="http://schemas.microsoft.com/office/drawing/2014/main" id="{741724EE-946C-4588-B421-DDFED816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149" y="4974879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rPr>
              <a:t>风格一致</a:t>
            </a:r>
          </a:p>
        </p:txBody>
      </p:sp>
      <p:sp>
        <p:nvSpPr>
          <p:cNvPr id="48" name="ecology-outer-5-title">
            <a:extLst xmlns:a="http://schemas.openxmlformats.org/drawingml/2006/main">
              <a:ext uri="{FF2B5EF4-FFF2-40B4-BE49-F238E27FC236}">
                <a16:creationId xmlns:a16="http://schemas.microsoft.com/office/drawing/2014/main" id="{3F7863AB-4CC6-4FA8-9E30-2F310F7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263" y="319177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9687B"/>
                </a:solidFill>
                <a:latin typeface="Microsoft YaHei"/>
                <a:ea typeface="Microsoft YaHei"/>
                <a:cs typeface="Microsoft YaHei"/>
              </a:rPr>
              <a:t>对象可编辑</a:t>
            </a:r>
          </a:p>
        </p:txBody>
      </p:sp>
      <p:sp>
        <p:nvSpPr>
          <p:cNvPr id="49" name="ecology-outer-caption-line">
            <a:extLst xmlns:a="http://schemas.openxmlformats.org/drawingml/2006/main">
              <a:ext uri="{FF2B5EF4-FFF2-40B4-BE49-F238E27FC236}">
                <a16:creationId xmlns:a16="http://schemas.microsoft.com/office/drawing/2014/main" id="{77835400-AE41-414E-A44B-4343055D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18192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ecology-outer-caption">
            <a:extLst xmlns:a="http://schemas.openxmlformats.org/drawingml/2006/main">
              <a:ext uri="{FF2B5EF4-FFF2-40B4-BE49-F238E27FC236}">
                <a16:creationId xmlns:a16="http://schemas.microsoft.com/office/drawing/2014/main" id="{7AC8AFAD-FEBB-47F8-BDBB-346C7314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1743075"/>
            <a:ext cx="116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718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1899B"/>
                </a:solidFill>
                <a:latin typeface="Microsoft YaHei"/>
                <a:ea typeface="Microsoft YaHei"/>
                <a:cs typeface="Microsoft YaHei"/>
              </a:rPr>
              <a:t>共同结果轨道</a:t>
            </a:r>
          </a:p>
        </p:txBody>
      </p:sp>
      <p:sp>
        <p:nvSpPr>
          <p:cNvPr id="51" name="ecology-inner-caption-line">
            <a:extLst xmlns:a="http://schemas.openxmlformats.org/drawingml/2006/main">
              <a:ext uri="{FF2B5EF4-FFF2-40B4-BE49-F238E27FC236}">
                <a16:creationId xmlns:a16="http://schemas.microsoft.com/office/drawing/2014/main" id="{35F1D2B8-133E-44BD-A1D5-4E6FE31F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0669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6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ecology-inner-caption">
            <a:extLst xmlns:a="http://schemas.openxmlformats.org/drawingml/2006/main">
              <a:ext uri="{FF2B5EF4-FFF2-40B4-BE49-F238E27FC236}">
                <a16:creationId xmlns:a16="http://schemas.microsoft.com/office/drawing/2014/main" id="{1EAB5C93-FF76-43BB-B4EB-E4261AC3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1990725"/>
            <a:ext cx="116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718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1899B"/>
                </a:solidFill>
                <a:latin typeface="Microsoft YaHei"/>
                <a:ea typeface="Microsoft YaHei"/>
                <a:cs typeface="Microsoft YaHei"/>
              </a:rPr>
              <a:t>直接能力轨道</a:t>
            </a:r>
          </a:p>
        </p:txBody>
      </p:sp>
    </p:spTree>
    <p:extLst>
      <p:ext uri="{BB962C8B-B14F-4D97-AF65-F5344CB8AC3E}">
        <p14:creationId xmlns:p14="http://schemas.microsoft.com/office/powerpoint/2010/main" val="1345658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2026-08-26T11:46:39.0640000Z</dcterms:created>
  <dcterms:modified xsi:type="dcterms:W3CDTF">2026-08-26T11:46:39.0650000Z</dcterms:modified>
</coreProperties>
</file>