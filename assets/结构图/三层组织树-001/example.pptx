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f760087fca4a21" /><Relationship Type="http://schemas.openxmlformats.org/officeDocument/2006/relationships/extended-properties" Target="/docProps/app.xml" Id="R23018a2a3f514361" /><Relationship Type="http://schemas.openxmlformats.org/officeDocument/2006/relationships/officeDocument" Target="/ppt/presentation.xml" Id="Re3b8df3fe7264b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f82a84ecb1440d"/>
  </p:sldMasterIdLst>
  <p:notesMasterIdLst>
    <p:notesMasterId xmlns:r="http://schemas.openxmlformats.org/officeDocument/2006/relationships" r:id="Rb4b71301b555481c"/>
  </p:notesMasterIdLst>
  <p:sldIdLst>
    <p:sldId xmlns:r="http://schemas.openxmlformats.org/officeDocument/2006/relationships" id="256" r:id="R780d745a84fd4d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f9a4a7b90341a3" /><Relationship Type="http://schemas.openxmlformats.org/officeDocument/2006/relationships/slideMaster" Target="/ppt/slideMasters/slideMaster1.xml" Id="R4df82a84ecb1440d" /><Relationship Type="http://schemas.openxmlformats.org/officeDocument/2006/relationships/notesMaster" Target="/ppt/notesMasters/notesMaster1.xml" Id="Rb4b71301b555481c" /><Relationship Type="http://schemas.openxmlformats.org/officeDocument/2006/relationships/presProps" Target="/ppt/presProps.xml" Id="R0eba6ac3f25c49b8" /><Relationship Type="http://schemas.openxmlformats.org/officeDocument/2006/relationships/tableStyles" Target="/ppt/tableStyles.xml" Id="Rcbb1cc2732354c2f" /><Relationship Type="http://schemas.openxmlformats.org/officeDocument/2006/relationships/slide" Target="/ppt/slides/slide1.xml" Id="R780d745a84fd4d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f46f585e424b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8c86f100d54cf5" /><Relationship Type="http://schemas.openxmlformats.org/officeDocument/2006/relationships/notesMaster" Target="/ppt/notesMasters/notesMaster1.xml" Id="Recd2d72f2faa45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9da6a8b5804a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866b1ee57f478b" /><Relationship Type="http://schemas.openxmlformats.org/officeDocument/2006/relationships/slideLayout" Target="/ppt/slideLayouts/slideLayout1.xml" Id="R7fa66071d1714d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a66071d1714d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6bdda4a964a4c" /><Relationship Type="http://schemas.openxmlformats.org/officeDocument/2006/relationships/notesSlide" Target="/ppt/notesSlides/notesSlide1.xml" Id="Re56ad69a3b9342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463A88-A7DB-40F2-A4D6-3AFACB27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项目团队组织架构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79110-D912-474E-8F9E-C09BFA0A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组织层级 · 角色分工</a:t>
            </a:r>
          </a:p>
        </p:txBody>
      </p:sp>
      <p:sp>
        <p:nvSpPr>
          <p:cNvPr id="3" name="PPAGENT_QA|parent=org-department-bus-root|role=junction">
            <a:extLst xmlns:a="http://schemas.openxmlformats.org/drawingml/2006/main">
              <a:ext uri="{FF2B5EF4-FFF2-40B4-BE49-F238E27FC236}">
                <a16:creationId xmlns:a16="http://schemas.microsoft.com/office/drawing/2014/main" id="{ECBC64E8-12ED-4A4E-B7AC-BE0D401F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38" y="2709863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PPAGENT_QA|parent=org-department-branch-0|role=junction">
            <a:extLst xmlns:a="http://schemas.openxmlformats.org/drawingml/2006/main">
              <a:ext uri="{FF2B5EF4-FFF2-40B4-BE49-F238E27FC236}">
                <a16:creationId xmlns:a16="http://schemas.microsoft.com/office/drawing/2014/main" id="{EFBBF142-A5EF-478B-8C0D-38D4D906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238" y="2709863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PPAGENT_QA|parent=org-member-bus-root-0|role=junction">
            <a:extLst xmlns:a="http://schemas.openxmlformats.org/drawingml/2006/main">
              <a:ext uri="{FF2B5EF4-FFF2-40B4-BE49-F238E27FC236}">
                <a16:creationId xmlns:a16="http://schemas.microsoft.com/office/drawing/2014/main" id="{ED3FFD5E-C616-4956-A2D7-28611625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23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PPAGENT_QA|parent=org-member-branch-0-0|role=junction">
            <a:extLst xmlns:a="http://schemas.openxmlformats.org/drawingml/2006/main">
              <a:ext uri="{FF2B5EF4-FFF2-40B4-BE49-F238E27FC236}">
                <a16:creationId xmlns:a16="http://schemas.microsoft.com/office/drawing/2014/main" id="{F9FE35C5-8EC5-4D31-AE41-70E46386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713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PPAGENT_QA|parent=org-member-branch-0-1|role=junction">
            <a:extLst xmlns:a="http://schemas.openxmlformats.org/drawingml/2006/main">
              <a:ext uri="{FF2B5EF4-FFF2-40B4-BE49-F238E27FC236}">
                <a16:creationId xmlns:a16="http://schemas.microsoft.com/office/drawing/2014/main" id="{A97012B5-53C9-4240-BA84-A4CFE5B6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parent=org-department-branch-1|role=junction">
            <a:extLst xmlns:a="http://schemas.openxmlformats.org/drawingml/2006/main">
              <a:ext uri="{FF2B5EF4-FFF2-40B4-BE49-F238E27FC236}">
                <a16:creationId xmlns:a16="http://schemas.microsoft.com/office/drawing/2014/main" id="{B3F86C37-57B1-4BA8-9F43-6EB69687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38" y="2709863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PPAGENT_QA|parent=org-member-bus-root-1|role=junction">
            <a:extLst xmlns:a="http://schemas.openxmlformats.org/drawingml/2006/main">
              <a:ext uri="{FF2B5EF4-FFF2-40B4-BE49-F238E27FC236}">
                <a16:creationId xmlns:a16="http://schemas.microsoft.com/office/drawing/2014/main" id="{92D8701F-86C9-405F-B9D4-B3F28527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3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PPAGENT_QA|parent=org-member-branch-1-0|role=junction">
            <a:extLst xmlns:a="http://schemas.openxmlformats.org/drawingml/2006/main">
              <a:ext uri="{FF2B5EF4-FFF2-40B4-BE49-F238E27FC236}">
                <a16:creationId xmlns:a16="http://schemas.microsoft.com/office/drawing/2014/main" id="{C63D76EC-7A46-4847-9B10-FC662CE0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018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PPAGENT_QA|parent=org-member-branch-1-1|role=junction">
            <a:extLst xmlns:a="http://schemas.openxmlformats.org/drawingml/2006/main">
              <a:ext uri="{FF2B5EF4-FFF2-40B4-BE49-F238E27FC236}">
                <a16:creationId xmlns:a16="http://schemas.microsoft.com/office/drawing/2014/main" id="{B472B655-4278-483A-AAF4-715A96DB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123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PPAGENT_QA|parent=org-member-branch-1-2|role=junction">
            <a:extLst xmlns:a="http://schemas.openxmlformats.org/drawingml/2006/main">
              <a:ext uri="{FF2B5EF4-FFF2-40B4-BE49-F238E27FC236}">
                <a16:creationId xmlns:a16="http://schemas.microsoft.com/office/drawing/2014/main" id="{57C56F07-2BBA-4F55-A56F-C5241456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28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PPAGENT_QA|parent=org-department-branch-2|role=junction">
            <a:extLst xmlns:a="http://schemas.openxmlformats.org/drawingml/2006/main">
              <a:ext uri="{FF2B5EF4-FFF2-40B4-BE49-F238E27FC236}">
                <a16:creationId xmlns:a16="http://schemas.microsoft.com/office/drawing/2014/main" id="{7FF13A02-4D3C-4043-8505-13DB27DF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1238" y="2709863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PPAGENT_QA|parent=org-member-bus-root-2|role=junction">
            <a:extLst xmlns:a="http://schemas.openxmlformats.org/drawingml/2006/main">
              <a:ext uri="{FF2B5EF4-FFF2-40B4-BE49-F238E27FC236}">
                <a16:creationId xmlns:a16="http://schemas.microsoft.com/office/drawing/2014/main" id="{629D9AA9-C1F0-4DEA-A501-BC6F8D44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1238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PPAGENT_QA|parent=org-member-branch-2-0|role=junction">
            <a:extLst xmlns:a="http://schemas.openxmlformats.org/drawingml/2006/main">
              <a:ext uri="{FF2B5EF4-FFF2-40B4-BE49-F238E27FC236}">
                <a16:creationId xmlns:a16="http://schemas.microsoft.com/office/drawing/2014/main" id="{79ACFE36-AEF1-4DA7-A36F-97BFDBA4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0713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PPAGENT_QA|parent=org-member-branch-2-1|role=junction">
            <a:extLst xmlns:a="http://schemas.openxmlformats.org/drawingml/2006/main">
              <a:ext uri="{FF2B5EF4-FFF2-40B4-BE49-F238E27FC236}">
                <a16:creationId xmlns:a16="http://schemas.microsoft.com/office/drawing/2014/main" id="{63F15A35-8D93-4595-BB98-D7FBC143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1763" y="4471988"/>
            <a:ext cx="9525" cy="952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PPAGENT_CONNECTOR|from=org-leader-label|fromSide=bottom|to=org-department-bus-root|toSide=center">
            <a:extLst xmlns:a="http://schemas.openxmlformats.org/drawingml/2006/main">
              <a:ext uri="{FF2B5EF4-FFF2-40B4-BE49-F238E27FC236}">
                <a16:creationId xmlns:a16="http://schemas.microsoft.com/office/drawing/2014/main" id="{6FAE1E9F-567C-4716-9212-85C00BD3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619375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18" name="PPAGENT_CONNECTOR|from=org-department-branch-0|fromSide=center|to=org-department-bus-root|toSide=center">
            <a:extLst xmlns:a="http://schemas.openxmlformats.org/drawingml/2006/main">
              <a:ext uri="{FF2B5EF4-FFF2-40B4-BE49-F238E27FC236}">
                <a16:creationId xmlns:a16="http://schemas.microsoft.com/office/drawing/2014/main" id="{02493EA0-74A5-4A1C-BEC6-1AE5B302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86000" y="2714625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19" name="PPAGENT_CONNECTOR|from=org-department-bus-root|fromSide=center|to=org-department-branch-2|toSide=center">
            <a:extLst xmlns:a="http://schemas.openxmlformats.org/drawingml/2006/main">
              <a:ext uri="{FF2B5EF4-FFF2-40B4-BE49-F238E27FC236}">
                <a16:creationId xmlns:a16="http://schemas.microsoft.com/office/drawing/2014/main" id="{F7876628-DA1B-4199-B180-8E4BF9C2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714625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20" name="PPAGENT_CONNECTOR|from=org-department-branch-0|fromSide=center|to=org-department-node-0|toSide=top">
            <a:extLst xmlns:a="http://schemas.openxmlformats.org/drawingml/2006/main">
              <a:ext uri="{FF2B5EF4-FFF2-40B4-BE49-F238E27FC236}">
                <a16:creationId xmlns:a16="http://schemas.microsoft.com/office/drawing/2014/main" id="{6E12918A-0E6E-4E2C-9C1E-01AFEEE2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86000" y="2714625"/>
            <a:ext cx="0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21" name="PPAGENT_CONNECTOR|from=org-department-label-0|fromSide=bottom|to=org-member-bus-root-0|toSide=center">
            <a:extLst xmlns:a="http://schemas.openxmlformats.org/drawingml/2006/main">
              <a:ext uri="{FF2B5EF4-FFF2-40B4-BE49-F238E27FC236}">
                <a16:creationId xmlns:a16="http://schemas.microsoft.com/office/drawing/2014/main" id="{E7D71E02-8D04-412E-8D64-12C5E317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86000" y="417195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2" name="PPAGENT_CONNECTOR|from=org-member-branch-0-0|fromSide=center|to=org-member-bus-root-0|toSide=center">
            <a:extLst xmlns:a="http://schemas.openxmlformats.org/drawingml/2006/main">
              <a:ext uri="{FF2B5EF4-FFF2-40B4-BE49-F238E27FC236}">
                <a16:creationId xmlns:a16="http://schemas.microsoft.com/office/drawing/2014/main" id="{2061D0D5-0144-4547-9BBC-B29E920A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95475" y="4476750"/>
            <a:ext cx="390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3" name="PPAGENT_CONNECTOR|from=org-member-bus-root-0|fromSide=center|to=org-member-branch-0-1|toSide=center">
            <a:extLst xmlns:a="http://schemas.openxmlformats.org/drawingml/2006/main">
              <a:ext uri="{FF2B5EF4-FFF2-40B4-BE49-F238E27FC236}">
                <a16:creationId xmlns:a16="http://schemas.microsoft.com/office/drawing/2014/main" id="{3E2039F9-0F2C-46DE-BD33-FE3FFC97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86000" y="4476750"/>
            <a:ext cx="390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4" name="PPAGENT_CONNECTOR|from=org-member-branch-0-0|fromSide=center|to=org-member-node-0-0|toSide=top">
            <a:extLst xmlns:a="http://schemas.openxmlformats.org/drawingml/2006/main">
              <a:ext uri="{FF2B5EF4-FFF2-40B4-BE49-F238E27FC236}">
                <a16:creationId xmlns:a16="http://schemas.microsoft.com/office/drawing/2014/main" id="{1BD07A5C-AB33-4F54-A888-C65295B4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95475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5" name="PPAGENT_CONNECTOR|from=org-member-branch-0-1|fromSide=center|to=org-member-node-0-1|toSide=top">
            <a:extLst xmlns:a="http://schemas.openxmlformats.org/drawingml/2006/main">
              <a:ext uri="{FF2B5EF4-FFF2-40B4-BE49-F238E27FC236}">
                <a16:creationId xmlns:a16="http://schemas.microsoft.com/office/drawing/2014/main" id="{E25D8722-03D4-44A3-959A-D891F5B0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676525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6" name="PPAGENT_CONNECTOR|from=org-department-branch-1|fromSide=center|to=org-department-node-1|toSide=top">
            <a:extLst xmlns:a="http://schemas.openxmlformats.org/drawingml/2006/main">
              <a:ext uri="{FF2B5EF4-FFF2-40B4-BE49-F238E27FC236}">
                <a16:creationId xmlns:a16="http://schemas.microsoft.com/office/drawing/2014/main" id="{39FAA55E-031E-49DC-9B5E-75C91545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714625"/>
            <a:ext cx="0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27" name="PPAGENT_CONNECTOR|from=org-department-label-1|fromSide=bottom|to=org-member-bus-root-1|toSide=center">
            <a:extLst xmlns:a="http://schemas.openxmlformats.org/drawingml/2006/main">
              <a:ext uri="{FF2B5EF4-FFF2-40B4-BE49-F238E27FC236}">
                <a16:creationId xmlns:a16="http://schemas.microsoft.com/office/drawing/2014/main" id="{360C5123-706D-4A8B-B7BE-4E981C13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17195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8" name="PPAGENT_CONNECTOR|from=org-member-branch-1-0|fromSide=center|to=org-member-bus-root-1|toSide=center">
            <a:extLst xmlns:a="http://schemas.openxmlformats.org/drawingml/2006/main">
              <a:ext uri="{FF2B5EF4-FFF2-40B4-BE49-F238E27FC236}">
                <a16:creationId xmlns:a16="http://schemas.microsoft.com/office/drawing/2014/main" id="{71DBDF4B-B087-4672-A8C1-7CFF082E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4950" y="44767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29" name="PPAGENT_CONNECTOR|from=org-member-bus-root-1|fromSide=center|to=org-member-branch-1-2|toSide=center">
            <a:extLst xmlns:a="http://schemas.openxmlformats.org/drawingml/2006/main">
              <a:ext uri="{FF2B5EF4-FFF2-40B4-BE49-F238E27FC236}">
                <a16:creationId xmlns:a16="http://schemas.microsoft.com/office/drawing/2014/main" id="{A0FC0E3E-2769-4818-85FF-3DEE5B84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4767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0" name="PPAGENT_CONNECTOR|from=org-member-branch-1-0|fromSide=center|to=org-member-node-1-0|toSide=top">
            <a:extLst xmlns:a="http://schemas.openxmlformats.org/drawingml/2006/main">
              <a:ext uri="{FF2B5EF4-FFF2-40B4-BE49-F238E27FC236}">
                <a16:creationId xmlns:a16="http://schemas.microsoft.com/office/drawing/2014/main" id="{6AE60B13-2D6D-4DA1-85D0-B6EBC8B0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4950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1" name="PPAGENT_CONNECTOR|from=org-member-branch-1-1|fromSide=center|to=org-member-node-1-1|toSide=top">
            <a:extLst xmlns:a="http://schemas.openxmlformats.org/drawingml/2006/main">
              <a:ext uri="{FF2B5EF4-FFF2-40B4-BE49-F238E27FC236}">
                <a16:creationId xmlns:a16="http://schemas.microsoft.com/office/drawing/2014/main" id="{65BB6B2B-2A78-4D3B-ABB0-D1B3E804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2" name="PPAGENT_CONNECTOR|from=org-member-branch-1-2|fromSide=center|to=org-member-node-1-2|toSide=top">
            <a:extLst xmlns:a="http://schemas.openxmlformats.org/drawingml/2006/main">
              <a:ext uri="{FF2B5EF4-FFF2-40B4-BE49-F238E27FC236}">
                <a16:creationId xmlns:a16="http://schemas.microsoft.com/office/drawing/2014/main" id="{45236850-35D6-4276-BE3E-49C67CD0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77050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3" name="PPAGENT_CONNECTOR|from=org-department-branch-2|fromSide=center|to=org-department-node-2|toSide=top">
            <a:extLst xmlns:a="http://schemas.openxmlformats.org/drawingml/2006/main">
              <a:ext uri="{FF2B5EF4-FFF2-40B4-BE49-F238E27FC236}">
                <a16:creationId xmlns:a16="http://schemas.microsoft.com/office/drawing/2014/main" id="{2148E99F-F448-45FB-918D-EDC6229E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06000" y="2714625"/>
            <a:ext cx="0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34" name="PPAGENT_CONNECTOR|from=org-department-label-2|fromSide=bottom|to=org-member-bus-root-2|toSide=center">
            <a:extLst xmlns:a="http://schemas.openxmlformats.org/drawingml/2006/main">
              <a:ext uri="{FF2B5EF4-FFF2-40B4-BE49-F238E27FC236}">
                <a16:creationId xmlns:a16="http://schemas.microsoft.com/office/drawing/2014/main" id="{02ABD861-BAC0-445D-9B1B-7EF6A157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06000" y="417195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5" name="PPAGENT_CONNECTOR|from=org-member-branch-2-0|fromSide=center|to=org-member-bus-root-2|toSide=center">
            <a:extLst xmlns:a="http://schemas.openxmlformats.org/drawingml/2006/main">
              <a:ext uri="{FF2B5EF4-FFF2-40B4-BE49-F238E27FC236}">
                <a16:creationId xmlns:a16="http://schemas.microsoft.com/office/drawing/2014/main" id="{EEEC7A57-4F4F-4D8A-A3E4-C7B903A0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15475" y="4476750"/>
            <a:ext cx="390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6" name="PPAGENT_CONNECTOR|from=org-member-bus-root-2|fromSide=center|to=org-member-branch-2-1|toSide=center">
            <a:extLst xmlns:a="http://schemas.openxmlformats.org/drawingml/2006/main">
              <a:ext uri="{FF2B5EF4-FFF2-40B4-BE49-F238E27FC236}">
                <a16:creationId xmlns:a16="http://schemas.microsoft.com/office/drawing/2014/main" id="{D4EB575C-0892-459B-8118-E99C00FB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06000" y="4476750"/>
            <a:ext cx="390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7" name="PPAGENT_CONNECTOR|from=org-member-branch-2-0|fromSide=center|to=org-member-node-2-0|toSide=top">
            <a:extLst xmlns:a="http://schemas.openxmlformats.org/drawingml/2006/main">
              <a:ext uri="{FF2B5EF4-FFF2-40B4-BE49-F238E27FC236}">
                <a16:creationId xmlns:a16="http://schemas.microsoft.com/office/drawing/2014/main" id="{8735BE6E-B51A-4F3B-9DDE-469F880B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15475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8" name="PPAGENT_CONNECTOR|from=org-member-branch-2-1|fromSide=center|to=org-member-node-2-1|toSide=top">
            <a:extLst xmlns:a="http://schemas.openxmlformats.org/drawingml/2006/main">
              <a:ext uri="{FF2B5EF4-FFF2-40B4-BE49-F238E27FC236}">
                <a16:creationId xmlns:a16="http://schemas.microsoft.com/office/drawing/2014/main" id="{1F54C6C6-B3D2-4944-A2F6-1ED72FF3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296525" y="44767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3AF45"/>
            </a:solidFill>
            <a:prstDash val="solid"/>
          </a:ln>
        </p:spPr>
      </p:sp>
      <p:sp>
        <p:nvSpPr>
          <p:cNvPr id="39" name="PPAGENT_QA|parent=org-leader-node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561ADE85-8063-4348-9E5B-73ECCB9E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28587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PAGENT_QA|within=org-leader-node|role=portrait">
            <a:extLst xmlns:a="http://schemas.openxmlformats.org/drawingml/2006/main">
              <a:ext uri="{FF2B5EF4-FFF2-40B4-BE49-F238E27FC236}">
                <a16:creationId xmlns:a16="http://schemas.microsoft.com/office/drawing/2014/main" id="{7797E3D6-EA37-4CE8-8CE3-D5823B06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0175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李明</a:t>
            </a:r>
          </a:p>
        </p:txBody>
      </p:sp>
      <p:sp>
        <p:nvSpPr>
          <p:cNvPr id="41" name="PPAGENT_QA|parent=org-leader-label|domains=organization-leader-labels">
            <a:extLst xmlns:a="http://schemas.openxmlformats.org/drawingml/2006/main">
              <a:ext uri="{FF2B5EF4-FFF2-40B4-BE49-F238E27FC236}">
                <a16:creationId xmlns:a16="http://schemas.microsoft.com/office/drawing/2014/main" id="{1EECD0A6-6E49-475C-8F6A-BD41E29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38375"/>
            <a:ext cx="21717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19050" rIns="762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李明｜项目负责人</a:t>
            </a:r>
          </a:p>
        </p:txBody>
      </p:sp>
      <p:sp>
        <p:nvSpPr>
          <p:cNvPr id="42" name="PPAGENT_QA|parent=org-department-node-0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1F05A916-AB65-41F9-BF13-BC389025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PAGENT_QA|within=org-department-node-0|role=portrait">
            <a:extLst xmlns:a="http://schemas.openxmlformats.org/drawingml/2006/main">
              <a:ext uri="{FF2B5EF4-FFF2-40B4-BE49-F238E27FC236}">
                <a16:creationId xmlns:a16="http://schemas.microsoft.com/office/drawing/2014/main" id="{E6198FCB-5AE5-4380-9E85-9CB97F9D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吴飞</a:t>
            </a:r>
          </a:p>
        </p:txBody>
      </p:sp>
      <p:sp>
        <p:nvSpPr>
          <p:cNvPr id="44" name="PPAGENT_QA|parent=org-department-label-0|domains=organization-department-labels">
            <a:extLst xmlns:a="http://schemas.openxmlformats.org/drawingml/2006/main">
              <a:ext uri="{FF2B5EF4-FFF2-40B4-BE49-F238E27FC236}">
                <a16:creationId xmlns:a16="http://schemas.microsoft.com/office/drawing/2014/main" id="{0FD15F0B-B44B-4AB1-AE84-C2A905F7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10000"/>
            <a:ext cx="20574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吴飞｜产品组</a:t>
            </a:r>
          </a:p>
        </p:txBody>
      </p:sp>
      <p:sp>
        <p:nvSpPr>
          <p:cNvPr id="45" name="PPAGENT_QA|parent=org-member-node-0-0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A6482208-86F8-4C7C-B5FD-B051EF75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苏芳</a:t>
            </a:r>
          </a:p>
        </p:txBody>
      </p:sp>
      <p:sp>
        <p:nvSpPr>
          <p:cNvPr id="46" name="PPAGENT_QA|parent=org-member-label-0-0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245B8071-DFD3-48A5-A9BA-2CDF34C8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47" name="PPAGENT_QA|parent=org-member-node-0-1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6C8527D3-BDFB-4282-97C1-EAC76B81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江源</a:t>
            </a:r>
          </a:p>
        </p:txBody>
      </p:sp>
      <p:sp>
        <p:nvSpPr>
          <p:cNvPr id="48" name="PPAGENT_QA|parent=org-member-label-0-1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6DB4B763-8D25-4493-9A5F-97C2CA95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49" name="PPAGENT_QA|parent=org-department-node-1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AE952BD0-07C1-425C-8252-8B9F74B5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575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PAGENT_QA|within=org-department-node-1|role=portrait">
            <a:extLst xmlns:a="http://schemas.openxmlformats.org/drawingml/2006/main">
              <a:ext uri="{FF2B5EF4-FFF2-40B4-BE49-F238E27FC236}">
                <a16:creationId xmlns:a16="http://schemas.microsoft.com/office/drawing/2014/main" id="{FAD3A0AD-E925-40F3-8D8E-E32791FE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52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徐阳</a:t>
            </a:r>
          </a:p>
        </p:txBody>
      </p:sp>
      <p:sp>
        <p:nvSpPr>
          <p:cNvPr id="51" name="PPAGENT_QA|parent=org-department-label-1|domains=organization-department-labels">
            <a:extLst xmlns:a="http://schemas.openxmlformats.org/drawingml/2006/main">
              <a:ext uri="{FF2B5EF4-FFF2-40B4-BE49-F238E27FC236}">
                <a16:creationId xmlns:a16="http://schemas.microsoft.com/office/drawing/2014/main" id="{84605FF0-C7C8-4DC6-9396-1F87C703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20574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徐阳｜技术组</a:t>
            </a:r>
          </a:p>
        </p:txBody>
      </p:sp>
      <p:sp>
        <p:nvSpPr>
          <p:cNvPr id="52" name="PPAGENT_QA|parent=org-member-node-1-0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7B47C8BD-FBE9-41ED-8266-1A8A7771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周楠</a:t>
            </a:r>
          </a:p>
        </p:txBody>
      </p:sp>
      <p:sp>
        <p:nvSpPr>
          <p:cNvPr id="53" name="PPAGENT_QA|parent=org-member-label-1-0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A142CF9F-54A5-422F-B7B9-BC5B10A9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前端</a:t>
            </a:r>
          </a:p>
        </p:txBody>
      </p:sp>
      <p:sp>
        <p:nvSpPr>
          <p:cNvPr id="54" name="PPAGENT_QA|parent=org-member-node-1-1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2BCDC975-884C-428F-BD92-B167EFE2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叶琳</a:t>
            </a:r>
          </a:p>
        </p:txBody>
      </p:sp>
      <p:sp>
        <p:nvSpPr>
          <p:cNvPr id="55" name="PPAGENT_QA|parent=org-member-label-1-1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E7229CB1-1F5E-4E10-BD02-E05AB505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后端</a:t>
            </a:r>
          </a:p>
        </p:txBody>
      </p:sp>
      <p:sp>
        <p:nvSpPr>
          <p:cNvPr id="56" name="PPAGENT_QA|parent=org-member-node-1-2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0445D219-2736-4B4B-94D1-B9D83E35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陈浩</a:t>
            </a:r>
          </a:p>
        </p:txBody>
      </p:sp>
      <p:sp>
        <p:nvSpPr>
          <p:cNvPr id="57" name="PPAGENT_QA|parent=org-member-label-1-2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698E4B04-2D06-455D-89C5-04CE3827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58" name="PPAGENT_QA|parent=org-department-node-2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548899B2-238A-42B6-BAEA-CD2D8C77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575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PPAGENT_QA|within=org-department-node-2|role=portrait">
            <a:extLst xmlns:a="http://schemas.openxmlformats.org/drawingml/2006/main">
              <a:ext uri="{FF2B5EF4-FFF2-40B4-BE49-F238E27FC236}">
                <a16:creationId xmlns:a16="http://schemas.microsoft.com/office/drawing/2014/main" id="{EC16C8EB-8304-46E2-B70B-90934413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52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陈军</a:t>
            </a:r>
          </a:p>
        </p:txBody>
      </p:sp>
      <p:sp>
        <p:nvSpPr>
          <p:cNvPr id="60" name="PPAGENT_QA|parent=org-department-label-2|domains=organization-department-labels">
            <a:extLst xmlns:a="http://schemas.openxmlformats.org/drawingml/2006/main">
              <a:ext uri="{FF2B5EF4-FFF2-40B4-BE49-F238E27FC236}">
                <a16:creationId xmlns:a16="http://schemas.microsoft.com/office/drawing/2014/main" id="{EB7040D6-5FDC-4786-8C34-FFFFECDE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10000"/>
            <a:ext cx="20574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陈军｜运营组</a:t>
            </a:r>
          </a:p>
        </p:txBody>
      </p:sp>
      <p:sp>
        <p:nvSpPr>
          <p:cNvPr id="61" name="PPAGENT_QA|parent=org-member-node-2-0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3D948DD9-8E2A-4E3F-A7F0-D6850C7D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林清</a:t>
            </a:r>
          </a:p>
        </p:txBody>
      </p:sp>
      <p:sp>
        <p:nvSpPr>
          <p:cNvPr id="62" name="PPAGENT_QA|parent=org-member-label-2-0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69813C87-7CB2-40E7-B21A-41894E5E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内容</a:t>
            </a:r>
          </a:p>
        </p:txBody>
      </p:sp>
      <p:sp>
        <p:nvSpPr>
          <p:cNvPr id="63" name="PPAGENT_QA|parent=org-member-node-2-1|domains=organization-node-circles">
            <a:extLst xmlns:a="http://schemas.openxmlformats.org/drawingml/2006/main">
              <a:ext uri="{FF2B5EF4-FFF2-40B4-BE49-F238E27FC236}">
                <a16:creationId xmlns:a16="http://schemas.microsoft.com/office/drawing/2014/main" id="{8D35296E-57DF-45A1-A9B9-1F06DC59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810125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E3AF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沈嘉</a:t>
            </a:r>
          </a:p>
        </p:txBody>
      </p:sp>
      <p:sp>
        <p:nvSpPr>
          <p:cNvPr id="64" name="PPAGENT_QA|parent=org-member-label-2-1|domains=organization-member-labels">
            <a:extLst xmlns:a="http://schemas.openxmlformats.org/drawingml/2006/main">
              <a:ext uri="{FF2B5EF4-FFF2-40B4-BE49-F238E27FC236}">
                <a16:creationId xmlns:a16="http://schemas.microsoft.com/office/drawing/2014/main" id="{2597CF3C-98BC-4116-B158-2D42B04E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438775"/>
            <a:ext cx="7429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渠道</a:t>
            </a:r>
          </a:p>
        </p:txBody>
      </p:sp>
    </p:spTree>
    <p:extLst>
      <p:ext uri="{BB962C8B-B14F-4D97-AF65-F5344CB8AC3E}">
        <p14:creationId xmlns:p14="http://schemas.microsoft.com/office/powerpoint/2010/main" val="17476095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2026-08-11T05:10:04.4650000Z</dcterms:created>
  <dcterms:modified xsi:type="dcterms:W3CDTF">2026-08-11T05:10:04.4650000Z</dcterms:modified>
</coreProperties>
</file>