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ac19f950514815" /><Relationship Type="http://schemas.openxmlformats.org/officeDocument/2006/relationships/extended-properties" Target="/docProps/app.xml" Id="R537f61f4c0b449d5" /><Relationship Type="http://schemas.openxmlformats.org/officeDocument/2006/relationships/officeDocument" Target="/ppt/presentation.xml" Id="R898d1378aa394c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53444a32f44615"/>
  </p:sldMasterIdLst>
  <p:notesMasterIdLst>
    <p:notesMasterId xmlns:r="http://schemas.openxmlformats.org/officeDocument/2006/relationships" r:id="Rb55095478870476a"/>
  </p:notesMasterIdLst>
  <p:sldIdLst>
    <p:sldId xmlns:r="http://schemas.openxmlformats.org/officeDocument/2006/relationships" id="256" r:id="R682b179949884e7e"/>
    <p:sldId xmlns:r="http://schemas.openxmlformats.org/officeDocument/2006/relationships" id="257" r:id="Rcafbea7512654c7d"/>
    <p:sldId xmlns:r="http://schemas.openxmlformats.org/officeDocument/2006/relationships" id="258" r:id="Ra8bd83c1656748ce"/>
    <p:sldId xmlns:r="http://schemas.openxmlformats.org/officeDocument/2006/relationships" id="259" r:id="Rf316607b6cb74d92"/>
    <p:sldId xmlns:r="http://schemas.openxmlformats.org/officeDocument/2006/relationships" id="260" r:id="Rfd6961c91218432a"/>
    <p:sldId xmlns:r="http://schemas.openxmlformats.org/officeDocument/2006/relationships" id="261" r:id="R4585d27548b249b0"/>
    <p:sldId xmlns:r="http://schemas.openxmlformats.org/officeDocument/2006/relationships" id="262" r:id="R0c337c6426ab414b"/>
    <p:sldId xmlns:r="http://schemas.openxmlformats.org/officeDocument/2006/relationships" id="263" r:id="Raa4507421f0b4646"/>
    <p:sldId xmlns:r="http://schemas.openxmlformats.org/officeDocument/2006/relationships" id="264" r:id="Rdc583f44f33949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f97e49b96849b9" /><Relationship Type="http://schemas.openxmlformats.org/officeDocument/2006/relationships/slideMaster" Target="/ppt/slideMasters/slideMaster1.xml" Id="R8753444a32f44615" /><Relationship Type="http://schemas.openxmlformats.org/officeDocument/2006/relationships/notesMaster" Target="/ppt/notesMasters/notesMaster1.xml" Id="Rb55095478870476a" /><Relationship Type="http://schemas.openxmlformats.org/officeDocument/2006/relationships/presProps" Target="/ppt/presProps.xml" Id="Rfb4ca10477b04741" /><Relationship Type="http://schemas.openxmlformats.org/officeDocument/2006/relationships/tableStyles" Target="/ppt/tableStyles.xml" Id="Rde1698cbb8d94433" /><Relationship Type="http://schemas.openxmlformats.org/officeDocument/2006/relationships/slide" Target="/ppt/slides/slide1.xml" Id="R682b179949884e7e" /><Relationship Type="http://schemas.openxmlformats.org/officeDocument/2006/relationships/slide" Target="/ppt/slides/slide2.xml" Id="Rcafbea7512654c7d" /><Relationship Type="http://schemas.openxmlformats.org/officeDocument/2006/relationships/slide" Target="/ppt/slides/slide3.xml" Id="Ra8bd83c1656748ce" /><Relationship Type="http://schemas.openxmlformats.org/officeDocument/2006/relationships/slide" Target="/ppt/slides/slide4.xml" Id="Rf316607b6cb74d92" /><Relationship Type="http://schemas.openxmlformats.org/officeDocument/2006/relationships/slide" Target="/ppt/slides/slide5.xml" Id="Rfd6961c91218432a" /><Relationship Type="http://schemas.openxmlformats.org/officeDocument/2006/relationships/slide" Target="/ppt/slides/slide6.xml" Id="R4585d27548b249b0" /><Relationship Type="http://schemas.openxmlformats.org/officeDocument/2006/relationships/slide" Target="/ppt/slides/slide7.xml" Id="R0c337c6426ab414b" /><Relationship Type="http://schemas.openxmlformats.org/officeDocument/2006/relationships/slide" Target="/ppt/slides/slide8.xml" Id="Raa4507421f0b4646" /><Relationship Type="http://schemas.openxmlformats.org/officeDocument/2006/relationships/slide" Target="/ppt/slides/slide9.xml" Id="Rdc583f44f33949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3e8fc220f649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bf8e45e6394caf" /><Relationship Type="http://schemas.openxmlformats.org/officeDocument/2006/relationships/notesMaster" Target="/ppt/notesMasters/notesMaster1.xml" Id="R96929bcb8a274c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2806609d5a425f" /><Relationship Type="http://schemas.openxmlformats.org/officeDocument/2006/relationships/notesMaster" Target="/ppt/notesMasters/notesMaster1.xml" Id="R52f66f560aec4f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9f1562387e4093" /><Relationship Type="http://schemas.openxmlformats.org/officeDocument/2006/relationships/notesMaster" Target="/ppt/notesMasters/notesMaster1.xml" Id="R01efc2a33ad540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11c792ba4947d7" /><Relationship Type="http://schemas.openxmlformats.org/officeDocument/2006/relationships/notesMaster" Target="/ppt/notesMasters/notesMaster1.xml" Id="R90d002cc9a1c4a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791eb2dc5e4866" /><Relationship Type="http://schemas.openxmlformats.org/officeDocument/2006/relationships/notesMaster" Target="/ppt/notesMasters/notesMaster1.xml" Id="R8e97d84bab9348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1a3d63df814de9" /><Relationship Type="http://schemas.openxmlformats.org/officeDocument/2006/relationships/notesMaster" Target="/ppt/notesMasters/notesMaster1.xml" Id="Ra99ece0dec494c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e8310e65e14176" /><Relationship Type="http://schemas.openxmlformats.org/officeDocument/2006/relationships/notesMaster" Target="/ppt/notesMasters/notesMaster1.xml" Id="R17c1afbeea0a4b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7fba7a228f4715" /><Relationship Type="http://schemas.openxmlformats.org/officeDocument/2006/relationships/notesMaster" Target="/ppt/notesMasters/notesMaster1.xml" Id="R362bd4caf02f45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9db9249e76470c" /><Relationship Type="http://schemas.openxmlformats.org/officeDocument/2006/relationships/notesMaster" Target="/ppt/notesMasters/notesMaster1.xml" Id="R97a34070b55844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87006b51e44b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eb1c06f1714b74" /><Relationship Type="http://schemas.openxmlformats.org/officeDocument/2006/relationships/slideLayout" Target="/ppt/slideLayouts/slideLayout1.xml" Id="Rf2a41eb4d93640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a41eb4d93640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744748746495d" /><Relationship Type="http://schemas.openxmlformats.org/officeDocument/2006/relationships/notesSlide" Target="/ppt/notesSlides/notesSlide1.xml" Id="Rc9688184ac914c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a273248a14e57" /><Relationship Type="http://schemas.openxmlformats.org/officeDocument/2006/relationships/notesSlide" Target="/ppt/notesSlides/notesSlide2.xml" Id="Racc342661ad44c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f5cc688dc452a" /><Relationship Type="http://schemas.openxmlformats.org/officeDocument/2006/relationships/notesSlide" Target="/ppt/notesSlides/notesSlide3.xml" Id="Rca32d4b462964c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4b9c0cece4322" /><Relationship Type="http://schemas.openxmlformats.org/officeDocument/2006/relationships/notesSlide" Target="/ppt/notesSlides/notesSlide4.xml" Id="Re096a68a5dc84e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1a4887963440c" /><Relationship Type="http://schemas.openxmlformats.org/officeDocument/2006/relationships/notesSlide" Target="/ppt/notesSlides/notesSlide5.xml" Id="R482293334db24f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b97b1c5a7404f" /><Relationship Type="http://schemas.openxmlformats.org/officeDocument/2006/relationships/notesSlide" Target="/ppt/notesSlides/notesSlide6.xml" Id="Rc429a97effc44d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b0de2c6c74e44" /><Relationship Type="http://schemas.openxmlformats.org/officeDocument/2006/relationships/notesSlide" Target="/ppt/notesSlides/notesSlide7.xml" Id="R9c49681570094d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5892d29ac46b6" /><Relationship Type="http://schemas.openxmlformats.org/officeDocument/2006/relationships/notesSlide" Target="/ppt/notesSlides/notesSlide8.xml" Id="R53b1ca6dde294f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087f43e64485b" /><Relationship Type="http://schemas.openxmlformats.org/officeDocument/2006/relationships/notesSlide" Target="/ppt/notesSlides/notesSlide9.xml" Id="R5fedc378426045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0D992C40-7898-4850-A6DB-532D7E1E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814A6836-EE5A-4EFC-ADD7-00E2C975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3086100"/>
            <a:ext cx="5648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5524498E-CF08-4393-8818-EDBEBF8A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0928E28F-3BFE-4885-967D-0B6CC105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0163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leader">
            <a:extLst xmlns:a="http://schemas.openxmlformats.org/drawingml/2006/main">
              <a:ext uri="{FF2B5EF4-FFF2-40B4-BE49-F238E27FC236}">
                <a16:creationId xmlns:a16="http://schemas.microsoft.com/office/drawing/2014/main" id="{F9E91C5E-FC11-4634-93E1-AFF36AA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6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AC4B69FC-58AA-4E9B-BDB1-A7A3D044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7" name="org-head-0">
            <a:extLst xmlns:a="http://schemas.openxmlformats.org/drawingml/2006/main">
              <a:ext uri="{FF2B5EF4-FFF2-40B4-BE49-F238E27FC236}">
                <a16:creationId xmlns:a16="http://schemas.microsoft.com/office/drawing/2014/main" id="{02CF8878-3844-4D43-A6D9-E95E25E2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226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8" name="org-label-0">
            <a:extLst xmlns:a="http://schemas.openxmlformats.org/drawingml/2006/main">
              <a:ext uri="{FF2B5EF4-FFF2-40B4-BE49-F238E27FC236}">
                <a16:creationId xmlns:a16="http://schemas.microsoft.com/office/drawing/2014/main" id="{ACB4050F-875D-474F-B58D-FD9511D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447" y="4095750"/>
            <a:ext cx="472648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9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E20EDFC2-D882-43C9-BED7-04F02F48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41B0B5AB-113A-47E2-BEAC-988834F3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1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02B251B9-F7EB-43E4-81BD-3074D78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2" name="org-head-1">
            <a:extLst xmlns:a="http://schemas.openxmlformats.org/drawingml/2006/main">
              <a:ext uri="{FF2B5EF4-FFF2-40B4-BE49-F238E27FC236}">
                <a16:creationId xmlns:a16="http://schemas.microsoft.com/office/drawing/2014/main" id="{BC9744F5-4B16-488F-96A5-B04F479B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10588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3" name="org-label-1">
            <a:extLst xmlns:a="http://schemas.openxmlformats.org/drawingml/2006/main">
              <a:ext uri="{FF2B5EF4-FFF2-40B4-BE49-F238E27FC236}">
                <a16:creationId xmlns:a16="http://schemas.microsoft.com/office/drawing/2014/main" id="{6BB41A40-33EA-4B57-8CB8-5ABCB556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6772" y="4095750"/>
            <a:ext cx="472648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14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910C639C-42CB-43E0-8BF0-BA21BC7F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082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75C9DC93-53DA-4610-BA74-D4A498FC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5792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6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E5D78227-E9EE-4EEC-A20C-825A8779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</p:spTree>
    <p:extLst>
      <p:ext uri="{BB962C8B-B14F-4D97-AF65-F5344CB8AC3E}">
        <p14:creationId xmlns:p14="http://schemas.microsoft.com/office/powerpoint/2010/main" val="18126124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98EDABA7-14CE-4527-8EF1-A3C1ECD5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D7937CC9-5253-4F66-A91A-F92315F3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3086100"/>
            <a:ext cx="5648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B8E0E512-65F9-467B-AC7E-77FA8F11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CDD66F20-BF54-4563-ADBA-71EFD43D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0163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leader">
            <a:extLst xmlns:a="http://schemas.openxmlformats.org/drawingml/2006/main">
              <a:ext uri="{FF2B5EF4-FFF2-40B4-BE49-F238E27FC236}">
                <a16:creationId xmlns:a16="http://schemas.microsoft.com/office/drawing/2014/main" id="{1783B973-AFED-43BE-A5D7-48823643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6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7118131F-EB14-4464-986A-03042FBE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7" name="org-head-0">
            <a:extLst xmlns:a="http://schemas.openxmlformats.org/drawingml/2006/main">
              <a:ext uri="{FF2B5EF4-FFF2-40B4-BE49-F238E27FC236}">
                <a16:creationId xmlns:a16="http://schemas.microsoft.com/office/drawing/2014/main" id="{6641B073-8A57-4D06-8414-1C7218A1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226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8" name="org-label-0">
            <a:extLst xmlns:a="http://schemas.openxmlformats.org/drawingml/2006/main">
              <a:ext uri="{FF2B5EF4-FFF2-40B4-BE49-F238E27FC236}">
                <a16:creationId xmlns:a16="http://schemas.microsoft.com/office/drawing/2014/main" id="{829795DC-AD5E-4A72-9A2A-9C87E71D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447" y="4095750"/>
            <a:ext cx="472648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9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A7E91CB2-E12D-4F0D-889E-0178859C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5ED6A8E4-4B06-43DB-8271-6167A7FE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1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BF30234C-3793-4F0E-8FE0-55788B9A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2" name="org-member-line-0-1">
            <a:extLst xmlns:a="http://schemas.openxmlformats.org/drawingml/2006/main">
              <a:ext uri="{FF2B5EF4-FFF2-40B4-BE49-F238E27FC236}">
                <a16:creationId xmlns:a16="http://schemas.microsoft.com/office/drawing/2014/main" id="{3453B440-FBB8-4837-988F-C4A2C109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rg-member-0-1">
            <a:extLst xmlns:a="http://schemas.openxmlformats.org/drawingml/2006/main">
              <a:ext uri="{FF2B5EF4-FFF2-40B4-BE49-F238E27FC236}">
                <a16:creationId xmlns:a16="http://schemas.microsoft.com/office/drawing/2014/main" id="{E9C0A3FB-E8B6-4E1B-B456-15BCCCCB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4" name="org-member-role-0-1">
            <a:extLst xmlns:a="http://schemas.openxmlformats.org/drawingml/2006/main">
              <a:ext uri="{FF2B5EF4-FFF2-40B4-BE49-F238E27FC236}">
                <a16:creationId xmlns:a16="http://schemas.microsoft.com/office/drawing/2014/main" id="{65436CC8-C2E6-42D1-A39A-1BE7CA38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017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15" name="org-head-1">
            <a:extLst xmlns:a="http://schemas.openxmlformats.org/drawingml/2006/main">
              <a:ext uri="{FF2B5EF4-FFF2-40B4-BE49-F238E27FC236}">
                <a16:creationId xmlns:a16="http://schemas.microsoft.com/office/drawing/2014/main" id="{AA6FB083-C9D0-4C26-8BD6-05EE9AB0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10588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6" name="org-label-1">
            <a:extLst xmlns:a="http://schemas.openxmlformats.org/drawingml/2006/main">
              <a:ext uri="{FF2B5EF4-FFF2-40B4-BE49-F238E27FC236}">
                <a16:creationId xmlns:a16="http://schemas.microsoft.com/office/drawing/2014/main" id="{F360BFFF-33C9-4F33-8F9E-A11AF26D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6772" y="4095750"/>
            <a:ext cx="472648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17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835BF848-C275-4A7D-BB14-515A046A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082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846ADB9B-0AD9-49B5-A7BB-B82D97EA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5792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9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CF0E3238-5FBC-4A94-8D4F-D7B96C41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0" name="org-member-line-1-1">
            <a:extLst xmlns:a="http://schemas.openxmlformats.org/drawingml/2006/main">
              <a:ext uri="{FF2B5EF4-FFF2-40B4-BE49-F238E27FC236}">
                <a16:creationId xmlns:a16="http://schemas.microsoft.com/office/drawing/2014/main" id="{2170EA24-9592-4AD0-BB6D-3689DEA4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rg-member-1-1">
            <a:extLst xmlns:a="http://schemas.openxmlformats.org/drawingml/2006/main">
              <a:ext uri="{FF2B5EF4-FFF2-40B4-BE49-F238E27FC236}">
                <a16:creationId xmlns:a16="http://schemas.microsoft.com/office/drawing/2014/main" id="{D29BA2A7-0A59-4645-8771-C04CD255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96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2" name="org-member-role-1-1">
            <a:extLst xmlns:a="http://schemas.openxmlformats.org/drawingml/2006/main">
              <a:ext uri="{FF2B5EF4-FFF2-40B4-BE49-F238E27FC236}">
                <a16:creationId xmlns:a16="http://schemas.microsoft.com/office/drawing/2014/main" id="{B4D2E402-D967-47EF-A6B4-B7FB795D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</p:spTree>
    <p:extLst>
      <p:ext uri="{BB962C8B-B14F-4D97-AF65-F5344CB8AC3E}">
        <p14:creationId xmlns:p14="http://schemas.microsoft.com/office/powerpoint/2010/main" val="13899980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1F0CEE13-37C0-49F9-A48D-A3D19CCC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AAF78126-4980-43EA-A922-4436C77D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3086100"/>
            <a:ext cx="5648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38F83AB7-9F08-4B62-9061-43F31267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882975B8-F620-4A12-AD51-E603962D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0163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leader">
            <a:extLst xmlns:a="http://schemas.openxmlformats.org/drawingml/2006/main">
              <a:ext uri="{FF2B5EF4-FFF2-40B4-BE49-F238E27FC236}">
                <a16:creationId xmlns:a16="http://schemas.microsoft.com/office/drawing/2014/main" id="{4BBF1423-4C5F-4E6C-BA9A-C2CC2A97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6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C9BC3A76-2581-48A4-9278-0C77FF86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7" name="org-head-0">
            <a:extLst xmlns:a="http://schemas.openxmlformats.org/drawingml/2006/main">
              <a:ext uri="{FF2B5EF4-FFF2-40B4-BE49-F238E27FC236}">
                <a16:creationId xmlns:a16="http://schemas.microsoft.com/office/drawing/2014/main" id="{8D60EC7B-D445-4368-8009-441C1F5A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226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8" name="org-label-0">
            <a:extLst xmlns:a="http://schemas.openxmlformats.org/drawingml/2006/main">
              <a:ext uri="{FF2B5EF4-FFF2-40B4-BE49-F238E27FC236}">
                <a16:creationId xmlns:a16="http://schemas.microsoft.com/office/drawing/2014/main" id="{16B708F8-A80E-42B9-923E-2F7BFD80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447" y="4095750"/>
            <a:ext cx="472648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9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08A8F98C-6B9B-4B2B-96D9-EB3F6E5D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714B09ED-C740-4AEF-AC10-35780BC3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1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76252C83-752D-4B4D-9424-81213C44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2" name="org-member-line-0-1">
            <a:extLst xmlns:a="http://schemas.openxmlformats.org/drawingml/2006/main">
              <a:ext uri="{FF2B5EF4-FFF2-40B4-BE49-F238E27FC236}">
                <a16:creationId xmlns:a16="http://schemas.microsoft.com/office/drawing/2014/main" id="{22DB9AC2-EC5E-4D8A-83B7-2F65BB2D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183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rg-member-0-1">
            <a:extLst xmlns:a="http://schemas.openxmlformats.org/drawingml/2006/main">
              <a:ext uri="{FF2B5EF4-FFF2-40B4-BE49-F238E27FC236}">
                <a16:creationId xmlns:a16="http://schemas.microsoft.com/office/drawing/2014/main" id="{E393D777-42E1-49B3-9C6A-67E65417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93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4" name="org-member-role-0-1">
            <a:extLst xmlns:a="http://schemas.openxmlformats.org/drawingml/2006/main">
              <a:ext uri="{FF2B5EF4-FFF2-40B4-BE49-F238E27FC236}">
                <a16:creationId xmlns:a16="http://schemas.microsoft.com/office/drawing/2014/main" id="{AD1D9FD8-F4E4-4C25-91AA-819CA94B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15" name="org-member-line-0-2">
            <a:extLst xmlns:a="http://schemas.openxmlformats.org/drawingml/2006/main">
              <a:ext uri="{FF2B5EF4-FFF2-40B4-BE49-F238E27FC236}">
                <a16:creationId xmlns:a16="http://schemas.microsoft.com/office/drawing/2014/main" id="{426ED9A1-9E49-4CF9-8AA6-69304159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rg-member-0-2">
            <a:extLst xmlns:a="http://schemas.openxmlformats.org/drawingml/2006/main">
              <a:ext uri="{FF2B5EF4-FFF2-40B4-BE49-F238E27FC236}">
                <a16:creationId xmlns:a16="http://schemas.microsoft.com/office/drawing/2014/main" id="{71635886-C1B5-4DE3-B9B8-0F5F0182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7" name="org-member-role-0-2">
            <a:extLst xmlns:a="http://schemas.openxmlformats.org/drawingml/2006/main">
              <a:ext uri="{FF2B5EF4-FFF2-40B4-BE49-F238E27FC236}">
                <a16:creationId xmlns:a16="http://schemas.microsoft.com/office/drawing/2014/main" id="{C03427DC-087E-4CE0-BBF2-7CC7C311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017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分析</a:t>
            </a:r>
          </a:p>
        </p:txBody>
      </p:sp>
      <p:sp>
        <p:nvSpPr>
          <p:cNvPr id="18" name="org-head-1">
            <a:extLst xmlns:a="http://schemas.openxmlformats.org/drawingml/2006/main">
              <a:ext uri="{FF2B5EF4-FFF2-40B4-BE49-F238E27FC236}">
                <a16:creationId xmlns:a16="http://schemas.microsoft.com/office/drawing/2014/main" id="{631DDE18-7B11-45D4-A057-866A9C5F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10588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9" name="org-label-1">
            <a:extLst xmlns:a="http://schemas.openxmlformats.org/drawingml/2006/main">
              <a:ext uri="{FF2B5EF4-FFF2-40B4-BE49-F238E27FC236}">
                <a16:creationId xmlns:a16="http://schemas.microsoft.com/office/drawing/2014/main" id="{E72657C5-6CC1-4F75-9B42-D476BDBB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6772" y="4095750"/>
            <a:ext cx="472648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20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6CFA68CF-7051-4B3B-BEB9-7ABD20C5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082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6BA60BE0-4E69-4C35-A3D6-F50300F5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5792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2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671C15E9-A3FF-4F87-901A-A5157CBC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3" name="org-member-line-1-1">
            <a:extLst xmlns:a="http://schemas.openxmlformats.org/drawingml/2006/main">
              <a:ext uri="{FF2B5EF4-FFF2-40B4-BE49-F238E27FC236}">
                <a16:creationId xmlns:a16="http://schemas.microsoft.com/office/drawing/2014/main" id="{C9F62CF7-B6C9-48E9-A62F-61E3C64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0163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org-member-1-1">
            <a:extLst xmlns:a="http://schemas.openxmlformats.org/drawingml/2006/main">
              <a:ext uri="{FF2B5EF4-FFF2-40B4-BE49-F238E27FC236}">
                <a16:creationId xmlns:a16="http://schemas.microsoft.com/office/drawing/2014/main" id="{ECF2E3D7-ED89-412A-B9F4-D0A135A9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7263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5" name="org-member-role-1-1">
            <a:extLst xmlns:a="http://schemas.openxmlformats.org/drawingml/2006/main">
              <a:ext uri="{FF2B5EF4-FFF2-40B4-BE49-F238E27FC236}">
                <a16:creationId xmlns:a16="http://schemas.microsoft.com/office/drawing/2014/main" id="{CDB7CCBC-9EFD-45F9-90F0-BAC898AE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9163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6" name="org-member-line-1-2">
            <a:extLst xmlns:a="http://schemas.openxmlformats.org/drawingml/2006/main">
              <a:ext uri="{FF2B5EF4-FFF2-40B4-BE49-F238E27FC236}">
                <a16:creationId xmlns:a16="http://schemas.microsoft.com/office/drawing/2014/main" id="{DF1078D4-96A5-4140-8BB6-8B41A52B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org-member-1-2">
            <a:extLst xmlns:a="http://schemas.openxmlformats.org/drawingml/2006/main">
              <a:ext uri="{FF2B5EF4-FFF2-40B4-BE49-F238E27FC236}">
                <a16:creationId xmlns:a16="http://schemas.microsoft.com/office/drawing/2014/main" id="{97585B52-A4A9-4F3A-B4A6-5030F09D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96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8" name="org-member-role-1-2">
            <a:extLst xmlns:a="http://schemas.openxmlformats.org/drawingml/2006/main">
              <a:ext uri="{FF2B5EF4-FFF2-40B4-BE49-F238E27FC236}">
                <a16:creationId xmlns:a16="http://schemas.microsoft.com/office/drawing/2014/main" id="{CBF2764A-B039-42E0-99E5-05E047DB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</p:spTree>
    <p:extLst>
      <p:ext uri="{BB962C8B-B14F-4D97-AF65-F5344CB8AC3E}">
        <p14:creationId xmlns:p14="http://schemas.microsoft.com/office/powerpoint/2010/main" val="12058252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74ABEEAC-F65D-442B-9FF1-161D5C32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76E2C7A8-718F-4DE2-B65E-D1B803CA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3086100"/>
            <a:ext cx="753099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F986BEA9-D440-4D0A-BB15-6B87E2E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B11A0BC4-AB7E-416C-8C5C-757ADBB3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department-branch-2">
            <a:extLst xmlns:a="http://schemas.openxmlformats.org/drawingml/2006/main">
              <a:ext uri="{FF2B5EF4-FFF2-40B4-BE49-F238E27FC236}">
                <a16:creationId xmlns:a16="http://schemas.microsoft.com/office/drawing/2014/main" id="{A1CEA88D-0727-4E27-878E-F9F15214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1499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rg-leader">
            <a:extLst xmlns:a="http://schemas.openxmlformats.org/drawingml/2006/main">
              <a:ext uri="{FF2B5EF4-FFF2-40B4-BE49-F238E27FC236}">
                <a16:creationId xmlns:a16="http://schemas.microsoft.com/office/drawing/2014/main" id="{43D4D5E8-CAA0-48FB-ACEE-0201570B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7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9444EB9F-70DA-4B67-9DE8-919C7117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8" name="org-head-0">
            <a:extLst xmlns:a="http://schemas.openxmlformats.org/drawingml/2006/main">
              <a:ext uri="{FF2B5EF4-FFF2-40B4-BE49-F238E27FC236}">
                <a16:creationId xmlns:a16="http://schemas.microsoft.com/office/drawing/2014/main" id="{E2C7979A-2772-4CFD-AC42-275B13DA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077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9" name="org-label-0">
            <a:extLst xmlns:a="http://schemas.openxmlformats.org/drawingml/2006/main">
              <a:ext uri="{FF2B5EF4-FFF2-40B4-BE49-F238E27FC236}">
                <a16:creationId xmlns:a16="http://schemas.microsoft.com/office/drawing/2014/main" id="{6AA76ED5-28E9-4EFC-BEA8-821FB2E8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735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10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828D6910-D31C-41C4-B77E-315E25AD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19F37E90-8378-4641-8857-C21A2466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2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FE736314-39FF-4CC9-BC11-2EC43D80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3" name="org-head-1">
            <a:extLst xmlns:a="http://schemas.openxmlformats.org/drawingml/2006/main">
              <a:ext uri="{FF2B5EF4-FFF2-40B4-BE49-F238E27FC236}">
                <a16:creationId xmlns:a16="http://schemas.microsoft.com/office/drawing/2014/main" id="{4B29AA23-8852-489D-85D8-7F4B339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27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4" name="org-label-1">
            <a:extLst xmlns:a="http://schemas.openxmlformats.org/drawingml/2006/main">
              <a:ext uri="{FF2B5EF4-FFF2-40B4-BE49-F238E27FC236}">
                <a16:creationId xmlns:a16="http://schemas.microsoft.com/office/drawing/2014/main" id="{94D528CD-F341-40EA-983D-7845590F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234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15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D61317DD-DBA9-4540-AF59-3E596A6A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7999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1674EDCE-B7B9-4201-AEC7-2533DC10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5099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7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A7F98835-62C9-432E-B7B3-F406EDC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6999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8" name="org-head-2">
            <a:extLst xmlns:a="http://schemas.openxmlformats.org/drawingml/2006/main">
              <a:ext uri="{FF2B5EF4-FFF2-40B4-BE49-F238E27FC236}">
                <a16:creationId xmlns:a16="http://schemas.microsoft.com/office/drawing/2014/main" id="{54088747-D7E9-44A3-B47C-4B461F03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1781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19" name="org-label-2">
            <a:extLst xmlns:a="http://schemas.openxmlformats.org/drawingml/2006/main">
              <a:ext uri="{FF2B5EF4-FFF2-40B4-BE49-F238E27FC236}">
                <a16:creationId xmlns:a16="http://schemas.microsoft.com/office/drawing/2014/main" id="{6BE98E61-DB04-4987-8710-D5541496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7734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工程组长｜工程组</a:t>
            </a:r>
          </a:p>
        </p:txBody>
      </p:sp>
      <p:sp>
        <p:nvSpPr>
          <p:cNvPr id="20" name="org-member-line-2-0">
            <a:extLst xmlns:a="http://schemas.openxmlformats.org/drawingml/2006/main">
              <a:ext uri="{FF2B5EF4-FFF2-40B4-BE49-F238E27FC236}">
                <a16:creationId xmlns:a16="http://schemas.microsoft.com/office/drawing/2014/main" id="{3369A3B0-202F-42B2-B54D-87D54B18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8349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rg-member-2-0">
            <a:extLst xmlns:a="http://schemas.openxmlformats.org/drawingml/2006/main">
              <a:ext uri="{FF2B5EF4-FFF2-40B4-BE49-F238E27FC236}">
                <a16:creationId xmlns:a16="http://schemas.microsoft.com/office/drawing/2014/main" id="{A1203E92-9385-4D70-B14D-EDA26652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059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2" name="org-member-role-2-0">
            <a:extLst xmlns:a="http://schemas.openxmlformats.org/drawingml/2006/main">
              <a:ext uri="{FF2B5EF4-FFF2-40B4-BE49-F238E27FC236}">
                <a16:creationId xmlns:a16="http://schemas.microsoft.com/office/drawing/2014/main" id="{230EFD9D-344E-44FE-8EBB-16A60024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249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</p:txBody>
      </p:sp>
    </p:spTree>
    <p:extLst>
      <p:ext uri="{BB962C8B-B14F-4D97-AF65-F5344CB8AC3E}">
        <p14:creationId xmlns:p14="http://schemas.microsoft.com/office/powerpoint/2010/main" val="5366812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FBC134D3-C17C-43F9-87AB-2BC1E368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5847C7ED-CD76-4E82-96DF-0712F264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3086100"/>
            <a:ext cx="753099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6374AA2E-2070-423E-BA34-075154D1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04660181-0050-436B-9798-5647D568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department-branch-2">
            <a:extLst xmlns:a="http://schemas.openxmlformats.org/drawingml/2006/main">
              <a:ext uri="{FF2B5EF4-FFF2-40B4-BE49-F238E27FC236}">
                <a16:creationId xmlns:a16="http://schemas.microsoft.com/office/drawing/2014/main" id="{0AF155D0-5BE8-46EE-899D-5556D4C6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1499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rg-leader">
            <a:extLst xmlns:a="http://schemas.openxmlformats.org/drawingml/2006/main">
              <a:ext uri="{FF2B5EF4-FFF2-40B4-BE49-F238E27FC236}">
                <a16:creationId xmlns:a16="http://schemas.microsoft.com/office/drawing/2014/main" id="{F8A09E42-482D-499A-9DD9-C2976BFC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7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556B828C-5C96-40AF-B956-35DE68BC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8" name="org-head-0">
            <a:extLst xmlns:a="http://schemas.openxmlformats.org/drawingml/2006/main">
              <a:ext uri="{FF2B5EF4-FFF2-40B4-BE49-F238E27FC236}">
                <a16:creationId xmlns:a16="http://schemas.microsoft.com/office/drawing/2014/main" id="{F0791775-AD4C-4F91-89C0-9A4F4328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077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9" name="org-label-0">
            <a:extLst xmlns:a="http://schemas.openxmlformats.org/drawingml/2006/main">
              <a:ext uri="{FF2B5EF4-FFF2-40B4-BE49-F238E27FC236}">
                <a16:creationId xmlns:a16="http://schemas.microsoft.com/office/drawing/2014/main" id="{2B4B0233-D0C0-4913-A221-7E3068A5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735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10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1A85D50C-F5B3-4AF1-970C-85850BF2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6E76495D-1E66-4A77-831C-5249FAB9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2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E97C5929-9AA9-407D-86E1-7A926DB6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3" name="org-member-line-0-1">
            <a:extLst xmlns:a="http://schemas.openxmlformats.org/drawingml/2006/main">
              <a:ext uri="{FF2B5EF4-FFF2-40B4-BE49-F238E27FC236}">
                <a16:creationId xmlns:a16="http://schemas.microsoft.com/office/drawing/2014/main" id="{968A3F87-9879-4E12-8931-4D10EB50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8349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rg-member-0-1">
            <a:extLst xmlns:a="http://schemas.openxmlformats.org/drawingml/2006/main">
              <a:ext uri="{FF2B5EF4-FFF2-40B4-BE49-F238E27FC236}">
                <a16:creationId xmlns:a16="http://schemas.microsoft.com/office/drawing/2014/main" id="{BC0CA175-30EA-4BDC-8028-95E260AD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5449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5" name="org-member-role-0-1">
            <a:extLst xmlns:a="http://schemas.openxmlformats.org/drawingml/2006/main">
              <a:ext uri="{FF2B5EF4-FFF2-40B4-BE49-F238E27FC236}">
                <a16:creationId xmlns:a16="http://schemas.microsoft.com/office/drawing/2014/main" id="{1690078A-2FD3-45DE-95A0-396B9D58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7349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16" name="org-head-1">
            <a:extLst xmlns:a="http://schemas.openxmlformats.org/drawingml/2006/main">
              <a:ext uri="{FF2B5EF4-FFF2-40B4-BE49-F238E27FC236}">
                <a16:creationId xmlns:a16="http://schemas.microsoft.com/office/drawing/2014/main" id="{5BB0B227-6B01-45E5-9DBF-D5D72918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27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7" name="org-label-1">
            <a:extLst xmlns:a="http://schemas.openxmlformats.org/drawingml/2006/main">
              <a:ext uri="{FF2B5EF4-FFF2-40B4-BE49-F238E27FC236}">
                <a16:creationId xmlns:a16="http://schemas.microsoft.com/office/drawing/2014/main" id="{D784CE25-3E91-45C0-8EE5-AB1ACA5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234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18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F800FA21-FD8A-4758-9155-9BA6EB54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7999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664819B0-8228-4926-BCFF-F684C208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5099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0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AE681864-F7D5-4FE8-851E-A1693D26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6999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1" name="org-member-line-1-1">
            <a:extLst xmlns:a="http://schemas.openxmlformats.org/drawingml/2006/main">
              <a:ext uri="{FF2B5EF4-FFF2-40B4-BE49-F238E27FC236}">
                <a16:creationId xmlns:a16="http://schemas.microsoft.com/office/drawing/2014/main" id="{E04874CC-67C9-4D23-97E0-47F12C68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384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org-member-1-1">
            <a:extLst xmlns:a="http://schemas.openxmlformats.org/drawingml/2006/main">
              <a:ext uri="{FF2B5EF4-FFF2-40B4-BE49-F238E27FC236}">
                <a16:creationId xmlns:a16="http://schemas.microsoft.com/office/drawing/2014/main" id="{AED2E709-9884-40FF-98B2-4A70D8E0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3094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3" name="org-member-role-1-1">
            <a:extLst xmlns:a="http://schemas.openxmlformats.org/drawingml/2006/main">
              <a:ext uri="{FF2B5EF4-FFF2-40B4-BE49-F238E27FC236}">
                <a16:creationId xmlns:a16="http://schemas.microsoft.com/office/drawing/2014/main" id="{15DECF2D-27C4-4BA3-BAC0-9238BD5A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284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4" name="org-head-2">
            <a:extLst xmlns:a="http://schemas.openxmlformats.org/drawingml/2006/main">
              <a:ext uri="{FF2B5EF4-FFF2-40B4-BE49-F238E27FC236}">
                <a16:creationId xmlns:a16="http://schemas.microsoft.com/office/drawing/2014/main" id="{24AFE211-175E-40D6-B37A-1413B454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1781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25" name="org-label-2">
            <a:extLst xmlns:a="http://schemas.openxmlformats.org/drawingml/2006/main">
              <a:ext uri="{FF2B5EF4-FFF2-40B4-BE49-F238E27FC236}">
                <a16:creationId xmlns:a16="http://schemas.microsoft.com/office/drawing/2014/main" id="{D06B2450-652A-432F-AED0-EE3E666F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7734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工程组长｜工程组</a:t>
            </a:r>
          </a:p>
        </p:txBody>
      </p:sp>
      <p:sp>
        <p:nvSpPr>
          <p:cNvPr id="26" name="org-member-line-2-0">
            <a:extLst xmlns:a="http://schemas.openxmlformats.org/drawingml/2006/main">
              <a:ext uri="{FF2B5EF4-FFF2-40B4-BE49-F238E27FC236}">
                <a16:creationId xmlns:a16="http://schemas.microsoft.com/office/drawing/2014/main" id="{59828E47-27C7-4A85-9AD4-0D7910EC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8349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org-member-2-0">
            <a:extLst xmlns:a="http://schemas.openxmlformats.org/drawingml/2006/main">
              <a:ext uri="{FF2B5EF4-FFF2-40B4-BE49-F238E27FC236}">
                <a16:creationId xmlns:a16="http://schemas.microsoft.com/office/drawing/2014/main" id="{748D4366-EEF2-4F15-BAF9-ABADD771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059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8" name="org-member-role-2-0">
            <a:extLst xmlns:a="http://schemas.openxmlformats.org/drawingml/2006/main">
              <a:ext uri="{FF2B5EF4-FFF2-40B4-BE49-F238E27FC236}">
                <a16:creationId xmlns:a16="http://schemas.microsoft.com/office/drawing/2014/main" id="{AB9AF386-9522-453D-9B07-BC6D41D5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249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</p:txBody>
      </p:sp>
      <p:sp>
        <p:nvSpPr>
          <p:cNvPr id="29" name="org-member-line-2-1">
            <a:extLst xmlns:a="http://schemas.openxmlformats.org/drawingml/2006/main">
              <a:ext uri="{FF2B5EF4-FFF2-40B4-BE49-F238E27FC236}">
                <a16:creationId xmlns:a16="http://schemas.microsoft.com/office/drawing/2014/main" id="{99E61911-69A3-4844-A9C0-1D5EBFC6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34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org-member-2-1">
            <a:extLst xmlns:a="http://schemas.openxmlformats.org/drawingml/2006/main">
              <a:ext uri="{FF2B5EF4-FFF2-40B4-BE49-F238E27FC236}">
                <a16:creationId xmlns:a16="http://schemas.microsoft.com/office/drawing/2014/main" id="{AD191962-D0E5-4CE3-B48C-9DDB9333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9644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1" name="org-member-role-2-1">
            <a:extLst xmlns:a="http://schemas.openxmlformats.org/drawingml/2006/main">
              <a:ext uri="{FF2B5EF4-FFF2-40B4-BE49-F238E27FC236}">
                <a16:creationId xmlns:a16="http://schemas.microsoft.com/office/drawing/2014/main" id="{70864A45-342E-41BD-ADFC-9D3F4ED6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34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</p:spTree>
    <p:extLst>
      <p:ext uri="{BB962C8B-B14F-4D97-AF65-F5344CB8AC3E}">
        <p14:creationId xmlns:p14="http://schemas.microsoft.com/office/powerpoint/2010/main" val="13899973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4D84537E-7100-4753-99AD-872A1CFB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45E0721A-98A5-4FA5-9D36-91A6F3AC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3086100"/>
            <a:ext cx="753099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B04F30B7-C2FC-4202-A25A-94BD02EA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9ADE9DFF-797B-410D-B5F3-8D28923F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department-branch-2">
            <a:extLst xmlns:a="http://schemas.openxmlformats.org/drawingml/2006/main">
              <a:ext uri="{FF2B5EF4-FFF2-40B4-BE49-F238E27FC236}">
                <a16:creationId xmlns:a16="http://schemas.microsoft.com/office/drawing/2014/main" id="{DC8F9E8C-BAA0-46B3-BDB0-BC89653A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1499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rg-leader">
            <a:extLst xmlns:a="http://schemas.openxmlformats.org/drawingml/2006/main">
              <a:ext uri="{FF2B5EF4-FFF2-40B4-BE49-F238E27FC236}">
                <a16:creationId xmlns:a16="http://schemas.microsoft.com/office/drawing/2014/main" id="{83A64297-D3C8-438F-AB50-04CBADF1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7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1CB79049-4099-4C3E-A0D0-731CBBFA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8" name="org-head-0">
            <a:extLst xmlns:a="http://schemas.openxmlformats.org/drawingml/2006/main">
              <a:ext uri="{FF2B5EF4-FFF2-40B4-BE49-F238E27FC236}">
                <a16:creationId xmlns:a16="http://schemas.microsoft.com/office/drawing/2014/main" id="{12BEEA5A-60AE-43AF-9E17-2CCE10AC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077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9" name="org-label-0">
            <a:extLst xmlns:a="http://schemas.openxmlformats.org/drawingml/2006/main">
              <a:ext uri="{FF2B5EF4-FFF2-40B4-BE49-F238E27FC236}">
                <a16:creationId xmlns:a16="http://schemas.microsoft.com/office/drawing/2014/main" id="{60818E24-4B0B-4A9E-9F9C-9E01686B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735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10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CB0B3D94-7C07-4CF5-A79E-48D88B64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D52F0F65-1B0D-42F4-BA17-3C4DBB70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2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75311776-B8B4-4213-AA4F-CD0F98FE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3" name="org-member-line-0-1">
            <a:extLst xmlns:a="http://schemas.openxmlformats.org/drawingml/2006/main">
              <a:ext uri="{FF2B5EF4-FFF2-40B4-BE49-F238E27FC236}">
                <a16:creationId xmlns:a16="http://schemas.microsoft.com/office/drawing/2014/main" id="{AEC288DA-C4EC-4C60-AE7C-C621A5A1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034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rg-member-0-1">
            <a:extLst xmlns:a="http://schemas.openxmlformats.org/drawingml/2006/main">
              <a:ext uri="{FF2B5EF4-FFF2-40B4-BE49-F238E27FC236}">
                <a16:creationId xmlns:a16="http://schemas.microsoft.com/office/drawing/2014/main" id="{BE1F0D02-0770-476F-BDB4-AE2D9DA0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8744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5" name="org-member-role-0-1">
            <a:extLst xmlns:a="http://schemas.openxmlformats.org/drawingml/2006/main">
              <a:ext uri="{FF2B5EF4-FFF2-40B4-BE49-F238E27FC236}">
                <a16:creationId xmlns:a16="http://schemas.microsoft.com/office/drawing/2014/main" id="{741E00AA-37BC-4ED0-9B47-9D1592EF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4934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16" name="org-member-line-0-2">
            <a:extLst xmlns:a="http://schemas.openxmlformats.org/drawingml/2006/main">
              <a:ext uri="{FF2B5EF4-FFF2-40B4-BE49-F238E27FC236}">
                <a16:creationId xmlns:a16="http://schemas.microsoft.com/office/drawing/2014/main" id="{DB434172-3D2C-4B21-99C2-344D1051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8349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rg-member-0-2">
            <a:extLst xmlns:a="http://schemas.openxmlformats.org/drawingml/2006/main">
              <a:ext uri="{FF2B5EF4-FFF2-40B4-BE49-F238E27FC236}">
                <a16:creationId xmlns:a16="http://schemas.microsoft.com/office/drawing/2014/main" id="{0DFA4E0F-340D-4FF6-94D6-98454383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65449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8" name="org-member-role-0-2">
            <a:extLst xmlns:a="http://schemas.openxmlformats.org/drawingml/2006/main">
              <a:ext uri="{FF2B5EF4-FFF2-40B4-BE49-F238E27FC236}">
                <a16:creationId xmlns:a16="http://schemas.microsoft.com/office/drawing/2014/main" id="{B8E6989E-4B7C-48C4-94CF-A82D6D03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27349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分析</a:t>
            </a:r>
          </a:p>
        </p:txBody>
      </p:sp>
      <p:sp>
        <p:nvSpPr>
          <p:cNvPr id="19" name="org-head-1">
            <a:extLst xmlns:a="http://schemas.openxmlformats.org/drawingml/2006/main">
              <a:ext uri="{FF2B5EF4-FFF2-40B4-BE49-F238E27FC236}">
                <a16:creationId xmlns:a16="http://schemas.microsoft.com/office/drawing/2014/main" id="{9B49FF7F-A92E-4E96-8D01-7331E978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273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20" name="org-label-1">
            <a:extLst xmlns:a="http://schemas.openxmlformats.org/drawingml/2006/main">
              <a:ext uri="{FF2B5EF4-FFF2-40B4-BE49-F238E27FC236}">
                <a16:creationId xmlns:a16="http://schemas.microsoft.com/office/drawing/2014/main" id="{6EC0ECBC-DB99-4ABE-9147-6CAF13D4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234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21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E8117DB6-51F2-404A-BDA8-A5C3D5BC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7999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B69BD6E2-0C6E-4DD6-AF94-0C19F4C2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5099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3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807E3754-90F4-401A-B2AE-07BCE480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6999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4" name="org-member-line-1-1">
            <a:extLst xmlns:a="http://schemas.openxmlformats.org/drawingml/2006/main">
              <a:ext uri="{FF2B5EF4-FFF2-40B4-BE49-F238E27FC236}">
                <a16:creationId xmlns:a16="http://schemas.microsoft.com/office/drawing/2014/main" id="{946EEFE9-477E-4F1C-BFDD-DD5CA67D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584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org-member-1-1">
            <a:extLst xmlns:a="http://schemas.openxmlformats.org/drawingml/2006/main">
              <a:ext uri="{FF2B5EF4-FFF2-40B4-BE49-F238E27FC236}">
                <a16:creationId xmlns:a16="http://schemas.microsoft.com/office/drawing/2014/main" id="{A3AA4DC1-B609-4D7B-9CF0-81CF4EDD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5294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6" name="org-member-role-1-1">
            <a:extLst xmlns:a="http://schemas.openxmlformats.org/drawingml/2006/main">
              <a:ext uri="{FF2B5EF4-FFF2-40B4-BE49-F238E27FC236}">
                <a16:creationId xmlns:a16="http://schemas.microsoft.com/office/drawing/2014/main" id="{A2FC98B3-CAB9-4F77-BB36-DF7B8C7F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484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7" name="org-member-line-1-2">
            <a:extLst xmlns:a="http://schemas.openxmlformats.org/drawingml/2006/main">
              <a:ext uri="{FF2B5EF4-FFF2-40B4-BE49-F238E27FC236}">
                <a16:creationId xmlns:a16="http://schemas.microsoft.com/office/drawing/2014/main" id="{F6E8E487-76C4-4DA3-9E84-21045CF3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384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org-member-1-2">
            <a:extLst xmlns:a="http://schemas.openxmlformats.org/drawingml/2006/main">
              <a:ext uri="{FF2B5EF4-FFF2-40B4-BE49-F238E27FC236}">
                <a16:creationId xmlns:a16="http://schemas.microsoft.com/office/drawing/2014/main" id="{EF73DBA4-F98D-425E-8805-20C7F90D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3094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9" name="org-member-role-1-2">
            <a:extLst xmlns:a="http://schemas.openxmlformats.org/drawingml/2006/main">
              <a:ext uri="{FF2B5EF4-FFF2-40B4-BE49-F238E27FC236}">
                <a16:creationId xmlns:a16="http://schemas.microsoft.com/office/drawing/2014/main" id="{8A59362E-30EB-4337-A9B3-55229B8F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284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30" name="org-head-2">
            <a:extLst xmlns:a="http://schemas.openxmlformats.org/drawingml/2006/main">
              <a:ext uri="{FF2B5EF4-FFF2-40B4-BE49-F238E27FC236}">
                <a16:creationId xmlns:a16="http://schemas.microsoft.com/office/drawing/2014/main" id="{9646EE85-E19A-48C7-A5FA-DB7CA4CE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1781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31" name="org-label-2">
            <a:extLst xmlns:a="http://schemas.openxmlformats.org/drawingml/2006/main">
              <a:ext uri="{FF2B5EF4-FFF2-40B4-BE49-F238E27FC236}">
                <a16:creationId xmlns:a16="http://schemas.microsoft.com/office/drawing/2014/main" id="{4071F608-2943-42D3-A37D-4781C99B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7734" y="4095750"/>
            <a:ext cx="3107236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工程组长｜工程组</a:t>
            </a:r>
          </a:p>
        </p:txBody>
      </p:sp>
      <p:sp>
        <p:nvSpPr>
          <p:cNvPr id="32" name="org-member-line-2-0">
            <a:extLst xmlns:a="http://schemas.openxmlformats.org/drawingml/2006/main">
              <a:ext uri="{FF2B5EF4-FFF2-40B4-BE49-F238E27FC236}">
                <a16:creationId xmlns:a16="http://schemas.microsoft.com/office/drawing/2014/main" id="{C359B91B-6777-4517-88F1-DA3EFC83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8349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org-member-2-0">
            <a:extLst xmlns:a="http://schemas.openxmlformats.org/drawingml/2006/main">
              <a:ext uri="{FF2B5EF4-FFF2-40B4-BE49-F238E27FC236}">
                <a16:creationId xmlns:a16="http://schemas.microsoft.com/office/drawing/2014/main" id="{168209F1-6F48-4351-9CD5-F8E93A7F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059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4" name="org-member-role-2-0">
            <a:extLst xmlns:a="http://schemas.openxmlformats.org/drawingml/2006/main">
              <a:ext uri="{FF2B5EF4-FFF2-40B4-BE49-F238E27FC236}">
                <a16:creationId xmlns:a16="http://schemas.microsoft.com/office/drawing/2014/main" id="{0FD72126-AE61-41A2-A087-1774E106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249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</p:txBody>
      </p:sp>
      <p:sp>
        <p:nvSpPr>
          <p:cNvPr id="35" name="org-member-line-2-1">
            <a:extLst xmlns:a="http://schemas.openxmlformats.org/drawingml/2006/main">
              <a:ext uri="{FF2B5EF4-FFF2-40B4-BE49-F238E27FC236}">
                <a16:creationId xmlns:a16="http://schemas.microsoft.com/office/drawing/2014/main" id="{D8D43D89-EDD7-48B7-95C3-7E0E1DF6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1356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org-member-2-1">
            <a:extLst xmlns:a="http://schemas.openxmlformats.org/drawingml/2006/main">
              <a:ext uri="{FF2B5EF4-FFF2-40B4-BE49-F238E27FC236}">
                <a16:creationId xmlns:a16="http://schemas.microsoft.com/office/drawing/2014/main" id="{A16EDE5A-550E-443F-A751-553144B4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8456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7" name="org-member-role-2-1">
            <a:extLst xmlns:a="http://schemas.openxmlformats.org/drawingml/2006/main">
              <a:ext uri="{FF2B5EF4-FFF2-40B4-BE49-F238E27FC236}">
                <a16:creationId xmlns:a16="http://schemas.microsoft.com/office/drawing/2014/main" id="{F7BCD98D-B375-4B8F-A957-69CC8C32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0356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38" name="org-member-line-2-2">
            <a:extLst xmlns:a="http://schemas.openxmlformats.org/drawingml/2006/main">
              <a:ext uri="{FF2B5EF4-FFF2-40B4-BE49-F238E27FC236}">
                <a16:creationId xmlns:a16="http://schemas.microsoft.com/office/drawing/2014/main" id="{38439575-1BF2-4B0D-B37C-22192C24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34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org-member-2-2">
            <a:extLst xmlns:a="http://schemas.openxmlformats.org/drawingml/2006/main">
              <a:ext uri="{FF2B5EF4-FFF2-40B4-BE49-F238E27FC236}">
                <a16:creationId xmlns:a16="http://schemas.microsoft.com/office/drawing/2014/main" id="{798F4288-4006-4679-84B2-0207E48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9644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40" name="org-member-role-2-2">
            <a:extLst xmlns:a="http://schemas.openxmlformats.org/drawingml/2006/main">
              <a:ext uri="{FF2B5EF4-FFF2-40B4-BE49-F238E27FC236}">
                <a16:creationId xmlns:a16="http://schemas.microsoft.com/office/drawing/2014/main" id="{C895FA49-06CF-4513-B99D-452CCAF1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34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运维</a:t>
            </a:r>
          </a:p>
        </p:txBody>
      </p:sp>
    </p:spTree>
    <p:extLst>
      <p:ext uri="{BB962C8B-B14F-4D97-AF65-F5344CB8AC3E}">
        <p14:creationId xmlns:p14="http://schemas.microsoft.com/office/powerpoint/2010/main" val="13110222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6E1F67A4-AA3F-4A23-8530-703B77E4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A01A653A-47AF-4902-873A-95C9A9C9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3086100"/>
            <a:ext cx="84724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D2BA5DEF-47B4-4CD1-80D6-A30ADF55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4ED63467-F1E3-4F55-9F86-E4742126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3919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department-branch-2">
            <a:extLst xmlns:a="http://schemas.openxmlformats.org/drawingml/2006/main">
              <a:ext uri="{FF2B5EF4-FFF2-40B4-BE49-F238E27FC236}">
                <a16:creationId xmlns:a16="http://schemas.microsoft.com/office/drawing/2014/main" id="{02A5263E-B089-4E46-BE44-A7447B2A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8081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rg-department-branch-3">
            <a:extLst xmlns:a="http://schemas.openxmlformats.org/drawingml/2006/main">
              <a:ext uri="{FF2B5EF4-FFF2-40B4-BE49-F238E27FC236}">
                <a16:creationId xmlns:a16="http://schemas.microsoft.com/office/drawing/2014/main" id="{AF32F323-D2BD-461D-9B6D-04924437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32244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rg-leader">
            <a:extLst xmlns:a="http://schemas.openxmlformats.org/drawingml/2006/main">
              <a:ext uri="{FF2B5EF4-FFF2-40B4-BE49-F238E27FC236}">
                <a16:creationId xmlns:a16="http://schemas.microsoft.com/office/drawing/2014/main" id="{C54268B3-46C9-40E7-91BB-892B0113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8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1C4044A0-6F0E-4186-BF27-5C5D0300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9" name="org-head-0">
            <a:extLst xmlns:a="http://schemas.openxmlformats.org/drawingml/2006/main">
              <a:ext uri="{FF2B5EF4-FFF2-40B4-BE49-F238E27FC236}">
                <a16:creationId xmlns:a16="http://schemas.microsoft.com/office/drawing/2014/main" id="{D6FEF058-D430-4106-BF1A-08649012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50181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10" name="org-label-0">
            <a:extLst xmlns:a="http://schemas.openxmlformats.org/drawingml/2006/main">
              <a:ext uri="{FF2B5EF4-FFF2-40B4-BE49-F238E27FC236}">
                <a16:creationId xmlns:a16="http://schemas.microsoft.com/office/drawing/2014/main" id="{C9CD6200-43C7-46E4-9421-36EC061D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0803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11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3BC40E1A-8FD4-43A3-B675-989E3C8E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CB9F76AB-8B42-4B1C-932A-0F20457B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3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538B9705-D285-4E85-BC6E-4154D812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4" name="org-head-1">
            <a:extLst xmlns:a="http://schemas.openxmlformats.org/drawingml/2006/main">
              <a:ext uri="{FF2B5EF4-FFF2-40B4-BE49-F238E27FC236}">
                <a16:creationId xmlns:a16="http://schemas.microsoft.com/office/drawing/2014/main" id="{02B1F9FB-69B1-4916-AAEF-6E8A513D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74344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5" name="org-label-1">
            <a:extLst xmlns:a="http://schemas.openxmlformats.org/drawingml/2006/main">
              <a:ext uri="{FF2B5EF4-FFF2-40B4-BE49-F238E27FC236}">
                <a16:creationId xmlns:a16="http://schemas.microsoft.com/office/drawing/2014/main" id="{8C3825BC-FB7E-4D0A-9F86-BB09100E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4966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16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1AD7EEBA-4A5C-4627-96C6-0ACF48FF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6663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A90A775C-7114-42DF-81E8-2BE998D2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33763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8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F96FD799-2C1A-4295-A095-214D2B82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95663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9" name="org-head-2">
            <a:extLst xmlns:a="http://schemas.openxmlformats.org/drawingml/2006/main">
              <a:ext uri="{FF2B5EF4-FFF2-40B4-BE49-F238E27FC236}">
                <a16:creationId xmlns:a16="http://schemas.microsoft.com/office/drawing/2014/main" id="{3E38A43F-86AD-4E89-8D15-7060B857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8506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20" name="org-label-2">
            <a:extLst xmlns:a="http://schemas.openxmlformats.org/drawingml/2006/main">
              <a:ext uri="{FF2B5EF4-FFF2-40B4-BE49-F238E27FC236}">
                <a16:creationId xmlns:a16="http://schemas.microsoft.com/office/drawing/2014/main" id="{39A405A2-EF1E-4533-801B-7E5EA485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9128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工程组长｜工程组</a:t>
            </a:r>
          </a:p>
        </p:txBody>
      </p:sp>
      <p:sp>
        <p:nvSpPr>
          <p:cNvPr id="21" name="org-member-line-2-0">
            <a:extLst xmlns:a="http://schemas.openxmlformats.org/drawingml/2006/main">
              <a:ext uri="{FF2B5EF4-FFF2-40B4-BE49-F238E27FC236}">
                <a16:creationId xmlns:a16="http://schemas.microsoft.com/office/drawing/2014/main" id="{B5CE433B-523E-4053-BBF6-657CF6E2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082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org-member-2-0">
            <a:extLst xmlns:a="http://schemas.openxmlformats.org/drawingml/2006/main">
              <a:ext uri="{FF2B5EF4-FFF2-40B4-BE49-F238E27FC236}">
                <a16:creationId xmlns:a16="http://schemas.microsoft.com/office/drawing/2014/main" id="{BB9885C7-0A5D-4392-A2C0-21A13493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5792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3" name="org-member-role-2-0">
            <a:extLst xmlns:a="http://schemas.openxmlformats.org/drawingml/2006/main">
              <a:ext uri="{FF2B5EF4-FFF2-40B4-BE49-F238E27FC236}">
                <a16:creationId xmlns:a16="http://schemas.microsoft.com/office/drawing/2014/main" id="{AB503E1D-7E74-4FE3-A7EC-B8EDB7F1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</p:txBody>
      </p:sp>
      <p:sp>
        <p:nvSpPr>
          <p:cNvPr id="24" name="org-head-3">
            <a:extLst xmlns:a="http://schemas.openxmlformats.org/drawingml/2006/main">
              <a:ext uri="{FF2B5EF4-FFF2-40B4-BE49-F238E27FC236}">
                <a16:creationId xmlns:a16="http://schemas.microsoft.com/office/drawing/2014/main" id="{34ACF507-03F1-4A8F-B37E-885D04C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2669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运</a:t>
            </a:r>
          </a:p>
        </p:txBody>
      </p:sp>
      <p:sp>
        <p:nvSpPr>
          <p:cNvPr id="25" name="org-label-3">
            <a:extLst xmlns:a="http://schemas.openxmlformats.org/drawingml/2006/main">
              <a:ext uri="{FF2B5EF4-FFF2-40B4-BE49-F238E27FC236}">
                <a16:creationId xmlns:a16="http://schemas.microsoft.com/office/drawing/2014/main" id="{2B22A942-50DF-46D0-BB87-6B003310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3291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运营组长｜运营组</a:t>
            </a:r>
          </a:p>
        </p:txBody>
      </p:sp>
      <p:sp>
        <p:nvSpPr>
          <p:cNvPr id="26" name="org-member-line-3-0">
            <a:extLst xmlns:a="http://schemas.openxmlformats.org/drawingml/2006/main">
              <a:ext uri="{FF2B5EF4-FFF2-40B4-BE49-F238E27FC236}">
                <a16:creationId xmlns:a16="http://schemas.microsoft.com/office/drawing/2014/main" id="{836D78A2-AD0C-4149-9A6E-FF257A98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498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org-member-3-0">
            <a:extLst xmlns:a="http://schemas.openxmlformats.org/drawingml/2006/main">
              <a:ext uri="{FF2B5EF4-FFF2-40B4-BE49-F238E27FC236}">
                <a16:creationId xmlns:a16="http://schemas.microsoft.com/office/drawing/2014/main" id="{6430E7AF-5624-44E5-B272-61D85BF5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208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8" name="org-member-role-3-0">
            <a:extLst xmlns:a="http://schemas.openxmlformats.org/drawingml/2006/main">
              <a:ext uri="{FF2B5EF4-FFF2-40B4-BE49-F238E27FC236}">
                <a16:creationId xmlns:a16="http://schemas.microsoft.com/office/drawing/2014/main" id="{14FD10FE-483C-41A1-8FA6-25A0464E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398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推广</a:t>
            </a:r>
          </a:p>
        </p:txBody>
      </p:sp>
    </p:spTree>
    <p:extLst>
      <p:ext uri="{BB962C8B-B14F-4D97-AF65-F5344CB8AC3E}">
        <p14:creationId xmlns:p14="http://schemas.microsoft.com/office/powerpoint/2010/main" val="3724682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A3173B51-17EB-43D8-BAD6-1BD442E4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EBC509F3-0C4A-495A-8BA3-D2F8D03A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3086100"/>
            <a:ext cx="84724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8E46EBD5-1B8D-4B0C-BE5E-915E6538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7773EACC-AC8E-4FAB-9CE8-91A730DF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3919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department-branch-2">
            <a:extLst xmlns:a="http://schemas.openxmlformats.org/drawingml/2006/main">
              <a:ext uri="{FF2B5EF4-FFF2-40B4-BE49-F238E27FC236}">
                <a16:creationId xmlns:a16="http://schemas.microsoft.com/office/drawing/2014/main" id="{B8861490-BBBB-4635-84C7-5BE1CE38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8081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rg-department-branch-3">
            <a:extLst xmlns:a="http://schemas.openxmlformats.org/drawingml/2006/main">
              <a:ext uri="{FF2B5EF4-FFF2-40B4-BE49-F238E27FC236}">
                <a16:creationId xmlns:a16="http://schemas.microsoft.com/office/drawing/2014/main" id="{26C67E5E-254E-41EC-9859-92265944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32244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rg-leader">
            <a:extLst xmlns:a="http://schemas.openxmlformats.org/drawingml/2006/main">
              <a:ext uri="{FF2B5EF4-FFF2-40B4-BE49-F238E27FC236}">
                <a16:creationId xmlns:a16="http://schemas.microsoft.com/office/drawing/2014/main" id="{EA11DDAF-7F9A-4BC4-A456-ECDE3967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8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85E802B9-E99B-4321-857A-D7916859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9" name="org-head-0">
            <a:extLst xmlns:a="http://schemas.openxmlformats.org/drawingml/2006/main">
              <a:ext uri="{FF2B5EF4-FFF2-40B4-BE49-F238E27FC236}">
                <a16:creationId xmlns:a16="http://schemas.microsoft.com/office/drawing/2014/main" id="{5F326156-8413-4010-9C25-3F7E867B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50181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10" name="org-label-0">
            <a:extLst xmlns:a="http://schemas.openxmlformats.org/drawingml/2006/main">
              <a:ext uri="{FF2B5EF4-FFF2-40B4-BE49-F238E27FC236}">
                <a16:creationId xmlns:a16="http://schemas.microsoft.com/office/drawing/2014/main" id="{96F9354E-375F-4579-A67D-3F941951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0803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11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6A723A99-D777-46C9-A01F-7044B41A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6F4B9C6E-D636-4C64-B6A1-89501F95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3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60305C48-2316-4B6B-B17B-9E23D506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4" name="org-member-line-0-1">
            <a:extLst xmlns:a="http://schemas.openxmlformats.org/drawingml/2006/main">
              <a:ext uri="{FF2B5EF4-FFF2-40B4-BE49-F238E27FC236}">
                <a16:creationId xmlns:a16="http://schemas.microsoft.com/office/drawing/2014/main" id="{AF3F2E6D-1ADF-4494-B5F2-3C44C41F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67013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rg-member-0-1">
            <a:extLst xmlns:a="http://schemas.openxmlformats.org/drawingml/2006/main">
              <a:ext uri="{FF2B5EF4-FFF2-40B4-BE49-F238E27FC236}">
                <a16:creationId xmlns:a16="http://schemas.microsoft.com/office/drawing/2014/main" id="{F215ADED-EF6D-45AB-B739-D2D1B5A5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24113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6" name="org-member-role-0-1">
            <a:extLst xmlns:a="http://schemas.openxmlformats.org/drawingml/2006/main">
              <a:ext uri="{FF2B5EF4-FFF2-40B4-BE49-F238E27FC236}">
                <a16:creationId xmlns:a16="http://schemas.microsoft.com/office/drawing/2014/main" id="{D1784729-1FE9-499F-A190-B3A7B063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6013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17" name="org-head-1">
            <a:extLst xmlns:a="http://schemas.openxmlformats.org/drawingml/2006/main">
              <a:ext uri="{FF2B5EF4-FFF2-40B4-BE49-F238E27FC236}">
                <a16:creationId xmlns:a16="http://schemas.microsoft.com/office/drawing/2014/main" id="{43E1CEB5-E9EA-4C00-B342-DDF5A0F1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74344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18" name="org-label-1">
            <a:extLst xmlns:a="http://schemas.openxmlformats.org/drawingml/2006/main">
              <a:ext uri="{FF2B5EF4-FFF2-40B4-BE49-F238E27FC236}">
                <a16:creationId xmlns:a16="http://schemas.microsoft.com/office/drawing/2014/main" id="{EB6A36AA-46F0-436A-BD4B-6D66C920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4966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19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A962F4D3-579A-4488-B87A-419F4EDD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6663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E7415338-BEC2-4D72-AD65-C1F8BCF4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33763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1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0EEFE299-0667-49C0-B4D7-6B2E7F90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95663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2" name="org-member-line-1-1">
            <a:extLst xmlns:a="http://schemas.openxmlformats.org/drawingml/2006/main">
              <a:ext uri="{FF2B5EF4-FFF2-40B4-BE49-F238E27FC236}">
                <a16:creationId xmlns:a16="http://schemas.microsoft.com/office/drawing/2014/main" id="{52A73C1D-9CFB-4400-8D5F-0CE46297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org-member-1-1">
            <a:extLst xmlns:a="http://schemas.openxmlformats.org/drawingml/2006/main">
              <a:ext uri="{FF2B5EF4-FFF2-40B4-BE49-F238E27FC236}">
                <a16:creationId xmlns:a16="http://schemas.microsoft.com/office/drawing/2014/main" id="{1A99E3C2-62AA-42EC-8CC1-833E5BB5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4" name="org-member-role-1-1">
            <a:extLst xmlns:a="http://schemas.openxmlformats.org/drawingml/2006/main">
              <a:ext uri="{FF2B5EF4-FFF2-40B4-BE49-F238E27FC236}">
                <a16:creationId xmlns:a16="http://schemas.microsoft.com/office/drawing/2014/main" id="{1C5CDD31-8899-4C3A-9265-FBD8AC5A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017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5" name="org-head-2">
            <a:extLst xmlns:a="http://schemas.openxmlformats.org/drawingml/2006/main">
              <a:ext uri="{FF2B5EF4-FFF2-40B4-BE49-F238E27FC236}">
                <a16:creationId xmlns:a16="http://schemas.microsoft.com/office/drawing/2014/main" id="{9D5D3ADC-3113-4B71-84A4-772E2C0C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8506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26" name="org-label-2">
            <a:extLst xmlns:a="http://schemas.openxmlformats.org/drawingml/2006/main">
              <a:ext uri="{FF2B5EF4-FFF2-40B4-BE49-F238E27FC236}">
                <a16:creationId xmlns:a16="http://schemas.microsoft.com/office/drawing/2014/main" id="{EAE9CA35-3879-4FA5-9BB4-4ED3E9D2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9128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工程组长｜工程组</a:t>
            </a:r>
          </a:p>
        </p:txBody>
      </p:sp>
      <p:sp>
        <p:nvSpPr>
          <p:cNvPr id="27" name="org-member-line-2-0">
            <a:extLst xmlns:a="http://schemas.openxmlformats.org/drawingml/2006/main">
              <a:ext uri="{FF2B5EF4-FFF2-40B4-BE49-F238E27FC236}">
                <a16:creationId xmlns:a16="http://schemas.microsoft.com/office/drawing/2014/main" id="{031D1C26-93CF-4E80-B59C-E3782BF0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082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org-member-2-0">
            <a:extLst xmlns:a="http://schemas.openxmlformats.org/drawingml/2006/main">
              <a:ext uri="{FF2B5EF4-FFF2-40B4-BE49-F238E27FC236}">
                <a16:creationId xmlns:a16="http://schemas.microsoft.com/office/drawing/2014/main" id="{6DD7AB45-9522-4E51-8B24-DF3D2A49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5792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9" name="org-member-role-2-0">
            <a:extLst xmlns:a="http://schemas.openxmlformats.org/drawingml/2006/main">
              <a:ext uri="{FF2B5EF4-FFF2-40B4-BE49-F238E27FC236}">
                <a16:creationId xmlns:a16="http://schemas.microsoft.com/office/drawing/2014/main" id="{9E1E7108-26A2-4BE3-9840-8AA9E538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</p:txBody>
      </p:sp>
      <p:sp>
        <p:nvSpPr>
          <p:cNvPr id="30" name="org-member-line-2-1">
            <a:extLst xmlns:a="http://schemas.openxmlformats.org/drawingml/2006/main">
              <a:ext uri="{FF2B5EF4-FFF2-40B4-BE49-F238E27FC236}">
                <a16:creationId xmlns:a16="http://schemas.microsoft.com/office/drawing/2014/main" id="{4FB5BE04-4969-4419-895C-A3919E5D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1533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org-member-2-1">
            <a:extLst xmlns:a="http://schemas.openxmlformats.org/drawingml/2006/main">
              <a:ext uri="{FF2B5EF4-FFF2-40B4-BE49-F238E27FC236}">
                <a16:creationId xmlns:a16="http://schemas.microsoft.com/office/drawing/2014/main" id="{123B22B3-3F3F-486B-AC76-84ADD051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243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2" name="org-member-role-2-1">
            <a:extLst xmlns:a="http://schemas.openxmlformats.org/drawingml/2006/main">
              <a:ext uri="{FF2B5EF4-FFF2-40B4-BE49-F238E27FC236}">
                <a16:creationId xmlns:a16="http://schemas.microsoft.com/office/drawing/2014/main" id="{A40111D9-6EB1-4F28-A6EB-786BBC31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433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33" name="org-head-3">
            <a:extLst xmlns:a="http://schemas.openxmlformats.org/drawingml/2006/main">
              <a:ext uri="{FF2B5EF4-FFF2-40B4-BE49-F238E27FC236}">
                <a16:creationId xmlns:a16="http://schemas.microsoft.com/office/drawing/2014/main" id="{275C5648-5E87-4B93-A445-261CDE10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2669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运</a:t>
            </a:r>
          </a:p>
        </p:txBody>
      </p:sp>
      <p:sp>
        <p:nvSpPr>
          <p:cNvPr id="34" name="org-label-3">
            <a:extLst xmlns:a="http://schemas.openxmlformats.org/drawingml/2006/main">
              <a:ext uri="{FF2B5EF4-FFF2-40B4-BE49-F238E27FC236}">
                <a16:creationId xmlns:a16="http://schemas.microsoft.com/office/drawing/2014/main" id="{AF387D50-99CB-4231-9E0F-42811AD4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3291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运营组长｜运营组</a:t>
            </a:r>
          </a:p>
        </p:txBody>
      </p:sp>
      <p:sp>
        <p:nvSpPr>
          <p:cNvPr id="35" name="org-member-line-3-0">
            <a:extLst xmlns:a="http://schemas.openxmlformats.org/drawingml/2006/main">
              <a:ext uri="{FF2B5EF4-FFF2-40B4-BE49-F238E27FC236}">
                <a16:creationId xmlns:a16="http://schemas.microsoft.com/office/drawing/2014/main" id="{F2B6068D-EA3E-40A1-942A-37C75825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498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org-member-3-0">
            <a:extLst xmlns:a="http://schemas.openxmlformats.org/drawingml/2006/main">
              <a:ext uri="{FF2B5EF4-FFF2-40B4-BE49-F238E27FC236}">
                <a16:creationId xmlns:a16="http://schemas.microsoft.com/office/drawing/2014/main" id="{B7043471-FB85-4217-8A7E-CE62CBEF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208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7" name="org-member-role-3-0">
            <a:extLst xmlns:a="http://schemas.openxmlformats.org/drawingml/2006/main">
              <a:ext uri="{FF2B5EF4-FFF2-40B4-BE49-F238E27FC236}">
                <a16:creationId xmlns:a16="http://schemas.microsoft.com/office/drawing/2014/main" id="{D18AD2A2-17C1-4B80-9904-50A6AED6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398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推广</a:t>
            </a:r>
          </a:p>
        </p:txBody>
      </p:sp>
      <p:sp>
        <p:nvSpPr>
          <p:cNvPr id="38" name="org-member-line-3-1">
            <a:extLst xmlns:a="http://schemas.openxmlformats.org/drawingml/2006/main">
              <a:ext uri="{FF2B5EF4-FFF2-40B4-BE49-F238E27FC236}">
                <a16:creationId xmlns:a16="http://schemas.microsoft.com/office/drawing/2014/main" id="{B64D24AC-9DB8-4870-ADD0-5D46C5AB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org-member-3-1">
            <a:extLst xmlns:a="http://schemas.openxmlformats.org/drawingml/2006/main">
              <a:ext uri="{FF2B5EF4-FFF2-40B4-BE49-F238E27FC236}">
                <a16:creationId xmlns:a16="http://schemas.microsoft.com/office/drawing/2014/main" id="{3F100310-341B-4D90-AC88-4E5D0B28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96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40" name="org-member-role-3-1">
            <a:extLst xmlns:a="http://schemas.openxmlformats.org/drawingml/2006/main">
              <a:ext uri="{FF2B5EF4-FFF2-40B4-BE49-F238E27FC236}">
                <a16:creationId xmlns:a16="http://schemas.microsoft.com/office/drawing/2014/main" id="{DBAF4004-0A13-40CC-AACB-26964382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</p:spTree>
    <p:extLst>
      <p:ext uri="{BB962C8B-B14F-4D97-AF65-F5344CB8AC3E}">
        <p14:creationId xmlns:p14="http://schemas.microsoft.com/office/powerpoint/2010/main" val="9750399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org-leader-line">
            <a:extLst xmlns:a="http://schemas.openxmlformats.org/drawingml/2006/main">
              <a:ext uri="{FF2B5EF4-FFF2-40B4-BE49-F238E27FC236}">
                <a16:creationId xmlns:a16="http://schemas.microsoft.com/office/drawing/2014/main" id="{C7DF16F5-99E4-4106-8A0F-0D754C81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6479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org-department-bus">
            <a:extLst xmlns:a="http://schemas.openxmlformats.org/drawingml/2006/main">
              <a:ext uri="{FF2B5EF4-FFF2-40B4-BE49-F238E27FC236}">
                <a16:creationId xmlns:a16="http://schemas.microsoft.com/office/drawing/2014/main" id="{CE3964F8-0598-4A39-88ED-9201A315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3086100"/>
            <a:ext cx="84724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org-department-branch-0">
            <a:extLst xmlns:a="http://schemas.openxmlformats.org/drawingml/2006/main">
              <a:ext uri="{FF2B5EF4-FFF2-40B4-BE49-F238E27FC236}">
                <a16:creationId xmlns:a16="http://schemas.microsoft.com/office/drawing/2014/main" id="{74DD5072-7785-4240-B894-EEEEBD8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rg-department-branch-1">
            <a:extLst xmlns:a="http://schemas.openxmlformats.org/drawingml/2006/main">
              <a:ext uri="{FF2B5EF4-FFF2-40B4-BE49-F238E27FC236}">
                <a16:creationId xmlns:a16="http://schemas.microsoft.com/office/drawing/2014/main" id="{676E6222-D5CF-4BBA-A631-5A45B4CF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3919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rg-department-branch-2">
            <a:extLst xmlns:a="http://schemas.openxmlformats.org/drawingml/2006/main">
              <a:ext uri="{FF2B5EF4-FFF2-40B4-BE49-F238E27FC236}">
                <a16:creationId xmlns:a16="http://schemas.microsoft.com/office/drawing/2014/main" id="{6F72C07C-C727-4FBB-8DB2-CA9A87A4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8081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rg-department-branch-3">
            <a:extLst xmlns:a="http://schemas.openxmlformats.org/drawingml/2006/main">
              <a:ext uri="{FF2B5EF4-FFF2-40B4-BE49-F238E27FC236}">
                <a16:creationId xmlns:a16="http://schemas.microsoft.com/office/drawing/2014/main" id="{EDDB1139-C3DB-4DB6-B682-88BEC887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32244" y="30861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E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rg-leader">
            <a:extLst xmlns:a="http://schemas.openxmlformats.org/drawingml/2006/main">
              <a:ext uri="{FF2B5EF4-FFF2-40B4-BE49-F238E27FC236}">
                <a16:creationId xmlns:a16="http://schemas.microsoft.com/office/drawing/2014/main" id="{285AE699-D316-4585-A6D8-645ECEB1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5811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总</a:t>
            </a:r>
          </a:p>
        </p:txBody>
      </p:sp>
      <p:sp>
        <p:nvSpPr>
          <p:cNvPr id="8" name="org-leader-label">
            <a:extLst xmlns:a="http://schemas.openxmlformats.org/drawingml/2006/main">
              <a:ext uri="{FF2B5EF4-FFF2-40B4-BE49-F238E27FC236}">
                <a16:creationId xmlns:a16="http://schemas.microsoft.com/office/drawing/2014/main" id="{135A67EC-A055-4C92-9EC8-44E6B9B1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571750"/>
            <a:ext cx="21717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总负责人｜统筹资源</a:t>
            </a:r>
          </a:p>
        </p:txBody>
      </p:sp>
      <p:sp>
        <p:nvSpPr>
          <p:cNvPr id="9" name="org-head-0">
            <a:extLst xmlns:a="http://schemas.openxmlformats.org/drawingml/2006/main">
              <a:ext uri="{FF2B5EF4-FFF2-40B4-BE49-F238E27FC236}">
                <a16:creationId xmlns:a16="http://schemas.microsoft.com/office/drawing/2014/main" id="{5CA13C18-8465-4175-B601-DCC57972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50181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10" name="org-label-0">
            <a:extLst xmlns:a="http://schemas.openxmlformats.org/drawingml/2006/main">
              <a:ext uri="{FF2B5EF4-FFF2-40B4-BE49-F238E27FC236}">
                <a16:creationId xmlns:a16="http://schemas.microsoft.com/office/drawing/2014/main" id="{3BE8CE6A-E84D-418C-9621-9EA85F90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0803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研究组长｜研究组</a:t>
            </a:r>
          </a:p>
        </p:txBody>
      </p:sp>
      <p:sp>
        <p:nvSpPr>
          <p:cNvPr id="11" name="org-member-line-0-0">
            <a:extLst xmlns:a="http://schemas.openxmlformats.org/drawingml/2006/main">
              <a:ext uri="{FF2B5EF4-FFF2-40B4-BE49-F238E27FC236}">
                <a16:creationId xmlns:a16="http://schemas.microsoft.com/office/drawing/2014/main" id="{8297D6BF-48F5-4A09-AFE3-8B4B3CA3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rg-member-0-0">
            <a:extLst xmlns:a="http://schemas.openxmlformats.org/drawingml/2006/main">
              <a:ext uri="{FF2B5EF4-FFF2-40B4-BE49-F238E27FC236}">
                <a16:creationId xmlns:a16="http://schemas.microsoft.com/office/drawing/2014/main" id="{C84F26C8-C7A9-45C4-86D6-1919CC94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3" name="org-member-role-0-0">
            <a:extLst xmlns:a="http://schemas.openxmlformats.org/drawingml/2006/main">
              <a:ext uri="{FF2B5EF4-FFF2-40B4-BE49-F238E27FC236}">
                <a16:creationId xmlns:a16="http://schemas.microsoft.com/office/drawing/2014/main" id="{28A14DB2-E8D8-481A-B2CF-00286009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4" name="org-member-line-0-1">
            <a:extLst xmlns:a="http://schemas.openxmlformats.org/drawingml/2006/main">
              <a:ext uri="{FF2B5EF4-FFF2-40B4-BE49-F238E27FC236}">
                <a16:creationId xmlns:a16="http://schemas.microsoft.com/office/drawing/2014/main" id="{2B726A0B-1BDE-46CE-B729-5F04D1B1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9756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rg-member-0-1">
            <a:extLst xmlns:a="http://schemas.openxmlformats.org/drawingml/2006/main">
              <a:ext uri="{FF2B5EF4-FFF2-40B4-BE49-F238E27FC236}">
                <a16:creationId xmlns:a16="http://schemas.microsoft.com/office/drawing/2014/main" id="{77FB2395-97B9-4B11-8457-78D216EA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16856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6" name="org-member-role-0-1">
            <a:extLst xmlns:a="http://schemas.openxmlformats.org/drawingml/2006/main">
              <a:ext uri="{FF2B5EF4-FFF2-40B4-BE49-F238E27FC236}">
                <a16:creationId xmlns:a16="http://schemas.microsoft.com/office/drawing/2014/main" id="{45ADCC6E-74FC-4064-9152-4E0BC894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78756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17" name="org-member-line-0-2">
            <a:extLst xmlns:a="http://schemas.openxmlformats.org/drawingml/2006/main">
              <a:ext uri="{FF2B5EF4-FFF2-40B4-BE49-F238E27FC236}">
                <a16:creationId xmlns:a16="http://schemas.microsoft.com/office/drawing/2014/main" id="{B94A1E9F-645B-4761-B56A-9682EEA8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67013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org-member-0-2">
            <a:extLst xmlns:a="http://schemas.openxmlformats.org/drawingml/2006/main">
              <a:ext uri="{FF2B5EF4-FFF2-40B4-BE49-F238E27FC236}">
                <a16:creationId xmlns:a16="http://schemas.microsoft.com/office/drawing/2014/main" id="{B3B98E3F-BB4D-46F6-9353-64812D54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24113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9" name="org-member-role-0-2">
            <a:extLst xmlns:a="http://schemas.openxmlformats.org/drawingml/2006/main">
              <a:ext uri="{FF2B5EF4-FFF2-40B4-BE49-F238E27FC236}">
                <a16:creationId xmlns:a16="http://schemas.microsoft.com/office/drawing/2014/main" id="{976B8AAB-B641-493E-86E9-295A5995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6013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分析</a:t>
            </a:r>
          </a:p>
        </p:txBody>
      </p:sp>
      <p:sp>
        <p:nvSpPr>
          <p:cNvPr id="20" name="org-head-1">
            <a:extLst xmlns:a="http://schemas.openxmlformats.org/drawingml/2006/main">
              <a:ext uri="{FF2B5EF4-FFF2-40B4-BE49-F238E27FC236}">
                <a16:creationId xmlns:a16="http://schemas.microsoft.com/office/drawing/2014/main" id="{2A5CFB41-C377-4A4A-B0C3-2B608D91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74344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21" name="org-label-1">
            <a:extLst xmlns:a="http://schemas.openxmlformats.org/drawingml/2006/main">
              <a:ext uri="{FF2B5EF4-FFF2-40B4-BE49-F238E27FC236}">
                <a16:creationId xmlns:a16="http://schemas.microsoft.com/office/drawing/2014/main" id="{F12ED773-66EE-4F91-A36A-E11CB9BE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4966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产品组长｜产品组</a:t>
            </a:r>
          </a:p>
        </p:txBody>
      </p:sp>
      <p:sp>
        <p:nvSpPr>
          <p:cNvPr id="22" name="org-member-line-1-0">
            <a:extLst xmlns:a="http://schemas.openxmlformats.org/drawingml/2006/main">
              <a:ext uri="{FF2B5EF4-FFF2-40B4-BE49-F238E27FC236}">
                <a16:creationId xmlns:a16="http://schemas.microsoft.com/office/drawing/2014/main" id="{784DD970-66BA-4F75-B9F9-4A84B577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6663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org-member-1-0">
            <a:extLst xmlns:a="http://schemas.openxmlformats.org/drawingml/2006/main">
              <a:ext uri="{FF2B5EF4-FFF2-40B4-BE49-F238E27FC236}">
                <a16:creationId xmlns:a16="http://schemas.microsoft.com/office/drawing/2014/main" id="{53708206-6A9C-4FDB-B00D-B41EAE14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33763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4" name="org-member-role-1-0">
            <a:extLst xmlns:a="http://schemas.openxmlformats.org/drawingml/2006/main">
              <a:ext uri="{FF2B5EF4-FFF2-40B4-BE49-F238E27FC236}">
                <a16:creationId xmlns:a16="http://schemas.microsoft.com/office/drawing/2014/main" id="{613F45D9-1026-41FB-94B4-FA2569F6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95663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5" name="org-member-line-1-1">
            <a:extLst xmlns:a="http://schemas.openxmlformats.org/drawingml/2006/main">
              <a:ext uri="{FF2B5EF4-FFF2-40B4-BE49-F238E27FC236}">
                <a16:creationId xmlns:a16="http://schemas.microsoft.com/office/drawing/2014/main" id="{319F3828-D4E9-4B45-B190-1C59C181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3919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org-member-1-1">
            <a:extLst xmlns:a="http://schemas.openxmlformats.org/drawingml/2006/main">
              <a:ext uri="{FF2B5EF4-FFF2-40B4-BE49-F238E27FC236}">
                <a16:creationId xmlns:a16="http://schemas.microsoft.com/office/drawing/2014/main" id="{0B682268-F312-4B84-AF7E-C622F351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1019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27" name="org-member-role-1-1">
            <a:extLst xmlns:a="http://schemas.openxmlformats.org/drawingml/2006/main">
              <a:ext uri="{FF2B5EF4-FFF2-40B4-BE49-F238E27FC236}">
                <a16:creationId xmlns:a16="http://schemas.microsoft.com/office/drawing/2014/main" id="{45DA93E6-991C-431E-B31F-98B80F50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2919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28" name="org-member-line-1-2">
            <a:extLst xmlns:a="http://schemas.openxmlformats.org/drawingml/2006/main">
              <a:ext uri="{FF2B5EF4-FFF2-40B4-BE49-F238E27FC236}">
                <a16:creationId xmlns:a16="http://schemas.microsoft.com/office/drawing/2014/main" id="{0EF5A39F-E392-4A73-9121-D500B859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org-member-1-2">
            <a:extLst xmlns:a="http://schemas.openxmlformats.org/drawingml/2006/main">
              <a:ext uri="{FF2B5EF4-FFF2-40B4-BE49-F238E27FC236}">
                <a16:creationId xmlns:a16="http://schemas.microsoft.com/office/drawing/2014/main" id="{311505F6-EED8-48D5-85CA-672FFCB0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0" name="org-member-role-1-2">
            <a:extLst xmlns:a="http://schemas.openxmlformats.org/drawingml/2006/main">
              <a:ext uri="{FF2B5EF4-FFF2-40B4-BE49-F238E27FC236}">
                <a16:creationId xmlns:a16="http://schemas.microsoft.com/office/drawing/2014/main" id="{84335755-7CDF-49F9-A6F2-FC6A4FEB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017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31" name="org-head-2">
            <a:extLst xmlns:a="http://schemas.openxmlformats.org/drawingml/2006/main">
              <a:ext uri="{FF2B5EF4-FFF2-40B4-BE49-F238E27FC236}">
                <a16:creationId xmlns:a16="http://schemas.microsoft.com/office/drawing/2014/main" id="{19AC8E70-65CB-4BA5-8E06-A1C7866B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8506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32" name="org-label-2">
            <a:extLst xmlns:a="http://schemas.openxmlformats.org/drawingml/2006/main">
              <a:ext uri="{FF2B5EF4-FFF2-40B4-BE49-F238E27FC236}">
                <a16:creationId xmlns:a16="http://schemas.microsoft.com/office/drawing/2014/main" id="{D09E8205-A5E4-4628-8145-00792E07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9128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工程组长｜工程组</a:t>
            </a:r>
          </a:p>
        </p:txBody>
      </p:sp>
      <p:sp>
        <p:nvSpPr>
          <p:cNvPr id="33" name="org-member-line-2-0">
            <a:extLst xmlns:a="http://schemas.openxmlformats.org/drawingml/2006/main">
              <a:ext uri="{FF2B5EF4-FFF2-40B4-BE49-F238E27FC236}">
                <a16:creationId xmlns:a16="http://schemas.microsoft.com/office/drawing/2014/main" id="{5F5957CC-CE6F-4641-8CE8-B1A29896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0825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org-member-2-0">
            <a:extLst xmlns:a="http://schemas.openxmlformats.org/drawingml/2006/main">
              <a:ext uri="{FF2B5EF4-FFF2-40B4-BE49-F238E27FC236}">
                <a16:creationId xmlns:a16="http://schemas.microsoft.com/office/drawing/2014/main" id="{BDCFC694-11A6-4679-9FD5-3E6949FB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57925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5" name="org-member-role-2-0">
            <a:extLst xmlns:a="http://schemas.openxmlformats.org/drawingml/2006/main">
              <a:ext uri="{FF2B5EF4-FFF2-40B4-BE49-F238E27FC236}">
                <a16:creationId xmlns:a16="http://schemas.microsoft.com/office/drawing/2014/main" id="{0E03986B-C23F-4887-BFB7-D68EF85E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</p:txBody>
      </p:sp>
      <p:sp>
        <p:nvSpPr>
          <p:cNvPr id="36" name="org-member-line-2-1">
            <a:extLst xmlns:a="http://schemas.openxmlformats.org/drawingml/2006/main">
              <a:ext uri="{FF2B5EF4-FFF2-40B4-BE49-F238E27FC236}">
                <a16:creationId xmlns:a16="http://schemas.microsoft.com/office/drawing/2014/main" id="{E41B650B-BBAB-417E-B11D-30B1CA30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8081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org-member-2-1">
            <a:extLst xmlns:a="http://schemas.openxmlformats.org/drawingml/2006/main">
              <a:ext uri="{FF2B5EF4-FFF2-40B4-BE49-F238E27FC236}">
                <a16:creationId xmlns:a16="http://schemas.microsoft.com/office/drawing/2014/main" id="{EEA3AAEE-C524-4088-B5AB-F38DDD1E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5181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38" name="org-member-role-2-1">
            <a:extLst xmlns:a="http://schemas.openxmlformats.org/drawingml/2006/main">
              <a:ext uri="{FF2B5EF4-FFF2-40B4-BE49-F238E27FC236}">
                <a16:creationId xmlns:a16="http://schemas.microsoft.com/office/drawing/2014/main" id="{07834A9B-0C80-4C27-800A-3DEB2908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7081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39" name="org-member-line-2-2">
            <a:extLst xmlns:a="http://schemas.openxmlformats.org/drawingml/2006/main">
              <a:ext uri="{FF2B5EF4-FFF2-40B4-BE49-F238E27FC236}">
                <a16:creationId xmlns:a16="http://schemas.microsoft.com/office/drawing/2014/main" id="{7979FC19-30D8-41E3-8ADC-E863053F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1533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org-member-2-2">
            <a:extLst xmlns:a="http://schemas.openxmlformats.org/drawingml/2006/main">
              <a:ext uri="{FF2B5EF4-FFF2-40B4-BE49-F238E27FC236}">
                <a16:creationId xmlns:a16="http://schemas.microsoft.com/office/drawing/2014/main" id="{378D517D-E4B6-48F5-9DFC-FD660809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243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41" name="org-member-role-2-2">
            <a:extLst xmlns:a="http://schemas.openxmlformats.org/drawingml/2006/main">
              <a:ext uri="{FF2B5EF4-FFF2-40B4-BE49-F238E27FC236}">
                <a16:creationId xmlns:a16="http://schemas.microsoft.com/office/drawing/2014/main" id="{CC452735-119B-4670-924C-C454CBFE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433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运维</a:t>
            </a:r>
          </a:p>
        </p:txBody>
      </p:sp>
      <p:sp>
        <p:nvSpPr>
          <p:cNvPr id="42" name="org-head-3">
            <a:extLst xmlns:a="http://schemas.openxmlformats.org/drawingml/2006/main">
              <a:ext uri="{FF2B5EF4-FFF2-40B4-BE49-F238E27FC236}">
                <a16:creationId xmlns:a16="http://schemas.microsoft.com/office/drawing/2014/main" id="{4BC71AB2-C4E7-474E-9FA7-C0CE5ADB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22669" y="33528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6FC7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运</a:t>
            </a:r>
          </a:p>
        </p:txBody>
      </p:sp>
      <p:sp>
        <p:nvSpPr>
          <p:cNvPr id="43" name="org-label-3">
            <a:extLst xmlns:a="http://schemas.openxmlformats.org/drawingml/2006/main">
              <a:ext uri="{FF2B5EF4-FFF2-40B4-BE49-F238E27FC236}">
                <a16:creationId xmlns:a16="http://schemas.microsoft.com/office/drawing/2014/main" id="{CC41E1B3-5496-4E9C-8CA4-53238807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3291" y="4095750"/>
            <a:ext cx="2297611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76F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运营组长｜运营组</a:t>
            </a:r>
          </a:p>
        </p:txBody>
      </p:sp>
      <p:sp>
        <p:nvSpPr>
          <p:cNvPr id="44" name="org-member-line-3-0">
            <a:extLst xmlns:a="http://schemas.openxmlformats.org/drawingml/2006/main">
              <a:ext uri="{FF2B5EF4-FFF2-40B4-BE49-F238E27FC236}">
                <a16:creationId xmlns:a16="http://schemas.microsoft.com/office/drawing/2014/main" id="{0CB1294E-615F-4E94-8F66-F9E0EDEB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4988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org-member-3-0">
            <a:extLst xmlns:a="http://schemas.openxmlformats.org/drawingml/2006/main">
              <a:ext uri="{FF2B5EF4-FFF2-40B4-BE49-F238E27FC236}">
                <a16:creationId xmlns:a16="http://schemas.microsoft.com/office/drawing/2014/main" id="{EF2ED408-4D2D-4E6B-BC24-47853ED7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2088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46" name="org-member-role-3-0">
            <a:extLst xmlns:a="http://schemas.openxmlformats.org/drawingml/2006/main">
              <a:ext uri="{FF2B5EF4-FFF2-40B4-BE49-F238E27FC236}">
                <a16:creationId xmlns:a16="http://schemas.microsoft.com/office/drawing/2014/main" id="{54BBA062-DA1B-4E15-AD4A-4D50C73C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3988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推广</a:t>
            </a:r>
          </a:p>
        </p:txBody>
      </p:sp>
      <p:sp>
        <p:nvSpPr>
          <p:cNvPr id="47" name="org-member-line-3-1">
            <a:extLst xmlns:a="http://schemas.openxmlformats.org/drawingml/2006/main">
              <a:ext uri="{FF2B5EF4-FFF2-40B4-BE49-F238E27FC236}">
                <a16:creationId xmlns:a16="http://schemas.microsoft.com/office/drawing/2014/main" id="{92658751-89AF-40D2-B906-832D1EB0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32244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org-member-3-1">
            <a:extLst xmlns:a="http://schemas.openxmlformats.org/drawingml/2006/main">
              <a:ext uri="{FF2B5EF4-FFF2-40B4-BE49-F238E27FC236}">
                <a16:creationId xmlns:a16="http://schemas.microsoft.com/office/drawing/2014/main" id="{8FFC6AF7-E14D-4AB0-84A4-63D4751D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9344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49" name="org-member-role-3-1">
            <a:extLst xmlns:a="http://schemas.openxmlformats.org/drawingml/2006/main">
              <a:ext uri="{FF2B5EF4-FFF2-40B4-BE49-F238E27FC236}">
                <a16:creationId xmlns:a16="http://schemas.microsoft.com/office/drawing/2014/main" id="{79A7637A-0F86-47DA-B821-BAD148F8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51244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50" name="org-member-line-3-2">
            <a:extLst xmlns:a="http://schemas.openxmlformats.org/drawingml/2006/main">
              <a:ext uri="{FF2B5EF4-FFF2-40B4-BE49-F238E27FC236}">
                <a16:creationId xmlns:a16="http://schemas.microsoft.com/office/drawing/2014/main" id="{F4E80DF4-BBFF-48BD-98AD-004FA7AF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445770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F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org-member-3-2">
            <a:extLst xmlns:a="http://schemas.openxmlformats.org/drawingml/2006/main">
              <a:ext uri="{FF2B5EF4-FFF2-40B4-BE49-F238E27FC236}">
                <a16:creationId xmlns:a16="http://schemas.microsoft.com/office/drawing/2014/main" id="{84E3D5E4-EA01-48CA-A73F-4397249D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96600" y="47815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3AF4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76FC7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52" name="org-member-role-3-2">
            <a:extLst xmlns:a="http://schemas.openxmlformats.org/drawingml/2006/main">
              <a:ext uri="{FF2B5EF4-FFF2-40B4-BE49-F238E27FC236}">
                <a16:creationId xmlns:a16="http://schemas.microsoft.com/office/drawing/2014/main" id="{B8140877-3897-42D0-81E8-2383D7E6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0" y="5505450"/>
            <a:ext cx="7620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1E8E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协同</a:t>
            </a:r>
          </a:p>
        </p:txBody>
      </p:sp>
    </p:spTree>
    <p:extLst>
      <p:ext uri="{BB962C8B-B14F-4D97-AF65-F5344CB8AC3E}">
        <p14:creationId xmlns:p14="http://schemas.microsoft.com/office/powerpoint/2010/main" val="9912983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2026-08-16T02:07:05.0430000Z</dcterms:created>
  <dcterms:modified xsi:type="dcterms:W3CDTF">2026-08-16T02:07:05.0430000Z</dcterms:modified>
</coreProperties>
</file>