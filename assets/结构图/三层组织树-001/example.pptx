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17e3a5b654409" /><Relationship Type="http://schemas.openxmlformats.org/officeDocument/2006/relationships/extended-properties" Target="/docProps/app.xml" Id="R2ef7ab0e30d2412a" /><Relationship Type="http://schemas.openxmlformats.org/officeDocument/2006/relationships/officeDocument" Target="/ppt/presentation.xml" Id="Ra78b5f86985f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29a1ba5f34e4a"/>
  </p:sldMasterIdLst>
  <p:notesMasterIdLst>
    <p:notesMasterId xmlns:r="http://schemas.openxmlformats.org/officeDocument/2006/relationships" r:id="Rd80ac2416fb74cc8"/>
  </p:notesMasterIdLst>
  <p:sldIdLst>
    <p:sldId xmlns:r="http://schemas.openxmlformats.org/officeDocument/2006/relationships" id="256" r:id="R4b69d99a5af04716"/>
    <p:sldId xmlns:r="http://schemas.openxmlformats.org/officeDocument/2006/relationships" id="257" r:id="R97d38e846cea4ef5"/>
    <p:sldId xmlns:r="http://schemas.openxmlformats.org/officeDocument/2006/relationships" id="258" r:id="R54123d47280c4720"/>
    <p:sldId xmlns:r="http://schemas.openxmlformats.org/officeDocument/2006/relationships" id="259" r:id="Rfcb85e2f6a564c52"/>
    <p:sldId xmlns:r="http://schemas.openxmlformats.org/officeDocument/2006/relationships" id="260" r:id="R39ddd28b2c4a4eef"/>
    <p:sldId xmlns:r="http://schemas.openxmlformats.org/officeDocument/2006/relationships" id="261" r:id="R369f817ca8184d75"/>
    <p:sldId xmlns:r="http://schemas.openxmlformats.org/officeDocument/2006/relationships" id="262" r:id="Rc2b4493ca01f4e4e"/>
    <p:sldId xmlns:r="http://schemas.openxmlformats.org/officeDocument/2006/relationships" id="263" r:id="R4b26cfb920ed4d94"/>
    <p:sldId xmlns:r="http://schemas.openxmlformats.org/officeDocument/2006/relationships" id="264" r:id="Rb63328d12bd9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01d2fdf2574ee9" /><Relationship Type="http://schemas.openxmlformats.org/officeDocument/2006/relationships/slideMaster" Target="/ppt/slideMasters/slideMaster1.xml" Id="R13229a1ba5f34e4a" /><Relationship Type="http://schemas.openxmlformats.org/officeDocument/2006/relationships/notesMaster" Target="/ppt/notesMasters/notesMaster1.xml" Id="Rd80ac2416fb74cc8" /><Relationship Type="http://schemas.openxmlformats.org/officeDocument/2006/relationships/presProps" Target="/ppt/presProps.xml" Id="Red9e2adf9d394fe9" /><Relationship Type="http://schemas.openxmlformats.org/officeDocument/2006/relationships/tableStyles" Target="/ppt/tableStyles.xml" Id="R37ba06959763493c" /><Relationship Type="http://schemas.openxmlformats.org/officeDocument/2006/relationships/slide" Target="/ppt/slides/slide1.xml" Id="R4b69d99a5af04716" /><Relationship Type="http://schemas.openxmlformats.org/officeDocument/2006/relationships/slide" Target="/ppt/slides/slide2.xml" Id="R97d38e846cea4ef5" /><Relationship Type="http://schemas.openxmlformats.org/officeDocument/2006/relationships/slide" Target="/ppt/slides/slide3.xml" Id="R54123d47280c4720" /><Relationship Type="http://schemas.openxmlformats.org/officeDocument/2006/relationships/slide" Target="/ppt/slides/slide4.xml" Id="Rfcb85e2f6a564c52" /><Relationship Type="http://schemas.openxmlformats.org/officeDocument/2006/relationships/slide" Target="/ppt/slides/slide5.xml" Id="R39ddd28b2c4a4eef" /><Relationship Type="http://schemas.openxmlformats.org/officeDocument/2006/relationships/slide" Target="/ppt/slides/slide6.xml" Id="R369f817ca8184d75" /><Relationship Type="http://schemas.openxmlformats.org/officeDocument/2006/relationships/slide" Target="/ppt/slides/slide7.xml" Id="Rc2b4493ca01f4e4e" /><Relationship Type="http://schemas.openxmlformats.org/officeDocument/2006/relationships/slide" Target="/ppt/slides/slide8.xml" Id="R4b26cfb920ed4d94" /><Relationship Type="http://schemas.openxmlformats.org/officeDocument/2006/relationships/slide" Target="/ppt/slides/slide9.xml" Id="Rb63328d12bd9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80ea8eccb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ade056187c448a" /><Relationship Type="http://schemas.openxmlformats.org/officeDocument/2006/relationships/notesMaster" Target="/ppt/notesMasters/notesMaster1.xml" Id="Rf32f2b313ae0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a3e82a9c2f42dc" /><Relationship Type="http://schemas.openxmlformats.org/officeDocument/2006/relationships/notesMaster" Target="/ppt/notesMasters/notesMaster1.xml" Id="Rf8e7dc322e81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6b4e03cde94ec0" /><Relationship Type="http://schemas.openxmlformats.org/officeDocument/2006/relationships/notesMaster" Target="/ppt/notesMasters/notesMaster1.xml" Id="R267a11eee0d1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a3422692d4596" /><Relationship Type="http://schemas.openxmlformats.org/officeDocument/2006/relationships/notesMaster" Target="/ppt/notesMasters/notesMaster1.xml" Id="R2129cf07e2aa44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126ed7f494fb4" /><Relationship Type="http://schemas.openxmlformats.org/officeDocument/2006/relationships/notesMaster" Target="/ppt/notesMasters/notesMaster1.xml" Id="R3dee9589e193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e101978c854a5e" /><Relationship Type="http://schemas.openxmlformats.org/officeDocument/2006/relationships/notesMaster" Target="/ppt/notesMasters/notesMaster1.xml" Id="R5b7a981b8aaa42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35be390e1b4c99" /><Relationship Type="http://schemas.openxmlformats.org/officeDocument/2006/relationships/notesMaster" Target="/ppt/notesMasters/notesMaster1.xml" Id="Rab127b4ba4c341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39f42c79434971" /><Relationship Type="http://schemas.openxmlformats.org/officeDocument/2006/relationships/notesMaster" Target="/ppt/notesMasters/notesMaster1.xml" Id="R3c3bef68d3ed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f9cb3819ab4217" /><Relationship Type="http://schemas.openxmlformats.org/officeDocument/2006/relationships/notesMaster" Target="/ppt/notesMasters/notesMaster1.xml" Id="R8da460c914d947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8348e3cb148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76c94486884aa5" /><Relationship Type="http://schemas.openxmlformats.org/officeDocument/2006/relationships/slideLayout" Target="/ppt/slideLayouts/slideLayout1.xml" Id="R24edb521cb81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db521cb81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05ee2e55e43cf" /><Relationship Type="http://schemas.openxmlformats.org/officeDocument/2006/relationships/notesSlide" Target="/ppt/notesSlides/notesSlide1.xml" Id="R1c48355c682347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fcb7aa49d4f7f" /><Relationship Type="http://schemas.openxmlformats.org/officeDocument/2006/relationships/notesSlide" Target="/ppt/notesSlides/notesSlide2.xml" Id="R76b95b0a6e5944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9bbb84b4a47ce" /><Relationship Type="http://schemas.openxmlformats.org/officeDocument/2006/relationships/notesSlide" Target="/ppt/notesSlides/notesSlide3.xml" Id="Rc5ee0959d20e4f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7f02ad1a4422d" /><Relationship Type="http://schemas.openxmlformats.org/officeDocument/2006/relationships/notesSlide" Target="/ppt/notesSlides/notesSlide4.xml" Id="R4be6db16405a4f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876dd63d84db7" /><Relationship Type="http://schemas.openxmlformats.org/officeDocument/2006/relationships/notesSlide" Target="/ppt/notesSlides/notesSlide5.xml" Id="Ra65dd3c8480444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75eb3b464efa" /><Relationship Type="http://schemas.openxmlformats.org/officeDocument/2006/relationships/notesSlide" Target="/ppt/notesSlides/notesSlide6.xml" Id="Rf7b3a511674240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831fe59d149e8" /><Relationship Type="http://schemas.openxmlformats.org/officeDocument/2006/relationships/notesSlide" Target="/ppt/notesSlides/notesSlide7.xml" Id="Rb50f884eb8c44c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4cb34d8b1470e" /><Relationship Type="http://schemas.openxmlformats.org/officeDocument/2006/relationships/notesSlide" Target="/ppt/notesSlides/notesSlide8.xml" Id="R0dd498d1df3946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900cffc7b404d" /><Relationship Type="http://schemas.openxmlformats.org/officeDocument/2006/relationships/notesSlide" Target="/ppt/notesSlides/notesSlide9.xml" Id="Rd9a0837a41ad43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A0514B-7D5F-43F3-9391-273D2F7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8B32B-3428-4785-AF04-61B0500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BF0933C6-FB0E-438F-B0DE-961CF85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60F8F61F-99EF-45F2-8A4C-CDD0709F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A600CAFE-550E-43BE-BFDC-8DFBB548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A10B5BB2-6F2A-4B24-8018-4B34DFA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969FAE4A-3421-4E3A-B6D1-BA1D218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BAE943CB-A9AE-4DF2-8D73-F0E431A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B5C6F169-F256-48B5-8798-743BA766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0BB060FD-A3D0-42D6-B98B-EDF3B80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1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E517FE8F-5DCC-4925-95E1-408B63A5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2" name="PPAGENT_CONNECTOR|from=org-department-bus-root|fromSide=center|to=org-department-branch-1|toSide=center">
            <a:extLst xmlns:a="http://schemas.openxmlformats.org/drawingml/2006/main">
              <a:ext uri="{FF2B5EF4-FFF2-40B4-BE49-F238E27FC236}">
                <a16:creationId xmlns:a16="http://schemas.microsoft.com/office/drawing/2014/main" id="{032D278F-3769-4D6E-90C3-D2C7796B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3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2C507DAA-1A4C-4E70-9CD8-BE408745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4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CFC41677-AE53-4441-8254-DAF8F85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5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742C84A7-094E-4A83-B58A-4813C920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6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173C0D63-6D01-4B99-AACC-1196175A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7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2BB65943-84D7-4A30-8DA0-02C956E6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8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23E82EEB-BC33-4D71-A383-0129CCD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9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0B13C39D-9C4D-48EB-BA4D-E4754BC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94CDAB79-22F9-4BEB-99CF-2073AA0B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21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C234A5A2-9365-429D-B03F-A55D5F0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22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C489DA2D-3883-4CB8-BD2D-A6BB7CE3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1CBB8251-F316-479B-8F0A-DFBFE5D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4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7AE0ADE7-6DF6-4041-9CB0-018188F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25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9753B20-59DB-4BA1-88CE-C5885912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26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ACFD388E-F967-490A-8320-A7A25FE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7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505112F-8554-45B4-B2B7-89993A38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FA83E781-408A-42F1-9713-A46A69E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29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3B60C6A2-5B2B-492B-9AA1-C7C0376D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30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D6E1DA9-3023-4A2C-A288-1712D135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1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E7452E8-F176-4936-8F4B-EFB7F2A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</p:spTree>
    <p:extLst>
      <p:ext uri="{BB962C8B-B14F-4D97-AF65-F5344CB8AC3E}">
        <p14:creationId xmlns:p14="http://schemas.microsoft.com/office/powerpoint/2010/main" val="54315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30E6AB-F34D-4E74-B2BC-3DC8C0A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99EAD-345E-4C1A-B0C0-577637E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7FF19C94-E3A3-4E12-A867-2A208D8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DA5C0A4B-F1C8-4A52-8783-08551BF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D9F9A333-439F-4300-8243-A032D6C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6D931007-6B41-4EEE-AF96-494B454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32946A78-6EAA-4D25-A3C2-A44C3A3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04557468-327C-4E97-921D-0F9B41B5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05F5402A-4FD7-4F9E-B729-799A970D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1BD72090-B6DE-494C-A969-61FF8D7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33B51690-7BB5-437A-A6FA-F6198A2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B8376F01-D505-4A61-B1DF-B19FAC2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3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C5CEB169-B494-46EA-88B4-BE2358D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4" name="PPAGENT_CONNECTOR|from=org-department-bus-root|fromSide=center|to=org-department-branch-1|toSide=center">
            <a:extLst xmlns:a="http://schemas.openxmlformats.org/drawingml/2006/main">
              <a:ext uri="{FF2B5EF4-FFF2-40B4-BE49-F238E27FC236}">
                <a16:creationId xmlns:a16="http://schemas.microsoft.com/office/drawing/2014/main" id="{B867C809-700C-408A-A55D-D6CB1168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5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EE8FF33E-9906-4D51-87D7-BAC343D2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6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5904A730-E9AA-46C4-B137-D175BF2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7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7DDB3A24-0433-4786-AB5B-BDF9412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574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8" name="PPAGENT_CONNECTOR|from=org-member-bus-root-0|fromSide=center|to=org-member-branch-0-1|toSide=center">
            <a:extLst xmlns:a="http://schemas.openxmlformats.org/drawingml/2006/main">
              <a:ext uri="{FF2B5EF4-FFF2-40B4-BE49-F238E27FC236}">
                <a16:creationId xmlns:a16="http://schemas.microsoft.com/office/drawing/2014/main" id="{F885000E-0195-497D-91EB-C38A258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9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77324693-3989-4DA1-AB05-FB2704F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574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0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08D22E2D-43B4-4B50-B26A-42EF768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85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1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9CFAD933-C8B8-4AF0-A955-CE4FC9E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2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B1BC3199-842E-43B4-BE6C-BB344CA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3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596D8BFD-1815-40F6-9AD2-EDD9889F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34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member-bus-root-1|fromSide=center|to=org-member-branch-1-1|toSide=center">
            <a:extLst xmlns:a="http://schemas.openxmlformats.org/drawingml/2006/main">
              <a:ext uri="{FF2B5EF4-FFF2-40B4-BE49-F238E27FC236}">
                <a16:creationId xmlns:a16="http://schemas.microsoft.com/office/drawing/2014/main" id="{46E9ECE8-9AB3-40AD-8AC0-9562C5D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E603F975-4A29-4159-AD24-46C31E8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34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D8FB9FFE-50F3-43B7-A3EC-4C74FF7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345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B7A8309-69F1-4267-82A0-D974C7E8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3714456B-EF6B-4CD8-85AA-F2939C9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29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194ED44D-2001-4A0E-93D7-2CBBC49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30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C1D00CA-B5FF-4DC9-A889-E238162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7CE07B7E-9716-4AA4-8C85-93EE6F3C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2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B97D6262-213A-4BC5-B1CC-3C47F3E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33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F00496F-7359-4DF0-BAB7-B1103A30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4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F9ACFBC0-6B96-4F80-B963-964214C1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35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235F643-E4B5-4C98-9470-6FC240F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6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B7F6EEC5-B853-4C08-848A-05DE43E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37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C7A43D8E-CBEF-4163-A824-C2FD292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D1001AF8-7CC0-407C-A2B5-92263622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39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6E4570B2-CDDB-42E6-8DEB-B1C3ADA0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40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39DDD6D-37BD-4641-920E-630E34B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1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B607C4A9-CF20-484E-93B7-A6042DF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42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552B563-759E-4EF6-8224-C0BD12A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3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0F193B82-3567-4292-AB66-3746FC6F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1562348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FFF1C8-3E31-4A5A-949F-EF9AE64B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4725B-E57A-4B14-8D1D-C5AB221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6A2EFBAC-0EBA-44C6-8422-CC5D3700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7FDFE714-C090-45F9-84C6-9D8180D3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C93ECBC2-047F-4B07-BAF2-8583CDF2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17DB2BD3-6DBF-47C1-9C4A-7EB5060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9A0B56BC-D082-405E-A013-C12A661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ranch-0-2|role=junction">
            <a:extLst xmlns:a="http://schemas.openxmlformats.org/drawingml/2006/main">
              <a:ext uri="{FF2B5EF4-FFF2-40B4-BE49-F238E27FC236}">
                <a16:creationId xmlns:a16="http://schemas.microsoft.com/office/drawing/2014/main" id="{D0B362B9-5D90-43BD-959D-A98DDC8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08624172-FB4D-43CB-955F-94D2E16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8BF10A94-9D99-4B32-A501-8314B761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665FDC56-8636-4F18-AD38-F9B5623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E18C2CA5-F6A6-44CA-9118-558ACAD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member-branch-1-2|role=junction">
            <a:extLst xmlns:a="http://schemas.openxmlformats.org/drawingml/2006/main">
              <a:ext uri="{FF2B5EF4-FFF2-40B4-BE49-F238E27FC236}">
                <a16:creationId xmlns:a16="http://schemas.microsoft.com/office/drawing/2014/main" id="{3B3A9025-94A8-4C20-B855-738E9840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2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2D19A922-316E-48D3-8F2B-E4E94512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5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140B92B4-7DD0-4B79-8FE7-E6C501A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6" name="PPAGENT_CONNECTOR|from=org-department-bus-root|fromSide=center|to=org-department-branch-1|toSide=center">
            <a:extLst xmlns:a="http://schemas.openxmlformats.org/drawingml/2006/main">
              <a:ext uri="{FF2B5EF4-FFF2-40B4-BE49-F238E27FC236}">
                <a16:creationId xmlns:a16="http://schemas.microsoft.com/office/drawing/2014/main" id="{848B7BE7-631C-4A63-9D4B-88E8F7A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7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771EB258-EBA0-4B02-8BAA-7FC5F964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8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82C1CFF9-D4D6-4284-A34C-B56902A2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9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7DB5B69D-8C44-4605-8FC2-6D6EB5EA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695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0" name="PPAGENT_CONNECTOR|from=org-member-bus-root-0|fromSide=center|to=org-member-branch-0-2|toSide=center">
            <a:extLst xmlns:a="http://schemas.openxmlformats.org/drawingml/2006/main">
              <a:ext uri="{FF2B5EF4-FFF2-40B4-BE49-F238E27FC236}">
                <a16:creationId xmlns:a16="http://schemas.microsoft.com/office/drawing/2014/main" id="{1584E1C2-B4CA-4156-9C01-7807EE09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1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0C87B32B-E838-407F-9151-0400A45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6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2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A6B90BFA-4469-4B7B-9432-7CC3F41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3" name="PPAGENT_CONNECTOR|from=org-member-branch-0-2|fromSide=center|to=org-member-node-0-2|toSide=top">
            <a:extLst xmlns:a="http://schemas.openxmlformats.org/drawingml/2006/main">
              <a:ext uri="{FF2B5EF4-FFF2-40B4-BE49-F238E27FC236}">
                <a16:creationId xmlns:a16="http://schemas.microsoft.com/office/drawing/2014/main" id="{CC9495FB-67C8-4A35-B5CC-FB09E9D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2ADC6B6E-0B7B-4DCE-8373-7750A89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5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E3F49714-28A8-464A-AFBD-713F768F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F25DA14F-B4E4-4661-86A2-D76C377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295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CONNECTOR|from=org-member-bus-root-1|fromSide=center|to=org-member-branch-1-2|toSide=center">
            <a:extLst xmlns:a="http://schemas.openxmlformats.org/drawingml/2006/main">
              <a:ext uri="{FF2B5EF4-FFF2-40B4-BE49-F238E27FC236}">
                <a16:creationId xmlns:a16="http://schemas.microsoft.com/office/drawing/2014/main" id="{6E3411EA-C213-4B3E-BB42-181BC29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0A6EFC86-FFA7-4E96-9EE4-74B4759B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2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EA52F1B8-4470-40B0-998F-0F66AC5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PPAGENT_CONNECTOR|from=org-member-branch-1-2|fromSide=center|to=org-member-node-1-2|toSide=top">
            <a:extLst xmlns:a="http://schemas.openxmlformats.org/drawingml/2006/main">
              <a:ext uri="{FF2B5EF4-FFF2-40B4-BE49-F238E27FC236}">
                <a16:creationId xmlns:a16="http://schemas.microsoft.com/office/drawing/2014/main" id="{1D8BCFB8-9B8A-4DCA-81FB-26334DB6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25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FFD14B1B-9D04-451A-9E1E-73096A6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5E123879-340F-49C5-9AA7-2A4F4057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33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CD4BC495-C164-4545-8FC1-C13BDFB3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34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AD974568-5246-4330-81FC-9A537FE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517A2400-5C45-4970-BC38-132A3025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6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1D25E289-B1F7-4C97-8C3A-A732AF6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37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23DE0E4-977D-46F1-9A41-524E727B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8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FC2A6751-8417-472A-A9D6-0C2A1E9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39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F45BC907-0222-4986-AE3C-61AB39F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0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5609DC3-6309-46C0-89BD-99C06743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41" name="PPAGENT_QA|parent=org-member-node-0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D675D35-4ECF-4A2F-8B76-13BAF38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2" name="PPAGENT_QA|parent=org-member-label-0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4C5BD3CA-AA66-43DC-800F-F13B9BA7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43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76D81116-1327-4813-9DEB-C010E27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1B6666C2-3E69-4C7A-B39F-925FDA4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45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0DD1C5E1-9775-4804-A8B8-B293011E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46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9216F9A2-74F5-4550-9946-B13D491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7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F745AB36-7B45-43BF-848B-878DB601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48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0DE1EF34-71F7-4AD0-AF26-FA9D65A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9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723BB20-4038-471B-B659-3A934E0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50" name="PPAGENT_QA|parent=org-member-node-1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CBBB136-F8E2-417A-A0C6-B1BBC1B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1" name="PPAGENT_QA|parent=org-member-label-1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DE32155-76C6-4873-81FA-CE008CC0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</p:spTree>
    <p:extLst>
      <p:ext uri="{BB962C8B-B14F-4D97-AF65-F5344CB8AC3E}">
        <p14:creationId xmlns:p14="http://schemas.microsoft.com/office/powerpoint/2010/main" val="1239960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42E418-BCA2-4224-B776-3D480FA7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55B08-248F-4F8F-AD2D-B3FC6B7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BE9232DA-3C1A-4FA4-BDEB-25D34EF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4197ECBD-061F-4280-AF33-D1CF843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292CC2F3-8B11-4145-8BDE-319CFCB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0871E263-9056-49E2-838E-B2009799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02E2C38F-3FA8-49AF-916F-1BB43562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AFAEC223-6A61-48A2-9A73-6A360E6B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329B3C44-9AB3-4A06-ABFE-82C2449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1888B3B0-4CD6-41D9-802F-756E3AA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D8E73EE2-C5D8-4426-B465-563C1EF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13BE9FEA-5804-41F1-B169-A3FFBB6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9C0FD4B7-E7E2-43C5-BE97-57D71727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4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EC1DECEC-74CA-4C7A-92C3-7D4B713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5" name="PPAGENT_CONNECTOR|from=org-department-bus-root|fromSide=center|to=org-department-branch-2|toSide=center">
            <a:extLst xmlns:a="http://schemas.openxmlformats.org/drawingml/2006/main">
              <a:ext uri="{FF2B5EF4-FFF2-40B4-BE49-F238E27FC236}">
                <a16:creationId xmlns:a16="http://schemas.microsoft.com/office/drawing/2014/main" id="{530E5F03-48D7-4C91-84AB-90093AB6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6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8815633B-8102-44B8-845B-0ED7064C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7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79D01C69-0640-4700-BFB6-CD873CB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8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3BDDE8F9-0EDE-4214-9A20-1C7D298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19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053CEE05-DAE6-4E7F-A396-07CEE644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0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F2409BDF-91A9-4393-9E37-397973E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1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F8F54AD9-E221-4369-8DFC-0898695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2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0F2BC19A-95C8-4BF3-8EB3-08A02BCA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3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9AFC737F-6E96-4ED2-AF5D-809EEFD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7DADFC5E-A5E4-44CF-8FA3-5772C37D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5A5755F-D226-45AF-BFF8-7FE8678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262E4666-54AA-4C25-84E7-0E75A425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27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6BBD4340-927A-4770-B0F6-880D015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28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635DA79-33E9-46AD-A684-10F1285F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B9745802-E297-416A-BF30-B90BA729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0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313B897C-A00A-442A-A00A-FFA8A9CD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31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0939368-D415-4E7B-B379-CC1B64B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2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CAFB4C6-FB60-4612-8E69-EDEFC40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33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FA62736-2CF1-4C2E-BC48-A939541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B9F8B177-3164-4D81-88B2-D1753F2C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35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A30E0009-9EA6-4237-B5B8-498203E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36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C517F2B-E125-4C91-98DB-8B01D51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7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BCECE44-0BC5-4905-ADA2-1B8F633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38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D80214D-7808-41C1-B2C1-814138B2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83D22890-4430-4F3A-A98B-C8B8CD4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40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E14898CA-5F45-4D9C-A721-5EEF9F7D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41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FD9B3A1-2B8E-4C31-94C7-83C93CC8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2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E3F2F8D2-1F16-4E3D-9C0C-9AC2CEC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</p:spTree>
    <p:extLst>
      <p:ext uri="{BB962C8B-B14F-4D97-AF65-F5344CB8AC3E}">
        <p14:creationId xmlns:p14="http://schemas.microsoft.com/office/powerpoint/2010/main" val="1088149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5C40B7-EED6-4853-A502-4DBCD6B8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EEC47-5293-47B0-BB14-E286E90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74228139-F2C0-428E-BEE8-3340D138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F105DC96-9429-4AC9-803D-4F92D89F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F5718712-B7E2-463A-804A-C8F7C6F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6E301EA1-1CFE-4113-80B5-7A8A93D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F97B877C-F204-43AF-B9A8-500657A4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2CADC1B5-2F84-4B3B-BE2E-5460A9A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802324F7-2E75-442B-B2A3-32D52581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A5344E8E-2951-4DE2-9BFD-BB8EF8A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7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DB692388-9A9A-43DE-9271-17D2E97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7BBF7EBE-A2E2-48AD-87C1-E79A6EC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01C637F1-2A2B-4601-895D-3B746A7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5FBCFF16-BE86-4F53-8B8F-F4A2E993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PPAGENT_QA|parent=org-member-branch-2-1|role=junction">
            <a:extLst xmlns:a="http://schemas.openxmlformats.org/drawingml/2006/main">
              <a:ext uri="{FF2B5EF4-FFF2-40B4-BE49-F238E27FC236}">
                <a16:creationId xmlns:a16="http://schemas.microsoft.com/office/drawing/2014/main" id="{24FAF80C-1C51-4B82-9634-58254637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91E0ACFB-62AD-46A0-A242-986F71E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7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51FD0C65-FEA9-4DCD-81C6-ADD3EF30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8" name="PPAGENT_CONNECTOR|from=org-department-bus-root|fromSide=center|to=org-department-branch-2|toSide=center">
            <a:extLst xmlns:a="http://schemas.openxmlformats.org/drawingml/2006/main">
              <a:ext uri="{FF2B5EF4-FFF2-40B4-BE49-F238E27FC236}">
                <a16:creationId xmlns:a16="http://schemas.microsoft.com/office/drawing/2014/main" id="{CB1F8470-BC28-4006-8D34-41155AC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9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6E4975E1-A0C3-4DEA-AE89-CDD66B80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0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991D781D-D798-4DD3-B76C-75F756B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1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142814B1-6987-4DAD-BE78-07D297D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954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2" name="PPAGENT_CONNECTOR|from=org-member-bus-root-0|fromSide=center|to=org-member-branch-0-1|toSide=center">
            <a:extLst xmlns:a="http://schemas.openxmlformats.org/drawingml/2006/main">
              <a:ext uri="{FF2B5EF4-FFF2-40B4-BE49-F238E27FC236}">
                <a16:creationId xmlns:a16="http://schemas.microsoft.com/office/drawing/2014/main" id="{6550222C-8105-4AA3-88A4-83690AD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3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E5F0581C-7C87-4B66-8657-91A94E63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954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0C0800AD-3E48-4192-B7B8-5B2C1E0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765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D844D6D5-D735-44D0-9756-03D2290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6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6E0510C9-4A2F-493E-81B5-D61B641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C486F95E-2428-4126-BF8F-2BD75F1F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054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PPAGENT_CONNECTOR|from=org-member-bus-root-1|fromSide=center|to=org-member-branch-1-1|toSide=center">
            <a:extLst xmlns:a="http://schemas.openxmlformats.org/drawingml/2006/main">
              <a:ext uri="{FF2B5EF4-FFF2-40B4-BE49-F238E27FC236}">
                <a16:creationId xmlns:a16="http://schemas.microsoft.com/office/drawing/2014/main" id="{A615659F-9CC5-4442-A513-A680137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1DCACCA0-87D8-42DA-9B8A-FB633EDA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054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046D3DAE-8B94-40F6-867E-F5492FC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65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2E98D482-BB77-4E7D-86F3-88FE035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2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0C2F92BB-4D79-49F8-93FD-391E37D6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3" name="PPAGENT_CONNECTOR|from=org-member-branch-2-0|fromSide=center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517DC6EC-FB8E-41FB-AA8B-756476F5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154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4" name="PPAGENT_CONNECTOR|from=org-member-bus-root-2|fromSide=center|to=org-member-branch-2-1|toSide=center">
            <a:extLst xmlns:a="http://schemas.openxmlformats.org/drawingml/2006/main">
              <a:ext uri="{FF2B5EF4-FFF2-40B4-BE49-F238E27FC236}">
                <a16:creationId xmlns:a16="http://schemas.microsoft.com/office/drawing/2014/main" id="{5DCC7FB5-A791-43C3-852B-2BE4DF1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5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4A2F622A-8BD9-434C-9316-A9829B4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154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6" name="PPAGENT_CONNECTOR|from=org-member-branch-2-1|fromSide=center|to=org-member-node-2-1|toSide=top">
            <a:extLst xmlns:a="http://schemas.openxmlformats.org/drawingml/2006/main">
              <a:ext uri="{FF2B5EF4-FFF2-40B4-BE49-F238E27FC236}">
                <a16:creationId xmlns:a16="http://schemas.microsoft.com/office/drawing/2014/main" id="{1B274BCF-49AC-441A-A9C5-8DC9FAD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965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7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66CBC0C-7199-429B-8CAA-631E368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4C9DCE48-378E-47FE-8B7D-F0D27EC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39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67B8255C-9108-4241-B0EF-F73B67EE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40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CAB7E59D-3E40-4B4D-983A-1DEB5845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F0E629B1-735B-4B7C-B6E5-C64DFB9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42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71895051-C67E-4587-8B0E-735FAECE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43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33E5B33-0DB8-48F0-9A83-CFA6574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4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3575732-734E-4BD1-87D9-DA96101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45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B2447F1-60E8-4EDE-A9BF-A7FEB3DA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6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DABAC488-E759-4EB8-8EDE-5905431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47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D311C1D-10DC-4D63-9DFE-82C13C7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08B9A31F-1769-4502-B3E3-2518D9CD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49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5ED7D905-B9A5-47DA-971B-CE62AB18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50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B9C53C8-DE34-40EE-AFE7-966C366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1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8888CD9-BCD7-4423-B0B2-6B4C0B73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2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9346227-4486-4A31-9E88-0DB74F63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3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E41CA1E-FA26-4596-A051-A5796A76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54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88DB453-7A63-4212-8E70-700B8E9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3FEC54D1-12EE-473A-943D-BA5A6EB9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56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1E97C662-7C96-4C61-B3A0-533DEEA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57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3C8B49B-22A0-4B74-931D-58C3EF65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8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93C1A24-2709-4A7C-A34D-F74AF93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59" name="PPAGENT_QA|parent=org-member-node-2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6822D4F-E68C-4196-A965-2DEE8AF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0" name="PPAGENT_QA|parent=org-member-label-2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C43CBA6-19CD-4CA9-A5FC-6F832A7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521334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4E8712-9A11-4D6B-925E-65F6062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D10F-2B93-4420-B764-8008E9E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65F43608-2CFA-47FF-93F8-061EBAA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9E78DA91-7DD8-479E-95F4-5FA9D157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C6D046A1-0118-47B0-940E-A5BB40C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D6C07432-40A5-40AE-9DAD-5336C430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0DF0C4A1-5FBE-474D-8308-0FD78C9A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ranch-0-2|role=junction">
            <a:extLst xmlns:a="http://schemas.openxmlformats.org/drawingml/2006/main">
              <a:ext uri="{FF2B5EF4-FFF2-40B4-BE49-F238E27FC236}">
                <a16:creationId xmlns:a16="http://schemas.microsoft.com/office/drawing/2014/main" id="{3D45FB69-4023-49C6-92A1-7D23E7E2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CE534A4D-40E7-4E51-AE86-C060749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5CCFFF88-1964-4496-8AEF-30E901EB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014853FD-4886-4D8F-A76E-DA028C3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4F30EB96-D049-4467-A52A-EB353E27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member-branch-1-2|role=junction">
            <a:extLst xmlns:a="http://schemas.openxmlformats.org/drawingml/2006/main">
              <a:ext uri="{FF2B5EF4-FFF2-40B4-BE49-F238E27FC236}">
                <a16:creationId xmlns:a16="http://schemas.microsoft.com/office/drawing/2014/main" id="{3813402D-BD25-415C-8F3E-A5FD1D8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0EFB8E6F-EFBC-4179-A6DE-0E34044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7612AABD-FD80-4786-91E2-FE88A8A2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B5587B8B-9BC5-496B-8BC7-FB8172B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org-member-branch-2-1|role=junction">
            <a:extLst xmlns:a="http://schemas.openxmlformats.org/drawingml/2006/main">
              <a:ext uri="{FF2B5EF4-FFF2-40B4-BE49-F238E27FC236}">
                <a16:creationId xmlns:a16="http://schemas.microsoft.com/office/drawing/2014/main" id="{6059DF56-DFF9-46D0-95AF-DD92AF5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org-member-branch-2-2|role=junction">
            <a:extLst xmlns:a="http://schemas.openxmlformats.org/drawingml/2006/main">
              <a:ext uri="{FF2B5EF4-FFF2-40B4-BE49-F238E27FC236}">
                <a16:creationId xmlns:a16="http://schemas.microsoft.com/office/drawing/2014/main" id="{CA4EB062-A683-4938-A54A-223DCEE2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2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BE2FC578-5572-42B6-B67B-E16F227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0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D1598EBF-C79F-4003-B3C7-056E6162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1" name="PPAGENT_CONNECTOR|from=org-department-bus-root|fromSide=center|to=org-department-branch-2|toSide=center">
            <a:extLst xmlns:a="http://schemas.openxmlformats.org/drawingml/2006/main">
              <a:ext uri="{FF2B5EF4-FFF2-40B4-BE49-F238E27FC236}">
                <a16:creationId xmlns:a16="http://schemas.microsoft.com/office/drawing/2014/main" id="{A1BA2344-AA57-44E4-88E2-821201D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2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5137E7AF-D2CF-4799-808D-584AD3DC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3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7FA0B695-810D-41E4-A3AE-C9ED2584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0C042A76-1774-43E5-A78C-7A07D5D4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0495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CONNECTOR|from=org-member-bus-root-0|fromSide=center|to=org-member-branch-0-2|toSide=center">
            <a:extLst xmlns:a="http://schemas.openxmlformats.org/drawingml/2006/main">
              <a:ext uri="{FF2B5EF4-FFF2-40B4-BE49-F238E27FC236}">
                <a16:creationId xmlns:a16="http://schemas.microsoft.com/office/drawing/2014/main" id="{1857BD87-5BE8-4952-9A17-129C28D2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A8CDA8DA-F81D-4E15-B367-179F0BB8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04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F425A116-412D-4B3A-A143-00860C2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PPAGENT_CONNECTOR|from=org-member-branch-0-2|fromSide=center|to=org-member-node-0-2|toSide=top">
            <a:extLst xmlns:a="http://schemas.openxmlformats.org/drawingml/2006/main">
              <a:ext uri="{FF2B5EF4-FFF2-40B4-BE49-F238E27FC236}">
                <a16:creationId xmlns:a16="http://schemas.microsoft.com/office/drawing/2014/main" id="{B676EE16-EF24-47EC-8F7C-73FEAEE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7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070D7695-C83A-4DBA-8C95-69A1867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0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61039026-9CF1-493F-BAB0-CA447E8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6C03A8EA-2190-40F9-8FFE-A7ACC05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2" name="PPAGENT_CONNECTOR|from=org-member-bus-root-1|fromSide=center|to=org-member-branch-1-2|toSide=center">
            <a:extLst xmlns:a="http://schemas.openxmlformats.org/drawingml/2006/main">
              <a:ext uri="{FF2B5EF4-FFF2-40B4-BE49-F238E27FC236}">
                <a16:creationId xmlns:a16="http://schemas.microsoft.com/office/drawing/2014/main" id="{2DF7EC71-0D3C-4B68-B46B-8498490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3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7A0703D8-EAB8-4D2D-A2C5-601A9117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4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4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235EEEF8-5180-4775-B52B-F4B998D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5" name="PPAGENT_CONNECTOR|from=org-member-branch-1-2|fromSide=center|to=org-member-node-1-2|toSide=top">
            <a:extLst xmlns:a="http://schemas.openxmlformats.org/drawingml/2006/main">
              <a:ext uri="{FF2B5EF4-FFF2-40B4-BE49-F238E27FC236}">
                <a16:creationId xmlns:a16="http://schemas.microsoft.com/office/drawing/2014/main" id="{9E65F4C2-3204-4A9F-8948-D578ADF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6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FC133092-3E0E-4B65-AED1-239BC510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7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B824873B-EFFC-4097-BEBF-D607230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8" name="PPAGENT_CONNECTOR|from=org-member-branch-2-0|fromSide=center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1301106B-8E86-41FD-ABBD-7BBA9DB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9" name="PPAGENT_CONNECTOR|from=org-member-bus-root-2|fromSide=center|to=org-member-branch-2-2|toSide=center">
            <a:extLst xmlns:a="http://schemas.openxmlformats.org/drawingml/2006/main">
              <a:ext uri="{FF2B5EF4-FFF2-40B4-BE49-F238E27FC236}">
                <a16:creationId xmlns:a16="http://schemas.microsoft.com/office/drawing/2014/main" id="{7B26A0F7-C588-4D2A-A87C-3DD011AA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0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3FA936BF-4129-4740-B46E-00EAC68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1" name="PPAGENT_CONNECTOR|from=org-member-branch-2-1|fromSide=center|to=org-member-node-2-1|toSide=top">
            <a:extLst xmlns:a="http://schemas.openxmlformats.org/drawingml/2006/main">
              <a:ext uri="{FF2B5EF4-FFF2-40B4-BE49-F238E27FC236}">
                <a16:creationId xmlns:a16="http://schemas.microsoft.com/office/drawing/2014/main" id="{2133327B-9976-4EAE-A640-550505F9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2" name="PPAGENT_CONNECTOR|from=org-member-branch-2-2|fromSide=center|to=org-member-node-2-2|toSide=top">
            <a:extLst xmlns:a="http://schemas.openxmlformats.org/drawingml/2006/main">
              <a:ext uri="{FF2B5EF4-FFF2-40B4-BE49-F238E27FC236}">
                <a16:creationId xmlns:a16="http://schemas.microsoft.com/office/drawing/2014/main" id="{4B459568-3D28-4968-ADE6-77C53023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70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3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8F7F25EF-F69D-43A8-ACE3-CCDC163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0B981BB8-8614-43B3-B2ED-9D3B03E9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45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53E9ACF9-5CC1-4B39-9DA0-1A3573F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46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72A1273-6672-49B6-9F9F-50C4710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696119E0-4425-438E-9904-079FA47B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48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11BA7876-8360-4FD4-844D-A9A5FF9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49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0E3F2AE6-BD60-48B2-A22F-87E68B7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0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AD47C4C-2E28-42CF-A173-82926202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1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C8EEF031-8F6D-45A2-A96A-EA1F93B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2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A5CCBF7-457D-427A-B253-2B8F490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53" name="PPAGENT_QA|parent=org-member-node-0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DB68A18-8F90-4184-9BDC-7FC06837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4" name="PPAGENT_QA|parent=org-member-label-0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10BA98F-7550-41A1-9161-F3B71499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55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34395E1-2B37-4334-83CD-7BE80ECD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6259BA41-C927-4519-9ACC-318C75F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57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C4BDAE99-8570-4CFE-ABAB-95157512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58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3923FFB-98CC-4A04-AD9C-399B5B43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9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B34288F9-9B79-4DE0-A408-C221A6F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60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A039DCDB-EB9F-4259-815E-69AE2A4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1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17768A8C-74D4-4339-9B3C-584F3C16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62" name="PPAGENT_QA|parent=org-member-node-1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D9F3D688-7DEE-4BEB-B95A-A20A69DC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3" name="PPAGENT_QA|parent=org-member-label-1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F55077CC-65BE-442C-B7E4-1ECB280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64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C33D9CC-B609-4283-8C11-0176C4AC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6AD555C4-E9EC-4D24-A422-0BFBD9E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66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892BB936-7A07-4B54-AD54-9B15B9A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67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34EF600-8B1B-477E-A06E-EA62A060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8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E4C7BF1-78CA-4171-9BCE-BDCC7A0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69" name="PPAGENT_QA|parent=org-member-node-2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B631652-01DB-439F-A9AC-D4E40CEC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0" name="PPAGENT_QA|parent=org-member-label-2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6558E4A0-6BA2-4234-BFF5-79FF04C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71" name="PPAGENT_QA|parent=org-member-node-2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71CD0308-C61F-4909-9649-7ED8DD9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2" name="PPAGENT_QA|parent=org-member-label-2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56A77AD3-DB5A-4D4B-91C3-C51CA23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</p:spTree>
    <p:extLst>
      <p:ext uri="{BB962C8B-B14F-4D97-AF65-F5344CB8AC3E}">
        <p14:creationId xmlns:p14="http://schemas.microsoft.com/office/powerpoint/2010/main" val="521422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A575A0-3394-4ECA-971F-F1DB336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80A7B-4495-433B-B30E-1AC72D62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65F5E819-98FF-4CE5-B513-7DBD3A04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2D02ED11-40D1-4628-9750-3C770588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46460DBC-DCC7-407B-B81E-E880715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9B2C6E27-39F4-4C41-BFE2-FC52E0D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F3E8A74D-40A8-44B6-8F4D-F6B1EBDC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A47441A1-8702-436B-B194-F01EF94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2ECE6CBC-9F2D-4AFB-B0C6-746FF18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AFDC12F5-C920-465D-A2FF-5ED18AC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98CC9B5B-9098-482D-A6AF-829F111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BACC8F3F-9AAB-4DCD-A366-2C8D68F0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department-branch-3|role=junction">
            <a:extLst xmlns:a="http://schemas.openxmlformats.org/drawingml/2006/main">
              <a:ext uri="{FF2B5EF4-FFF2-40B4-BE49-F238E27FC236}">
                <a16:creationId xmlns:a16="http://schemas.microsoft.com/office/drawing/2014/main" id="{D622A5B4-258C-4A7B-8A9B-24A04CA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QA|parent=org-member-bus-root-3|role=junction">
            <a:extLst xmlns:a="http://schemas.openxmlformats.org/drawingml/2006/main">
              <a:ext uri="{FF2B5EF4-FFF2-40B4-BE49-F238E27FC236}">
                <a16:creationId xmlns:a16="http://schemas.microsoft.com/office/drawing/2014/main" id="{A1D5B816-D6E9-465D-B112-394361B3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PPAGENT_QA|parent=org-member-branch-3-0|role=junction">
            <a:extLst xmlns:a="http://schemas.openxmlformats.org/drawingml/2006/main">
              <a:ext uri="{FF2B5EF4-FFF2-40B4-BE49-F238E27FC236}">
                <a16:creationId xmlns:a16="http://schemas.microsoft.com/office/drawing/2014/main" id="{D7BB8ABD-F61A-4EB9-94AE-C5E2066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A59C5909-C6A8-454F-84C0-1EB527E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7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3176C33F-C886-4B2E-8F53-B5C5716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8" name="PPAGENT_CONNECTOR|from=org-department-bus-root|fromSide=center|to=org-department-branch-3|toSide=center">
            <a:extLst xmlns:a="http://schemas.openxmlformats.org/drawingml/2006/main">
              <a:ext uri="{FF2B5EF4-FFF2-40B4-BE49-F238E27FC236}">
                <a16:creationId xmlns:a16="http://schemas.microsoft.com/office/drawing/2014/main" id="{91FD0A54-6F07-43E2-8591-F00FF7D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19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BE7DB5C2-D77B-4533-A0DC-5797CA38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0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324466F6-3266-4A33-B772-4B7A2F0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1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6E4D06B7-B110-411B-AEDC-21407E8F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2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AE1938E9-30F1-4091-ADE8-436C494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3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A2AAC981-677D-4FB1-A4AC-424A0224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4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E4001EF5-29C1-44FB-B7CB-F2435A7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7304316D-963C-4E76-9044-8088AE25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6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52E43780-0A7D-4E20-B5D3-035292D2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F4CAFE01-BB5F-4BDE-9CA5-0E642F9D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PPAGENT_CONNECTOR|from=org-department-branch-3|fromSide=center|to=org-department-node-3|toSide=top">
            <a:extLst xmlns:a="http://schemas.openxmlformats.org/drawingml/2006/main">
              <a:ext uri="{FF2B5EF4-FFF2-40B4-BE49-F238E27FC236}">
                <a16:creationId xmlns:a16="http://schemas.microsoft.com/office/drawing/2014/main" id="{84764F6C-E050-4AD7-A8DF-2E6EE57E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9" name="PPAGENT_CONNECTOR|from=org-department-label-3|fromSide=bottom|to=org-member-bus-root-3|toSide=center">
            <a:extLst xmlns:a="http://schemas.openxmlformats.org/drawingml/2006/main">
              <a:ext uri="{FF2B5EF4-FFF2-40B4-BE49-F238E27FC236}">
                <a16:creationId xmlns:a16="http://schemas.microsoft.com/office/drawing/2014/main" id="{F45600FA-9892-4BA7-98A4-73F7995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PPAGENT_CONNECTOR|from=org-member-branch-3-0|fromSide=center|to=org-member-node-3-0|toSide=top">
            <a:extLst xmlns:a="http://schemas.openxmlformats.org/drawingml/2006/main">
              <a:ext uri="{FF2B5EF4-FFF2-40B4-BE49-F238E27FC236}">
                <a16:creationId xmlns:a16="http://schemas.microsoft.com/office/drawing/2014/main" id="{7FCFC648-DC11-44D0-AEAA-E49E638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EC2F210-73D9-423D-B2C5-6BD2571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F5898E95-180A-4856-A92F-E14337E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33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E1F6C5D0-2800-467D-B486-41C39198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34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5C93173-7F73-4665-815B-3B5B2773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DB873DD2-7647-4BA2-989F-638060E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6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48313AFF-EA7A-4522-ADCC-EF5D19E3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37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B057EFB-4958-4A46-ABF3-60AE9F37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38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561B5E0B-BA37-4E7A-AA31-D7DB94E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39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FA954C0A-41A6-451F-A199-68273D5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72A29676-C00D-4BCA-B8FC-1FBA6001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41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05D27E83-B756-44A4-85C9-FA43A77E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42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FD34E37-2A46-4181-B8CC-92FBF11C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3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FA27A981-DC85-4D5F-892F-9E2FD3FF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44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CC917F6C-8D49-4110-97F8-68940EC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F13CC60B-FD7E-4D26-9135-96DFD229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46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53043391-E3ED-4C34-97D9-0BB26E7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47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C3D0528-E73F-48D0-8757-28B5F91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48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6490BEA-BC1F-4828-AA9B-760D3944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49" name="PPAGENT_QA|parent=org-department-node-3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005C925-25F5-4AD5-A683-6D9BD83A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PAGENT_QA|within=org-department-node-3|role=portrait">
            <a:extLst xmlns:a="http://schemas.openxmlformats.org/drawingml/2006/main">
              <a:ext uri="{FF2B5EF4-FFF2-40B4-BE49-F238E27FC236}">
                <a16:creationId xmlns:a16="http://schemas.microsoft.com/office/drawing/2014/main" id="{A99CF750-49B5-4861-8E01-44C174F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51" name="PPAGENT_QA|parent=org-department-label-3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29C21177-D465-4C22-84DB-0ECC7B13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运营组长｜运营组</a:t>
            </a:r>
          </a:p>
        </p:txBody>
      </p:sp>
      <p:sp>
        <p:nvSpPr>
          <p:cNvPr id="52" name="PPAGENT_QA|parent=org-member-node-3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D8FBC6D-CBDD-4F46-B583-219C47B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3" name="PPAGENT_QA|parent=org-member-label-3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1857FC80-5352-422F-A63D-3D678B2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推广</a:t>
            </a:r>
          </a:p>
        </p:txBody>
      </p:sp>
    </p:spTree>
    <p:extLst>
      <p:ext uri="{BB962C8B-B14F-4D97-AF65-F5344CB8AC3E}">
        <p14:creationId xmlns:p14="http://schemas.microsoft.com/office/powerpoint/2010/main" val="1682001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E31FA6-CB20-4D9A-8B9D-6660F1C6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334A0-86B9-42D7-8E05-F6280380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88A98468-1FCC-405B-8C71-60641CE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210E6E8E-DA6C-43B5-81B8-617F2E5F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9F866546-2084-4913-82E9-47A286F0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35D15736-499D-4AF7-B268-DC4860F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D027A1D1-BEB0-424E-84F2-34467E9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BE58CB0F-3B6F-482A-A7C0-A2B4F14D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5D4C07C3-3526-4554-AA94-3AD9E6B2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5060F0CA-F667-4DA8-873C-BA040C8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281942A3-7135-4225-8CD9-15C8E95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6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8B345532-F876-4D9C-BC36-9EEE3803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5C4E0DC0-C55E-4D9D-9DA2-BE7F2EF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4B26AC05-5EFD-4A8D-B5AF-517B5CE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8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PPAGENT_QA|parent=org-member-branch-2-1|role=junction">
            <a:extLst xmlns:a="http://schemas.openxmlformats.org/drawingml/2006/main">
              <a:ext uri="{FF2B5EF4-FFF2-40B4-BE49-F238E27FC236}">
                <a16:creationId xmlns:a16="http://schemas.microsoft.com/office/drawing/2014/main" id="{497F766E-47D4-4DF0-BB4A-4C1670E7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98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org-department-branch-3|role=junction">
            <a:extLst xmlns:a="http://schemas.openxmlformats.org/drawingml/2006/main">
              <a:ext uri="{FF2B5EF4-FFF2-40B4-BE49-F238E27FC236}">
                <a16:creationId xmlns:a16="http://schemas.microsoft.com/office/drawing/2014/main" id="{14745476-7A46-4073-9E4E-3B8BDC8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org-member-bus-root-3|role=junction">
            <a:extLst xmlns:a="http://schemas.openxmlformats.org/drawingml/2006/main">
              <a:ext uri="{FF2B5EF4-FFF2-40B4-BE49-F238E27FC236}">
                <a16:creationId xmlns:a16="http://schemas.microsoft.com/office/drawing/2014/main" id="{0FAA851C-E3E5-4D03-8835-3E1586E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org-member-branch-3-0|role=junction">
            <a:extLst xmlns:a="http://schemas.openxmlformats.org/drawingml/2006/main">
              <a:ext uri="{FF2B5EF4-FFF2-40B4-BE49-F238E27FC236}">
                <a16:creationId xmlns:a16="http://schemas.microsoft.com/office/drawing/2014/main" id="{1090E420-600B-47AC-AA49-88D6B8CF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08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PPAGENT_QA|parent=org-member-branch-3-1|role=junction">
            <a:extLst xmlns:a="http://schemas.openxmlformats.org/drawingml/2006/main">
              <a:ext uri="{FF2B5EF4-FFF2-40B4-BE49-F238E27FC236}">
                <a16:creationId xmlns:a16="http://schemas.microsoft.com/office/drawing/2014/main" id="{3C36EC0C-399D-48CC-8AAA-34B9427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CE2F2325-758E-479A-8417-F2B5631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1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B5B05BE8-74FF-4751-BC24-101F762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2" name="PPAGENT_CONNECTOR|from=org-department-bus-root|fromSide=center|to=org-department-branch-3|toSide=center">
            <a:extLst xmlns:a="http://schemas.openxmlformats.org/drawingml/2006/main">
              <a:ext uri="{FF2B5EF4-FFF2-40B4-BE49-F238E27FC236}">
                <a16:creationId xmlns:a16="http://schemas.microsoft.com/office/drawing/2014/main" id="{6C7A5D33-938D-47D6-B462-A456AAC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3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DE48F7E6-2574-42D1-A356-6A31C6A9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4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B91F46E2-9B91-48D0-8FA1-3506D07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5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A968FDBD-A96F-47FB-B305-7D7899FB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6" name="PPAGENT_CONNECTOR|from=org-member-bus-root-0|fromSide=center|to=org-member-branch-0-1|toSide=center">
            <a:extLst xmlns:a="http://schemas.openxmlformats.org/drawingml/2006/main">
              <a:ext uri="{FF2B5EF4-FFF2-40B4-BE49-F238E27FC236}">
                <a16:creationId xmlns:a16="http://schemas.microsoft.com/office/drawing/2014/main" id="{AD700A6D-FEFF-435F-94F4-DA18722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7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855CAF9B-E9F3-497E-ABA2-6CC1294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8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6F6476B4-0DE2-400D-B440-57D644B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621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21BA74CE-CA0A-4F51-B83B-74D97A5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0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B1CF7942-2564-4E75-AED9-AC49822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0665DB8B-7366-405E-BB14-14E223F1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9735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2" name="PPAGENT_CONNECTOR|from=org-member-bus-root-1|fromSide=center|to=org-member-branch-1-1|toSide=center">
            <a:extLst xmlns:a="http://schemas.openxmlformats.org/drawingml/2006/main">
              <a:ext uri="{FF2B5EF4-FFF2-40B4-BE49-F238E27FC236}">
                <a16:creationId xmlns:a16="http://schemas.microsoft.com/office/drawing/2014/main" id="{5897261D-3A6E-40DE-81E0-097E796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3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4ABC81BB-93EC-488A-A60C-50CAAB6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973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4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CF4BA517-10CD-47E7-A095-337DC2EC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784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5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B71D92D0-BAD0-4DC0-9C06-014BE14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6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CD0973A0-CE8F-4C76-A652-B6509D54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7" name="PPAGENT_CONNECTOR|from=org-member-branch-2-0|fromSide=center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5FA91BC6-E6A7-4AC1-A895-4150E4D4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360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8" name="PPAGENT_CONNECTOR|from=org-member-bus-root-2|fromSide=center|to=org-member-branch-2-1|toSide=center">
            <a:extLst xmlns:a="http://schemas.openxmlformats.org/drawingml/2006/main">
              <a:ext uri="{FF2B5EF4-FFF2-40B4-BE49-F238E27FC236}">
                <a16:creationId xmlns:a16="http://schemas.microsoft.com/office/drawing/2014/main" id="{6F63D14B-3564-4695-B680-93F9882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9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899A1733-4D90-4F19-8CC0-D16493A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36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0" name="PPAGENT_CONNECTOR|from=org-member-branch-2-1|fromSide=center|to=org-member-node-2-1|toSide=top">
            <a:extLst xmlns:a="http://schemas.openxmlformats.org/drawingml/2006/main">
              <a:ext uri="{FF2B5EF4-FFF2-40B4-BE49-F238E27FC236}">
                <a16:creationId xmlns:a16="http://schemas.microsoft.com/office/drawing/2014/main" id="{97896A4A-B1DA-4D0A-9A90-B73D2A18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946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1" name="PPAGENT_CONNECTOR|from=org-department-branch-3|fromSide=center|to=org-department-node-3|toSide=top">
            <a:extLst xmlns:a="http://schemas.openxmlformats.org/drawingml/2006/main">
              <a:ext uri="{FF2B5EF4-FFF2-40B4-BE49-F238E27FC236}">
                <a16:creationId xmlns:a16="http://schemas.microsoft.com/office/drawing/2014/main" id="{E21EDDD7-A836-4F13-BCC8-CF96C948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2" name="PPAGENT_CONNECTOR|from=org-department-label-3|fromSide=bottom|to=org-member-bus-root-3|toSide=center">
            <a:extLst xmlns:a="http://schemas.openxmlformats.org/drawingml/2006/main">
              <a:ext uri="{FF2B5EF4-FFF2-40B4-BE49-F238E27FC236}">
                <a16:creationId xmlns:a16="http://schemas.microsoft.com/office/drawing/2014/main" id="{4B9411A5-6770-4A71-B5A9-5FF07AD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3" name="PPAGENT_CONNECTOR|from=org-member-branch-3-0|fromSide=center|to=org-member-bus-root-3|toSide=center">
            <a:extLst xmlns:a="http://schemas.openxmlformats.org/drawingml/2006/main">
              <a:ext uri="{FF2B5EF4-FFF2-40B4-BE49-F238E27FC236}">
                <a16:creationId xmlns:a16="http://schemas.microsoft.com/office/drawing/2014/main" id="{00EFA6CA-57EF-48F3-BC3F-14D96BC0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29850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4" name="PPAGENT_CONNECTOR|from=org-member-bus-root-3|fromSide=center|to=org-member-branch-3-1|toSide=center">
            <a:extLst xmlns:a="http://schemas.openxmlformats.org/drawingml/2006/main">
              <a:ext uri="{FF2B5EF4-FFF2-40B4-BE49-F238E27FC236}">
                <a16:creationId xmlns:a16="http://schemas.microsoft.com/office/drawing/2014/main" id="{5AD820FD-EAAD-43B1-8159-A9F8F37A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5" name="PPAGENT_CONNECTOR|from=org-member-branch-3-0|fromSide=center|to=org-member-node-3-0|toSide=top">
            <a:extLst xmlns:a="http://schemas.openxmlformats.org/drawingml/2006/main">
              <a:ext uri="{FF2B5EF4-FFF2-40B4-BE49-F238E27FC236}">
                <a16:creationId xmlns:a16="http://schemas.microsoft.com/office/drawing/2014/main" id="{C59393F6-EDDC-4CF7-84CD-91382A3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2985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6" name="PPAGENT_CONNECTOR|from=org-member-branch-3-1|fromSide=center|to=org-member-node-3-1|toSide=top">
            <a:extLst xmlns:a="http://schemas.openxmlformats.org/drawingml/2006/main">
              <a:ext uri="{FF2B5EF4-FFF2-40B4-BE49-F238E27FC236}">
                <a16:creationId xmlns:a16="http://schemas.microsoft.com/office/drawing/2014/main" id="{43E87F5F-0422-413A-B05E-BC42C49C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10900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7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9396AFA8-5E5C-47A2-A454-567A567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E26AE4CC-60B3-4D8D-900D-5669B4B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49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4CD56679-1A05-4058-8F96-1646715E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50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0A4CD69A-217E-4367-A374-48F87F5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0B59C017-4B29-47D5-8FFF-2EFCBC4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52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2E18F940-DE51-4F3B-8EB7-32D0FB0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53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F0B005C-7EF6-4BFB-88E6-670266D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4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E0BBE5A-E081-44D2-A9FA-83D76216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55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3EF4B41F-A7B9-417E-9051-A20A596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56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BEE25B97-3ECD-4CCE-A283-A815F2AE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57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70AC73B0-9CF3-470A-9136-D76B6C0F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3AB084E9-2938-4EF9-950F-91629111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59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FE041250-8522-4757-9A4C-7808ADB4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60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E335C32-9A03-4C49-8BB4-010AA6B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1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B9B105F-E379-4C5F-B7B2-605D7D6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8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62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8F903CE8-AE14-449D-B9B9-FD3387B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6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3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89AF683-81D8-496B-AFE3-C37251C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64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B10C365-5B0C-45D3-8C8A-7697C79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B7BC5E8D-2FE5-40E2-B30F-36FE920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66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46E41946-D57D-4385-889B-C62A0947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67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7EA470AC-3E91-4E91-8E19-6506542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8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8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CE7D70DF-E949-4238-8D5E-94C117A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69" name="PPAGENT_QA|parent=org-member-node-2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A1BCD2D1-1FEE-4FE1-BB65-D786B1A0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9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0" name="PPAGENT_QA|parent=org-member-label-2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19B422D3-33CF-4B5B-8769-BD063357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1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71" name="PPAGENT_QA|parent=org-department-node-3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E4612A4-4D33-40FB-AF3C-A08A4583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PAGENT_QA|within=org-department-node-3|role=portrait">
            <a:extLst xmlns:a="http://schemas.openxmlformats.org/drawingml/2006/main">
              <a:ext uri="{FF2B5EF4-FFF2-40B4-BE49-F238E27FC236}">
                <a16:creationId xmlns:a16="http://schemas.microsoft.com/office/drawing/2014/main" id="{8CE86E7C-31FF-45A6-8590-925078B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73" name="PPAGENT_QA|parent=org-department-label-3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393044C8-7710-4013-AB8D-9CF85F95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运营组长｜运营组</a:t>
            </a:r>
          </a:p>
        </p:txBody>
      </p:sp>
      <p:sp>
        <p:nvSpPr>
          <p:cNvPr id="74" name="PPAGENT_QA|parent=org-member-node-3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717F85EF-4DD6-4DAE-B53F-EAFFECC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5" name="PPAGENT_QA|parent=org-member-label-3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F71158F-650D-4D37-8528-F533D82E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推广</a:t>
            </a:r>
          </a:p>
        </p:txBody>
      </p:sp>
      <p:sp>
        <p:nvSpPr>
          <p:cNvPr id="76" name="PPAGENT_QA|parent=org-member-node-3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2094A738-9A05-4C23-BE79-4A27A491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7" name="PPAGENT_QA|parent=org-member-label-3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7087D137-182F-4823-B39C-8787606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</p:spTree>
    <p:extLst>
      <p:ext uri="{BB962C8B-B14F-4D97-AF65-F5344CB8AC3E}">
        <p14:creationId xmlns:p14="http://schemas.microsoft.com/office/powerpoint/2010/main" val="1000453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22EFD1-1AA9-42A9-B475-E8CF00C8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项目组织结构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A2768-770D-4EDB-A60B-D75522DC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组织层级 · 角色分工</a:t>
            </a:r>
          </a:p>
        </p:txBody>
      </p:sp>
      <p:sp>
        <p:nvSpPr>
          <p:cNvPr id="3" name="PPAGENT_QA|parent=org-department-bus-root|role=junction">
            <a:extLst xmlns:a="http://schemas.openxmlformats.org/drawingml/2006/main">
              <a:ext uri="{FF2B5EF4-FFF2-40B4-BE49-F238E27FC236}">
                <a16:creationId xmlns:a16="http://schemas.microsoft.com/office/drawing/2014/main" id="{A1962FA4-9D83-4477-81F7-7113C18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PPAGENT_QA|parent=org-department-branch-0|role=junction">
            <a:extLst xmlns:a="http://schemas.openxmlformats.org/drawingml/2006/main">
              <a:ext uri="{FF2B5EF4-FFF2-40B4-BE49-F238E27FC236}">
                <a16:creationId xmlns:a16="http://schemas.microsoft.com/office/drawing/2014/main" id="{7EB75879-A339-46D6-B8C6-0ACFBED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PPAGENT_QA|parent=org-member-bus-root-0|role=junction">
            <a:extLst xmlns:a="http://schemas.openxmlformats.org/drawingml/2006/main">
              <a:ext uri="{FF2B5EF4-FFF2-40B4-BE49-F238E27FC236}">
                <a16:creationId xmlns:a16="http://schemas.microsoft.com/office/drawing/2014/main" id="{3F76E369-D994-43DD-ABF4-9D125C6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PAGENT_QA|parent=org-member-branch-0-0|role=junction">
            <a:extLst xmlns:a="http://schemas.openxmlformats.org/drawingml/2006/main">
              <a:ext uri="{FF2B5EF4-FFF2-40B4-BE49-F238E27FC236}">
                <a16:creationId xmlns:a16="http://schemas.microsoft.com/office/drawing/2014/main" id="{0380F03F-2DA7-400B-9DA1-D62DC5F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PPAGENT_QA|parent=org-member-branch-0-1|role=junction">
            <a:extLst xmlns:a="http://schemas.openxmlformats.org/drawingml/2006/main">
              <a:ext uri="{FF2B5EF4-FFF2-40B4-BE49-F238E27FC236}">
                <a16:creationId xmlns:a16="http://schemas.microsoft.com/office/drawing/2014/main" id="{C448E3DA-593D-4FA6-B35D-2245DBDF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PAGENT_QA|parent=org-member-branch-0-2|role=junction">
            <a:extLst xmlns:a="http://schemas.openxmlformats.org/drawingml/2006/main">
              <a:ext uri="{FF2B5EF4-FFF2-40B4-BE49-F238E27FC236}">
                <a16:creationId xmlns:a16="http://schemas.microsoft.com/office/drawing/2014/main" id="{BDAC4229-DE7C-4D2E-8147-C947EB9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PPAGENT_QA|parent=org-department-branch-1|role=junction">
            <a:extLst xmlns:a="http://schemas.openxmlformats.org/drawingml/2006/main">
              <a:ext uri="{FF2B5EF4-FFF2-40B4-BE49-F238E27FC236}">
                <a16:creationId xmlns:a16="http://schemas.microsoft.com/office/drawing/2014/main" id="{F276AEAF-A4EA-4FA9-AB17-28D258F9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PPAGENT_QA|parent=org-member-bus-root-1|role=junction">
            <a:extLst xmlns:a="http://schemas.openxmlformats.org/drawingml/2006/main">
              <a:ext uri="{FF2B5EF4-FFF2-40B4-BE49-F238E27FC236}">
                <a16:creationId xmlns:a16="http://schemas.microsoft.com/office/drawing/2014/main" id="{2D397D22-8B89-4E46-B1BB-E5D5DF7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PPAGENT_QA|parent=org-member-branch-1-0|role=junction">
            <a:extLst xmlns:a="http://schemas.openxmlformats.org/drawingml/2006/main">
              <a:ext uri="{FF2B5EF4-FFF2-40B4-BE49-F238E27FC236}">
                <a16:creationId xmlns:a16="http://schemas.microsoft.com/office/drawing/2014/main" id="{6CF69CD8-A360-4DFB-A218-F81F399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0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PPAGENT_QA|parent=org-member-branch-1-1|role=junction">
            <a:extLst xmlns:a="http://schemas.openxmlformats.org/drawingml/2006/main">
              <a:ext uri="{FF2B5EF4-FFF2-40B4-BE49-F238E27FC236}">
                <a16:creationId xmlns:a16="http://schemas.microsoft.com/office/drawing/2014/main" id="{5FB36471-8989-490E-ADB9-805B6AD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1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PPAGENT_QA|parent=org-member-branch-1-2|role=junction">
            <a:extLst xmlns:a="http://schemas.openxmlformats.org/drawingml/2006/main">
              <a:ext uri="{FF2B5EF4-FFF2-40B4-BE49-F238E27FC236}">
                <a16:creationId xmlns:a16="http://schemas.microsoft.com/office/drawing/2014/main" id="{CCEF720C-83AD-490E-B78F-7AE7E034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1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PAGENT_QA|parent=org-department-branch-2|role=junction">
            <a:extLst xmlns:a="http://schemas.openxmlformats.org/drawingml/2006/main">
              <a:ext uri="{FF2B5EF4-FFF2-40B4-BE49-F238E27FC236}">
                <a16:creationId xmlns:a16="http://schemas.microsoft.com/office/drawing/2014/main" id="{4C532EF3-0C99-48AA-A4E1-6A3F39C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PPAGENT_QA|parent=org-member-bus-root-2|role=junction">
            <a:extLst xmlns:a="http://schemas.openxmlformats.org/drawingml/2006/main">
              <a:ext uri="{FF2B5EF4-FFF2-40B4-BE49-F238E27FC236}">
                <a16:creationId xmlns:a16="http://schemas.microsoft.com/office/drawing/2014/main" id="{2EDDAE81-3F27-4320-BF68-C65C42F1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org-member-branch-2-0|role=junction">
            <a:extLst xmlns:a="http://schemas.openxmlformats.org/drawingml/2006/main">
              <a:ext uri="{FF2B5EF4-FFF2-40B4-BE49-F238E27FC236}">
                <a16:creationId xmlns:a16="http://schemas.microsoft.com/office/drawing/2014/main" id="{ABFF58D6-39D3-4E66-9EFF-144FA238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3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org-member-branch-2-1|role=junction">
            <a:extLst xmlns:a="http://schemas.openxmlformats.org/drawingml/2006/main">
              <a:ext uri="{FF2B5EF4-FFF2-40B4-BE49-F238E27FC236}">
                <a16:creationId xmlns:a16="http://schemas.microsoft.com/office/drawing/2014/main" id="{2F59189B-BCA4-4351-BD05-0FC55FC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3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org-member-branch-2-2|role=junction">
            <a:extLst xmlns:a="http://schemas.openxmlformats.org/drawingml/2006/main">
              <a:ext uri="{FF2B5EF4-FFF2-40B4-BE49-F238E27FC236}">
                <a16:creationId xmlns:a16="http://schemas.microsoft.com/office/drawing/2014/main" id="{6991D767-EA47-412B-A46F-F656C34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4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PPAGENT_QA|parent=org-department-branch-3|role=junction">
            <a:extLst xmlns:a="http://schemas.openxmlformats.org/drawingml/2006/main">
              <a:ext uri="{FF2B5EF4-FFF2-40B4-BE49-F238E27FC236}">
                <a16:creationId xmlns:a16="http://schemas.microsoft.com/office/drawing/2014/main" id="{45CA19E4-65A7-45C9-92DD-733BE5D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2709863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PPAGENT_QA|parent=org-member-bus-root-3|role=junction">
            <a:extLst xmlns:a="http://schemas.openxmlformats.org/drawingml/2006/main">
              <a:ext uri="{FF2B5EF4-FFF2-40B4-BE49-F238E27FC236}">
                <a16:creationId xmlns:a16="http://schemas.microsoft.com/office/drawing/2014/main" id="{2E12718F-6D57-4C3F-85D6-9B13627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parent=org-member-branch-3-0|role=junction">
            <a:extLst xmlns:a="http://schemas.openxmlformats.org/drawingml/2006/main">
              <a:ext uri="{FF2B5EF4-FFF2-40B4-BE49-F238E27FC236}">
                <a16:creationId xmlns:a16="http://schemas.microsoft.com/office/drawing/2014/main" id="{79192751-64AB-460F-943D-5E2FDCCC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parent=org-member-branch-3-1|role=junction">
            <a:extLst xmlns:a="http://schemas.openxmlformats.org/drawingml/2006/main">
              <a:ext uri="{FF2B5EF4-FFF2-40B4-BE49-F238E27FC236}">
                <a16:creationId xmlns:a16="http://schemas.microsoft.com/office/drawing/2014/main" id="{85F7E332-9F30-4786-BB8A-E1254794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PPAGENT_QA|parent=org-member-branch-3-2|role=junction">
            <a:extLst xmlns:a="http://schemas.openxmlformats.org/drawingml/2006/main">
              <a:ext uri="{FF2B5EF4-FFF2-40B4-BE49-F238E27FC236}">
                <a16:creationId xmlns:a16="http://schemas.microsoft.com/office/drawing/2014/main" id="{A07952B4-8004-41C6-BDFF-EF47D26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471988"/>
            <a:ext cx="9525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PPAGENT_CONNECTOR|from=org-leader-label|fromSide=bottom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74A5D120-E0C3-4E4F-A488-4BA7970C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5" name="PPAGENT_CONNECTOR|from=org-department-branch-0|fromSide=center|to=org-department-bus-root|toSide=center">
            <a:extLst xmlns:a="http://schemas.openxmlformats.org/drawingml/2006/main">
              <a:ext uri="{FF2B5EF4-FFF2-40B4-BE49-F238E27FC236}">
                <a16:creationId xmlns:a16="http://schemas.microsoft.com/office/drawing/2014/main" id="{8500CA68-DF06-4807-B8C7-9CFECAE1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6" name="PPAGENT_CONNECTOR|from=org-department-bus-root|fromSide=center|to=org-department-branch-3|toSide=center">
            <a:extLst xmlns:a="http://schemas.openxmlformats.org/drawingml/2006/main">
              <a:ext uri="{FF2B5EF4-FFF2-40B4-BE49-F238E27FC236}">
                <a16:creationId xmlns:a16="http://schemas.microsoft.com/office/drawing/2014/main" id="{132D330E-B9FB-40FA-B23F-7AB7CDBE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1462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7" name="PPAGENT_CONNECTOR|from=org-department-branch-0|fromSide=center|to=org-department-node-0|toSide=top">
            <a:extLst xmlns:a="http://schemas.openxmlformats.org/drawingml/2006/main">
              <a:ext uri="{FF2B5EF4-FFF2-40B4-BE49-F238E27FC236}">
                <a16:creationId xmlns:a16="http://schemas.microsoft.com/office/drawing/2014/main" id="{DA0C5974-3995-4A53-9A28-4FE371E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28" name="PPAGENT_CONNECTOR|from=org-department-label-0|fromSide=bottom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455415F8-644A-450A-8F79-7ED4463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29" name="PPAGENT_CONNECTOR|from=org-member-branch-0-0|fromSide=center|to=org-member-bus-root-0|toSide=center">
            <a:extLst xmlns:a="http://schemas.openxmlformats.org/drawingml/2006/main">
              <a:ext uri="{FF2B5EF4-FFF2-40B4-BE49-F238E27FC236}">
                <a16:creationId xmlns:a16="http://schemas.microsoft.com/office/drawing/2014/main" id="{79A0C99D-4B2E-4CD6-B69C-4CFC0518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0" name="PPAGENT_CONNECTOR|from=org-member-bus-root-0|fromSide=center|to=org-member-branch-0-2|toSide=center">
            <a:extLst xmlns:a="http://schemas.openxmlformats.org/drawingml/2006/main">
              <a:ext uri="{FF2B5EF4-FFF2-40B4-BE49-F238E27FC236}">
                <a16:creationId xmlns:a16="http://schemas.microsoft.com/office/drawing/2014/main" id="{A583DE79-5751-48EF-B3C1-6F96FD12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1" name="PPAGENT_CONNECTOR|from=org-member-branch-0-0|fromSide=center|to=org-member-node-0-0|toSide=top">
            <a:extLst xmlns:a="http://schemas.openxmlformats.org/drawingml/2006/main">
              <a:ext uri="{FF2B5EF4-FFF2-40B4-BE49-F238E27FC236}">
                <a16:creationId xmlns:a16="http://schemas.microsoft.com/office/drawing/2014/main" id="{9802DCC0-595E-4CA8-B0A9-831FACE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2" name="PPAGENT_CONNECTOR|from=org-member-branch-0-1|fromSide=center|to=org-member-node-0-1|toSide=top">
            <a:extLst xmlns:a="http://schemas.openxmlformats.org/drawingml/2006/main">
              <a:ext uri="{FF2B5EF4-FFF2-40B4-BE49-F238E27FC236}">
                <a16:creationId xmlns:a16="http://schemas.microsoft.com/office/drawing/2014/main" id="{B8EDF1F6-C291-4AAB-AB49-08A9CAA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3" name="PPAGENT_CONNECTOR|from=org-member-branch-0-2|fromSide=center|to=org-member-node-0-2|toSide=top">
            <a:extLst xmlns:a="http://schemas.openxmlformats.org/drawingml/2006/main">
              <a:ext uri="{FF2B5EF4-FFF2-40B4-BE49-F238E27FC236}">
                <a16:creationId xmlns:a16="http://schemas.microsoft.com/office/drawing/2014/main" id="{137DAD64-4640-44C3-A855-03EF8B2D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26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4" name="PPAGENT_CONNECTOR|from=org-department-branch-1|fromSide=center|to=org-department-node-1|toSide=top">
            <a:extLst xmlns:a="http://schemas.openxmlformats.org/drawingml/2006/main">
              <a:ext uri="{FF2B5EF4-FFF2-40B4-BE49-F238E27FC236}">
                <a16:creationId xmlns:a16="http://schemas.microsoft.com/office/drawing/2014/main" id="{E76D2745-73CB-42C6-AE69-C49D3C67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35" name="PPAGENT_CONNECTOR|from=org-department-label-1|fromSide=bottom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F80EDA0C-DCC6-45A4-A654-B90A99A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6" name="PPAGENT_CONNECTOR|from=org-member-branch-1-0|fromSide=center|to=org-member-bus-root-1|toSide=center">
            <a:extLst xmlns:a="http://schemas.openxmlformats.org/drawingml/2006/main">
              <a:ext uri="{FF2B5EF4-FFF2-40B4-BE49-F238E27FC236}">
                <a16:creationId xmlns:a16="http://schemas.microsoft.com/office/drawing/2014/main" id="{84BB636E-A870-47C1-85AA-49E26FF8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068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7" name="PPAGENT_CONNECTOR|from=org-member-bus-root-1|fromSide=center|to=org-member-branch-1-2|toSide=center">
            <a:extLst xmlns:a="http://schemas.openxmlformats.org/drawingml/2006/main">
              <a:ext uri="{FF2B5EF4-FFF2-40B4-BE49-F238E27FC236}">
                <a16:creationId xmlns:a16="http://schemas.microsoft.com/office/drawing/2014/main" id="{8EC4E77E-784E-4A58-B79C-B7AF6588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8" name="PPAGENT_CONNECTOR|from=org-member-branch-1-0|fromSide=center|to=org-member-node-1-0|toSide=top">
            <a:extLst xmlns:a="http://schemas.openxmlformats.org/drawingml/2006/main">
              <a:ext uri="{FF2B5EF4-FFF2-40B4-BE49-F238E27FC236}">
                <a16:creationId xmlns:a16="http://schemas.microsoft.com/office/drawing/2014/main" id="{155DBBE2-E1A7-47E8-B185-F50D1D5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068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39" name="PPAGENT_CONNECTOR|from=org-member-branch-1-1|fromSide=center|to=org-member-node-1-1|toSide=top">
            <a:extLst xmlns:a="http://schemas.openxmlformats.org/drawingml/2006/main">
              <a:ext uri="{FF2B5EF4-FFF2-40B4-BE49-F238E27FC236}">
                <a16:creationId xmlns:a16="http://schemas.microsoft.com/office/drawing/2014/main" id="{69A48159-4C1E-479B-A912-025EDA52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78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0" name="PPAGENT_CONNECTOR|from=org-member-branch-1-2|fromSide=center|to=org-member-node-1-2|toSide=top">
            <a:extLst xmlns:a="http://schemas.openxmlformats.org/drawingml/2006/main">
              <a:ext uri="{FF2B5EF4-FFF2-40B4-BE49-F238E27FC236}">
                <a16:creationId xmlns:a16="http://schemas.microsoft.com/office/drawing/2014/main" id="{A2EC2201-FC94-457A-AB64-3FE685DF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689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1" name="PPAGENT_CONNECTOR|from=org-department-branch-2|fromSide=center|to=org-department-node-2|toSide=top">
            <a:extLst xmlns:a="http://schemas.openxmlformats.org/drawingml/2006/main">
              <a:ext uri="{FF2B5EF4-FFF2-40B4-BE49-F238E27FC236}">
                <a16:creationId xmlns:a16="http://schemas.microsoft.com/office/drawing/2014/main" id="{C26928CC-A2AB-4EA2-A45F-63D63AC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2" name="PPAGENT_CONNECTOR|from=org-department-label-2|fromSide=bottom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2AFD4CE0-B495-4791-9BC3-DB04CE9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3" name="PPAGENT_CONNECTOR|from=org-member-branch-2-0|fromSide=center|to=org-member-bus-root-2|toSide=center">
            <a:extLst xmlns:a="http://schemas.openxmlformats.org/drawingml/2006/main">
              <a:ext uri="{FF2B5EF4-FFF2-40B4-BE49-F238E27FC236}">
                <a16:creationId xmlns:a16="http://schemas.microsoft.com/office/drawing/2014/main" id="{B4E53F49-E456-47D3-A341-30621CDF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2307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4" name="PPAGENT_CONNECTOR|from=org-member-bus-root-2|fromSide=center|to=org-member-branch-2-2|toSide=center">
            <a:extLst xmlns:a="http://schemas.openxmlformats.org/drawingml/2006/main">
              <a:ext uri="{FF2B5EF4-FFF2-40B4-BE49-F238E27FC236}">
                <a16:creationId xmlns:a16="http://schemas.microsoft.com/office/drawing/2014/main" id="{51F3B795-8C5E-4FA3-A5F5-FBA9685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5" name="PPAGENT_CONNECTOR|from=org-member-branch-2-0|fromSide=center|to=org-member-node-2-0|toSide=top">
            <a:extLst xmlns:a="http://schemas.openxmlformats.org/drawingml/2006/main">
              <a:ext uri="{FF2B5EF4-FFF2-40B4-BE49-F238E27FC236}">
                <a16:creationId xmlns:a16="http://schemas.microsoft.com/office/drawing/2014/main" id="{412FDF50-8E2A-4791-B791-E549FFA5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230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6" name="PPAGENT_CONNECTOR|from=org-member-branch-2-1|fromSide=center|to=org-member-node-2-1|toSide=top">
            <a:extLst xmlns:a="http://schemas.openxmlformats.org/drawingml/2006/main">
              <a:ext uri="{FF2B5EF4-FFF2-40B4-BE49-F238E27FC236}">
                <a16:creationId xmlns:a16="http://schemas.microsoft.com/office/drawing/2014/main" id="{85C5EBBB-6CAF-443F-9880-27B886D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1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7" name="PPAGENT_CONNECTOR|from=org-member-branch-2-2|fromSide=center|to=org-member-node-2-2|toSide=top">
            <a:extLst xmlns:a="http://schemas.openxmlformats.org/drawingml/2006/main">
              <a:ext uri="{FF2B5EF4-FFF2-40B4-BE49-F238E27FC236}">
                <a16:creationId xmlns:a16="http://schemas.microsoft.com/office/drawing/2014/main" id="{F8DB4E88-294C-4B27-9098-755E6EB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851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48" name="PPAGENT_CONNECTOR|from=org-department-branch-3|fromSide=center|to=org-department-node-3|toSide=top">
            <a:extLst xmlns:a="http://schemas.openxmlformats.org/drawingml/2006/main">
              <a:ext uri="{FF2B5EF4-FFF2-40B4-BE49-F238E27FC236}">
                <a16:creationId xmlns:a16="http://schemas.microsoft.com/office/drawing/2014/main" id="{FD6F345F-DA80-429A-81B7-4F58762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7C8"/>
            </a:solidFill>
            <a:prstDash val="solid"/>
          </a:ln>
        </p:spPr>
      </p:sp>
      <p:sp>
        <p:nvSpPr>
          <p:cNvPr id="49" name="PPAGENT_CONNECTOR|from=org-department-label-3|fromSide=bottom|to=org-member-bus-root-3|toSide=center">
            <a:extLst xmlns:a="http://schemas.openxmlformats.org/drawingml/2006/main">
              <a:ext uri="{FF2B5EF4-FFF2-40B4-BE49-F238E27FC236}">
                <a16:creationId xmlns:a16="http://schemas.microsoft.com/office/drawing/2014/main" id="{6447E946-BC48-4255-AB2E-0A4E32D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1719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0" name="PPAGENT_CONNECTOR|from=org-member-branch-3-0|fromSide=center|to=org-member-bus-root-3|toSide=center">
            <a:extLst xmlns:a="http://schemas.openxmlformats.org/drawingml/2006/main">
              <a:ext uri="{FF2B5EF4-FFF2-40B4-BE49-F238E27FC236}">
                <a16:creationId xmlns:a16="http://schemas.microsoft.com/office/drawing/2014/main" id="{73CAD7B1-50EB-4997-A2A4-4430BF26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3932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1" name="PPAGENT_CONNECTOR|from=org-member-bus-root-3|fromSide=center|to=org-member-branch-3-2|toSide=center">
            <a:extLst xmlns:a="http://schemas.openxmlformats.org/drawingml/2006/main">
              <a:ext uri="{FF2B5EF4-FFF2-40B4-BE49-F238E27FC236}">
                <a16:creationId xmlns:a16="http://schemas.microsoft.com/office/drawing/2014/main" id="{8E0A45D7-0F6F-416C-9E35-3A47C08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4767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2" name="PPAGENT_CONNECTOR|from=org-member-branch-3-0|fromSide=center|to=org-member-node-3-0|toSide=top">
            <a:extLst xmlns:a="http://schemas.openxmlformats.org/drawingml/2006/main">
              <a:ext uri="{FF2B5EF4-FFF2-40B4-BE49-F238E27FC236}">
                <a16:creationId xmlns:a16="http://schemas.microsoft.com/office/drawing/2014/main" id="{EF6FB4F6-65FA-4C4A-937B-04DEE14F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393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3" name="PPAGENT_CONNECTOR|from=org-member-branch-3-1|fromSide=center|to=org-member-node-3-1|toSide=top">
            <a:extLst xmlns:a="http://schemas.openxmlformats.org/drawingml/2006/main">
              <a:ext uri="{FF2B5EF4-FFF2-40B4-BE49-F238E27FC236}">
                <a16:creationId xmlns:a16="http://schemas.microsoft.com/office/drawing/2014/main" id="{FC4D748A-DE97-43E1-B726-DA61D4E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037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4" name="PPAGENT_CONNECTOR|from=org-member-branch-3-2|fromSide=center|to=org-member-node-3-2|toSide=top">
            <a:extLst xmlns:a="http://schemas.openxmlformats.org/drawingml/2006/main">
              <a:ext uri="{FF2B5EF4-FFF2-40B4-BE49-F238E27FC236}">
                <a16:creationId xmlns:a16="http://schemas.microsoft.com/office/drawing/2014/main" id="{74B936CC-63BE-4ACA-ACC7-C5E05680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01425" y="44767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AF45"/>
            </a:solidFill>
            <a:prstDash val="solid"/>
          </a:ln>
        </p:spPr>
      </p:sp>
      <p:sp>
        <p:nvSpPr>
          <p:cNvPr id="55" name="PPAGENT_QA|parent=org-leader-node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BF9446D-E94A-437E-9ADD-BC13656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85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PAGENT_QA|within=org-leader-node|role=portrait">
            <a:extLst xmlns:a="http://schemas.openxmlformats.org/drawingml/2006/main">
              <a:ext uri="{FF2B5EF4-FFF2-40B4-BE49-F238E27FC236}">
                <a16:creationId xmlns:a16="http://schemas.microsoft.com/office/drawing/2014/main" id="{F451A444-0B1C-45C9-B8C4-A1F2BA7D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001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总负</a:t>
            </a:r>
          </a:p>
        </p:txBody>
      </p:sp>
      <p:sp>
        <p:nvSpPr>
          <p:cNvPr id="57" name="PPAGENT_QA|parent=org-leader-label|domains=organization-leader-labels">
            <a:extLst xmlns:a="http://schemas.openxmlformats.org/drawingml/2006/main">
              <a:ext uri="{FF2B5EF4-FFF2-40B4-BE49-F238E27FC236}">
                <a16:creationId xmlns:a16="http://schemas.microsoft.com/office/drawing/2014/main" id="{2930A23C-CEBE-4393-B5A4-66F126D7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2171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总负责人｜统筹资源</a:t>
            </a:r>
          </a:p>
        </p:txBody>
      </p:sp>
      <p:sp>
        <p:nvSpPr>
          <p:cNvPr id="58" name="PPAGENT_QA|parent=org-department-node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F05D76D-6C71-4758-9EB6-F22BA78E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PAGENT_QA|within=org-department-node-0|role=portrait">
            <a:extLst xmlns:a="http://schemas.openxmlformats.org/drawingml/2006/main">
              <a:ext uri="{FF2B5EF4-FFF2-40B4-BE49-F238E27FC236}">
                <a16:creationId xmlns:a16="http://schemas.microsoft.com/office/drawing/2014/main" id="{FB69CF1E-C662-4E72-A0A4-8023092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60" name="PPAGENT_QA|parent=org-department-label-0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17F0A030-10FB-4BDE-9136-34B9408F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研究组长｜研究组</a:t>
            </a:r>
          </a:p>
        </p:txBody>
      </p:sp>
      <p:sp>
        <p:nvSpPr>
          <p:cNvPr id="61" name="PPAGENT_QA|parent=org-member-node-0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2CC8608-D68C-4FD6-BFFA-747EAC7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2" name="PPAGENT_QA|parent=org-member-label-0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1B81F9F7-FB5F-4471-8EBC-6A7F22BB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63" name="PPAGENT_QA|parent=org-member-node-0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06424C4E-A389-425E-8EA0-1E42B17C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4" name="PPAGENT_QA|parent=org-member-label-0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2664A081-1017-4AAA-930B-BAE34374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65" name="PPAGENT_QA|parent=org-member-node-0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47F91E6F-98BE-4B02-8F56-5E4BDBEA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66" name="PPAGENT_QA|parent=org-member-label-0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864E0FF2-857D-4FF8-AC08-6F98D51B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67" name="PPAGENT_QA|parent=org-department-node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3C1B492-F097-4AD2-91A1-B4732FD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PAGENT_QA|within=org-department-node-1|role=portrait">
            <a:extLst xmlns:a="http://schemas.openxmlformats.org/drawingml/2006/main">
              <a:ext uri="{FF2B5EF4-FFF2-40B4-BE49-F238E27FC236}">
                <a16:creationId xmlns:a16="http://schemas.microsoft.com/office/drawing/2014/main" id="{312C2362-BFD0-4F22-8078-3626D6A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9" name="PPAGENT_QA|parent=org-department-label-1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E09DE7F2-30C3-407B-B6E6-83EE2A6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产品组长｜产品组</a:t>
            </a:r>
          </a:p>
        </p:txBody>
      </p:sp>
      <p:sp>
        <p:nvSpPr>
          <p:cNvPr id="70" name="PPAGENT_QA|parent=org-member-node-1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BAD2603-6A95-45C5-9ABC-6C893D8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0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1" name="PPAGENT_QA|parent=org-member-label-1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11B9E0C9-1D9A-49A4-935B-FEFC323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72" name="PPAGENT_QA|parent=org-member-node-1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4ED8375-68F9-4FF0-A987-DFE3346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3" name="PPAGENT_QA|parent=org-member-label-1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304C5B7D-AA10-4C9E-847A-A1AFC08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74" name="PPAGENT_QA|parent=org-member-node-1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5137122-4675-421D-A8F9-F536AB5B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1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75" name="PPAGENT_QA|parent=org-member-label-1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557FCBBD-8719-48BD-9405-1DA64C6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4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6" name="PPAGENT_QA|parent=org-department-node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5E2F7166-4AAC-4A8A-9B2B-1DF3CC1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7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PAGENT_QA|within=org-department-node-2|role=portrait">
            <a:extLst xmlns:a="http://schemas.openxmlformats.org/drawingml/2006/main">
              <a:ext uri="{FF2B5EF4-FFF2-40B4-BE49-F238E27FC236}">
                <a16:creationId xmlns:a16="http://schemas.microsoft.com/office/drawing/2014/main" id="{972B6338-D0D0-4AB1-A942-6290C32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2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78" name="PPAGENT_QA|parent=org-department-label-2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93C49C3B-C1F1-4553-900A-F4BB61F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2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工程组长｜工程组</a:t>
            </a:r>
          </a:p>
        </p:txBody>
      </p:sp>
      <p:sp>
        <p:nvSpPr>
          <p:cNvPr id="79" name="PPAGENT_QA|parent=org-member-node-2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B0B04C93-8213-419B-AD26-C7F4413D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3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80" name="PPAGENT_QA|parent=org-member-label-2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AAF51F27-10C3-42F9-BAB3-5A1E6CF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81" name="PPAGENT_QA|parent=org-member-node-2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1D6D7D98-1F3A-4652-A70A-997831B2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82" name="PPAGENT_QA|parent=org-member-label-2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86323429-1DAF-42E4-ABE3-05098D0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83" name="PPAGENT_QA|parent=org-member-node-2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88CD32AA-63DF-442B-A967-07A3E7A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84" name="PPAGENT_QA|parent=org-member-label-2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9888C706-9131-4A43-AF6D-C897A036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85" name="PPAGENT_QA|parent=org-department-node-3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9D17ADAA-2867-4B6F-BB24-EB9CAF3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PAGENT_QA|within=org-department-node-3|role=portrait">
            <a:extLst xmlns:a="http://schemas.openxmlformats.org/drawingml/2006/main">
              <a:ext uri="{FF2B5EF4-FFF2-40B4-BE49-F238E27FC236}">
                <a16:creationId xmlns:a16="http://schemas.microsoft.com/office/drawing/2014/main" id="{B9708E6A-BF7F-4F7D-A7FD-3F1DA9E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87" name="PPAGENT_QA|parent=org-department-label-3|domains=organization-department-labels">
            <a:extLst xmlns:a="http://schemas.openxmlformats.org/drawingml/2006/main">
              <a:ext uri="{FF2B5EF4-FFF2-40B4-BE49-F238E27FC236}">
                <a16:creationId xmlns:a16="http://schemas.microsoft.com/office/drawing/2014/main" id="{5F56CDDE-4981-4C22-ACEB-BEE2566E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10000"/>
            <a:ext cx="2057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运营组长｜运营组</a:t>
            </a:r>
          </a:p>
        </p:txBody>
      </p:sp>
      <p:sp>
        <p:nvSpPr>
          <p:cNvPr id="88" name="PPAGENT_QA|parent=org-member-node-3-0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FA7BDB3-8534-431B-91DE-362AD56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89" name="PPAGENT_QA|parent=org-member-label-3-0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BF5AA3BC-226F-475A-974E-93A5F285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推广</a:t>
            </a:r>
          </a:p>
        </p:txBody>
      </p:sp>
      <p:sp>
        <p:nvSpPr>
          <p:cNvPr id="90" name="PPAGENT_QA|parent=org-member-node-3-1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67AFF807-B2CF-47D6-B725-90E977B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91" name="PPAGENT_QA|parent=org-member-label-3-1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0F883DEB-EA13-4A94-841A-3BDA2F44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92" name="PPAGENT_QA|parent=org-member-node-3-2|domains=organization-node-circles">
            <a:extLst xmlns:a="http://schemas.openxmlformats.org/drawingml/2006/main">
              <a:ext uri="{FF2B5EF4-FFF2-40B4-BE49-F238E27FC236}">
                <a16:creationId xmlns:a16="http://schemas.microsoft.com/office/drawing/2014/main" id="{E6F03B94-3E99-4DEF-A28A-D673AFAE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4810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3A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成员</a:t>
            </a:r>
          </a:p>
        </p:txBody>
      </p:sp>
      <p:sp>
        <p:nvSpPr>
          <p:cNvPr id="93" name="PPAGENT_QA|parent=org-member-label-3-2|domains=organization-member-labels">
            <a:extLst xmlns:a="http://schemas.openxmlformats.org/drawingml/2006/main">
              <a:ext uri="{FF2B5EF4-FFF2-40B4-BE49-F238E27FC236}">
                <a16:creationId xmlns:a16="http://schemas.microsoft.com/office/drawing/2014/main" id="{0CA21931-3900-4117-9BE0-293EB132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438775"/>
            <a:ext cx="742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1E8E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</p:spTree>
    <p:extLst>
      <p:ext uri="{BB962C8B-B14F-4D97-AF65-F5344CB8AC3E}">
        <p14:creationId xmlns:p14="http://schemas.microsoft.com/office/powerpoint/2010/main" val="1037303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2026-08-15T13:33:19.1330000Z</dcterms:created>
  <dcterms:modified xsi:type="dcterms:W3CDTF">2026-08-15T13:33:19.1330000Z</dcterms:modified>
</coreProperties>
</file>