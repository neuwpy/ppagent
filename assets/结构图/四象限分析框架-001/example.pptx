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fd17329bf842d2" /><Relationship Type="http://schemas.openxmlformats.org/officeDocument/2006/relationships/extended-properties" Target="/docProps/app.xml" Id="Ra9fd2eb3e1034211" /><Relationship Type="http://schemas.openxmlformats.org/officeDocument/2006/relationships/officeDocument" Target="/ppt/presentation.xml" Id="R3eda41455478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2311397934c28"/>
  </p:sldMasterIdLst>
  <p:notesMasterIdLst>
    <p:notesMasterId xmlns:r="http://schemas.openxmlformats.org/officeDocument/2006/relationships" r:id="R11bd0baa45dd4bf0"/>
  </p:notesMasterIdLst>
  <p:sldIdLst>
    <p:sldId xmlns:r="http://schemas.openxmlformats.org/officeDocument/2006/relationships" id="256" r:id="R036b51d29d0342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96fa08b5c4445" /><Relationship Type="http://schemas.openxmlformats.org/officeDocument/2006/relationships/slideMaster" Target="/ppt/slideMasters/slideMaster1.xml" Id="Rfb22311397934c28" /><Relationship Type="http://schemas.openxmlformats.org/officeDocument/2006/relationships/notesMaster" Target="/ppt/notesMasters/notesMaster1.xml" Id="R11bd0baa45dd4bf0" /><Relationship Type="http://schemas.openxmlformats.org/officeDocument/2006/relationships/presProps" Target="/ppt/presProps.xml" Id="Rcbb24c3b425e4e4e" /><Relationship Type="http://schemas.openxmlformats.org/officeDocument/2006/relationships/tableStyles" Target="/ppt/tableStyles.xml" Id="R341136d388f6437c" /><Relationship Type="http://schemas.openxmlformats.org/officeDocument/2006/relationships/slide" Target="/ppt/slides/slide1.xml" Id="R036b51d29d0342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4c635d7da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d169ea1094869" /><Relationship Type="http://schemas.openxmlformats.org/officeDocument/2006/relationships/notesMaster" Target="/ppt/notesMasters/notesMaster1.xml" Id="R60b45cc4b4c6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958a6ff924b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6826915474d11" /><Relationship Type="http://schemas.openxmlformats.org/officeDocument/2006/relationships/slideLayout" Target="/ppt/slideLayouts/slideLayout1.xml" Id="Re378a3469c0845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8a3469c0845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ac52b11564961" /><Relationship Type="http://schemas.openxmlformats.org/officeDocument/2006/relationships/notesSlide" Target="/ppt/notesSlides/notesSlide1.xml" Id="Rbdf68a37b85844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C2C964-1FED-4E03-AA1D-05A9FFB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四象限分析框架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B17F-AF4A-4C5A-A66F-55DD3CEF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四象限分析框架</a:t>
            </a:r>
          </a:p>
        </p:txBody>
      </p:sp>
      <p:sp>
        <p:nvSpPr>
          <p:cNvPr id="3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A61CD719-4985-4AE3-8F0C-251460D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81500" y="1666875"/>
            <a:ext cx="1714500" cy="171450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3D8B4838-FABC-40F9-B9F8-29BFF4C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478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</a:t>
            </a:r>
          </a:p>
        </p:txBody>
      </p:sp>
      <p:sp>
        <p:nvSpPr>
          <p:cNvPr id="5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7257927F-4051-4A90-BE79-BB1B8FF8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象限一</a:t>
            </a:r>
          </a:p>
        </p:txBody>
      </p:sp>
      <p:sp>
        <p:nvSpPr>
          <p:cNvPr id="6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19EE921E-93DB-46A7-A853-5BF2278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DD8FDFBF-A530-4D50-A0C1-4E7810E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象限一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A35C9-B5BA-40DC-9C72-8D58D28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686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9173EC20-D768-4F29-B81E-6231FEB8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依据、现状或行动建议。</a:t>
            </a:r>
          </a:p>
        </p:txBody>
      </p:sp>
      <p:sp>
        <p:nvSpPr>
          <p:cNvPr id="10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2C65FF12-4F44-4A42-A845-84383047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5700" y="2400300"/>
            <a:ext cx="68580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677C8"/>
            </a:solidFill>
            <a:prstDash val="solid"/>
          </a:ln>
        </p:spPr>
      </p:sp>
      <p:sp>
        <p:nvSpPr>
          <p:cNvPr id="11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3F6788C0-5FCF-4EDE-8E3D-221609A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666875"/>
            <a:ext cx="1714500" cy="171450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FF233E6C-C203-42F3-AA42-2C39F6EE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</a:t>
            </a:r>
          </a:p>
        </p:txBody>
      </p:sp>
      <p:sp>
        <p:nvSpPr>
          <p:cNvPr id="13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5FC457FA-654F-4F4D-A342-33BA1E58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象限二</a:t>
            </a:r>
          </a:p>
        </p:txBody>
      </p:sp>
      <p:sp>
        <p:nvSpPr>
          <p:cNvPr id="14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DE508FA8-7998-4DE4-B16D-5C5249E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4002BEC1-EE2B-487E-ADF9-7200BB67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526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CB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CBD1"/>
                </a:solidFill>
                <a:latin typeface="Microsoft YaHei"/>
                <a:ea typeface="Microsoft YaHei"/>
                <a:cs typeface="Microsoft YaHei"/>
              </a:rPr>
              <a:t>象限二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A860A-B317-4542-8A94-893EC0D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2686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D4B2B5D8-9143-4E50-B137-12B3CA14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383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依据、现状或行动建议。</a:t>
            </a:r>
          </a:p>
        </p:txBody>
      </p:sp>
      <p:sp>
        <p:nvSpPr>
          <p:cNvPr id="18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E0B415B8-846A-4761-A241-E5B86C4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10500" y="2400300"/>
            <a:ext cx="68580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CBD1"/>
            </a:solidFill>
            <a:prstDash val="solid"/>
          </a:ln>
        </p:spPr>
      </p:sp>
      <p:sp>
        <p:nvSpPr>
          <p:cNvPr id="19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F854F412-9F6C-4080-9284-14FAD9B7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381375"/>
            <a:ext cx="1714500" cy="171450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7827B754-B08A-42FE-9E9C-5D3B836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623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</a:t>
            </a:r>
          </a:p>
        </p:txBody>
      </p:sp>
      <p:sp>
        <p:nvSpPr>
          <p:cNvPr id="21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2F1DAACA-1AD1-4350-9C00-96D6D67F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象限三</a:t>
            </a:r>
          </a:p>
        </p:txBody>
      </p:sp>
      <p:sp>
        <p:nvSpPr>
          <p:cNvPr id="22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6804632E-DDC5-441C-AAA2-232DDF4F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309F1DBA-7726-4186-84E4-600537E1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CB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CBD1"/>
                </a:solidFill>
                <a:latin typeface="Microsoft YaHei"/>
                <a:ea typeface="Microsoft YaHei"/>
                <a:cs typeface="Microsoft YaHei"/>
              </a:rPr>
              <a:t>象限三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1E1FE-43BF-4F81-8DF4-A77B4FB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686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C194E979-0938-46DA-9F61-C2CECAA5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依据、现状或行动建议。</a:t>
            </a:r>
          </a:p>
        </p:txBody>
      </p:sp>
      <p:sp>
        <p:nvSpPr>
          <p:cNvPr id="26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3AFD29AE-C013-47A0-89AF-A5398A0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95700" y="4238625"/>
            <a:ext cx="6858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CBD1"/>
            </a:solidFill>
            <a:prstDash val="solid"/>
          </a:ln>
        </p:spPr>
      </p:sp>
      <p:sp>
        <p:nvSpPr>
          <p:cNvPr id="27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3151B8D4-97CE-4DE0-B3E4-43BD4169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381375"/>
            <a:ext cx="1714500" cy="171450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D32C9FA0-10FD-4E9C-8E24-EB19CB76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623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</a:t>
            </a:r>
          </a:p>
        </p:txBody>
      </p:sp>
      <p:sp>
        <p:nvSpPr>
          <p:cNvPr id="29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F644308A-DCBC-4E6A-829C-6712FDD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象限四</a:t>
            </a:r>
          </a:p>
        </p:txBody>
      </p:sp>
      <p:sp>
        <p:nvSpPr>
          <p:cNvPr id="30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E572D7C5-8348-4CF3-BBAF-714EA95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F2E9DC68-6B2A-4254-9E8C-A1C28CD7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象限四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20704-6358-4260-8543-F57AE44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81500"/>
            <a:ext cx="2686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3F448E98-1CB2-4849-89D0-9CFFFC95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243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依据、现状或行动建议。</a:t>
            </a:r>
          </a:p>
        </p:txBody>
      </p:sp>
      <p:sp>
        <p:nvSpPr>
          <p:cNvPr id="34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7D1E786A-6058-4A3C-92F2-94C8561D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810500" y="4238625"/>
            <a:ext cx="6858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677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9248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2026-08-11T11:46:06.0690000Z</dcterms:created>
  <dcterms:modified xsi:type="dcterms:W3CDTF">2026-08-11T11:46:06.0690000Z</dcterms:modified>
</coreProperties>
</file>