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Masters/slideMaster3.xml" ContentType="application/vnd.openxmlformats-officedocument.presentationml.slideMaster+xml"/>
  <Override PartName="/ppt/slideMasters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5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0d0c51857e040c6" /><Relationship Type="http://schemas.openxmlformats.org/officeDocument/2006/relationships/extended-properties" Target="/docProps/app.xml" Id="R8be6b60a597142a6" /><Relationship Type="http://schemas.openxmlformats.org/officeDocument/2006/relationships/officeDocument" Target="/ppt/presentation.xml" Id="R9fa2c7e65a9e49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1a467986234ecf"/>
    <p:sldMasterId xmlns:r="http://schemas.openxmlformats.org/officeDocument/2006/relationships" id="2147483660" r:id="R5394013f81d744e1"/>
    <p:sldMasterId xmlns:r="http://schemas.openxmlformats.org/officeDocument/2006/relationships" id="2147483663" r:id="Rce346de0b39a4d60"/>
  </p:sldMasterIdLst>
  <p:notesMasterIdLst>
    <p:notesMasterId xmlns:r="http://schemas.openxmlformats.org/officeDocument/2006/relationships" r:id="R53a808a7860c4698"/>
  </p:notesMasterIdLst>
  <p:sldIdLst>
    <p:sldId xmlns:r="http://schemas.openxmlformats.org/officeDocument/2006/relationships" id="256" r:id="Rc5094b04a10845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E3753D0-92AB-4620-8DB3-57A31C4D162D}" styleName="表样式 1 25">
    <a:wholeTbl>
      <a:tcTxStyle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TxStyle/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TxStyle/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4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lastRow>
    <a:s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eCell>
    <a:swCell>
      <a:tcTxStyle b="on">
        <a:fontRef idx="none">
          <a:schemeClr val="accent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swCell>
    <a:firstRow>
      <a:tcTxStyle b="on">
        <a:fontRef idx="none">
          <a:schemeClr val="bg1"/>
        </a:fontRef>
      </a:tcTxStyle>
      <a:tcStyle>
        <a:tcBdr>
          <a:left>
            <a:ln w="9525" cmpd="sng">
              <a:solidFill>
                <a:schemeClr val="accent1"/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insideV>
        </a:tcBdr>
        <a:fill>
          <a:solidFill>
            <a:schemeClr val="accent1"/>
          </a:solidFill>
        </a:fill>
      </a:tcStyle>
    </a:firstRow>
    <a:neCell>
      <a:tcTxStyle/>
      <a:tcStyle>
        <a:tcBdr>
          <a:left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left>
          <a:right>
            <a:ln w="9525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9525" cmpd="sng">
              <a:solidFill>
                <a:schemeClr val="accent1">
                  <a:lumMod val="40000"/>
                  <a:lumOff val="60000"/>
                </a:schemeClr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ne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76cce4d93b4130" /><Relationship Type="http://schemas.openxmlformats.org/officeDocument/2006/relationships/slideMaster" Target="/ppt/slideMasters/slideMaster1.xml" Id="R401a467986234ecf" /><Relationship Type="http://schemas.openxmlformats.org/officeDocument/2006/relationships/slideMaster" Target="/ppt/slideMasters/slideMaster2.xml" Id="R5394013f81d744e1" /><Relationship Type="http://schemas.openxmlformats.org/officeDocument/2006/relationships/slideMaster" Target="/ppt/slideMasters/slideMaster3.xml" Id="Rce346de0b39a4d60" /><Relationship Type="http://schemas.openxmlformats.org/officeDocument/2006/relationships/notesMaster" Target="/ppt/notesMasters/notesMaster1.xml" Id="R53a808a7860c4698" /><Relationship Type="http://schemas.openxmlformats.org/officeDocument/2006/relationships/presProps" Target="/ppt/presProps.xml" Id="Rcefd56b408ac47d3" /><Relationship Type="http://schemas.openxmlformats.org/officeDocument/2006/relationships/viewProps" Target="/ppt/viewProps.xml" Id="R1d7d21c22f06477f" /><Relationship Type="http://schemas.openxmlformats.org/officeDocument/2006/relationships/tableStyles" Target="/ppt/tableStyles.xml" Id="R4c8454abab9b402c" /><Relationship Type="http://schemas.openxmlformats.org/officeDocument/2006/relationships/slide" Target="/ppt/slides/slide1.xml" Id="Rc5094b04a10845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5.xml" Id="Rc04433056f984b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0f2e2a7a7a48c4" /><Relationship Type="http://schemas.openxmlformats.org/officeDocument/2006/relationships/notesMaster" Target="/ppt/notesMasters/notesMaster1.xml" Id="Rff2d720769a04cc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Shell：PPT源/PPT模板-封面正文尾页.pptx 第 3 页</a:t>
            </a:r>
            <a:endParaRPr/>
          </a:p>
          <a:p xmlns:a="http://schemas.openxmlformats.org/drawingml/2006/main">
            <a:r>
              <a:t>- Style Group 来源：PPT源/狗哥蓝色-精美逻辑图PPT模板.pptx#69</a:t>
            </a:r>
            <a:endParaRPr/>
          </a:p>
          <a:p xmlns:a="http://schemas.openxmlformats.org/drawingml/2006/main">
            <a:r>
              <a:t>- 结构：matrix / matrix-pest-p69 / 固定4象限·长文案</a:t>
            </a:r>
            <a:endParaRPr/>
          </a:p>
          <a:p xmlns:a="http://schemas.openxmlformats.org/drawingml/2006/main">
            <a:r>
              <a:t>- 媒体契约：no-image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a7218ff3ad41d4" /><Relationship Type="http://schemas.openxmlformats.org/officeDocument/2006/relationships/image" Target="/ppt/media/image.jpeg" Id="R8ede6cd599d64b90" /><Relationship Type="http://schemas.openxmlformats.org/officeDocument/2006/relationships/image" Target="/ppt/media/image.png" Id="R30acfdb9d8e14a4c" /><Relationship Type="http://schemas.openxmlformats.org/officeDocument/2006/relationships/image" Target="/ppt/media/image2.png" Id="R6838da35a693473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148f22eea84d3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7753652df4c01" /><Relationship Type="http://schemas.openxmlformats.org/officeDocument/2006/relationships/image" Target="/ppt/media/image3.png" Id="R0f9e13aa4e1741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d14970cafa4109" /><Relationship Type="http://schemas.openxmlformats.org/officeDocument/2006/relationships/image" Target="/ppt/media/image4.png" Id="R36dca8de8aea474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f5423877cc44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fa0b8a44984cc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37ec8eb3094a6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925c261d56430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54a5bc3d4946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dcb414b522410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4d91b4fdd84dde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644fe04c3ff4147" /><Relationship Type="http://schemas.openxmlformats.org/officeDocument/2006/relationships/image" Target="/ppt/media/image5.png" Id="R4eabe9b1284b43c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b260fdf7475410b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b0d54b6162114438" /><Relationship Type="http://schemas.openxmlformats.org/officeDocument/2006/relationships/image" Target="/ppt/media/image5.png" Id="R5f88411b524e4114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3.xml" Id="R4c524110484d41ce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2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e6cd599d64b90">
            <a:alphaModFix amt="20000"/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bg2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-375" t="36417" r="375" b="17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88953" y="3125718"/>
            <a:ext cx="12697941" cy="4114800"/>
          </a:xfrm>
          <a:prstGeom xmlns:a="http://schemas.openxmlformats.org/drawingml/2006/main" prst="rect">
            <a:avLst/>
          </a:prstGeom>
        </p:spPr>
      </p:pic>
      <p:pic>
        <p:nvPicPr>
          <p:cNvPr id="5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acfdb9d8e14a4c"/>
          <a:srcRect xmlns:a="http://schemas.openxmlformats.org/drawingml/2006/main" l="0" t="0" r="0" b="608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584" y="72497"/>
            <a:ext cx="3337845" cy="708895"/>
          </a:xfrm>
          <a:prstGeom xmlns:a="http://schemas.openxmlformats.org/drawingml/2006/main" prst="rect">
            <a:avLst/>
          </a:prstGeom>
        </p:spPr>
      </p:pic>
      <p:pic>
        <p:nvPicPr>
          <p:cNvPr id="6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38da35a69347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89206" y="72497"/>
            <a:ext cx="5102794" cy="91447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3" name="矩形 332">
            <a:extLst xmlns:a="http://schemas.openxmlformats.org/drawingml/2006/main">
              <a:ext uri="{FF2B5EF4-FFF2-40B4-BE49-F238E27FC236}">
                <a16:creationId xmlns:a16="http://schemas.microsoft.com/office/drawing/2014/main" id="{2758DE98-D5A0-4D04-B6F9-7A500169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833952"/>
            <a:ext cx="11522073" cy="499299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17500">
                <a:srgbClr val="3E84EC"/>
              </a:gs>
              <a:gs pos="100000">
                <a:schemeClr val="accent1">
                  <a:lumMod val="75000"/>
                </a:schemeClr>
              </a:gs>
              <a:gs pos="0">
                <a:srgbClr val="0268FE">
                  <a:lumMod val="75000"/>
                  <a:lumOff val="25000"/>
                  <a:alpha val="69000"/>
                </a:srgbClr>
              </a:gs>
            </a:gsLst>
            <a:path path="circle">
              <a:fillToRect l="100000" t="0" r="0" b="100000"/>
            </a:path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pic>
        <p:nvPicPr>
          <p:cNvPr id="336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e13aa4e1741a4"/>
          <a:srcRect xmlns:a="http://schemas.openxmlformats.org/drawingml/2006/main" l="0" t="0" r="0" b="591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74637" y="198304"/>
            <a:ext cx="2675956" cy="593304"/>
          </a:xfrm>
          <a:prstGeom xmlns:a="http://schemas.openxmlformats.org/drawingml/2006/main" prst="rect">
            <a:avLst/>
          </a:prstGeom>
        </p:spPr>
      </p:pic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B91F53A2-4C76-4312-8DF7-6498634A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6564990"/>
            <a:ext cx="11522076" cy="0"/>
          </a:xfrm>
          <a:prstGeom xmlns:a="http://schemas.openxmlformats.org/drawingml/2006/main" prst="line">
            <a:avLst/>
          </a:prstGeom>
          <a:ln xmlns:a="http://schemas.openxmlformats.org/drawingml/2006/main" w="50800">
            <a:solidFill>
              <a:schemeClr val="accent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A7A5BEDC-1E45-49E9-B12D-61144AF0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3" y="1402294"/>
            <a:ext cx="1152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gradFill rotWithShape="1">
              <a:gsLst>
                <a:gs pos="100000">
                  <a:schemeClr val="accent1">
                    <a:lumMod val="97000"/>
                  </a:schemeClr>
                </a:gs>
                <a:gs pos="0">
                  <a:schemeClr val="accent1">
                    <a:alpha val="0"/>
                  </a:schemeClr>
                </a:gs>
              </a:gsLst>
              <a:lin ang="10800000" scaled="1"/>
              <a:tileRect/>
            </a:gradFill>
            <a:tailEnd type="none" w="med" len="sm"/>
          </a:ln>
          <a:effectLst xmlns:a="http://schemas.openxmlformats.org/drawingml/2006/main">
            <a:outerShdw blurRad="63500" dist="50800" dir="4800000" sx="102000" sy="102000" algn="ctr" rotWithShape="0">
              <a:schemeClr val="accent1">
                <a:alpha val="40000"/>
              </a:scheme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</p:sp>
    </p:spTree>
  </p:cSld>
</p:sldLayout>
</file>

<file path=ppt/slideLayouts/slideLayout4.xml><?xml version="1.0" encoding="utf-8"?>
<p:sldLayout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7" name="任意多边形: 形状 86">
            <a:extLst xmlns:a="http://schemas.openxmlformats.org/drawingml/2006/main">
              <a:ext uri="{FF2B5EF4-FFF2-40B4-BE49-F238E27FC236}">
                <a16:creationId xmlns:a16="http://schemas.microsoft.com/office/drawing/2014/main" id="{DA9A128E-109A-4353-9024-530C951E3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562" y="10535"/>
            <a:ext cx="4440577" cy="2998608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  <p:sp>
        <p:nvSpPr>
          <p:cNvPr id="89" name="文本框 88">
            <a:extLst xmlns:a="http://schemas.openxmlformats.org/drawingml/2006/main">
              <a:ext uri="{FF2B5EF4-FFF2-40B4-BE49-F238E27FC236}">
                <a16:creationId xmlns:a16="http://schemas.microsoft.com/office/drawing/2014/main" id="{CBF6074C-C97E-4C30-B3BC-4C4A47D1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79985" y="1085380"/>
            <a:ext cx="3262303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 sz="4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CONTENT</a:t>
            </a:r>
            <a:endParaRPr sz="4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5" name="图片 1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dca8de8aea4746">
            <a:alphaModFix amt="70000"/>
          </a:blip>
          <a:srcRect xmlns:a="http://schemas.openxmlformats.org/drawingml/2006/main" l="0" t="0" r="0" b="58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2962" y="3707963"/>
            <a:ext cx="3024288" cy="2020666"/>
          </a:xfrm>
          <a:prstGeom xmlns:a="http://schemas.openxmlformats.org/drawingml/2006/main" prst="rect">
            <a:avLst/>
          </a:prstGeom>
        </p:spPr>
      </p:pic>
      <p:sp>
        <p:nvSpPr>
          <p:cNvPr id="88" name="文本框 87">
            <a:extLst xmlns:a="http://schemas.openxmlformats.org/drawingml/2006/main">
              <a:ext uri="{FF2B5EF4-FFF2-40B4-BE49-F238E27FC236}">
                <a16:creationId xmlns:a16="http://schemas.microsoft.com/office/drawing/2014/main" id="{1519D6E5-D136-48C8-AB10-44F738311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667" y="1479325"/>
            <a:ext cx="2646878" cy="83099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>
            <a:lvl1pPr>
              <a:buNone/>
              <a:defRPr sz="7200">
                <a:gradFill flip="none" rotWithShape="1">
                  <a:gsLst>
                    <a:gs pos="0">
                      <a:schemeClr val="accent1">
                        <a:lumMod val="80000"/>
                        <a:lumOff val="20000"/>
                      </a:schemeClr>
                    </a:gs>
                    <a:gs pos="100000">
                      <a:schemeClr val="accent1"/>
                    </a:gs>
                  </a:gsLst>
                  <a:lin ang="5400000" scaled="1"/>
                  <a:tileRect/>
                </a:gradFill>
                <a:latin typeface="思源宋体 CN Heavy"/>
                <a:ea typeface="思源宋体 CN Heavy"/>
                <a:cs typeface="思源宋体 CN Heavy"/>
              </a:defRPr>
            </a:lvl1pPr>
          </a:lstStyle>
          <a:p xmlns:a="http://schemas.openxmlformats.org/drawingml/2006/main">
            <a:pPr marL="0" marR="0" lvl="0" indent="0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4800" b="0" i="0" u="none" cap="none" spc="0">
                <a:ln>
                  <a:noFill/>
                </a:ln>
                <a:gradFill rotWithShape="1">
                  <a:gsLst>
                    <a:gs pos="0">
                      <a:srgbClr val="0268FE">
                        <a:lumMod val="80000"/>
                        <a:lumOff val="20000"/>
                      </a:srgbClr>
                    </a:gs>
                    <a:gs pos="100000">
                      <a:srgbClr val="0268FE"/>
                    </a:gs>
                  </a:gsLst>
                  <a:lin ang="5400000" scaled="1"/>
                  <a:tileRect/>
                </a:gradFill>
                <a:latin typeface="汉仪粗宋简"/>
                <a:ea typeface="汉仪粗宋简"/>
                <a:cs typeface="汉仪粗宋简"/>
              </a:rPr>
              <a:t>汇报提纲</a:t>
            </a:r>
          </a:p>
        </p:txBody>
      </p:sp>
      <p:sp>
        <p:nvSpPr>
          <p:cNvPr id="131" name="任意多边形: 形状 130">
            <a:extLst xmlns:a="http://schemas.openxmlformats.org/drawingml/2006/main">
              <a:ext uri="{FF2B5EF4-FFF2-40B4-BE49-F238E27FC236}">
                <a16:creationId xmlns:a16="http://schemas.microsoft.com/office/drawing/2014/main" id="{D136D3EE-081A-49D1-9506-38E1B1A24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335" y="4602588"/>
            <a:ext cx="3296666" cy="2255412"/>
          </a:xfrm>
          <a:custGeom xmlns:a="http://schemas.openxmlformats.org/drawingml/2006/main">
            <a:gdLst>
              <a:gd name="connsiteX0" fmla="*/ 2893248 w 4163705"/>
              <a:gd name="connsiteY0" fmla="*/ 0 h 2398711"/>
              <a:gd name="connsiteX1" fmla="*/ 4039971 w 4163705"/>
              <a:gd name="connsiteY1" fmla="*/ 231513 h 2398711"/>
              <a:gd name="connsiteX2" fmla="*/ 4163705 w 4163705"/>
              <a:gd name="connsiteY2" fmla="*/ 291119 h 2398711"/>
              <a:gd name="connsiteX3" fmla="*/ 4163705 w 4163705"/>
              <a:gd name="connsiteY3" fmla="*/ 2398711 h 2398711"/>
              <a:gd name="connsiteX4" fmla="*/ 0 w 4163705"/>
              <a:gd name="connsiteY4" fmla="*/ 2398711 h 2398711"/>
              <a:gd name="connsiteX5" fmla="*/ 7085 w 4163705"/>
              <a:gd name="connsiteY5" fmla="*/ 2352291 h 2398711"/>
              <a:gd name="connsiteX6" fmla="*/ 2893248 w 4163705"/>
              <a:gd name="connsiteY6" fmla="*/ 0 h 2398711"/>
            </a:gdLst>
            <a:rect l="l" t="t" r="r" b="b"/>
            <a:pathLst>
              <a:path w="4163705" h="2398711">
                <a:moveTo>
                  <a:pt x="2893248" y="0"/>
                </a:moveTo>
                <a:cubicBezTo>
                  <a:pt x="3300008" y="0"/>
                  <a:pt x="3687514" y="82436"/>
                  <a:pt x="4039971" y="231513"/>
                </a:cubicBezTo>
                <a:lnTo>
                  <a:pt x="4163705" y="291119"/>
                </a:lnTo>
                <a:lnTo>
                  <a:pt x="4163705" y="2398711"/>
                </a:lnTo>
                <a:lnTo>
                  <a:pt x="0" y="2398711"/>
                </a:lnTo>
                <a:lnTo>
                  <a:pt x="7085" y="2352291"/>
                </a:lnTo>
                <a:cubicBezTo>
                  <a:pt x="281790" y="1009841"/>
                  <a:pt x="1469588" y="0"/>
                  <a:pt x="2893248" y="0"/>
                </a:cubicBezTo>
                <a:close/>
              </a:path>
            </a:pathLst>
          </a:custGeom>
          <a:gradFill xmlns:a="http://schemas.openxmlformats.org/drawingml/2006/main">
            <a:gsLst>
              <a:gs pos="100000">
                <a:srgbClr val="0268FE">
                  <a:lumMod val="9000"/>
                  <a:lumOff val="91000"/>
                </a:srgbClr>
              </a:gs>
              <a:gs pos="0">
                <a:srgbClr val="0268FE">
                  <a:lumMod val="4000"/>
                  <a:lumOff val="96000"/>
                </a:srgbClr>
              </a:gs>
            </a:gsLst>
            <a:lin ang="5400000" scaled="1"/>
          </a:gra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800" b="0" i="0" u="none" kern="0" cap="none" spc="0" baseline="0">
              <a:ln>
                <a:noFill/>
              </a:ln>
              <a:solidFill>
                <a:srgbClr val="FFFFFF"/>
              </a:solidFill>
              <a:latin typeface="等线"/>
              <a:ea typeface="等线"/>
              <a:cs typeface="等线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DD71B3E-E7BB-4A91-8723-3D4D03F2A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7A7B0279-5A8E-4BE4-BE43-542616D70A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92E6B805-09F1-44B6-9A68-612479C56C8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099862F6-230B-4A3D-84E8-43253C1C2A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67362CB8-4CED-4914-B3A7-DFD84D61824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3961E07-10CD-44C3-8416-A967B01087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17A85E4-456D-4DAE-AAC8-5F388929B08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081B8E5-10E5-43F8-84D2-282E76D88B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2C5406A-F660-44DD-96CD-E0F49B25F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25077712-3436-48CD-B69B-591F3046EB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374904B4-02D6-45E1-BC08-689A64BD66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0DEF11F-7F1E-4217-8CC7-DF404533C3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7C40515-429F-4416-B503-699E02A64E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73758940-0518-4887-8D17-E98BA24C86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401F09F-57E1-46F7-80CC-6624F652BF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E2CBB853-1DA9-459D-BC79-FD0C6DE41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040FC84-B276-4DD0-99A8-B5CCC964A19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CC4875-3F26-47EB-8DE1-DC1A78F39E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62ADC1BD-49BC-4617-94DD-E17E461723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0AFF0A32-0376-4849-8C4D-3AFD16569F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8EAB2A01-AFDE-462D-8F86-C6B22C3F47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47B14B8-5BFA-457A-BF3A-B54DABFF23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163062AA-DA77-45F0-B8DB-7A38D82590A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CC1B3C59-37B5-430B-A29A-9241204EF3E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B89C033C-01FC-44B5-8672-3C621F5E2B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39D56847-625C-4964-AB64-246C5CD92D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AD9C350E-B4AF-464E-A86A-B69CE7AFDE3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DFB291A-61D6-4D3D-8825-B11D9FD4360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374A710E-2331-4C75-AD97-05BBC8B975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E525E9E6-489D-48DF-98B4-8D62FE9E91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BF8C246-6583-48EC-87BF-4B727B5C96B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B31F33-7C1C-4413-B763-1A1FE16148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463ED077-1038-4CCB-A58F-2B46457CD5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F1E81820-00CA-46BD-87AF-EF42F0638AD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2322561-297A-4894-A2B6-C70C014992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4D3B0073-AA2B-4211-9DDB-2797FAD372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0511962-D10A-40A8-BDF5-AD6E219111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abe9b1284b43c5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E147CA5D-5D93-4DB2-A3D0-9018994B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EE3068-45EC-4DFF-A52C-D5BDCB7F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439DB34-7F99-49C5-932C-5A718AC0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49EB4AF1-E121-477D-8848-E546B93A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14.xml><?xml version="1.0" encoding="utf-8"?>
<p:sldLayout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Pictur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8411b524e4114"/>
          <a:srcRect xmlns:a="http://schemas.openxmlformats.org/drawingml/2006/main" l="0" t="0" r="0" b="146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584200"/>
            <a:ext cx="12192000" cy="8043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44B39580-6C16-4FD3-94D8-E59E73CF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11819"/>
            <a:ext cx="12192000" cy="2116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EC6B982-7612-40F6-9113-753E430E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267" y="584200"/>
            <a:ext cx="8652933" cy="711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3200" b="1">
              <a:solidFill>
                <a:prstClr val="white"/>
              </a:solidFill>
            </a:endParaRPr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EEF429FB-8A7B-4645-BAF1-7CAC533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3370" y="1413933"/>
            <a:ext cx="9798631" cy="101600"/>
          </a:xfrm>
          <a:custGeom xmlns:a="http://schemas.openxmlformats.org/drawingml/2006/main">
            <a:gdLst>
              <a:gd name="connsiteX0" fmla="*/ 68 w 11394"/>
              <a:gd name="connsiteY0" fmla="*/ 0 h 126"/>
              <a:gd name="connsiteX1" fmla="*/ 11394 w 11394"/>
              <a:gd name="connsiteY1" fmla="*/ 6 h 126"/>
              <a:gd name="connsiteX2" fmla="*/ 11394 w 11394"/>
              <a:gd name="connsiteY2" fmla="*/ 126 h 126"/>
              <a:gd name="connsiteX3" fmla="*/ 0 w 11394"/>
              <a:gd name="connsiteY3" fmla="*/ 126 h 126"/>
              <a:gd name="connsiteX4" fmla="*/ 68 w 11394"/>
              <a:gd name="connsiteY4" fmla="*/ 0 h 126"/>
            </a:gdLst>
            <a:rect l="l" t="t" r="r" b="b"/>
            <a:pathLst>
              <a:path w="11394" h="126">
                <a:moveTo>
                  <a:pt x="68" y="0"/>
                </a:moveTo>
                <a:lnTo>
                  <a:pt x="11394" y="6"/>
                </a:lnTo>
                <a:lnTo>
                  <a:pt x="11394" y="126"/>
                </a:lnTo>
                <a:lnTo>
                  <a:pt x="0" y="126"/>
                </a:lnTo>
                <a:lnTo>
                  <a:pt x="68" y="0"/>
                </a:lnTo>
                <a:close/>
              </a:path>
            </a:pathLst>
          </a:custGeom>
          <a:solidFill xmlns:a="http://schemas.openxmlformats.org/drawingml/2006/main">
            <a:srgbClr val="005BA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  <p:sp>
        <p:nvSpPr>
          <p:cNvPr id="16" name="任意多边形 15">
            <a:extLst xmlns:a="http://schemas.openxmlformats.org/drawingml/2006/main">
              <a:ext uri="{FF2B5EF4-FFF2-40B4-BE49-F238E27FC236}">
                <a16:creationId xmlns:a16="http://schemas.microsoft.com/office/drawing/2014/main" id="{63A3A579-0B27-4649-9F93-3EEDA2B4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-2539" y="1414739"/>
            <a:ext cx="2395908" cy="100793"/>
          </a:xfrm>
          <a:custGeom xmlns:a="http://schemas.openxmlformats.org/drawingml/2006/main">
            <a:gdLst>
              <a:gd name="connsiteX0" fmla="*/ 0 w 2693"/>
              <a:gd name="connsiteY0" fmla="*/ 0 h 119"/>
              <a:gd name="connsiteX1" fmla="*/ 2693 w 2693"/>
              <a:gd name="connsiteY1" fmla="*/ 0 h 119"/>
              <a:gd name="connsiteX2" fmla="*/ 2629 w 2693"/>
              <a:gd name="connsiteY2" fmla="*/ 119 h 119"/>
              <a:gd name="connsiteX3" fmla="*/ 0 w 2693"/>
              <a:gd name="connsiteY3" fmla="*/ 119 h 119"/>
              <a:gd name="connsiteX4" fmla="*/ 0 w 2693"/>
              <a:gd name="connsiteY4" fmla="*/ 0 h 119"/>
            </a:gdLst>
            <a:rect l="l" t="t" r="r" b="b"/>
            <a:pathLst>
              <a:path w="2693" h="119">
                <a:moveTo>
                  <a:pt x="0" y="0"/>
                </a:moveTo>
                <a:lnTo>
                  <a:pt x="2693" y="0"/>
                </a:lnTo>
                <a:lnTo>
                  <a:pt x="2629" y="119"/>
                </a:lnTo>
                <a:lnTo>
                  <a:pt x="0" y="119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F3980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/>
          </a:p>
        </p:txBody>
      </p:sp>
    </p:spTree>
  </p:cSld>
</p:sldLayout>
</file>

<file path=ppt/slideLayouts/slideLayout15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5f53e9d0ef94223" /><Relationship Type="http://schemas.openxmlformats.org/officeDocument/2006/relationships/slideLayout" Target="/ppt/slideLayouts/slideLayout1.xml" Id="R9fc784dc71bb4ae0" /><Relationship Type="http://schemas.openxmlformats.org/officeDocument/2006/relationships/slideLayout" Target="/ppt/slideLayouts/slideLayout2.xml" Id="R73784ccef2484a5b" /><Relationship Type="http://schemas.openxmlformats.org/officeDocument/2006/relationships/slideLayout" Target="/ppt/slideLayouts/slideLayout3.xml" Id="R1c8503b125f5493c" /><Relationship Type="http://schemas.openxmlformats.org/officeDocument/2006/relationships/slideLayout" Target="/ppt/slideLayouts/slideLayout4.xml" Id="R7e8330ff303d43c7" /><Relationship Type="http://schemas.openxmlformats.org/officeDocument/2006/relationships/slideLayout" Target="/ppt/slideLayouts/slideLayout5.xml" Id="R6eeee81aed1844f3" /><Relationship Type="http://schemas.openxmlformats.org/officeDocument/2006/relationships/slideLayout" Target="/ppt/slideLayouts/slideLayout6.xml" Id="Rc2543323c61e4454" /><Relationship Type="http://schemas.openxmlformats.org/officeDocument/2006/relationships/slideLayout" Target="/ppt/slideLayouts/slideLayout7.xml" Id="Rd8920e6f66f54a8e" /><Relationship Type="http://schemas.openxmlformats.org/officeDocument/2006/relationships/slideLayout" Target="/ppt/slideLayouts/slideLayout8.xml" Id="R85c78f011e40415c" /><Relationship Type="http://schemas.openxmlformats.org/officeDocument/2006/relationships/slideLayout" Target="/ppt/slideLayouts/slideLayout9.xml" Id="Rdaaa07a3e6e24af2" /><Relationship Type="http://schemas.openxmlformats.org/officeDocument/2006/relationships/slideLayout" Target="/ppt/slideLayouts/slideLayout10.xml" Id="Rc10ea4be26054d30" /><Relationship Type="http://schemas.openxmlformats.org/officeDocument/2006/relationships/slideLayout" Target="/ppt/slideLayouts/slideLayout11.xml" Id="Rac6b0bc53e3549e4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0a02140f71ad464b" /><Relationship Type="http://schemas.openxmlformats.org/officeDocument/2006/relationships/slideLayout" Target="/ppt/slideLayouts/slideLayout12.xml" Id="R0be6df12ee1f4f6c" /><Relationship Type="http://schemas.openxmlformats.org/officeDocument/2006/relationships/slideLayout" Target="/ppt/slideLayouts/slideLayout13.xml" Id="R367f65d6bc0f492b" /></Relationships>
</file>

<file path=ppt/slideMasters/_rels/slideMaster3.xml.rels>&#65279;<?xml version="1.0" encoding="utf-8"?><Relationships xmlns="http://schemas.openxmlformats.org/package/2006/relationships"><Relationship Type="http://schemas.openxmlformats.org/officeDocument/2006/relationships/theme" Target="/ppt/slideMasters/theme/theme4.xml" Id="Rb51c6360c4a9422b" /><Relationship Type="http://schemas.openxmlformats.org/officeDocument/2006/relationships/slideLayout" Target="/ppt/slideLayouts/slideLayout14.xml" Id="Rebcd7174ac8541a3" /><Relationship Type="http://schemas.openxmlformats.org/officeDocument/2006/relationships/slideLayout" Target="/ppt/slideLayouts/slideLayout15.xml" Id="Rdb8b5565faa743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443A70AB-23B6-4E3A-BE9A-1ADEE63929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0201AFD-D46B-40EE-A238-2613F77759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二级</a:t>
            </a:r>
          </a:p>
          <a:p xmlns:a="http://schemas.openxmlformats.org/drawingml/2006/main">
            <a:pPr lvl="2">
              <a:buNone/>
            </a:pPr>
            <a:r>
              <a:t>三级</a:t>
            </a:r>
          </a:p>
          <a:p xmlns:a="http://schemas.openxmlformats.org/drawingml/2006/main">
            <a:pPr lvl="3">
              <a:buNone/>
            </a:pPr>
            <a:r>
              <a:t>四级</a:t>
            </a:r>
          </a:p>
          <a:p xmlns:a="http://schemas.openxmlformats.org/drawingml/2006/main">
            <a:pPr lvl="4">
              <a:buNone/>
            </a:pPr>
            <a:r>
              <a:t>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1E10013-E327-4DB6-8C73-9204F518D54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9F4852F6-D0EE-43FF-9758-4449F4064C7C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C499D8FD-215C-403B-A9CF-8EA73647FFD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94D809B7-4D90-4FBF-8205-0D2EE229E60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F60DD7EF-E908-4723-98EB-3DEAFF871F3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c784dc71bb4ae0"/>
    <p:sldLayoutId xmlns:r="http://schemas.openxmlformats.org/officeDocument/2006/relationships" id="2147483650" r:id="R73784ccef2484a5b"/>
    <p:sldLayoutId xmlns:r="http://schemas.openxmlformats.org/officeDocument/2006/relationships" id="2147483651" r:id="R1c8503b125f5493c"/>
    <p:sldLayoutId xmlns:r="http://schemas.openxmlformats.org/officeDocument/2006/relationships" id="2147483652" r:id="R7e8330ff303d43c7"/>
    <p:sldLayoutId xmlns:r="http://schemas.openxmlformats.org/officeDocument/2006/relationships" id="2147483653" r:id="R6eeee81aed1844f3"/>
    <p:sldLayoutId xmlns:r="http://schemas.openxmlformats.org/officeDocument/2006/relationships" id="2147483654" r:id="Rc2543323c61e4454"/>
    <p:sldLayoutId xmlns:r="http://schemas.openxmlformats.org/officeDocument/2006/relationships" id="2147483655" r:id="Rd8920e6f66f54a8e"/>
    <p:sldLayoutId xmlns:r="http://schemas.openxmlformats.org/officeDocument/2006/relationships" id="2147483656" r:id="R85c78f011e40415c"/>
    <p:sldLayoutId xmlns:r="http://schemas.openxmlformats.org/officeDocument/2006/relationships" id="2147483657" r:id="Rdaaa07a3e6e24af2"/>
    <p:sldLayoutId xmlns:r="http://schemas.openxmlformats.org/officeDocument/2006/relationships" id="2147483658" r:id="Rc10ea4be26054d30"/>
    <p:sldLayoutId xmlns:r="http://schemas.openxmlformats.org/officeDocument/2006/relationships" id="2147483659" r:id="Rac6b0bc53e3549e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694631D6-B35F-42F5-B1AB-5A4B8546F7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2CB73376-BAEC-4CD7-BFDE-EDD8ADBDAF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7D6EC4F-207A-418C-ABB6-5F154266304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076FF324-1DA8-4061-AA98-14471244CE8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565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E38D201D-F7EC-4336-8ACC-C1213BED64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6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0be6df12ee1f4f6c"/>
    <p:sldLayoutId xmlns:r="http://schemas.openxmlformats.org/officeDocument/2006/relationships" id="2147483662" r:id="R367f65d6bc0f492b"/>
  </p:sldLayoutIdLst>
  <p:txStyles>
    <p:titleStyle>
      <a:lvl1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6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2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8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400" algn="l" defTabSz="865505">
        <a:lnSpc>
          <a:spcPct val="90000"/>
        </a:lnSpc>
        <a:spcBef>
          <a:spcPct val="0"/>
        </a:spcBef>
        <a:spcAft>
          <a:spcPct val="0"/>
        </a:spcAft>
        <a:buNone/>
        <a:defRPr sz="4135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900" indent="-215900" algn="l" defTabSz="865505">
        <a:lnSpc>
          <a:spcPct val="90000"/>
        </a:lnSpc>
        <a:spcBef>
          <a:spcPts val="955"/>
        </a:spcBef>
        <a:spcAft>
          <a:spcPct val="0"/>
        </a:spcAft>
        <a:buFont typeface="Arial"/>
        <a:buChar char="•"/>
        <a:defRPr sz="266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226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40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86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74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50085" indent="-215900" algn="l" defTabSz="865505">
        <a:lnSpc>
          <a:spcPct val="90000"/>
        </a:lnSpc>
        <a:spcBef>
          <a:spcPts val="465"/>
        </a:spcBef>
        <a:spcAft>
          <a:spcPct val="0"/>
        </a:spcAft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42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49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200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905" indent="-216535" algn="l" defTabSz="866140">
        <a:lnSpc>
          <a:spcPct val="90000"/>
        </a:lnSpc>
        <a:spcBef>
          <a:spcPts val="475"/>
        </a:spcBef>
        <a:buFont typeface="Arial"/>
        <a:buChar char="•"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70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77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8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418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25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960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66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735" algn="l" defTabSz="866140">
        <a:buNone/>
        <a:defRPr sz="1735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98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C741A79C-7AC7-4302-A7F2-FF6027DA47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6186"/>
            <a:ext cx="10515600" cy="1325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4099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E298E8F-9AEF-49A1-A5BB-C466E6C6AF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6685"/>
            <a:ext cx="10515600" cy="43518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65019" tIns="32509" rIns="65019" bIns="32509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</a:p>
          <a:p xmlns:a="http://schemas.openxmlformats.org/drawingml/2006/main">
            <a:pPr lvl="1">
              <a:buNone/>
            </a:pPr>
            <a:r>
              <a:t>第二级</a:t>
            </a:r>
          </a:p>
          <a:p xmlns:a="http://schemas.openxmlformats.org/drawingml/2006/main">
            <a:pPr lvl="2">
              <a:buNone/>
            </a:pPr>
            <a:r>
              <a:t>第三级</a:t>
            </a:r>
          </a:p>
          <a:p xmlns:a="http://schemas.openxmlformats.org/drawingml/2006/main">
            <a:pPr lvl="3">
              <a:buNone/>
            </a:pPr>
            <a:r>
              <a:t>第四级</a:t>
            </a:r>
          </a:p>
          <a:p xmlns:a="http://schemas.openxmlformats.org/drawingml/2006/main"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B5AE51F2-BF13-44FB-B6EE-C805CE8192E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l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fld id="{292F71EF-02F8-4FDD-93F8-D030AB7FC83F}" type="datetimeFigureOut">
              <a:t>2026/8/8</a:t>
            </a:fld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C3C0833-64E6-4AAE-80AE-D8AC8644652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3"/>
            <a:ext cx="41148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65019" tIns="32509" rIns="65019" bIns="32509" anchor="ctr"/>
          <a:lstStyle xmlns:a="http://schemas.openxmlformats.org/drawingml/2006/main">
            <a:lvl1pPr algn="ctr" defTabSz="1218323">
              <a:buNone/>
              <a:defRPr sz="1200">
                <a:solidFill>
                  <a:prstClr val="black">
                    <a:tint val="75000"/>
                  </a:prstClr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A99096A-1382-4351-9721-A174A78990F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3"/>
            <a:ext cx="2743200" cy="36406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65019" tIns="32509" rIns="65019" bIns="32509" anchor="ctr"/>
          <a:lstStyle xmlns:a="http://schemas.openxmlformats.org/drawingml/2006/main">
            <a:lvl1pPr algn="r" defTabSz="1216630">
              <a:buNone/>
              <a:defRPr sz="1200">
                <a:solidFill>
                  <a:srgbClr val="898989"/>
                </a:solidFill>
              </a:defRPr>
            </a:lvl1pPr>
          </a:lstStyle>
          <a:p xmlns:a="http://schemas.openxmlformats.org/drawingml/2006/main">
            <a:pPr>
              <a:buNone/>
            </a:pPr>
            <a:fld id="{D728AC88-674E-4151-AFDC-B7C47BAC839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4" r:id="Rebcd7174ac8541a3"/>
    <p:sldLayoutId xmlns:r="http://schemas.openxmlformats.org/officeDocument/2006/relationships" id="2147483665" r:id="Rdb8b5565faa7435a"/>
  </p:sldLayoutIdLst>
  <p:txStyles>
    <p:titleStyle>
      <a:lvl1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 kern="1200">
          <a:solidFill>
            <a:schemeClr val="tx1"/>
          </a:solidFill>
          <a:latin typeface="Calibri"/>
          <a:ea typeface="Calibri"/>
          <a:cs typeface="Calibri"/>
        </a:defRPr>
      </a:lvl1pPr>
      <a:lvl2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2pPr>
      <a:lvl3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3pPr>
      <a:lvl4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4pPr>
      <a:lvl5pPr xmlns:a="http://schemas.openxmlformats.org/drawingml/2006/main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5pPr>
      <a:lvl6pPr xmlns:a="http://schemas.openxmlformats.org/drawingml/2006/main" marL="609585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6pPr>
      <a:lvl7pPr xmlns:a="http://schemas.openxmlformats.org/drawingml/2006/main" marL="1219170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7pPr>
      <a:lvl8pPr xmlns:a="http://schemas.openxmlformats.org/drawingml/2006/main" marL="1828754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8pPr>
      <a:lvl9pPr xmlns:a="http://schemas.openxmlformats.org/drawingml/2006/main" marL="2438339" algn="l" defTabSz="865272">
        <a:lnSpc>
          <a:spcPct val="90000"/>
        </a:lnSpc>
        <a:spcBef>
          <a:spcPct val="0"/>
        </a:spcBef>
        <a:spcAft>
          <a:spcPct val="0"/>
        </a:spcAft>
        <a:buNone/>
        <a:defRPr sz="4133">
          <a:solidFill>
            <a:schemeClr val="tx1"/>
          </a:solidFill>
          <a:latin typeface="Calibri Light"/>
          <a:ea typeface="Calibri Light"/>
          <a:cs typeface="Calibri Light"/>
        </a:defRPr>
      </a:lvl9pPr>
    </p:titleStyle>
    <p:bodyStyle>
      <a:lvl1pPr xmlns:a="http://schemas.openxmlformats.org/drawingml/2006/main" marL="215895" indent="-215895" algn="l" defTabSz="865272">
        <a:lnSpc>
          <a:spcPct val="90000"/>
        </a:lnSpc>
        <a:spcBef>
          <a:spcPts val="953"/>
        </a:spcBef>
        <a:spcAft>
          <a:spcPct val="0"/>
        </a:spcAft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50224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2267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082013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867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51549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949825" indent="-215895" algn="l" defTabSz="865272">
        <a:lnSpc>
          <a:spcPct val="90000"/>
        </a:lnSpc>
        <a:spcBef>
          <a:spcPts val="467"/>
        </a:spcBef>
        <a:spcAft>
          <a:spcPct val="0"/>
        </a:spcAft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384154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817636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51119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84601" indent="-216741" algn="l" defTabSz="866118">
        <a:lnSpc>
          <a:spcPct val="90000"/>
        </a:lnSpc>
        <a:spcBef>
          <a:spcPts val="473"/>
        </a:spcBef>
        <a:buFont typeface="Arial"/>
        <a:buChar char="•"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3348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86696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0044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73393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167412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600895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034377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467860" algn="l" defTabSz="866118">
        <a:buNone/>
        <a:defRPr sz="173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4.xml><?xml version="1.0" encoding="utf-8"?>
<a:theme xmlns:a="http://schemas.openxmlformats.org/drawingml/2006/main" name="3_自定义设计方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845000a4e44e5f" /><Relationship Type="http://schemas.openxmlformats.org/officeDocument/2006/relationships/notesSlide" Target="/ppt/notesSlides/notesSlide1.xml" Id="Rb6de1eaef77d4a0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A32DC30-C2A0-B777-A0BD-E3A71B04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40" y="846307"/>
            <a:ext cx="11911467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 marL="323850">
              <a:buNone/>
              <a:defRPr sz="2250" b="1">
                <a:latin typeface="HYWenRunSongYun U"/>
                <a:ea typeface="HYWenRunSongYun U"/>
                <a:cs typeface="HYWenRunSongYun U"/>
              </a:defRPr>
            </a:pPr>
            <a:r>
              <a:rPr sz="2250" b="1" spc="-150">
                <a:solidFill>
                  <a:schemeClr val="bg1"/>
                </a:solidFill>
                <a:latin typeface="HYWenRunSongYun U"/>
                <a:ea typeface="HYWenRunSongYun U"/>
                <a:cs typeface="HYWenRunSongYun U"/>
              </a:rPr>
              <a:t>固定四象限的文字容量｜固定4象限·长文案</a:t>
            </a:r>
          </a:p>
        </p:txBody>
      </p:sp>
      <p:sp>
        <p:nvSpPr>
          <p:cNvPr id="7" name="文本框 6">
            <a:extLst xmlns:a="http://schemas.openxmlformats.org/drawingml/2006/main">
              <a:ext uri="{FF2B5EF4-FFF2-40B4-BE49-F238E27FC236}">
                <a16:creationId xmlns:a16="http://schemas.microsoft.com/office/drawing/2014/main" id="{E5C6A7C2-09F8-0206-1327-C63D0456D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07" y="303885"/>
            <a:ext cx="1694813" cy="43088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2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矩阵关系</a:t>
            </a:r>
            <a:endParaRPr sz="2200">
              <a:solidFill>
                <a:schemeClr val="tx1">
                  <a:lumMod val="75000"/>
                  <a:lumOff val="25000"/>
                </a:schemeClr>
              </a:solidFill>
              <a:latin typeface="汉仪粗宋简"/>
              <a:ea typeface="汉仪粗宋简"/>
              <a:cs typeface="汉仪粗宋简"/>
            </a:endParaRP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A50741FC-80B9-4243-99EF-BD50B86F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25195" y="400251"/>
            <a:ext cx="0" cy="26769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lumMod val="5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文本框 8">
            <a:extLst xmlns:a="http://schemas.openxmlformats.org/drawingml/2006/main">
              <a:ext uri="{FF2B5EF4-FFF2-40B4-BE49-F238E27FC236}">
                <a16:creationId xmlns:a16="http://schemas.microsoft.com/office/drawing/2014/main" id="{9054E96B-96ED-9B43-5394-020B05B5D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364" y="303885"/>
            <a:ext cx="678422" cy="461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2400">
                <a:solidFill>
                  <a:schemeClr val="tx1">
                    <a:lumMod val="75000"/>
                    <a:lumOff val="25000"/>
                  </a:schemeClr>
                </a:solidFill>
                <a:latin typeface="汉仪粗宋简"/>
                <a:ea typeface="汉仪粗宋简"/>
                <a:cs typeface="汉仪粗宋简"/>
              </a:rPr>
              <a:t>23</a:t>
            </a:r>
          </a:p>
        </p:txBody>
      </p:sp>
      <p:sp>
        <p:nvSpPr>
          <p:cNvPr id="14" name="文本框 13">
            <a:extLst xmlns:a="http://schemas.openxmlformats.org/drawingml/2006/main">
              <a:ext uri="{FF2B5EF4-FFF2-40B4-BE49-F238E27FC236}">
                <a16:creationId xmlns:a16="http://schemas.microsoft.com/office/drawing/2014/main" id="{8E3A9D33-0809-B306-6EFD-C4FD9D6F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568" y="2211309"/>
            <a:ext cx="3850462" cy="3693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15" name="PPAGENT_QA|parent=matrix-petal-0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807332A7-7A1A-48EF-B740-D0A357FF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473819" y="1941635"/>
            <a:ext cx="1622181" cy="1622181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6" name="PPAGENT_QA|within=matrix-petal-0|role=initial">
            <a:extLst xmlns:a="http://schemas.openxmlformats.org/drawingml/2006/main">
              <a:ext uri="{FF2B5EF4-FFF2-40B4-BE49-F238E27FC236}">
                <a16:creationId xmlns:a16="http://schemas.microsoft.com/office/drawing/2014/main" id="{06F40D04-531A-46BD-8F64-362A26AD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6280" y="2302119"/>
            <a:ext cx="937260" cy="63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</a:t>
            </a:r>
          </a:p>
        </p:txBody>
      </p:sp>
      <p:sp>
        <p:nvSpPr>
          <p:cNvPr id="17" name="PPAGENT_QA|within=matrix-petal-0|role=title">
            <a:extLst xmlns:a="http://schemas.openxmlformats.org/drawingml/2006/main">
              <a:ext uri="{FF2B5EF4-FFF2-40B4-BE49-F238E27FC236}">
                <a16:creationId xmlns:a16="http://schemas.microsoft.com/office/drawing/2014/main" id="{54ABD138-2C01-4E15-B2FD-3D853080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37" y="2941979"/>
            <a:ext cx="1297745" cy="342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18" name="PPAGENT_QA|parent=matrix-quadrant-0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F76795BE-3BBC-4E02-AC61-0BFF4F7E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49" y="1896574"/>
            <a:ext cx="2973998" cy="1477987"/>
          </a:xfrm>
          <a:prstGeom xmlns:a="http://schemas.openxmlformats.org/drawingml/2006/main" prst="roundRect">
            <a:avLst>
              <a:gd name="adj" fmla="val 77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PPAGENT_QA|within=matrix-quadrant-0|role=title">
            <a:extLst xmlns:a="http://schemas.openxmlformats.org/drawingml/2006/main">
              <a:ext uri="{FF2B5EF4-FFF2-40B4-BE49-F238E27FC236}">
                <a16:creationId xmlns:a16="http://schemas.microsoft.com/office/drawing/2014/main" id="{9C1E408C-5C78-4246-8012-47A64AD2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2022744"/>
            <a:ext cx="2541417" cy="288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政策环境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9CC19-C73D-4A52-BBFB-3DBCF532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2347180"/>
            <a:ext cx="2541417" cy="270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PAGENT_QA|within=matrix-quadrant-0|role=body">
            <a:extLst xmlns:a="http://schemas.openxmlformats.org/drawingml/2006/main">
              <a:ext uri="{FF2B5EF4-FFF2-40B4-BE49-F238E27FC236}">
                <a16:creationId xmlns:a16="http://schemas.microsoft.com/office/drawing/2014/main" id="{DAC2921A-CCA2-4913-98AB-C0B97949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2482362"/>
            <a:ext cx="2541417" cy="720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关注政策窗口、行业规则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以及监管环境的阶段性变化</a:t>
            </a:r>
          </a:p>
        </p:txBody>
      </p:sp>
      <p:sp>
        <p:nvSpPr>
          <p:cNvPr id="22" name="PPAGENT_CONNECTOR|from=matrix-quadrant-0|fromSide=right|to=matrix-petal-0|toSide=left">
            <a:extLst xmlns:a="http://schemas.openxmlformats.org/drawingml/2006/main">
              <a:ext uri="{FF2B5EF4-FFF2-40B4-BE49-F238E27FC236}">
                <a16:creationId xmlns:a16="http://schemas.microsoft.com/office/drawing/2014/main" id="{7AD3934B-44B6-4016-A8D9-4609E3F8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24947" y="2635568"/>
            <a:ext cx="648872" cy="1171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F5EA8"/>
            </a:solidFill>
            <a:prstDash val="solid"/>
          </a:ln>
        </p:spPr>
      </p:sp>
      <p:sp>
        <p:nvSpPr>
          <p:cNvPr id="23" name="PPAGENT_QA|parent=matrix-petal-1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6753F014-F87A-472D-ADCE-F529C971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6096000" y="1941635"/>
            <a:ext cx="1622181" cy="1622181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4" name="PPAGENT_QA|within=matrix-petal-1|role=initial">
            <a:extLst xmlns:a="http://schemas.openxmlformats.org/drawingml/2006/main">
              <a:ext uri="{FF2B5EF4-FFF2-40B4-BE49-F238E27FC236}">
                <a16:creationId xmlns:a16="http://schemas.microsoft.com/office/drawing/2014/main" id="{083EC90B-2210-4B7B-8119-03E4F643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460" y="2302119"/>
            <a:ext cx="937260" cy="63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</a:t>
            </a:r>
          </a:p>
        </p:txBody>
      </p:sp>
      <p:sp>
        <p:nvSpPr>
          <p:cNvPr id="25" name="PPAGENT_QA|within=matrix-petal-1|role=title">
            <a:extLst xmlns:a="http://schemas.openxmlformats.org/drawingml/2006/main">
              <a:ext uri="{FF2B5EF4-FFF2-40B4-BE49-F238E27FC236}">
                <a16:creationId xmlns:a16="http://schemas.microsoft.com/office/drawing/2014/main" id="{27F6C050-ACF4-46E0-AEA3-A71C4428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8218" y="2941979"/>
            <a:ext cx="1297745" cy="342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26" name="PPAGENT_QA|parent=matrix-quadrant-1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D54ADB2D-6510-440D-AC6C-3F7928390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053" y="1896574"/>
            <a:ext cx="2973998" cy="1477987"/>
          </a:xfrm>
          <a:prstGeom xmlns:a="http://schemas.openxmlformats.org/drawingml/2006/main" prst="roundRect">
            <a:avLst>
              <a:gd name="adj" fmla="val 77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PPAGENT_QA|within=matrix-quadrant-1|role=title">
            <a:extLst xmlns:a="http://schemas.openxmlformats.org/drawingml/2006/main">
              <a:ext uri="{FF2B5EF4-FFF2-40B4-BE49-F238E27FC236}">
                <a16:creationId xmlns:a16="http://schemas.microsoft.com/office/drawing/2014/main" id="{B1E5911E-6E82-4DBF-89A5-E17DFEA6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2022744"/>
            <a:ext cx="2541417" cy="288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8B5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B5D2"/>
                </a:solidFill>
                <a:latin typeface="Microsoft YaHei"/>
                <a:ea typeface="Microsoft YaHei"/>
                <a:cs typeface="Microsoft YaHei"/>
              </a:rPr>
              <a:t>经济环境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15466A-D927-49C9-8F69-DF33489E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2347180"/>
            <a:ext cx="2541417" cy="270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B5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PAGENT_QA|within=matrix-quadrant-1|role=body">
            <a:extLst xmlns:a="http://schemas.openxmlformats.org/drawingml/2006/main">
              <a:ext uri="{FF2B5EF4-FFF2-40B4-BE49-F238E27FC236}">
                <a16:creationId xmlns:a16="http://schemas.microsoft.com/office/drawing/2014/main" id="{AFB4C114-1549-4734-84B5-CD5523D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2482362"/>
            <a:ext cx="2541417" cy="720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分析成本水平、资金条件和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市场规模对项目推进的影响</a:t>
            </a:r>
          </a:p>
        </p:txBody>
      </p:sp>
      <p:sp>
        <p:nvSpPr>
          <p:cNvPr id="30" name="PPAGENT_CONNECTOR|from=matrix-quadrant-1|fromSide=left|to=matrix-petal-1|toSide=right">
            <a:extLst xmlns:a="http://schemas.openxmlformats.org/drawingml/2006/main">
              <a:ext uri="{FF2B5EF4-FFF2-40B4-BE49-F238E27FC236}">
                <a16:creationId xmlns:a16="http://schemas.microsoft.com/office/drawing/2014/main" id="{A8E41E00-793D-4E4A-81DC-DC584FC5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718181" y="2635568"/>
            <a:ext cx="648872" cy="1171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8B5D2"/>
            </a:solidFill>
            <a:prstDash val="solid"/>
          </a:ln>
        </p:spPr>
      </p:sp>
      <p:sp>
        <p:nvSpPr>
          <p:cNvPr id="31" name="PPAGENT_QA|parent=matrix-petal-2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B2DAA4F8-9DB9-4671-9442-1BBD18E4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473819" y="3563815"/>
            <a:ext cx="1622181" cy="1622181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18B5D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32" name="PPAGENT_QA|within=matrix-petal-2|role=initial">
            <a:extLst xmlns:a="http://schemas.openxmlformats.org/drawingml/2006/main">
              <a:ext uri="{FF2B5EF4-FFF2-40B4-BE49-F238E27FC236}">
                <a16:creationId xmlns:a16="http://schemas.microsoft.com/office/drawing/2014/main" id="{2AA2D014-4DB5-4DB6-9989-BD0904CA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6280" y="3924300"/>
            <a:ext cx="937260" cy="63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</a:t>
            </a:r>
          </a:p>
        </p:txBody>
      </p:sp>
      <p:sp>
        <p:nvSpPr>
          <p:cNvPr id="33" name="PPAGENT_QA|within=matrix-petal-2|role=title">
            <a:extLst xmlns:a="http://schemas.openxmlformats.org/drawingml/2006/main">
              <a:ext uri="{FF2B5EF4-FFF2-40B4-BE49-F238E27FC236}">
                <a16:creationId xmlns:a16="http://schemas.microsoft.com/office/drawing/2014/main" id="{12EA6DA3-658B-4A4B-A2B1-17B1CBF3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37" y="4564160"/>
            <a:ext cx="1297745" cy="342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34" name="PPAGENT_QA|parent=matrix-quadrant-2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6AAE5FA5-9AEC-47C3-BEDB-59F0A8E8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949" y="4059482"/>
            <a:ext cx="2973998" cy="1477987"/>
          </a:xfrm>
          <a:prstGeom xmlns:a="http://schemas.openxmlformats.org/drawingml/2006/main" prst="roundRect">
            <a:avLst>
              <a:gd name="adj" fmla="val 77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5" name="PPAGENT_QA|within=matrix-quadrant-2|role=title">
            <a:extLst xmlns:a="http://schemas.openxmlformats.org/drawingml/2006/main">
              <a:ext uri="{FF2B5EF4-FFF2-40B4-BE49-F238E27FC236}">
                <a16:creationId xmlns:a16="http://schemas.microsoft.com/office/drawing/2014/main" id="{0AB3EC40-371F-43D9-B26C-62E5890D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4185651"/>
            <a:ext cx="2541417" cy="288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8B5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8B5D2"/>
                </a:solidFill>
                <a:latin typeface="Microsoft YaHei"/>
                <a:ea typeface="Microsoft YaHei"/>
                <a:cs typeface="Microsoft YaHei"/>
              </a:rPr>
              <a:t>社会环境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325E18-0827-486F-9A11-9953330AD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4510088"/>
            <a:ext cx="2541417" cy="270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8B5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PAGENT_QA|within=matrix-quadrant-2|role=body">
            <a:extLst xmlns:a="http://schemas.openxmlformats.org/drawingml/2006/main">
              <a:ext uri="{FF2B5EF4-FFF2-40B4-BE49-F238E27FC236}">
                <a16:creationId xmlns:a16="http://schemas.microsoft.com/office/drawing/2014/main" id="{9334F3A5-8160-4BA2-B242-FE45D0AB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0" y="4645269"/>
            <a:ext cx="2541417" cy="720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判断用户需求、组织协同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和社会接受度是否形成支撑</a:t>
            </a:r>
          </a:p>
        </p:txBody>
      </p:sp>
      <p:sp>
        <p:nvSpPr>
          <p:cNvPr id="38" name="PPAGENT_CONNECTOR|from=matrix-quadrant-2|fromSide=right|to=matrix-petal-2|toSide=left">
            <a:extLst xmlns:a="http://schemas.openxmlformats.org/drawingml/2006/main">
              <a:ext uri="{FF2B5EF4-FFF2-40B4-BE49-F238E27FC236}">
                <a16:creationId xmlns:a16="http://schemas.microsoft.com/office/drawing/2014/main" id="{5B2CD5B9-FFED-4BC5-A49D-1F40850F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824947" y="4374906"/>
            <a:ext cx="648872" cy="4235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18B5D2"/>
            </a:solidFill>
            <a:prstDash val="solid"/>
          </a:ln>
        </p:spPr>
      </p:sp>
      <p:sp>
        <p:nvSpPr>
          <p:cNvPr id="39" name="PPAGENT_QA|parent=matrix-petal-3|domains=matrix-petal,matrix-content">
            <a:extLst xmlns:a="http://schemas.openxmlformats.org/drawingml/2006/main">
              <a:ext uri="{FF2B5EF4-FFF2-40B4-BE49-F238E27FC236}">
                <a16:creationId xmlns:a16="http://schemas.microsoft.com/office/drawing/2014/main" id="{50C7E292-81E7-456F-BF12-854B0C42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96000" y="3563815"/>
            <a:ext cx="1622181" cy="1622181"/>
          </a:xfrm>
          <a:prstGeom xmlns:a="http://schemas.openxmlformats.org/drawingml/2006/main" prst="teardrop">
            <a:avLst/>
          </a:prstGeom>
          <a:solidFill xmlns:a="http://schemas.openxmlformats.org/drawingml/2006/main">
            <a:srgbClr val="2F5EA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0" name="PPAGENT_QA|within=matrix-petal-3|role=initial">
            <a:extLst xmlns:a="http://schemas.openxmlformats.org/drawingml/2006/main">
              <a:ext uri="{FF2B5EF4-FFF2-40B4-BE49-F238E27FC236}">
                <a16:creationId xmlns:a16="http://schemas.microsoft.com/office/drawing/2014/main" id="{7E73CCEA-DAA9-41FF-9794-FA62D5C3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460" y="3924300"/>
            <a:ext cx="937260" cy="63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8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</a:t>
            </a:r>
          </a:p>
        </p:txBody>
      </p:sp>
      <p:sp>
        <p:nvSpPr>
          <p:cNvPr id="41" name="PPAGENT_QA|within=matrix-petal-3|role=title">
            <a:extLst xmlns:a="http://schemas.openxmlformats.org/drawingml/2006/main">
              <a:ext uri="{FF2B5EF4-FFF2-40B4-BE49-F238E27FC236}">
                <a16:creationId xmlns:a16="http://schemas.microsoft.com/office/drawing/2014/main" id="{D3810C7E-DAA6-4EC6-919D-08F044CA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8218" y="4564160"/>
            <a:ext cx="1297745" cy="3424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42" name="PPAGENT_QA|parent=matrix-quadrant-3|domains=matrix-callout,matrix-content">
            <a:extLst xmlns:a="http://schemas.openxmlformats.org/drawingml/2006/main">
              <a:ext uri="{FF2B5EF4-FFF2-40B4-BE49-F238E27FC236}">
                <a16:creationId xmlns:a16="http://schemas.microsoft.com/office/drawing/2014/main" id="{26A4BB3E-C984-48A1-AF4F-B989EE0E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7053" y="4059482"/>
            <a:ext cx="2973998" cy="1477987"/>
          </a:xfrm>
          <a:prstGeom xmlns:a="http://schemas.openxmlformats.org/drawingml/2006/main" prst="roundRect">
            <a:avLst>
              <a:gd name="adj" fmla="val 77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B9C7D4"/>
            </a:solidFill>
            <a:prstDash val="dash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PPAGENT_QA|within=matrix-quadrant-3|role=title">
            <a:extLst xmlns:a="http://schemas.openxmlformats.org/drawingml/2006/main">
              <a:ext uri="{FF2B5EF4-FFF2-40B4-BE49-F238E27FC236}">
                <a16:creationId xmlns:a16="http://schemas.microsoft.com/office/drawing/2014/main" id="{7E5D7CFE-FED4-4B4B-8AF7-DD4BAFAC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4185651"/>
            <a:ext cx="2541417" cy="2883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F5EA8"/>
                </a:solidFill>
                <a:latin typeface="Microsoft YaHei"/>
                <a:ea typeface="Microsoft YaHei"/>
                <a:cs typeface="Microsoft YaHei"/>
              </a:rPr>
              <a:t>技术环境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AAEA7BE-527B-43FA-8C1F-3581DB0C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4510088"/>
            <a:ext cx="2541417" cy="27036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5E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PAGENT_QA|within=matrix-quadrant-3|role=body">
            <a:extLst xmlns:a="http://schemas.openxmlformats.org/drawingml/2006/main">
              <a:ext uri="{FF2B5EF4-FFF2-40B4-BE49-F238E27FC236}">
                <a16:creationId xmlns:a16="http://schemas.microsoft.com/office/drawing/2014/main" id="{B6FC1FB1-085B-48D8-8E4D-BBD32044B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3344" y="4645269"/>
            <a:ext cx="2541417" cy="7209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评估技术成熟度、基础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404040"/>
                </a:solidFill>
                <a:latin typeface="Microsoft YaHei"/>
                <a:ea typeface="Microsoft YaHei"/>
                <a:cs typeface="Microsoft YaHei"/>
              </a:rPr>
              <a:t>设施和工具链能否稳定承载</a:t>
            </a:r>
          </a:p>
        </p:txBody>
      </p:sp>
      <p:sp>
        <p:nvSpPr>
          <p:cNvPr id="46" name="PPAGENT_CONNECTOR|from=matrix-quadrant-3|fromSide=left|to=matrix-petal-3|toSide=right">
            <a:extLst xmlns:a="http://schemas.openxmlformats.org/drawingml/2006/main">
              <a:ext uri="{FF2B5EF4-FFF2-40B4-BE49-F238E27FC236}">
                <a16:creationId xmlns:a16="http://schemas.microsoft.com/office/drawing/2014/main" id="{ADE40849-FF93-4CA2-B718-390B161F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718181" y="4374906"/>
            <a:ext cx="648872" cy="4235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2F5EA8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761379775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2026-08-13T06:11:51.0160000Z</dcterms:created>
  <dcterms:modified xsi:type="dcterms:W3CDTF">2026-08-13T06:11:51.0160000Z</dcterms:modified>
</coreProperties>
</file>