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5357c4739b486d" /><Relationship Type="http://schemas.openxmlformats.org/officeDocument/2006/relationships/extended-properties" Target="/docProps/app.xml" Id="Rc17647a4cbbd49a0" /><Relationship Type="http://schemas.openxmlformats.org/officeDocument/2006/relationships/officeDocument" Target="/ppt/presentation.xml" Id="R643d35941ebb47c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9422e12f794a8c"/>
  </p:sldMasterIdLst>
  <p:notesMasterIdLst>
    <p:notesMasterId xmlns:r="http://schemas.openxmlformats.org/officeDocument/2006/relationships" r:id="Rfa22ba7cd549455f"/>
  </p:notesMasterIdLst>
  <p:sldIdLst>
    <p:sldId xmlns:r="http://schemas.openxmlformats.org/officeDocument/2006/relationships" id="256" r:id="R7970956974224f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6e5063dee3416e" /><Relationship Type="http://schemas.openxmlformats.org/officeDocument/2006/relationships/slideMaster" Target="/ppt/slideMasters/slideMaster1.xml" Id="Rf99422e12f794a8c" /><Relationship Type="http://schemas.openxmlformats.org/officeDocument/2006/relationships/notesMaster" Target="/ppt/notesMasters/notesMaster1.xml" Id="Rfa22ba7cd549455f" /><Relationship Type="http://schemas.openxmlformats.org/officeDocument/2006/relationships/presProps" Target="/ppt/presProps.xml" Id="Ra01c034fda2b4887" /><Relationship Type="http://schemas.openxmlformats.org/officeDocument/2006/relationships/tableStyles" Target="/ppt/tableStyles.xml" Id="R2cce71493a2f403d" /><Relationship Type="http://schemas.openxmlformats.org/officeDocument/2006/relationships/slide" Target="/ppt/slides/slide1.xml" Id="R7970956974224f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c636ab5f064f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eaa823a2334511" /><Relationship Type="http://schemas.openxmlformats.org/officeDocument/2006/relationships/notesMaster" Target="/ppt/notesMasters/notesMaster1.xml" Id="R66ff6d78da8847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40cf58b08041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83f644c3e8e4d0d" /><Relationship Type="http://schemas.openxmlformats.org/officeDocument/2006/relationships/slideLayout" Target="/ppt/slideLayouts/slideLayout1.xml" Id="R2e233de521e045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233de521e045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0798996ef46cb" /><Relationship Type="http://schemas.openxmlformats.org/officeDocument/2006/relationships/notesSlide" Target="/ppt/notesSlides/notesSlide1.xml" Id="Rf5a7bc22e07540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claim-evidence-link-0">
            <a:extLst xmlns:a="http://schemas.openxmlformats.org/drawingml/2006/main">
              <a:ext uri="{FF2B5EF4-FFF2-40B4-BE49-F238E27FC236}">
                <a16:creationId xmlns:a16="http://schemas.microsoft.com/office/drawing/2014/main" id="{8DC463E6-EB32-4240-B3F7-9737A89F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62325" y="2590800"/>
            <a:ext cx="0" cy="371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dash"/>
          </a:ln>
        </p:spPr>
      </p:sp>
      <p:sp>
        <p:nvSpPr>
          <p:cNvPr id="2" name="claim-evidence-anchor-0">
            <a:extLst xmlns:a="http://schemas.openxmlformats.org/drawingml/2006/main">
              <a:ext uri="{FF2B5EF4-FFF2-40B4-BE49-F238E27FC236}">
                <a16:creationId xmlns:a16="http://schemas.microsoft.com/office/drawing/2014/main" id="{FDD12CBA-85D9-4BF3-A33B-5238DC4B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24225" y="2743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3" name="claim-evidence-link-1">
            <a:extLst xmlns:a="http://schemas.openxmlformats.org/drawingml/2006/main">
              <a:ext uri="{FF2B5EF4-FFF2-40B4-BE49-F238E27FC236}">
                <a16:creationId xmlns:a16="http://schemas.microsoft.com/office/drawing/2014/main" id="{E1B48AEC-1AD4-4DAA-A0B2-A77D45A3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4625" y="2590800"/>
            <a:ext cx="0" cy="371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dash"/>
          </a:ln>
        </p:spPr>
      </p:sp>
      <p:sp>
        <p:nvSpPr>
          <p:cNvPr id="4" name="claim-evidence-anchor-1">
            <a:extLst xmlns:a="http://schemas.openxmlformats.org/drawingml/2006/main">
              <a:ext uri="{FF2B5EF4-FFF2-40B4-BE49-F238E27FC236}">
                <a16:creationId xmlns:a16="http://schemas.microsoft.com/office/drawing/2014/main" id="{E6A3EBE0-A581-4A2A-B9B6-98C45AA6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86525" y="2743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5" name="claim-evidence-link-2">
            <a:extLst xmlns:a="http://schemas.openxmlformats.org/drawingml/2006/main">
              <a:ext uri="{FF2B5EF4-FFF2-40B4-BE49-F238E27FC236}">
                <a16:creationId xmlns:a16="http://schemas.microsoft.com/office/drawing/2014/main" id="{6AB8BCF9-EB7F-4ECF-91C4-FADF200A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86925" y="2590800"/>
            <a:ext cx="0" cy="371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dash"/>
          </a:ln>
        </p:spPr>
      </p:sp>
      <p:sp>
        <p:nvSpPr>
          <p:cNvPr id="6" name="claim-evidence-anchor-2">
            <a:extLst xmlns:a="http://schemas.openxmlformats.org/drawingml/2006/main">
              <a:ext uri="{FF2B5EF4-FFF2-40B4-BE49-F238E27FC236}">
                <a16:creationId xmlns:a16="http://schemas.microsoft.com/office/drawing/2014/main" id="{51E6CDB2-A1F1-4C22-8BAD-56DF7FF4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48825" y="2743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7" name="evidence-bus-link-0">
            <a:extLst xmlns:a="http://schemas.openxmlformats.org/drawingml/2006/main">
              <a:ext uri="{FF2B5EF4-FFF2-40B4-BE49-F238E27FC236}">
                <a16:creationId xmlns:a16="http://schemas.microsoft.com/office/drawing/2014/main" id="{04DC8203-5EBF-4C80-9AD4-C9381C92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62325" y="49434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solid"/>
          </a:ln>
        </p:spPr>
      </p:sp>
      <p:sp>
        <p:nvSpPr>
          <p:cNvPr id="8" name="evidence-bus-anchor-0">
            <a:extLst xmlns:a="http://schemas.openxmlformats.org/drawingml/2006/main">
              <a:ext uri="{FF2B5EF4-FFF2-40B4-BE49-F238E27FC236}">
                <a16:creationId xmlns:a16="http://schemas.microsoft.com/office/drawing/2014/main" id="{9741F2AA-E7EA-4D59-BEF1-6DDA949B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24225" y="5067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9" name="evidence-bus-link-1">
            <a:extLst xmlns:a="http://schemas.openxmlformats.org/drawingml/2006/main">
              <a:ext uri="{FF2B5EF4-FFF2-40B4-BE49-F238E27FC236}">
                <a16:creationId xmlns:a16="http://schemas.microsoft.com/office/drawing/2014/main" id="{413A2F9A-5744-49E5-9EDF-75957246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4625" y="49434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solid"/>
          </a:ln>
        </p:spPr>
      </p:sp>
      <p:sp>
        <p:nvSpPr>
          <p:cNvPr id="10" name="evidence-bus-anchor-1">
            <a:extLst xmlns:a="http://schemas.openxmlformats.org/drawingml/2006/main">
              <a:ext uri="{FF2B5EF4-FFF2-40B4-BE49-F238E27FC236}">
                <a16:creationId xmlns:a16="http://schemas.microsoft.com/office/drawing/2014/main" id="{5CACA6D5-FFE7-4CAA-8B10-E2B6E313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86525" y="5067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" name="evidence-bus-link-2">
            <a:extLst xmlns:a="http://schemas.openxmlformats.org/drawingml/2006/main">
              <a:ext uri="{FF2B5EF4-FFF2-40B4-BE49-F238E27FC236}">
                <a16:creationId xmlns:a16="http://schemas.microsoft.com/office/drawing/2014/main" id="{29F4F9C4-3DD0-44B6-909E-985567E6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86925" y="49434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solid"/>
          </a:ln>
        </p:spPr>
      </p:sp>
      <p:sp>
        <p:nvSpPr>
          <p:cNvPr id="12" name="evidence-bus-anchor-2">
            <a:extLst xmlns:a="http://schemas.openxmlformats.org/drawingml/2006/main">
              <a:ext uri="{FF2B5EF4-FFF2-40B4-BE49-F238E27FC236}">
                <a16:creationId xmlns:a16="http://schemas.microsoft.com/office/drawing/2014/main" id="{6FC158F0-CDED-4565-84D5-93675173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48825" y="5067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3" name="evidence-proof-bus">
            <a:extLst xmlns:a="http://schemas.openxmlformats.org/drawingml/2006/main">
              <a:ext uri="{FF2B5EF4-FFF2-40B4-BE49-F238E27FC236}">
                <a16:creationId xmlns:a16="http://schemas.microsoft.com/office/drawing/2014/main" id="{1570B7E8-CAB8-4898-9662-3D7FD5C3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62325" y="5105400"/>
            <a:ext cx="632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78AEEF"/>
            </a:solidFill>
            <a:prstDash val="solid"/>
          </a:ln>
        </p:spPr>
      </p:sp>
      <p:sp>
        <p:nvSpPr>
          <p:cNvPr id="14" name="proof-conclusion-link">
            <a:extLst xmlns:a="http://schemas.openxmlformats.org/drawingml/2006/main">
              <a:ext uri="{FF2B5EF4-FFF2-40B4-BE49-F238E27FC236}">
                <a16:creationId xmlns:a16="http://schemas.microsoft.com/office/drawing/2014/main" id="{35471D01-FD42-4C48-8825-1602C2D0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4625" y="5105400"/>
            <a:ext cx="0" cy="180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AE0"/>
            </a:solidFill>
            <a:prstDash val="solid"/>
          </a:ln>
        </p:spPr>
      </p:sp>
      <p:sp>
        <p:nvSpPr>
          <p:cNvPr id="15" name="proof-conclusion-arrow">
            <a:extLst xmlns:a="http://schemas.openxmlformats.org/drawingml/2006/main">
              <a:ext uri="{FF2B5EF4-FFF2-40B4-BE49-F238E27FC236}">
                <a16:creationId xmlns:a16="http://schemas.microsoft.com/office/drawing/2014/main" id="{FD2A482F-F7B4-4FCF-AF0C-48E6AFE8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58893" y="5200650"/>
            <a:ext cx="131455" cy="85725"/>
          </a:xfrm>
          <a:custGeom xmlns:a="http://schemas.openxmlformats.org/drawingml/2006/main">
            <a:pathLst>
              <a:path w="131455" h="85725">
                <a:moveTo>
                  <a:pt x="65732" y="85725"/>
                </a:moveTo>
                <a:lnTo>
                  <a:pt x="59007" y="77076"/>
                </a:lnTo>
                <a:lnTo>
                  <a:pt x="52273" y="68428"/>
                </a:lnTo>
                <a:lnTo>
                  <a:pt x="45549" y="59779"/>
                </a:lnTo>
                <a:lnTo>
                  <a:pt x="38824" y="51140"/>
                </a:lnTo>
                <a:lnTo>
                  <a:pt x="32099" y="42491"/>
                </a:lnTo>
                <a:lnTo>
                  <a:pt x="25375" y="33842"/>
                </a:lnTo>
                <a:lnTo>
                  <a:pt x="18650" y="25194"/>
                </a:lnTo>
                <a:lnTo>
                  <a:pt x="11925" y="16545"/>
                </a:lnTo>
                <a:lnTo>
                  <a:pt x="5201" y="7896"/>
                </a:lnTo>
                <a:lnTo>
                  <a:pt x="0" y="0"/>
                </a:lnTo>
                <a:lnTo>
                  <a:pt x="10954" y="0"/>
                </a:lnTo>
                <a:lnTo>
                  <a:pt x="21908" y="0"/>
                </a:lnTo>
                <a:lnTo>
                  <a:pt x="32861" y="0"/>
                </a:lnTo>
                <a:lnTo>
                  <a:pt x="43815" y="0"/>
                </a:lnTo>
                <a:lnTo>
                  <a:pt x="54778" y="0"/>
                </a:lnTo>
                <a:lnTo>
                  <a:pt x="65732" y="0"/>
                </a:lnTo>
                <a:lnTo>
                  <a:pt x="76686" y="0"/>
                </a:lnTo>
                <a:lnTo>
                  <a:pt x="87640" y="0"/>
                </a:lnTo>
                <a:lnTo>
                  <a:pt x="98593" y="0"/>
                </a:lnTo>
                <a:lnTo>
                  <a:pt x="109547" y="0"/>
                </a:lnTo>
                <a:lnTo>
                  <a:pt x="120501" y="0"/>
                </a:lnTo>
                <a:lnTo>
                  <a:pt x="131455" y="0"/>
                </a:lnTo>
                <a:lnTo>
                  <a:pt x="126263" y="7896"/>
                </a:lnTo>
                <a:lnTo>
                  <a:pt x="119529" y="16545"/>
                </a:lnTo>
                <a:lnTo>
                  <a:pt x="112805" y="25194"/>
                </a:lnTo>
                <a:lnTo>
                  <a:pt x="106080" y="33842"/>
                </a:lnTo>
                <a:lnTo>
                  <a:pt x="99355" y="42491"/>
                </a:lnTo>
                <a:lnTo>
                  <a:pt x="92631" y="51140"/>
                </a:lnTo>
                <a:lnTo>
                  <a:pt x="85906" y="59779"/>
                </a:lnTo>
                <a:lnTo>
                  <a:pt x="79181" y="68428"/>
                </a:lnTo>
                <a:lnTo>
                  <a:pt x="72457" y="77076"/>
                </a:lnTo>
                <a:lnTo>
                  <a:pt x="65732" y="85725"/>
                </a:lnTo>
                <a:close/>
              </a:path>
            </a:pathLst>
          </a:custGeom>
          <a:solidFill xmlns:a="http://schemas.openxmlformats.org/drawingml/2006/main">
            <a:srgbClr val="78AEE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phase-line">
            <a:extLst xmlns:a="http://schemas.openxmlformats.org/drawingml/2006/main">
              <a:ext uri="{FF2B5EF4-FFF2-40B4-BE49-F238E27FC236}">
                <a16:creationId xmlns:a16="http://schemas.microsoft.com/office/drawing/2014/main" id="{7078149B-C58B-40D3-B268-7F7A128D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" y="2000250"/>
            <a:ext cx="19050" cy="381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8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hase-claim-count">
            <a:extLst xmlns:a="http://schemas.openxmlformats.org/drawingml/2006/main">
              <a:ext uri="{FF2B5EF4-FFF2-40B4-BE49-F238E27FC236}">
                <a16:creationId xmlns:a16="http://schemas.microsoft.com/office/drawing/2014/main" id="{69FB13D2-F9DB-44AA-9A49-7DC98033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" y="18097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BFD3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1"/>
          <a:fontRef xmlns:a="http://schemas.openxmlformats.org/drawingml/2006/main" idx="major"/>
        </p:style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8" name="phase-claim-label">
            <a:extLst xmlns:a="http://schemas.openxmlformats.org/drawingml/2006/main">
              <a:ext uri="{FF2B5EF4-FFF2-40B4-BE49-F238E27FC236}">
                <a16:creationId xmlns:a16="http://schemas.microsoft.com/office/drawing/2014/main" id="{46D66197-E3CD-4CC2-8B11-A3CF98A3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49" y="2238375"/>
            <a:ext cx="411509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rPr>
              <a:t>论点</a:t>
            </a:r>
          </a:p>
        </p:txBody>
      </p:sp>
      <p:sp>
        <p:nvSpPr>
          <p:cNvPr id="19" name="phase-evidence-count">
            <a:extLst xmlns:a="http://schemas.openxmlformats.org/drawingml/2006/main">
              <a:ext uri="{FF2B5EF4-FFF2-40B4-BE49-F238E27FC236}">
                <a16:creationId xmlns:a16="http://schemas.microsoft.com/office/drawing/2014/main" id="{B5064BB2-393F-4690-9AF5-60D09E52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" y="36576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BFD3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1"/>
          <a:fontRef xmlns:a="http://schemas.openxmlformats.org/drawingml/2006/main" idx="major"/>
        </p:style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phase-evidence-label">
            <a:extLst xmlns:a="http://schemas.openxmlformats.org/drawingml/2006/main">
              <a:ext uri="{FF2B5EF4-FFF2-40B4-BE49-F238E27FC236}">
                <a16:creationId xmlns:a16="http://schemas.microsoft.com/office/drawing/2014/main" id="{EE37592B-F7D2-46DE-BED6-64873C0C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49" y="4086225"/>
            <a:ext cx="411509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21" name="phase-conclusion-count">
            <a:extLst xmlns:a="http://schemas.openxmlformats.org/drawingml/2006/main">
              <a:ext uri="{FF2B5EF4-FFF2-40B4-BE49-F238E27FC236}">
                <a16:creationId xmlns:a16="http://schemas.microsoft.com/office/drawing/2014/main" id="{9D7D7930-57EB-45E8-B63A-903C6B07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275" y="5438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BFD3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1"/>
          <a:fontRef xmlns:a="http://schemas.openxmlformats.org/drawingml/2006/main" idx="major"/>
        </p:style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2" name="phase-conclusion-label">
            <a:extLst xmlns:a="http://schemas.openxmlformats.org/drawingml/2006/main">
              <a:ext uri="{FF2B5EF4-FFF2-40B4-BE49-F238E27FC236}">
                <a16:creationId xmlns:a16="http://schemas.microsoft.com/office/drawing/2014/main" id="{B373F720-9365-4D79-81F6-466FC4E4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49" y="5867400"/>
            <a:ext cx="411509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D6F9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23" name="claim-underlay">
            <a:extLst xmlns:a="http://schemas.openxmlformats.org/drawingml/2006/main">
              <a:ext uri="{FF2B5EF4-FFF2-40B4-BE49-F238E27FC236}">
                <a16:creationId xmlns:a16="http://schemas.microsoft.com/office/drawing/2014/main" id="{5B83C30E-6A28-49F2-BB1D-DE1CC6C9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1724025"/>
            <a:ext cx="10191750" cy="866775"/>
          </a:xfrm>
          <a:prstGeom xmlns:a="http://schemas.openxmlformats.org/drawingml/2006/main" prst="roundRect">
            <a:avLst>
              <a:gd name="adj" fmla="val 24176"/>
            </a:avLst>
          </a:prstGeom>
          <a:solidFill xmlns:a="http://schemas.openxmlformats.org/drawingml/2006/main">
            <a:srgbClr val="D7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laim-card">
            <a:extLst xmlns:a="http://schemas.openxmlformats.org/drawingml/2006/main">
              <a:ext uri="{FF2B5EF4-FFF2-40B4-BE49-F238E27FC236}">
                <a16:creationId xmlns:a16="http://schemas.microsoft.com/office/drawing/2014/main" id="{00A6B459-9D4D-4CEF-B3AE-E0A695D0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1657350"/>
            <a:ext cx="10191750" cy="933450"/>
          </a:xfrm>
          <a:prstGeom xmlns:a="http://schemas.openxmlformats.org/drawingml/2006/main" prst="roundRect">
            <a:avLst>
              <a:gd name="adj" fmla="val 22449"/>
            </a:avLst>
          </a:prstGeom>
          <a:gradFill xmlns:a="http://schemas.openxmlformats.org/drawingml/2006/main">
            <a:gsLst>
              <a:gs pos="0">
                <a:srgbClr val="2D5CA3"/>
              </a:gs>
              <a:gs pos="72000">
                <a:srgbClr val="3D79C5"/>
              </a:gs>
              <a:gs pos="100000">
                <a:srgbClr val="70A7EB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3"/>
          <a:fontRef xmlns:a="http://schemas.openxmlformats.org/drawingml/2006/main" idx="major"/>
        </p:style>
      </p:sp>
      <p:sp>
        <p:nvSpPr>
          <p:cNvPr id="25" name="claim-label">
            <a:extLst xmlns:a="http://schemas.openxmlformats.org/drawingml/2006/main">
              <a:ext uri="{FF2B5EF4-FFF2-40B4-BE49-F238E27FC236}">
                <a16:creationId xmlns:a16="http://schemas.microsoft.com/office/drawing/2014/main" id="{4C67B19F-45D1-426D-A6D6-71830535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1885950"/>
            <a:ext cx="542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论点</a:t>
            </a:r>
          </a:p>
        </p:txBody>
      </p:sp>
      <p:sp>
        <p:nvSpPr>
          <p:cNvPr id="26" name="claim-divider">
            <a:extLst xmlns:a="http://schemas.openxmlformats.org/drawingml/2006/main">
              <a:ext uri="{FF2B5EF4-FFF2-40B4-BE49-F238E27FC236}">
                <a16:creationId xmlns:a16="http://schemas.microsoft.com/office/drawing/2014/main" id="{3BD4BB21-5194-4C8B-AB2F-A03078F2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81225" y="18859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laim-title">
            <a:extLst xmlns:a="http://schemas.openxmlformats.org/drawingml/2006/main">
              <a:ext uri="{FF2B5EF4-FFF2-40B4-BE49-F238E27FC236}">
                <a16:creationId xmlns:a16="http://schemas.microsoft.com/office/drawing/2014/main" id="{35ABC70C-E5F6-4191-8D9D-5290E2BB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0350" y="1811236"/>
            <a:ext cx="8401050" cy="309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稳定交付来自可验证的能力积累</a:t>
            </a:r>
          </a:p>
        </p:txBody>
      </p:sp>
      <p:sp>
        <p:nvSpPr>
          <p:cNvPr id="28" name="claim-body">
            <a:extLst xmlns:a="http://schemas.openxmlformats.org/drawingml/2006/main">
              <a:ext uri="{FF2B5EF4-FFF2-40B4-BE49-F238E27FC236}">
                <a16:creationId xmlns:a16="http://schemas.microsoft.com/office/drawing/2014/main" id="{8EB92093-BAF3-468D-B672-9C0D62AE8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0350" y="2177653"/>
            <a:ext cx="8401050" cy="2591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00" b="0" i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rPr>
              <a:t>可靠性不是一次生成的偶然结果，而是事先建设并确认的系统能力</a:t>
            </a:r>
          </a:p>
        </p:txBody>
      </p:sp>
      <p:sp>
        <p:nvSpPr>
          <p:cNvPr id="29" name="evidence-card-0">
            <a:extLst xmlns:a="http://schemas.openxmlformats.org/drawingml/2006/main">
              <a:ext uri="{FF2B5EF4-FFF2-40B4-BE49-F238E27FC236}">
                <a16:creationId xmlns:a16="http://schemas.microsoft.com/office/drawing/2014/main" id="{47BCE2D7-F65F-4E99-8319-27310533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05000" y="2962275"/>
            <a:ext cx="2914650" cy="1981200"/>
          </a:xfrm>
          <a:prstGeom xmlns:a="http://schemas.openxmlformats.org/drawingml/2006/main" prst="roundRect">
            <a:avLst>
              <a:gd name="adj" fmla="val 8654"/>
            </a:avLst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F2F7FD"/>
              </a:gs>
            </a:gsLst>
            <a:lin ang="10800000"/>
          </a:gradFill>
          <a:ln xmlns:a="http://schemas.openxmlformats.org/drawingml/2006/main" w="9525">
            <a:solidFill>
              <a:srgbClr val="D4E1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30" name="evidence-accent-0">
            <a:extLst xmlns:a="http://schemas.openxmlformats.org/drawingml/2006/main">
              <a:ext uri="{FF2B5EF4-FFF2-40B4-BE49-F238E27FC236}">
                <a16:creationId xmlns:a16="http://schemas.microsoft.com/office/drawing/2014/main" id="{208760B4-D160-4FCB-8081-FF8A17FF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14525" y="2971800"/>
            <a:ext cx="2895600" cy="762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3A72BB"/>
              </a:gs>
              <a:gs pos="100000">
                <a:srgbClr val="7EB3E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1" name="evidence-number-0">
            <a:extLst xmlns:a="http://schemas.openxmlformats.org/drawingml/2006/main">
              <a:ext uri="{FF2B5EF4-FFF2-40B4-BE49-F238E27FC236}">
                <a16:creationId xmlns:a16="http://schemas.microsoft.com/office/drawing/2014/main" id="{EE2A0A22-679A-403D-AEF0-89726659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85975" y="3324225"/>
            <a:ext cx="457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2" name="evidence-title-0">
            <a:extLst xmlns:a="http://schemas.openxmlformats.org/drawingml/2006/main">
              <a:ext uri="{FF2B5EF4-FFF2-40B4-BE49-F238E27FC236}">
                <a16:creationId xmlns:a16="http://schemas.microsoft.com/office/drawing/2014/main" id="{93F296B8-A2DB-4234-9875-3FA176E3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38425" y="3190875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rPr>
              <a:t>持续验证</a:t>
            </a:r>
          </a:p>
        </p:txBody>
      </p:sp>
      <p:sp>
        <p:nvSpPr>
          <p:cNvPr id="33" name="evidence-body-0">
            <a:extLst xmlns:a="http://schemas.openxmlformats.org/drawingml/2006/main">
              <a:ext uri="{FF2B5EF4-FFF2-40B4-BE49-F238E27FC236}">
                <a16:creationId xmlns:a16="http://schemas.microsoft.com/office/drawing/2014/main" id="{A4ED6619-F1C8-4724-BF7B-44FD4EA3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85975" y="3819525"/>
            <a:ext cx="2552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rPr>
              <a:t>真实稿件持续校准能力边界</a:t>
            </a:r>
          </a:p>
        </p:txBody>
      </p:sp>
      <p:sp>
        <p:nvSpPr>
          <p:cNvPr id="34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2DFC70E3-185C-486D-9E42-48C66D55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2962275"/>
            <a:ext cx="2914650" cy="1981200"/>
          </a:xfrm>
          <a:prstGeom xmlns:a="http://schemas.openxmlformats.org/drawingml/2006/main" prst="roundRect">
            <a:avLst>
              <a:gd name="adj" fmla="val 8654"/>
            </a:avLst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F2F7FD"/>
              </a:gs>
            </a:gsLst>
            <a:lin ang="10800000"/>
          </a:gradFill>
          <a:ln xmlns:a="http://schemas.openxmlformats.org/drawingml/2006/main" w="9525">
            <a:solidFill>
              <a:srgbClr val="D4E1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35" name="evidence-accent-1">
            <a:extLst xmlns:a="http://schemas.openxmlformats.org/drawingml/2006/main">
              <a:ext uri="{FF2B5EF4-FFF2-40B4-BE49-F238E27FC236}">
                <a16:creationId xmlns:a16="http://schemas.microsoft.com/office/drawing/2014/main" id="{0D35F806-E275-416C-B776-621A2DB5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6825" y="2971800"/>
            <a:ext cx="2895600" cy="762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3A72BB"/>
              </a:gs>
              <a:gs pos="100000">
                <a:srgbClr val="7EB3E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6" name="evidence-number-1">
            <a:extLst xmlns:a="http://schemas.openxmlformats.org/drawingml/2006/main">
              <a:ext uri="{FF2B5EF4-FFF2-40B4-BE49-F238E27FC236}">
                <a16:creationId xmlns:a16="http://schemas.microsoft.com/office/drawing/2014/main" id="{AD2CB664-91E5-4020-A676-19065208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3324225"/>
            <a:ext cx="457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7" name="evidence-title-1">
            <a:extLst xmlns:a="http://schemas.openxmlformats.org/drawingml/2006/main">
              <a:ext uri="{FF2B5EF4-FFF2-40B4-BE49-F238E27FC236}">
                <a16:creationId xmlns:a16="http://schemas.microsoft.com/office/drawing/2014/main" id="{248E1156-941B-4486-834C-43C02A9C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00725" y="3190875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rPr>
              <a:t>确定选择</a:t>
            </a:r>
          </a:p>
        </p:txBody>
      </p:sp>
      <p:sp>
        <p:nvSpPr>
          <p:cNvPr id="38" name="evidence-body-1">
            <a:extLst xmlns:a="http://schemas.openxmlformats.org/drawingml/2006/main">
              <a:ext uri="{FF2B5EF4-FFF2-40B4-BE49-F238E27FC236}">
                <a16:creationId xmlns:a16="http://schemas.microsoft.com/office/drawing/2014/main" id="{A6E2E4F0-BED0-4658-8BD0-4A137CE2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3819525"/>
            <a:ext cx="2552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rPr>
              <a:t>按逻辑、数量与容量合法匹配</a:t>
            </a:r>
          </a:p>
        </p:txBody>
      </p:sp>
      <p:sp>
        <p:nvSpPr>
          <p:cNvPr id="39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DFB8EA87-0A56-4FFD-A10E-2DC0A896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2962275"/>
            <a:ext cx="2914650" cy="1981200"/>
          </a:xfrm>
          <a:prstGeom xmlns:a="http://schemas.openxmlformats.org/drawingml/2006/main" prst="roundRect">
            <a:avLst>
              <a:gd name="adj" fmla="val 8654"/>
            </a:avLst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F2F7FD"/>
              </a:gs>
            </a:gsLst>
            <a:lin ang="10800000"/>
          </a:gradFill>
          <a:ln xmlns:a="http://schemas.openxmlformats.org/drawingml/2006/main" w="9525">
            <a:solidFill>
              <a:srgbClr val="D4E1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40" name="evidence-accent-2">
            <a:extLst xmlns:a="http://schemas.openxmlformats.org/drawingml/2006/main">
              <a:ext uri="{FF2B5EF4-FFF2-40B4-BE49-F238E27FC236}">
                <a16:creationId xmlns:a16="http://schemas.microsoft.com/office/drawing/2014/main" id="{C4ADDBD9-29F1-46F6-AC63-CD3AB978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39125" y="2971800"/>
            <a:ext cx="2895600" cy="762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3A72BB"/>
              </a:gs>
              <a:gs pos="100000">
                <a:srgbClr val="7EB3E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1" name="evidence-number-2">
            <a:extLst xmlns:a="http://schemas.openxmlformats.org/drawingml/2006/main">
              <a:ext uri="{FF2B5EF4-FFF2-40B4-BE49-F238E27FC236}">
                <a16:creationId xmlns:a16="http://schemas.microsoft.com/office/drawing/2014/main" id="{C29708B5-DBEA-4AA7-868D-3402E2A2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10575" y="3324225"/>
            <a:ext cx="457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2" name="evidence-title-2">
            <a:extLst xmlns:a="http://schemas.openxmlformats.org/drawingml/2006/main">
              <a:ext uri="{FF2B5EF4-FFF2-40B4-BE49-F238E27FC236}">
                <a16:creationId xmlns:a16="http://schemas.microsoft.com/office/drawing/2014/main" id="{60D5AE72-2343-4B4A-B361-C7818DD6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63025" y="3190875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43" name="evidence-body-2">
            <a:extLst xmlns:a="http://schemas.openxmlformats.org/drawingml/2006/main">
              <a:ext uri="{FF2B5EF4-FFF2-40B4-BE49-F238E27FC236}">
                <a16:creationId xmlns:a16="http://schemas.microsoft.com/office/drawing/2014/main" id="{18D412A0-650F-495B-B638-34EC5BDA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10575" y="3819525"/>
            <a:ext cx="2552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3667D"/>
                </a:solidFill>
                <a:latin typeface="Microsoft YaHei"/>
                <a:ea typeface="Microsoft YaHei"/>
                <a:cs typeface="Microsoft YaHei"/>
              </a:rPr>
              <a:t>用户审核后才可正式调用</a:t>
            </a:r>
          </a:p>
        </p:txBody>
      </p:sp>
      <p:sp>
        <p:nvSpPr>
          <p:cNvPr id="44" name="conclusion-card">
            <a:extLst xmlns:a="http://schemas.openxmlformats.org/drawingml/2006/main">
              <a:ext uri="{FF2B5EF4-FFF2-40B4-BE49-F238E27FC236}">
                <a16:creationId xmlns:a16="http://schemas.microsoft.com/office/drawing/2014/main" id="{559EA7A0-35CF-4764-B0A4-B15AE4AD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38325" y="5286375"/>
            <a:ext cx="9782175" cy="819150"/>
          </a:xfrm>
          <a:prstGeom xmlns:a="http://schemas.openxmlformats.org/drawingml/2006/main" prst="roundRect">
            <a:avLst>
              <a:gd name="adj" fmla="val 25581"/>
            </a:avLst>
          </a:prstGeom>
          <a:gradFill xmlns:a="http://schemas.openxmlformats.org/drawingml/2006/main">
            <a:gsLst>
              <a:gs pos="0">
                <a:srgbClr val="E7F1FC"/>
              </a:gs>
              <a:gs pos="62000">
                <a:srgbClr val="F7FBFF"/>
              </a:gs>
              <a:gs pos="100000">
                <a:srgbClr val="EDF5FF"/>
              </a:gs>
            </a:gsLst>
            <a:lin ang="5400000"/>
          </a:gradFill>
          <a:ln xmlns:a="http://schemas.openxmlformats.org/drawingml/2006/main" w="9525">
            <a:solidFill>
              <a:srgbClr val="BFD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45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39354D81-7D92-4D18-86F5-5CADB5623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0350" y="5401713"/>
            <a:ext cx="85820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rPr>
              <a:t>可靠性来自能力、规则与代码的共同作用</a:t>
            </a:r>
          </a:p>
        </p:txBody>
      </p:sp>
      <p:sp>
        <p:nvSpPr>
          <p:cNvPr id="46" name="conclusion-body">
            <a:extLst xmlns:a="http://schemas.openxmlformats.org/drawingml/2006/main">
              <a:ext uri="{FF2B5EF4-FFF2-40B4-BE49-F238E27FC236}">
                <a16:creationId xmlns:a16="http://schemas.microsoft.com/office/drawing/2014/main" id="{E9C857EE-EA31-4B9F-A2CF-38298AFD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0350" y="5765454"/>
            <a:ext cx="8582025" cy="224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566B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66B84"/>
                </a:solidFill>
                <a:latin typeface="Microsoft YaHei"/>
                <a:ea typeface="Microsoft YaHei"/>
                <a:cs typeface="Microsoft YaHei"/>
              </a:rPr>
              <a:t>系统不依赖模型临场发挥，也能稳定生成原生可编辑结果</a:t>
            </a:r>
          </a:p>
        </p:txBody>
      </p:sp>
      <p:sp>
        <p:nvSpPr>
          <p:cNvPr id="47" name="therefore-badge">
            <a:extLst xmlns:a="http://schemas.openxmlformats.org/drawingml/2006/main">
              <a:ext uri="{FF2B5EF4-FFF2-40B4-BE49-F238E27FC236}">
                <a16:creationId xmlns:a16="http://schemas.microsoft.com/office/drawing/2014/main" id="{1465776D-4663-4A72-991D-36C2A30B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00188" y="5286375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66675">
            <a:solidFill>
              <a:srgbClr val="E1ED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2"/>
          <a:fontRef xmlns:a="http://schemas.openxmlformats.org/drawingml/2006/main" idx="major"/>
        </p:style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因此</a:t>
            </a:r>
          </a:p>
        </p:txBody>
      </p:sp>
    </p:spTree>
    <p:extLst>
      <p:ext uri="{BB962C8B-B14F-4D97-AF65-F5344CB8AC3E}">
        <p14:creationId xmlns:p14="http://schemas.microsoft.com/office/powerpoint/2010/main" val="8847639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2026-08-24T02:18:16.6170000Z</dcterms:created>
  <dcterms:modified xsi:type="dcterms:W3CDTF">2026-08-24T02:18:16.6170000Z</dcterms:modified>
</coreProperties>
</file>