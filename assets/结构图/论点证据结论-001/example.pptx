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2b562090384be9" /><Relationship Type="http://schemas.openxmlformats.org/officeDocument/2006/relationships/extended-properties" Target="/docProps/app.xml" Id="R423161f3cd144917" /><Relationship Type="http://schemas.openxmlformats.org/officeDocument/2006/relationships/officeDocument" Target="/ppt/presentation.xml" Id="R5b4daecb0b5a42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db14a11c2c4212"/>
  </p:sldMasterIdLst>
  <p:notesMasterIdLst>
    <p:notesMasterId xmlns:r="http://schemas.openxmlformats.org/officeDocument/2006/relationships" r:id="Rbb36c6a9a8da44f4"/>
  </p:notesMasterIdLst>
  <p:sldIdLst>
    <p:sldId xmlns:r="http://schemas.openxmlformats.org/officeDocument/2006/relationships" id="256" r:id="Ra96ef68d3e754f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cc4d1a84c44110" /><Relationship Type="http://schemas.openxmlformats.org/officeDocument/2006/relationships/slideMaster" Target="/ppt/slideMasters/slideMaster1.xml" Id="R15db14a11c2c4212" /><Relationship Type="http://schemas.openxmlformats.org/officeDocument/2006/relationships/notesMaster" Target="/ppt/notesMasters/notesMaster1.xml" Id="Rbb36c6a9a8da44f4" /><Relationship Type="http://schemas.openxmlformats.org/officeDocument/2006/relationships/presProps" Target="/ppt/presProps.xml" Id="R1a89725174424940" /><Relationship Type="http://schemas.openxmlformats.org/officeDocument/2006/relationships/tableStyles" Target="/ppt/tableStyles.xml" Id="Ra1af1e9a8875456f" /><Relationship Type="http://schemas.openxmlformats.org/officeDocument/2006/relationships/slide" Target="/ppt/slides/slide1.xml" Id="Ra96ef68d3e754f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5a5460dc3d4c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95250" dist="381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114300" dist="57150" dir="5400000">
              <a:srgbClr val="2F5EA8">
                <a:alpha val="1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2e7f0a7c8c44d2" /><Relationship Type="http://schemas.openxmlformats.org/officeDocument/2006/relationships/notesMaster" Target="/ppt/notesMasters/notesMaster1.xml" Id="Rc5725f2bbac143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72a03c3a9d4d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7fa8d62ca84450" /><Relationship Type="http://schemas.openxmlformats.org/officeDocument/2006/relationships/slideLayout" Target="/ppt/slideLayouts/slideLayout1.xml" Id="Rd1bdd53d42eb41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bdd53d42eb41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95250" dist="381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114300" dist="57150" dir="5400000">
              <a:srgbClr val="2F5EA8">
                <a:alpha val="1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b71a2ee5746d2" /><Relationship Type="http://schemas.openxmlformats.org/officeDocument/2006/relationships/notesSlide" Target="/ppt/notesSlides/notesSlide1.xml" Id="R8bf88d49413641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claim-evidence-link-0">
            <a:extLst xmlns:a="http://schemas.openxmlformats.org/drawingml/2006/main">
              <a:ext uri="{FF2B5EF4-FFF2-40B4-BE49-F238E27FC236}">
                <a16:creationId xmlns:a16="http://schemas.microsoft.com/office/drawing/2014/main" id="{DFFFAE49-C5C7-4B1A-87FC-D2277CA5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62325" y="2590800"/>
            <a:ext cx="0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FBAE0"/>
            </a:solidFill>
            <a:prstDash val="dash"/>
          </a:ln>
        </p:spPr>
      </p:sp>
      <p:sp>
        <p:nvSpPr>
          <p:cNvPr id="2" name="claim-evidence-anchor-0">
            <a:extLst xmlns:a="http://schemas.openxmlformats.org/drawingml/2006/main">
              <a:ext uri="{FF2B5EF4-FFF2-40B4-BE49-F238E27FC236}">
                <a16:creationId xmlns:a16="http://schemas.microsoft.com/office/drawing/2014/main" id="{64AEFE61-F1E2-4AE9-8472-D1FD4F8E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24225" y="2743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AEEF"/>
            </a:solidFill>
            <a:prstDash val="solid"/>
          </a:ln>
        </p:spPr>
      </p:sp>
      <p:sp>
        <p:nvSpPr>
          <p:cNvPr id="3" name="claim-evidence-link-1">
            <a:extLst xmlns:a="http://schemas.openxmlformats.org/drawingml/2006/main">
              <a:ext uri="{FF2B5EF4-FFF2-40B4-BE49-F238E27FC236}">
                <a16:creationId xmlns:a16="http://schemas.microsoft.com/office/drawing/2014/main" id="{8799C93A-54CC-4968-AC6C-BC2CBB50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4625" y="2590800"/>
            <a:ext cx="0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FBAE0"/>
            </a:solidFill>
            <a:prstDash val="dash"/>
          </a:ln>
        </p:spPr>
      </p:sp>
      <p:sp>
        <p:nvSpPr>
          <p:cNvPr id="4" name="claim-evidence-anchor-1">
            <a:extLst xmlns:a="http://schemas.openxmlformats.org/drawingml/2006/main">
              <a:ext uri="{FF2B5EF4-FFF2-40B4-BE49-F238E27FC236}">
                <a16:creationId xmlns:a16="http://schemas.microsoft.com/office/drawing/2014/main" id="{B8EE5950-27D9-45F8-81B7-CE0127D4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86525" y="2743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AEEF"/>
            </a:solidFill>
            <a:prstDash val="solid"/>
          </a:ln>
        </p:spPr>
      </p:sp>
      <p:sp>
        <p:nvSpPr>
          <p:cNvPr id="5" name="claim-evidence-link-2">
            <a:extLst xmlns:a="http://schemas.openxmlformats.org/drawingml/2006/main">
              <a:ext uri="{FF2B5EF4-FFF2-40B4-BE49-F238E27FC236}">
                <a16:creationId xmlns:a16="http://schemas.microsoft.com/office/drawing/2014/main" id="{1D8B28B8-C075-470E-A149-4904C115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6925" y="2590800"/>
            <a:ext cx="0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FBAE0"/>
            </a:solidFill>
            <a:prstDash val="dash"/>
          </a:ln>
        </p:spPr>
      </p:sp>
      <p:sp>
        <p:nvSpPr>
          <p:cNvPr id="6" name="claim-evidence-anchor-2">
            <a:extLst xmlns:a="http://schemas.openxmlformats.org/drawingml/2006/main">
              <a:ext uri="{FF2B5EF4-FFF2-40B4-BE49-F238E27FC236}">
                <a16:creationId xmlns:a16="http://schemas.microsoft.com/office/drawing/2014/main" id="{24654B61-8148-47F5-9938-5DF0C611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8825" y="2743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AEEF"/>
            </a:solidFill>
            <a:prstDash val="solid"/>
          </a:ln>
        </p:spPr>
      </p:sp>
      <p:sp>
        <p:nvSpPr>
          <p:cNvPr id="7" name="evidence-bus-link-0">
            <a:extLst xmlns:a="http://schemas.openxmlformats.org/drawingml/2006/main">
              <a:ext uri="{FF2B5EF4-FFF2-40B4-BE49-F238E27FC236}">
                <a16:creationId xmlns:a16="http://schemas.microsoft.com/office/drawing/2014/main" id="{E8EA9D4E-8095-463F-B2FD-CE9E6FA1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62325" y="49434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FBAE0"/>
            </a:solidFill>
            <a:prstDash val="solid"/>
          </a:ln>
        </p:spPr>
      </p:sp>
      <p:sp>
        <p:nvSpPr>
          <p:cNvPr id="8" name="evidence-bus-anchor-0">
            <a:extLst xmlns:a="http://schemas.openxmlformats.org/drawingml/2006/main">
              <a:ext uri="{FF2B5EF4-FFF2-40B4-BE49-F238E27FC236}">
                <a16:creationId xmlns:a16="http://schemas.microsoft.com/office/drawing/2014/main" id="{4557A5B9-3B44-4EF8-AF11-F835A819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24225" y="5067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AEEF"/>
            </a:solidFill>
            <a:prstDash val="solid"/>
          </a:ln>
        </p:spPr>
      </p:sp>
      <p:sp>
        <p:nvSpPr>
          <p:cNvPr id="9" name="evidence-bus-link-1">
            <a:extLst xmlns:a="http://schemas.openxmlformats.org/drawingml/2006/main">
              <a:ext uri="{FF2B5EF4-FFF2-40B4-BE49-F238E27FC236}">
                <a16:creationId xmlns:a16="http://schemas.microsoft.com/office/drawing/2014/main" id="{D9B25317-06B2-4AA5-85C7-2E882265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4625" y="49434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FBAE0"/>
            </a:solidFill>
            <a:prstDash val="solid"/>
          </a:ln>
        </p:spPr>
      </p:sp>
      <p:sp>
        <p:nvSpPr>
          <p:cNvPr id="10" name="evidence-bus-anchor-1">
            <a:extLst xmlns:a="http://schemas.openxmlformats.org/drawingml/2006/main">
              <a:ext uri="{FF2B5EF4-FFF2-40B4-BE49-F238E27FC236}">
                <a16:creationId xmlns:a16="http://schemas.microsoft.com/office/drawing/2014/main" id="{5C2D4F7E-B111-48FE-9D73-A05DBBB8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86525" y="5067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AEEF"/>
            </a:solidFill>
            <a:prstDash val="solid"/>
          </a:ln>
        </p:spPr>
      </p:sp>
      <p:sp>
        <p:nvSpPr>
          <p:cNvPr id="11" name="evidence-bus-link-2">
            <a:extLst xmlns:a="http://schemas.openxmlformats.org/drawingml/2006/main">
              <a:ext uri="{FF2B5EF4-FFF2-40B4-BE49-F238E27FC236}">
                <a16:creationId xmlns:a16="http://schemas.microsoft.com/office/drawing/2014/main" id="{E5C5F644-1206-4252-B1A2-F40A8F87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6925" y="49434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FBAE0"/>
            </a:solidFill>
            <a:prstDash val="solid"/>
          </a:ln>
        </p:spPr>
      </p:sp>
      <p:sp>
        <p:nvSpPr>
          <p:cNvPr id="12" name="evidence-bus-anchor-2">
            <a:extLst xmlns:a="http://schemas.openxmlformats.org/drawingml/2006/main">
              <a:ext uri="{FF2B5EF4-FFF2-40B4-BE49-F238E27FC236}">
                <a16:creationId xmlns:a16="http://schemas.microsoft.com/office/drawing/2014/main" id="{795D0F61-74B4-4E31-B5EE-03BC749A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8825" y="5067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AEEF"/>
            </a:solidFill>
            <a:prstDash val="solid"/>
          </a:ln>
        </p:spPr>
      </p:sp>
      <p:sp>
        <p:nvSpPr>
          <p:cNvPr id="13" name="evidence-proof-bus">
            <a:extLst xmlns:a="http://schemas.openxmlformats.org/drawingml/2006/main">
              <a:ext uri="{FF2B5EF4-FFF2-40B4-BE49-F238E27FC236}">
                <a16:creationId xmlns:a16="http://schemas.microsoft.com/office/drawing/2014/main" id="{B6A42898-2660-4628-A8EC-C1A74AE6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62325" y="5105400"/>
            <a:ext cx="632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78AEEF"/>
            </a:solidFill>
            <a:prstDash val="solid"/>
          </a:ln>
        </p:spPr>
      </p:sp>
      <p:sp>
        <p:nvSpPr>
          <p:cNvPr id="14" name="proof-conclusion-link">
            <a:extLst xmlns:a="http://schemas.openxmlformats.org/drawingml/2006/main">
              <a:ext uri="{FF2B5EF4-FFF2-40B4-BE49-F238E27FC236}">
                <a16:creationId xmlns:a16="http://schemas.microsoft.com/office/drawing/2014/main" id="{149376A5-AAEF-4548-8C33-BBDCCE1C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4625" y="5105400"/>
            <a:ext cx="0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FBAE0"/>
            </a:solidFill>
            <a:prstDash val="solid"/>
          </a:ln>
        </p:spPr>
      </p:sp>
      <p:sp>
        <p:nvSpPr>
          <p:cNvPr id="15" name="proof-conclusion-arrow">
            <a:extLst xmlns:a="http://schemas.openxmlformats.org/drawingml/2006/main">
              <a:ext uri="{FF2B5EF4-FFF2-40B4-BE49-F238E27FC236}">
                <a16:creationId xmlns:a16="http://schemas.microsoft.com/office/drawing/2014/main" id="{588F468D-A364-4F0C-9D2D-D091D12F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8893" y="5200650"/>
            <a:ext cx="131455" cy="85725"/>
          </a:xfrm>
          <a:custGeom xmlns:a="http://schemas.openxmlformats.org/drawingml/2006/main">
            <a:pathLst>
              <a:path w="131455" h="85725">
                <a:moveTo>
                  <a:pt x="65732" y="85725"/>
                </a:moveTo>
                <a:lnTo>
                  <a:pt x="59007" y="77076"/>
                </a:lnTo>
                <a:lnTo>
                  <a:pt x="52273" y="68428"/>
                </a:lnTo>
                <a:lnTo>
                  <a:pt x="45549" y="59779"/>
                </a:lnTo>
                <a:lnTo>
                  <a:pt x="38824" y="51140"/>
                </a:lnTo>
                <a:lnTo>
                  <a:pt x="32099" y="42491"/>
                </a:lnTo>
                <a:lnTo>
                  <a:pt x="25375" y="33842"/>
                </a:lnTo>
                <a:lnTo>
                  <a:pt x="18650" y="25194"/>
                </a:lnTo>
                <a:lnTo>
                  <a:pt x="11925" y="16545"/>
                </a:lnTo>
                <a:lnTo>
                  <a:pt x="5201" y="7896"/>
                </a:lnTo>
                <a:lnTo>
                  <a:pt x="0" y="0"/>
                </a:lnTo>
                <a:lnTo>
                  <a:pt x="10954" y="0"/>
                </a:lnTo>
                <a:lnTo>
                  <a:pt x="21908" y="0"/>
                </a:lnTo>
                <a:lnTo>
                  <a:pt x="32861" y="0"/>
                </a:lnTo>
                <a:lnTo>
                  <a:pt x="43815" y="0"/>
                </a:lnTo>
                <a:lnTo>
                  <a:pt x="54778" y="0"/>
                </a:lnTo>
                <a:lnTo>
                  <a:pt x="65732" y="0"/>
                </a:lnTo>
                <a:lnTo>
                  <a:pt x="76686" y="0"/>
                </a:lnTo>
                <a:lnTo>
                  <a:pt x="87640" y="0"/>
                </a:lnTo>
                <a:lnTo>
                  <a:pt x="98593" y="0"/>
                </a:lnTo>
                <a:lnTo>
                  <a:pt x="109547" y="0"/>
                </a:lnTo>
                <a:lnTo>
                  <a:pt x="120501" y="0"/>
                </a:lnTo>
                <a:lnTo>
                  <a:pt x="131455" y="0"/>
                </a:lnTo>
                <a:lnTo>
                  <a:pt x="126263" y="7896"/>
                </a:lnTo>
                <a:lnTo>
                  <a:pt x="119529" y="16545"/>
                </a:lnTo>
                <a:lnTo>
                  <a:pt x="112805" y="25194"/>
                </a:lnTo>
                <a:lnTo>
                  <a:pt x="106080" y="33842"/>
                </a:lnTo>
                <a:lnTo>
                  <a:pt x="99355" y="42491"/>
                </a:lnTo>
                <a:lnTo>
                  <a:pt x="92631" y="51140"/>
                </a:lnTo>
                <a:lnTo>
                  <a:pt x="85906" y="59779"/>
                </a:lnTo>
                <a:lnTo>
                  <a:pt x="79181" y="68428"/>
                </a:lnTo>
                <a:lnTo>
                  <a:pt x="72457" y="77076"/>
                </a:lnTo>
                <a:lnTo>
                  <a:pt x="65732" y="85725"/>
                </a:lnTo>
                <a:close/>
              </a:path>
            </a:pathLst>
          </a:custGeom>
          <a:solidFill xmlns:a="http://schemas.openxmlformats.org/drawingml/2006/main">
            <a:srgbClr val="78AEE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phase-line">
            <a:extLst xmlns:a="http://schemas.openxmlformats.org/drawingml/2006/main">
              <a:ext uri="{FF2B5EF4-FFF2-40B4-BE49-F238E27FC236}">
                <a16:creationId xmlns:a16="http://schemas.microsoft.com/office/drawing/2014/main" id="{A1AD364A-DB05-4C6C-8053-BD5E1468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2000250"/>
            <a:ext cx="19050" cy="381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hase-claim-count">
            <a:extLst xmlns:a="http://schemas.openxmlformats.org/drawingml/2006/main">
              <a:ext uri="{FF2B5EF4-FFF2-40B4-BE49-F238E27FC236}">
                <a16:creationId xmlns:a16="http://schemas.microsoft.com/office/drawing/2014/main" id="{D592972A-8C25-4670-B220-C09974DB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" y="1809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9525">
            <a:solidFill>
              <a:srgbClr val="BFD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8" name="phase-claim-label">
            <a:extLst xmlns:a="http://schemas.openxmlformats.org/drawingml/2006/main">
              <a:ext uri="{FF2B5EF4-FFF2-40B4-BE49-F238E27FC236}">
                <a16:creationId xmlns:a16="http://schemas.microsoft.com/office/drawing/2014/main" id="{32320598-3C7F-4938-8EFD-1B64B5C7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565" y="2238375"/>
            <a:ext cx="466277" cy="215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00" b="1" i="0">
                <a:solidFill>
                  <a:srgbClr val="4D6F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4D6F9E"/>
                </a:solidFill>
                <a:latin typeface="Microsoft YaHei"/>
                <a:ea typeface="Microsoft YaHei"/>
                <a:cs typeface="Microsoft YaHei"/>
              </a:rPr>
              <a:t>论点</a:t>
            </a:r>
          </a:p>
        </p:txBody>
      </p:sp>
      <p:sp>
        <p:nvSpPr>
          <p:cNvPr id="19" name="phase-evidence-count">
            <a:extLst xmlns:a="http://schemas.openxmlformats.org/drawingml/2006/main">
              <a:ext uri="{FF2B5EF4-FFF2-40B4-BE49-F238E27FC236}">
                <a16:creationId xmlns:a16="http://schemas.microsoft.com/office/drawing/2014/main" id="{3C97978A-0AA1-43DF-BC3B-7DBD7C58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" y="36576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9525">
            <a:solidFill>
              <a:srgbClr val="BFD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phase-evidence-label">
            <a:extLst xmlns:a="http://schemas.openxmlformats.org/drawingml/2006/main">
              <a:ext uri="{FF2B5EF4-FFF2-40B4-BE49-F238E27FC236}">
                <a16:creationId xmlns:a16="http://schemas.microsoft.com/office/drawing/2014/main" id="{A1F8A8DC-8572-44FB-B7F7-DD7A8379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565" y="4086225"/>
            <a:ext cx="466277" cy="215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00" b="1" i="0">
                <a:solidFill>
                  <a:srgbClr val="4D6F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4D6F9E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21" name="phase-conclusion-count">
            <a:extLst xmlns:a="http://schemas.openxmlformats.org/drawingml/2006/main">
              <a:ext uri="{FF2B5EF4-FFF2-40B4-BE49-F238E27FC236}">
                <a16:creationId xmlns:a16="http://schemas.microsoft.com/office/drawing/2014/main" id="{43D7A25C-415F-4706-A378-FA9C9299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" y="54387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9525">
            <a:solidFill>
              <a:srgbClr val="BFD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2" name="phase-conclusion-label">
            <a:extLst xmlns:a="http://schemas.openxmlformats.org/drawingml/2006/main">
              <a:ext uri="{FF2B5EF4-FFF2-40B4-BE49-F238E27FC236}">
                <a16:creationId xmlns:a16="http://schemas.microsoft.com/office/drawing/2014/main" id="{48CB573F-D10A-4564-9F76-4DAD8023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565" y="5867400"/>
            <a:ext cx="466277" cy="215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00" b="1" i="0">
                <a:solidFill>
                  <a:srgbClr val="4D6F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4D6F9E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3" name="claim-underlay">
            <a:extLst xmlns:a="http://schemas.openxmlformats.org/drawingml/2006/main">
              <a:ext uri="{FF2B5EF4-FFF2-40B4-BE49-F238E27FC236}">
                <a16:creationId xmlns:a16="http://schemas.microsoft.com/office/drawing/2014/main" id="{2F6DAB2D-C671-4DC2-ACE4-884F5FA7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1724025"/>
            <a:ext cx="10191750" cy="866775"/>
          </a:xfrm>
          <a:prstGeom xmlns:a="http://schemas.openxmlformats.org/drawingml/2006/main" prst="roundRect">
            <a:avLst>
              <a:gd name="adj" fmla="val 24176"/>
            </a:avLst>
          </a:prstGeom>
          <a:solidFill xmlns:a="http://schemas.openxmlformats.org/drawingml/2006/main">
            <a:srgbClr val="D7E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laim-card">
            <a:extLst xmlns:a="http://schemas.openxmlformats.org/drawingml/2006/main">
              <a:ext uri="{FF2B5EF4-FFF2-40B4-BE49-F238E27FC236}">
                <a16:creationId xmlns:a16="http://schemas.microsoft.com/office/drawing/2014/main" id="{FFF50AB3-E7E1-432B-AF34-63522CC6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1657350"/>
            <a:ext cx="10191750" cy="933450"/>
          </a:xfrm>
          <a:prstGeom xmlns:a="http://schemas.openxmlformats.org/drawingml/2006/main" prst="roundRect">
            <a:avLst>
              <a:gd name="adj" fmla="val 22449"/>
            </a:avLst>
          </a:prstGeom>
          <a:gradFill xmlns:a="http://schemas.openxmlformats.org/drawingml/2006/main">
            <a:gsLst>
              <a:gs pos="0">
                <a:srgbClr val="2D5CA3"/>
              </a:gs>
              <a:gs pos="72000">
                <a:srgbClr val="3D79C5"/>
              </a:gs>
              <a:gs pos="100000">
                <a:srgbClr val="70A7EB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5" name="claim-label">
            <a:extLst xmlns:a="http://schemas.openxmlformats.org/drawingml/2006/main">
              <a:ext uri="{FF2B5EF4-FFF2-40B4-BE49-F238E27FC236}">
                <a16:creationId xmlns:a16="http://schemas.microsoft.com/office/drawing/2014/main" id="{89B0604E-96B0-4F2C-A935-28B6F1CA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1885950"/>
            <a:ext cx="542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论点</a:t>
            </a:r>
          </a:p>
        </p:txBody>
      </p:sp>
      <p:sp>
        <p:nvSpPr>
          <p:cNvPr id="26" name="claim-divider">
            <a:extLst xmlns:a="http://schemas.openxmlformats.org/drawingml/2006/main">
              <a:ext uri="{FF2B5EF4-FFF2-40B4-BE49-F238E27FC236}">
                <a16:creationId xmlns:a16="http://schemas.microsoft.com/office/drawing/2014/main" id="{F57DEE9E-0F5E-4E43-8919-024AD648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81225" y="188595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laim-title">
            <a:extLst xmlns:a="http://schemas.openxmlformats.org/drawingml/2006/main">
              <a:ext uri="{FF2B5EF4-FFF2-40B4-BE49-F238E27FC236}">
                <a16:creationId xmlns:a16="http://schemas.microsoft.com/office/drawing/2014/main" id="{EF369F2D-B146-4745-81C0-44968C2C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0350" y="1811236"/>
            <a:ext cx="8401050" cy="309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稳定交付来自可验证的能力积累</a:t>
            </a:r>
          </a:p>
        </p:txBody>
      </p:sp>
      <p:sp>
        <p:nvSpPr>
          <p:cNvPr id="28" name="claim-body">
            <a:extLst xmlns:a="http://schemas.openxmlformats.org/drawingml/2006/main">
              <a:ext uri="{FF2B5EF4-FFF2-40B4-BE49-F238E27FC236}">
                <a16:creationId xmlns:a16="http://schemas.microsoft.com/office/drawing/2014/main" id="{6DAE6D14-C734-4988-8875-E34FDB35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0350" y="2177653"/>
            <a:ext cx="8401050" cy="259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700" b="0" i="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  <a:cs typeface="Microsoft YaHei"/>
              </a:rPr>
              <a:t>可靠性不是一次生成的偶然结果，而是事先建设并确认的系统能力</a:t>
            </a:r>
          </a:p>
        </p:txBody>
      </p:sp>
      <p:sp>
        <p:nvSpPr>
          <p:cNvPr id="29" name="evidence-card-0">
            <a:extLst xmlns:a="http://schemas.openxmlformats.org/drawingml/2006/main">
              <a:ext uri="{FF2B5EF4-FFF2-40B4-BE49-F238E27FC236}">
                <a16:creationId xmlns:a16="http://schemas.microsoft.com/office/drawing/2014/main" id="{4A4EE45E-92B2-480D-B1E0-5A314142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5000" y="2962275"/>
            <a:ext cx="2914650" cy="1981200"/>
          </a:xfrm>
          <a:prstGeom xmlns:a="http://schemas.openxmlformats.org/drawingml/2006/main" prst="roundRect">
            <a:avLst>
              <a:gd name="adj" fmla="val 8654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F2F7FD"/>
              </a:gs>
            </a:gsLst>
            <a:lin ang="10800000"/>
          </a:gradFill>
          <a:ln xmlns:a="http://schemas.openxmlformats.org/drawingml/2006/main" w="9525">
            <a:solidFill>
              <a:srgbClr val="D4E1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0" name="evidence-accent-0">
            <a:extLst xmlns:a="http://schemas.openxmlformats.org/drawingml/2006/main">
              <a:ext uri="{FF2B5EF4-FFF2-40B4-BE49-F238E27FC236}">
                <a16:creationId xmlns:a16="http://schemas.microsoft.com/office/drawing/2014/main" id="{5BDC4B5B-354B-401C-A989-2AA5ABC4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4525" y="2971800"/>
            <a:ext cx="2895600" cy="762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3A72BB"/>
              </a:gs>
              <a:gs pos="100000">
                <a:srgbClr val="7EB3EF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1" name="evidence-number-0">
            <a:extLst xmlns:a="http://schemas.openxmlformats.org/drawingml/2006/main">
              <a:ext uri="{FF2B5EF4-FFF2-40B4-BE49-F238E27FC236}">
                <a16:creationId xmlns:a16="http://schemas.microsoft.com/office/drawing/2014/main" id="{680ED3FD-DB6B-4FFD-B47F-99D77742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5975" y="3324225"/>
            <a:ext cx="457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2" name="evidence-title-0">
            <a:extLst xmlns:a="http://schemas.openxmlformats.org/drawingml/2006/main">
              <a:ext uri="{FF2B5EF4-FFF2-40B4-BE49-F238E27FC236}">
                <a16:creationId xmlns:a16="http://schemas.microsoft.com/office/drawing/2014/main" id="{0E4D9361-3F50-4E19-864A-43C344BA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8425" y="3190875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 i="0">
                <a:solidFill>
                  <a:srgbClr val="244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44B7F"/>
                </a:solidFill>
                <a:latin typeface="Microsoft YaHei"/>
                <a:ea typeface="Microsoft YaHei"/>
                <a:cs typeface="Microsoft YaHei"/>
              </a:rPr>
              <a:t>持续验证</a:t>
            </a:r>
          </a:p>
        </p:txBody>
      </p:sp>
      <p:sp>
        <p:nvSpPr>
          <p:cNvPr id="33" name="evidence-body-0">
            <a:extLst xmlns:a="http://schemas.openxmlformats.org/drawingml/2006/main">
              <a:ext uri="{FF2B5EF4-FFF2-40B4-BE49-F238E27FC236}">
                <a16:creationId xmlns:a16="http://schemas.microsoft.com/office/drawing/2014/main" id="{ED62A0EA-3B66-450D-B439-270FF467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5975" y="3819525"/>
            <a:ext cx="2552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700" b="0" i="0">
                <a:solidFill>
                  <a:srgbClr val="5366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53667D"/>
                </a:solidFill>
                <a:latin typeface="Microsoft YaHei"/>
                <a:ea typeface="Microsoft YaHei"/>
                <a:cs typeface="Microsoft YaHei"/>
              </a:rPr>
              <a:t>真实稿件持续校准能力边界</a:t>
            </a:r>
          </a:p>
        </p:txBody>
      </p:sp>
      <p:sp>
        <p:nvSpPr>
          <p:cNvPr id="34" name="evidence-card-1">
            <a:extLst xmlns:a="http://schemas.openxmlformats.org/drawingml/2006/main">
              <a:ext uri="{FF2B5EF4-FFF2-40B4-BE49-F238E27FC236}">
                <a16:creationId xmlns:a16="http://schemas.microsoft.com/office/drawing/2014/main" id="{79759ECA-6E05-4623-B511-871874B6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7300" y="2962275"/>
            <a:ext cx="2914650" cy="1981200"/>
          </a:xfrm>
          <a:prstGeom xmlns:a="http://schemas.openxmlformats.org/drawingml/2006/main" prst="roundRect">
            <a:avLst>
              <a:gd name="adj" fmla="val 8654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F2F7FD"/>
              </a:gs>
            </a:gsLst>
            <a:lin ang="10800000"/>
          </a:gradFill>
          <a:ln xmlns:a="http://schemas.openxmlformats.org/drawingml/2006/main" w="9525">
            <a:solidFill>
              <a:srgbClr val="D4E1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5" name="evidence-accent-1">
            <a:extLst xmlns:a="http://schemas.openxmlformats.org/drawingml/2006/main">
              <a:ext uri="{FF2B5EF4-FFF2-40B4-BE49-F238E27FC236}">
                <a16:creationId xmlns:a16="http://schemas.microsoft.com/office/drawing/2014/main" id="{B556A09D-E0E0-4072-B8BB-D6567516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2971800"/>
            <a:ext cx="2895600" cy="762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3A72BB"/>
              </a:gs>
              <a:gs pos="100000">
                <a:srgbClr val="7EB3EF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6" name="evidence-number-1">
            <a:extLst xmlns:a="http://schemas.openxmlformats.org/drawingml/2006/main">
              <a:ext uri="{FF2B5EF4-FFF2-40B4-BE49-F238E27FC236}">
                <a16:creationId xmlns:a16="http://schemas.microsoft.com/office/drawing/2014/main" id="{CD6EE6F5-DDE4-4B5D-81F5-9AD38125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48275" y="3324225"/>
            <a:ext cx="457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7" name="evidence-title-1">
            <a:extLst xmlns:a="http://schemas.openxmlformats.org/drawingml/2006/main">
              <a:ext uri="{FF2B5EF4-FFF2-40B4-BE49-F238E27FC236}">
                <a16:creationId xmlns:a16="http://schemas.microsoft.com/office/drawing/2014/main" id="{06F6F570-0CD7-437D-ADF7-EC3C6F27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0725" y="3190875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 i="0">
                <a:solidFill>
                  <a:srgbClr val="244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44B7F"/>
                </a:solidFill>
                <a:latin typeface="Microsoft YaHei"/>
                <a:ea typeface="Microsoft YaHei"/>
                <a:cs typeface="Microsoft YaHei"/>
              </a:rPr>
              <a:t>确定选择</a:t>
            </a:r>
          </a:p>
        </p:txBody>
      </p:sp>
      <p:sp>
        <p:nvSpPr>
          <p:cNvPr id="38" name="evidence-body-1">
            <a:extLst xmlns:a="http://schemas.openxmlformats.org/drawingml/2006/main">
              <a:ext uri="{FF2B5EF4-FFF2-40B4-BE49-F238E27FC236}">
                <a16:creationId xmlns:a16="http://schemas.microsoft.com/office/drawing/2014/main" id="{14F1B868-7509-4E1D-8326-D0693514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48275" y="3819525"/>
            <a:ext cx="2552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700" b="0" i="0">
                <a:solidFill>
                  <a:srgbClr val="5366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53667D"/>
                </a:solidFill>
                <a:latin typeface="Microsoft YaHei"/>
                <a:ea typeface="Microsoft YaHei"/>
                <a:cs typeface="Microsoft YaHei"/>
              </a:rPr>
              <a:t>按逻辑、数量与容量合法匹配</a:t>
            </a:r>
          </a:p>
        </p:txBody>
      </p:sp>
      <p:sp>
        <p:nvSpPr>
          <p:cNvPr id="39" name="evidence-card-2">
            <a:extLst xmlns:a="http://schemas.openxmlformats.org/drawingml/2006/main">
              <a:ext uri="{FF2B5EF4-FFF2-40B4-BE49-F238E27FC236}">
                <a16:creationId xmlns:a16="http://schemas.microsoft.com/office/drawing/2014/main" id="{2E818538-54E2-4FB3-A972-618C614A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0" y="2962275"/>
            <a:ext cx="2914650" cy="1981200"/>
          </a:xfrm>
          <a:prstGeom xmlns:a="http://schemas.openxmlformats.org/drawingml/2006/main" prst="roundRect">
            <a:avLst>
              <a:gd name="adj" fmla="val 8654"/>
            </a:avLst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F2F7FD"/>
              </a:gs>
            </a:gsLst>
            <a:lin ang="10800000"/>
          </a:gradFill>
          <a:ln xmlns:a="http://schemas.openxmlformats.org/drawingml/2006/main" w="9525">
            <a:solidFill>
              <a:srgbClr val="D4E1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40" name="evidence-accent-2">
            <a:extLst xmlns:a="http://schemas.openxmlformats.org/drawingml/2006/main">
              <a:ext uri="{FF2B5EF4-FFF2-40B4-BE49-F238E27FC236}">
                <a16:creationId xmlns:a16="http://schemas.microsoft.com/office/drawing/2014/main" id="{D79F5101-79B3-4FAE-B7DC-118FB800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9125" y="2971800"/>
            <a:ext cx="2895600" cy="762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3A72BB"/>
              </a:gs>
              <a:gs pos="100000">
                <a:srgbClr val="7EB3EF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1" name="evidence-number-2">
            <a:extLst xmlns:a="http://schemas.openxmlformats.org/drawingml/2006/main">
              <a:ext uri="{FF2B5EF4-FFF2-40B4-BE49-F238E27FC236}">
                <a16:creationId xmlns:a16="http://schemas.microsoft.com/office/drawing/2014/main" id="{E529D4CD-9851-458E-893F-A09E3985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10575" y="3324225"/>
            <a:ext cx="457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2" name="evidence-title-2">
            <a:extLst xmlns:a="http://schemas.openxmlformats.org/drawingml/2006/main">
              <a:ext uri="{FF2B5EF4-FFF2-40B4-BE49-F238E27FC236}">
                <a16:creationId xmlns:a16="http://schemas.microsoft.com/office/drawing/2014/main" id="{594B15F2-CC0F-4BE2-AD06-68D85203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63025" y="3190875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 i="0">
                <a:solidFill>
                  <a:srgbClr val="244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44B7F"/>
                </a:solidFill>
                <a:latin typeface="Microsoft YaHei"/>
                <a:ea typeface="Microsoft YaHei"/>
                <a:cs typeface="Microsoft YaHei"/>
              </a:rPr>
              <a:t>人工确认</a:t>
            </a:r>
          </a:p>
        </p:txBody>
      </p:sp>
      <p:sp>
        <p:nvSpPr>
          <p:cNvPr id="43" name="evidence-body-2">
            <a:extLst xmlns:a="http://schemas.openxmlformats.org/drawingml/2006/main">
              <a:ext uri="{FF2B5EF4-FFF2-40B4-BE49-F238E27FC236}">
                <a16:creationId xmlns:a16="http://schemas.microsoft.com/office/drawing/2014/main" id="{C8669142-293E-47F9-B817-12AD4054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10575" y="3819525"/>
            <a:ext cx="2552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700" b="0" i="0">
                <a:solidFill>
                  <a:srgbClr val="5366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53667D"/>
                </a:solidFill>
                <a:latin typeface="Microsoft YaHei"/>
                <a:ea typeface="Microsoft YaHei"/>
                <a:cs typeface="Microsoft YaHei"/>
              </a:rPr>
              <a:t>用户审核后才可正式调用</a:t>
            </a:r>
          </a:p>
        </p:txBody>
      </p:sp>
      <p:sp>
        <p:nvSpPr>
          <p:cNvPr id="44" name="conclusion-card">
            <a:extLst xmlns:a="http://schemas.openxmlformats.org/drawingml/2006/main">
              <a:ext uri="{FF2B5EF4-FFF2-40B4-BE49-F238E27FC236}">
                <a16:creationId xmlns:a16="http://schemas.microsoft.com/office/drawing/2014/main" id="{00155B4B-1AE1-4FF1-9973-86B11136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8325" y="5286375"/>
            <a:ext cx="9782175" cy="819150"/>
          </a:xfrm>
          <a:prstGeom xmlns:a="http://schemas.openxmlformats.org/drawingml/2006/main" prst="roundRect">
            <a:avLst>
              <a:gd name="adj" fmla="val 25581"/>
            </a:avLst>
          </a:prstGeom>
          <a:gradFill xmlns:a="http://schemas.openxmlformats.org/drawingml/2006/main">
            <a:gsLst>
              <a:gs pos="0">
                <a:srgbClr val="E7F1FC"/>
              </a:gs>
              <a:gs pos="62000">
                <a:srgbClr val="F7FBFF"/>
              </a:gs>
              <a:gs pos="100000">
                <a:srgbClr val="EDF5FF"/>
              </a:gs>
            </a:gsLst>
            <a:lin ang="5400000"/>
          </a:gradFill>
          <a:ln xmlns:a="http://schemas.openxmlformats.org/drawingml/2006/main" w="9525">
            <a:solidFill>
              <a:srgbClr val="BFD4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</p:sp>
      <p:sp>
        <p:nvSpPr>
          <p:cNvPr id="45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4E32CB42-7249-455C-BE80-F70D9BA0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0350" y="5410200"/>
            <a:ext cx="8582025" cy="280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244B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44B7F"/>
                </a:solidFill>
                <a:latin typeface="Microsoft YaHei"/>
                <a:ea typeface="Microsoft YaHei"/>
                <a:cs typeface="Microsoft YaHei"/>
              </a:rPr>
              <a:t>可靠性来自能力、规则与代码的共同作用</a:t>
            </a:r>
          </a:p>
        </p:txBody>
      </p:sp>
      <p:sp>
        <p:nvSpPr>
          <p:cNvPr id="46" name="conclusion-body">
            <a:extLst xmlns:a="http://schemas.openxmlformats.org/drawingml/2006/main">
              <a:ext uri="{FF2B5EF4-FFF2-40B4-BE49-F238E27FC236}">
                <a16:creationId xmlns:a16="http://schemas.microsoft.com/office/drawing/2014/main" id="{4F099DE6-10D7-4740-9CD4-7ED97779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0350" y="5748185"/>
            <a:ext cx="8582025" cy="233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00" b="0" i="0">
                <a:solidFill>
                  <a:srgbClr val="566B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566B84"/>
                </a:solidFill>
                <a:latin typeface="Microsoft YaHei"/>
                <a:ea typeface="Microsoft YaHei"/>
                <a:cs typeface="Microsoft YaHei"/>
              </a:rPr>
              <a:t>系统不依赖模型临场发挥，也能稳定生成原生可编辑结果</a:t>
            </a:r>
          </a:p>
        </p:txBody>
      </p:sp>
      <p:sp>
        <p:nvSpPr>
          <p:cNvPr id="47" name="therefore-badge">
            <a:extLst xmlns:a="http://schemas.openxmlformats.org/drawingml/2006/main">
              <a:ext uri="{FF2B5EF4-FFF2-40B4-BE49-F238E27FC236}">
                <a16:creationId xmlns:a16="http://schemas.microsoft.com/office/drawing/2014/main" id="{60E8B5B1-D862-4CF4-B08D-6FE583FC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0188" y="5286375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66675">
            <a:solidFill>
              <a:srgbClr val="E1ED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因此</a:t>
            </a:r>
          </a:p>
        </p:txBody>
      </p:sp>
    </p:spTree>
    <p:extLst>
      <p:ext uri="{BB962C8B-B14F-4D97-AF65-F5344CB8AC3E}">
        <p14:creationId xmlns:p14="http://schemas.microsoft.com/office/powerpoint/2010/main" val="3557558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95250" dist="381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114300" dist="57150" dir="5400000">
              <a:srgbClr val="2F5EA8">
                <a:alpha val="1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2026-08-23T01:13:10.3580000Z</dcterms:created>
  <dcterms:modified xsi:type="dcterms:W3CDTF">2026-08-23T01:13:10.3580000Z</dcterms:modified>
</coreProperties>
</file>