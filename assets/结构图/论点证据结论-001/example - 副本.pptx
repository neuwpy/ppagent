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6e24b506b34ce8" /><Relationship Type="http://schemas.openxmlformats.org/officeDocument/2006/relationships/extended-properties" Target="/docProps/app.xml" Id="Ra4528d5410d948d1" /><Relationship Type="http://schemas.openxmlformats.org/officeDocument/2006/relationships/officeDocument" Target="/ppt/presentation.xml" Id="Rbd02192159dc43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d951292b0046bc"/>
  </p:sldMasterIdLst>
  <p:notesMasterIdLst>
    <p:notesMasterId xmlns:r="http://schemas.openxmlformats.org/officeDocument/2006/relationships" r:id="R0ad4f0be727e47e3"/>
  </p:notesMasterIdLst>
  <p:sldIdLst>
    <p:sldId xmlns:r="http://schemas.openxmlformats.org/officeDocument/2006/relationships" id="256" r:id="Rd46cf831ee4640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4fdabc938f41bb" /><Relationship Type="http://schemas.openxmlformats.org/officeDocument/2006/relationships/slideMaster" Target="/ppt/slideMasters/slideMaster1.xml" Id="R02d951292b0046bc" /><Relationship Type="http://schemas.openxmlformats.org/officeDocument/2006/relationships/notesMaster" Target="/ppt/notesMasters/notesMaster1.xml" Id="R0ad4f0be727e47e3" /><Relationship Type="http://schemas.openxmlformats.org/officeDocument/2006/relationships/presProps" Target="/ppt/presProps.xml" Id="Ra4c8d28aeaae4ba2" /><Relationship Type="http://schemas.openxmlformats.org/officeDocument/2006/relationships/tableStyles" Target="/ppt/tableStyles.xml" Id="R127f955e34574a1b" /><Relationship Type="http://schemas.openxmlformats.org/officeDocument/2006/relationships/slide" Target="/ppt/slides/slide1.xml" Id="Rd46cf831ee4640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b5ef1cb0184e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fd366bf9f24973" /><Relationship Type="http://schemas.openxmlformats.org/officeDocument/2006/relationships/notesMaster" Target="/ppt/notesMasters/notesMaster1.xml" Id="R9ecf60c748974a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8b48ebeea4b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e74aa540284131" /><Relationship Type="http://schemas.openxmlformats.org/officeDocument/2006/relationships/slideLayout" Target="/ppt/slideLayouts/slideLayout1.xml" Id="Ra03a4d927d7b45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3a4d927d7b45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687127e304247" /><Relationship Type="http://schemas.openxmlformats.org/officeDocument/2006/relationships/notesSlide" Target="/ppt/notesSlides/notesSlide1.xml" Id="Ra98cbbda86e340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claim-evidence-link-0">
            <a:extLst xmlns:a="http://schemas.openxmlformats.org/drawingml/2006/main">
              <a:ext uri="{FF2B5EF4-FFF2-40B4-BE49-F238E27FC236}">
                <a16:creationId xmlns:a16="http://schemas.microsoft.com/office/drawing/2014/main" id="{9BFFC851-F1D6-4108-B53C-FF6E505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dash"/>
          </a:ln>
        </p:spPr>
      </p:sp>
      <p:sp>
        <p:nvSpPr>
          <p:cNvPr id="2" name="claim-evidence-anchor-0">
            <a:extLst xmlns:a="http://schemas.openxmlformats.org/drawingml/2006/main">
              <a:ext uri="{FF2B5EF4-FFF2-40B4-BE49-F238E27FC236}">
                <a16:creationId xmlns:a16="http://schemas.microsoft.com/office/drawing/2014/main" id="{11CBD996-7FCD-4575-8109-3CD45680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3" name="claim-evidence-link-1">
            <a:extLst xmlns:a="http://schemas.openxmlformats.org/drawingml/2006/main">
              <a:ext uri="{FF2B5EF4-FFF2-40B4-BE49-F238E27FC236}">
                <a16:creationId xmlns:a16="http://schemas.microsoft.com/office/drawing/2014/main" id="{97145B3C-EA73-4887-8409-9EED9468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dash"/>
          </a:ln>
        </p:spPr>
      </p:sp>
      <p:sp>
        <p:nvSpPr>
          <p:cNvPr id="4" name="claim-evidence-anchor-1">
            <a:extLst xmlns:a="http://schemas.openxmlformats.org/drawingml/2006/main">
              <a:ext uri="{FF2B5EF4-FFF2-40B4-BE49-F238E27FC236}">
                <a16:creationId xmlns:a16="http://schemas.microsoft.com/office/drawing/2014/main" id="{C2491718-08C6-40C2-BEE1-D753217A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5" name="claim-evidence-link-2">
            <a:extLst xmlns:a="http://schemas.openxmlformats.org/drawingml/2006/main">
              <a:ext uri="{FF2B5EF4-FFF2-40B4-BE49-F238E27FC236}">
                <a16:creationId xmlns:a16="http://schemas.microsoft.com/office/drawing/2014/main" id="{5541AAC4-3E13-4B93-A703-27C22358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dash"/>
          </a:ln>
        </p:spPr>
      </p:sp>
      <p:sp>
        <p:nvSpPr>
          <p:cNvPr id="6" name="claim-evidence-anchor-2">
            <a:extLst xmlns:a="http://schemas.openxmlformats.org/drawingml/2006/main">
              <a:ext uri="{FF2B5EF4-FFF2-40B4-BE49-F238E27FC236}">
                <a16:creationId xmlns:a16="http://schemas.microsoft.com/office/drawing/2014/main" id="{5C83E504-74B6-4E0C-B330-2E0D0163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7" name="evidence-bus-link-0">
            <a:extLst xmlns:a="http://schemas.openxmlformats.org/drawingml/2006/main">
              <a:ext uri="{FF2B5EF4-FFF2-40B4-BE49-F238E27FC236}">
                <a16:creationId xmlns:a16="http://schemas.microsoft.com/office/drawing/2014/main" id="{3F80F400-6077-48E7-AF12-FCA499FC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8" name="evidence-bus-anchor-0">
            <a:extLst xmlns:a="http://schemas.openxmlformats.org/drawingml/2006/main">
              <a:ext uri="{FF2B5EF4-FFF2-40B4-BE49-F238E27FC236}">
                <a16:creationId xmlns:a16="http://schemas.microsoft.com/office/drawing/2014/main" id="{EFEC20E5-0CA1-4DDF-917D-57BD99C7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9" name="evidence-bus-link-1">
            <a:extLst xmlns:a="http://schemas.openxmlformats.org/drawingml/2006/main">
              <a:ext uri="{FF2B5EF4-FFF2-40B4-BE49-F238E27FC236}">
                <a16:creationId xmlns:a16="http://schemas.microsoft.com/office/drawing/2014/main" id="{2761BD82-4DE3-41AC-8B4B-3997276E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10" name="evidence-bus-anchor-1">
            <a:extLst xmlns:a="http://schemas.openxmlformats.org/drawingml/2006/main">
              <a:ext uri="{FF2B5EF4-FFF2-40B4-BE49-F238E27FC236}">
                <a16:creationId xmlns:a16="http://schemas.microsoft.com/office/drawing/2014/main" id="{DCF26131-2E6B-48F9-9444-CCD8AD50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1" name="evidence-bus-link-2">
            <a:extLst xmlns:a="http://schemas.openxmlformats.org/drawingml/2006/main">
              <a:ext uri="{FF2B5EF4-FFF2-40B4-BE49-F238E27FC236}">
                <a16:creationId xmlns:a16="http://schemas.microsoft.com/office/drawing/2014/main" id="{5C58592F-DCD6-42C8-9824-BD9219E5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12" name="evidence-bus-anchor-2">
            <a:extLst xmlns:a="http://schemas.openxmlformats.org/drawingml/2006/main">
              <a:ext uri="{FF2B5EF4-FFF2-40B4-BE49-F238E27FC236}">
                <a16:creationId xmlns:a16="http://schemas.microsoft.com/office/drawing/2014/main" id="{30375012-D41C-42EB-83D0-391A8BC9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3" name="evidence-proof-bus">
            <a:extLst xmlns:a="http://schemas.openxmlformats.org/drawingml/2006/main">
              <a:ext uri="{FF2B5EF4-FFF2-40B4-BE49-F238E27FC236}">
                <a16:creationId xmlns:a16="http://schemas.microsoft.com/office/drawing/2014/main" id="{C2DF1817-03C3-42CF-AEBA-9E2F9EC5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105400"/>
            <a:ext cx="632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78AEEF"/>
            </a:solidFill>
            <a:prstDash val="solid"/>
          </a:ln>
        </p:spPr>
      </p:sp>
      <p:sp>
        <p:nvSpPr>
          <p:cNvPr id="14" name="proof-conclusion-link">
            <a:extLst xmlns:a="http://schemas.openxmlformats.org/drawingml/2006/main">
              <a:ext uri="{FF2B5EF4-FFF2-40B4-BE49-F238E27FC236}">
                <a16:creationId xmlns:a16="http://schemas.microsoft.com/office/drawing/2014/main" id="{5B817261-9B8E-4D76-A121-F480AC19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510540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15" name="proof-conclusion-arrow">
            <a:extLst xmlns:a="http://schemas.openxmlformats.org/drawingml/2006/main">
              <a:ext uri="{FF2B5EF4-FFF2-40B4-BE49-F238E27FC236}">
                <a16:creationId xmlns:a16="http://schemas.microsoft.com/office/drawing/2014/main" id="{3B70EF79-BE63-4FC0-A479-C0F03750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8893" y="5200650"/>
            <a:ext cx="131455" cy="85725"/>
          </a:xfrm>
          <a:custGeom xmlns:a="http://schemas.openxmlformats.org/drawingml/2006/main">
            <a:pathLst>
              <a:path w="131455" h="85725">
                <a:moveTo>
                  <a:pt x="65732" y="85725"/>
                </a:moveTo>
                <a:lnTo>
                  <a:pt x="59007" y="77076"/>
                </a:lnTo>
                <a:lnTo>
                  <a:pt x="52273" y="68428"/>
                </a:lnTo>
                <a:lnTo>
                  <a:pt x="45549" y="59779"/>
                </a:lnTo>
                <a:lnTo>
                  <a:pt x="38824" y="51140"/>
                </a:lnTo>
                <a:lnTo>
                  <a:pt x="32099" y="42491"/>
                </a:lnTo>
                <a:lnTo>
                  <a:pt x="25375" y="33842"/>
                </a:lnTo>
                <a:lnTo>
                  <a:pt x="18650" y="25194"/>
                </a:lnTo>
                <a:lnTo>
                  <a:pt x="11925" y="16545"/>
                </a:lnTo>
                <a:lnTo>
                  <a:pt x="5201" y="7896"/>
                </a:lnTo>
                <a:lnTo>
                  <a:pt x="0" y="0"/>
                </a:lnTo>
                <a:lnTo>
                  <a:pt x="10954" y="0"/>
                </a:lnTo>
                <a:lnTo>
                  <a:pt x="21908" y="0"/>
                </a:lnTo>
                <a:lnTo>
                  <a:pt x="32861" y="0"/>
                </a:lnTo>
                <a:lnTo>
                  <a:pt x="43815" y="0"/>
                </a:lnTo>
                <a:lnTo>
                  <a:pt x="54778" y="0"/>
                </a:lnTo>
                <a:lnTo>
                  <a:pt x="65732" y="0"/>
                </a:lnTo>
                <a:lnTo>
                  <a:pt x="76686" y="0"/>
                </a:lnTo>
                <a:lnTo>
                  <a:pt x="87640" y="0"/>
                </a:lnTo>
                <a:lnTo>
                  <a:pt x="98593" y="0"/>
                </a:lnTo>
                <a:lnTo>
                  <a:pt x="109547" y="0"/>
                </a:lnTo>
                <a:lnTo>
                  <a:pt x="120501" y="0"/>
                </a:lnTo>
                <a:lnTo>
                  <a:pt x="131455" y="0"/>
                </a:lnTo>
                <a:lnTo>
                  <a:pt x="126263" y="7896"/>
                </a:lnTo>
                <a:lnTo>
                  <a:pt x="119529" y="16545"/>
                </a:lnTo>
                <a:lnTo>
                  <a:pt x="112805" y="25194"/>
                </a:lnTo>
                <a:lnTo>
                  <a:pt x="106080" y="33842"/>
                </a:lnTo>
                <a:lnTo>
                  <a:pt x="99355" y="42491"/>
                </a:lnTo>
                <a:lnTo>
                  <a:pt x="92631" y="51140"/>
                </a:lnTo>
                <a:lnTo>
                  <a:pt x="85906" y="59779"/>
                </a:lnTo>
                <a:lnTo>
                  <a:pt x="79181" y="68428"/>
                </a:lnTo>
                <a:lnTo>
                  <a:pt x="72457" y="77076"/>
                </a:lnTo>
                <a:lnTo>
                  <a:pt x="65732" y="85725"/>
                </a:lnTo>
                <a:close/>
              </a:path>
            </a:pathLst>
          </a:custGeom>
          <a:solidFill xmlns:a="http://schemas.openxmlformats.org/drawingml/2006/main">
            <a:srgbClr val="78AE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phase-line">
            <a:extLst xmlns:a="http://schemas.openxmlformats.org/drawingml/2006/main">
              <a:ext uri="{FF2B5EF4-FFF2-40B4-BE49-F238E27FC236}">
                <a16:creationId xmlns:a16="http://schemas.microsoft.com/office/drawing/2014/main" id="{D37F5A7B-C764-4B10-9256-308E1EC0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000250"/>
            <a:ext cx="19050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hase-claim-count">
            <a:extLst xmlns:a="http://schemas.openxmlformats.org/drawingml/2006/main">
              <a:ext uri="{FF2B5EF4-FFF2-40B4-BE49-F238E27FC236}">
                <a16:creationId xmlns:a16="http://schemas.microsoft.com/office/drawing/2014/main" id="{8AB1C59D-4321-4868-B144-D484CA19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BFD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phase-claim-label">
            <a:extLst xmlns:a="http://schemas.openxmlformats.org/drawingml/2006/main">
              <a:ext uri="{FF2B5EF4-FFF2-40B4-BE49-F238E27FC236}">
                <a16:creationId xmlns:a16="http://schemas.microsoft.com/office/drawing/2014/main" id="{467C166F-0532-47FB-9219-A51AB432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65" y="2238375"/>
            <a:ext cx="466277" cy="215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rPr>
              <a:t>论点</a:t>
            </a:r>
          </a:p>
        </p:txBody>
      </p:sp>
      <p:sp>
        <p:nvSpPr>
          <p:cNvPr id="19" name="phase-evidence-count">
            <a:extLst xmlns:a="http://schemas.openxmlformats.org/drawingml/2006/main">
              <a:ext uri="{FF2B5EF4-FFF2-40B4-BE49-F238E27FC236}">
                <a16:creationId xmlns:a16="http://schemas.microsoft.com/office/drawing/2014/main" id="{47D6D5FA-1306-4140-A4F9-8E7AF749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3657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BFD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phase-evidence-label">
            <a:extLst xmlns:a="http://schemas.openxmlformats.org/drawingml/2006/main">
              <a:ext uri="{FF2B5EF4-FFF2-40B4-BE49-F238E27FC236}">
                <a16:creationId xmlns:a16="http://schemas.microsoft.com/office/drawing/2014/main" id="{972C47DF-3758-47F5-9DE2-47F695C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65" y="4086225"/>
            <a:ext cx="466277" cy="215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1" name="phase-conclusion-count">
            <a:extLst xmlns:a="http://schemas.openxmlformats.org/drawingml/2006/main">
              <a:ext uri="{FF2B5EF4-FFF2-40B4-BE49-F238E27FC236}">
                <a16:creationId xmlns:a16="http://schemas.microsoft.com/office/drawing/2014/main" id="{DC11583C-4EC4-4A65-B414-E7EEC473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5438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BFD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phase-conclusion-label">
            <a:extLst xmlns:a="http://schemas.openxmlformats.org/drawingml/2006/main">
              <a:ext uri="{FF2B5EF4-FFF2-40B4-BE49-F238E27FC236}">
                <a16:creationId xmlns:a16="http://schemas.microsoft.com/office/drawing/2014/main" id="{031D7AC3-C4BE-4E56-9560-06BCA44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65" y="5867400"/>
            <a:ext cx="466277" cy="215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3" name="claim-underlay">
            <a:extLst xmlns:a="http://schemas.openxmlformats.org/drawingml/2006/main">
              <a:ext uri="{FF2B5EF4-FFF2-40B4-BE49-F238E27FC236}">
                <a16:creationId xmlns:a16="http://schemas.microsoft.com/office/drawing/2014/main" id="{EDA76A73-8EFD-47FB-BA9D-45233F0F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724025"/>
            <a:ext cx="10191750" cy="866775"/>
          </a:xfrm>
          <a:prstGeom xmlns:a="http://schemas.openxmlformats.org/drawingml/2006/main" prst="roundRect">
            <a:avLst>
              <a:gd name="adj" fmla="val 24176"/>
            </a:avLst>
          </a:prstGeom>
          <a:solidFill xmlns:a="http://schemas.openxmlformats.org/drawingml/2006/main">
            <a:srgbClr val="D7E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aim-card">
            <a:extLst xmlns:a="http://schemas.openxmlformats.org/drawingml/2006/main">
              <a:ext uri="{FF2B5EF4-FFF2-40B4-BE49-F238E27FC236}">
                <a16:creationId xmlns:a16="http://schemas.microsoft.com/office/drawing/2014/main" id="{36978823-AB83-415A-84B2-7832374E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657350"/>
            <a:ext cx="10191750" cy="933450"/>
          </a:xfrm>
          <a:prstGeom xmlns:a="http://schemas.openxmlformats.org/drawingml/2006/main" prst="roundRect">
            <a:avLst>
              <a:gd name="adj" fmla="val 22449"/>
            </a:avLst>
          </a:prstGeom>
          <a:gradFill xmlns:a="http://schemas.openxmlformats.org/drawingml/2006/main">
            <a:gsLst>
              <a:gs pos="0">
                <a:srgbClr val="2D5CA3"/>
              </a:gs>
              <a:gs pos="72000">
                <a:srgbClr val="3D79C5"/>
              </a:gs>
              <a:gs pos="100000">
                <a:srgbClr val="70A7EB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5" name="claim-label">
            <a:extLst xmlns:a="http://schemas.openxmlformats.org/drawingml/2006/main">
              <a:ext uri="{FF2B5EF4-FFF2-40B4-BE49-F238E27FC236}">
                <a16:creationId xmlns:a16="http://schemas.microsoft.com/office/drawing/2014/main" id="{2A54C967-DAD8-407E-B019-FD63E5A8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1885950"/>
            <a:ext cx="54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论点</a:t>
            </a:r>
          </a:p>
        </p:txBody>
      </p:sp>
      <p:sp>
        <p:nvSpPr>
          <p:cNvPr id="26" name="claim-divider">
            <a:extLst xmlns:a="http://schemas.openxmlformats.org/drawingml/2006/main">
              <a:ext uri="{FF2B5EF4-FFF2-40B4-BE49-F238E27FC236}">
                <a16:creationId xmlns:a16="http://schemas.microsoft.com/office/drawing/2014/main" id="{1E7B660D-7EF1-47FE-9BBA-6630BFD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1225" y="1885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0854EE2-C363-4B47-9BA5-6215B18B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1781175"/>
            <a:ext cx="8839200" cy="35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稳定交付来自可验证的能力积累</a:t>
            </a:r>
          </a:p>
        </p:txBody>
      </p:sp>
      <p:sp>
        <p:nvSpPr>
          <p:cNvPr id="28" name="claim-body">
            <a:extLst xmlns:a="http://schemas.openxmlformats.org/drawingml/2006/main">
              <a:ext uri="{FF2B5EF4-FFF2-40B4-BE49-F238E27FC236}">
                <a16:creationId xmlns:a16="http://schemas.microsoft.com/office/drawing/2014/main" id="{64D1039D-011B-45AB-842D-7CB7C6F9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2196408"/>
            <a:ext cx="8839200" cy="27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00" b="0" i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i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rPr>
              <a:t>可靠性不是一次生成的偶然结果，而是事先建设并确认的系统能力</a:t>
            </a:r>
          </a:p>
        </p:txBody>
      </p:sp>
      <p:sp>
        <p:nvSpPr>
          <p:cNvPr id="29" name="evidence-card-0">
            <a:extLst xmlns:a="http://schemas.openxmlformats.org/drawingml/2006/main">
              <a:ext uri="{FF2B5EF4-FFF2-40B4-BE49-F238E27FC236}">
                <a16:creationId xmlns:a16="http://schemas.microsoft.com/office/drawing/2014/main" id="{9EFCB264-C7BC-4CFF-90AF-40624F05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2F7FD"/>
              </a:gs>
            </a:gsLst>
            <a:lin ang="10800000"/>
          </a:gradFill>
          <a:ln xmlns:a="http://schemas.openxmlformats.org/drawingml/2006/main" w="9525">
            <a:solidFill>
              <a:srgbClr val="D4E1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evidence-accent-0">
            <a:extLst xmlns:a="http://schemas.openxmlformats.org/drawingml/2006/main">
              <a:ext uri="{FF2B5EF4-FFF2-40B4-BE49-F238E27FC236}">
                <a16:creationId xmlns:a16="http://schemas.microsoft.com/office/drawing/2014/main" id="{369D0322-9374-46A7-9770-19C850BB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A72BB"/>
              </a:gs>
              <a:gs pos="100000">
                <a:srgbClr val="7EB3E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1" name="evidence-number-0">
            <a:extLst xmlns:a="http://schemas.openxmlformats.org/drawingml/2006/main">
              <a:ext uri="{FF2B5EF4-FFF2-40B4-BE49-F238E27FC236}">
                <a16:creationId xmlns:a16="http://schemas.microsoft.com/office/drawing/2014/main" id="{5F31352E-49B1-4B07-B047-5F5E315B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319087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evidence-type-0">
            <a:extLst xmlns:a="http://schemas.openxmlformats.org/drawingml/2006/main">
              <a:ext uri="{FF2B5EF4-FFF2-40B4-BE49-F238E27FC236}">
                <a16:creationId xmlns:a16="http://schemas.microsoft.com/office/drawing/2014/main" id="{78EC7856-4F88-4C7D-8D0B-7D07BD8D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3214983"/>
            <a:ext cx="2105025" cy="237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00" b="1" i="0">
                <a:solidFill>
                  <a:srgbClr val="5D7D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5D7DA7"/>
                </a:solidFill>
                <a:latin typeface="Microsoft YaHei"/>
                <a:ea typeface="Microsoft YaHei"/>
                <a:cs typeface="Microsoft YaHei"/>
              </a:rPr>
              <a:t>真实任务</a:t>
            </a:r>
          </a:p>
        </p:txBody>
      </p:sp>
      <p:sp>
        <p:nvSpPr>
          <p:cNvPr id="33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22CBD7E5-7788-416F-942F-5A59347F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357187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持续验证</a:t>
            </a:r>
          </a:p>
        </p:txBody>
      </p:sp>
      <p:sp>
        <p:nvSpPr>
          <p:cNvPr id="34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1430652A-9678-47F2-B5EC-54FCA7BC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4086225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9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rPr>
              <a:t>真实稿件持续校准能力边界</a:t>
            </a:r>
          </a:p>
        </p:txBody>
      </p:sp>
      <p:sp>
        <p:nvSpPr>
          <p:cNvPr id="35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0B4EBE38-D419-41FE-80A3-2680EDF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2F7FD"/>
              </a:gs>
            </a:gsLst>
            <a:lin ang="10800000"/>
          </a:gradFill>
          <a:ln xmlns:a="http://schemas.openxmlformats.org/drawingml/2006/main" w="9525">
            <a:solidFill>
              <a:srgbClr val="D4E1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6" name="evidence-accent-1">
            <a:extLst xmlns:a="http://schemas.openxmlformats.org/drawingml/2006/main">
              <a:ext uri="{FF2B5EF4-FFF2-40B4-BE49-F238E27FC236}">
                <a16:creationId xmlns:a16="http://schemas.microsoft.com/office/drawing/2014/main" id="{373FDE96-A5C2-4E34-B58F-58062B22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A72BB"/>
              </a:gs>
              <a:gs pos="100000">
                <a:srgbClr val="7EB3E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7" name="evidence-number-1">
            <a:extLst xmlns:a="http://schemas.openxmlformats.org/drawingml/2006/main">
              <a:ext uri="{FF2B5EF4-FFF2-40B4-BE49-F238E27FC236}">
                <a16:creationId xmlns:a16="http://schemas.microsoft.com/office/drawing/2014/main" id="{BD1A1FEA-075B-4F1B-A282-A97EDAF5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19087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8" name="evidence-type-1">
            <a:extLst xmlns:a="http://schemas.openxmlformats.org/drawingml/2006/main">
              <a:ext uri="{FF2B5EF4-FFF2-40B4-BE49-F238E27FC236}">
                <a16:creationId xmlns:a16="http://schemas.microsoft.com/office/drawing/2014/main" id="{7DC6C2DF-6CA6-4057-A311-DEB1731F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3214983"/>
            <a:ext cx="2105025" cy="237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00" b="1" i="0">
                <a:solidFill>
                  <a:srgbClr val="5D7D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5D7DA7"/>
                </a:solidFill>
                <a:latin typeface="Microsoft YaHei"/>
                <a:ea typeface="Microsoft YaHei"/>
                <a:cs typeface="Microsoft YaHei"/>
              </a:rPr>
              <a:t>运行规则</a:t>
            </a:r>
          </a:p>
        </p:txBody>
      </p:sp>
      <p:sp>
        <p:nvSpPr>
          <p:cNvPr id="39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9F4AC3D8-954F-4235-8D67-C6AA9637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57187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确定选择</a:t>
            </a:r>
          </a:p>
        </p:txBody>
      </p:sp>
      <p:sp>
        <p:nvSpPr>
          <p:cNvPr id="40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8D1FE17B-8626-4E4E-BCD6-CE9E8E4F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4086225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9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rPr>
              <a:t>按逻辑、数量与容量合法匹配</a:t>
            </a:r>
          </a:p>
        </p:txBody>
      </p:sp>
      <p:sp>
        <p:nvSpPr>
          <p:cNvPr id="41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D7EF1B8B-3A5F-489A-9C0E-C34A0675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2F7FD"/>
              </a:gs>
            </a:gsLst>
            <a:lin ang="10800000"/>
          </a:gradFill>
          <a:ln xmlns:a="http://schemas.openxmlformats.org/drawingml/2006/main" w="9525">
            <a:solidFill>
              <a:srgbClr val="D4E1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2" name="evidence-accent-2">
            <a:extLst xmlns:a="http://schemas.openxmlformats.org/drawingml/2006/main">
              <a:ext uri="{FF2B5EF4-FFF2-40B4-BE49-F238E27FC236}">
                <a16:creationId xmlns:a16="http://schemas.microsoft.com/office/drawing/2014/main" id="{E03C3B7D-B35C-418F-A0D4-25879AAE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A72BB"/>
              </a:gs>
              <a:gs pos="100000">
                <a:srgbClr val="7EB3E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3" name="evidence-number-2">
            <a:extLst xmlns:a="http://schemas.openxmlformats.org/drawingml/2006/main">
              <a:ext uri="{FF2B5EF4-FFF2-40B4-BE49-F238E27FC236}">
                <a16:creationId xmlns:a16="http://schemas.microsoft.com/office/drawing/2014/main" id="{57972DE2-58E4-4206-B5B4-65FD6330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19087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evidence-type-2">
            <a:extLst xmlns:a="http://schemas.openxmlformats.org/drawingml/2006/main">
              <a:ext uri="{FF2B5EF4-FFF2-40B4-BE49-F238E27FC236}">
                <a16:creationId xmlns:a16="http://schemas.microsoft.com/office/drawing/2014/main" id="{D8422E8F-EA8F-4BF6-A541-AD54954E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214983"/>
            <a:ext cx="2105025" cy="237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00" b="1" i="0">
                <a:solidFill>
                  <a:srgbClr val="5D7D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5D7DA7"/>
                </a:solidFill>
                <a:latin typeface="Microsoft YaHei"/>
                <a:ea typeface="Microsoft YaHei"/>
                <a:cs typeface="Microsoft YaHei"/>
              </a:rPr>
              <a:t>用户验收</a:t>
            </a:r>
          </a:p>
        </p:txBody>
      </p:sp>
      <p:sp>
        <p:nvSpPr>
          <p:cNvPr id="45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3CEFA9F2-CD7D-4159-8DB4-2B068173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57187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46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9722C3E5-95E8-4F16-90EC-990A9979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4086225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9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rPr>
              <a:t>用户审核后才可正式调用</a:t>
            </a:r>
          </a:p>
        </p:txBody>
      </p:sp>
      <p:sp>
        <p:nvSpPr>
          <p:cNvPr id="47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F43AA4EC-F34B-4A5D-8EFA-27D47996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5286375"/>
            <a:ext cx="9782175" cy="819150"/>
          </a:xfrm>
          <a:prstGeom xmlns:a="http://schemas.openxmlformats.org/drawingml/2006/main" prst="roundRect">
            <a:avLst>
              <a:gd name="adj" fmla="val 25581"/>
            </a:avLst>
          </a:prstGeom>
          <a:gradFill xmlns:a="http://schemas.openxmlformats.org/drawingml/2006/main">
            <a:gsLst>
              <a:gs pos="0">
                <a:srgbClr val="E7F1FC"/>
              </a:gs>
              <a:gs pos="62000">
                <a:srgbClr val="F7FBFF"/>
              </a:gs>
              <a:gs pos="100000">
                <a:srgbClr val="EDF5FF"/>
              </a:gs>
            </a:gsLst>
            <a:lin ang="5400000"/>
          </a:gradFill>
          <a:ln xmlns:a="http://schemas.openxmlformats.org/drawingml/2006/main" w="9525">
            <a:solidFill>
              <a:srgbClr val="BFD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48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189DC8F2-BF2E-4C28-978F-5DCD3E0D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5410200"/>
            <a:ext cx="9020175" cy="293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可靠性来自能力、规则与代码的共同作用</a:t>
            </a:r>
          </a:p>
        </p:txBody>
      </p:sp>
      <p:sp>
        <p:nvSpPr>
          <p:cNvPr id="49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3628F2C6-5D4B-4494-9157-876897F1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5761282"/>
            <a:ext cx="9020175" cy="220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 i="0">
                <a:solidFill>
                  <a:srgbClr val="56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i="0">
                <a:solidFill>
                  <a:srgbClr val="566B84"/>
                </a:solidFill>
                <a:latin typeface="Microsoft YaHei"/>
                <a:ea typeface="Microsoft YaHei"/>
                <a:cs typeface="Microsoft YaHei"/>
              </a:rPr>
              <a:t>系统不依赖模型临场发挥，也能稳定生成原生可编辑结果</a:t>
            </a:r>
          </a:p>
        </p:txBody>
      </p:sp>
      <p:sp>
        <p:nvSpPr>
          <p:cNvPr id="50" name="therefore-badge">
            <a:extLst xmlns:a="http://schemas.openxmlformats.org/drawingml/2006/main">
              <a:ext uri="{FF2B5EF4-FFF2-40B4-BE49-F238E27FC236}">
                <a16:creationId xmlns:a16="http://schemas.microsoft.com/office/drawing/2014/main" id="{F4A53120-6239-4FF5-B621-0939DD0D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0188" y="52863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66675">
            <a:solidFill>
              <a:srgbClr val="E1ED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因此</a:t>
            </a:r>
          </a:p>
        </p:txBody>
      </p:sp>
    </p:spTree>
    <p:extLst>
      <p:ext uri="{BB962C8B-B14F-4D97-AF65-F5344CB8AC3E}">
        <p14:creationId xmlns:p14="http://schemas.microsoft.com/office/powerpoint/2010/main" val="1148195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2026-08-23T00:17:17.5240000Z</dcterms:created>
  <dcterms:modified xsi:type="dcterms:W3CDTF">2026-08-23T00:17:17.5240000Z</dcterms:modified>
</coreProperties>
</file>