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88a95926264b0c" /><Relationship Type="http://schemas.openxmlformats.org/officeDocument/2006/relationships/extended-properties" Target="/docProps/app.xml" Id="Rf026996949cf4d38" /><Relationship Type="http://schemas.openxmlformats.org/officeDocument/2006/relationships/officeDocument" Target="/ppt/presentation.xml" Id="Ra3565f54903342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6462af91fd4cc6"/>
    <p:sldMasterId xmlns:r="http://schemas.openxmlformats.org/officeDocument/2006/relationships" id="2147483660" r:id="Rde5074234d4545b4"/>
    <p:sldMasterId xmlns:r="http://schemas.openxmlformats.org/officeDocument/2006/relationships" id="2147483663" r:id="Re3cc20a910c64716"/>
  </p:sldMasterIdLst>
  <p:notesMasterIdLst>
    <p:notesMasterId xmlns:r="http://schemas.openxmlformats.org/officeDocument/2006/relationships" r:id="Rcfbd99c63d9a4398"/>
  </p:notesMasterIdLst>
  <p:sldIdLst>
    <p:sldId xmlns:r="http://schemas.openxmlformats.org/officeDocument/2006/relationships" id="256" r:id="R13f3b6d5031e40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e5d13db25c4891" /><Relationship Type="http://schemas.openxmlformats.org/officeDocument/2006/relationships/slideMaster" Target="/ppt/slideMasters/slideMaster1.xml" Id="R056462af91fd4cc6" /><Relationship Type="http://schemas.openxmlformats.org/officeDocument/2006/relationships/slideMaster" Target="/ppt/slideMasters/slideMaster2.xml" Id="Rde5074234d4545b4" /><Relationship Type="http://schemas.openxmlformats.org/officeDocument/2006/relationships/slideMaster" Target="/ppt/slideMasters/slideMaster3.xml" Id="Re3cc20a910c64716" /><Relationship Type="http://schemas.openxmlformats.org/officeDocument/2006/relationships/notesMaster" Target="/ppt/notesMasters/notesMaster1.xml" Id="Rcfbd99c63d9a4398" /><Relationship Type="http://schemas.openxmlformats.org/officeDocument/2006/relationships/presProps" Target="/ppt/presProps.xml" Id="Rf777d400d098424d" /><Relationship Type="http://schemas.openxmlformats.org/officeDocument/2006/relationships/viewProps" Target="/ppt/viewProps.xml" Id="Rbe4b960b2f0b4b46" /><Relationship Type="http://schemas.openxmlformats.org/officeDocument/2006/relationships/tableStyles" Target="/ppt/tableStyles.xml" Id="R79c33789fa204c24" /><Relationship Type="http://schemas.openxmlformats.org/officeDocument/2006/relationships/slide" Target="/ppt/slides/slide1.xml" Id="R13f3b6d5031e40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a40c6accb6243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fe9f74b61d44bc" /><Relationship Type="http://schemas.openxmlformats.org/officeDocument/2006/relationships/notesMaster" Target="/ppt/notesMasters/notesMaster1.xml" Id="R194d1e4188bb40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来源：PPT源/【蓝色版】年终日常汇报PPT模板-狗哥PPT出品.pptx#94</a:t>
            </a:r>
            <a:endParaRPr/>
          </a:p>
          <a:p xmlns:a="http://schemas.openxmlformats.org/drawingml/2006/main">
            <a:r>
              <a:t>- 结构：causal / causal-fishbone-p94 / 5类原因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b34f4c1f24f97" /><Relationship Type="http://schemas.openxmlformats.org/officeDocument/2006/relationships/image" Target="/ppt/media/image.jpeg" Id="R8b5943ad2b1f4111" /><Relationship Type="http://schemas.openxmlformats.org/officeDocument/2006/relationships/image" Target="/ppt/media/image.png" Id="R8c5e64f03414477b" /><Relationship Type="http://schemas.openxmlformats.org/officeDocument/2006/relationships/image" Target="/ppt/media/image2.png" Id="R274ecb253d694b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efbbf628441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3c67dc35664060" /><Relationship Type="http://schemas.openxmlformats.org/officeDocument/2006/relationships/image" Target="/ppt/media/image3.png" Id="Ra64fac44f89645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c1d431d2345e9" /><Relationship Type="http://schemas.openxmlformats.org/officeDocument/2006/relationships/image" Target="/ppt/media/image4.png" Id="Rde9f74ec8f7e4c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de3f03ddf4d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60f5dcb0f4c1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f95a70db44ff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dce10fd04432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8a7e649da4a2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7b3c658578491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0d09e6f4d40f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abf693bc534032" /><Relationship Type="http://schemas.openxmlformats.org/officeDocument/2006/relationships/image" Target="/ppt/media/image5.png" Id="R6bb266cbc76547e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ea90d8500a4ae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3804cf86d304979" /><Relationship Type="http://schemas.openxmlformats.org/officeDocument/2006/relationships/image" Target="/ppt/media/image5.png" Id="R390373f2b9bf454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ed4aa6b5c2c4bf5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943ad2b1f411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e64f03414477b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ecb253d69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2758DE98-D5A0-4D04-B6F9-7A500169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fac44f89645c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B91F53A2-4C76-4312-8DF7-6498634A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A7A5BEDC-1E45-49E9-B12D-61144AF0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DA9A128E-109A-4353-9024-530C951E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BF6074C-C97E-4C30-B3BC-4C4A47D1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f74ec8f7e4c7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1519D6E5-D136-48C8-AB10-44F73831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D136D3EE-081A-49D1-9506-38E1B1A2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DD71B3E-E7BB-4A91-8723-3D4D03F2A0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A7B0279-5A8E-4BE4-BE43-542616D70A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2E6B805-09F1-44B6-9A68-612479C56C8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99862F6-230B-4A3D-84E8-43253C1C2A0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7362CB8-4CED-4914-B3A7-DFD84D61824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3961E07-10CD-44C3-8416-A967B01087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17A85E4-456D-4DAE-AAC8-5F388929B0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081B8E5-10E5-43F8-84D2-282E76D88B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5406A-F660-44DD-96CD-E0F49B25F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5077712-3436-48CD-B69B-591F3046EB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74904B4-02D6-45E1-BC08-689A64BD66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0DEF11F-7F1E-4217-8CC7-DF404533C3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7C40515-429F-4416-B503-699E02A64E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3758940-0518-4887-8D17-E98BA24C86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401F09F-57E1-46F7-80CC-6624F652BF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CBB853-1DA9-459D-BC79-FD0C6DE41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040FC84-B276-4DD0-99A8-B5CCC964A1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CCC4875-3F26-47EB-8DE1-DC1A78F39E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2ADC1BD-49BC-4617-94DD-E17E461723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AFF0A32-0376-4849-8C4D-3AFD16569F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EAB2A01-AFDE-462D-8F86-C6B22C3F47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47B14B8-5BFA-457A-BF3A-B54DABFF23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63062AA-DA77-45F0-B8DB-7A38D82590A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C1B3C59-37B5-430B-A29A-9241204EF3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89C033C-01FC-44B5-8672-3C621F5E2B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9D56847-625C-4964-AB64-246C5CD92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D9C350E-B4AF-464E-A86A-B69CE7AFDE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FB291A-61D6-4D3D-8825-B11D9FD43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74A710E-2331-4C75-AD97-05BBC8B975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525E9E6-489D-48DF-98B4-8D62FE9E91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BF8C246-6583-48EC-87BF-4B727B5C96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B31F33-7C1C-4413-B763-1A1FE1614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63ED077-1038-4CCB-A58F-2B46457CD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1E81820-00CA-46BD-87AF-EF42F0638A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322561-297A-4894-A2B6-C70C014992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3B0073-AA2B-4211-9DDB-2797FAD372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0511962-D10A-40A8-BDF5-AD6E219111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266cbc76547e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147CA5D-5D93-4DB2-A3D0-9018994B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DEE3068-45EC-4DFF-A52C-D5BDCB7F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439DB34-7F99-49C5-932C-5A718AC0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9EB4AF1-E121-477D-8848-E546B93A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373f2b9bf454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4B39580-6C16-4FD3-94D8-E59E73CF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EC6B982-7612-40F6-9113-753E430E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EEF429FB-8A7B-4645-BAF1-7CAC533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3A3A579-0B27-4649-9F93-3EEDA2B4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a481c5178b40bd" /><Relationship Type="http://schemas.openxmlformats.org/officeDocument/2006/relationships/slideLayout" Target="/ppt/slideLayouts/slideLayout1.xml" Id="Rd3da4576721c4bc0" /><Relationship Type="http://schemas.openxmlformats.org/officeDocument/2006/relationships/slideLayout" Target="/ppt/slideLayouts/slideLayout2.xml" Id="R2cac7567767e4db7" /><Relationship Type="http://schemas.openxmlformats.org/officeDocument/2006/relationships/slideLayout" Target="/ppt/slideLayouts/slideLayout3.xml" Id="R41f0dd1955d24021" /><Relationship Type="http://schemas.openxmlformats.org/officeDocument/2006/relationships/slideLayout" Target="/ppt/slideLayouts/slideLayout4.xml" Id="R75dd027a93d445ac" /><Relationship Type="http://schemas.openxmlformats.org/officeDocument/2006/relationships/slideLayout" Target="/ppt/slideLayouts/slideLayout5.xml" Id="R4162b3f996ea40b4" /><Relationship Type="http://schemas.openxmlformats.org/officeDocument/2006/relationships/slideLayout" Target="/ppt/slideLayouts/slideLayout6.xml" Id="Rc61b792b19f547b5" /><Relationship Type="http://schemas.openxmlformats.org/officeDocument/2006/relationships/slideLayout" Target="/ppt/slideLayouts/slideLayout7.xml" Id="R3a37f1e3f8544eca" /><Relationship Type="http://schemas.openxmlformats.org/officeDocument/2006/relationships/slideLayout" Target="/ppt/slideLayouts/slideLayout8.xml" Id="Racbcb78461944996" /><Relationship Type="http://schemas.openxmlformats.org/officeDocument/2006/relationships/slideLayout" Target="/ppt/slideLayouts/slideLayout9.xml" Id="R43b2d60605674f02" /><Relationship Type="http://schemas.openxmlformats.org/officeDocument/2006/relationships/slideLayout" Target="/ppt/slideLayouts/slideLayout10.xml" Id="R522019db95f4481b" /><Relationship Type="http://schemas.openxmlformats.org/officeDocument/2006/relationships/slideLayout" Target="/ppt/slideLayouts/slideLayout11.xml" Id="Ra038074f50ad4ed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2c147bbf4ba40f1" /><Relationship Type="http://schemas.openxmlformats.org/officeDocument/2006/relationships/slideLayout" Target="/ppt/slideLayouts/slideLayout12.xml" Id="R46e69b7e917248f9" /><Relationship Type="http://schemas.openxmlformats.org/officeDocument/2006/relationships/slideLayout" Target="/ppt/slideLayouts/slideLayout13.xml" Id="R7d3d8ab15c864ef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59e8067fb29469e" /><Relationship Type="http://schemas.openxmlformats.org/officeDocument/2006/relationships/slideLayout" Target="/ppt/slideLayouts/slideLayout14.xml" Id="R330eddde83054a08" /><Relationship Type="http://schemas.openxmlformats.org/officeDocument/2006/relationships/slideLayout" Target="/ppt/slideLayouts/slideLayout15.xml" Id="Rc4ee6b3cd8684a8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43A70AB-23B6-4E3A-BE9A-1ADEE6392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0201AFD-D46B-40EE-A238-2613F77759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E10013-E327-4DB6-8C73-9204F518D54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499D8FD-215C-403B-A9CF-8EA73647FFD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D809B7-4D90-4FBF-8205-0D2EE229E60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da4576721c4bc0"/>
    <p:sldLayoutId xmlns:r="http://schemas.openxmlformats.org/officeDocument/2006/relationships" id="2147483650" r:id="R2cac7567767e4db7"/>
    <p:sldLayoutId xmlns:r="http://schemas.openxmlformats.org/officeDocument/2006/relationships" id="2147483651" r:id="R41f0dd1955d24021"/>
    <p:sldLayoutId xmlns:r="http://schemas.openxmlformats.org/officeDocument/2006/relationships" id="2147483652" r:id="R75dd027a93d445ac"/>
    <p:sldLayoutId xmlns:r="http://schemas.openxmlformats.org/officeDocument/2006/relationships" id="2147483653" r:id="R4162b3f996ea40b4"/>
    <p:sldLayoutId xmlns:r="http://schemas.openxmlformats.org/officeDocument/2006/relationships" id="2147483654" r:id="Rc61b792b19f547b5"/>
    <p:sldLayoutId xmlns:r="http://schemas.openxmlformats.org/officeDocument/2006/relationships" id="2147483655" r:id="R3a37f1e3f8544eca"/>
    <p:sldLayoutId xmlns:r="http://schemas.openxmlformats.org/officeDocument/2006/relationships" id="2147483656" r:id="Racbcb78461944996"/>
    <p:sldLayoutId xmlns:r="http://schemas.openxmlformats.org/officeDocument/2006/relationships" id="2147483657" r:id="R43b2d60605674f02"/>
    <p:sldLayoutId xmlns:r="http://schemas.openxmlformats.org/officeDocument/2006/relationships" id="2147483658" r:id="R522019db95f4481b"/>
    <p:sldLayoutId xmlns:r="http://schemas.openxmlformats.org/officeDocument/2006/relationships" id="2147483659" r:id="Ra038074f50ad4ed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94631D6-B35F-42F5-B1AB-5A4B8546F7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CB73376-BAEC-4CD7-BFDE-EDD8ADBDA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D6EC4F-207A-418C-ABB6-5F154266304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76FF324-1DA8-4061-AA98-14471244CE8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38D201D-F7EC-4336-8ACC-C1213BED645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6e69b7e917248f9"/>
    <p:sldLayoutId xmlns:r="http://schemas.openxmlformats.org/officeDocument/2006/relationships" id="2147483662" r:id="R7d3d8ab15c864ef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741A79C-7AC7-4302-A7F2-FF6027DA47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E298E8F-9AEF-49A1-A5BB-C466E6C6AF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5AE51F2-BF13-44FB-B6EE-C805CE8192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C3C0833-64E6-4AAE-80AE-D8AC8644652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A99096A-1382-4351-9721-A174A78990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30eddde83054a08"/>
    <p:sldLayoutId xmlns:r="http://schemas.openxmlformats.org/officeDocument/2006/relationships" id="2147483665" r:id="Rc4ee6b3cd8684a87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9c388e9129a4132" /><Relationship Type="http://schemas.openxmlformats.org/officeDocument/2006/relationships/notesSlide" Target="/ppt/notesSlides/notesSlide1.xml" Id="R1db5750e29c74ad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原因类别的数量扩展｜5类原因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因果关系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50741FC-80B9-4243-99EF-BD50B86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25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fishbone-backbone|domains=fishbone-backbone">
            <a:extLst xmlns:a="http://schemas.openxmlformats.org/drawingml/2006/main">
              <a:ext uri="{FF2B5EF4-FFF2-40B4-BE49-F238E27FC236}">
                <a16:creationId xmlns:a16="http://schemas.microsoft.com/office/drawing/2014/main" id="{E3940543-6F74-408B-AF3A-73C795C2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7118" y="3735046"/>
            <a:ext cx="82370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5EA8"/>
            </a:solidFill>
            <a:prstDash val="solid"/>
          </a:ln>
        </p:spPr>
      </p:sp>
      <p:sp>
        <p:nvSpPr>
          <p:cNvPr id="16" name="PPAGENT_QA|parent=fishbone-effect">
            <a:extLst xmlns:a="http://schemas.openxmlformats.org/drawingml/2006/main">
              <a:ext uri="{FF2B5EF4-FFF2-40B4-BE49-F238E27FC236}">
                <a16:creationId xmlns:a16="http://schemas.microsoft.com/office/drawing/2014/main" id="{0C81844F-7A92-4A9C-B37C-32848F27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192" y="3230367"/>
            <a:ext cx="2253029" cy="100935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交付延期</a:t>
            </a:r>
          </a:p>
        </p:txBody>
      </p:sp>
      <p:sp>
        <p:nvSpPr>
          <p:cNvPr id="17" name="PPAGENT_CONNECTOR|from=fishbone-item-0-1|fromSide=bottom|to=fishbone-joint-0|toSide=center">
            <a:extLst xmlns:a="http://schemas.openxmlformats.org/drawingml/2006/main">
              <a:ext uri="{FF2B5EF4-FFF2-40B4-BE49-F238E27FC236}">
                <a16:creationId xmlns:a16="http://schemas.microsoft.com/office/drawing/2014/main" id="{372BD375-65DE-4F11-B1EE-5FF75BE9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00166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18" name="PPAGENT_QA|parent=fishbone-joint-0">
            <a:extLst xmlns:a="http://schemas.openxmlformats.org/drawingml/2006/main">
              <a:ext uri="{FF2B5EF4-FFF2-40B4-BE49-F238E27FC236}">
                <a16:creationId xmlns:a16="http://schemas.microsoft.com/office/drawing/2014/main" id="{717D4DE9-C06C-4D8F-9654-CEB2733B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905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19" name="PPAGENT_QA|parent=fishbone-category-0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B38840CB-4434-474E-9939-2165DB0B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人员</a:t>
            </a:r>
          </a:p>
        </p:txBody>
      </p:sp>
      <p:sp>
        <p:nvSpPr>
          <p:cNvPr id="20" name="PPAGENT_QA|parent=fishbone-item-0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37B83320-38DB-4226-BB44-FA6C738A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岗位不足</a:t>
            </a:r>
          </a:p>
        </p:txBody>
      </p:sp>
      <p:sp>
        <p:nvSpPr>
          <p:cNvPr id="21" name="PPAGENT_QA|parent=fishbone-item-0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D472F6E8-8BD7-49CE-8539-D2245513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773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边界不清</a:t>
            </a:r>
          </a:p>
        </p:txBody>
      </p:sp>
      <p:sp>
        <p:nvSpPr>
          <p:cNvPr id="22" name="PPAGENT_CONNECTOR|from=fishbone-item-2-1|fromSide=bottom|to=fishbone-joint-2|toSide=center">
            <a:extLst xmlns:a="http://schemas.openxmlformats.org/drawingml/2006/main">
              <a:ext uri="{FF2B5EF4-FFF2-40B4-BE49-F238E27FC236}">
                <a16:creationId xmlns:a16="http://schemas.microsoft.com/office/drawing/2014/main" id="{9485C63B-E170-4D6D-B1CE-CF2066A1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3558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23" name="PPAGENT_QA|parent=fishbone-joint-2">
            <a:extLst xmlns:a="http://schemas.openxmlformats.org/drawingml/2006/main">
              <a:ext uri="{FF2B5EF4-FFF2-40B4-BE49-F238E27FC236}">
                <a16:creationId xmlns:a16="http://schemas.microsoft.com/office/drawing/2014/main" id="{CC87DB5C-8567-443B-B39A-76AD2586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24" name="PPAGENT_QA|parent=fishbone-category-2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8993424C-B9B4-4C22-B9AC-A1D88C2E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25" name="PPAGENT_QA|parent=fishbone-item-2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4E27DD1-6813-4BC5-A632-32A66536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接口复杂</a:t>
            </a:r>
          </a:p>
        </p:txBody>
      </p:sp>
      <p:sp>
        <p:nvSpPr>
          <p:cNvPr id="26" name="PPAGENT_QA|parent=fishbone-item-2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331A5A9-9E99-4650-B880-AD63AF37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65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测试不足</a:t>
            </a:r>
          </a:p>
        </p:txBody>
      </p:sp>
      <p:sp>
        <p:nvSpPr>
          <p:cNvPr id="27" name="PPAGENT_CONNECTOR|from=fishbone-item-4-1|fromSide=bottom|to=fishbone-joint-4|toSide=center">
            <a:extLst xmlns:a="http://schemas.openxmlformats.org/drawingml/2006/main">
              <a:ext uri="{FF2B5EF4-FFF2-40B4-BE49-F238E27FC236}">
                <a16:creationId xmlns:a16="http://schemas.microsoft.com/office/drawing/2014/main" id="{A2FA33FC-56D2-4578-ACFE-D7F32DE5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46951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28" name="PPAGENT_QA|parent=fishbone-joint-4">
            <a:extLst xmlns:a="http://schemas.openxmlformats.org/drawingml/2006/main">
              <a:ext uri="{FF2B5EF4-FFF2-40B4-BE49-F238E27FC236}">
                <a16:creationId xmlns:a16="http://schemas.microsoft.com/office/drawing/2014/main" id="{5E47CAF9-B58A-4B7E-A0DF-3DC7F8A6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690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29" name="PPAGENT_QA|parent=fishbone-category-4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EA375C88-01F1-44F0-919F-1B99CCCD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30" name="PPAGENT_QA|parent=fishbone-item-4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8ABF8631-EEA5-42FA-A1D8-F537D9CE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目标调整</a:t>
            </a:r>
          </a:p>
        </p:txBody>
      </p:sp>
      <p:sp>
        <p:nvSpPr>
          <p:cNvPr id="31" name="PPAGENT_QA|parent=fishbone-item-4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2C474272-A3E9-41A8-9262-3628DCF0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57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口径模糊</a:t>
            </a:r>
          </a:p>
        </p:txBody>
      </p:sp>
      <p:sp>
        <p:nvSpPr>
          <p:cNvPr id="32" name="PPAGENT_CONNECTOR|from=fishbone-item-1-0|fromSide=top|to=fishbone-joint-1|toSide=center">
            <a:extLst xmlns:a="http://schemas.openxmlformats.org/drawingml/2006/main">
              <a:ext uri="{FF2B5EF4-FFF2-40B4-BE49-F238E27FC236}">
                <a16:creationId xmlns:a16="http://schemas.microsoft.com/office/drawing/2014/main" id="{344ED340-A46D-4A3F-94CA-B743995D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01378" y="373504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33" name="PPAGENT_QA|parent=fishbone-joint-1">
            <a:extLst xmlns:a="http://schemas.openxmlformats.org/drawingml/2006/main">
              <a:ext uri="{FF2B5EF4-FFF2-40B4-BE49-F238E27FC236}">
                <a16:creationId xmlns:a16="http://schemas.microsoft.com/office/drawing/2014/main" id="{A7249190-5972-44F5-9C08-98E74F22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11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34" name="PPAGENT_QA|parent=fishbone-category-1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997702B0-A970-4A73-A42B-1F679195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57" y="483452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35" name="PPAGENT_QA|parent=fishbone-item-1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09998126-EA12-4855-A7BE-26B52079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984" y="42036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审批过长</a:t>
            </a:r>
          </a:p>
        </p:txBody>
      </p:sp>
      <p:sp>
        <p:nvSpPr>
          <p:cNvPr id="36" name="PPAGENT_QA|parent=fishbone-item-1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0015F42E-41B7-4708-88BB-3420751B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57" y="4492063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交接缺失</a:t>
            </a:r>
          </a:p>
        </p:txBody>
      </p:sp>
      <p:sp>
        <p:nvSpPr>
          <p:cNvPr id="37" name="PPAGENT_CONNECTOR|from=fishbone-item-3-0|fromSide=top|to=fishbone-joint-3|toSide=center">
            <a:extLst xmlns:a="http://schemas.openxmlformats.org/drawingml/2006/main">
              <a:ext uri="{FF2B5EF4-FFF2-40B4-BE49-F238E27FC236}">
                <a16:creationId xmlns:a16="http://schemas.microsoft.com/office/drawing/2014/main" id="{6AA89854-BF67-41FC-AB35-846677B3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16103" y="373504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38" name="PPAGENT_QA|parent=fishbone-joint-3">
            <a:extLst xmlns:a="http://schemas.openxmlformats.org/drawingml/2006/main">
              <a:ext uri="{FF2B5EF4-FFF2-40B4-BE49-F238E27FC236}">
                <a16:creationId xmlns:a16="http://schemas.microsoft.com/office/drawing/2014/main" id="{28369283-0B03-414F-9D98-68A2B113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5842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39" name="PPAGENT_QA|parent=fishbone-category-3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AE944D4C-6872-4D54-A237-72A8CB8A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782" y="483452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40" name="PPAGENT_QA|parent=fishbone-item-3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3B7F844E-6FF3-410B-8311-730D3597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09" y="42036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预算受限</a:t>
            </a:r>
          </a:p>
        </p:txBody>
      </p:sp>
      <p:sp>
        <p:nvSpPr>
          <p:cNvPr id="41" name="PPAGENT_QA|parent=fishbone-item-3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8B9F2C83-D767-4E7D-8A02-984ED84A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782" y="4492063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设备延迟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2026-08-13T06:11:52.6510000Z</dcterms:created>
  <dcterms:modified xsi:type="dcterms:W3CDTF">2026-08-13T06:11:52.6510000Z</dcterms:modified>
</coreProperties>
</file>