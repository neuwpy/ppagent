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b1e4f0f00843d1" /><Relationship Type="http://schemas.openxmlformats.org/officeDocument/2006/relationships/extended-properties" Target="/docProps/app.xml" Id="Rc53f937490994f1a" /><Relationship Type="http://schemas.openxmlformats.org/officeDocument/2006/relationships/officeDocument" Target="/ppt/presentation.xml" Id="Raf30ee2b1c1e43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98c863ebf24fee"/>
  </p:sldMasterIdLst>
  <p:notesMasterIdLst>
    <p:notesMasterId xmlns:r="http://schemas.openxmlformats.org/officeDocument/2006/relationships" r:id="Rb840e0f7ee7240c9"/>
  </p:notesMasterIdLst>
  <p:sldIdLst>
    <p:sldId xmlns:r="http://schemas.openxmlformats.org/officeDocument/2006/relationships" id="256" r:id="R59b8e8ab392d43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2e476eea0b41f1" /><Relationship Type="http://schemas.openxmlformats.org/officeDocument/2006/relationships/slideMaster" Target="/ppt/slideMasters/slideMaster1.xml" Id="R9f98c863ebf24fee" /><Relationship Type="http://schemas.openxmlformats.org/officeDocument/2006/relationships/notesMaster" Target="/ppt/notesMasters/notesMaster1.xml" Id="Rb840e0f7ee7240c9" /><Relationship Type="http://schemas.openxmlformats.org/officeDocument/2006/relationships/presProps" Target="/ppt/presProps.xml" Id="Rf0bebb62de6e4ca6" /><Relationship Type="http://schemas.openxmlformats.org/officeDocument/2006/relationships/tableStyles" Target="/ppt/tableStyles.xml" Id="Rd31006f4093f4d25" /><Relationship Type="http://schemas.openxmlformats.org/officeDocument/2006/relationships/slide" Target="/ppt/slides/slide1.xml" Id="R59b8e8ab392d43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e21fbcd25d41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b68e97c05b4df3" /><Relationship Type="http://schemas.openxmlformats.org/officeDocument/2006/relationships/notesMaster" Target="/ppt/notesMasters/notesMaster1.xml" Id="R556fe956d45349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175e4c68154a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91c39106f643f5" /><Relationship Type="http://schemas.openxmlformats.org/officeDocument/2006/relationships/slideLayout" Target="/ppt/slideLayouts/slideLayout1.xml" Id="Rdc7b6cd240db44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7b6cd240db44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38230b4f64072" /><Relationship Type="http://schemas.openxmlformats.org/officeDocument/2006/relationships/notesSlide" Target="/ppt/notesSlides/notesSlide1.xml" Id="R540e1c8442214e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11280B-89A2-4378-99EF-6DCC2CB2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4FF4A-DBAE-4DB4-9066-FB041CAE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109805B1-4C3F-43E2-B212-79B72343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3437C37B-C384-40FE-95A4-EF9AA439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2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8AECBEC3-B7FE-442F-BE81-3CC3C079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FE6FB374-A00A-438B-95EE-E49E63CE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4A67753B-A5D1-41EA-B92D-010C6490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4D93C53-0067-4F1E-AC13-0FE9D3DF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关键岗位不足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6D02974-FC71-46C8-B89C-DFD098B8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协同边界不清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827B515-E66D-481E-9070-0F6CEDB0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CONNECTOR|from=fishbone-item-2-2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A37D76AC-4173-4C1F-B534-7424402F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2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340921EE-CCC8-4FD2-A32F-104D6F87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3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9176B326-B84F-4C4A-8074-A9B36B62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4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A2562F5-B536-40AB-9140-3AD7E787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系统稳定性不足</a:t>
            </a:r>
          </a:p>
        </p:txBody>
      </p:sp>
      <p:sp>
        <p:nvSpPr>
          <p:cNvPr id="15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6E4AFA0-83A9-4CF2-AECE-D8E42F2F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接口依赖复杂</a:t>
            </a:r>
          </a:p>
        </p:txBody>
      </p:sp>
      <p:sp>
        <p:nvSpPr>
          <p:cNvPr id="16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B9FCBF5-9D0E-4FED-A999-84B1C90E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测试覆盖不足</a:t>
            </a:r>
          </a:p>
        </p:txBody>
      </p:sp>
      <p:sp>
        <p:nvSpPr>
          <p:cNvPr id="17" name="PPAGENT_CONNECTOR|from=fishbone-item-4-2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5396881D-1AE9-4CD1-8F4C-ECFA2B86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50186C16-0694-4751-85A1-74B3F9D9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2FEF44DC-4A9E-4E69-9825-F0C0AB4B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0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76FEC20-9C44-4548-A214-84A11974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目标多次调整</a:t>
            </a:r>
          </a:p>
        </p:txBody>
      </p:sp>
      <p:sp>
        <p:nvSpPr>
          <p:cNvPr id="21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FE434A3-CCB4-4F9F-8D58-DFBBD9C8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验收口径模糊</a:t>
            </a:r>
          </a:p>
        </p:txBody>
      </p:sp>
      <p:sp>
        <p:nvSpPr>
          <p:cNvPr id="22" name="PPAGENT_QA|parent=fishbone-item-4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32F4085-0BB1-4839-AFB5-C0B023BA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优先级冲突</a:t>
            </a:r>
          </a:p>
        </p:txBody>
      </p:sp>
      <p:sp>
        <p:nvSpPr>
          <p:cNvPr id="23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EC00FC1B-D0FA-4B88-8FF0-013534C4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295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4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36936D37-22AD-4B25-B18C-1894AED0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5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6E5BFBF1-DE74-4C68-B911-2163993A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6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BBD4F1D-FED8-46E9-B5C2-03E7C8C1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审批链路过长</a:t>
            </a:r>
          </a:p>
        </p:txBody>
      </p:sp>
      <p:sp>
        <p:nvSpPr>
          <p:cNvPr id="27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7149EB1-E675-4A0B-9DD1-D56FC886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交接标准缺失</a:t>
            </a:r>
          </a:p>
        </p:txBody>
      </p:sp>
      <p:sp>
        <p:nvSpPr>
          <p:cNvPr id="28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DC310D3-9888-427C-8813-BA12C944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变更响应迟缓</a:t>
            </a:r>
          </a:p>
        </p:txBody>
      </p:sp>
      <p:sp>
        <p:nvSpPr>
          <p:cNvPr id="29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27FD3284-110A-4BAC-90CE-33FDB07A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62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0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A95A1F05-FB57-4C22-BA13-5F1F1C19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1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F1CD89E2-43BA-437F-96AA-3C8D3E46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32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C5D172F-84B8-401B-8C5C-0E90EC79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3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DB0ED8C-0977-43EB-9951-834DB481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设备交付延迟</a:t>
            </a:r>
          </a:p>
        </p:txBody>
      </p:sp>
      <p:sp>
        <p:nvSpPr>
          <p:cNvPr id="34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B1C19F8-9F33-4AE2-8641-BF803A79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外部支持不足</a:t>
            </a:r>
          </a:p>
        </p:txBody>
      </p:sp>
      <p:sp>
        <p:nvSpPr>
          <p:cNvPr id="35" name="PPAGENT_CONNECTOR|from=fishbone-item-5-0|fromSide=top|to=fishbone-joint-5|toSide=center">
            <a:extLst xmlns:a="http://schemas.openxmlformats.org/drawingml/2006/main">
              <a:ext uri="{FF2B5EF4-FFF2-40B4-BE49-F238E27FC236}">
                <a16:creationId xmlns:a16="http://schemas.microsoft.com/office/drawing/2014/main" id="{7FB8F6C9-CE63-42D8-B390-75556363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29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6" name="PPAGENT_QA|parent=fishbone-joint-5">
            <a:extLst xmlns:a="http://schemas.openxmlformats.org/drawingml/2006/main">
              <a:ext uri="{FF2B5EF4-FFF2-40B4-BE49-F238E27FC236}">
                <a16:creationId xmlns:a16="http://schemas.microsoft.com/office/drawing/2014/main" id="{FCD3868E-1063-4E38-AD71-BE0B1710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7" name="PPAGENT_QA|parent=fishbone-category-5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6E2E3CEE-C2DC-4694-8BD3-C22E40CD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38" name="PPAGENT_QA|parent=fishbone-item-5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E9837D7-C29A-4D39-8E84-B5D5CF1B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供应链波动</a:t>
            </a:r>
          </a:p>
        </p:txBody>
      </p:sp>
      <p:sp>
        <p:nvSpPr>
          <p:cNvPr id="39" name="PPAGENT_QA|parent=fishbone-item-5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2CBD3FE-3F03-401E-BD48-7A2FA942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政策窗口变化</a:t>
            </a:r>
          </a:p>
        </p:txBody>
      </p:sp>
      <p:sp>
        <p:nvSpPr>
          <p:cNvPr id="40" name="PPAGENT_QA|parent=fishbone-item-5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62BE9A3-AEE6-4EA3-A668-308A0696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跨区域协作困难</a:t>
            </a:r>
          </a:p>
        </p:txBody>
      </p:sp>
    </p:spTree>
    <p:extLst>
      <p:ext uri="{BB962C8B-B14F-4D97-AF65-F5344CB8AC3E}">
        <p14:creationId xmlns:p14="http://schemas.microsoft.com/office/powerpoint/2010/main" val="11271898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2026-08-11T11:45:54.3440000Z</dcterms:created>
  <dcterms:modified xsi:type="dcterms:W3CDTF">2026-08-11T11:45:54.3440000Z</dcterms:modified>
</coreProperties>
</file>