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a0a331367d439a" /><Relationship Type="http://schemas.openxmlformats.org/officeDocument/2006/relationships/extended-properties" Target="/docProps/app.xml" Id="R6690f2e537cc46d9" /><Relationship Type="http://schemas.openxmlformats.org/officeDocument/2006/relationships/officeDocument" Target="/ppt/presentation.xml" Id="R8cad17ef0f3147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96939939a645c2"/>
  </p:sldMasterIdLst>
  <p:notesMasterIdLst>
    <p:notesMasterId xmlns:r="http://schemas.openxmlformats.org/officeDocument/2006/relationships" r:id="R38aa2ff741dd4c46"/>
  </p:notesMasterIdLst>
  <p:sldIdLst>
    <p:sldId xmlns:r="http://schemas.openxmlformats.org/officeDocument/2006/relationships" id="256" r:id="R8a55fe7edff24611"/>
    <p:sldId xmlns:r="http://schemas.openxmlformats.org/officeDocument/2006/relationships" id="257" r:id="R0aeca1254de34aa9"/>
    <p:sldId xmlns:r="http://schemas.openxmlformats.org/officeDocument/2006/relationships" id="258" r:id="R06015631a8d24b29"/>
    <p:sldId xmlns:r="http://schemas.openxmlformats.org/officeDocument/2006/relationships" id="259" r:id="Rd471f68fe5474cdb"/>
    <p:sldId xmlns:r="http://schemas.openxmlformats.org/officeDocument/2006/relationships" id="260" r:id="R1fb494a1133a415a"/>
    <p:sldId xmlns:r="http://schemas.openxmlformats.org/officeDocument/2006/relationships" id="261" r:id="R9a27b1de72ff46f1"/>
    <p:sldId xmlns:r="http://schemas.openxmlformats.org/officeDocument/2006/relationships" id="262" r:id="Rba53743eaecd48a3"/>
    <p:sldId xmlns:r="http://schemas.openxmlformats.org/officeDocument/2006/relationships" id="263" r:id="Rbe323399ff084b32"/>
    <p:sldId xmlns:r="http://schemas.openxmlformats.org/officeDocument/2006/relationships" id="264" r:id="R647adec37cdf4c4b"/>
    <p:sldId xmlns:r="http://schemas.openxmlformats.org/officeDocument/2006/relationships" id="265" r:id="R5819a8e0825940b3"/>
    <p:sldId xmlns:r="http://schemas.openxmlformats.org/officeDocument/2006/relationships" id="266" r:id="Rb0af558184334326"/>
    <p:sldId xmlns:r="http://schemas.openxmlformats.org/officeDocument/2006/relationships" id="267" r:id="R45ab5e4df0e146a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7b43eb2da224233" /><Relationship Type="http://schemas.openxmlformats.org/officeDocument/2006/relationships/slideMaster" Target="/ppt/slideMasters/slideMaster1.xml" Id="R6996939939a645c2" /><Relationship Type="http://schemas.openxmlformats.org/officeDocument/2006/relationships/notesMaster" Target="/ppt/notesMasters/notesMaster1.xml" Id="R38aa2ff741dd4c46" /><Relationship Type="http://schemas.openxmlformats.org/officeDocument/2006/relationships/presProps" Target="/ppt/presProps.xml" Id="Rbc371bd984474c7e" /><Relationship Type="http://schemas.openxmlformats.org/officeDocument/2006/relationships/tableStyles" Target="/ppt/tableStyles.xml" Id="Re3a0ae7c06514702" /><Relationship Type="http://schemas.openxmlformats.org/officeDocument/2006/relationships/slide" Target="/ppt/slides/slide1.xml" Id="R8a55fe7edff24611" /><Relationship Type="http://schemas.openxmlformats.org/officeDocument/2006/relationships/slide" Target="/ppt/slides/slide2.xml" Id="R0aeca1254de34aa9" /><Relationship Type="http://schemas.openxmlformats.org/officeDocument/2006/relationships/slide" Target="/ppt/slides/slide3.xml" Id="R06015631a8d24b29" /><Relationship Type="http://schemas.openxmlformats.org/officeDocument/2006/relationships/slide" Target="/ppt/slides/slide4.xml" Id="Rd471f68fe5474cdb" /><Relationship Type="http://schemas.openxmlformats.org/officeDocument/2006/relationships/slide" Target="/ppt/slides/slide5.xml" Id="R1fb494a1133a415a" /><Relationship Type="http://schemas.openxmlformats.org/officeDocument/2006/relationships/slide" Target="/ppt/slides/slide6.xml" Id="R9a27b1de72ff46f1" /><Relationship Type="http://schemas.openxmlformats.org/officeDocument/2006/relationships/slide" Target="/ppt/slides/slide7.xml" Id="Rba53743eaecd48a3" /><Relationship Type="http://schemas.openxmlformats.org/officeDocument/2006/relationships/slide" Target="/ppt/slides/slide8.xml" Id="Rbe323399ff084b32" /><Relationship Type="http://schemas.openxmlformats.org/officeDocument/2006/relationships/slide" Target="/ppt/slides/slide9.xml" Id="R647adec37cdf4c4b" /><Relationship Type="http://schemas.openxmlformats.org/officeDocument/2006/relationships/slide" Target="/ppt/slides/slide10.xml" Id="R5819a8e0825940b3" /><Relationship Type="http://schemas.openxmlformats.org/officeDocument/2006/relationships/slide" Target="/ppt/slides/slide11.xml" Id="Rb0af558184334326" /><Relationship Type="http://schemas.openxmlformats.org/officeDocument/2006/relationships/slide" Target="/ppt/slides/slide12.xml" Id="R45ab5e4df0e146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91b471bc77e478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22f09e2ef847d3" /><Relationship Type="http://schemas.openxmlformats.org/officeDocument/2006/relationships/notesMaster" Target="/ppt/notesMasters/notesMaster1.xml" Id="Rb2dce134ac5c4be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1cef6c43584e8e" /><Relationship Type="http://schemas.openxmlformats.org/officeDocument/2006/relationships/notesMaster" Target="/ppt/notesMasters/notesMaster1.xml" Id="R341eb38100144e4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a4dba158084356" /><Relationship Type="http://schemas.openxmlformats.org/officeDocument/2006/relationships/notesMaster" Target="/ppt/notesMasters/notesMaster1.xml" Id="Rf95f9cbed3dc44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b8d9efda674a82" /><Relationship Type="http://schemas.openxmlformats.org/officeDocument/2006/relationships/notesMaster" Target="/ppt/notesMasters/notesMaster1.xml" Id="R812b5f667b6343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3cf6eb011c425e" /><Relationship Type="http://schemas.openxmlformats.org/officeDocument/2006/relationships/notesMaster" Target="/ppt/notesMasters/notesMaster1.xml" Id="R5ab632b5d3ab41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cc9b4ad60d4196" /><Relationship Type="http://schemas.openxmlformats.org/officeDocument/2006/relationships/notesMaster" Target="/ppt/notesMasters/notesMaster1.xml" Id="Rcbd83291466449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ab152a8e06246d5" /><Relationship Type="http://schemas.openxmlformats.org/officeDocument/2006/relationships/notesMaster" Target="/ppt/notesMasters/notesMaster1.xml" Id="Re02222cf192f4e3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357c415d3241f4" /><Relationship Type="http://schemas.openxmlformats.org/officeDocument/2006/relationships/notesMaster" Target="/ppt/notesMasters/notesMaster1.xml" Id="R0d46274738d348c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6118d500cfe4b77" /><Relationship Type="http://schemas.openxmlformats.org/officeDocument/2006/relationships/notesMaster" Target="/ppt/notesMasters/notesMaster1.xml" Id="Rc8d38dddfde14c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fe1fd86924045ab" /><Relationship Type="http://schemas.openxmlformats.org/officeDocument/2006/relationships/notesMaster" Target="/ppt/notesMasters/notesMaster1.xml" Id="Rc0991c2924724a9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4e8f32fe571415d" /><Relationship Type="http://schemas.openxmlformats.org/officeDocument/2006/relationships/notesMaster" Target="/ppt/notesMasters/notesMaster1.xml" Id="R9a285f218bc44eb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107a3d5881b4d43" /><Relationship Type="http://schemas.openxmlformats.org/officeDocument/2006/relationships/notesMaster" Target="/ppt/notesMasters/notesMaster1.xml" Id="Rfbfead7f289346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c801551f5841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281bf144c94f08" /><Relationship Type="http://schemas.openxmlformats.org/officeDocument/2006/relationships/slideLayout" Target="/ppt/slideLayouts/slideLayout1.xml" Id="R59cb85a6b9a14ab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cb85a6b9a14ab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9ca6fa1d574a30" /><Relationship Type="http://schemas.openxmlformats.org/officeDocument/2006/relationships/notesSlide" Target="/ppt/notesSlides/notesSlide1.xml" Id="Rd112e308cd1d4e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a7e57db3d34c41" /><Relationship Type="http://schemas.openxmlformats.org/officeDocument/2006/relationships/notesSlide" Target="/ppt/notesSlides/notesSlide2.xml" Id="Rf2b9605ac75c4b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10be513a84914" /><Relationship Type="http://schemas.openxmlformats.org/officeDocument/2006/relationships/notesSlide" Target="/ppt/notesSlides/notesSlide3.xml" Id="Rcfb19b31a066439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cb5231382d4cb9" /><Relationship Type="http://schemas.openxmlformats.org/officeDocument/2006/relationships/notesSlide" Target="/ppt/notesSlides/notesSlide4.xml" Id="R16046195203048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f9927ad0c44363" /><Relationship Type="http://schemas.openxmlformats.org/officeDocument/2006/relationships/notesSlide" Target="/ppt/notesSlides/notesSlide5.xml" Id="R66bb0f75b56841e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1f640bf5294a36" /><Relationship Type="http://schemas.openxmlformats.org/officeDocument/2006/relationships/notesSlide" Target="/ppt/notesSlides/notesSlide6.xml" Id="Rd32cb7a866c345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b798839c9841b2" /><Relationship Type="http://schemas.openxmlformats.org/officeDocument/2006/relationships/notesSlide" Target="/ppt/notesSlides/notesSlide7.xml" Id="R9d3ce79572c44da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14ace3d3f4c3d" /><Relationship Type="http://schemas.openxmlformats.org/officeDocument/2006/relationships/notesSlide" Target="/ppt/notesSlides/notesSlide8.xml" Id="Rf62d70329550442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b973384f634665" /><Relationship Type="http://schemas.openxmlformats.org/officeDocument/2006/relationships/notesSlide" Target="/ppt/notesSlides/notesSlide9.xml" Id="R4cc58b418eaa4fd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9fae7004e84933" /><Relationship Type="http://schemas.openxmlformats.org/officeDocument/2006/relationships/notesSlide" Target="/ppt/notesSlides/notesSlide10.xml" Id="R275c97db578b4f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bf784c20844c4f" /><Relationship Type="http://schemas.openxmlformats.org/officeDocument/2006/relationships/notesSlide" Target="/ppt/notesSlides/notesSlide11.xml" Id="Rcfaa6c0077e540c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5d9ec6b18649dc" /><Relationship Type="http://schemas.openxmlformats.org/officeDocument/2006/relationships/notesSlide" Target="/ppt/notesSlides/notesSlide12.xml" Id="R76338061b83947b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51DFC5-6F17-496B-A6E6-52196FA0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项目延期原因拆解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ED6654-4246-4F47-A4ED-DF5587D8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结果问题 · 分类原因拆解</a:t>
            </a:r>
          </a:p>
        </p:txBody>
      </p:sp>
      <p:sp>
        <p:nvSpPr>
          <p:cNvPr id="3" name="PPAGENT_QA|parent=fishbone-backbone|domains=fishbone-backbone">
            <a:extLst xmlns:a="http://schemas.openxmlformats.org/drawingml/2006/main">
              <a:ext uri="{FF2B5EF4-FFF2-40B4-BE49-F238E27FC236}">
                <a16:creationId xmlns:a16="http://schemas.microsoft.com/office/drawing/2014/main" id="{AD253099-2684-42E4-A9F2-7F6C2B42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5800" y="3562350"/>
            <a:ext cx="870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677C8"/>
            </a:solidFill>
            <a:prstDash val="solid"/>
          </a:ln>
        </p:spPr>
      </p:sp>
      <p:sp>
        <p:nvSpPr>
          <p:cNvPr id="4" name="PPAGENT_QA|parent=fishbone-effect">
            <a:extLst xmlns:a="http://schemas.openxmlformats.org/drawingml/2006/main">
              <a:ext uri="{FF2B5EF4-FFF2-40B4-BE49-F238E27FC236}">
                <a16:creationId xmlns:a16="http://schemas.microsoft.com/office/drawing/2014/main" id="{3B394FB7-D67F-4387-BE8E-3D049685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28950"/>
            <a:ext cx="2381250" cy="1066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交付延期</a:t>
            </a:r>
          </a:p>
        </p:txBody>
      </p:sp>
      <p:sp>
        <p:nvSpPr>
          <p:cNvPr id="5" name="PPAGENT_CONNECTOR|from=fishbone-item-0-0|fromSide=bottom|to=fishbone-joint-0|toSide=center">
            <a:extLst xmlns:a="http://schemas.openxmlformats.org/drawingml/2006/main">
              <a:ext uri="{FF2B5EF4-FFF2-40B4-BE49-F238E27FC236}">
                <a16:creationId xmlns:a16="http://schemas.microsoft.com/office/drawing/2014/main" id="{BA39A70F-3AD8-43D5-B307-461A8BFE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480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6" name="PPAGENT_QA|parent=fishbone-joint-0">
            <a:extLst xmlns:a="http://schemas.openxmlformats.org/drawingml/2006/main">
              <a:ext uri="{FF2B5EF4-FFF2-40B4-BE49-F238E27FC236}">
                <a16:creationId xmlns:a16="http://schemas.microsoft.com/office/drawing/2014/main" id="{8CAC0F77-E685-4ADD-B307-C8FE6AA8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7" name="PPAGENT_QA|parent=fishbone-category-0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0D22AC75-91B0-4988-B94C-9CD325DB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419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人员</a:t>
            </a:r>
          </a:p>
        </p:txBody>
      </p:sp>
      <p:sp>
        <p:nvSpPr>
          <p:cNvPr id="8" name="PPAGENT_QA|parent=fishbone-item-0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DF9F72D4-E040-4257-B8A3-0B599C54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岗位不足</a:t>
            </a:r>
          </a:p>
        </p:txBody>
      </p:sp>
      <p:sp>
        <p:nvSpPr>
          <p:cNvPr id="9" name="PPAGENT_CONNECTOR|from=fishbone-item-2-0|fromSide=bottom|to=fishbone-joint-2|toSide=center">
            <a:extLst xmlns:a="http://schemas.openxmlformats.org/drawingml/2006/main">
              <a:ext uri="{FF2B5EF4-FFF2-40B4-BE49-F238E27FC236}">
                <a16:creationId xmlns:a16="http://schemas.microsoft.com/office/drawing/2014/main" id="{89CAC2A8-A525-45C0-A420-36200630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96277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0" name="PPAGENT_QA|parent=fishbone-joint-2">
            <a:extLst xmlns:a="http://schemas.openxmlformats.org/drawingml/2006/main">
              <a:ext uri="{FF2B5EF4-FFF2-40B4-BE49-F238E27FC236}">
                <a16:creationId xmlns:a16="http://schemas.microsoft.com/office/drawing/2014/main" id="{513C2C64-5C85-4216-AF09-95BA8EAC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1" name="PPAGENT_QA|parent=fishbone-category-2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0C195E5A-D6EB-4457-AB46-F8FCB5DC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19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</a:t>
            </a:r>
          </a:p>
        </p:txBody>
      </p:sp>
      <p:sp>
        <p:nvSpPr>
          <p:cNvPr id="12" name="PPAGENT_QA|parent=fishbone-item-2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EE78E210-FAB0-4F75-9631-3ED11D37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接口复杂</a:t>
            </a:r>
          </a:p>
        </p:txBody>
      </p:sp>
      <p:sp>
        <p:nvSpPr>
          <p:cNvPr id="13" name="PPAGENT_CONNECTOR|from=fishbone-item-1-0|fromSide=top|to=fishbone-joint-1|toSide=center">
            <a:extLst xmlns:a="http://schemas.openxmlformats.org/drawingml/2006/main">
              <a:ext uri="{FF2B5EF4-FFF2-40B4-BE49-F238E27FC236}">
                <a16:creationId xmlns:a16="http://schemas.microsoft.com/office/drawing/2014/main" id="{4122C7CC-E0DB-4B53-AF5B-5BCAC07D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480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4" name="PPAGENT_QA|parent=fishbone-joint-1">
            <a:extLst xmlns:a="http://schemas.openxmlformats.org/drawingml/2006/main">
              <a:ext uri="{FF2B5EF4-FFF2-40B4-BE49-F238E27FC236}">
                <a16:creationId xmlns:a16="http://schemas.microsoft.com/office/drawing/2014/main" id="{912E6553-290E-4A1F-8198-DDE2411C3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5" name="PPAGENT_QA|parent=fishbone-category-1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5D1F46C1-060B-4E1D-B25B-BBE9BB14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419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流程</a:t>
            </a:r>
          </a:p>
        </p:txBody>
      </p:sp>
      <p:sp>
        <p:nvSpPr>
          <p:cNvPr id="16" name="PPAGENT_QA|parent=fishbone-item-1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D01BF69C-9866-407A-A0A2-2232DFEA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审批过长</a:t>
            </a:r>
          </a:p>
        </p:txBody>
      </p:sp>
      <p:sp>
        <p:nvSpPr>
          <p:cNvPr id="17" name="PPAGENT_CONNECTOR|from=fishbone-item-3-0|fromSide=top|to=fishbone-joint-3|toSide=center">
            <a:extLst xmlns:a="http://schemas.openxmlformats.org/drawingml/2006/main">
              <a:ext uri="{FF2B5EF4-FFF2-40B4-BE49-F238E27FC236}">
                <a16:creationId xmlns:a16="http://schemas.microsoft.com/office/drawing/2014/main" id="{BFEFD0BA-D7D4-4AC9-945B-08B8E6C7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96277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8" name="PPAGENT_QA|parent=fishbone-joint-3">
            <a:extLst xmlns:a="http://schemas.openxmlformats.org/drawingml/2006/main">
              <a:ext uri="{FF2B5EF4-FFF2-40B4-BE49-F238E27FC236}">
                <a16:creationId xmlns:a16="http://schemas.microsoft.com/office/drawing/2014/main" id="{693F9909-1EFF-46C8-B4C5-B580FB16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9" name="PPAGENT_QA|parent=fishbone-category-3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45D5507E-55C4-42F4-AD6C-BE338570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419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20" name="PPAGENT_QA|parent=fishbone-item-3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F767F249-6375-4362-A947-65187AA1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预算受限</a:t>
            </a:r>
          </a:p>
        </p:txBody>
      </p:sp>
    </p:spTree>
    <p:extLst>
      <p:ext uri="{BB962C8B-B14F-4D97-AF65-F5344CB8AC3E}">
        <p14:creationId xmlns:p14="http://schemas.microsoft.com/office/powerpoint/2010/main" val="6617876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7E32B4-54FE-4A87-97A1-5152062D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项目延期原因拆解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FA34DF-861B-4247-8D2F-5EBD6CDC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结果问题 · 分类原因拆解</a:t>
            </a:r>
          </a:p>
        </p:txBody>
      </p:sp>
      <p:sp>
        <p:nvSpPr>
          <p:cNvPr id="3" name="PPAGENT_QA|parent=fishbone-backbone|domains=fishbone-backbone">
            <a:extLst xmlns:a="http://schemas.openxmlformats.org/drawingml/2006/main">
              <a:ext uri="{FF2B5EF4-FFF2-40B4-BE49-F238E27FC236}">
                <a16:creationId xmlns:a16="http://schemas.microsoft.com/office/drawing/2014/main" id="{18F506D6-6298-4683-A1DB-959CD0DC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5800" y="3562350"/>
            <a:ext cx="870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677C8"/>
            </a:solidFill>
            <a:prstDash val="solid"/>
          </a:ln>
        </p:spPr>
      </p:sp>
      <p:sp>
        <p:nvSpPr>
          <p:cNvPr id="4" name="PPAGENT_QA|parent=fishbone-effect">
            <a:extLst xmlns:a="http://schemas.openxmlformats.org/drawingml/2006/main">
              <a:ext uri="{FF2B5EF4-FFF2-40B4-BE49-F238E27FC236}">
                <a16:creationId xmlns:a16="http://schemas.microsoft.com/office/drawing/2014/main" id="{BEC18FBF-9D77-4C60-9F8D-19007E1F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28950"/>
            <a:ext cx="2381250" cy="1066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交付延期</a:t>
            </a:r>
          </a:p>
        </p:txBody>
      </p:sp>
      <p:sp>
        <p:nvSpPr>
          <p:cNvPr id="5" name="PPAGENT_CONNECTOR|from=fishbone-item-0-1|fromSide=bottom|to=fishbone-joint-0|toSide=center">
            <a:extLst xmlns:a="http://schemas.openxmlformats.org/drawingml/2006/main">
              <a:ext uri="{FF2B5EF4-FFF2-40B4-BE49-F238E27FC236}">
                <a16:creationId xmlns:a16="http://schemas.microsoft.com/office/drawing/2014/main" id="{FD3DB146-A1A4-429C-A47B-CFC36CE7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480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6" name="PPAGENT_QA|parent=fishbone-joint-0">
            <a:extLst xmlns:a="http://schemas.openxmlformats.org/drawingml/2006/main">
              <a:ext uri="{FF2B5EF4-FFF2-40B4-BE49-F238E27FC236}">
                <a16:creationId xmlns:a16="http://schemas.microsoft.com/office/drawing/2014/main" id="{E204E5D8-7C9A-4B74-894D-F669A4D2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7" name="PPAGENT_QA|parent=fishbone-category-0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13E679E5-D8A3-41C5-830B-71E98CBA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114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人员</a:t>
            </a:r>
          </a:p>
        </p:txBody>
      </p:sp>
      <p:sp>
        <p:nvSpPr>
          <p:cNvPr id="8" name="PPAGENT_QA|parent=fishbone-item-0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393DE5B-083E-415E-AC6A-17544AB6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岗位不足</a:t>
            </a:r>
          </a:p>
        </p:txBody>
      </p:sp>
      <p:sp>
        <p:nvSpPr>
          <p:cNvPr id="9" name="PPAGENT_QA|parent=fishbone-item-0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09A04E05-04F5-425B-869C-6B8FEBC6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边界不清</a:t>
            </a:r>
          </a:p>
        </p:txBody>
      </p:sp>
      <p:sp>
        <p:nvSpPr>
          <p:cNvPr id="10" name="PPAGENT_CONNECTOR|from=fishbone-item-2-1|fromSide=bottom|to=fishbone-joint-2|toSide=center">
            <a:extLst xmlns:a="http://schemas.openxmlformats.org/drawingml/2006/main">
              <a:ext uri="{FF2B5EF4-FFF2-40B4-BE49-F238E27FC236}">
                <a16:creationId xmlns:a16="http://schemas.microsoft.com/office/drawing/2014/main" id="{EB991324-5DE2-4197-A7A7-DCFD5DF0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96277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1" name="PPAGENT_QA|parent=fishbone-joint-2">
            <a:extLst xmlns:a="http://schemas.openxmlformats.org/drawingml/2006/main">
              <a:ext uri="{FF2B5EF4-FFF2-40B4-BE49-F238E27FC236}">
                <a16:creationId xmlns:a16="http://schemas.microsoft.com/office/drawing/2014/main" id="{F52838BA-7D39-4CA8-80A5-CE3BD3256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2" name="PPAGENT_QA|parent=fishbone-category-2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C4FDC409-340F-422B-85F0-CF1E7043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14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</a:t>
            </a:r>
          </a:p>
        </p:txBody>
      </p:sp>
      <p:sp>
        <p:nvSpPr>
          <p:cNvPr id="13" name="PPAGENT_QA|parent=fishbone-item-2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E55F02EC-6D20-4D1C-8BD0-DB1D7D2C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接口复杂</a:t>
            </a:r>
          </a:p>
        </p:txBody>
      </p:sp>
      <p:sp>
        <p:nvSpPr>
          <p:cNvPr id="14" name="PPAGENT_QA|parent=fishbone-item-2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7B00ED55-24FE-4900-85DF-C846CE8D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测试不足</a:t>
            </a:r>
          </a:p>
        </p:txBody>
      </p:sp>
      <p:sp>
        <p:nvSpPr>
          <p:cNvPr id="15" name="PPAGENT_CONNECTOR|from=fishbone-item-1-0|fromSide=top|to=fishbone-joint-1|toSide=center">
            <a:extLst xmlns:a="http://schemas.openxmlformats.org/drawingml/2006/main">
              <a:ext uri="{FF2B5EF4-FFF2-40B4-BE49-F238E27FC236}">
                <a16:creationId xmlns:a16="http://schemas.microsoft.com/office/drawing/2014/main" id="{BDE513BD-1BA1-41B6-82CA-4B38BF04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480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6" name="PPAGENT_QA|parent=fishbone-joint-1">
            <a:extLst xmlns:a="http://schemas.openxmlformats.org/drawingml/2006/main">
              <a:ext uri="{FF2B5EF4-FFF2-40B4-BE49-F238E27FC236}">
                <a16:creationId xmlns:a16="http://schemas.microsoft.com/office/drawing/2014/main" id="{F40E3256-906A-4589-BC0A-7DCAE6705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7" name="PPAGENT_QA|parent=fishbone-category-1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21968073-8FF2-4D98-AFA9-0ED0D39F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724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流程</a:t>
            </a:r>
          </a:p>
        </p:txBody>
      </p:sp>
      <p:sp>
        <p:nvSpPr>
          <p:cNvPr id="18" name="PPAGENT_QA|parent=fishbone-item-1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0D6E6702-62C9-4BF9-9160-10628849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审批过长</a:t>
            </a:r>
          </a:p>
        </p:txBody>
      </p:sp>
      <p:sp>
        <p:nvSpPr>
          <p:cNvPr id="19" name="PPAGENT_QA|parent=fishbone-item-1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6C69C40-5A2E-4B72-B78D-0B305611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交接缺失</a:t>
            </a:r>
          </a:p>
        </p:txBody>
      </p:sp>
      <p:sp>
        <p:nvSpPr>
          <p:cNvPr id="20" name="PPAGENT_CONNECTOR|from=fishbone-item-3-0|fromSide=top|to=fishbone-joint-3|toSide=center">
            <a:extLst xmlns:a="http://schemas.openxmlformats.org/drawingml/2006/main">
              <a:ext uri="{FF2B5EF4-FFF2-40B4-BE49-F238E27FC236}">
                <a16:creationId xmlns:a16="http://schemas.microsoft.com/office/drawing/2014/main" id="{04B0C9CC-3819-42AF-A9B2-48F1A1AE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96277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1" name="PPAGENT_QA|parent=fishbone-joint-3">
            <a:extLst xmlns:a="http://schemas.openxmlformats.org/drawingml/2006/main">
              <a:ext uri="{FF2B5EF4-FFF2-40B4-BE49-F238E27FC236}">
                <a16:creationId xmlns:a16="http://schemas.microsoft.com/office/drawing/2014/main" id="{299E4716-D272-46AD-8E5F-A2278251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2" name="PPAGENT_QA|parent=fishbone-category-3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2C6F422B-94E6-4505-B6A8-FE0D7BFF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724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23" name="PPAGENT_QA|parent=fishbone-item-3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C19B331F-6641-4C1C-B30B-FA5B1E58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预算受限</a:t>
            </a:r>
          </a:p>
        </p:txBody>
      </p:sp>
      <p:sp>
        <p:nvSpPr>
          <p:cNvPr id="24" name="PPAGENT_QA|parent=fishbone-item-3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6A117EC4-B533-441D-85D9-9D93BD57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设备延迟</a:t>
            </a:r>
          </a:p>
        </p:txBody>
      </p:sp>
    </p:spTree>
    <p:extLst>
      <p:ext uri="{BB962C8B-B14F-4D97-AF65-F5344CB8AC3E}">
        <p14:creationId xmlns:p14="http://schemas.microsoft.com/office/powerpoint/2010/main" val="13416888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E60D96-D10E-4E82-B5C5-5CCACFC1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项目延期原因拆解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1B123C-BB0D-4E01-BA54-060CFEAF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结果问题 · 分类原因拆解</a:t>
            </a:r>
          </a:p>
        </p:txBody>
      </p:sp>
      <p:sp>
        <p:nvSpPr>
          <p:cNvPr id="3" name="PPAGENT_QA|parent=fishbone-backbone|domains=fishbone-backbone">
            <a:extLst xmlns:a="http://schemas.openxmlformats.org/drawingml/2006/main">
              <a:ext uri="{FF2B5EF4-FFF2-40B4-BE49-F238E27FC236}">
                <a16:creationId xmlns:a16="http://schemas.microsoft.com/office/drawing/2014/main" id="{7F81B514-E3E8-4138-A252-891F45B7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5800" y="3562350"/>
            <a:ext cx="870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677C8"/>
            </a:solidFill>
            <a:prstDash val="solid"/>
          </a:ln>
        </p:spPr>
      </p:sp>
      <p:sp>
        <p:nvSpPr>
          <p:cNvPr id="4" name="PPAGENT_QA|parent=fishbone-effect">
            <a:extLst xmlns:a="http://schemas.openxmlformats.org/drawingml/2006/main">
              <a:ext uri="{FF2B5EF4-FFF2-40B4-BE49-F238E27FC236}">
                <a16:creationId xmlns:a16="http://schemas.microsoft.com/office/drawing/2014/main" id="{FD40A43E-6A9A-4326-8F4B-08ADECEB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28950"/>
            <a:ext cx="2381250" cy="1066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交付延期</a:t>
            </a:r>
          </a:p>
        </p:txBody>
      </p:sp>
      <p:sp>
        <p:nvSpPr>
          <p:cNvPr id="5" name="PPAGENT_CONNECTOR|from=fishbone-item-0-2|fromSide=bottom|to=fishbone-joint-0|toSide=center">
            <a:extLst xmlns:a="http://schemas.openxmlformats.org/drawingml/2006/main">
              <a:ext uri="{FF2B5EF4-FFF2-40B4-BE49-F238E27FC236}">
                <a16:creationId xmlns:a16="http://schemas.microsoft.com/office/drawing/2014/main" id="{0BB18845-46B6-45CC-AC66-574C6F42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480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6" name="PPAGENT_QA|parent=fishbone-joint-0">
            <a:extLst xmlns:a="http://schemas.openxmlformats.org/drawingml/2006/main">
              <a:ext uri="{FF2B5EF4-FFF2-40B4-BE49-F238E27FC236}">
                <a16:creationId xmlns:a16="http://schemas.microsoft.com/office/drawing/2014/main" id="{A68BEA02-2147-4385-82AA-657F631D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7" name="PPAGENT_QA|parent=fishbone-category-0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0E6F9EAF-8A34-4743-8F08-F47F3D0B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809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人员</a:t>
            </a:r>
          </a:p>
        </p:txBody>
      </p:sp>
      <p:sp>
        <p:nvSpPr>
          <p:cNvPr id="8" name="PPAGENT_QA|parent=fishbone-item-0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144F7090-89FA-4483-8EA9-D4772AB2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岗位不足</a:t>
            </a:r>
          </a:p>
        </p:txBody>
      </p:sp>
      <p:sp>
        <p:nvSpPr>
          <p:cNvPr id="9" name="PPAGENT_QA|parent=fishbone-item-0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23128DF4-B46D-4E8A-A323-A1475820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边界不清</a:t>
            </a:r>
          </a:p>
        </p:txBody>
      </p:sp>
      <p:sp>
        <p:nvSpPr>
          <p:cNvPr id="10" name="PPAGENT_QA|parent=fishbone-item-0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BAB7BF11-B473-44B0-A9EF-8E4B5CE9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经验不匹配</a:t>
            </a:r>
          </a:p>
        </p:txBody>
      </p:sp>
      <p:sp>
        <p:nvSpPr>
          <p:cNvPr id="11" name="PPAGENT_CONNECTOR|from=fishbone-item-2-2|fromSide=bottom|to=fishbone-joint-2|toSide=center">
            <a:extLst xmlns:a="http://schemas.openxmlformats.org/drawingml/2006/main">
              <a:ext uri="{FF2B5EF4-FFF2-40B4-BE49-F238E27FC236}">
                <a16:creationId xmlns:a16="http://schemas.microsoft.com/office/drawing/2014/main" id="{42F55F5C-6FE5-40A8-8012-2E1BE528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96277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2" name="PPAGENT_QA|parent=fishbone-joint-2">
            <a:extLst xmlns:a="http://schemas.openxmlformats.org/drawingml/2006/main">
              <a:ext uri="{FF2B5EF4-FFF2-40B4-BE49-F238E27FC236}">
                <a16:creationId xmlns:a16="http://schemas.microsoft.com/office/drawing/2014/main" id="{DCECE19D-B4E5-44B2-A8E5-FBC2B40A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3" name="PPAGENT_QA|parent=fishbone-category-2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7CF2EC17-2195-4AC6-AB03-8B5856F7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809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</a:t>
            </a:r>
          </a:p>
        </p:txBody>
      </p:sp>
      <p:sp>
        <p:nvSpPr>
          <p:cNvPr id="14" name="PPAGENT_QA|parent=fishbone-item-2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DD0D645A-3D0F-471E-87F2-0F17141F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接口复杂</a:t>
            </a:r>
          </a:p>
        </p:txBody>
      </p:sp>
      <p:sp>
        <p:nvSpPr>
          <p:cNvPr id="15" name="PPAGENT_QA|parent=fishbone-item-2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06F39BF-7A1C-4E01-8413-EBF77CD9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测试不足</a:t>
            </a:r>
          </a:p>
        </p:txBody>
      </p:sp>
      <p:sp>
        <p:nvSpPr>
          <p:cNvPr id="16" name="PPAGENT_QA|parent=fishbone-item-2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D1B08372-9DDD-444B-A664-7896471C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工具不稳</a:t>
            </a:r>
          </a:p>
        </p:txBody>
      </p:sp>
      <p:sp>
        <p:nvSpPr>
          <p:cNvPr id="17" name="PPAGENT_CONNECTOR|from=fishbone-item-1-0|fromSide=top|to=fishbone-joint-1|toSide=center">
            <a:extLst xmlns:a="http://schemas.openxmlformats.org/drawingml/2006/main">
              <a:ext uri="{FF2B5EF4-FFF2-40B4-BE49-F238E27FC236}">
                <a16:creationId xmlns:a16="http://schemas.microsoft.com/office/drawing/2014/main" id="{E534655F-5BA3-4ED6-855A-46CAF7E4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480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8" name="PPAGENT_QA|parent=fishbone-joint-1">
            <a:extLst xmlns:a="http://schemas.openxmlformats.org/drawingml/2006/main">
              <a:ext uri="{FF2B5EF4-FFF2-40B4-BE49-F238E27FC236}">
                <a16:creationId xmlns:a16="http://schemas.microsoft.com/office/drawing/2014/main" id="{BD203BDF-8B41-4E90-BD1F-9A4565BD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9" name="PPAGENT_QA|parent=fishbone-category-1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399CF495-DA7E-4563-B626-7D876185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029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流程</a:t>
            </a:r>
          </a:p>
        </p:txBody>
      </p:sp>
      <p:sp>
        <p:nvSpPr>
          <p:cNvPr id="20" name="PPAGENT_QA|parent=fishbone-item-1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046D9983-89F3-4B20-9A32-26A4179D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审批过长</a:t>
            </a:r>
          </a:p>
        </p:txBody>
      </p:sp>
      <p:sp>
        <p:nvSpPr>
          <p:cNvPr id="21" name="PPAGENT_QA|parent=fishbone-item-1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95C59A19-32E6-4206-A6B9-6E00E309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交接缺失</a:t>
            </a:r>
          </a:p>
        </p:txBody>
      </p:sp>
      <p:sp>
        <p:nvSpPr>
          <p:cNvPr id="22" name="PPAGENT_QA|parent=fishbone-item-1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22A95014-AF50-4C82-B94C-EE906AD78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变更迟缓</a:t>
            </a:r>
          </a:p>
        </p:txBody>
      </p:sp>
      <p:sp>
        <p:nvSpPr>
          <p:cNvPr id="23" name="PPAGENT_CONNECTOR|from=fishbone-item-3-0|fromSide=top|to=fishbone-joint-3|toSide=center">
            <a:extLst xmlns:a="http://schemas.openxmlformats.org/drawingml/2006/main">
              <a:ext uri="{FF2B5EF4-FFF2-40B4-BE49-F238E27FC236}">
                <a16:creationId xmlns:a16="http://schemas.microsoft.com/office/drawing/2014/main" id="{CB797EF2-54EC-4738-BA34-23EF51EC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96277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4" name="PPAGENT_QA|parent=fishbone-joint-3">
            <a:extLst xmlns:a="http://schemas.openxmlformats.org/drawingml/2006/main">
              <a:ext uri="{FF2B5EF4-FFF2-40B4-BE49-F238E27FC236}">
                <a16:creationId xmlns:a16="http://schemas.microsoft.com/office/drawing/2014/main" id="{75510356-2339-4590-B88B-1089B8FE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5" name="PPAGENT_QA|parent=fishbone-category-3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B813898B-640B-475A-9A9B-D50CC3B82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29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26" name="PPAGENT_QA|parent=fishbone-item-3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253BA945-9952-431A-B510-9B139A661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预算受限</a:t>
            </a:r>
          </a:p>
        </p:txBody>
      </p:sp>
      <p:sp>
        <p:nvSpPr>
          <p:cNvPr id="27" name="PPAGENT_QA|parent=fishbone-item-3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D07853A0-5C36-4F47-BB12-C11E7D14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设备延迟</a:t>
            </a:r>
          </a:p>
        </p:txBody>
      </p:sp>
      <p:sp>
        <p:nvSpPr>
          <p:cNvPr id="28" name="PPAGENT_QA|parent=fishbone-item-3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44FF1179-8B5A-49B0-A225-E5E01162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排期冲突</a:t>
            </a:r>
          </a:p>
        </p:txBody>
      </p:sp>
    </p:spTree>
    <p:extLst>
      <p:ext uri="{BB962C8B-B14F-4D97-AF65-F5344CB8AC3E}">
        <p14:creationId xmlns:p14="http://schemas.microsoft.com/office/powerpoint/2010/main" val="8451076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660DDF-6CA5-4841-913B-BDCE86712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项目延期原因拆解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26F7E5-593B-4BCA-8AC0-EF3FEF05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结果问题 · 分类原因拆解</a:t>
            </a:r>
          </a:p>
        </p:txBody>
      </p:sp>
      <p:sp>
        <p:nvSpPr>
          <p:cNvPr id="3" name="PPAGENT_QA|parent=fishbone-backbone|domains=fishbone-backbone">
            <a:extLst xmlns:a="http://schemas.openxmlformats.org/drawingml/2006/main">
              <a:ext uri="{FF2B5EF4-FFF2-40B4-BE49-F238E27FC236}">
                <a16:creationId xmlns:a16="http://schemas.microsoft.com/office/drawing/2014/main" id="{1A1EBF77-28DA-4C60-98C5-7FA47129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5800" y="3562350"/>
            <a:ext cx="870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677C8"/>
            </a:solidFill>
            <a:prstDash val="solid"/>
          </a:ln>
        </p:spPr>
      </p:sp>
      <p:sp>
        <p:nvSpPr>
          <p:cNvPr id="4" name="PPAGENT_QA|parent=fishbone-effect">
            <a:extLst xmlns:a="http://schemas.openxmlformats.org/drawingml/2006/main">
              <a:ext uri="{FF2B5EF4-FFF2-40B4-BE49-F238E27FC236}">
                <a16:creationId xmlns:a16="http://schemas.microsoft.com/office/drawing/2014/main" id="{4EF7B36D-26F5-4789-9626-0933B8D7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28950"/>
            <a:ext cx="2381250" cy="1066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交付延期</a:t>
            </a:r>
          </a:p>
        </p:txBody>
      </p:sp>
      <p:sp>
        <p:nvSpPr>
          <p:cNvPr id="5" name="PPAGENT_CONNECTOR|from=fishbone-item-0-3|fromSide=bottom|to=fishbone-joint-0|toSide=center">
            <a:extLst xmlns:a="http://schemas.openxmlformats.org/drawingml/2006/main">
              <a:ext uri="{FF2B5EF4-FFF2-40B4-BE49-F238E27FC236}">
                <a16:creationId xmlns:a16="http://schemas.microsoft.com/office/drawing/2014/main" id="{E882B22A-F757-40FF-8193-591F784E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480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6" name="PPAGENT_QA|parent=fishbone-joint-0">
            <a:extLst xmlns:a="http://schemas.openxmlformats.org/drawingml/2006/main">
              <a:ext uri="{FF2B5EF4-FFF2-40B4-BE49-F238E27FC236}">
                <a16:creationId xmlns:a16="http://schemas.microsoft.com/office/drawing/2014/main" id="{F28CF371-27F1-4600-9222-596C4B7D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7" name="PPAGENT_QA|parent=fishbone-category-0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8912195C-103F-4174-9EBC-A716EA5D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504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人员</a:t>
            </a:r>
          </a:p>
        </p:txBody>
      </p:sp>
      <p:sp>
        <p:nvSpPr>
          <p:cNvPr id="8" name="PPAGENT_QA|parent=fishbone-item-0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C7AF7E19-AF26-4B3D-8CCB-E29E7323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859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岗位不足</a:t>
            </a:r>
          </a:p>
        </p:txBody>
      </p:sp>
      <p:sp>
        <p:nvSpPr>
          <p:cNvPr id="9" name="PPAGENT_QA|parent=fishbone-item-0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638D42BF-5F05-4186-AC2D-669E0961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边界不清</a:t>
            </a:r>
          </a:p>
        </p:txBody>
      </p:sp>
      <p:sp>
        <p:nvSpPr>
          <p:cNvPr id="10" name="PPAGENT_QA|parent=fishbone-item-0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776EFE2F-1371-4B1B-BC31-0A9B5E08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经验不匹配</a:t>
            </a:r>
          </a:p>
        </p:txBody>
      </p:sp>
      <p:sp>
        <p:nvSpPr>
          <p:cNvPr id="11" name="PPAGENT_QA|parent=fishbone-item-0-3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C91910CD-ACF1-4ABC-B9FE-275AA5AAC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协同不及时</a:t>
            </a:r>
          </a:p>
        </p:txBody>
      </p:sp>
      <p:sp>
        <p:nvSpPr>
          <p:cNvPr id="12" name="PPAGENT_CONNECTOR|from=fishbone-item-2-3|fromSide=bottom|to=fishbone-joint-2|toSide=center">
            <a:extLst xmlns:a="http://schemas.openxmlformats.org/drawingml/2006/main">
              <a:ext uri="{FF2B5EF4-FFF2-40B4-BE49-F238E27FC236}">
                <a16:creationId xmlns:a16="http://schemas.microsoft.com/office/drawing/2014/main" id="{BFFC1F1A-EAA6-4CB8-A8DD-DC8240FC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96277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3" name="PPAGENT_QA|parent=fishbone-joint-2">
            <a:extLst xmlns:a="http://schemas.openxmlformats.org/drawingml/2006/main">
              <a:ext uri="{FF2B5EF4-FFF2-40B4-BE49-F238E27FC236}">
                <a16:creationId xmlns:a16="http://schemas.microsoft.com/office/drawing/2014/main" id="{66AAD7A8-64D9-44BC-BBAB-B2C19F43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4" name="PPAGENT_QA|parent=fishbone-category-2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D84419BF-23D0-4338-B7E9-7B6B1CF9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504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</a:t>
            </a:r>
          </a:p>
        </p:txBody>
      </p:sp>
      <p:sp>
        <p:nvSpPr>
          <p:cNvPr id="15" name="PPAGENT_QA|parent=fishbone-item-2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9C0D9648-F248-487F-838D-437B0D3B5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8859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接口复杂</a:t>
            </a:r>
          </a:p>
        </p:txBody>
      </p:sp>
      <p:sp>
        <p:nvSpPr>
          <p:cNvPr id="16" name="PPAGENT_QA|parent=fishbone-item-2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9FBA6A36-8294-4588-AFE7-14B3A705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测试不足</a:t>
            </a:r>
          </a:p>
        </p:txBody>
      </p:sp>
      <p:sp>
        <p:nvSpPr>
          <p:cNvPr id="17" name="PPAGENT_QA|parent=fishbone-item-2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C45635E4-9AE8-4E06-AD3A-79FCB00B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工具不稳</a:t>
            </a:r>
          </a:p>
        </p:txBody>
      </p:sp>
      <p:sp>
        <p:nvSpPr>
          <p:cNvPr id="18" name="PPAGENT_QA|parent=fishbone-item-2-3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DDA77982-424E-42B0-9755-1969472A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数据异常</a:t>
            </a:r>
          </a:p>
        </p:txBody>
      </p:sp>
      <p:sp>
        <p:nvSpPr>
          <p:cNvPr id="19" name="PPAGENT_CONNECTOR|from=fishbone-item-1-0|fromSide=top|to=fishbone-joint-1|toSide=center">
            <a:extLst xmlns:a="http://schemas.openxmlformats.org/drawingml/2006/main">
              <a:ext uri="{FF2B5EF4-FFF2-40B4-BE49-F238E27FC236}">
                <a16:creationId xmlns:a16="http://schemas.microsoft.com/office/drawing/2014/main" id="{C6488BC6-130D-4876-AD0A-57EED972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480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0" name="PPAGENT_QA|parent=fishbone-joint-1">
            <a:extLst xmlns:a="http://schemas.openxmlformats.org/drawingml/2006/main">
              <a:ext uri="{FF2B5EF4-FFF2-40B4-BE49-F238E27FC236}">
                <a16:creationId xmlns:a16="http://schemas.microsoft.com/office/drawing/2014/main" id="{90119252-7273-4F92-95C5-1338DCAD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1" name="PPAGENT_QA|parent=fishbone-category-1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0C725D22-D163-427E-9D07-7641E976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3340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流程</a:t>
            </a:r>
          </a:p>
        </p:txBody>
      </p:sp>
      <p:sp>
        <p:nvSpPr>
          <p:cNvPr id="22" name="PPAGENT_QA|parent=fishbone-item-1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2D4B417A-4399-4307-90EF-701C3831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审批过长</a:t>
            </a:r>
          </a:p>
        </p:txBody>
      </p:sp>
      <p:sp>
        <p:nvSpPr>
          <p:cNvPr id="23" name="PPAGENT_QA|parent=fishbone-item-1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925C9926-60FB-49F0-A91C-0547A1EC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交接缺失</a:t>
            </a:r>
          </a:p>
        </p:txBody>
      </p:sp>
      <p:sp>
        <p:nvSpPr>
          <p:cNvPr id="24" name="PPAGENT_QA|parent=fishbone-item-1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2604626C-2975-48E7-BE4C-0FDC8746B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变更迟缓</a:t>
            </a:r>
          </a:p>
        </p:txBody>
      </p:sp>
      <p:sp>
        <p:nvSpPr>
          <p:cNvPr id="25" name="PPAGENT_QA|parent=fishbone-item-1-3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C542862-DDF0-4DAE-B298-A2746A32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9720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反馈滞后</a:t>
            </a:r>
          </a:p>
        </p:txBody>
      </p:sp>
      <p:sp>
        <p:nvSpPr>
          <p:cNvPr id="26" name="PPAGENT_CONNECTOR|from=fishbone-item-3-0|fromSide=top|to=fishbone-joint-3|toSide=center">
            <a:extLst xmlns:a="http://schemas.openxmlformats.org/drawingml/2006/main">
              <a:ext uri="{FF2B5EF4-FFF2-40B4-BE49-F238E27FC236}">
                <a16:creationId xmlns:a16="http://schemas.microsoft.com/office/drawing/2014/main" id="{F6E53A28-2F24-4F5B-90B6-9AF76BD4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96277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7" name="PPAGENT_QA|parent=fishbone-joint-3">
            <a:extLst xmlns:a="http://schemas.openxmlformats.org/drawingml/2006/main">
              <a:ext uri="{FF2B5EF4-FFF2-40B4-BE49-F238E27FC236}">
                <a16:creationId xmlns:a16="http://schemas.microsoft.com/office/drawing/2014/main" id="{30E68C89-8FAF-4E2C-9196-64E597AA2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8" name="PPAGENT_QA|parent=fishbone-category-3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9EFC1520-AB67-4264-9D99-2D31CEE6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3340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29" name="PPAGENT_QA|parent=fishbone-item-3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E10CA57F-31DE-425E-B6A8-35388ABF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预算受限</a:t>
            </a:r>
          </a:p>
        </p:txBody>
      </p:sp>
      <p:sp>
        <p:nvSpPr>
          <p:cNvPr id="30" name="PPAGENT_QA|parent=fishbone-item-3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95F17154-BEE9-428D-B06F-4E4F6ECF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设备延迟</a:t>
            </a:r>
          </a:p>
        </p:txBody>
      </p:sp>
      <p:sp>
        <p:nvSpPr>
          <p:cNvPr id="31" name="PPAGENT_QA|parent=fishbone-item-3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31346953-CABC-45AC-903B-F255B8CD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排期冲突</a:t>
            </a:r>
          </a:p>
        </p:txBody>
      </p:sp>
      <p:sp>
        <p:nvSpPr>
          <p:cNvPr id="32" name="PPAGENT_QA|parent=fishbone-item-3-3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F64557CA-B393-43E4-BEE3-5DEA81E2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9720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环境不足</a:t>
            </a:r>
          </a:p>
        </p:txBody>
      </p:sp>
    </p:spTree>
    <p:extLst>
      <p:ext uri="{BB962C8B-B14F-4D97-AF65-F5344CB8AC3E}">
        <p14:creationId xmlns:p14="http://schemas.microsoft.com/office/powerpoint/2010/main" val="6005902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A10029-165C-43C2-8E85-FD67888D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项目延期原因拆解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BC5D42-45B9-4B51-8239-F84E8FA5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结果问题 · 分类原因拆解</a:t>
            </a:r>
          </a:p>
        </p:txBody>
      </p:sp>
      <p:sp>
        <p:nvSpPr>
          <p:cNvPr id="3" name="PPAGENT_QA|parent=fishbone-backbone|domains=fishbone-backbone">
            <a:extLst xmlns:a="http://schemas.openxmlformats.org/drawingml/2006/main">
              <a:ext uri="{FF2B5EF4-FFF2-40B4-BE49-F238E27FC236}">
                <a16:creationId xmlns:a16="http://schemas.microsoft.com/office/drawing/2014/main" id="{14E80733-D62C-459F-9893-73D0DE56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5800" y="3562350"/>
            <a:ext cx="870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677C8"/>
            </a:solidFill>
            <a:prstDash val="solid"/>
          </a:ln>
        </p:spPr>
      </p:sp>
      <p:sp>
        <p:nvSpPr>
          <p:cNvPr id="4" name="PPAGENT_QA|parent=fishbone-effect">
            <a:extLst xmlns:a="http://schemas.openxmlformats.org/drawingml/2006/main">
              <a:ext uri="{FF2B5EF4-FFF2-40B4-BE49-F238E27FC236}">
                <a16:creationId xmlns:a16="http://schemas.microsoft.com/office/drawing/2014/main" id="{21756EEF-4B0C-4C61-8551-9D0BE867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28950"/>
            <a:ext cx="2381250" cy="1066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交付延期</a:t>
            </a:r>
          </a:p>
        </p:txBody>
      </p:sp>
      <p:sp>
        <p:nvSpPr>
          <p:cNvPr id="5" name="PPAGENT_CONNECTOR|from=fishbone-item-0-0|fromSide=bottom|to=fishbone-joint-0|toSide=center">
            <a:extLst xmlns:a="http://schemas.openxmlformats.org/drawingml/2006/main">
              <a:ext uri="{FF2B5EF4-FFF2-40B4-BE49-F238E27FC236}">
                <a16:creationId xmlns:a16="http://schemas.microsoft.com/office/drawing/2014/main" id="{DA914C99-CF40-4A56-ADCF-A024B7A0B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95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6" name="PPAGENT_QA|parent=fishbone-joint-0">
            <a:extLst xmlns:a="http://schemas.openxmlformats.org/drawingml/2006/main">
              <a:ext uri="{FF2B5EF4-FFF2-40B4-BE49-F238E27FC236}">
                <a16:creationId xmlns:a16="http://schemas.microsoft.com/office/drawing/2014/main" id="{0D0A45FB-D2A1-45D6-935F-F21491FA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7" name="PPAGENT_QA|parent=fishbone-category-0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F5EF2951-3A4D-4EDB-BB6B-65FE4EDB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19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人员</a:t>
            </a:r>
          </a:p>
        </p:txBody>
      </p:sp>
      <p:sp>
        <p:nvSpPr>
          <p:cNvPr id="8" name="PPAGENT_QA|parent=fishbone-item-0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1F6915AE-095C-46EF-8A48-558590902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岗位不足</a:t>
            </a:r>
          </a:p>
        </p:txBody>
      </p:sp>
      <p:sp>
        <p:nvSpPr>
          <p:cNvPr id="9" name="PPAGENT_CONNECTOR|from=fishbone-item-2-0|fromSide=bottom|to=fishbone-joint-2|toSide=center">
            <a:extLst xmlns:a="http://schemas.openxmlformats.org/drawingml/2006/main">
              <a:ext uri="{FF2B5EF4-FFF2-40B4-BE49-F238E27FC236}">
                <a16:creationId xmlns:a16="http://schemas.microsoft.com/office/drawing/2014/main" id="{A8D58AE2-86B7-4334-AA27-40E1102E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62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0" name="PPAGENT_QA|parent=fishbone-joint-2">
            <a:extLst xmlns:a="http://schemas.openxmlformats.org/drawingml/2006/main">
              <a:ext uri="{FF2B5EF4-FFF2-40B4-BE49-F238E27FC236}">
                <a16:creationId xmlns:a16="http://schemas.microsoft.com/office/drawing/2014/main" id="{25842E5E-56D3-496D-A896-D5AEE8B6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1" name="PPAGENT_QA|parent=fishbone-category-2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5B610A7F-08CE-4178-BBD1-5B817EBA8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19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</a:t>
            </a:r>
          </a:p>
        </p:txBody>
      </p:sp>
      <p:sp>
        <p:nvSpPr>
          <p:cNvPr id="12" name="PPAGENT_QA|parent=fishbone-item-2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8B416665-DC51-4195-8524-72CF64B2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接口复杂</a:t>
            </a:r>
          </a:p>
        </p:txBody>
      </p:sp>
      <p:sp>
        <p:nvSpPr>
          <p:cNvPr id="13" name="PPAGENT_CONNECTOR|from=fishbone-item-4-0|fromSide=bottom|to=fishbone-joint-4|toSide=center">
            <a:extLst xmlns:a="http://schemas.openxmlformats.org/drawingml/2006/main">
              <a:ext uri="{FF2B5EF4-FFF2-40B4-BE49-F238E27FC236}">
                <a16:creationId xmlns:a16="http://schemas.microsoft.com/office/drawing/2014/main" id="{93388456-B460-445F-A5A8-C3E3C5541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629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4" name="PPAGENT_QA|parent=fishbone-joint-4">
            <a:extLst xmlns:a="http://schemas.openxmlformats.org/drawingml/2006/main">
              <a:ext uri="{FF2B5EF4-FFF2-40B4-BE49-F238E27FC236}">
                <a16:creationId xmlns:a16="http://schemas.microsoft.com/office/drawing/2014/main" id="{C95BCA43-D49C-486C-83F2-CBAF852C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5" name="PPAGENT_QA|parent=fishbone-category-4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405D53AF-6526-46B3-A55F-3866F051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19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16" name="PPAGENT_QA|parent=fishbone-item-4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C7F70DFE-A346-4914-BCF1-5C189ED5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目标调整</a:t>
            </a:r>
          </a:p>
        </p:txBody>
      </p:sp>
      <p:sp>
        <p:nvSpPr>
          <p:cNvPr id="17" name="PPAGENT_CONNECTOR|from=fishbone-item-1-0|fromSide=top|to=fishbone-joint-1|toSide=center">
            <a:extLst xmlns:a="http://schemas.openxmlformats.org/drawingml/2006/main">
              <a:ext uri="{FF2B5EF4-FFF2-40B4-BE49-F238E27FC236}">
                <a16:creationId xmlns:a16="http://schemas.microsoft.com/office/drawing/2014/main" id="{DA25CE89-3AD2-4415-8192-48A017C26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480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8" name="PPAGENT_QA|parent=fishbone-joint-1">
            <a:extLst xmlns:a="http://schemas.openxmlformats.org/drawingml/2006/main">
              <a:ext uri="{FF2B5EF4-FFF2-40B4-BE49-F238E27FC236}">
                <a16:creationId xmlns:a16="http://schemas.microsoft.com/office/drawing/2014/main" id="{AA9FDC6D-108D-410D-A8D0-4DE744BC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9" name="PPAGENT_QA|parent=fishbone-category-1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35BA40D0-F123-41F4-AA41-41DFBD4A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419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流程</a:t>
            </a:r>
          </a:p>
        </p:txBody>
      </p:sp>
      <p:sp>
        <p:nvSpPr>
          <p:cNvPr id="20" name="PPAGENT_QA|parent=fishbone-item-1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695B29B0-6B21-4C0E-86C1-5264EDE4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审批过长</a:t>
            </a:r>
          </a:p>
        </p:txBody>
      </p:sp>
      <p:sp>
        <p:nvSpPr>
          <p:cNvPr id="21" name="PPAGENT_CONNECTOR|from=fishbone-item-3-0|fromSide=top|to=fishbone-joint-3|toSide=center">
            <a:extLst xmlns:a="http://schemas.openxmlformats.org/drawingml/2006/main">
              <a:ext uri="{FF2B5EF4-FFF2-40B4-BE49-F238E27FC236}">
                <a16:creationId xmlns:a16="http://schemas.microsoft.com/office/drawing/2014/main" id="{819E786B-4D99-4D6D-BD10-43247568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96277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2" name="PPAGENT_QA|parent=fishbone-joint-3">
            <a:extLst xmlns:a="http://schemas.openxmlformats.org/drawingml/2006/main">
              <a:ext uri="{FF2B5EF4-FFF2-40B4-BE49-F238E27FC236}">
                <a16:creationId xmlns:a16="http://schemas.microsoft.com/office/drawing/2014/main" id="{4FD56509-0818-43BA-9528-F410892E0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3" name="PPAGENT_QA|parent=fishbone-category-3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758DB170-73A0-4160-A862-6F1C1A4F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419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24" name="PPAGENT_QA|parent=fishbone-item-3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8C2EC96E-008E-4F78-9C14-97C13E5C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预算受限</a:t>
            </a:r>
          </a:p>
        </p:txBody>
      </p:sp>
    </p:spTree>
    <p:extLst>
      <p:ext uri="{BB962C8B-B14F-4D97-AF65-F5344CB8AC3E}">
        <p14:creationId xmlns:p14="http://schemas.microsoft.com/office/powerpoint/2010/main" val="5328888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F6F7EA-FFC2-437F-B03E-EB02B57E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项目延期原因拆解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B98F58-EC03-4EBA-85A4-44746D70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结果问题 · 分类原因拆解</a:t>
            </a:r>
          </a:p>
        </p:txBody>
      </p:sp>
      <p:sp>
        <p:nvSpPr>
          <p:cNvPr id="3" name="PPAGENT_QA|parent=fishbone-backbone|domains=fishbone-backbone">
            <a:extLst xmlns:a="http://schemas.openxmlformats.org/drawingml/2006/main">
              <a:ext uri="{FF2B5EF4-FFF2-40B4-BE49-F238E27FC236}">
                <a16:creationId xmlns:a16="http://schemas.microsoft.com/office/drawing/2014/main" id="{751B21D1-C568-451D-912E-3FE092AA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5800" y="3562350"/>
            <a:ext cx="870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677C8"/>
            </a:solidFill>
            <a:prstDash val="solid"/>
          </a:ln>
        </p:spPr>
      </p:sp>
      <p:sp>
        <p:nvSpPr>
          <p:cNvPr id="4" name="PPAGENT_QA|parent=fishbone-effect">
            <a:extLst xmlns:a="http://schemas.openxmlformats.org/drawingml/2006/main">
              <a:ext uri="{FF2B5EF4-FFF2-40B4-BE49-F238E27FC236}">
                <a16:creationId xmlns:a16="http://schemas.microsoft.com/office/drawing/2014/main" id="{5EAB306E-8FF3-4BEC-80E5-D88DFED4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28950"/>
            <a:ext cx="2381250" cy="1066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交付延期</a:t>
            </a:r>
          </a:p>
        </p:txBody>
      </p:sp>
      <p:sp>
        <p:nvSpPr>
          <p:cNvPr id="5" name="PPAGENT_CONNECTOR|from=fishbone-item-0-1|fromSide=bottom|to=fishbone-joint-0|toSide=center">
            <a:extLst xmlns:a="http://schemas.openxmlformats.org/drawingml/2006/main">
              <a:ext uri="{FF2B5EF4-FFF2-40B4-BE49-F238E27FC236}">
                <a16:creationId xmlns:a16="http://schemas.microsoft.com/office/drawing/2014/main" id="{280D85CB-4FDB-4345-9CA2-423E0C82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95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6" name="PPAGENT_QA|parent=fishbone-joint-0">
            <a:extLst xmlns:a="http://schemas.openxmlformats.org/drawingml/2006/main">
              <a:ext uri="{FF2B5EF4-FFF2-40B4-BE49-F238E27FC236}">
                <a16:creationId xmlns:a16="http://schemas.microsoft.com/office/drawing/2014/main" id="{C37E991E-B3A8-44DD-A4B4-F2717D22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7" name="PPAGENT_QA|parent=fishbone-category-0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B19340D4-7C68-48B5-B9AC-9EBEF092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14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人员</a:t>
            </a:r>
          </a:p>
        </p:txBody>
      </p:sp>
      <p:sp>
        <p:nvSpPr>
          <p:cNvPr id="8" name="PPAGENT_QA|parent=fishbone-item-0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482C00B0-8772-427A-8397-1BEDB6CF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岗位不足</a:t>
            </a:r>
          </a:p>
        </p:txBody>
      </p:sp>
      <p:sp>
        <p:nvSpPr>
          <p:cNvPr id="9" name="PPAGENT_QA|parent=fishbone-item-0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73949585-56F7-4CA6-8DF4-8DBF344E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边界不清</a:t>
            </a:r>
          </a:p>
        </p:txBody>
      </p:sp>
      <p:sp>
        <p:nvSpPr>
          <p:cNvPr id="10" name="PPAGENT_CONNECTOR|from=fishbone-item-2-1|fromSide=bottom|to=fishbone-joint-2|toSide=center">
            <a:extLst xmlns:a="http://schemas.openxmlformats.org/drawingml/2006/main">
              <a:ext uri="{FF2B5EF4-FFF2-40B4-BE49-F238E27FC236}">
                <a16:creationId xmlns:a16="http://schemas.microsoft.com/office/drawing/2014/main" id="{3A6B5590-8373-42FF-AFCB-C7754914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62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1" name="PPAGENT_QA|parent=fishbone-joint-2">
            <a:extLst xmlns:a="http://schemas.openxmlformats.org/drawingml/2006/main">
              <a:ext uri="{FF2B5EF4-FFF2-40B4-BE49-F238E27FC236}">
                <a16:creationId xmlns:a16="http://schemas.microsoft.com/office/drawing/2014/main" id="{EFB1DEDC-18EC-47BB-9518-07F85449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2" name="PPAGENT_QA|parent=fishbone-category-2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A40D9B47-BE97-4558-900E-9363115D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114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</a:t>
            </a:r>
          </a:p>
        </p:txBody>
      </p:sp>
      <p:sp>
        <p:nvSpPr>
          <p:cNvPr id="13" name="PPAGENT_QA|parent=fishbone-item-2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CCA1C09-1C64-49CD-9855-149D5CBA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接口复杂</a:t>
            </a:r>
          </a:p>
        </p:txBody>
      </p:sp>
      <p:sp>
        <p:nvSpPr>
          <p:cNvPr id="14" name="PPAGENT_QA|parent=fishbone-item-2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61E896C2-B263-4B58-98B6-76058CEE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测试不足</a:t>
            </a:r>
          </a:p>
        </p:txBody>
      </p:sp>
      <p:sp>
        <p:nvSpPr>
          <p:cNvPr id="15" name="PPAGENT_CONNECTOR|from=fishbone-item-4-1|fromSide=bottom|to=fishbone-joint-4|toSide=center">
            <a:extLst xmlns:a="http://schemas.openxmlformats.org/drawingml/2006/main">
              <a:ext uri="{FF2B5EF4-FFF2-40B4-BE49-F238E27FC236}">
                <a16:creationId xmlns:a16="http://schemas.microsoft.com/office/drawing/2014/main" id="{9E0506F8-22F5-430D-AF5B-F21DFCC0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629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6" name="PPAGENT_QA|parent=fishbone-joint-4">
            <a:extLst xmlns:a="http://schemas.openxmlformats.org/drawingml/2006/main">
              <a:ext uri="{FF2B5EF4-FFF2-40B4-BE49-F238E27FC236}">
                <a16:creationId xmlns:a16="http://schemas.microsoft.com/office/drawing/2014/main" id="{50DE58C4-A345-41DC-93AA-9829D34A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7" name="PPAGENT_QA|parent=fishbone-category-4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02C826C7-ACD1-41AB-B577-42C5CB7D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14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18" name="PPAGENT_QA|parent=fishbone-item-4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647FCDEC-548A-4112-844D-37F16AC4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目标调整</a:t>
            </a:r>
          </a:p>
        </p:txBody>
      </p:sp>
      <p:sp>
        <p:nvSpPr>
          <p:cNvPr id="19" name="PPAGENT_QA|parent=fishbone-item-4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5B8495D4-882F-46ED-B294-8785AA29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口径模糊</a:t>
            </a:r>
          </a:p>
        </p:txBody>
      </p:sp>
      <p:sp>
        <p:nvSpPr>
          <p:cNvPr id="20" name="PPAGENT_CONNECTOR|from=fishbone-item-1-0|fromSide=top|to=fishbone-joint-1|toSide=center">
            <a:extLst xmlns:a="http://schemas.openxmlformats.org/drawingml/2006/main">
              <a:ext uri="{FF2B5EF4-FFF2-40B4-BE49-F238E27FC236}">
                <a16:creationId xmlns:a16="http://schemas.microsoft.com/office/drawing/2014/main" id="{5059E4AF-DBED-4B6E-8EB6-14F3154F3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480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1" name="PPAGENT_QA|parent=fishbone-joint-1">
            <a:extLst xmlns:a="http://schemas.openxmlformats.org/drawingml/2006/main">
              <a:ext uri="{FF2B5EF4-FFF2-40B4-BE49-F238E27FC236}">
                <a16:creationId xmlns:a16="http://schemas.microsoft.com/office/drawing/2014/main" id="{4A8DADB1-8A5B-43D4-BD2D-28E22B14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2" name="PPAGENT_QA|parent=fishbone-category-1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D504917F-D515-4953-91F6-F367211A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724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流程</a:t>
            </a:r>
          </a:p>
        </p:txBody>
      </p:sp>
      <p:sp>
        <p:nvSpPr>
          <p:cNvPr id="23" name="PPAGENT_QA|parent=fishbone-item-1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00CCD4FD-E2AC-476C-8E16-313C13DD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审批过长</a:t>
            </a:r>
          </a:p>
        </p:txBody>
      </p:sp>
      <p:sp>
        <p:nvSpPr>
          <p:cNvPr id="24" name="PPAGENT_QA|parent=fishbone-item-1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00E8674C-18E0-4559-AB63-5A33F8FF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交接缺失</a:t>
            </a:r>
          </a:p>
        </p:txBody>
      </p:sp>
      <p:sp>
        <p:nvSpPr>
          <p:cNvPr id="25" name="PPAGENT_CONNECTOR|from=fishbone-item-3-0|fromSide=top|to=fishbone-joint-3|toSide=center">
            <a:extLst xmlns:a="http://schemas.openxmlformats.org/drawingml/2006/main">
              <a:ext uri="{FF2B5EF4-FFF2-40B4-BE49-F238E27FC236}">
                <a16:creationId xmlns:a16="http://schemas.microsoft.com/office/drawing/2014/main" id="{E00F433F-2959-4851-ABDD-1653FD15E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96277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6" name="PPAGENT_QA|parent=fishbone-joint-3">
            <a:extLst xmlns:a="http://schemas.openxmlformats.org/drawingml/2006/main">
              <a:ext uri="{FF2B5EF4-FFF2-40B4-BE49-F238E27FC236}">
                <a16:creationId xmlns:a16="http://schemas.microsoft.com/office/drawing/2014/main" id="{68E56D19-810D-41DE-8C72-8FA5075A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7" name="PPAGENT_QA|parent=fishbone-category-3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D806F2C8-7BA0-45AC-B551-4F7BE5DD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724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28" name="PPAGENT_QA|parent=fishbone-item-3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4ED0DE9E-9CAE-4EC0-A1AB-17A679DC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预算受限</a:t>
            </a:r>
          </a:p>
        </p:txBody>
      </p:sp>
      <p:sp>
        <p:nvSpPr>
          <p:cNvPr id="29" name="PPAGENT_QA|parent=fishbone-item-3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8AD097C1-DFA3-43BA-B800-A1D1387A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设备延迟</a:t>
            </a:r>
          </a:p>
        </p:txBody>
      </p:sp>
    </p:spTree>
    <p:extLst>
      <p:ext uri="{BB962C8B-B14F-4D97-AF65-F5344CB8AC3E}">
        <p14:creationId xmlns:p14="http://schemas.microsoft.com/office/powerpoint/2010/main" val="6010174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BECE6A-AAA5-4697-818B-3F7ADD66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项目延期原因拆解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55E1F9-352B-422A-BF9B-A0E5B284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结果问题 · 分类原因拆解</a:t>
            </a:r>
          </a:p>
        </p:txBody>
      </p:sp>
      <p:sp>
        <p:nvSpPr>
          <p:cNvPr id="3" name="PPAGENT_QA|parent=fishbone-backbone|domains=fishbone-backbone">
            <a:extLst xmlns:a="http://schemas.openxmlformats.org/drawingml/2006/main">
              <a:ext uri="{FF2B5EF4-FFF2-40B4-BE49-F238E27FC236}">
                <a16:creationId xmlns:a16="http://schemas.microsoft.com/office/drawing/2014/main" id="{C5D17294-0E5A-408C-B7E7-4FF71026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5800" y="3562350"/>
            <a:ext cx="870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677C8"/>
            </a:solidFill>
            <a:prstDash val="solid"/>
          </a:ln>
        </p:spPr>
      </p:sp>
      <p:sp>
        <p:nvSpPr>
          <p:cNvPr id="4" name="PPAGENT_QA|parent=fishbone-effect">
            <a:extLst xmlns:a="http://schemas.openxmlformats.org/drawingml/2006/main">
              <a:ext uri="{FF2B5EF4-FFF2-40B4-BE49-F238E27FC236}">
                <a16:creationId xmlns:a16="http://schemas.microsoft.com/office/drawing/2014/main" id="{A1D8DE05-D04D-4471-81A5-1EEDDAFB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28950"/>
            <a:ext cx="2381250" cy="1066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交付延期</a:t>
            </a:r>
          </a:p>
        </p:txBody>
      </p:sp>
      <p:sp>
        <p:nvSpPr>
          <p:cNvPr id="5" name="PPAGENT_CONNECTOR|from=fishbone-item-0-2|fromSide=bottom|to=fishbone-joint-0|toSide=center">
            <a:extLst xmlns:a="http://schemas.openxmlformats.org/drawingml/2006/main">
              <a:ext uri="{FF2B5EF4-FFF2-40B4-BE49-F238E27FC236}">
                <a16:creationId xmlns:a16="http://schemas.microsoft.com/office/drawing/2014/main" id="{2CD9D6D3-CD74-4213-B1BE-D3F6E743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95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6" name="PPAGENT_QA|parent=fishbone-joint-0">
            <a:extLst xmlns:a="http://schemas.openxmlformats.org/drawingml/2006/main">
              <a:ext uri="{FF2B5EF4-FFF2-40B4-BE49-F238E27FC236}">
                <a16:creationId xmlns:a16="http://schemas.microsoft.com/office/drawing/2014/main" id="{820BF8CA-3660-4EEF-9F62-319ABBE6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7" name="PPAGENT_QA|parent=fishbone-category-0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98997AE2-D7E5-4C60-84D3-561CE96C2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09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人员</a:t>
            </a:r>
          </a:p>
        </p:txBody>
      </p:sp>
      <p:sp>
        <p:nvSpPr>
          <p:cNvPr id="8" name="PPAGENT_QA|parent=fishbone-item-0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21ABCDD5-4749-40C1-BD48-630EAD74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岗位不足</a:t>
            </a:r>
          </a:p>
        </p:txBody>
      </p:sp>
      <p:sp>
        <p:nvSpPr>
          <p:cNvPr id="9" name="PPAGENT_QA|parent=fishbone-item-0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1A66AA12-F350-403C-957C-E73BAEE6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边界不清</a:t>
            </a:r>
          </a:p>
        </p:txBody>
      </p:sp>
      <p:sp>
        <p:nvSpPr>
          <p:cNvPr id="10" name="PPAGENT_QA|parent=fishbone-item-0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69A3BC77-3280-4547-8B3E-500C5DD0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经验不匹配</a:t>
            </a:r>
          </a:p>
        </p:txBody>
      </p:sp>
      <p:sp>
        <p:nvSpPr>
          <p:cNvPr id="11" name="PPAGENT_CONNECTOR|from=fishbone-item-2-2|fromSide=bottom|to=fishbone-joint-2|toSide=center">
            <a:extLst xmlns:a="http://schemas.openxmlformats.org/drawingml/2006/main">
              <a:ext uri="{FF2B5EF4-FFF2-40B4-BE49-F238E27FC236}">
                <a16:creationId xmlns:a16="http://schemas.microsoft.com/office/drawing/2014/main" id="{772F13A1-8ECD-4266-8B96-A8FC95AC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62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2" name="PPAGENT_QA|parent=fishbone-joint-2">
            <a:extLst xmlns:a="http://schemas.openxmlformats.org/drawingml/2006/main">
              <a:ext uri="{FF2B5EF4-FFF2-40B4-BE49-F238E27FC236}">
                <a16:creationId xmlns:a16="http://schemas.microsoft.com/office/drawing/2014/main" id="{6CC15629-3BC3-4EC9-A8B9-CC81C21B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3" name="PPAGENT_QA|parent=fishbone-category-2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028668D0-3BDB-443D-8AC3-7C6C37D1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809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</a:t>
            </a:r>
          </a:p>
        </p:txBody>
      </p:sp>
      <p:sp>
        <p:nvSpPr>
          <p:cNvPr id="14" name="PPAGENT_QA|parent=fishbone-item-2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FF6902F4-374D-4B95-B457-8A317AA7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接口复杂</a:t>
            </a:r>
          </a:p>
        </p:txBody>
      </p:sp>
      <p:sp>
        <p:nvSpPr>
          <p:cNvPr id="15" name="PPAGENT_QA|parent=fishbone-item-2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374EDE44-D907-4BAB-BD68-28D8488D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测试不足</a:t>
            </a:r>
          </a:p>
        </p:txBody>
      </p:sp>
      <p:sp>
        <p:nvSpPr>
          <p:cNvPr id="16" name="PPAGENT_QA|parent=fishbone-item-2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48ECB8DB-67C4-437A-A485-FE7E3E6E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工具不稳</a:t>
            </a:r>
          </a:p>
        </p:txBody>
      </p:sp>
      <p:sp>
        <p:nvSpPr>
          <p:cNvPr id="17" name="PPAGENT_CONNECTOR|from=fishbone-item-4-2|fromSide=bottom|to=fishbone-joint-4|toSide=center">
            <a:extLst xmlns:a="http://schemas.openxmlformats.org/drawingml/2006/main">
              <a:ext uri="{FF2B5EF4-FFF2-40B4-BE49-F238E27FC236}">
                <a16:creationId xmlns:a16="http://schemas.microsoft.com/office/drawing/2014/main" id="{8E4A645B-A357-49E1-8CF9-DD033548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629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8" name="PPAGENT_QA|parent=fishbone-joint-4">
            <a:extLst xmlns:a="http://schemas.openxmlformats.org/drawingml/2006/main">
              <a:ext uri="{FF2B5EF4-FFF2-40B4-BE49-F238E27FC236}">
                <a16:creationId xmlns:a16="http://schemas.microsoft.com/office/drawing/2014/main" id="{4E7CFD4F-9DD5-41C5-BBE0-AFB75555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9" name="PPAGENT_QA|parent=fishbone-category-4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7E2A650D-5E01-4147-8B98-816DA35D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09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20" name="PPAGENT_QA|parent=fishbone-item-4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419FB410-D9D0-484F-AAB4-8C7F5FC7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目标调整</a:t>
            </a:r>
          </a:p>
        </p:txBody>
      </p:sp>
      <p:sp>
        <p:nvSpPr>
          <p:cNvPr id="21" name="PPAGENT_QA|parent=fishbone-item-4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20D78669-3402-4255-9EE1-A08E83AE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口径模糊</a:t>
            </a:r>
          </a:p>
        </p:txBody>
      </p:sp>
      <p:sp>
        <p:nvSpPr>
          <p:cNvPr id="22" name="PPAGENT_QA|parent=fishbone-item-4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6396D895-2FF4-49AE-BF66-460D8EE1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范围扩张</a:t>
            </a:r>
          </a:p>
        </p:txBody>
      </p:sp>
      <p:sp>
        <p:nvSpPr>
          <p:cNvPr id="23" name="PPAGENT_CONNECTOR|from=fishbone-item-1-0|fromSide=top|to=fishbone-joint-1|toSide=center">
            <a:extLst xmlns:a="http://schemas.openxmlformats.org/drawingml/2006/main">
              <a:ext uri="{FF2B5EF4-FFF2-40B4-BE49-F238E27FC236}">
                <a16:creationId xmlns:a16="http://schemas.microsoft.com/office/drawing/2014/main" id="{D04D4AD5-E740-4334-8310-61A507459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480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4" name="PPAGENT_QA|parent=fishbone-joint-1">
            <a:extLst xmlns:a="http://schemas.openxmlformats.org/drawingml/2006/main">
              <a:ext uri="{FF2B5EF4-FFF2-40B4-BE49-F238E27FC236}">
                <a16:creationId xmlns:a16="http://schemas.microsoft.com/office/drawing/2014/main" id="{6C669C6A-A70C-4ECD-851C-E20819DF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5" name="PPAGENT_QA|parent=fishbone-category-1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3A7E6550-2C4B-458B-852F-3E5D1312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029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流程</a:t>
            </a:r>
          </a:p>
        </p:txBody>
      </p:sp>
      <p:sp>
        <p:nvSpPr>
          <p:cNvPr id="26" name="PPAGENT_QA|parent=fishbone-item-1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EF7D9527-2221-45C7-B531-7F52A6F9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审批过长</a:t>
            </a:r>
          </a:p>
        </p:txBody>
      </p:sp>
      <p:sp>
        <p:nvSpPr>
          <p:cNvPr id="27" name="PPAGENT_QA|parent=fishbone-item-1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E5B069FC-3B70-4EDC-9FF9-00CEB0BC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交接缺失</a:t>
            </a:r>
          </a:p>
        </p:txBody>
      </p:sp>
      <p:sp>
        <p:nvSpPr>
          <p:cNvPr id="28" name="PPAGENT_QA|parent=fishbone-item-1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E9CF7CE0-D8C4-4F60-9D77-E8FE689EB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变更迟缓</a:t>
            </a:r>
          </a:p>
        </p:txBody>
      </p:sp>
      <p:sp>
        <p:nvSpPr>
          <p:cNvPr id="29" name="PPAGENT_CONNECTOR|from=fishbone-item-3-0|fromSide=top|to=fishbone-joint-3|toSide=center">
            <a:extLst xmlns:a="http://schemas.openxmlformats.org/drawingml/2006/main">
              <a:ext uri="{FF2B5EF4-FFF2-40B4-BE49-F238E27FC236}">
                <a16:creationId xmlns:a16="http://schemas.microsoft.com/office/drawing/2014/main" id="{C743D5C1-47CC-461D-89B1-3D1C4765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96277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30" name="PPAGENT_QA|parent=fishbone-joint-3">
            <a:extLst xmlns:a="http://schemas.openxmlformats.org/drawingml/2006/main">
              <a:ext uri="{FF2B5EF4-FFF2-40B4-BE49-F238E27FC236}">
                <a16:creationId xmlns:a16="http://schemas.microsoft.com/office/drawing/2014/main" id="{3446A18F-C675-47CC-B9DB-7DCFF5C4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31" name="PPAGENT_QA|parent=fishbone-category-3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F6115B0F-894F-4DE9-8461-0700BC7F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29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32" name="PPAGENT_QA|parent=fishbone-item-3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4AEE9CDC-2EAB-4037-A701-0F2F1686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预算受限</a:t>
            </a:r>
          </a:p>
        </p:txBody>
      </p:sp>
      <p:sp>
        <p:nvSpPr>
          <p:cNvPr id="33" name="PPAGENT_QA|parent=fishbone-item-3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DBED6082-7363-43B1-B2AD-FDD0C43AA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设备延迟</a:t>
            </a:r>
          </a:p>
        </p:txBody>
      </p:sp>
      <p:sp>
        <p:nvSpPr>
          <p:cNvPr id="34" name="PPAGENT_QA|parent=fishbone-item-3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5C066416-0D80-4045-9CED-BC2C4304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排期冲突</a:t>
            </a:r>
          </a:p>
        </p:txBody>
      </p:sp>
    </p:spTree>
    <p:extLst>
      <p:ext uri="{BB962C8B-B14F-4D97-AF65-F5344CB8AC3E}">
        <p14:creationId xmlns:p14="http://schemas.microsoft.com/office/powerpoint/2010/main" val="6873387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3E0178-07EA-4F4B-80B4-72455DC1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项目延期原因拆解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826F77-AD5A-401B-B6F7-E54B5A6E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结果问题 · 分类原因拆解</a:t>
            </a:r>
          </a:p>
        </p:txBody>
      </p:sp>
      <p:sp>
        <p:nvSpPr>
          <p:cNvPr id="3" name="PPAGENT_QA|parent=fishbone-backbone|domains=fishbone-backbone">
            <a:extLst xmlns:a="http://schemas.openxmlformats.org/drawingml/2006/main">
              <a:ext uri="{FF2B5EF4-FFF2-40B4-BE49-F238E27FC236}">
                <a16:creationId xmlns:a16="http://schemas.microsoft.com/office/drawing/2014/main" id="{9139091F-0C27-41E9-9B87-2D759981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5800" y="3562350"/>
            <a:ext cx="870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677C8"/>
            </a:solidFill>
            <a:prstDash val="solid"/>
          </a:ln>
        </p:spPr>
      </p:sp>
      <p:sp>
        <p:nvSpPr>
          <p:cNvPr id="4" name="PPAGENT_QA|parent=fishbone-effect">
            <a:extLst xmlns:a="http://schemas.openxmlformats.org/drawingml/2006/main">
              <a:ext uri="{FF2B5EF4-FFF2-40B4-BE49-F238E27FC236}">
                <a16:creationId xmlns:a16="http://schemas.microsoft.com/office/drawing/2014/main" id="{D73065C6-77B4-40C6-8999-79FC33CB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28950"/>
            <a:ext cx="2381250" cy="1066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交付延期</a:t>
            </a:r>
          </a:p>
        </p:txBody>
      </p:sp>
      <p:sp>
        <p:nvSpPr>
          <p:cNvPr id="5" name="PPAGENT_CONNECTOR|from=fishbone-item-0-3|fromSide=bottom|to=fishbone-joint-0|toSide=center">
            <a:extLst xmlns:a="http://schemas.openxmlformats.org/drawingml/2006/main">
              <a:ext uri="{FF2B5EF4-FFF2-40B4-BE49-F238E27FC236}">
                <a16:creationId xmlns:a16="http://schemas.microsoft.com/office/drawing/2014/main" id="{32DDD52F-6AF5-4B85-A6BC-54C453FE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95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6" name="PPAGENT_QA|parent=fishbone-joint-0">
            <a:extLst xmlns:a="http://schemas.openxmlformats.org/drawingml/2006/main">
              <a:ext uri="{FF2B5EF4-FFF2-40B4-BE49-F238E27FC236}">
                <a16:creationId xmlns:a16="http://schemas.microsoft.com/office/drawing/2014/main" id="{771ED5B7-9114-4B3A-B92A-C5E715FD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7" name="PPAGENT_QA|parent=fishbone-category-0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BF6E7F69-44A8-4F60-8B84-CCFDCBB8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04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人员</a:t>
            </a:r>
          </a:p>
        </p:txBody>
      </p:sp>
      <p:sp>
        <p:nvSpPr>
          <p:cNvPr id="8" name="PPAGENT_QA|parent=fishbone-item-0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5A6CC0AB-944F-4F83-AB08-8053232A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8859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岗位不足</a:t>
            </a:r>
          </a:p>
        </p:txBody>
      </p:sp>
      <p:sp>
        <p:nvSpPr>
          <p:cNvPr id="9" name="PPAGENT_QA|parent=fishbone-item-0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4314C03B-CF8E-4CC7-A76F-FD79F39F8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边界不清</a:t>
            </a:r>
          </a:p>
        </p:txBody>
      </p:sp>
      <p:sp>
        <p:nvSpPr>
          <p:cNvPr id="10" name="PPAGENT_QA|parent=fishbone-item-0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70667E1-7AB3-4201-995A-15A002C8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经验不匹配</a:t>
            </a:r>
          </a:p>
        </p:txBody>
      </p:sp>
      <p:sp>
        <p:nvSpPr>
          <p:cNvPr id="11" name="PPAGENT_QA|parent=fishbone-item-0-3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1FCEDCFE-3CF1-4A67-8314-234A98D7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协同不及时</a:t>
            </a:r>
          </a:p>
        </p:txBody>
      </p:sp>
      <p:sp>
        <p:nvSpPr>
          <p:cNvPr id="12" name="PPAGENT_CONNECTOR|from=fishbone-item-2-3|fromSide=bottom|to=fishbone-joint-2|toSide=center">
            <a:extLst xmlns:a="http://schemas.openxmlformats.org/drawingml/2006/main">
              <a:ext uri="{FF2B5EF4-FFF2-40B4-BE49-F238E27FC236}">
                <a16:creationId xmlns:a16="http://schemas.microsoft.com/office/drawing/2014/main" id="{7F6D2815-55A4-4C5C-A688-A4BB2005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62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3" name="PPAGENT_QA|parent=fishbone-joint-2">
            <a:extLst xmlns:a="http://schemas.openxmlformats.org/drawingml/2006/main">
              <a:ext uri="{FF2B5EF4-FFF2-40B4-BE49-F238E27FC236}">
                <a16:creationId xmlns:a16="http://schemas.microsoft.com/office/drawing/2014/main" id="{C56D738F-1A95-4333-A0ED-6FEA5847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4" name="PPAGENT_QA|parent=fishbone-category-2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9A739D87-2CF0-48B8-B40E-8A44FB06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504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</a:t>
            </a:r>
          </a:p>
        </p:txBody>
      </p:sp>
      <p:sp>
        <p:nvSpPr>
          <p:cNvPr id="15" name="PPAGENT_QA|parent=fishbone-item-2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EDDF215C-5042-4621-8945-FE6B2FE1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8859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接口复杂</a:t>
            </a:r>
          </a:p>
        </p:txBody>
      </p:sp>
      <p:sp>
        <p:nvSpPr>
          <p:cNvPr id="16" name="PPAGENT_QA|parent=fishbone-item-2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21A7D220-CB6E-4288-AA11-E7762F82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测试不足</a:t>
            </a:r>
          </a:p>
        </p:txBody>
      </p:sp>
      <p:sp>
        <p:nvSpPr>
          <p:cNvPr id="17" name="PPAGENT_QA|parent=fishbone-item-2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0A0BDA9-E57B-4B4D-9663-3A13F538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工具不稳</a:t>
            </a:r>
          </a:p>
        </p:txBody>
      </p:sp>
      <p:sp>
        <p:nvSpPr>
          <p:cNvPr id="18" name="PPAGENT_QA|parent=fishbone-item-2-3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FF34B0E9-797A-44EC-9FE9-70519BF1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数据异常</a:t>
            </a:r>
          </a:p>
        </p:txBody>
      </p:sp>
      <p:sp>
        <p:nvSpPr>
          <p:cNvPr id="19" name="PPAGENT_CONNECTOR|from=fishbone-item-4-3|fromSide=bottom|to=fishbone-joint-4|toSide=center">
            <a:extLst xmlns:a="http://schemas.openxmlformats.org/drawingml/2006/main">
              <a:ext uri="{FF2B5EF4-FFF2-40B4-BE49-F238E27FC236}">
                <a16:creationId xmlns:a16="http://schemas.microsoft.com/office/drawing/2014/main" id="{CB2F2AA1-995C-4228-94E0-88C72C17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629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0" name="PPAGENT_QA|parent=fishbone-joint-4">
            <a:extLst xmlns:a="http://schemas.openxmlformats.org/drawingml/2006/main">
              <a:ext uri="{FF2B5EF4-FFF2-40B4-BE49-F238E27FC236}">
                <a16:creationId xmlns:a16="http://schemas.microsoft.com/office/drawing/2014/main" id="{C712AB5B-3181-4C20-A5E1-720786F64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1" name="PPAGENT_QA|parent=fishbone-category-4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618EA235-E9AB-4EBA-A2F1-E26CE0E0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504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22" name="PPAGENT_QA|parent=fishbone-item-4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6A7996E0-0D90-4C90-A457-EC8B470E9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859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目标调整</a:t>
            </a:r>
          </a:p>
        </p:txBody>
      </p:sp>
      <p:sp>
        <p:nvSpPr>
          <p:cNvPr id="23" name="PPAGENT_QA|parent=fishbone-item-4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3F06712C-512D-44F0-A798-6BF58BBA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口径模糊</a:t>
            </a:r>
          </a:p>
        </p:txBody>
      </p:sp>
      <p:sp>
        <p:nvSpPr>
          <p:cNvPr id="24" name="PPAGENT_QA|parent=fishbone-item-4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A2D47F5-EBF9-4C8D-849B-A56AA443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范围扩张</a:t>
            </a:r>
          </a:p>
        </p:txBody>
      </p:sp>
      <p:sp>
        <p:nvSpPr>
          <p:cNvPr id="25" name="PPAGENT_QA|parent=fishbone-item-4-3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D85F0943-D334-48EF-944E-3CFB3479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优先级变化</a:t>
            </a:r>
          </a:p>
        </p:txBody>
      </p:sp>
      <p:sp>
        <p:nvSpPr>
          <p:cNvPr id="26" name="PPAGENT_CONNECTOR|from=fishbone-item-1-0|fromSide=top|to=fishbone-joint-1|toSide=center">
            <a:extLst xmlns:a="http://schemas.openxmlformats.org/drawingml/2006/main">
              <a:ext uri="{FF2B5EF4-FFF2-40B4-BE49-F238E27FC236}">
                <a16:creationId xmlns:a16="http://schemas.microsoft.com/office/drawing/2014/main" id="{B9075116-49D7-42E5-B068-2785F8F4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480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7" name="PPAGENT_QA|parent=fishbone-joint-1">
            <a:extLst xmlns:a="http://schemas.openxmlformats.org/drawingml/2006/main">
              <a:ext uri="{FF2B5EF4-FFF2-40B4-BE49-F238E27FC236}">
                <a16:creationId xmlns:a16="http://schemas.microsoft.com/office/drawing/2014/main" id="{C7FDE21D-40EE-4836-B729-EF990647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8" name="PPAGENT_QA|parent=fishbone-category-1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603EBCDE-24A5-4302-80DF-766BA507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3340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流程</a:t>
            </a:r>
          </a:p>
        </p:txBody>
      </p:sp>
      <p:sp>
        <p:nvSpPr>
          <p:cNvPr id="29" name="PPAGENT_QA|parent=fishbone-item-1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11E9BEE7-15D6-4727-93C5-35677874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审批过长</a:t>
            </a:r>
          </a:p>
        </p:txBody>
      </p:sp>
      <p:sp>
        <p:nvSpPr>
          <p:cNvPr id="30" name="PPAGENT_QA|parent=fishbone-item-1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12014C4A-B231-4746-A1A1-B0D66D9D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交接缺失</a:t>
            </a:r>
          </a:p>
        </p:txBody>
      </p:sp>
      <p:sp>
        <p:nvSpPr>
          <p:cNvPr id="31" name="PPAGENT_QA|parent=fishbone-item-1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308FA656-1610-4927-8F66-AA182866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变更迟缓</a:t>
            </a:r>
          </a:p>
        </p:txBody>
      </p:sp>
      <p:sp>
        <p:nvSpPr>
          <p:cNvPr id="32" name="PPAGENT_QA|parent=fishbone-item-1-3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C63420E5-80F9-4BF7-A41B-7BF40193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9720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反馈滞后</a:t>
            </a:r>
          </a:p>
        </p:txBody>
      </p:sp>
      <p:sp>
        <p:nvSpPr>
          <p:cNvPr id="33" name="PPAGENT_CONNECTOR|from=fishbone-item-3-0|fromSide=top|to=fishbone-joint-3|toSide=center">
            <a:extLst xmlns:a="http://schemas.openxmlformats.org/drawingml/2006/main">
              <a:ext uri="{FF2B5EF4-FFF2-40B4-BE49-F238E27FC236}">
                <a16:creationId xmlns:a16="http://schemas.microsoft.com/office/drawing/2014/main" id="{A2FA040E-E2D9-4A3C-B99D-7994FE628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96277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34" name="PPAGENT_QA|parent=fishbone-joint-3">
            <a:extLst xmlns:a="http://schemas.openxmlformats.org/drawingml/2006/main">
              <a:ext uri="{FF2B5EF4-FFF2-40B4-BE49-F238E27FC236}">
                <a16:creationId xmlns:a16="http://schemas.microsoft.com/office/drawing/2014/main" id="{A0CB8041-B0E8-458C-B0EE-FFFA7985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35" name="PPAGENT_QA|parent=fishbone-category-3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1B10E796-69AD-4C48-BB11-7194BB33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3340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36" name="PPAGENT_QA|parent=fishbone-item-3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5DF37EDF-95DC-4CE2-A8A7-36C35C5C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预算受限</a:t>
            </a:r>
          </a:p>
        </p:txBody>
      </p:sp>
      <p:sp>
        <p:nvSpPr>
          <p:cNvPr id="37" name="PPAGENT_QA|parent=fishbone-item-3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3BE6DA55-3288-4CD2-9B1B-66149521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设备延迟</a:t>
            </a:r>
          </a:p>
        </p:txBody>
      </p:sp>
      <p:sp>
        <p:nvSpPr>
          <p:cNvPr id="38" name="PPAGENT_QA|parent=fishbone-item-3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4E8E40F-3F14-4128-8FC6-8A2F344E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排期冲突</a:t>
            </a:r>
          </a:p>
        </p:txBody>
      </p:sp>
      <p:sp>
        <p:nvSpPr>
          <p:cNvPr id="39" name="PPAGENT_QA|parent=fishbone-item-3-3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3B219A55-BF9A-4121-B337-5A5C3ABB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9720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环境不足</a:t>
            </a:r>
          </a:p>
        </p:txBody>
      </p:sp>
    </p:spTree>
    <p:extLst>
      <p:ext uri="{BB962C8B-B14F-4D97-AF65-F5344CB8AC3E}">
        <p14:creationId xmlns:p14="http://schemas.microsoft.com/office/powerpoint/2010/main" val="2498936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AB4801-89C3-46BD-B175-F04ACFCE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项目延期原因拆解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F41119-46F6-47C1-952F-2205AB21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结果问题 · 分类原因拆解</a:t>
            </a:r>
          </a:p>
        </p:txBody>
      </p:sp>
      <p:sp>
        <p:nvSpPr>
          <p:cNvPr id="3" name="PPAGENT_QA|parent=fishbone-backbone|domains=fishbone-backbone">
            <a:extLst xmlns:a="http://schemas.openxmlformats.org/drawingml/2006/main">
              <a:ext uri="{FF2B5EF4-FFF2-40B4-BE49-F238E27FC236}">
                <a16:creationId xmlns:a16="http://schemas.microsoft.com/office/drawing/2014/main" id="{08DE2E8C-7E2C-4AFF-9DE4-EAEE9EAB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5800" y="3562350"/>
            <a:ext cx="870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677C8"/>
            </a:solidFill>
            <a:prstDash val="solid"/>
          </a:ln>
        </p:spPr>
      </p:sp>
      <p:sp>
        <p:nvSpPr>
          <p:cNvPr id="4" name="PPAGENT_QA|parent=fishbone-effect">
            <a:extLst xmlns:a="http://schemas.openxmlformats.org/drawingml/2006/main">
              <a:ext uri="{FF2B5EF4-FFF2-40B4-BE49-F238E27FC236}">
                <a16:creationId xmlns:a16="http://schemas.microsoft.com/office/drawing/2014/main" id="{448A984E-EBD0-4359-BFEB-9E0CDC1E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28950"/>
            <a:ext cx="2381250" cy="1066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交付延期</a:t>
            </a:r>
          </a:p>
        </p:txBody>
      </p:sp>
      <p:sp>
        <p:nvSpPr>
          <p:cNvPr id="5" name="PPAGENT_CONNECTOR|from=fishbone-item-0-0|fromSide=bottom|to=fishbone-joint-0|toSide=center">
            <a:extLst xmlns:a="http://schemas.openxmlformats.org/drawingml/2006/main">
              <a:ext uri="{FF2B5EF4-FFF2-40B4-BE49-F238E27FC236}">
                <a16:creationId xmlns:a16="http://schemas.microsoft.com/office/drawing/2014/main" id="{B05DD9AF-815A-4D4C-950E-BC1A9212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95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6" name="PPAGENT_QA|parent=fishbone-joint-0">
            <a:extLst xmlns:a="http://schemas.openxmlformats.org/drawingml/2006/main">
              <a:ext uri="{FF2B5EF4-FFF2-40B4-BE49-F238E27FC236}">
                <a16:creationId xmlns:a16="http://schemas.microsoft.com/office/drawing/2014/main" id="{D3FD29D9-F8B8-4C06-96CE-10124C5F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7" name="PPAGENT_QA|parent=fishbone-category-0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D1791A38-D0AF-477C-A5FF-C9EF1A9E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19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人员</a:t>
            </a:r>
          </a:p>
        </p:txBody>
      </p:sp>
      <p:sp>
        <p:nvSpPr>
          <p:cNvPr id="8" name="PPAGENT_QA|parent=fishbone-item-0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7870262C-9AEE-4172-8995-D2D153F3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岗位不足</a:t>
            </a:r>
          </a:p>
        </p:txBody>
      </p:sp>
      <p:sp>
        <p:nvSpPr>
          <p:cNvPr id="9" name="PPAGENT_CONNECTOR|from=fishbone-item-2-0|fromSide=bottom|to=fishbone-joint-2|toSide=center">
            <a:extLst xmlns:a="http://schemas.openxmlformats.org/drawingml/2006/main">
              <a:ext uri="{FF2B5EF4-FFF2-40B4-BE49-F238E27FC236}">
                <a16:creationId xmlns:a16="http://schemas.microsoft.com/office/drawing/2014/main" id="{B0188787-C1BF-4369-859A-F3F6EC3B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62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0" name="PPAGENT_QA|parent=fishbone-joint-2">
            <a:extLst xmlns:a="http://schemas.openxmlformats.org/drawingml/2006/main">
              <a:ext uri="{FF2B5EF4-FFF2-40B4-BE49-F238E27FC236}">
                <a16:creationId xmlns:a16="http://schemas.microsoft.com/office/drawing/2014/main" id="{B80550DA-6E64-4C64-9869-8A1A251E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1" name="PPAGENT_QA|parent=fishbone-category-2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3EDA605B-FA20-4C12-A59C-D9304856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19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</a:t>
            </a:r>
          </a:p>
        </p:txBody>
      </p:sp>
      <p:sp>
        <p:nvSpPr>
          <p:cNvPr id="12" name="PPAGENT_QA|parent=fishbone-item-2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37953B30-865C-4179-AD35-FBAE513D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接口复杂</a:t>
            </a:r>
          </a:p>
        </p:txBody>
      </p:sp>
      <p:sp>
        <p:nvSpPr>
          <p:cNvPr id="13" name="PPAGENT_CONNECTOR|from=fishbone-item-4-0|fromSide=bottom|to=fishbone-joint-4|toSide=center">
            <a:extLst xmlns:a="http://schemas.openxmlformats.org/drawingml/2006/main">
              <a:ext uri="{FF2B5EF4-FFF2-40B4-BE49-F238E27FC236}">
                <a16:creationId xmlns:a16="http://schemas.microsoft.com/office/drawing/2014/main" id="{2613B3FA-7B47-4C08-982D-A990B7CC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629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4" name="PPAGENT_QA|parent=fishbone-joint-4">
            <a:extLst xmlns:a="http://schemas.openxmlformats.org/drawingml/2006/main">
              <a:ext uri="{FF2B5EF4-FFF2-40B4-BE49-F238E27FC236}">
                <a16:creationId xmlns:a16="http://schemas.microsoft.com/office/drawing/2014/main" id="{BA72C8E4-B13E-4E66-972B-81327124A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5" name="PPAGENT_QA|parent=fishbone-category-4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E7A5775D-9A56-432E-90C1-6AC64CFE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19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16" name="PPAGENT_QA|parent=fishbone-item-4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27558C26-ECF5-4CDA-93A5-97B73937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目标调整</a:t>
            </a:r>
          </a:p>
        </p:txBody>
      </p:sp>
      <p:sp>
        <p:nvSpPr>
          <p:cNvPr id="17" name="PPAGENT_CONNECTOR|from=fishbone-item-1-0|fromSide=top|to=fishbone-joint-1|toSide=center">
            <a:extLst xmlns:a="http://schemas.openxmlformats.org/drawingml/2006/main">
              <a:ext uri="{FF2B5EF4-FFF2-40B4-BE49-F238E27FC236}">
                <a16:creationId xmlns:a16="http://schemas.microsoft.com/office/drawing/2014/main" id="{BD4DF443-EE33-4A57-B28F-49B497221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2955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8" name="PPAGENT_QA|parent=fishbone-joint-1">
            <a:extLst xmlns:a="http://schemas.openxmlformats.org/drawingml/2006/main">
              <a:ext uri="{FF2B5EF4-FFF2-40B4-BE49-F238E27FC236}">
                <a16:creationId xmlns:a16="http://schemas.microsoft.com/office/drawing/2014/main" id="{7564F78E-8AF8-415B-9EFA-FD7B3DE0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9" name="PPAGENT_QA|parent=fishbone-category-1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5A7D8444-5C20-41D9-9B98-DFE0D439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19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流程</a:t>
            </a:r>
          </a:p>
        </p:txBody>
      </p:sp>
      <p:sp>
        <p:nvSpPr>
          <p:cNvPr id="20" name="PPAGENT_QA|parent=fishbone-item-1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27BF0C28-7B3D-4622-84B4-DAD502CA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审批过长</a:t>
            </a:r>
          </a:p>
        </p:txBody>
      </p:sp>
      <p:sp>
        <p:nvSpPr>
          <p:cNvPr id="21" name="PPAGENT_CONNECTOR|from=fishbone-item-3-0|fromSide=top|to=fishbone-joint-3|toSide=center">
            <a:extLst xmlns:a="http://schemas.openxmlformats.org/drawingml/2006/main">
              <a:ext uri="{FF2B5EF4-FFF2-40B4-BE49-F238E27FC236}">
                <a16:creationId xmlns:a16="http://schemas.microsoft.com/office/drawing/2014/main" id="{7EBA6A9F-BFB6-47A2-B982-B7214FB6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9625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2" name="PPAGENT_QA|parent=fishbone-joint-3">
            <a:extLst xmlns:a="http://schemas.openxmlformats.org/drawingml/2006/main">
              <a:ext uri="{FF2B5EF4-FFF2-40B4-BE49-F238E27FC236}">
                <a16:creationId xmlns:a16="http://schemas.microsoft.com/office/drawing/2014/main" id="{1200FC80-18AF-4909-B13B-474F068D5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3" name="PPAGENT_QA|parent=fishbone-category-3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88498C6F-B05B-4733-BB36-EC338E9C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419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24" name="PPAGENT_QA|parent=fishbone-item-3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2ED2559B-F84C-45E5-A14C-E3760D58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预算受限</a:t>
            </a:r>
          </a:p>
        </p:txBody>
      </p:sp>
      <p:sp>
        <p:nvSpPr>
          <p:cNvPr id="25" name="PPAGENT_CONNECTOR|from=fishbone-item-5-0|fromSide=top|to=fishbone-joint-5|toSide=center">
            <a:extLst xmlns:a="http://schemas.openxmlformats.org/drawingml/2006/main">
              <a:ext uri="{FF2B5EF4-FFF2-40B4-BE49-F238E27FC236}">
                <a16:creationId xmlns:a16="http://schemas.microsoft.com/office/drawing/2014/main" id="{51208AEE-E080-499E-A5F6-8B44809C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6295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6" name="PPAGENT_QA|parent=fishbone-joint-5">
            <a:extLst xmlns:a="http://schemas.openxmlformats.org/drawingml/2006/main">
              <a:ext uri="{FF2B5EF4-FFF2-40B4-BE49-F238E27FC236}">
                <a16:creationId xmlns:a16="http://schemas.microsoft.com/office/drawing/2014/main" id="{C01DFB86-18EF-478D-B301-D8BF79FA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7" name="PPAGENT_QA|parent=fishbone-category-5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3A107FCF-0FD3-42B9-A8BC-7713C389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19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环境</a:t>
            </a:r>
          </a:p>
        </p:txBody>
      </p:sp>
      <p:sp>
        <p:nvSpPr>
          <p:cNvPr id="28" name="PPAGENT_QA|parent=fishbone-item-5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D68E6C6-B199-4DA3-A3CF-1EBFD5A5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外部波动</a:t>
            </a:r>
          </a:p>
        </p:txBody>
      </p:sp>
    </p:spTree>
    <p:extLst>
      <p:ext uri="{BB962C8B-B14F-4D97-AF65-F5344CB8AC3E}">
        <p14:creationId xmlns:p14="http://schemas.microsoft.com/office/powerpoint/2010/main" val="14235752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499E8A-368B-45AB-B1CF-C8CF246F8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项目延期原因拆解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3ACF0-FB87-4EAB-B7C3-01FE6C08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结果问题 · 分类原因拆解</a:t>
            </a:r>
          </a:p>
        </p:txBody>
      </p:sp>
      <p:sp>
        <p:nvSpPr>
          <p:cNvPr id="3" name="PPAGENT_QA|parent=fishbone-backbone|domains=fishbone-backbone">
            <a:extLst xmlns:a="http://schemas.openxmlformats.org/drawingml/2006/main">
              <a:ext uri="{FF2B5EF4-FFF2-40B4-BE49-F238E27FC236}">
                <a16:creationId xmlns:a16="http://schemas.microsoft.com/office/drawing/2014/main" id="{41CD8D13-1116-4544-8AFD-A6202895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5800" y="3562350"/>
            <a:ext cx="870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677C8"/>
            </a:solidFill>
            <a:prstDash val="solid"/>
          </a:ln>
        </p:spPr>
      </p:sp>
      <p:sp>
        <p:nvSpPr>
          <p:cNvPr id="4" name="PPAGENT_QA|parent=fishbone-effect">
            <a:extLst xmlns:a="http://schemas.openxmlformats.org/drawingml/2006/main">
              <a:ext uri="{FF2B5EF4-FFF2-40B4-BE49-F238E27FC236}">
                <a16:creationId xmlns:a16="http://schemas.microsoft.com/office/drawing/2014/main" id="{A68A8549-E63A-46E7-B12E-9A49A7A6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28950"/>
            <a:ext cx="2381250" cy="1066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交付延期</a:t>
            </a:r>
          </a:p>
        </p:txBody>
      </p:sp>
      <p:sp>
        <p:nvSpPr>
          <p:cNvPr id="5" name="PPAGENT_CONNECTOR|from=fishbone-item-0-1|fromSide=bottom|to=fishbone-joint-0|toSide=center">
            <a:extLst xmlns:a="http://schemas.openxmlformats.org/drawingml/2006/main">
              <a:ext uri="{FF2B5EF4-FFF2-40B4-BE49-F238E27FC236}">
                <a16:creationId xmlns:a16="http://schemas.microsoft.com/office/drawing/2014/main" id="{94CFC47B-D752-4FF2-B11E-EDED82CD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95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6" name="PPAGENT_QA|parent=fishbone-joint-0">
            <a:extLst xmlns:a="http://schemas.openxmlformats.org/drawingml/2006/main">
              <a:ext uri="{FF2B5EF4-FFF2-40B4-BE49-F238E27FC236}">
                <a16:creationId xmlns:a16="http://schemas.microsoft.com/office/drawing/2014/main" id="{6FA380DF-378C-4E54-BDB4-45A580D9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7" name="PPAGENT_QA|parent=fishbone-category-0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C0F4E2CE-C742-4085-97B1-C3B37154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14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人员</a:t>
            </a:r>
          </a:p>
        </p:txBody>
      </p:sp>
      <p:sp>
        <p:nvSpPr>
          <p:cNvPr id="8" name="PPAGENT_QA|parent=fishbone-item-0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E87FC0F5-66F2-41B3-9007-390BE15A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岗位不足</a:t>
            </a:r>
          </a:p>
        </p:txBody>
      </p:sp>
      <p:sp>
        <p:nvSpPr>
          <p:cNvPr id="9" name="PPAGENT_QA|parent=fishbone-item-0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5D94B158-AA8D-4491-9D7E-0B8FE2500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边界不清</a:t>
            </a:r>
          </a:p>
        </p:txBody>
      </p:sp>
      <p:sp>
        <p:nvSpPr>
          <p:cNvPr id="10" name="PPAGENT_CONNECTOR|from=fishbone-item-2-1|fromSide=bottom|to=fishbone-joint-2|toSide=center">
            <a:extLst xmlns:a="http://schemas.openxmlformats.org/drawingml/2006/main">
              <a:ext uri="{FF2B5EF4-FFF2-40B4-BE49-F238E27FC236}">
                <a16:creationId xmlns:a16="http://schemas.microsoft.com/office/drawing/2014/main" id="{E7D9E305-0BEC-48B1-A5AF-8054F1D6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62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1" name="PPAGENT_QA|parent=fishbone-joint-2">
            <a:extLst xmlns:a="http://schemas.openxmlformats.org/drawingml/2006/main">
              <a:ext uri="{FF2B5EF4-FFF2-40B4-BE49-F238E27FC236}">
                <a16:creationId xmlns:a16="http://schemas.microsoft.com/office/drawing/2014/main" id="{4B5CF67B-F675-43F6-98B4-AAB89C8F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2" name="PPAGENT_QA|parent=fishbone-category-2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B8695228-C043-4F1C-8EED-A948610A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114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</a:t>
            </a:r>
          </a:p>
        </p:txBody>
      </p:sp>
      <p:sp>
        <p:nvSpPr>
          <p:cNvPr id="13" name="PPAGENT_QA|parent=fishbone-item-2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7D9E4E0B-FAA3-467C-BFB0-2D31238C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接口复杂</a:t>
            </a:r>
          </a:p>
        </p:txBody>
      </p:sp>
      <p:sp>
        <p:nvSpPr>
          <p:cNvPr id="14" name="PPAGENT_QA|parent=fishbone-item-2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6D1BD1CE-8C84-4352-93AC-73BAEFC6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测试不足</a:t>
            </a:r>
          </a:p>
        </p:txBody>
      </p:sp>
      <p:sp>
        <p:nvSpPr>
          <p:cNvPr id="15" name="PPAGENT_CONNECTOR|from=fishbone-item-4-1|fromSide=bottom|to=fishbone-joint-4|toSide=center">
            <a:extLst xmlns:a="http://schemas.openxmlformats.org/drawingml/2006/main">
              <a:ext uri="{FF2B5EF4-FFF2-40B4-BE49-F238E27FC236}">
                <a16:creationId xmlns:a16="http://schemas.microsoft.com/office/drawing/2014/main" id="{55FC3FCD-24F2-494C-84DD-AAF32E9D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629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6" name="PPAGENT_QA|parent=fishbone-joint-4">
            <a:extLst xmlns:a="http://schemas.openxmlformats.org/drawingml/2006/main">
              <a:ext uri="{FF2B5EF4-FFF2-40B4-BE49-F238E27FC236}">
                <a16:creationId xmlns:a16="http://schemas.microsoft.com/office/drawing/2014/main" id="{EAB4DADF-E6F7-41FA-B7D5-35EC4180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7" name="PPAGENT_QA|parent=fishbone-category-4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5635EB82-EA1A-4853-85C5-15676DCD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14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18" name="PPAGENT_QA|parent=fishbone-item-4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DC910FCF-2633-4811-9813-1C6A25FD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目标调整</a:t>
            </a:r>
          </a:p>
        </p:txBody>
      </p:sp>
      <p:sp>
        <p:nvSpPr>
          <p:cNvPr id="19" name="PPAGENT_QA|parent=fishbone-item-4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7A7829C-A7A2-41B6-9FF7-77FE6F19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口径模糊</a:t>
            </a:r>
          </a:p>
        </p:txBody>
      </p:sp>
      <p:sp>
        <p:nvSpPr>
          <p:cNvPr id="20" name="PPAGENT_CONNECTOR|from=fishbone-item-1-0|fromSide=top|to=fishbone-joint-1|toSide=center">
            <a:extLst xmlns:a="http://schemas.openxmlformats.org/drawingml/2006/main">
              <a:ext uri="{FF2B5EF4-FFF2-40B4-BE49-F238E27FC236}">
                <a16:creationId xmlns:a16="http://schemas.microsoft.com/office/drawing/2014/main" id="{2991101C-76E1-4061-A3B4-75167441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2955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1" name="PPAGENT_QA|parent=fishbone-joint-1">
            <a:extLst xmlns:a="http://schemas.openxmlformats.org/drawingml/2006/main">
              <a:ext uri="{FF2B5EF4-FFF2-40B4-BE49-F238E27FC236}">
                <a16:creationId xmlns:a16="http://schemas.microsoft.com/office/drawing/2014/main" id="{0D56E87A-447C-4AC2-960F-2674744E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2" name="PPAGENT_QA|parent=fishbone-category-1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3EF55A87-DAD4-4B6E-B579-CA4790F9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24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流程</a:t>
            </a:r>
          </a:p>
        </p:txBody>
      </p:sp>
      <p:sp>
        <p:nvSpPr>
          <p:cNvPr id="23" name="PPAGENT_QA|parent=fishbone-item-1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9F43C92E-1D04-498B-ADA9-5313DD215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审批过长</a:t>
            </a:r>
          </a:p>
        </p:txBody>
      </p:sp>
      <p:sp>
        <p:nvSpPr>
          <p:cNvPr id="24" name="PPAGENT_QA|parent=fishbone-item-1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36CD5E0-A1C4-418A-8B95-A54519D8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交接缺失</a:t>
            </a:r>
          </a:p>
        </p:txBody>
      </p:sp>
      <p:sp>
        <p:nvSpPr>
          <p:cNvPr id="25" name="PPAGENT_CONNECTOR|from=fishbone-item-3-0|fromSide=top|to=fishbone-joint-3|toSide=center">
            <a:extLst xmlns:a="http://schemas.openxmlformats.org/drawingml/2006/main">
              <a:ext uri="{FF2B5EF4-FFF2-40B4-BE49-F238E27FC236}">
                <a16:creationId xmlns:a16="http://schemas.microsoft.com/office/drawing/2014/main" id="{6B437D7B-E84B-4A22-84BD-CC49EB5B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9625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6" name="PPAGENT_QA|parent=fishbone-joint-3">
            <a:extLst xmlns:a="http://schemas.openxmlformats.org/drawingml/2006/main">
              <a:ext uri="{FF2B5EF4-FFF2-40B4-BE49-F238E27FC236}">
                <a16:creationId xmlns:a16="http://schemas.microsoft.com/office/drawing/2014/main" id="{81CED26B-86C2-4E00-83CF-82C63E21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7" name="PPAGENT_QA|parent=fishbone-category-3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744ED7B2-2B7C-4430-9E8C-A1C5F07BD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724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28" name="PPAGENT_QA|parent=fishbone-item-3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47AA7B96-5896-4A1B-B643-4B2B78663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预算受限</a:t>
            </a:r>
          </a:p>
        </p:txBody>
      </p:sp>
      <p:sp>
        <p:nvSpPr>
          <p:cNvPr id="29" name="PPAGENT_QA|parent=fishbone-item-3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18529A0A-3CDF-4216-B5CF-E373D82D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设备延迟</a:t>
            </a:r>
          </a:p>
        </p:txBody>
      </p:sp>
      <p:sp>
        <p:nvSpPr>
          <p:cNvPr id="30" name="PPAGENT_CONNECTOR|from=fishbone-item-5-0|fromSide=top|to=fishbone-joint-5|toSide=center">
            <a:extLst xmlns:a="http://schemas.openxmlformats.org/drawingml/2006/main">
              <a:ext uri="{FF2B5EF4-FFF2-40B4-BE49-F238E27FC236}">
                <a16:creationId xmlns:a16="http://schemas.microsoft.com/office/drawing/2014/main" id="{8B7BF82D-464B-474B-805A-ABA0ABE3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6295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31" name="PPAGENT_QA|parent=fishbone-joint-5">
            <a:extLst xmlns:a="http://schemas.openxmlformats.org/drawingml/2006/main">
              <a:ext uri="{FF2B5EF4-FFF2-40B4-BE49-F238E27FC236}">
                <a16:creationId xmlns:a16="http://schemas.microsoft.com/office/drawing/2014/main" id="{013B86B2-54CA-481D-B097-5D71C7CB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32" name="PPAGENT_QA|parent=fishbone-category-5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4E1894A8-B866-41D9-ABE3-83EB263E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24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环境</a:t>
            </a:r>
          </a:p>
        </p:txBody>
      </p:sp>
      <p:sp>
        <p:nvSpPr>
          <p:cNvPr id="33" name="PPAGENT_QA|parent=fishbone-item-5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55F5344C-1810-455C-BF69-EF83B431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外部波动</a:t>
            </a:r>
          </a:p>
        </p:txBody>
      </p:sp>
      <p:sp>
        <p:nvSpPr>
          <p:cNvPr id="34" name="PPAGENT_QA|parent=fishbone-item-5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715BEBE6-7AE4-4A4E-A2D8-E3BD0750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协作困难</a:t>
            </a:r>
          </a:p>
        </p:txBody>
      </p:sp>
    </p:spTree>
    <p:extLst>
      <p:ext uri="{BB962C8B-B14F-4D97-AF65-F5344CB8AC3E}">
        <p14:creationId xmlns:p14="http://schemas.microsoft.com/office/powerpoint/2010/main" val="13855331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E788543-F6B4-491B-8432-DD6297A4A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项目延期原因拆解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AC23DF-8DE7-4E53-AAA7-3AA7B0E8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结果问题 · 分类原因拆解</a:t>
            </a:r>
          </a:p>
        </p:txBody>
      </p:sp>
      <p:sp>
        <p:nvSpPr>
          <p:cNvPr id="3" name="PPAGENT_QA|parent=fishbone-backbone|domains=fishbone-backbone">
            <a:extLst xmlns:a="http://schemas.openxmlformats.org/drawingml/2006/main">
              <a:ext uri="{FF2B5EF4-FFF2-40B4-BE49-F238E27FC236}">
                <a16:creationId xmlns:a16="http://schemas.microsoft.com/office/drawing/2014/main" id="{90578009-51BC-4904-A5AD-D3EB65C4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5800" y="3562350"/>
            <a:ext cx="870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677C8"/>
            </a:solidFill>
            <a:prstDash val="solid"/>
          </a:ln>
        </p:spPr>
      </p:sp>
      <p:sp>
        <p:nvSpPr>
          <p:cNvPr id="4" name="PPAGENT_QA|parent=fishbone-effect">
            <a:extLst xmlns:a="http://schemas.openxmlformats.org/drawingml/2006/main">
              <a:ext uri="{FF2B5EF4-FFF2-40B4-BE49-F238E27FC236}">
                <a16:creationId xmlns:a16="http://schemas.microsoft.com/office/drawing/2014/main" id="{AE99E1DC-9D87-459C-B34B-CFDB7566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28950"/>
            <a:ext cx="2381250" cy="1066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交付延期</a:t>
            </a:r>
          </a:p>
        </p:txBody>
      </p:sp>
      <p:sp>
        <p:nvSpPr>
          <p:cNvPr id="5" name="PPAGENT_CONNECTOR|from=fishbone-item-0-2|fromSide=bottom|to=fishbone-joint-0|toSide=center">
            <a:extLst xmlns:a="http://schemas.openxmlformats.org/drawingml/2006/main">
              <a:ext uri="{FF2B5EF4-FFF2-40B4-BE49-F238E27FC236}">
                <a16:creationId xmlns:a16="http://schemas.microsoft.com/office/drawing/2014/main" id="{C6F02406-4629-4263-B275-3D3F25E2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95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6" name="PPAGENT_QA|parent=fishbone-joint-0">
            <a:extLst xmlns:a="http://schemas.openxmlformats.org/drawingml/2006/main">
              <a:ext uri="{FF2B5EF4-FFF2-40B4-BE49-F238E27FC236}">
                <a16:creationId xmlns:a16="http://schemas.microsoft.com/office/drawing/2014/main" id="{D86F9225-D864-49E0-9DD1-3E32CA40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7" name="PPAGENT_QA|parent=fishbone-category-0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835E88E6-8428-4A09-AA53-03BD5533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09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人员</a:t>
            </a:r>
          </a:p>
        </p:txBody>
      </p:sp>
      <p:sp>
        <p:nvSpPr>
          <p:cNvPr id="8" name="PPAGENT_QA|parent=fishbone-item-0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27F7A6FA-0C71-4816-9145-9D768C6B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岗位不足</a:t>
            </a:r>
          </a:p>
        </p:txBody>
      </p:sp>
      <p:sp>
        <p:nvSpPr>
          <p:cNvPr id="9" name="PPAGENT_QA|parent=fishbone-item-0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434F7742-482D-4CDA-AD93-FC17870A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边界不清</a:t>
            </a:r>
          </a:p>
        </p:txBody>
      </p:sp>
      <p:sp>
        <p:nvSpPr>
          <p:cNvPr id="10" name="PPAGENT_QA|parent=fishbone-item-0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F57C3AE8-632F-44BE-B619-552A7BA3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经验不匹配</a:t>
            </a:r>
          </a:p>
        </p:txBody>
      </p:sp>
      <p:sp>
        <p:nvSpPr>
          <p:cNvPr id="11" name="PPAGENT_CONNECTOR|from=fishbone-item-2-2|fromSide=bottom|to=fishbone-joint-2|toSide=center">
            <a:extLst xmlns:a="http://schemas.openxmlformats.org/drawingml/2006/main">
              <a:ext uri="{FF2B5EF4-FFF2-40B4-BE49-F238E27FC236}">
                <a16:creationId xmlns:a16="http://schemas.microsoft.com/office/drawing/2014/main" id="{AD1C179C-C108-4406-A8C0-E4E7EBFF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62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2" name="PPAGENT_QA|parent=fishbone-joint-2">
            <a:extLst xmlns:a="http://schemas.openxmlformats.org/drawingml/2006/main">
              <a:ext uri="{FF2B5EF4-FFF2-40B4-BE49-F238E27FC236}">
                <a16:creationId xmlns:a16="http://schemas.microsoft.com/office/drawing/2014/main" id="{DB6B5000-67A0-4FB0-ACD4-D75475F6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3" name="PPAGENT_QA|parent=fishbone-category-2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5DF528F8-CD5B-497A-A649-55068604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809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</a:t>
            </a:r>
          </a:p>
        </p:txBody>
      </p:sp>
      <p:sp>
        <p:nvSpPr>
          <p:cNvPr id="14" name="PPAGENT_QA|parent=fishbone-item-2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0EEE7431-6F40-490B-98C4-81428028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接口复杂</a:t>
            </a:r>
          </a:p>
        </p:txBody>
      </p:sp>
      <p:sp>
        <p:nvSpPr>
          <p:cNvPr id="15" name="PPAGENT_QA|parent=fishbone-item-2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3DF7D7CA-8083-4E7C-B6AE-9AA60DDE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测试不足</a:t>
            </a:r>
          </a:p>
        </p:txBody>
      </p:sp>
      <p:sp>
        <p:nvSpPr>
          <p:cNvPr id="16" name="PPAGENT_QA|parent=fishbone-item-2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6AF684C2-B839-45FC-9843-48B78DA0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工具不稳</a:t>
            </a:r>
          </a:p>
        </p:txBody>
      </p:sp>
      <p:sp>
        <p:nvSpPr>
          <p:cNvPr id="17" name="PPAGENT_CONNECTOR|from=fishbone-item-4-2|fromSide=bottom|to=fishbone-joint-4|toSide=center">
            <a:extLst xmlns:a="http://schemas.openxmlformats.org/drawingml/2006/main">
              <a:ext uri="{FF2B5EF4-FFF2-40B4-BE49-F238E27FC236}">
                <a16:creationId xmlns:a16="http://schemas.microsoft.com/office/drawing/2014/main" id="{FF78F2B4-DC22-455C-B67E-FADA5488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629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8" name="PPAGENT_QA|parent=fishbone-joint-4">
            <a:extLst xmlns:a="http://schemas.openxmlformats.org/drawingml/2006/main">
              <a:ext uri="{FF2B5EF4-FFF2-40B4-BE49-F238E27FC236}">
                <a16:creationId xmlns:a16="http://schemas.microsoft.com/office/drawing/2014/main" id="{95F72482-F367-4C07-A6A8-B96ED12B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9" name="PPAGENT_QA|parent=fishbone-category-4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C744CFFF-DA2F-4CF5-A076-C9E42BDE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09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20" name="PPAGENT_QA|parent=fishbone-item-4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0D9CCE6D-842F-479D-BDC1-5C156FFD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目标调整</a:t>
            </a:r>
          </a:p>
        </p:txBody>
      </p:sp>
      <p:sp>
        <p:nvSpPr>
          <p:cNvPr id="21" name="PPAGENT_QA|parent=fishbone-item-4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88AA3277-952D-4E87-BA2F-47E461E3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口径模糊</a:t>
            </a:r>
          </a:p>
        </p:txBody>
      </p:sp>
      <p:sp>
        <p:nvSpPr>
          <p:cNvPr id="22" name="PPAGENT_QA|parent=fishbone-item-4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C705B20D-0F71-4A7F-B2AD-9AE345A2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范围扩张</a:t>
            </a:r>
          </a:p>
        </p:txBody>
      </p:sp>
      <p:sp>
        <p:nvSpPr>
          <p:cNvPr id="23" name="PPAGENT_CONNECTOR|from=fishbone-item-1-0|fromSide=top|to=fishbone-joint-1|toSide=center">
            <a:extLst xmlns:a="http://schemas.openxmlformats.org/drawingml/2006/main">
              <a:ext uri="{FF2B5EF4-FFF2-40B4-BE49-F238E27FC236}">
                <a16:creationId xmlns:a16="http://schemas.microsoft.com/office/drawing/2014/main" id="{012B1460-5142-4F28-8081-4B5A246C5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2955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4" name="PPAGENT_QA|parent=fishbone-joint-1">
            <a:extLst xmlns:a="http://schemas.openxmlformats.org/drawingml/2006/main">
              <a:ext uri="{FF2B5EF4-FFF2-40B4-BE49-F238E27FC236}">
                <a16:creationId xmlns:a16="http://schemas.microsoft.com/office/drawing/2014/main" id="{FBC74B6A-479C-4B4E-8601-AAB7FBC8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5" name="PPAGENT_QA|parent=fishbone-category-1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2A9D0B04-3A24-416F-B64E-FC2213DF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29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流程</a:t>
            </a:r>
          </a:p>
        </p:txBody>
      </p:sp>
      <p:sp>
        <p:nvSpPr>
          <p:cNvPr id="26" name="PPAGENT_QA|parent=fishbone-item-1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BF4F3D63-2139-4386-B2A1-F9EA8D50E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审批过长</a:t>
            </a:r>
          </a:p>
        </p:txBody>
      </p:sp>
      <p:sp>
        <p:nvSpPr>
          <p:cNvPr id="27" name="PPAGENT_QA|parent=fishbone-item-1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01B0A113-3D15-416E-BA79-A846A2E8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交接缺失</a:t>
            </a:r>
          </a:p>
        </p:txBody>
      </p:sp>
      <p:sp>
        <p:nvSpPr>
          <p:cNvPr id="28" name="PPAGENT_QA|parent=fishbone-item-1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61113C47-F17C-43E0-850C-14FC30D0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变更迟缓</a:t>
            </a:r>
          </a:p>
        </p:txBody>
      </p:sp>
      <p:sp>
        <p:nvSpPr>
          <p:cNvPr id="29" name="PPAGENT_CONNECTOR|from=fishbone-item-3-0|fromSide=top|to=fishbone-joint-3|toSide=center">
            <a:extLst xmlns:a="http://schemas.openxmlformats.org/drawingml/2006/main">
              <a:ext uri="{FF2B5EF4-FFF2-40B4-BE49-F238E27FC236}">
                <a16:creationId xmlns:a16="http://schemas.microsoft.com/office/drawing/2014/main" id="{2F9ED7C6-2009-478B-8B87-1DC76BB2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9625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30" name="PPAGENT_QA|parent=fishbone-joint-3">
            <a:extLst xmlns:a="http://schemas.openxmlformats.org/drawingml/2006/main">
              <a:ext uri="{FF2B5EF4-FFF2-40B4-BE49-F238E27FC236}">
                <a16:creationId xmlns:a16="http://schemas.microsoft.com/office/drawing/2014/main" id="{42B0E00C-6F3E-4014-8140-144AE289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31" name="PPAGENT_QA|parent=fishbone-category-3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18BB5A4D-D163-45A0-8827-1C1C07BD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029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32" name="PPAGENT_QA|parent=fishbone-item-3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3AB1ADFD-F38C-446F-902D-A9372DC6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预算受限</a:t>
            </a:r>
          </a:p>
        </p:txBody>
      </p:sp>
      <p:sp>
        <p:nvSpPr>
          <p:cNvPr id="33" name="PPAGENT_QA|parent=fishbone-item-3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409D47F2-E78D-4853-9577-0CEBE3F5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设备延迟</a:t>
            </a:r>
          </a:p>
        </p:txBody>
      </p:sp>
      <p:sp>
        <p:nvSpPr>
          <p:cNvPr id="34" name="PPAGENT_QA|parent=fishbone-item-3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89C4DC84-9C77-477C-9482-EBD03F5E2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排期冲突</a:t>
            </a:r>
          </a:p>
        </p:txBody>
      </p:sp>
      <p:sp>
        <p:nvSpPr>
          <p:cNvPr id="35" name="PPAGENT_CONNECTOR|from=fishbone-item-5-0|fromSide=top|to=fishbone-joint-5|toSide=center">
            <a:extLst xmlns:a="http://schemas.openxmlformats.org/drawingml/2006/main">
              <a:ext uri="{FF2B5EF4-FFF2-40B4-BE49-F238E27FC236}">
                <a16:creationId xmlns:a16="http://schemas.microsoft.com/office/drawing/2014/main" id="{34B3A74B-1D18-4641-97FB-4A747CC4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6295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36" name="PPAGENT_QA|parent=fishbone-joint-5">
            <a:extLst xmlns:a="http://schemas.openxmlformats.org/drawingml/2006/main">
              <a:ext uri="{FF2B5EF4-FFF2-40B4-BE49-F238E27FC236}">
                <a16:creationId xmlns:a16="http://schemas.microsoft.com/office/drawing/2014/main" id="{CF70F26C-85CD-4457-B01E-36590008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37" name="PPAGENT_QA|parent=fishbone-category-5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F9C46F28-4317-44AF-97F6-33F772EC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029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环境</a:t>
            </a:r>
          </a:p>
        </p:txBody>
      </p:sp>
      <p:sp>
        <p:nvSpPr>
          <p:cNvPr id="38" name="PPAGENT_QA|parent=fishbone-item-5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387B5178-131E-42E1-A0A9-115026C3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外部波动</a:t>
            </a:r>
          </a:p>
        </p:txBody>
      </p:sp>
      <p:sp>
        <p:nvSpPr>
          <p:cNvPr id="39" name="PPAGENT_QA|parent=fishbone-item-5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900A28A2-D971-4414-A1D5-5BA47251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协作困难</a:t>
            </a:r>
          </a:p>
        </p:txBody>
      </p:sp>
      <p:sp>
        <p:nvSpPr>
          <p:cNvPr id="40" name="PPAGENT_QA|parent=fishbone-item-5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33CA20B0-B62D-42E6-B573-E5EA6EA7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政策变化</a:t>
            </a:r>
          </a:p>
        </p:txBody>
      </p:sp>
    </p:spTree>
    <p:extLst>
      <p:ext uri="{BB962C8B-B14F-4D97-AF65-F5344CB8AC3E}">
        <p14:creationId xmlns:p14="http://schemas.microsoft.com/office/powerpoint/2010/main" val="4922530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D162534-C279-457E-9998-D52E162B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项目延期原因拆解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89D049-8D2C-47AC-ABA3-34425666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结果问题 · 分类原因拆解</a:t>
            </a:r>
          </a:p>
        </p:txBody>
      </p:sp>
      <p:sp>
        <p:nvSpPr>
          <p:cNvPr id="3" name="PPAGENT_QA|parent=fishbone-backbone|domains=fishbone-backbone">
            <a:extLst xmlns:a="http://schemas.openxmlformats.org/drawingml/2006/main">
              <a:ext uri="{FF2B5EF4-FFF2-40B4-BE49-F238E27FC236}">
                <a16:creationId xmlns:a16="http://schemas.microsoft.com/office/drawing/2014/main" id="{F1494175-E683-4FD1-8018-83676523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5800" y="3562350"/>
            <a:ext cx="870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677C8"/>
            </a:solidFill>
            <a:prstDash val="solid"/>
          </a:ln>
        </p:spPr>
      </p:sp>
      <p:sp>
        <p:nvSpPr>
          <p:cNvPr id="4" name="PPAGENT_QA|parent=fishbone-effect">
            <a:extLst xmlns:a="http://schemas.openxmlformats.org/drawingml/2006/main">
              <a:ext uri="{FF2B5EF4-FFF2-40B4-BE49-F238E27FC236}">
                <a16:creationId xmlns:a16="http://schemas.microsoft.com/office/drawing/2014/main" id="{27CDE8E0-2573-4AE0-BECB-4406D490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28950"/>
            <a:ext cx="2381250" cy="1066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交付延期</a:t>
            </a:r>
          </a:p>
        </p:txBody>
      </p:sp>
      <p:sp>
        <p:nvSpPr>
          <p:cNvPr id="5" name="PPAGENT_CONNECTOR|from=fishbone-item-0-3|fromSide=bottom|to=fishbone-joint-0|toSide=center">
            <a:extLst xmlns:a="http://schemas.openxmlformats.org/drawingml/2006/main">
              <a:ext uri="{FF2B5EF4-FFF2-40B4-BE49-F238E27FC236}">
                <a16:creationId xmlns:a16="http://schemas.microsoft.com/office/drawing/2014/main" id="{FBC8099B-5DD3-4520-B9FD-0ADEF99C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95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6" name="PPAGENT_QA|parent=fishbone-joint-0">
            <a:extLst xmlns:a="http://schemas.openxmlformats.org/drawingml/2006/main">
              <a:ext uri="{FF2B5EF4-FFF2-40B4-BE49-F238E27FC236}">
                <a16:creationId xmlns:a16="http://schemas.microsoft.com/office/drawing/2014/main" id="{7DCEFBE1-DF15-46B8-836A-68ABCAFB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7" name="PPAGENT_QA|parent=fishbone-category-0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3672A118-0F5D-4F69-8A0E-543013BE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04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人员</a:t>
            </a:r>
          </a:p>
        </p:txBody>
      </p:sp>
      <p:sp>
        <p:nvSpPr>
          <p:cNvPr id="8" name="PPAGENT_QA|parent=fishbone-item-0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F1AE6E76-77FB-4839-B26B-86933BB8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8859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岗位不足</a:t>
            </a:r>
          </a:p>
        </p:txBody>
      </p:sp>
      <p:sp>
        <p:nvSpPr>
          <p:cNvPr id="9" name="PPAGENT_QA|parent=fishbone-item-0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16C0ADFD-A9CC-4CEB-9E24-213FFEF2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边界不清</a:t>
            </a:r>
          </a:p>
        </p:txBody>
      </p:sp>
      <p:sp>
        <p:nvSpPr>
          <p:cNvPr id="10" name="PPAGENT_QA|parent=fishbone-item-0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8835C10E-94BA-42D8-B289-0B2E592B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经验不匹配</a:t>
            </a:r>
          </a:p>
        </p:txBody>
      </p:sp>
      <p:sp>
        <p:nvSpPr>
          <p:cNvPr id="11" name="PPAGENT_QA|parent=fishbone-item-0-3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E1B6D333-36E5-4A57-8F8F-21DEC2D1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协同不及时</a:t>
            </a:r>
          </a:p>
        </p:txBody>
      </p:sp>
      <p:sp>
        <p:nvSpPr>
          <p:cNvPr id="12" name="PPAGENT_CONNECTOR|from=fishbone-item-2-3|fromSide=bottom|to=fishbone-joint-2|toSide=center">
            <a:extLst xmlns:a="http://schemas.openxmlformats.org/drawingml/2006/main">
              <a:ext uri="{FF2B5EF4-FFF2-40B4-BE49-F238E27FC236}">
                <a16:creationId xmlns:a16="http://schemas.microsoft.com/office/drawing/2014/main" id="{F165D463-2B24-498A-8930-B463D377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62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3" name="PPAGENT_QA|parent=fishbone-joint-2">
            <a:extLst xmlns:a="http://schemas.openxmlformats.org/drawingml/2006/main">
              <a:ext uri="{FF2B5EF4-FFF2-40B4-BE49-F238E27FC236}">
                <a16:creationId xmlns:a16="http://schemas.microsoft.com/office/drawing/2014/main" id="{FABC84A6-0ACB-477C-B1F7-AC209B6C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4" name="PPAGENT_QA|parent=fishbone-category-2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BEFE91C7-4464-42BF-9697-B9EB78E4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504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</a:t>
            </a:r>
          </a:p>
        </p:txBody>
      </p:sp>
      <p:sp>
        <p:nvSpPr>
          <p:cNvPr id="15" name="PPAGENT_QA|parent=fishbone-item-2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FACDC962-1E81-4FBF-9536-9F1965AD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8859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接口复杂</a:t>
            </a:r>
          </a:p>
        </p:txBody>
      </p:sp>
      <p:sp>
        <p:nvSpPr>
          <p:cNvPr id="16" name="PPAGENT_QA|parent=fishbone-item-2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97AB68D0-4637-451A-915F-FD4BE75FD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测试不足</a:t>
            </a:r>
          </a:p>
        </p:txBody>
      </p:sp>
      <p:sp>
        <p:nvSpPr>
          <p:cNvPr id="17" name="PPAGENT_QA|parent=fishbone-item-2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97C7FAA1-5C89-4D16-B1B1-8EB897BA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工具不稳</a:t>
            </a:r>
          </a:p>
        </p:txBody>
      </p:sp>
      <p:sp>
        <p:nvSpPr>
          <p:cNvPr id="18" name="PPAGENT_QA|parent=fishbone-item-2-3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8014F966-06EA-4653-8559-7F5AD7BD6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数据异常</a:t>
            </a:r>
          </a:p>
        </p:txBody>
      </p:sp>
      <p:sp>
        <p:nvSpPr>
          <p:cNvPr id="19" name="PPAGENT_CONNECTOR|from=fishbone-item-4-3|fromSide=bottom|to=fishbone-joint-4|toSide=center">
            <a:extLst xmlns:a="http://schemas.openxmlformats.org/drawingml/2006/main">
              <a:ext uri="{FF2B5EF4-FFF2-40B4-BE49-F238E27FC236}">
                <a16:creationId xmlns:a16="http://schemas.microsoft.com/office/drawing/2014/main" id="{23F8B2E0-2F88-4D3B-80F6-10A5B5DE2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629525" y="30670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0" name="PPAGENT_QA|parent=fishbone-joint-4">
            <a:extLst xmlns:a="http://schemas.openxmlformats.org/drawingml/2006/main">
              <a:ext uri="{FF2B5EF4-FFF2-40B4-BE49-F238E27FC236}">
                <a16:creationId xmlns:a16="http://schemas.microsoft.com/office/drawing/2014/main" id="{4F353E50-32BE-4E16-BD68-3BF4E56F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1" name="PPAGENT_QA|parent=fishbone-category-4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702161A1-431F-44EE-AD63-7C354E8B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504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22" name="PPAGENT_QA|parent=fishbone-item-4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2FC1305F-6617-4314-816E-47D53397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859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目标调整</a:t>
            </a:r>
          </a:p>
        </p:txBody>
      </p:sp>
      <p:sp>
        <p:nvSpPr>
          <p:cNvPr id="23" name="PPAGENT_QA|parent=fishbone-item-4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B65F5386-879D-4213-8D9E-646694EC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1907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口径模糊</a:t>
            </a:r>
          </a:p>
        </p:txBody>
      </p:sp>
      <p:sp>
        <p:nvSpPr>
          <p:cNvPr id="24" name="PPAGENT_QA|parent=fishbone-item-4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904FB0B6-4834-4590-8D61-D172CAA0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955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范围扩张</a:t>
            </a:r>
          </a:p>
        </p:txBody>
      </p:sp>
      <p:sp>
        <p:nvSpPr>
          <p:cNvPr id="25" name="PPAGENT_QA|parent=fishbone-item-4-3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E02845C4-5854-49CD-B01C-B50BBA00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003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优先级变化</a:t>
            </a:r>
          </a:p>
        </p:txBody>
      </p:sp>
      <p:sp>
        <p:nvSpPr>
          <p:cNvPr id="26" name="PPAGENT_CONNECTOR|from=fishbone-item-1-0|fromSide=top|to=fishbone-joint-1|toSide=center">
            <a:extLst xmlns:a="http://schemas.openxmlformats.org/drawingml/2006/main">
              <a:ext uri="{FF2B5EF4-FFF2-40B4-BE49-F238E27FC236}">
                <a16:creationId xmlns:a16="http://schemas.microsoft.com/office/drawing/2014/main" id="{C7FC5F91-8BCB-447E-955F-94B2FBB0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2955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7" name="PPAGENT_QA|parent=fishbone-joint-1">
            <a:extLst xmlns:a="http://schemas.openxmlformats.org/drawingml/2006/main">
              <a:ext uri="{FF2B5EF4-FFF2-40B4-BE49-F238E27FC236}">
                <a16:creationId xmlns:a16="http://schemas.microsoft.com/office/drawing/2014/main" id="{0F8E254C-7777-49D8-8BAA-BB7C9EBF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8" name="PPAGENT_QA|parent=fishbone-category-1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CFA1A7EE-6333-48C1-9CEB-3B153A04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340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流程</a:t>
            </a:r>
          </a:p>
        </p:txBody>
      </p:sp>
      <p:sp>
        <p:nvSpPr>
          <p:cNvPr id="29" name="PPAGENT_QA|parent=fishbone-item-1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31008543-D183-44EA-A8EC-F1B4867A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审批过长</a:t>
            </a:r>
          </a:p>
        </p:txBody>
      </p:sp>
      <p:sp>
        <p:nvSpPr>
          <p:cNvPr id="30" name="PPAGENT_QA|parent=fishbone-item-1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5F1ABF4-A6F8-445C-9A19-76D8735E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交接缺失</a:t>
            </a:r>
          </a:p>
        </p:txBody>
      </p:sp>
      <p:sp>
        <p:nvSpPr>
          <p:cNvPr id="31" name="PPAGENT_QA|parent=fishbone-item-1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CBB9B870-EB95-48C1-BAD5-ED4E2363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变更迟缓</a:t>
            </a:r>
          </a:p>
        </p:txBody>
      </p:sp>
      <p:sp>
        <p:nvSpPr>
          <p:cNvPr id="32" name="PPAGENT_QA|parent=fishbone-item-1-3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8F77A8BE-C7D8-47F7-B708-F529AFF4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720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反馈滞后</a:t>
            </a:r>
          </a:p>
        </p:txBody>
      </p:sp>
      <p:sp>
        <p:nvSpPr>
          <p:cNvPr id="33" name="PPAGENT_CONNECTOR|from=fishbone-item-3-0|fromSide=top|to=fishbone-joint-3|toSide=center">
            <a:extLst xmlns:a="http://schemas.openxmlformats.org/drawingml/2006/main">
              <a:ext uri="{FF2B5EF4-FFF2-40B4-BE49-F238E27FC236}">
                <a16:creationId xmlns:a16="http://schemas.microsoft.com/office/drawing/2014/main" id="{8A84F308-C6F8-44F0-B759-07509C28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9625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34" name="PPAGENT_QA|parent=fishbone-joint-3">
            <a:extLst xmlns:a="http://schemas.openxmlformats.org/drawingml/2006/main">
              <a:ext uri="{FF2B5EF4-FFF2-40B4-BE49-F238E27FC236}">
                <a16:creationId xmlns:a16="http://schemas.microsoft.com/office/drawing/2014/main" id="{B2F9D149-51F9-4508-8985-1C7EDB3F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35" name="PPAGENT_QA|parent=fishbone-category-3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FF659EAD-BCBF-441E-9F3F-02ADF8068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3340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36" name="PPAGENT_QA|parent=fishbone-item-3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833CDF5D-B271-41DC-9037-2DF8A4B0F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预算受限</a:t>
            </a:r>
          </a:p>
        </p:txBody>
      </p:sp>
      <p:sp>
        <p:nvSpPr>
          <p:cNvPr id="37" name="PPAGENT_QA|parent=fishbone-item-3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00927101-BA5B-4D5F-9CAF-A521AE47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设备延迟</a:t>
            </a:r>
          </a:p>
        </p:txBody>
      </p:sp>
      <p:sp>
        <p:nvSpPr>
          <p:cNvPr id="38" name="PPAGENT_QA|parent=fishbone-item-3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7361812B-EE7A-40F0-B4A8-532087CA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排期冲突</a:t>
            </a:r>
          </a:p>
        </p:txBody>
      </p:sp>
      <p:sp>
        <p:nvSpPr>
          <p:cNvPr id="39" name="PPAGENT_QA|parent=fishbone-item-3-3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BBC5CC2-9F74-44CA-8680-BB4FF919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720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环境不足</a:t>
            </a:r>
          </a:p>
        </p:txBody>
      </p:sp>
      <p:sp>
        <p:nvSpPr>
          <p:cNvPr id="40" name="PPAGENT_CONNECTOR|from=fishbone-item-5-0|fromSide=top|to=fishbone-joint-5|toSide=center">
            <a:extLst xmlns:a="http://schemas.openxmlformats.org/drawingml/2006/main">
              <a:ext uri="{FF2B5EF4-FFF2-40B4-BE49-F238E27FC236}">
                <a16:creationId xmlns:a16="http://schemas.microsoft.com/office/drawing/2014/main" id="{C9931D24-52CF-4FC0-9BE0-22694921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629525" y="3562350"/>
            <a:ext cx="6572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41" name="PPAGENT_QA|parent=fishbone-joint-5">
            <a:extLst xmlns:a="http://schemas.openxmlformats.org/drawingml/2006/main">
              <a:ext uri="{FF2B5EF4-FFF2-40B4-BE49-F238E27FC236}">
                <a16:creationId xmlns:a16="http://schemas.microsoft.com/office/drawing/2014/main" id="{3444468A-0397-42E8-B54E-04855509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42" name="PPAGENT_QA|parent=fishbone-category-5|domains=fishbone-category">
            <a:extLst xmlns:a="http://schemas.openxmlformats.org/drawingml/2006/main">
              <a:ext uri="{FF2B5EF4-FFF2-40B4-BE49-F238E27FC236}">
                <a16:creationId xmlns:a16="http://schemas.microsoft.com/office/drawing/2014/main" id="{D624990A-6CD8-4708-9E14-13FB08DB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3340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环境</a:t>
            </a:r>
          </a:p>
        </p:txBody>
      </p:sp>
      <p:sp>
        <p:nvSpPr>
          <p:cNvPr id="43" name="PPAGENT_QA|parent=fishbone-item-5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479A53AF-13EC-4CA6-BA2E-CBAD0997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576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外部波动</a:t>
            </a:r>
          </a:p>
        </p:txBody>
      </p:sp>
      <p:sp>
        <p:nvSpPr>
          <p:cNvPr id="44" name="PPAGENT_QA|parent=fishbone-item-5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E554D2F3-EAF9-4CAA-94AE-1124640A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624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协作困难</a:t>
            </a:r>
          </a:p>
        </p:txBody>
      </p:sp>
      <p:sp>
        <p:nvSpPr>
          <p:cNvPr id="45" name="PPAGENT_QA|parent=fishbone-item-5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4CC0DF21-9229-4383-A6CC-745B7635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672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政策变化</a:t>
            </a:r>
          </a:p>
        </p:txBody>
      </p:sp>
      <p:sp>
        <p:nvSpPr>
          <p:cNvPr id="46" name="PPAGENT_QA|parent=fishbone-item-5-3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ECFFA0EC-CD64-47E2-9A5D-488642E1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72050"/>
            <a:ext cx="219075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供应延误</a:t>
            </a:r>
          </a:p>
        </p:txBody>
      </p:sp>
    </p:spTree>
    <p:extLst>
      <p:ext uri="{BB962C8B-B14F-4D97-AF65-F5344CB8AC3E}">
        <p14:creationId xmlns:p14="http://schemas.microsoft.com/office/powerpoint/2010/main" val="16191844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2026-08-15T13:33:26.3380000Z</dcterms:created>
  <dcterms:modified xsi:type="dcterms:W3CDTF">2026-08-15T13:33:26.3380000Z</dcterms:modified>
</coreProperties>
</file>