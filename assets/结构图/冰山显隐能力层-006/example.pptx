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15bbcafded4ccf" /><Relationship Type="http://schemas.openxmlformats.org/officeDocument/2006/relationships/extended-properties" Target="/docProps/app.xml" Id="R7850a8357b774fd6" /><Relationship Type="http://schemas.openxmlformats.org/officeDocument/2006/relationships/officeDocument" Target="/ppt/presentation.xml" Id="R8cd9f34cb1d84d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79104fc0f4f83"/>
  </p:sldMasterIdLst>
  <p:notesMasterIdLst>
    <p:notesMasterId xmlns:r="http://schemas.openxmlformats.org/officeDocument/2006/relationships" r:id="Rd76fd15cd91e469d"/>
  </p:notesMasterIdLst>
  <p:sldIdLst>
    <p:sldId xmlns:r="http://schemas.openxmlformats.org/officeDocument/2006/relationships" id="256" r:id="R4c4a8434531840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56a0f6f1b420c" /><Relationship Type="http://schemas.openxmlformats.org/officeDocument/2006/relationships/slideMaster" Target="/ppt/slideMasters/slideMaster1.xml" Id="R6ca79104fc0f4f83" /><Relationship Type="http://schemas.openxmlformats.org/officeDocument/2006/relationships/notesMaster" Target="/ppt/notesMasters/notesMaster1.xml" Id="Rd76fd15cd91e469d" /><Relationship Type="http://schemas.openxmlformats.org/officeDocument/2006/relationships/presProps" Target="/ppt/presProps.xml" Id="R66171779d32f4a52" /><Relationship Type="http://schemas.openxmlformats.org/officeDocument/2006/relationships/tableStyles" Target="/ppt/tableStyles.xml" Id="R07b2b7db016141f5" /><Relationship Type="http://schemas.openxmlformats.org/officeDocument/2006/relationships/slide" Target="/ppt/slides/slide1.xml" Id="R4c4a8434531840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a7910ac1e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68d3c3a5a4c0d" /><Relationship Type="http://schemas.openxmlformats.org/officeDocument/2006/relationships/notesMaster" Target="/ppt/notesMasters/notesMaster1.xml" Id="R818a8f9c9e8a4d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de2e7cc9e41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ccc9dd20d74675" /><Relationship Type="http://schemas.openxmlformats.org/officeDocument/2006/relationships/slideLayout" Target="/ppt/slideLayouts/slideLayout1.xml" Id="R8b0eb676d57d44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eb676d57d44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81b1be3b742e2" /><Relationship Type="http://schemas.openxmlformats.org/officeDocument/2006/relationships/notesSlide" Target="/ppt/notesSlides/notesSlide1.xml" Id="Rd6cd2765016f45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ceberg-upper-shadow">
            <a:extLst xmlns:a="http://schemas.openxmlformats.org/drawingml/2006/main">
              <a:ext uri="{FF2B5EF4-FFF2-40B4-BE49-F238E27FC236}">
                <a16:creationId xmlns:a16="http://schemas.microsoft.com/office/drawing/2014/main" id="{92DAC6E7-0D13-493D-8804-5B546D75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1835572"/>
            <a:ext cx="4849197" cy="1507703"/>
          </a:xfrm>
          <a:custGeom xmlns:a="http://schemas.openxmlformats.org/drawingml/2006/main">
            <a:pathLst>
              <a:path w="4849197" h="1507703">
                <a:moveTo>
                  <a:pt x="0" y="1507703"/>
                </a:moveTo>
                <a:lnTo>
                  <a:pt x="38481" y="1482642"/>
                </a:lnTo>
                <a:lnTo>
                  <a:pt x="76962" y="1457592"/>
                </a:lnTo>
                <a:lnTo>
                  <a:pt x="115443" y="1432531"/>
                </a:lnTo>
                <a:lnTo>
                  <a:pt x="153924" y="1407471"/>
                </a:lnTo>
                <a:lnTo>
                  <a:pt x="192405" y="1382420"/>
                </a:lnTo>
                <a:lnTo>
                  <a:pt x="230886" y="1357360"/>
                </a:lnTo>
                <a:lnTo>
                  <a:pt x="269367" y="1332300"/>
                </a:lnTo>
                <a:lnTo>
                  <a:pt x="307848" y="1307249"/>
                </a:lnTo>
                <a:lnTo>
                  <a:pt x="346329" y="1282189"/>
                </a:lnTo>
                <a:lnTo>
                  <a:pt x="384810" y="1257129"/>
                </a:lnTo>
                <a:lnTo>
                  <a:pt x="423291" y="1232078"/>
                </a:lnTo>
                <a:lnTo>
                  <a:pt x="461772" y="1207018"/>
                </a:lnTo>
                <a:lnTo>
                  <a:pt x="500253" y="1181957"/>
                </a:lnTo>
                <a:lnTo>
                  <a:pt x="538734" y="1156897"/>
                </a:lnTo>
                <a:lnTo>
                  <a:pt x="577215" y="1131846"/>
                </a:lnTo>
                <a:lnTo>
                  <a:pt x="615696" y="1106786"/>
                </a:lnTo>
                <a:lnTo>
                  <a:pt x="654177" y="1081726"/>
                </a:lnTo>
                <a:lnTo>
                  <a:pt x="692658" y="1056675"/>
                </a:lnTo>
                <a:lnTo>
                  <a:pt x="731139" y="1031615"/>
                </a:lnTo>
                <a:lnTo>
                  <a:pt x="769620" y="1006554"/>
                </a:lnTo>
                <a:lnTo>
                  <a:pt x="808101" y="981504"/>
                </a:lnTo>
                <a:lnTo>
                  <a:pt x="851335" y="980265"/>
                </a:lnTo>
                <a:lnTo>
                  <a:pt x="896493" y="988628"/>
                </a:lnTo>
                <a:lnTo>
                  <a:pt x="941642" y="996991"/>
                </a:lnTo>
                <a:lnTo>
                  <a:pt x="986790" y="1005354"/>
                </a:lnTo>
                <a:lnTo>
                  <a:pt x="1031948" y="1013708"/>
                </a:lnTo>
                <a:lnTo>
                  <a:pt x="1077097" y="1022071"/>
                </a:lnTo>
                <a:lnTo>
                  <a:pt x="1122255" y="1030434"/>
                </a:lnTo>
                <a:lnTo>
                  <a:pt x="1167403" y="1038797"/>
                </a:lnTo>
                <a:lnTo>
                  <a:pt x="1212552" y="1047159"/>
                </a:lnTo>
                <a:lnTo>
                  <a:pt x="1257710" y="1055522"/>
                </a:lnTo>
                <a:lnTo>
                  <a:pt x="1302858" y="1063876"/>
                </a:lnTo>
                <a:lnTo>
                  <a:pt x="1342520" y="1057875"/>
                </a:lnTo>
                <a:lnTo>
                  <a:pt x="1370581" y="1021518"/>
                </a:lnTo>
                <a:lnTo>
                  <a:pt x="1398641" y="985171"/>
                </a:lnTo>
                <a:lnTo>
                  <a:pt x="1426702" y="948823"/>
                </a:lnTo>
                <a:lnTo>
                  <a:pt x="1454753" y="912476"/>
                </a:lnTo>
                <a:lnTo>
                  <a:pt x="1482814" y="876119"/>
                </a:lnTo>
                <a:lnTo>
                  <a:pt x="1510875" y="839772"/>
                </a:lnTo>
                <a:lnTo>
                  <a:pt x="1538935" y="803424"/>
                </a:lnTo>
                <a:lnTo>
                  <a:pt x="1566996" y="767067"/>
                </a:lnTo>
                <a:lnTo>
                  <a:pt x="1595057" y="730720"/>
                </a:lnTo>
                <a:lnTo>
                  <a:pt x="1623117" y="694373"/>
                </a:lnTo>
                <a:lnTo>
                  <a:pt x="1651178" y="658025"/>
                </a:lnTo>
                <a:lnTo>
                  <a:pt x="1679229" y="621668"/>
                </a:lnTo>
                <a:lnTo>
                  <a:pt x="1707290" y="585321"/>
                </a:lnTo>
                <a:lnTo>
                  <a:pt x="1735350" y="548973"/>
                </a:lnTo>
                <a:lnTo>
                  <a:pt x="1763411" y="512626"/>
                </a:lnTo>
                <a:lnTo>
                  <a:pt x="1791472" y="476269"/>
                </a:lnTo>
                <a:lnTo>
                  <a:pt x="1819532" y="439922"/>
                </a:lnTo>
                <a:lnTo>
                  <a:pt x="1847593" y="403574"/>
                </a:lnTo>
                <a:lnTo>
                  <a:pt x="1875653" y="367227"/>
                </a:lnTo>
                <a:lnTo>
                  <a:pt x="1903714" y="330870"/>
                </a:lnTo>
                <a:lnTo>
                  <a:pt x="1931765" y="294523"/>
                </a:lnTo>
                <a:lnTo>
                  <a:pt x="1959826" y="258175"/>
                </a:lnTo>
                <a:lnTo>
                  <a:pt x="1987887" y="221828"/>
                </a:lnTo>
                <a:lnTo>
                  <a:pt x="2015947" y="185471"/>
                </a:lnTo>
                <a:lnTo>
                  <a:pt x="2044008" y="149123"/>
                </a:lnTo>
                <a:lnTo>
                  <a:pt x="2072069" y="112776"/>
                </a:lnTo>
                <a:lnTo>
                  <a:pt x="2100129" y="76419"/>
                </a:lnTo>
                <a:lnTo>
                  <a:pt x="2128190" y="40072"/>
                </a:lnTo>
                <a:lnTo>
                  <a:pt x="2156250" y="3724"/>
                </a:lnTo>
                <a:lnTo>
                  <a:pt x="2184349" y="0"/>
                </a:lnTo>
                <a:lnTo>
                  <a:pt x="2212505" y="36271"/>
                </a:lnTo>
                <a:lnTo>
                  <a:pt x="2240671" y="72542"/>
                </a:lnTo>
                <a:lnTo>
                  <a:pt x="2268826" y="108823"/>
                </a:lnTo>
                <a:lnTo>
                  <a:pt x="2296992" y="145094"/>
                </a:lnTo>
                <a:lnTo>
                  <a:pt x="2325148" y="181366"/>
                </a:lnTo>
                <a:lnTo>
                  <a:pt x="2353304" y="217637"/>
                </a:lnTo>
                <a:lnTo>
                  <a:pt x="2381469" y="253908"/>
                </a:lnTo>
                <a:lnTo>
                  <a:pt x="2409625" y="290179"/>
                </a:lnTo>
                <a:lnTo>
                  <a:pt x="2437781" y="326460"/>
                </a:lnTo>
                <a:lnTo>
                  <a:pt x="2465946" y="362731"/>
                </a:lnTo>
                <a:lnTo>
                  <a:pt x="2494102" y="399002"/>
                </a:lnTo>
                <a:lnTo>
                  <a:pt x="2522258" y="435273"/>
                </a:lnTo>
                <a:lnTo>
                  <a:pt x="2550424" y="471545"/>
                </a:lnTo>
                <a:lnTo>
                  <a:pt x="2578579" y="507816"/>
                </a:lnTo>
                <a:lnTo>
                  <a:pt x="2606735" y="544097"/>
                </a:lnTo>
                <a:lnTo>
                  <a:pt x="2634901" y="580368"/>
                </a:lnTo>
                <a:lnTo>
                  <a:pt x="2663057" y="616639"/>
                </a:lnTo>
                <a:lnTo>
                  <a:pt x="2691213" y="652910"/>
                </a:lnTo>
                <a:lnTo>
                  <a:pt x="2719378" y="689181"/>
                </a:lnTo>
                <a:lnTo>
                  <a:pt x="2755649" y="702326"/>
                </a:lnTo>
                <a:lnTo>
                  <a:pt x="2800302" y="691610"/>
                </a:lnTo>
                <a:lnTo>
                  <a:pt x="2844956" y="680895"/>
                </a:lnTo>
                <a:lnTo>
                  <a:pt x="2889609" y="670179"/>
                </a:lnTo>
                <a:lnTo>
                  <a:pt x="2934262" y="659463"/>
                </a:lnTo>
                <a:lnTo>
                  <a:pt x="2978915" y="648748"/>
                </a:lnTo>
                <a:lnTo>
                  <a:pt x="3023568" y="638032"/>
                </a:lnTo>
                <a:lnTo>
                  <a:pt x="3068212" y="627317"/>
                </a:lnTo>
                <a:lnTo>
                  <a:pt x="3112865" y="616601"/>
                </a:lnTo>
                <a:lnTo>
                  <a:pt x="3157518" y="605885"/>
                </a:lnTo>
                <a:lnTo>
                  <a:pt x="3202172" y="595170"/>
                </a:lnTo>
                <a:lnTo>
                  <a:pt x="3243110" y="611715"/>
                </a:lnTo>
                <a:lnTo>
                  <a:pt x="3283258" y="633994"/>
                </a:lnTo>
                <a:lnTo>
                  <a:pt x="3323406" y="656282"/>
                </a:lnTo>
                <a:lnTo>
                  <a:pt x="3363563" y="678561"/>
                </a:lnTo>
                <a:lnTo>
                  <a:pt x="3403711" y="700840"/>
                </a:lnTo>
                <a:lnTo>
                  <a:pt x="3443869" y="723119"/>
                </a:lnTo>
                <a:lnTo>
                  <a:pt x="3484016" y="745407"/>
                </a:lnTo>
                <a:lnTo>
                  <a:pt x="3524174" y="767686"/>
                </a:lnTo>
                <a:lnTo>
                  <a:pt x="3564322" y="789965"/>
                </a:lnTo>
                <a:lnTo>
                  <a:pt x="3604479" y="812244"/>
                </a:lnTo>
                <a:lnTo>
                  <a:pt x="3644627" y="834523"/>
                </a:lnTo>
                <a:lnTo>
                  <a:pt x="3684784" y="856812"/>
                </a:lnTo>
                <a:lnTo>
                  <a:pt x="3724932" y="879091"/>
                </a:lnTo>
                <a:lnTo>
                  <a:pt x="3765090" y="901370"/>
                </a:lnTo>
                <a:lnTo>
                  <a:pt x="3805238" y="923649"/>
                </a:lnTo>
                <a:lnTo>
                  <a:pt x="3845395" y="945937"/>
                </a:lnTo>
                <a:lnTo>
                  <a:pt x="3885543" y="968216"/>
                </a:lnTo>
                <a:lnTo>
                  <a:pt x="3925700" y="990495"/>
                </a:lnTo>
                <a:lnTo>
                  <a:pt x="3965848" y="1012774"/>
                </a:lnTo>
                <a:lnTo>
                  <a:pt x="4005996" y="1035053"/>
                </a:lnTo>
                <a:lnTo>
                  <a:pt x="4046153" y="1057342"/>
                </a:lnTo>
                <a:lnTo>
                  <a:pt x="4086301" y="1079621"/>
                </a:lnTo>
                <a:lnTo>
                  <a:pt x="4126459" y="1101900"/>
                </a:lnTo>
                <a:lnTo>
                  <a:pt x="4166606" y="1124179"/>
                </a:lnTo>
                <a:lnTo>
                  <a:pt x="4206764" y="1146458"/>
                </a:lnTo>
                <a:lnTo>
                  <a:pt x="4246912" y="1168746"/>
                </a:lnTo>
                <a:lnTo>
                  <a:pt x="4287069" y="1191025"/>
                </a:lnTo>
                <a:lnTo>
                  <a:pt x="4327217" y="1213304"/>
                </a:lnTo>
                <a:lnTo>
                  <a:pt x="4367374" y="1235583"/>
                </a:lnTo>
                <a:lnTo>
                  <a:pt x="4407522" y="1257872"/>
                </a:lnTo>
                <a:lnTo>
                  <a:pt x="4447680" y="1280150"/>
                </a:lnTo>
                <a:lnTo>
                  <a:pt x="4487828" y="1302429"/>
                </a:lnTo>
                <a:lnTo>
                  <a:pt x="4527975" y="1324708"/>
                </a:lnTo>
                <a:lnTo>
                  <a:pt x="4568133" y="1346987"/>
                </a:lnTo>
                <a:lnTo>
                  <a:pt x="4608281" y="1369276"/>
                </a:lnTo>
                <a:lnTo>
                  <a:pt x="4648438" y="1391555"/>
                </a:lnTo>
                <a:lnTo>
                  <a:pt x="4688586" y="1413834"/>
                </a:lnTo>
                <a:lnTo>
                  <a:pt x="4728743" y="1436113"/>
                </a:lnTo>
                <a:lnTo>
                  <a:pt x="4768891" y="1458401"/>
                </a:lnTo>
                <a:lnTo>
                  <a:pt x="4809049" y="1480680"/>
                </a:lnTo>
                <a:lnTo>
                  <a:pt x="4849197" y="1502959"/>
                </a:lnTo>
                <a:lnTo>
                  <a:pt x="4821612" y="1507703"/>
                </a:lnTo>
                <a:lnTo>
                  <a:pt x="4775692" y="1507703"/>
                </a:lnTo>
                <a:lnTo>
                  <a:pt x="4729772" y="1507703"/>
                </a:lnTo>
                <a:lnTo>
                  <a:pt x="4683852" y="1507703"/>
                </a:lnTo>
                <a:lnTo>
                  <a:pt x="4637932" y="1507703"/>
                </a:lnTo>
                <a:lnTo>
                  <a:pt x="4592012" y="1507703"/>
                </a:lnTo>
                <a:lnTo>
                  <a:pt x="4546092" y="1507703"/>
                </a:lnTo>
                <a:lnTo>
                  <a:pt x="4500172" y="1507703"/>
                </a:lnTo>
                <a:lnTo>
                  <a:pt x="4454252" y="1507703"/>
                </a:lnTo>
                <a:lnTo>
                  <a:pt x="4408332" y="1507703"/>
                </a:lnTo>
                <a:lnTo>
                  <a:pt x="4362412" y="1507703"/>
                </a:lnTo>
                <a:lnTo>
                  <a:pt x="4316492" y="1507703"/>
                </a:lnTo>
                <a:lnTo>
                  <a:pt x="4270572" y="1507703"/>
                </a:lnTo>
                <a:lnTo>
                  <a:pt x="4224652" y="1507703"/>
                </a:lnTo>
                <a:lnTo>
                  <a:pt x="4178732" y="1507703"/>
                </a:lnTo>
                <a:lnTo>
                  <a:pt x="4132812" y="1507703"/>
                </a:lnTo>
                <a:lnTo>
                  <a:pt x="4086892" y="1507703"/>
                </a:lnTo>
                <a:lnTo>
                  <a:pt x="4040972" y="1507703"/>
                </a:lnTo>
                <a:lnTo>
                  <a:pt x="3995052" y="1507703"/>
                </a:lnTo>
                <a:lnTo>
                  <a:pt x="3949132" y="1507703"/>
                </a:lnTo>
                <a:lnTo>
                  <a:pt x="3903212" y="1507703"/>
                </a:lnTo>
                <a:lnTo>
                  <a:pt x="3857292" y="1507703"/>
                </a:lnTo>
                <a:lnTo>
                  <a:pt x="3811372" y="1507703"/>
                </a:lnTo>
                <a:lnTo>
                  <a:pt x="3765452" y="1507703"/>
                </a:lnTo>
                <a:lnTo>
                  <a:pt x="3719532" y="1507703"/>
                </a:lnTo>
                <a:lnTo>
                  <a:pt x="3673612" y="1507703"/>
                </a:lnTo>
                <a:lnTo>
                  <a:pt x="3627692" y="1507703"/>
                </a:lnTo>
                <a:lnTo>
                  <a:pt x="3581771" y="1507703"/>
                </a:lnTo>
                <a:lnTo>
                  <a:pt x="3535851" y="1507703"/>
                </a:lnTo>
                <a:lnTo>
                  <a:pt x="3489922" y="1507703"/>
                </a:lnTo>
                <a:lnTo>
                  <a:pt x="3444011" y="1507703"/>
                </a:lnTo>
                <a:lnTo>
                  <a:pt x="3398091" y="1507703"/>
                </a:lnTo>
                <a:lnTo>
                  <a:pt x="3352162" y="1507703"/>
                </a:lnTo>
                <a:lnTo>
                  <a:pt x="3306242" y="1507703"/>
                </a:lnTo>
                <a:lnTo>
                  <a:pt x="3260331" y="1507703"/>
                </a:lnTo>
                <a:lnTo>
                  <a:pt x="3214402" y="1507703"/>
                </a:lnTo>
                <a:lnTo>
                  <a:pt x="3168482" y="1507703"/>
                </a:lnTo>
                <a:lnTo>
                  <a:pt x="3122562" y="1507703"/>
                </a:lnTo>
                <a:lnTo>
                  <a:pt x="3076642" y="1507703"/>
                </a:lnTo>
                <a:lnTo>
                  <a:pt x="3030722" y="1507703"/>
                </a:lnTo>
                <a:lnTo>
                  <a:pt x="2984802" y="1507703"/>
                </a:lnTo>
                <a:lnTo>
                  <a:pt x="2938882" y="1507703"/>
                </a:lnTo>
                <a:lnTo>
                  <a:pt x="2892962" y="1507703"/>
                </a:lnTo>
                <a:lnTo>
                  <a:pt x="2847042" y="1507703"/>
                </a:lnTo>
                <a:lnTo>
                  <a:pt x="2801122" y="1507703"/>
                </a:lnTo>
                <a:lnTo>
                  <a:pt x="2755202" y="1507703"/>
                </a:lnTo>
                <a:lnTo>
                  <a:pt x="2709281" y="1507703"/>
                </a:lnTo>
                <a:lnTo>
                  <a:pt x="2663361" y="1507703"/>
                </a:lnTo>
                <a:lnTo>
                  <a:pt x="2617441" y="1507703"/>
                </a:lnTo>
                <a:lnTo>
                  <a:pt x="2571521" y="1507703"/>
                </a:lnTo>
                <a:lnTo>
                  <a:pt x="2525601" y="1507703"/>
                </a:lnTo>
                <a:lnTo>
                  <a:pt x="2479681" y="1507703"/>
                </a:lnTo>
                <a:lnTo>
                  <a:pt x="2433761" y="1507703"/>
                </a:lnTo>
                <a:lnTo>
                  <a:pt x="2387841" y="1507703"/>
                </a:lnTo>
                <a:lnTo>
                  <a:pt x="2341921" y="1507703"/>
                </a:lnTo>
                <a:lnTo>
                  <a:pt x="2296001" y="1507703"/>
                </a:lnTo>
                <a:lnTo>
                  <a:pt x="2250081" y="1507703"/>
                </a:lnTo>
                <a:lnTo>
                  <a:pt x="2204161" y="1507703"/>
                </a:lnTo>
                <a:lnTo>
                  <a:pt x="2158241" y="1507703"/>
                </a:lnTo>
                <a:lnTo>
                  <a:pt x="2112321" y="1507703"/>
                </a:lnTo>
                <a:lnTo>
                  <a:pt x="2066401" y="1507703"/>
                </a:lnTo>
                <a:lnTo>
                  <a:pt x="2020481" y="1507703"/>
                </a:lnTo>
                <a:lnTo>
                  <a:pt x="1974561" y="1507703"/>
                </a:lnTo>
                <a:lnTo>
                  <a:pt x="1928641" y="1507703"/>
                </a:lnTo>
                <a:lnTo>
                  <a:pt x="1882721" y="1507703"/>
                </a:lnTo>
                <a:lnTo>
                  <a:pt x="1836801" y="1507703"/>
                </a:lnTo>
                <a:lnTo>
                  <a:pt x="1790881" y="1507703"/>
                </a:lnTo>
                <a:lnTo>
                  <a:pt x="1744961" y="1507703"/>
                </a:lnTo>
                <a:lnTo>
                  <a:pt x="1699041" y="1507703"/>
                </a:lnTo>
                <a:lnTo>
                  <a:pt x="1653121" y="1507703"/>
                </a:lnTo>
                <a:lnTo>
                  <a:pt x="1607201" y="1507703"/>
                </a:lnTo>
                <a:lnTo>
                  <a:pt x="1561281" y="1507703"/>
                </a:lnTo>
                <a:lnTo>
                  <a:pt x="1515361" y="1507703"/>
                </a:lnTo>
                <a:lnTo>
                  <a:pt x="1469441" y="1507703"/>
                </a:lnTo>
                <a:lnTo>
                  <a:pt x="1423521" y="1507703"/>
                </a:lnTo>
                <a:lnTo>
                  <a:pt x="1377601" y="1507703"/>
                </a:lnTo>
                <a:lnTo>
                  <a:pt x="1331681" y="1507703"/>
                </a:lnTo>
                <a:lnTo>
                  <a:pt x="1285761" y="1507703"/>
                </a:lnTo>
                <a:lnTo>
                  <a:pt x="1239841" y="1507703"/>
                </a:lnTo>
                <a:lnTo>
                  <a:pt x="1193921" y="1507703"/>
                </a:lnTo>
                <a:lnTo>
                  <a:pt x="1148001" y="1507703"/>
                </a:lnTo>
                <a:lnTo>
                  <a:pt x="1102081" y="1507703"/>
                </a:lnTo>
                <a:lnTo>
                  <a:pt x="1056161" y="1507703"/>
                </a:lnTo>
                <a:lnTo>
                  <a:pt x="1010241" y="1507703"/>
                </a:lnTo>
                <a:lnTo>
                  <a:pt x="964321" y="1507703"/>
                </a:lnTo>
                <a:lnTo>
                  <a:pt x="918401" y="1507703"/>
                </a:lnTo>
                <a:lnTo>
                  <a:pt x="872480" y="1507703"/>
                </a:lnTo>
                <a:lnTo>
                  <a:pt x="826560" y="1507703"/>
                </a:lnTo>
                <a:lnTo>
                  <a:pt x="780640" y="1507703"/>
                </a:lnTo>
                <a:lnTo>
                  <a:pt x="734720" y="1507703"/>
                </a:lnTo>
                <a:lnTo>
                  <a:pt x="688800" y="1507703"/>
                </a:lnTo>
                <a:lnTo>
                  <a:pt x="642880" y="1507703"/>
                </a:lnTo>
                <a:lnTo>
                  <a:pt x="596960" y="1507703"/>
                </a:lnTo>
                <a:lnTo>
                  <a:pt x="551040" y="1507703"/>
                </a:lnTo>
                <a:lnTo>
                  <a:pt x="505120" y="1507703"/>
                </a:lnTo>
                <a:lnTo>
                  <a:pt x="459200" y="1507703"/>
                </a:lnTo>
                <a:lnTo>
                  <a:pt x="413280" y="1507703"/>
                </a:lnTo>
                <a:lnTo>
                  <a:pt x="367360" y="1507703"/>
                </a:lnTo>
                <a:lnTo>
                  <a:pt x="321440" y="1507703"/>
                </a:lnTo>
                <a:lnTo>
                  <a:pt x="275520" y="1507703"/>
                </a:lnTo>
                <a:lnTo>
                  <a:pt x="229600" y="1507703"/>
                </a:lnTo>
                <a:lnTo>
                  <a:pt x="183680" y="1507703"/>
                </a:lnTo>
                <a:lnTo>
                  <a:pt x="137760" y="1507703"/>
                </a:lnTo>
                <a:lnTo>
                  <a:pt x="91840" y="1507703"/>
                </a:lnTo>
                <a:lnTo>
                  <a:pt x="45920" y="1507703"/>
                </a:lnTo>
                <a:lnTo>
                  <a:pt x="0" y="1507703"/>
                </a:lnTo>
                <a:close/>
              </a:path>
            </a:pathLst>
          </a:custGeom>
          <a:solidFill xmlns:a="http://schemas.openxmlformats.org/drawingml/2006/main">
            <a:srgbClr val="284F70">
              <a:alpha val="7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iceberg-lower-shadow">
            <a:extLst xmlns:a="http://schemas.openxmlformats.org/drawingml/2006/main">
              <a:ext uri="{FF2B5EF4-FFF2-40B4-BE49-F238E27FC236}">
                <a16:creationId xmlns:a16="http://schemas.microsoft.com/office/drawing/2014/main" id="{93DE41A9-769B-4001-8C28-AAE5393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4448" y="3400425"/>
            <a:ext cx="5581621" cy="2705100"/>
          </a:xfrm>
          <a:custGeom xmlns:a="http://schemas.openxmlformats.org/drawingml/2006/main">
            <a:pathLst>
              <a:path w="5581621" h="2705100">
                <a:moveTo>
                  <a:pt x="312677" y="0"/>
                </a:moveTo>
                <a:lnTo>
                  <a:pt x="286626" y="51349"/>
                </a:lnTo>
                <a:lnTo>
                  <a:pt x="260566" y="102699"/>
                </a:lnTo>
                <a:lnTo>
                  <a:pt x="234515" y="154038"/>
                </a:lnTo>
                <a:lnTo>
                  <a:pt x="208455" y="205388"/>
                </a:lnTo>
                <a:lnTo>
                  <a:pt x="182394" y="256737"/>
                </a:lnTo>
                <a:lnTo>
                  <a:pt x="156343" y="308086"/>
                </a:lnTo>
                <a:lnTo>
                  <a:pt x="130283" y="359426"/>
                </a:lnTo>
                <a:lnTo>
                  <a:pt x="104223" y="410775"/>
                </a:lnTo>
                <a:lnTo>
                  <a:pt x="78172" y="462124"/>
                </a:lnTo>
                <a:lnTo>
                  <a:pt x="52111" y="513474"/>
                </a:lnTo>
                <a:lnTo>
                  <a:pt x="26060" y="564823"/>
                </a:lnTo>
                <a:lnTo>
                  <a:pt x="0" y="616163"/>
                </a:lnTo>
                <a:lnTo>
                  <a:pt x="3734" y="667502"/>
                </a:lnTo>
                <a:lnTo>
                  <a:pt x="29804" y="718842"/>
                </a:lnTo>
                <a:lnTo>
                  <a:pt x="55883" y="770182"/>
                </a:lnTo>
                <a:lnTo>
                  <a:pt x="81963" y="821522"/>
                </a:lnTo>
                <a:lnTo>
                  <a:pt x="108033" y="872852"/>
                </a:lnTo>
                <a:lnTo>
                  <a:pt x="134112" y="924192"/>
                </a:lnTo>
                <a:lnTo>
                  <a:pt x="160191" y="975531"/>
                </a:lnTo>
                <a:lnTo>
                  <a:pt x="186261" y="1026871"/>
                </a:lnTo>
                <a:lnTo>
                  <a:pt x="212341" y="1078201"/>
                </a:lnTo>
                <a:lnTo>
                  <a:pt x="238411" y="1129541"/>
                </a:lnTo>
                <a:lnTo>
                  <a:pt x="264490" y="1180881"/>
                </a:lnTo>
                <a:lnTo>
                  <a:pt x="290570" y="1232221"/>
                </a:lnTo>
                <a:lnTo>
                  <a:pt x="327089" y="1276493"/>
                </a:lnTo>
                <a:lnTo>
                  <a:pt x="365008" y="1319822"/>
                </a:lnTo>
                <a:lnTo>
                  <a:pt x="402927" y="1363161"/>
                </a:lnTo>
                <a:lnTo>
                  <a:pt x="440846" y="1406490"/>
                </a:lnTo>
                <a:lnTo>
                  <a:pt x="478765" y="1449829"/>
                </a:lnTo>
                <a:lnTo>
                  <a:pt x="516674" y="1493158"/>
                </a:lnTo>
                <a:lnTo>
                  <a:pt x="554593" y="1536497"/>
                </a:lnTo>
                <a:lnTo>
                  <a:pt x="592512" y="1579826"/>
                </a:lnTo>
                <a:lnTo>
                  <a:pt x="631422" y="1621984"/>
                </a:lnTo>
                <a:lnTo>
                  <a:pt x="680380" y="1652292"/>
                </a:lnTo>
                <a:lnTo>
                  <a:pt x="729339" y="1682601"/>
                </a:lnTo>
                <a:lnTo>
                  <a:pt x="778297" y="1712909"/>
                </a:lnTo>
                <a:lnTo>
                  <a:pt x="827256" y="1743218"/>
                </a:lnTo>
                <a:lnTo>
                  <a:pt x="876214" y="1773526"/>
                </a:lnTo>
                <a:lnTo>
                  <a:pt x="925173" y="1803835"/>
                </a:lnTo>
                <a:lnTo>
                  <a:pt x="974131" y="1834134"/>
                </a:lnTo>
                <a:lnTo>
                  <a:pt x="1023090" y="1864443"/>
                </a:lnTo>
                <a:lnTo>
                  <a:pt x="1065838" y="1902905"/>
                </a:lnTo>
                <a:lnTo>
                  <a:pt x="1108024" y="1942090"/>
                </a:lnTo>
                <a:lnTo>
                  <a:pt x="1150220" y="1981267"/>
                </a:lnTo>
                <a:lnTo>
                  <a:pt x="1192416" y="2020453"/>
                </a:lnTo>
                <a:lnTo>
                  <a:pt x="1234611" y="2059629"/>
                </a:lnTo>
                <a:lnTo>
                  <a:pt x="1276807" y="2098815"/>
                </a:lnTo>
                <a:lnTo>
                  <a:pt x="1319003" y="2137991"/>
                </a:lnTo>
                <a:lnTo>
                  <a:pt x="1361199" y="2177167"/>
                </a:lnTo>
                <a:lnTo>
                  <a:pt x="1403385" y="2216353"/>
                </a:lnTo>
                <a:lnTo>
                  <a:pt x="1447009" y="2253853"/>
                </a:lnTo>
                <a:lnTo>
                  <a:pt x="1492463" y="2289210"/>
                </a:lnTo>
                <a:lnTo>
                  <a:pt x="1537916" y="2324557"/>
                </a:lnTo>
                <a:lnTo>
                  <a:pt x="1583360" y="2359904"/>
                </a:lnTo>
                <a:lnTo>
                  <a:pt x="1628813" y="2395261"/>
                </a:lnTo>
                <a:lnTo>
                  <a:pt x="1674266" y="2430609"/>
                </a:lnTo>
                <a:lnTo>
                  <a:pt x="1719720" y="2465965"/>
                </a:lnTo>
                <a:lnTo>
                  <a:pt x="1765163" y="2501313"/>
                </a:lnTo>
                <a:lnTo>
                  <a:pt x="1810617" y="2536660"/>
                </a:lnTo>
                <a:lnTo>
                  <a:pt x="1856070" y="2572017"/>
                </a:lnTo>
                <a:lnTo>
                  <a:pt x="1901523" y="2607364"/>
                </a:lnTo>
                <a:lnTo>
                  <a:pt x="1946967" y="2642711"/>
                </a:lnTo>
                <a:lnTo>
                  <a:pt x="1992420" y="2678068"/>
                </a:lnTo>
                <a:lnTo>
                  <a:pt x="2040731" y="2705100"/>
                </a:lnTo>
                <a:lnTo>
                  <a:pt x="2098310" y="2705100"/>
                </a:lnTo>
                <a:lnTo>
                  <a:pt x="2155889" y="2705100"/>
                </a:lnTo>
                <a:lnTo>
                  <a:pt x="2213467" y="2705100"/>
                </a:lnTo>
                <a:lnTo>
                  <a:pt x="2271046" y="2705100"/>
                </a:lnTo>
                <a:lnTo>
                  <a:pt x="2328624" y="2705100"/>
                </a:lnTo>
                <a:lnTo>
                  <a:pt x="2386213" y="2705100"/>
                </a:lnTo>
                <a:lnTo>
                  <a:pt x="2443791" y="2705100"/>
                </a:lnTo>
                <a:lnTo>
                  <a:pt x="2501370" y="2705100"/>
                </a:lnTo>
                <a:lnTo>
                  <a:pt x="2558948" y="2705100"/>
                </a:lnTo>
                <a:lnTo>
                  <a:pt x="2616527" y="2705100"/>
                </a:lnTo>
                <a:lnTo>
                  <a:pt x="2674106" y="2705100"/>
                </a:lnTo>
                <a:lnTo>
                  <a:pt x="2731694" y="2705100"/>
                </a:lnTo>
                <a:lnTo>
                  <a:pt x="2789272" y="2705100"/>
                </a:lnTo>
                <a:lnTo>
                  <a:pt x="2846851" y="2705100"/>
                </a:lnTo>
                <a:lnTo>
                  <a:pt x="2904430" y="2705100"/>
                </a:lnTo>
                <a:lnTo>
                  <a:pt x="2962008" y="2705100"/>
                </a:lnTo>
                <a:lnTo>
                  <a:pt x="3019587" y="2705100"/>
                </a:lnTo>
                <a:lnTo>
                  <a:pt x="3077175" y="2705100"/>
                </a:lnTo>
                <a:lnTo>
                  <a:pt x="3134754" y="2705100"/>
                </a:lnTo>
                <a:lnTo>
                  <a:pt x="3192332" y="2705100"/>
                </a:lnTo>
                <a:lnTo>
                  <a:pt x="3249911" y="2705100"/>
                </a:lnTo>
                <a:lnTo>
                  <a:pt x="3307490" y="2705100"/>
                </a:lnTo>
                <a:lnTo>
                  <a:pt x="3365078" y="2705100"/>
                </a:lnTo>
                <a:lnTo>
                  <a:pt x="3422656" y="2705100"/>
                </a:lnTo>
                <a:lnTo>
                  <a:pt x="3478130" y="2695204"/>
                </a:lnTo>
                <a:lnTo>
                  <a:pt x="3530727" y="2671772"/>
                </a:lnTo>
                <a:lnTo>
                  <a:pt x="3583315" y="2648331"/>
                </a:lnTo>
                <a:lnTo>
                  <a:pt x="3635912" y="2624890"/>
                </a:lnTo>
                <a:lnTo>
                  <a:pt x="3688509" y="2601449"/>
                </a:lnTo>
                <a:lnTo>
                  <a:pt x="3741096" y="2578017"/>
                </a:lnTo>
                <a:lnTo>
                  <a:pt x="3793693" y="2554576"/>
                </a:lnTo>
                <a:lnTo>
                  <a:pt x="3846290" y="2531135"/>
                </a:lnTo>
                <a:lnTo>
                  <a:pt x="3898878" y="2507694"/>
                </a:lnTo>
                <a:lnTo>
                  <a:pt x="3951475" y="2484263"/>
                </a:lnTo>
                <a:lnTo>
                  <a:pt x="4004072" y="2460822"/>
                </a:lnTo>
                <a:lnTo>
                  <a:pt x="4056659" y="2437381"/>
                </a:lnTo>
                <a:lnTo>
                  <a:pt x="4109256" y="2413940"/>
                </a:lnTo>
                <a:lnTo>
                  <a:pt x="4161854" y="2390508"/>
                </a:lnTo>
                <a:lnTo>
                  <a:pt x="4214441" y="2367067"/>
                </a:lnTo>
                <a:lnTo>
                  <a:pt x="4267038" y="2343626"/>
                </a:lnTo>
                <a:lnTo>
                  <a:pt x="4319635" y="2320195"/>
                </a:lnTo>
                <a:lnTo>
                  <a:pt x="4360202" y="2280885"/>
                </a:lnTo>
                <a:lnTo>
                  <a:pt x="4396978" y="2236584"/>
                </a:lnTo>
                <a:lnTo>
                  <a:pt x="4433754" y="2192284"/>
                </a:lnTo>
                <a:lnTo>
                  <a:pt x="4470540" y="2147973"/>
                </a:lnTo>
                <a:lnTo>
                  <a:pt x="4507316" y="2103672"/>
                </a:lnTo>
                <a:lnTo>
                  <a:pt x="4544101" y="2059372"/>
                </a:lnTo>
                <a:lnTo>
                  <a:pt x="4580877" y="2015071"/>
                </a:lnTo>
                <a:lnTo>
                  <a:pt x="4617653" y="1970770"/>
                </a:lnTo>
                <a:lnTo>
                  <a:pt x="4654439" y="1926460"/>
                </a:lnTo>
                <a:lnTo>
                  <a:pt x="4691215" y="1882159"/>
                </a:lnTo>
                <a:lnTo>
                  <a:pt x="4728000" y="1837858"/>
                </a:lnTo>
                <a:lnTo>
                  <a:pt x="4768615" y="1797749"/>
                </a:lnTo>
                <a:lnTo>
                  <a:pt x="4815916" y="1764897"/>
                </a:lnTo>
                <a:lnTo>
                  <a:pt x="4863208" y="1732055"/>
                </a:lnTo>
                <a:lnTo>
                  <a:pt x="4910499" y="1699212"/>
                </a:lnTo>
                <a:lnTo>
                  <a:pt x="4957801" y="1666370"/>
                </a:lnTo>
                <a:lnTo>
                  <a:pt x="5005092" y="1633528"/>
                </a:lnTo>
                <a:lnTo>
                  <a:pt x="5052384" y="1600686"/>
                </a:lnTo>
                <a:lnTo>
                  <a:pt x="5098085" y="1566224"/>
                </a:lnTo>
                <a:lnTo>
                  <a:pt x="5131556" y="1519371"/>
                </a:lnTo>
                <a:lnTo>
                  <a:pt x="5165027" y="1472517"/>
                </a:lnTo>
                <a:lnTo>
                  <a:pt x="5198488" y="1425664"/>
                </a:lnTo>
                <a:lnTo>
                  <a:pt x="5231959" y="1378801"/>
                </a:lnTo>
                <a:lnTo>
                  <a:pt x="5265430" y="1331947"/>
                </a:lnTo>
                <a:lnTo>
                  <a:pt x="5298900" y="1285094"/>
                </a:lnTo>
                <a:lnTo>
                  <a:pt x="5332362" y="1238240"/>
                </a:lnTo>
                <a:lnTo>
                  <a:pt x="5365833" y="1191387"/>
                </a:lnTo>
                <a:lnTo>
                  <a:pt x="5392131" y="1140638"/>
                </a:lnTo>
                <a:lnTo>
                  <a:pt x="5413191" y="1087050"/>
                </a:lnTo>
                <a:lnTo>
                  <a:pt x="5434241" y="1033453"/>
                </a:lnTo>
                <a:lnTo>
                  <a:pt x="5455301" y="979865"/>
                </a:lnTo>
                <a:lnTo>
                  <a:pt x="5476351" y="926268"/>
                </a:lnTo>
                <a:lnTo>
                  <a:pt x="5497401" y="872681"/>
                </a:lnTo>
                <a:lnTo>
                  <a:pt x="5518461" y="819083"/>
                </a:lnTo>
                <a:lnTo>
                  <a:pt x="5539511" y="765486"/>
                </a:lnTo>
                <a:lnTo>
                  <a:pt x="5560571" y="711899"/>
                </a:lnTo>
                <a:lnTo>
                  <a:pt x="5581621" y="658301"/>
                </a:lnTo>
                <a:lnTo>
                  <a:pt x="5569791" y="608124"/>
                </a:lnTo>
                <a:lnTo>
                  <a:pt x="5538187" y="559994"/>
                </a:lnTo>
                <a:lnTo>
                  <a:pt x="5506583" y="511864"/>
                </a:lnTo>
                <a:lnTo>
                  <a:pt x="5474970" y="463734"/>
                </a:lnTo>
                <a:lnTo>
                  <a:pt x="5443366" y="415604"/>
                </a:lnTo>
                <a:lnTo>
                  <a:pt x="5411762" y="367475"/>
                </a:lnTo>
                <a:lnTo>
                  <a:pt x="5380149" y="319345"/>
                </a:lnTo>
                <a:lnTo>
                  <a:pt x="5348545" y="271215"/>
                </a:lnTo>
                <a:lnTo>
                  <a:pt x="5316931" y="223085"/>
                </a:lnTo>
                <a:lnTo>
                  <a:pt x="5285327" y="174955"/>
                </a:lnTo>
                <a:lnTo>
                  <a:pt x="5253723" y="126825"/>
                </a:lnTo>
                <a:lnTo>
                  <a:pt x="5222110" y="78696"/>
                </a:lnTo>
                <a:lnTo>
                  <a:pt x="5190506" y="30566"/>
                </a:lnTo>
                <a:lnTo>
                  <a:pt x="5149425" y="0"/>
                </a:lnTo>
                <a:lnTo>
                  <a:pt x="5091846" y="0"/>
                </a:lnTo>
                <a:lnTo>
                  <a:pt x="5034258" y="0"/>
                </a:lnTo>
                <a:lnTo>
                  <a:pt x="4976679" y="0"/>
                </a:lnTo>
                <a:lnTo>
                  <a:pt x="4919101" y="0"/>
                </a:lnTo>
                <a:lnTo>
                  <a:pt x="4861522" y="0"/>
                </a:lnTo>
                <a:lnTo>
                  <a:pt x="4803943" y="0"/>
                </a:lnTo>
                <a:lnTo>
                  <a:pt x="4746355" y="0"/>
                </a:lnTo>
                <a:lnTo>
                  <a:pt x="4688777" y="0"/>
                </a:lnTo>
                <a:lnTo>
                  <a:pt x="4631198" y="0"/>
                </a:lnTo>
                <a:lnTo>
                  <a:pt x="4573619" y="0"/>
                </a:lnTo>
                <a:lnTo>
                  <a:pt x="4516041" y="0"/>
                </a:lnTo>
                <a:lnTo>
                  <a:pt x="4458462" y="0"/>
                </a:lnTo>
                <a:lnTo>
                  <a:pt x="4400874" y="0"/>
                </a:lnTo>
                <a:lnTo>
                  <a:pt x="4343295" y="0"/>
                </a:lnTo>
                <a:lnTo>
                  <a:pt x="4285717" y="0"/>
                </a:lnTo>
                <a:lnTo>
                  <a:pt x="4228138" y="0"/>
                </a:lnTo>
                <a:lnTo>
                  <a:pt x="4170559" y="0"/>
                </a:lnTo>
                <a:lnTo>
                  <a:pt x="4112981" y="0"/>
                </a:lnTo>
                <a:lnTo>
                  <a:pt x="4055393" y="0"/>
                </a:lnTo>
                <a:lnTo>
                  <a:pt x="3997814" y="0"/>
                </a:lnTo>
                <a:lnTo>
                  <a:pt x="3940235" y="0"/>
                </a:lnTo>
                <a:lnTo>
                  <a:pt x="3882657" y="0"/>
                </a:lnTo>
                <a:lnTo>
                  <a:pt x="3825078" y="0"/>
                </a:lnTo>
                <a:lnTo>
                  <a:pt x="3767499" y="0"/>
                </a:lnTo>
                <a:lnTo>
                  <a:pt x="3709911" y="0"/>
                </a:lnTo>
                <a:lnTo>
                  <a:pt x="3652333" y="0"/>
                </a:lnTo>
                <a:lnTo>
                  <a:pt x="3594754" y="0"/>
                </a:lnTo>
                <a:lnTo>
                  <a:pt x="3537175" y="0"/>
                </a:lnTo>
                <a:lnTo>
                  <a:pt x="3479597" y="0"/>
                </a:lnTo>
                <a:lnTo>
                  <a:pt x="3422018" y="0"/>
                </a:lnTo>
                <a:lnTo>
                  <a:pt x="3364430" y="0"/>
                </a:lnTo>
                <a:lnTo>
                  <a:pt x="3306851" y="0"/>
                </a:lnTo>
                <a:lnTo>
                  <a:pt x="3249273" y="0"/>
                </a:lnTo>
                <a:lnTo>
                  <a:pt x="3191694" y="0"/>
                </a:lnTo>
                <a:lnTo>
                  <a:pt x="3134116" y="0"/>
                </a:lnTo>
                <a:lnTo>
                  <a:pt x="3076537" y="0"/>
                </a:lnTo>
                <a:lnTo>
                  <a:pt x="3018949" y="0"/>
                </a:lnTo>
                <a:lnTo>
                  <a:pt x="2961370" y="0"/>
                </a:lnTo>
                <a:lnTo>
                  <a:pt x="2903792" y="0"/>
                </a:lnTo>
                <a:lnTo>
                  <a:pt x="2846213" y="0"/>
                </a:lnTo>
                <a:lnTo>
                  <a:pt x="2788634" y="0"/>
                </a:lnTo>
                <a:lnTo>
                  <a:pt x="2731056" y="0"/>
                </a:lnTo>
                <a:lnTo>
                  <a:pt x="2673467" y="0"/>
                </a:lnTo>
                <a:lnTo>
                  <a:pt x="2615889" y="0"/>
                </a:lnTo>
                <a:lnTo>
                  <a:pt x="2558310" y="0"/>
                </a:lnTo>
                <a:lnTo>
                  <a:pt x="2500732" y="0"/>
                </a:lnTo>
                <a:lnTo>
                  <a:pt x="2443153" y="0"/>
                </a:lnTo>
                <a:lnTo>
                  <a:pt x="2385574" y="0"/>
                </a:lnTo>
                <a:lnTo>
                  <a:pt x="2327986" y="0"/>
                </a:lnTo>
                <a:lnTo>
                  <a:pt x="2270408" y="0"/>
                </a:lnTo>
                <a:lnTo>
                  <a:pt x="2212829" y="0"/>
                </a:lnTo>
                <a:lnTo>
                  <a:pt x="2155250" y="0"/>
                </a:lnTo>
                <a:lnTo>
                  <a:pt x="2097672" y="0"/>
                </a:lnTo>
                <a:lnTo>
                  <a:pt x="2040093" y="0"/>
                </a:lnTo>
                <a:lnTo>
                  <a:pt x="1982505" y="0"/>
                </a:lnTo>
                <a:lnTo>
                  <a:pt x="1924926" y="0"/>
                </a:lnTo>
                <a:lnTo>
                  <a:pt x="1867348" y="0"/>
                </a:lnTo>
                <a:lnTo>
                  <a:pt x="1809769" y="0"/>
                </a:lnTo>
                <a:lnTo>
                  <a:pt x="1752190" y="0"/>
                </a:lnTo>
                <a:lnTo>
                  <a:pt x="1694612" y="0"/>
                </a:lnTo>
                <a:lnTo>
                  <a:pt x="1637024" y="0"/>
                </a:lnTo>
                <a:lnTo>
                  <a:pt x="1579445" y="0"/>
                </a:lnTo>
                <a:lnTo>
                  <a:pt x="1521866" y="0"/>
                </a:lnTo>
                <a:lnTo>
                  <a:pt x="1464288" y="0"/>
                </a:lnTo>
                <a:lnTo>
                  <a:pt x="1406709" y="0"/>
                </a:lnTo>
                <a:lnTo>
                  <a:pt x="1349131" y="0"/>
                </a:lnTo>
                <a:lnTo>
                  <a:pt x="1291542" y="0"/>
                </a:lnTo>
                <a:lnTo>
                  <a:pt x="1233964" y="0"/>
                </a:lnTo>
                <a:lnTo>
                  <a:pt x="1176385" y="0"/>
                </a:lnTo>
                <a:lnTo>
                  <a:pt x="1118807" y="0"/>
                </a:lnTo>
                <a:lnTo>
                  <a:pt x="1061228" y="0"/>
                </a:lnTo>
                <a:lnTo>
                  <a:pt x="1003640" y="0"/>
                </a:lnTo>
                <a:lnTo>
                  <a:pt x="946061" y="0"/>
                </a:lnTo>
                <a:lnTo>
                  <a:pt x="888482" y="0"/>
                </a:lnTo>
                <a:lnTo>
                  <a:pt x="830904" y="0"/>
                </a:lnTo>
                <a:lnTo>
                  <a:pt x="773325" y="0"/>
                </a:lnTo>
                <a:lnTo>
                  <a:pt x="715747" y="0"/>
                </a:lnTo>
                <a:lnTo>
                  <a:pt x="658158" y="0"/>
                </a:lnTo>
                <a:lnTo>
                  <a:pt x="600580" y="0"/>
                </a:lnTo>
                <a:lnTo>
                  <a:pt x="543001" y="0"/>
                </a:lnTo>
                <a:lnTo>
                  <a:pt x="485423" y="0"/>
                </a:lnTo>
                <a:lnTo>
                  <a:pt x="427844" y="0"/>
                </a:lnTo>
                <a:lnTo>
                  <a:pt x="370265" y="0"/>
                </a:lnTo>
                <a:lnTo>
                  <a:pt x="312677" y="0"/>
                </a:lnTo>
                <a:close/>
              </a:path>
            </a:pathLst>
          </a:custGeom>
          <a:solidFill xmlns:a="http://schemas.openxmlformats.org/drawingml/2006/main">
            <a:srgbClr val="284F70">
              <a:alpha val="7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iceberg-water-glint">
            <a:extLst xmlns:a="http://schemas.openxmlformats.org/drawingml/2006/main">
              <a:ext uri="{FF2B5EF4-FFF2-40B4-BE49-F238E27FC236}">
                <a16:creationId xmlns:a16="http://schemas.microsoft.com/office/drawing/2014/main" id="{31E6FDD8-43EB-4E7F-93FF-1E683F5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397739"/>
            <a:ext cx="11144250" cy="37948"/>
          </a:xfrm>
          <a:custGeom xmlns:a="http://schemas.openxmlformats.org/drawingml/2006/main">
            <a:pathLst>
              <a:path w="11144250" h="37948">
                <a:moveTo>
                  <a:pt x="0" y="31261"/>
                </a:moveTo>
                <a:lnTo>
                  <a:pt x="32652" y="29194"/>
                </a:lnTo>
                <a:lnTo>
                  <a:pt x="65313" y="27203"/>
                </a:lnTo>
                <a:lnTo>
                  <a:pt x="97974" y="25289"/>
                </a:lnTo>
                <a:lnTo>
                  <a:pt x="130635" y="23460"/>
                </a:lnTo>
                <a:lnTo>
                  <a:pt x="163306" y="21707"/>
                </a:lnTo>
                <a:lnTo>
                  <a:pt x="195986" y="20022"/>
                </a:lnTo>
                <a:lnTo>
                  <a:pt x="228667" y="18431"/>
                </a:lnTo>
                <a:lnTo>
                  <a:pt x="261347" y="16897"/>
                </a:lnTo>
                <a:lnTo>
                  <a:pt x="294027" y="15450"/>
                </a:lnTo>
                <a:lnTo>
                  <a:pt x="326717" y="14068"/>
                </a:lnTo>
                <a:lnTo>
                  <a:pt x="359407" y="12773"/>
                </a:lnTo>
                <a:lnTo>
                  <a:pt x="392106" y="11554"/>
                </a:lnTo>
                <a:lnTo>
                  <a:pt x="424805" y="10392"/>
                </a:lnTo>
                <a:lnTo>
                  <a:pt x="457505" y="9315"/>
                </a:lnTo>
                <a:lnTo>
                  <a:pt x="490204" y="8306"/>
                </a:lnTo>
                <a:lnTo>
                  <a:pt x="522913" y="7372"/>
                </a:lnTo>
                <a:lnTo>
                  <a:pt x="555612" y="6506"/>
                </a:lnTo>
                <a:lnTo>
                  <a:pt x="588321" y="5705"/>
                </a:lnTo>
                <a:lnTo>
                  <a:pt x="621030" y="4982"/>
                </a:lnTo>
                <a:lnTo>
                  <a:pt x="653748" y="4315"/>
                </a:lnTo>
                <a:lnTo>
                  <a:pt x="686457" y="3724"/>
                </a:lnTo>
                <a:lnTo>
                  <a:pt x="719166" y="3200"/>
                </a:lnTo>
                <a:lnTo>
                  <a:pt x="751884" y="2743"/>
                </a:lnTo>
                <a:lnTo>
                  <a:pt x="784603" y="2343"/>
                </a:lnTo>
                <a:lnTo>
                  <a:pt x="817312" y="2010"/>
                </a:lnTo>
                <a:lnTo>
                  <a:pt x="850030" y="1734"/>
                </a:lnTo>
                <a:lnTo>
                  <a:pt x="882748" y="1524"/>
                </a:lnTo>
                <a:lnTo>
                  <a:pt x="915467" y="1372"/>
                </a:lnTo>
                <a:lnTo>
                  <a:pt x="948185" y="1286"/>
                </a:lnTo>
                <a:lnTo>
                  <a:pt x="980904" y="1248"/>
                </a:lnTo>
                <a:lnTo>
                  <a:pt x="1013622" y="1267"/>
                </a:lnTo>
                <a:lnTo>
                  <a:pt x="1046340" y="1343"/>
                </a:lnTo>
                <a:lnTo>
                  <a:pt x="1079059" y="1476"/>
                </a:lnTo>
                <a:lnTo>
                  <a:pt x="1111768" y="1657"/>
                </a:lnTo>
                <a:lnTo>
                  <a:pt x="1144486" y="1895"/>
                </a:lnTo>
                <a:lnTo>
                  <a:pt x="1177204" y="2172"/>
                </a:lnTo>
                <a:lnTo>
                  <a:pt x="1209923" y="2505"/>
                </a:lnTo>
                <a:lnTo>
                  <a:pt x="1242641" y="2877"/>
                </a:lnTo>
                <a:lnTo>
                  <a:pt x="1275350" y="3305"/>
                </a:lnTo>
                <a:lnTo>
                  <a:pt x="1308068" y="3762"/>
                </a:lnTo>
                <a:lnTo>
                  <a:pt x="1340777" y="4267"/>
                </a:lnTo>
                <a:lnTo>
                  <a:pt x="1373495" y="4810"/>
                </a:lnTo>
                <a:lnTo>
                  <a:pt x="1406204" y="5391"/>
                </a:lnTo>
                <a:lnTo>
                  <a:pt x="1438923" y="6010"/>
                </a:lnTo>
                <a:lnTo>
                  <a:pt x="1471632" y="6658"/>
                </a:lnTo>
                <a:lnTo>
                  <a:pt x="1504340" y="7353"/>
                </a:lnTo>
                <a:lnTo>
                  <a:pt x="1537049" y="8058"/>
                </a:lnTo>
                <a:lnTo>
                  <a:pt x="1569758" y="8811"/>
                </a:lnTo>
                <a:lnTo>
                  <a:pt x="1602467" y="9573"/>
                </a:lnTo>
                <a:lnTo>
                  <a:pt x="1635176" y="10373"/>
                </a:lnTo>
                <a:lnTo>
                  <a:pt x="1667885" y="11182"/>
                </a:lnTo>
                <a:lnTo>
                  <a:pt x="1700594" y="12021"/>
                </a:lnTo>
                <a:lnTo>
                  <a:pt x="1733293" y="12878"/>
                </a:lnTo>
                <a:lnTo>
                  <a:pt x="1766002" y="13754"/>
                </a:lnTo>
                <a:lnTo>
                  <a:pt x="1798711" y="14649"/>
                </a:lnTo>
                <a:lnTo>
                  <a:pt x="1831410" y="15554"/>
                </a:lnTo>
                <a:lnTo>
                  <a:pt x="1864119" y="16459"/>
                </a:lnTo>
                <a:lnTo>
                  <a:pt x="1896828" y="17364"/>
                </a:lnTo>
                <a:lnTo>
                  <a:pt x="1929527" y="18298"/>
                </a:lnTo>
                <a:lnTo>
                  <a:pt x="1962236" y="19221"/>
                </a:lnTo>
                <a:lnTo>
                  <a:pt x="1994935" y="20155"/>
                </a:lnTo>
                <a:lnTo>
                  <a:pt x="2027644" y="21079"/>
                </a:lnTo>
                <a:lnTo>
                  <a:pt x="2060343" y="22003"/>
                </a:lnTo>
                <a:lnTo>
                  <a:pt x="2093052" y="22927"/>
                </a:lnTo>
                <a:lnTo>
                  <a:pt x="2125761" y="23851"/>
                </a:lnTo>
                <a:lnTo>
                  <a:pt x="2158460" y="24755"/>
                </a:lnTo>
                <a:lnTo>
                  <a:pt x="2191169" y="25651"/>
                </a:lnTo>
                <a:lnTo>
                  <a:pt x="2223878" y="26527"/>
                </a:lnTo>
                <a:lnTo>
                  <a:pt x="2256577" y="27394"/>
                </a:lnTo>
                <a:lnTo>
                  <a:pt x="2289286" y="28242"/>
                </a:lnTo>
                <a:lnTo>
                  <a:pt x="2321995" y="29061"/>
                </a:lnTo>
                <a:lnTo>
                  <a:pt x="2354704" y="29870"/>
                </a:lnTo>
                <a:lnTo>
                  <a:pt x="2387413" y="30642"/>
                </a:lnTo>
                <a:lnTo>
                  <a:pt x="2420122" y="31404"/>
                </a:lnTo>
                <a:lnTo>
                  <a:pt x="2452830" y="32118"/>
                </a:lnTo>
                <a:lnTo>
                  <a:pt x="2485539" y="32814"/>
                </a:lnTo>
                <a:lnTo>
                  <a:pt x="2518248" y="33471"/>
                </a:lnTo>
                <a:lnTo>
                  <a:pt x="2550966" y="34090"/>
                </a:lnTo>
                <a:lnTo>
                  <a:pt x="2583675" y="34671"/>
                </a:lnTo>
                <a:lnTo>
                  <a:pt x="2616384" y="35214"/>
                </a:lnTo>
                <a:lnTo>
                  <a:pt x="2649103" y="35719"/>
                </a:lnTo>
                <a:lnTo>
                  <a:pt x="2681821" y="36176"/>
                </a:lnTo>
                <a:lnTo>
                  <a:pt x="2714530" y="36576"/>
                </a:lnTo>
                <a:lnTo>
                  <a:pt x="2747248" y="36938"/>
                </a:lnTo>
                <a:lnTo>
                  <a:pt x="2779967" y="37243"/>
                </a:lnTo>
                <a:lnTo>
                  <a:pt x="2812685" y="37500"/>
                </a:lnTo>
                <a:lnTo>
                  <a:pt x="2845403" y="37700"/>
                </a:lnTo>
                <a:lnTo>
                  <a:pt x="2878112" y="37843"/>
                </a:lnTo>
                <a:lnTo>
                  <a:pt x="2910830" y="37929"/>
                </a:lnTo>
                <a:lnTo>
                  <a:pt x="2943549" y="37948"/>
                </a:lnTo>
                <a:lnTo>
                  <a:pt x="2976267" y="37919"/>
                </a:lnTo>
                <a:lnTo>
                  <a:pt x="3008986" y="37814"/>
                </a:lnTo>
                <a:lnTo>
                  <a:pt x="3041704" y="37643"/>
                </a:lnTo>
                <a:lnTo>
                  <a:pt x="3074422" y="37405"/>
                </a:lnTo>
                <a:lnTo>
                  <a:pt x="3107141" y="37100"/>
                </a:lnTo>
                <a:lnTo>
                  <a:pt x="3139850" y="36719"/>
                </a:lnTo>
                <a:lnTo>
                  <a:pt x="3172568" y="36271"/>
                </a:lnTo>
                <a:lnTo>
                  <a:pt x="3205277" y="35747"/>
                </a:lnTo>
                <a:lnTo>
                  <a:pt x="3237995" y="35147"/>
                </a:lnTo>
                <a:lnTo>
                  <a:pt x="3270704" y="34471"/>
                </a:lnTo>
                <a:lnTo>
                  <a:pt x="3303413" y="33709"/>
                </a:lnTo>
                <a:lnTo>
                  <a:pt x="3336122" y="32880"/>
                </a:lnTo>
                <a:lnTo>
                  <a:pt x="3368821" y="31956"/>
                </a:lnTo>
                <a:lnTo>
                  <a:pt x="3401530" y="30947"/>
                </a:lnTo>
                <a:lnTo>
                  <a:pt x="3434229" y="29861"/>
                </a:lnTo>
                <a:lnTo>
                  <a:pt x="3466929" y="28689"/>
                </a:lnTo>
                <a:lnTo>
                  <a:pt x="3499618" y="27432"/>
                </a:lnTo>
                <a:lnTo>
                  <a:pt x="3532308" y="26089"/>
                </a:lnTo>
                <a:lnTo>
                  <a:pt x="3564998" y="24651"/>
                </a:lnTo>
                <a:lnTo>
                  <a:pt x="3597678" y="23117"/>
                </a:lnTo>
                <a:lnTo>
                  <a:pt x="3630349" y="21498"/>
                </a:lnTo>
                <a:lnTo>
                  <a:pt x="3663029" y="19793"/>
                </a:lnTo>
                <a:lnTo>
                  <a:pt x="3695690" y="17983"/>
                </a:lnTo>
                <a:lnTo>
                  <a:pt x="3728361" y="16088"/>
                </a:lnTo>
                <a:lnTo>
                  <a:pt x="3761013" y="14097"/>
                </a:lnTo>
                <a:lnTo>
                  <a:pt x="3793665" y="12011"/>
                </a:lnTo>
                <a:lnTo>
                  <a:pt x="3826307" y="9820"/>
                </a:lnTo>
                <a:lnTo>
                  <a:pt x="3858949" y="7544"/>
                </a:lnTo>
                <a:lnTo>
                  <a:pt x="3891582" y="5163"/>
                </a:lnTo>
                <a:lnTo>
                  <a:pt x="3924205" y="2686"/>
                </a:lnTo>
                <a:lnTo>
                  <a:pt x="7252497" y="4924"/>
                </a:lnTo>
                <a:lnTo>
                  <a:pt x="7285139" y="7087"/>
                </a:lnTo>
                <a:lnTo>
                  <a:pt x="7317791" y="9154"/>
                </a:lnTo>
                <a:lnTo>
                  <a:pt x="7350452" y="11125"/>
                </a:lnTo>
                <a:lnTo>
                  <a:pt x="7383113" y="13011"/>
                </a:lnTo>
                <a:lnTo>
                  <a:pt x="7415784" y="14811"/>
                </a:lnTo>
                <a:lnTo>
                  <a:pt x="7448455" y="16516"/>
                </a:lnTo>
                <a:lnTo>
                  <a:pt x="7481135" y="18136"/>
                </a:lnTo>
                <a:lnTo>
                  <a:pt x="7513815" y="19669"/>
                </a:lnTo>
                <a:lnTo>
                  <a:pt x="7546496" y="21117"/>
                </a:lnTo>
                <a:lnTo>
                  <a:pt x="7579185" y="22479"/>
                </a:lnTo>
                <a:lnTo>
                  <a:pt x="7611885" y="23765"/>
                </a:lnTo>
                <a:lnTo>
                  <a:pt x="7644575" y="24965"/>
                </a:lnTo>
                <a:lnTo>
                  <a:pt x="7677274" y="26079"/>
                </a:lnTo>
                <a:lnTo>
                  <a:pt x="7709973" y="27118"/>
                </a:lnTo>
                <a:lnTo>
                  <a:pt x="7742682" y="28070"/>
                </a:lnTo>
                <a:lnTo>
                  <a:pt x="7775391" y="28956"/>
                </a:lnTo>
                <a:lnTo>
                  <a:pt x="7808090" y="29756"/>
                </a:lnTo>
                <a:lnTo>
                  <a:pt x="7840809" y="30490"/>
                </a:lnTo>
                <a:lnTo>
                  <a:pt x="7873517" y="31137"/>
                </a:lnTo>
                <a:lnTo>
                  <a:pt x="7906226" y="31718"/>
                </a:lnTo>
                <a:lnTo>
                  <a:pt x="7938945" y="32223"/>
                </a:lnTo>
                <a:lnTo>
                  <a:pt x="7971653" y="32661"/>
                </a:lnTo>
                <a:lnTo>
                  <a:pt x="8004372" y="33033"/>
                </a:lnTo>
                <a:lnTo>
                  <a:pt x="8037090" y="33347"/>
                </a:lnTo>
                <a:lnTo>
                  <a:pt x="8069809" y="33585"/>
                </a:lnTo>
                <a:lnTo>
                  <a:pt x="8102527" y="33766"/>
                </a:lnTo>
                <a:lnTo>
                  <a:pt x="8135245" y="33880"/>
                </a:lnTo>
                <a:lnTo>
                  <a:pt x="8167954" y="33938"/>
                </a:lnTo>
                <a:lnTo>
                  <a:pt x="8200673" y="33938"/>
                </a:lnTo>
                <a:lnTo>
                  <a:pt x="8233391" y="33871"/>
                </a:lnTo>
                <a:lnTo>
                  <a:pt x="8266109" y="33757"/>
                </a:lnTo>
                <a:lnTo>
                  <a:pt x="8298828" y="33576"/>
                </a:lnTo>
                <a:lnTo>
                  <a:pt x="8331546" y="33357"/>
                </a:lnTo>
                <a:lnTo>
                  <a:pt x="8364264" y="33090"/>
                </a:lnTo>
                <a:lnTo>
                  <a:pt x="8396983" y="32776"/>
                </a:lnTo>
                <a:lnTo>
                  <a:pt x="8429692" y="32423"/>
                </a:lnTo>
                <a:lnTo>
                  <a:pt x="8462410" y="32004"/>
                </a:lnTo>
                <a:lnTo>
                  <a:pt x="8495128" y="31575"/>
                </a:lnTo>
                <a:lnTo>
                  <a:pt x="8527837" y="31071"/>
                </a:lnTo>
                <a:lnTo>
                  <a:pt x="8560556" y="30556"/>
                </a:lnTo>
                <a:lnTo>
                  <a:pt x="8593265" y="29985"/>
                </a:lnTo>
                <a:lnTo>
                  <a:pt x="8625973" y="29394"/>
                </a:lnTo>
                <a:lnTo>
                  <a:pt x="8658692" y="28766"/>
                </a:lnTo>
                <a:lnTo>
                  <a:pt x="8691401" y="28108"/>
                </a:lnTo>
                <a:lnTo>
                  <a:pt x="8724109" y="27422"/>
                </a:lnTo>
                <a:lnTo>
                  <a:pt x="8756818" y="26708"/>
                </a:lnTo>
                <a:lnTo>
                  <a:pt x="8789527" y="25984"/>
                </a:lnTo>
                <a:lnTo>
                  <a:pt x="8822236" y="25203"/>
                </a:lnTo>
                <a:lnTo>
                  <a:pt x="8854945" y="24422"/>
                </a:lnTo>
                <a:lnTo>
                  <a:pt x="8887654" y="23632"/>
                </a:lnTo>
                <a:lnTo>
                  <a:pt x="8920363" y="22831"/>
                </a:lnTo>
                <a:lnTo>
                  <a:pt x="8953071" y="22003"/>
                </a:lnTo>
                <a:lnTo>
                  <a:pt x="8985780" y="21165"/>
                </a:lnTo>
                <a:lnTo>
                  <a:pt x="9018480" y="20326"/>
                </a:lnTo>
                <a:lnTo>
                  <a:pt x="9051188" y="19469"/>
                </a:lnTo>
                <a:lnTo>
                  <a:pt x="9083897" y="18612"/>
                </a:lnTo>
                <a:lnTo>
                  <a:pt x="9116606" y="17755"/>
                </a:lnTo>
                <a:lnTo>
                  <a:pt x="9149305" y="16888"/>
                </a:lnTo>
                <a:lnTo>
                  <a:pt x="9182014" y="16031"/>
                </a:lnTo>
                <a:lnTo>
                  <a:pt x="9214723" y="15173"/>
                </a:lnTo>
                <a:lnTo>
                  <a:pt x="9247432" y="14316"/>
                </a:lnTo>
                <a:lnTo>
                  <a:pt x="9280141" y="13468"/>
                </a:lnTo>
                <a:lnTo>
                  <a:pt x="9312840" y="12640"/>
                </a:lnTo>
                <a:lnTo>
                  <a:pt x="9345549" y="11811"/>
                </a:lnTo>
                <a:lnTo>
                  <a:pt x="9378258" y="10982"/>
                </a:lnTo>
                <a:lnTo>
                  <a:pt x="9410967" y="10182"/>
                </a:lnTo>
                <a:lnTo>
                  <a:pt x="9443676" y="9392"/>
                </a:lnTo>
                <a:lnTo>
                  <a:pt x="9476384" y="8639"/>
                </a:lnTo>
                <a:lnTo>
                  <a:pt x="9509093" y="7887"/>
                </a:lnTo>
                <a:lnTo>
                  <a:pt x="9541802" y="7163"/>
                </a:lnTo>
                <a:lnTo>
                  <a:pt x="9574511" y="6467"/>
                </a:lnTo>
                <a:lnTo>
                  <a:pt x="9607220" y="5791"/>
                </a:lnTo>
                <a:lnTo>
                  <a:pt x="9639938" y="5153"/>
                </a:lnTo>
                <a:lnTo>
                  <a:pt x="9672647" y="4534"/>
                </a:lnTo>
                <a:lnTo>
                  <a:pt x="9705356" y="3953"/>
                </a:lnTo>
                <a:lnTo>
                  <a:pt x="9738074" y="3400"/>
                </a:lnTo>
                <a:lnTo>
                  <a:pt x="9770783" y="2896"/>
                </a:lnTo>
                <a:lnTo>
                  <a:pt x="9803501" y="2400"/>
                </a:lnTo>
                <a:lnTo>
                  <a:pt x="9836220" y="1981"/>
                </a:lnTo>
                <a:lnTo>
                  <a:pt x="9868929" y="1562"/>
                </a:lnTo>
                <a:lnTo>
                  <a:pt x="9901647" y="1219"/>
                </a:lnTo>
                <a:lnTo>
                  <a:pt x="9934365" y="895"/>
                </a:lnTo>
                <a:lnTo>
                  <a:pt x="9967084" y="638"/>
                </a:lnTo>
                <a:lnTo>
                  <a:pt x="9999793" y="410"/>
                </a:lnTo>
                <a:lnTo>
                  <a:pt x="10032511" y="238"/>
                </a:lnTo>
                <a:lnTo>
                  <a:pt x="10065229" y="114"/>
                </a:lnTo>
                <a:lnTo>
                  <a:pt x="10097948" y="29"/>
                </a:lnTo>
                <a:lnTo>
                  <a:pt x="10130666" y="0"/>
                </a:lnTo>
                <a:lnTo>
                  <a:pt x="10163385" y="29"/>
                </a:lnTo>
                <a:lnTo>
                  <a:pt x="10196103" y="114"/>
                </a:lnTo>
                <a:lnTo>
                  <a:pt x="10228821" y="257"/>
                </a:lnTo>
                <a:lnTo>
                  <a:pt x="10261540" y="457"/>
                </a:lnTo>
                <a:lnTo>
                  <a:pt x="10294249" y="714"/>
                </a:lnTo>
                <a:lnTo>
                  <a:pt x="10326967" y="1029"/>
                </a:lnTo>
                <a:lnTo>
                  <a:pt x="10359685" y="1400"/>
                </a:lnTo>
                <a:lnTo>
                  <a:pt x="10392404" y="1848"/>
                </a:lnTo>
                <a:lnTo>
                  <a:pt x="10425113" y="2353"/>
                </a:lnTo>
                <a:lnTo>
                  <a:pt x="10457831" y="2915"/>
                </a:lnTo>
                <a:lnTo>
                  <a:pt x="10490540" y="3553"/>
                </a:lnTo>
                <a:lnTo>
                  <a:pt x="10523249" y="4258"/>
                </a:lnTo>
                <a:lnTo>
                  <a:pt x="10555957" y="5020"/>
                </a:lnTo>
                <a:lnTo>
                  <a:pt x="10588666" y="5858"/>
                </a:lnTo>
                <a:lnTo>
                  <a:pt x="10621366" y="6763"/>
                </a:lnTo>
                <a:lnTo>
                  <a:pt x="10654074" y="7734"/>
                </a:lnTo>
                <a:lnTo>
                  <a:pt x="10686774" y="8782"/>
                </a:lnTo>
                <a:lnTo>
                  <a:pt x="10719473" y="9906"/>
                </a:lnTo>
                <a:lnTo>
                  <a:pt x="10752172" y="11097"/>
                </a:lnTo>
                <a:lnTo>
                  <a:pt x="10784862" y="12354"/>
                </a:lnTo>
                <a:lnTo>
                  <a:pt x="10817552" y="13697"/>
                </a:lnTo>
                <a:lnTo>
                  <a:pt x="10850242" y="15107"/>
                </a:lnTo>
                <a:lnTo>
                  <a:pt x="10882922" y="16593"/>
                </a:lnTo>
                <a:lnTo>
                  <a:pt x="10915602" y="18155"/>
                </a:lnTo>
                <a:lnTo>
                  <a:pt x="10948283" y="19793"/>
                </a:lnTo>
                <a:lnTo>
                  <a:pt x="10980953" y="21507"/>
                </a:lnTo>
                <a:lnTo>
                  <a:pt x="11013624" y="23298"/>
                </a:lnTo>
                <a:lnTo>
                  <a:pt x="11046285" y="25175"/>
                </a:lnTo>
                <a:lnTo>
                  <a:pt x="11078947" y="27118"/>
                </a:lnTo>
                <a:lnTo>
                  <a:pt x="11111598" y="29147"/>
                </a:lnTo>
                <a:lnTo>
                  <a:pt x="11144250" y="3126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9E7EF">
                <a:alpha val="90000"/>
              </a:srgbClr>
            </a:solidFill>
            <a:prstDash val="solid"/>
          </a:ln>
        </p:spPr>
      </p:sp>
      <p:sp>
        <p:nvSpPr>
          <p:cNvPr id="4" name="iceberg-upper-base">
            <a:extLst xmlns:a="http://schemas.openxmlformats.org/drawingml/2006/main">
              <a:ext uri="{FF2B5EF4-FFF2-40B4-BE49-F238E27FC236}">
                <a16:creationId xmlns:a16="http://schemas.microsoft.com/office/drawing/2014/main" id="{BFB9F5D1-9FD1-47A7-B480-ACFDF7FA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1768897"/>
            <a:ext cx="4849197" cy="1507703"/>
          </a:xfrm>
          <a:custGeom xmlns:a="http://schemas.openxmlformats.org/drawingml/2006/main">
            <a:pathLst>
              <a:path w="4849197" h="1507703">
                <a:moveTo>
                  <a:pt x="0" y="1507703"/>
                </a:moveTo>
                <a:lnTo>
                  <a:pt x="38481" y="1482642"/>
                </a:lnTo>
                <a:lnTo>
                  <a:pt x="76962" y="1457592"/>
                </a:lnTo>
                <a:lnTo>
                  <a:pt x="115443" y="1432531"/>
                </a:lnTo>
                <a:lnTo>
                  <a:pt x="153924" y="1407471"/>
                </a:lnTo>
                <a:lnTo>
                  <a:pt x="192405" y="1382420"/>
                </a:lnTo>
                <a:lnTo>
                  <a:pt x="230886" y="1357360"/>
                </a:lnTo>
                <a:lnTo>
                  <a:pt x="269367" y="1332300"/>
                </a:lnTo>
                <a:lnTo>
                  <a:pt x="307848" y="1307249"/>
                </a:lnTo>
                <a:lnTo>
                  <a:pt x="346329" y="1282189"/>
                </a:lnTo>
                <a:lnTo>
                  <a:pt x="384810" y="1257129"/>
                </a:lnTo>
                <a:lnTo>
                  <a:pt x="423291" y="1232078"/>
                </a:lnTo>
                <a:lnTo>
                  <a:pt x="461772" y="1207018"/>
                </a:lnTo>
                <a:lnTo>
                  <a:pt x="500253" y="1181957"/>
                </a:lnTo>
                <a:lnTo>
                  <a:pt x="538734" y="1156897"/>
                </a:lnTo>
                <a:lnTo>
                  <a:pt x="577215" y="1131846"/>
                </a:lnTo>
                <a:lnTo>
                  <a:pt x="615696" y="1106786"/>
                </a:lnTo>
                <a:lnTo>
                  <a:pt x="654177" y="1081726"/>
                </a:lnTo>
                <a:lnTo>
                  <a:pt x="692658" y="1056675"/>
                </a:lnTo>
                <a:lnTo>
                  <a:pt x="731139" y="1031615"/>
                </a:lnTo>
                <a:lnTo>
                  <a:pt x="769620" y="1006554"/>
                </a:lnTo>
                <a:lnTo>
                  <a:pt x="808101" y="981504"/>
                </a:lnTo>
                <a:lnTo>
                  <a:pt x="851335" y="980265"/>
                </a:lnTo>
                <a:lnTo>
                  <a:pt x="896493" y="988628"/>
                </a:lnTo>
                <a:lnTo>
                  <a:pt x="941642" y="996991"/>
                </a:lnTo>
                <a:lnTo>
                  <a:pt x="986790" y="1005354"/>
                </a:lnTo>
                <a:lnTo>
                  <a:pt x="1031948" y="1013708"/>
                </a:lnTo>
                <a:lnTo>
                  <a:pt x="1077097" y="1022071"/>
                </a:lnTo>
                <a:lnTo>
                  <a:pt x="1122255" y="1030434"/>
                </a:lnTo>
                <a:lnTo>
                  <a:pt x="1167403" y="1038797"/>
                </a:lnTo>
                <a:lnTo>
                  <a:pt x="1212552" y="1047159"/>
                </a:lnTo>
                <a:lnTo>
                  <a:pt x="1257710" y="1055522"/>
                </a:lnTo>
                <a:lnTo>
                  <a:pt x="1302858" y="1063876"/>
                </a:lnTo>
                <a:lnTo>
                  <a:pt x="1342520" y="1057875"/>
                </a:lnTo>
                <a:lnTo>
                  <a:pt x="1370581" y="1021518"/>
                </a:lnTo>
                <a:lnTo>
                  <a:pt x="1398641" y="985171"/>
                </a:lnTo>
                <a:lnTo>
                  <a:pt x="1426702" y="948823"/>
                </a:lnTo>
                <a:lnTo>
                  <a:pt x="1454753" y="912476"/>
                </a:lnTo>
                <a:lnTo>
                  <a:pt x="1482814" y="876119"/>
                </a:lnTo>
                <a:lnTo>
                  <a:pt x="1510875" y="839772"/>
                </a:lnTo>
                <a:lnTo>
                  <a:pt x="1538935" y="803424"/>
                </a:lnTo>
                <a:lnTo>
                  <a:pt x="1566996" y="767067"/>
                </a:lnTo>
                <a:lnTo>
                  <a:pt x="1595057" y="730720"/>
                </a:lnTo>
                <a:lnTo>
                  <a:pt x="1623117" y="694373"/>
                </a:lnTo>
                <a:lnTo>
                  <a:pt x="1651178" y="658025"/>
                </a:lnTo>
                <a:lnTo>
                  <a:pt x="1679229" y="621668"/>
                </a:lnTo>
                <a:lnTo>
                  <a:pt x="1707290" y="585321"/>
                </a:lnTo>
                <a:lnTo>
                  <a:pt x="1735350" y="548973"/>
                </a:lnTo>
                <a:lnTo>
                  <a:pt x="1763411" y="512626"/>
                </a:lnTo>
                <a:lnTo>
                  <a:pt x="1791472" y="476269"/>
                </a:lnTo>
                <a:lnTo>
                  <a:pt x="1819532" y="439922"/>
                </a:lnTo>
                <a:lnTo>
                  <a:pt x="1847593" y="403574"/>
                </a:lnTo>
                <a:lnTo>
                  <a:pt x="1875653" y="367227"/>
                </a:lnTo>
                <a:lnTo>
                  <a:pt x="1903714" y="330870"/>
                </a:lnTo>
                <a:lnTo>
                  <a:pt x="1931765" y="294523"/>
                </a:lnTo>
                <a:lnTo>
                  <a:pt x="1959826" y="258175"/>
                </a:lnTo>
                <a:lnTo>
                  <a:pt x="1987887" y="221828"/>
                </a:lnTo>
                <a:lnTo>
                  <a:pt x="2015947" y="185471"/>
                </a:lnTo>
                <a:lnTo>
                  <a:pt x="2044008" y="149123"/>
                </a:lnTo>
                <a:lnTo>
                  <a:pt x="2072069" y="112776"/>
                </a:lnTo>
                <a:lnTo>
                  <a:pt x="2100129" y="76419"/>
                </a:lnTo>
                <a:lnTo>
                  <a:pt x="2128190" y="40072"/>
                </a:lnTo>
                <a:lnTo>
                  <a:pt x="2156250" y="3724"/>
                </a:lnTo>
                <a:lnTo>
                  <a:pt x="2184349" y="0"/>
                </a:lnTo>
                <a:lnTo>
                  <a:pt x="2212505" y="36271"/>
                </a:lnTo>
                <a:lnTo>
                  <a:pt x="2240671" y="72542"/>
                </a:lnTo>
                <a:lnTo>
                  <a:pt x="2268826" y="108823"/>
                </a:lnTo>
                <a:lnTo>
                  <a:pt x="2296992" y="145094"/>
                </a:lnTo>
                <a:lnTo>
                  <a:pt x="2325148" y="181366"/>
                </a:lnTo>
                <a:lnTo>
                  <a:pt x="2353304" y="217637"/>
                </a:lnTo>
                <a:lnTo>
                  <a:pt x="2381469" y="253908"/>
                </a:lnTo>
                <a:lnTo>
                  <a:pt x="2409625" y="290179"/>
                </a:lnTo>
                <a:lnTo>
                  <a:pt x="2437781" y="326460"/>
                </a:lnTo>
                <a:lnTo>
                  <a:pt x="2465946" y="362731"/>
                </a:lnTo>
                <a:lnTo>
                  <a:pt x="2494102" y="399002"/>
                </a:lnTo>
                <a:lnTo>
                  <a:pt x="2522258" y="435273"/>
                </a:lnTo>
                <a:lnTo>
                  <a:pt x="2550424" y="471545"/>
                </a:lnTo>
                <a:lnTo>
                  <a:pt x="2578579" y="507816"/>
                </a:lnTo>
                <a:lnTo>
                  <a:pt x="2606735" y="544097"/>
                </a:lnTo>
                <a:lnTo>
                  <a:pt x="2634901" y="580368"/>
                </a:lnTo>
                <a:lnTo>
                  <a:pt x="2663057" y="616639"/>
                </a:lnTo>
                <a:lnTo>
                  <a:pt x="2691213" y="652910"/>
                </a:lnTo>
                <a:lnTo>
                  <a:pt x="2719378" y="689181"/>
                </a:lnTo>
                <a:lnTo>
                  <a:pt x="2755649" y="702326"/>
                </a:lnTo>
                <a:lnTo>
                  <a:pt x="2800302" y="691610"/>
                </a:lnTo>
                <a:lnTo>
                  <a:pt x="2844956" y="680895"/>
                </a:lnTo>
                <a:lnTo>
                  <a:pt x="2889609" y="670179"/>
                </a:lnTo>
                <a:lnTo>
                  <a:pt x="2934262" y="659463"/>
                </a:lnTo>
                <a:lnTo>
                  <a:pt x="2978915" y="648748"/>
                </a:lnTo>
                <a:lnTo>
                  <a:pt x="3023568" y="638032"/>
                </a:lnTo>
                <a:lnTo>
                  <a:pt x="3068212" y="627317"/>
                </a:lnTo>
                <a:lnTo>
                  <a:pt x="3112865" y="616601"/>
                </a:lnTo>
                <a:lnTo>
                  <a:pt x="3157518" y="605885"/>
                </a:lnTo>
                <a:lnTo>
                  <a:pt x="3202172" y="595170"/>
                </a:lnTo>
                <a:lnTo>
                  <a:pt x="3243110" y="611715"/>
                </a:lnTo>
                <a:lnTo>
                  <a:pt x="3283258" y="633994"/>
                </a:lnTo>
                <a:lnTo>
                  <a:pt x="3323406" y="656282"/>
                </a:lnTo>
                <a:lnTo>
                  <a:pt x="3363563" y="678561"/>
                </a:lnTo>
                <a:lnTo>
                  <a:pt x="3403711" y="700840"/>
                </a:lnTo>
                <a:lnTo>
                  <a:pt x="3443869" y="723119"/>
                </a:lnTo>
                <a:lnTo>
                  <a:pt x="3484016" y="745407"/>
                </a:lnTo>
                <a:lnTo>
                  <a:pt x="3524174" y="767686"/>
                </a:lnTo>
                <a:lnTo>
                  <a:pt x="3564322" y="789965"/>
                </a:lnTo>
                <a:lnTo>
                  <a:pt x="3604479" y="812244"/>
                </a:lnTo>
                <a:lnTo>
                  <a:pt x="3644627" y="834523"/>
                </a:lnTo>
                <a:lnTo>
                  <a:pt x="3684784" y="856812"/>
                </a:lnTo>
                <a:lnTo>
                  <a:pt x="3724932" y="879091"/>
                </a:lnTo>
                <a:lnTo>
                  <a:pt x="3765090" y="901370"/>
                </a:lnTo>
                <a:lnTo>
                  <a:pt x="3805238" y="923649"/>
                </a:lnTo>
                <a:lnTo>
                  <a:pt x="3845395" y="945937"/>
                </a:lnTo>
                <a:lnTo>
                  <a:pt x="3885543" y="968216"/>
                </a:lnTo>
                <a:lnTo>
                  <a:pt x="3925700" y="990495"/>
                </a:lnTo>
                <a:lnTo>
                  <a:pt x="3965848" y="1012774"/>
                </a:lnTo>
                <a:lnTo>
                  <a:pt x="4005996" y="1035053"/>
                </a:lnTo>
                <a:lnTo>
                  <a:pt x="4046153" y="1057342"/>
                </a:lnTo>
                <a:lnTo>
                  <a:pt x="4086301" y="1079621"/>
                </a:lnTo>
                <a:lnTo>
                  <a:pt x="4126459" y="1101900"/>
                </a:lnTo>
                <a:lnTo>
                  <a:pt x="4166606" y="1124179"/>
                </a:lnTo>
                <a:lnTo>
                  <a:pt x="4206764" y="1146458"/>
                </a:lnTo>
                <a:lnTo>
                  <a:pt x="4246912" y="1168746"/>
                </a:lnTo>
                <a:lnTo>
                  <a:pt x="4287069" y="1191025"/>
                </a:lnTo>
                <a:lnTo>
                  <a:pt x="4327217" y="1213304"/>
                </a:lnTo>
                <a:lnTo>
                  <a:pt x="4367374" y="1235583"/>
                </a:lnTo>
                <a:lnTo>
                  <a:pt x="4407522" y="1257872"/>
                </a:lnTo>
                <a:lnTo>
                  <a:pt x="4447680" y="1280150"/>
                </a:lnTo>
                <a:lnTo>
                  <a:pt x="4487828" y="1302429"/>
                </a:lnTo>
                <a:lnTo>
                  <a:pt x="4527975" y="1324708"/>
                </a:lnTo>
                <a:lnTo>
                  <a:pt x="4568133" y="1346987"/>
                </a:lnTo>
                <a:lnTo>
                  <a:pt x="4608281" y="1369276"/>
                </a:lnTo>
                <a:lnTo>
                  <a:pt x="4648438" y="1391555"/>
                </a:lnTo>
                <a:lnTo>
                  <a:pt x="4688586" y="1413834"/>
                </a:lnTo>
                <a:lnTo>
                  <a:pt x="4728743" y="1436113"/>
                </a:lnTo>
                <a:lnTo>
                  <a:pt x="4768891" y="1458401"/>
                </a:lnTo>
                <a:lnTo>
                  <a:pt x="4809049" y="1480680"/>
                </a:lnTo>
                <a:lnTo>
                  <a:pt x="4849197" y="1502959"/>
                </a:lnTo>
                <a:lnTo>
                  <a:pt x="4821612" y="1507703"/>
                </a:lnTo>
                <a:lnTo>
                  <a:pt x="4775692" y="1507703"/>
                </a:lnTo>
                <a:lnTo>
                  <a:pt x="4729772" y="1507703"/>
                </a:lnTo>
                <a:lnTo>
                  <a:pt x="4683852" y="1507703"/>
                </a:lnTo>
                <a:lnTo>
                  <a:pt x="4637932" y="1507703"/>
                </a:lnTo>
                <a:lnTo>
                  <a:pt x="4592012" y="1507703"/>
                </a:lnTo>
                <a:lnTo>
                  <a:pt x="4546092" y="1507703"/>
                </a:lnTo>
                <a:lnTo>
                  <a:pt x="4500172" y="1507703"/>
                </a:lnTo>
                <a:lnTo>
                  <a:pt x="4454252" y="1507703"/>
                </a:lnTo>
                <a:lnTo>
                  <a:pt x="4408332" y="1507703"/>
                </a:lnTo>
                <a:lnTo>
                  <a:pt x="4362412" y="1507703"/>
                </a:lnTo>
                <a:lnTo>
                  <a:pt x="4316492" y="1507703"/>
                </a:lnTo>
                <a:lnTo>
                  <a:pt x="4270572" y="1507703"/>
                </a:lnTo>
                <a:lnTo>
                  <a:pt x="4224652" y="1507703"/>
                </a:lnTo>
                <a:lnTo>
                  <a:pt x="4178732" y="1507703"/>
                </a:lnTo>
                <a:lnTo>
                  <a:pt x="4132812" y="1507703"/>
                </a:lnTo>
                <a:lnTo>
                  <a:pt x="4086892" y="1507703"/>
                </a:lnTo>
                <a:lnTo>
                  <a:pt x="4040972" y="1507703"/>
                </a:lnTo>
                <a:lnTo>
                  <a:pt x="3995052" y="1507703"/>
                </a:lnTo>
                <a:lnTo>
                  <a:pt x="3949132" y="1507703"/>
                </a:lnTo>
                <a:lnTo>
                  <a:pt x="3903212" y="1507703"/>
                </a:lnTo>
                <a:lnTo>
                  <a:pt x="3857292" y="1507703"/>
                </a:lnTo>
                <a:lnTo>
                  <a:pt x="3811372" y="1507703"/>
                </a:lnTo>
                <a:lnTo>
                  <a:pt x="3765452" y="1507703"/>
                </a:lnTo>
                <a:lnTo>
                  <a:pt x="3719532" y="1507703"/>
                </a:lnTo>
                <a:lnTo>
                  <a:pt x="3673612" y="1507703"/>
                </a:lnTo>
                <a:lnTo>
                  <a:pt x="3627692" y="1507703"/>
                </a:lnTo>
                <a:lnTo>
                  <a:pt x="3581771" y="1507703"/>
                </a:lnTo>
                <a:lnTo>
                  <a:pt x="3535851" y="1507703"/>
                </a:lnTo>
                <a:lnTo>
                  <a:pt x="3489922" y="1507703"/>
                </a:lnTo>
                <a:lnTo>
                  <a:pt x="3444011" y="1507703"/>
                </a:lnTo>
                <a:lnTo>
                  <a:pt x="3398091" y="1507703"/>
                </a:lnTo>
                <a:lnTo>
                  <a:pt x="3352162" y="1507703"/>
                </a:lnTo>
                <a:lnTo>
                  <a:pt x="3306242" y="1507703"/>
                </a:lnTo>
                <a:lnTo>
                  <a:pt x="3260331" y="1507703"/>
                </a:lnTo>
                <a:lnTo>
                  <a:pt x="3214402" y="1507703"/>
                </a:lnTo>
                <a:lnTo>
                  <a:pt x="3168482" y="1507703"/>
                </a:lnTo>
                <a:lnTo>
                  <a:pt x="3122562" y="1507703"/>
                </a:lnTo>
                <a:lnTo>
                  <a:pt x="3076642" y="1507703"/>
                </a:lnTo>
                <a:lnTo>
                  <a:pt x="3030722" y="1507703"/>
                </a:lnTo>
                <a:lnTo>
                  <a:pt x="2984802" y="1507703"/>
                </a:lnTo>
                <a:lnTo>
                  <a:pt x="2938882" y="1507703"/>
                </a:lnTo>
                <a:lnTo>
                  <a:pt x="2892962" y="1507703"/>
                </a:lnTo>
                <a:lnTo>
                  <a:pt x="2847042" y="1507703"/>
                </a:lnTo>
                <a:lnTo>
                  <a:pt x="2801122" y="1507703"/>
                </a:lnTo>
                <a:lnTo>
                  <a:pt x="2755202" y="1507703"/>
                </a:lnTo>
                <a:lnTo>
                  <a:pt x="2709281" y="1507703"/>
                </a:lnTo>
                <a:lnTo>
                  <a:pt x="2663361" y="1507703"/>
                </a:lnTo>
                <a:lnTo>
                  <a:pt x="2617441" y="1507703"/>
                </a:lnTo>
                <a:lnTo>
                  <a:pt x="2571521" y="1507703"/>
                </a:lnTo>
                <a:lnTo>
                  <a:pt x="2525601" y="1507703"/>
                </a:lnTo>
                <a:lnTo>
                  <a:pt x="2479681" y="1507703"/>
                </a:lnTo>
                <a:lnTo>
                  <a:pt x="2433761" y="1507703"/>
                </a:lnTo>
                <a:lnTo>
                  <a:pt x="2387841" y="1507703"/>
                </a:lnTo>
                <a:lnTo>
                  <a:pt x="2341921" y="1507703"/>
                </a:lnTo>
                <a:lnTo>
                  <a:pt x="2296001" y="1507703"/>
                </a:lnTo>
                <a:lnTo>
                  <a:pt x="2250081" y="1507703"/>
                </a:lnTo>
                <a:lnTo>
                  <a:pt x="2204161" y="1507703"/>
                </a:lnTo>
                <a:lnTo>
                  <a:pt x="2158241" y="1507703"/>
                </a:lnTo>
                <a:lnTo>
                  <a:pt x="2112321" y="1507703"/>
                </a:lnTo>
                <a:lnTo>
                  <a:pt x="2066401" y="1507703"/>
                </a:lnTo>
                <a:lnTo>
                  <a:pt x="2020481" y="1507703"/>
                </a:lnTo>
                <a:lnTo>
                  <a:pt x="1974561" y="1507703"/>
                </a:lnTo>
                <a:lnTo>
                  <a:pt x="1928641" y="1507703"/>
                </a:lnTo>
                <a:lnTo>
                  <a:pt x="1882721" y="1507703"/>
                </a:lnTo>
                <a:lnTo>
                  <a:pt x="1836801" y="1507703"/>
                </a:lnTo>
                <a:lnTo>
                  <a:pt x="1790881" y="1507703"/>
                </a:lnTo>
                <a:lnTo>
                  <a:pt x="1744961" y="1507703"/>
                </a:lnTo>
                <a:lnTo>
                  <a:pt x="1699041" y="1507703"/>
                </a:lnTo>
                <a:lnTo>
                  <a:pt x="1653121" y="1507703"/>
                </a:lnTo>
                <a:lnTo>
                  <a:pt x="1607201" y="1507703"/>
                </a:lnTo>
                <a:lnTo>
                  <a:pt x="1561281" y="1507703"/>
                </a:lnTo>
                <a:lnTo>
                  <a:pt x="1515361" y="1507703"/>
                </a:lnTo>
                <a:lnTo>
                  <a:pt x="1469441" y="1507703"/>
                </a:lnTo>
                <a:lnTo>
                  <a:pt x="1423521" y="1507703"/>
                </a:lnTo>
                <a:lnTo>
                  <a:pt x="1377601" y="1507703"/>
                </a:lnTo>
                <a:lnTo>
                  <a:pt x="1331681" y="1507703"/>
                </a:lnTo>
                <a:lnTo>
                  <a:pt x="1285761" y="1507703"/>
                </a:lnTo>
                <a:lnTo>
                  <a:pt x="1239841" y="1507703"/>
                </a:lnTo>
                <a:lnTo>
                  <a:pt x="1193921" y="1507703"/>
                </a:lnTo>
                <a:lnTo>
                  <a:pt x="1148001" y="1507703"/>
                </a:lnTo>
                <a:lnTo>
                  <a:pt x="1102081" y="1507703"/>
                </a:lnTo>
                <a:lnTo>
                  <a:pt x="1056161" y="1507703"/>
                </a:lnTo>
                <a:lnTo>
                  <a:pt x="1010241" y="1507703"/>
                </a:lnTo>
                <a:lnTo>
                  <a:pt x="964321" y="1507703"/>
                </a:lnTo>
                <a:lnTo>
                  <a:pt x="918401" y="1507703"/>
                </a:lnTo>
                <a:lnTo>
                  <a:pt x="872480" y="1507703"/>
                </a:lnTo>
                <a:lnTo>
                  <a:pt x="826560" y="1507703"/>
                </a:lnTo>
                <a:lnTo>
                  <a:pt x="780640" y="1507703"/>
                </a:lnTo>
                <a:lnTo>
                  <a:pt x="734720" y="1507703"/>
                </a:lnTo>
                <a:lnTo>
                  <a:pt x="688800" y="1507703"/>
                </a:lnTo>
                <a:lnTo>
                  <a:pt x="642880" y="1507703"/>
                </a:lnTo>
                <a:lnTo>
                  <a:pt x="596960" y="1507703"/>
                </a:lnTo>
                <a:lnTo>
                  <a:pt x="551040" y="1507703"/>
                </a:lnTo>
                <a:lnTo>
                  <a:pt x="505120" y="1507703"/>
                </a:lnTo>
                <a:lnTo>
                  <a:pt x="459200" y="1507703"/>
                </a:lnTo>
                <a:lnTo>
                  <a:pt x="413280" y="1507703"/>
                </a:lnTo>
                <a:lnTo>
                  <a:pt x="367360" y="1507703"/>
                </a:lnTo>
                <a:lnTo>
                  <a:pt x="321440" y="1507703"/>
                </a:lnTo>
                <a:lnTo>
                  <a:pt x="275520" y="1507703"/>
                </a:lnTo>
                <a:lnTo>
                  <a:pt x="229600" y="1507703"/>
                </a:lnTo>
                <a:lnTo>
                  <a:pt x="183680" y="1507703"/>
                </a:lnTo>
                <a:lnTo>
                  <a:pt x="137760" y="1507703"/>
                </a:lnTo>
                <a:lnTo>
                  <a:pt x="91840" y="1507703"/>
                </a:lnTo>
                <a:lnTo>
                  <a:pt x="45920" y="1507703"/>
                </a:lnTo>
                <a:lnTo>
                  <a:pt x="0" y="1507703"/>
                </a:lnTo>
                <a:close/>
              </a:path>
            </a:pathLst>
          </a:custGeom>
          <a:solidFill xmlns:a="http://schemas.openxmlformats.org/drawingml/2006/main">
            <a:srgbClr val="E7F1F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" name="iceberg-upper-facet-0">
            <a:extLst xmlns:a="http://schemas.openxmlformats.org/drawingml/2006/main">
              <a:ext uri="{FF2B5EF4-FFF2-40B4-BE49-F238E27FC236}">
                <a16:creationId xmlns:a16="http://schemas.microsoft.com/office/drawing/2014/main" id="{C75B3DCF-6478-4827-A9F6-74D0A6CA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2745229"/>
            <a:ext cx="1749142" cy="531371"/>
          </a:xfrm>
          <a:custGeom xmlns:a="http://schemas.openxmlformats.org/drawingml/2006/main">
            <a:pathLst>
              <a:path w="1749142" h="531371">
                <a:moveTo>
                  <a:pt x="0" y="531371"/>
                </a:moveTo>
                <a:lnTo>
                  <a:pt x="15935" y="520998"/>
                </a:lnTo>
                <a:lnTo>
                  <a:pt x="31861" y="510626"/>
                </a:lnTo>
                <a:lnTo>
                  <a:pt x="47796" y="500253"/>
                </a:lnTo>
                <a:lnTo>
                  <a:pt x="63732" y="489871"/>
                </a:lnTo>
                <a:lnTo>
                  <a:pt x="79658" y="479498"/>
                </a:lnTo>
                <a:lnTo>
                  <a:pt x="95593" y="469125"/>
                </a:lnTo>
                <a:lnTo>
                  <a:pt x="111528" y="458753"/>
                </a:lnTo>
                <a:lnTo>
                  <a:pt x="127464" y="448380"/>
                </a:lnTo>
                <a:lnTo>
                  <a:pt x="143389" y="437998"/>
                </a:lnTo>
                <a:lnTo>
                  <a:pt x="159325" y="427625"/>
                </a:lnTo>
                <a:lnTo>
                  <a:pt x="175260" y="417252"/>
                </a:lnTo>
                <a:lnTo>
                  <a:pt x="191186" y="406879"/>
                </a:lnTo>
                <a:lnTo>
                  <a:pt x="207121" y="396507"/>
                </a:lnTo>
                <a:lnTo>
                  <a:pt x="223056" y="386124"/>
                </a:lnTo>
                <a:lnTo>
                  <a:pt x="238982" y="375752"/>
                </a:lnTo>
                <a:lnTo>
                  <a:pt x="254918" y="365379"/>
                </a:lnTo>
                <a:lnTo>
                  <a:pt x="270853" y="355006"/>
                </a:lnTo>
                <a:lnTo>
                  <a:pt x="286779" y="344634"/>
                </a:lnTo>
                <a:lnTo>
                  <a:pt x="302714" y="334251"/>
                </a:lnTo>
                <a:lnTo>
                  <a:pt x="318649" y="323879"/>
                </a:lnTo>
                <a:lnTo>
                  <a:pt x="334575" y="313506"/>
                </a:lnTo>
                <a:lnTo>
                  <a:pt x="350510" y="303133"/>
                </a:lnTo>
                <a:lnTo>
                  <a:pt x="366446" y="292760"/>
                </a:lnTo>
                <a:lnTo>
                  <a:pt x="382381" y="282378"/>
                </a:lnTo>
                <a:lnTo>
                  <a:pt x="398307" y="272005"/>
                </a:lnTo>
                <a:lnTo>
                  <a:pt x="414242" y="261633"/>
                </a:lnTo>
                <a:lnTo>
                  <a:pt x="430178" y="251260"/>
                </a:lnTo>
                <a:lnTo>
                  <a:pt x="446103" y="240887"/>
                </a:lnTo>
                <a:lnTo>
                  <a:pt x="462039" y="230505"/>
                </a:lnTo>
                <a:lnTo>
                  <a:pt x="477974" y="220132"/>
                </a:lnTo>
                <a:lnTo>
                  <a:pt x="493900" y="209760"/>
                </a:lnTo>
                <a:lnTo>
                  <a:pt x="509835" y="199387"/>
                </a:lnTo>
                <a:lnTo>
                  <a:pt x="525770" y="189014"/>
                </a:lnTo>
                <a:lnTo>
                  <a:pt x="541696" y="178641"/>
                </a:lnTo>
                <a:lnTo>
                  <a:pt x="557632" y="168259"/>
                </a:lnTo>
                <a:lnTo>
                  <a:pt x="573567" y="157886"/>
                </a:lnTo>
                <a:lnTo>
                  <a:pt x="589502" y="147514"/>
                </a:lnTo>
                <a:lnTo>
                  <a:pt x="605428" y="137141"/>
                </a:lnTo>
                <a:lnTo>
                  <a:pt x="621363" y="126768"/>
                </a:lnTo>
                <a:lnTo>
                  <a:pt x="637299" y="116386"/>
                </a:lnTo>
                <a:lnTo>
                  <a:pt x="653225" y="106013"/>
                </a:lnTo>
                <a:lnTo>
                  <a:pt x="669160" y="95641"/>
                </a:lnTo>
                <a:lnTo>
                  <a:pt x="685095" y="85268"/>
                </a:lnTo>
                <a:lnTo>
                  <a:pt x="701021" y="74895"/>
                </a:lnTo>
                <a:lnTo>
                  <a:pt x="716956" y="64513"/>
                </a:lnTo>
                <a:lnTo>
                  <a:pt x="732892" y="54140"/>
                </a:lnTo>
                <a:lnTo>
                  <a:pt x="748817" y="43767"/>
                </a:lnTo>
                <a:lnTo>
                  <a:pt x="764753" y="33395"/>
                </a:lnTo>
                <a:lnTo>
                  <a:pt x="780688" y="23022"/>
                </a:lnTo>
                <a:lnTo>
                  <a:pt x="796614" y="12640"/>
                </a:lnTo>
                <a:lnTo>
                  <a:pt x="812549" y="2267"/>
                </a:lnTo>
                <a:lnTo>
                  <a:pt x="830104" y="0"/>
                </a:lnTo>
                <a:lnTo>
                  <a:pt x="848792" y="3458"/>
                </a:lnTo>
                <a:lnTo>
                  <a:pt x="867489" y="6925"/>
                </a:lnTo>
                <a:lnTo>
                  <a:pt x="886187" y="10382"/>
                </a:lnTo>
                <a:lnTo>
                  <a:pt x="904875" y="13849"/>
                </a:lnTo>
                <a:lnTo>
                  <a:pt x="923573" y="17307"/>
                </a:lnTo>
                <a:lnTo>
                  <a:pt x="942270" y="20774"/>
                </a:lnTo>
                <a:lnTo>
                  <a:pt x="960968" y="24232"/>
                </a:lnTo>
                <a:lnTo>
                  <a:pt x="979656" y="27699"/>
                </a:lnTo>
                <a:lnTo>
                  <a:pt x="998353" y="31156"/>
                </a:lnTo>
                <a:lnTo>
                  <a:pt x="1017051" y="34623"/>
                </a:lnTo>
                <a:lnTo>
                  <a:pt x="1035739" y="38081"/>
                </a:lnTo>
                <a:lnTo>
                  <a:pt x="1054437" y="41548"/>
                </a:lnTo>
                <a:lnTo>
                  <a:pt x="1073134" y="45006"/>
                </a:lnTo>
                <a:lnTo>
                  <a:pt x="1091822" y="48463"/>
                </a:lnTo>
                <a:lnTo>
                  <a:pt x="1110520" y="51930"/>
                </a:lnTo>
                <a:lnTo>
                  <a:pt x="1129217" y="55388"/>
                </a:lnTo>
                <a:lnTo>
                  <a:pt x="1147905" y="58855"/>
                </a:lnTo>
                <a:lnTo>
                  <a:pt x="1166603" y="62313"/>
                </a:lnTo>
                <a:lnTo>
                  <a:pt x="1185301" y="65780"/>
                </a:lnTo>
                <a:lnTo>
                  <a:pt x="1203989" y="69237"/>
                </a:lnTo>
                <a:lnTo>
                  <a:pt x="1222686" y="72704"/>
                </a:lnTo>
                <a:lnTo>
                  <a:pt x="1241384" y="76162"/>
                </a:lnTo>
                <a:lnTo>
                  <a:pt x="1260072" y="79629"/>
                </a:lnTo>
                <a:lnTo>
                  <a:pt x="1278769" y="83087"/>
                </a:lnTo>
                <a:lnTo>
                  <a:pt x="1297467" y="86544"/>
                </a:lnTo>
                <a:lnTo>
                  <a:pt x="1316165" y="90011"/>
                </a:lnTo>
                <a:lnTo>
                  <a:pt x="1334453" y="94221"/>
                </a:lnTo>
                <a:lnTo>
                  <a:pt x="1347597" y="107956"/>
                </a:lnTo>
                <a:lnTo>
                  <a:pt x="1360732" y="121691"/>
                </a:lnTo>
                <a:lnTo>
                  <a:pt x="1373876" y="135436"/>
                </a:lnTo>
                <a:lnTo>
                  <a:pt x="1387021" y="149171"/>
                </a:lnTo>
                <a:lnTo>
                  <a:pt x="1400165" y="162916"/>
                </a:lnTo>
                <a:lnTo>
                  <a:pt x="1413300" y="176651"/>
                </a:lnTo>
                <a:lnTo>
                  <a:pt x="1426445" y="190395"/>
                </a:lnTo>
                <a:lnTo>
                  <a:pt x="1439589" y="204130"/>
                </a:lnTo>
                <a:lnTo>
                  <a:pt x="1452724" y="217865"/>
                </a:lnTo>
                <a:lnTo>
                  <a:pt x="1465869" y="231610"/>
                </a:lnTo>
                <a:lnTo>
                  <a:pt x="1479013" y="245345"/>
                </a:lnTo>
                <a:lnTo>
                  <a:pt x="1492158" y="259090"/>
                </a:lnTo>
                <a:lnTo>
                  <a:pt x="1505293" y="272825"/>
                </a:lnTo>
                <a:lnTo>
                  <a:pt x="1518437" y="286569"/>
                </a:lnTo>
                <a:lnTo>
                  <a:pt x="1531582" y="300304"/>
                </a:lnTo>
                <a:lnTo>
                  <a:pt x="1544717" y="314049"/>
                </a:lnTo>
                <a:lnTo>
                  <a:pt x="1557861" y="327784"/>
                </a:lnTo>
                <a:lnTo>
                  <a:pt x="1571006" y="341519"/>
                </a:lnTo>
                <a:lnTo>
                  <a:pt x="1584150" y="355263"/>
                </a:lnTo>
                <a:lnTo>
                  <a:pt x="1597285" y="368999"/>
                </a:lnTo>
                <a:lnTo>
                  <a:pt x="1610430" y="382743"/>
                </a:lnTo>
                <a:lnTo>
                  <a:pt x="1623574" y="396478"/>
                </a:lnTo>
                <a:lnTo>
                  <a:pt x="1636709" y="410223"/>
                </a:lnTo>
                <a:lnTo>
                  <a:pt x="1649854" y="423958"/>
                </a:lnTo>
                <a:lnTo>
                  <a:pt x="1662998" y="437693"/>
                </a:lnTo>
                <a:lnTo>
                  <a:pt x="1676143" y="451437"/>
                </a:lnTo>
                <a:lnTo>
                  <a:pt x="1689278" y="465172"/>
                </a:lnTo>
                <a:lnTo>
                  <a:pt x="1702422" y="478917"/>
                </a:lnTo>
                <a:lnTo>
                  <a:pt x="1715567" y="492652"/>
                </a:lnTo>
                <a:lnTo>
                  <a:pt x="1728702" y="506397"/>
                </a:lnTo>
                <a:lnTo>
                  <a:pt x="1741846" y="520132"/>
                </a:lnTo>
                <a:lnTo>
                  <a:pt x="1749142" y="531371"/>
                </a:lnTo>
                <a:lnTo>
                  <a:pt x="1730131" y="531371"/>
                </a:lnTo>
                <a:lnTo>
                  <a:pt x="1711119" y="531371"/>
                </a:lnTo>
                <a:lnTo>
                  <a:pt x="1692107" y="531371"/>
                </a:lnTo>
                <a:lnTo>
                  <a:pt x="1673095" y="531371"/>
                </a:lnTo>
                <a:lnTo>
                  <a:pt x="1654083" y="531371"/>
                </a:lnTo>
                <a:lnTo>
                  <a:pt x="1635071" y="531371"/>
                </a:lnTo>
                <a:lnTo>
                  <a:pt x="1616059" y="531371"/>
                </a:lnTo>
                <a:lnTo>
                  <a:pt x="1597047" y="531371"/>
                </a:lnTo>
                <a:lnTo>
                  <a:pt x="1578026" y="531371"/>
                </a:lnTo>
                <a:lnTo>
                  <a:pt x="1559014" y="531371"/>
                </a:lnTo>
                <a:lnTo>
                  <a:pt x="1540002" y="531371"/>
                </a:lnTo>
                <a:lnTo>
                  <a:pt x="1520990" y="531371"/>
                </a:lnTo>
                <a:lnTo>
                  <a:pt x="1501978" y="531371"/>
                </a:lnTo>
                <a:lnTo>
                  <a:pt x="1482966" y="531371"/>
                </a:lnTo>
                <a:lnTo>
                  <a:pt x="1463954" y="531371"/>
                </a:lnTo>
                <a:lnTo>
                  <a:pt x="1444943" y="531371"/>
                </a:lnTo>
                <a:lnTo>
                  <a:pt x="1425931" y="531371"/>
                </a:lnTo>
                <a:lnTo>
                  <a:pt x="1406919" y="531371"/>
                </a:lnTo>
                <a:lnTo>
                  <a:pt x="1387907" y="531371"/>
                </a:lnTo>
                <a:lnTo>
                  <a:pt x="1368895" y="531371"/>
                </a:lnTo>
                <a:lnTo>
                  <a:pt x="1349883" y="531371"/>
                </a:lnTo>
                <a:lnTo>
                  <a:pt x="1330871" y="531371"/>
                </a:lnTo>
                <a:lnTo>
                  <a:pt x="1311859" y="531371"/>
                </a:lnTo>
                <a:lnTo>
                  <a:pt x="1292847" y="531371"/>
                </a:lnTo>
                <a:lnTo>
                  <a:pt x="1273835" y="531371"/>
                </a:lnTo>
                <a:lnTo>
                  <a:pt x="1254824" y="531371"/>
                </a:lnTo>
                <a:lnTo>
                  <a:pt x="1235802" y="531371"/>
                </a:lnTo>
                <a:lnTo>
                  <a:pt x="1216790" y="531371"/>
                </a:lnTo>
                <a:lnTo>
                  <a:pt x="1197778" y="531371"/>
                </a:lnTo>
                <a:lnTo>
                  <a:pt x="1178766" y="531371"/>
                </a:lnTo>
                <a:lnTo>
                  <a:pt x="1159754" y="531371"/>
                </a:lnTo>
                <a:lnTo>
                  <a:pt x="1140743" y="531371"/>
                </a:lnTo>
                <a:lnTo>
                  <a:pt x="1121731" y="531371"/>
                </a:lnTo>
                <a:lnTo>
                  <a:pt x="1102719" y="531371"/>
                </a:lnTo>
                <a:lnTo>
                  <a:pt x="1083707" y="531371"/>
                </a:lnTo>
                <a:lnTo>
                  <a:pt x="1064695" y="531371"/>
                </a:lnTo>
                <a:lnTo>
                  <a:pt x="1045683" y="531371"/>
                </a:lnTo>
                <a:lnTo>
                  <a:pt x="1026671" y="531371"/>
                </a:lnTo>
                <a:lnTo>
                  <a:pt x="1007659" y="531371"/>
                </a:lnTo>
                <a:lnTo>
                  <a:pt x="988647" y="531371"/>
                </a:lnTo>
                <a:lnTo>
                  <a:pt x="969635" y="531371"/>
                </a:lnTo>
                <a:lnTo>
                  <a:pt x="950624" y="531371"/>
                </a:lnTo>
                <a:lnTo>
                  <a:pt x="931612" y="531371"/>
                </a:lnTo>
                <a:lnTo>
                  <a:pt x="912600" y="531371"/>
                </a:lnTo>
                <a:lnTo>
                  <a:pt x="893588" y="531371"/>
                </a:lnTo>
                <a:lnTo>
                  <a:pt x="874566" y="531371"/>
                </a:lnTo>
                <a:lnTo>
                  <a:pt x="855555" y="531371"/>
                </a:lnTo>
                <a:lnTo>
                  <a:pt x="836543" y="531371"/>
                </a:lnTo>
                <a:lnTo>
                  <a:pt x="817531" y="531371"/>
                </a:lnTo>
                <a:lnTo>
                  <a:pt x="798519" y="531371"/>
                </a:lnTo>
                <a:lnTo>
                  <a:pt x="779507" y="531371"/>
                </a:lnTo>
                <a:lnTo>
                  <a:pt x="760495" y="531371"/>
                </a:lnTo>
                <a:lnTo>
                  <a:pt x="741483" y="531371"/>
                </a:lnTo>
                <a:lnTo>
                  <a:pt x="722471" y="531371"/>
                </a:lnTo>
                <a:lnTo>
                  <a:pt x="703459" y="531371"/>
                </a:lnTo>
                <a:lnTo>
                  <a:pt x="684447" y="531371"/>
                </a:lnTo>
                <a:lnTo>
                  <a:pt x="665436" y="531371"/>
                </a:lnTo>
                <a:lnTo>
                  <a:pt x="646424" y="531371"/>
                </a:lnTo>
                <a:lnTo>
                  <a:pt x="627412" y="531371"/>
                </a:lnTo>
                <a:lnTo>
                  <a:pt x="608400" y="531371"/>
                </a:lnTo>
                <a:lnTo>
                  <a:pt x="589388" y="531371"/>
                </a:lnTo>
                <a:lnTo>
                  <a:pt x="570376" y="531371"/>
                </a:lnTo>
                <a:lnTo>
                  <a:pt x="551364" y="531371"/>
                </a:lnTo>
                <a:lnTo>
                  <a:pt x="532352" y="531371"/>
                </a:lnTo>
                <a:lnTo>
                  <a:pt x="513331" y="531371"/>
                </a:lnTo>
                <a:lnTo>
                  <a:pt x="494319" y="531371"/>
                </a:lnTo>
                <a:lnTo>
                  <a:pt x="475307" y="531371"/>
                </a:lnTo>
                <a:lnTo>
                  <a:pt x="456295" y="531371"/>
                </a:lnTo>
                <a:lnTo>
                  <a:pt x="437283" y="531371"/>
                </a:lnTo>
                <a:lnTo>
                  <a:pt x="418271" y="531371"/>
                </a:lnTo>
                <a:lnTo>
                  <a:pt x="399259" y="531371"/>
                </a:lnTo>
                <a:lnTo>
                  <a:pt x="380248" y="531371"/>
                </a:lnTo>
                <a:lnTo>
                  <a:pt x="361236" y="531371"/>
                </a:lnTo>
                <a:lnTo>
                  <a:pt x="342224" y="531371"/>
                </a:lnTo>
                <a:lnTo>
                  <a:pt x="323212" y="531371"/>
                </a:lnTo>
                <a:lnTo>
                  <a:pt x="304200" y="531371"/>
                </a:lnTo>
                <a:lnTo>
                  <a:pt x="285188" y="531371"/>
                </a:lnTo>
                <a:lnTo>
                  <a:pt x="266176" y="531371"/>
                </a:lnTo>
                <a:lnTo>
                  <a:pt x="247164" y="531371"/>
                </a:lnTo>
                <a:lnTo>
                  <a:pt x="228152" y="531371"/>
                </a:lnTo>
                <a:lnTo>
                  <a:pt x="209140" y="531371"/>
                </a:lnTo>
                <a:lnTo>
                  <a:pt x="190129" y="531371"/>
                </a:lnTo>
                <a:lnTo>
                  <a:pt x="171107" y="531371"/>
                </a:lnTo>
                <a:lnTo>
                  <a:pt x="152095" y="531371"/>
                </a:lnTo>
                <a:lnTo>
                  <a:pt x="133083" y="531371"/>
                </a:lnTo>
                <a:lnTo>
                  <a:pt x="114071" y="531371"/>
                </a:lnTo>
                <a:lnTo>
                  <a:pt x="95060" y="531371"/>
                </a:lnTo>
                <a:lnTo>
                  <a:pt x="76048" y="531371"/>
                </a:lnTo>
                <a:lnTo>
                  <a:pt x="57036" y="531371"/>
                </a:lnTo>
                <a:lnTo>
                  <a:pt x="38024" y="531371"/>
                </a:lnTo>
                <a:lnTo>
                  <a:pt x="19012" y="531371"/>
                </a:lnTo>
                <a:lnTo>
                  <a:pt x="0" y="531371"/>
                </a:lnTo>
                <a:close/>
              </a:path>
            </a:pathLst>
          </a:custGeom>
          <a:solidFill xmlns:a="http://schemas.openxmlformats.org/drawingml/2006/main">
            <a:srgbClr val="F3F7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iceberg-upper-facet-1">
            <a:extLst xmlns:a="http://schemas.openxmlformats.org/drawingml/2006/main">
              <a:ext uri="{FF2B5EF4-FFF2-40B4-BE49-F238E27FC236}">
                <a16:creationId xmlns:a16="http://schemas.microsoft.com/office/drawing/2014/main" id="{232B30D2-82C2-4705-A133-29B2135B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754896"/>
            <a:ext cx="1542888" cy="1521704"/>
          </a:xfrm>
          <a:custGeom xmlns:a="http://schemas.openxmlformats.org/drawingml/2006/main">
            <a:pathLst>
              <a:path w="1542888" h="1521704">
                <a:moveTo>
                  <a:pt x="0" y="1083554"/>
                </a:moveTo>
                <a:lnTo>
                  <a:pt x="12297" y="1067619"/>
                </a:lnTo>
                <a:lnTo>
                  <a:pt x="24603" y="1051684"/>
                </a:lnTo>
                <a:lnTo>
                  <a:pt x="36900" y="1035758"/>
                </a:lnTo>
                <a:lnTo>
                  <a:pt x="49206" y="1019823"/>
                </a:lnTo>
                <a:lnTo>
                  <a:pt x="61503" y="1003887"/>
                </a:lnTo>
                <a:lnTo>
                  <a:pt x="73800" y="987952"/>
                </a:lnTo>
                <a:lnTo>
                  <a:pt x="86106" y="972017"/>
                </a:lnTo>
                <a:lnTo>
                  <a:pt x="98403" y="956081"/>
                </a:lnTo>
                <a:lnTo>
                  <a:pt x="110700" y="940146"/>
                </a:lnTo>
                <a:lnTo>
                  <a:pt x="123006" y="924211"/>
                </a:lnTo>
                <a:lnTo>
                  <a:pt x="135303" y="908275"/>
                </a:lnTo>
                <a:lnTo>
                  <a:pt x="147609" y="892340"/>
                </a:lnTo>
                <a:lnTo>
                  <a:pt x="159906" y="876405"/>
                </a:lnTo>
                <a:lnTo>
                  <a:pt x="172202" y="860469"/>
                </a:lnTo>
                <a:lnTo>
                  <a:pt x="184509" y="844534"/>
                </a:lnTo>
                <a:lnTo>
                  <a:pt x="196806" y="828599"/>
                </a:lnTo>
                <a:lnTo>
                  <a:pt x="209112" y="812673"/>
                </a:lnTo>
                <a:lnTo>
                  <a:pt x="221409" y="796738"/>
                </a:lnTo>
                <a:lnTo>
                  <a:pt x="233705" y="780802"/>
                </a:lnTo>
                <a:lnTo>
                  <a:pt x="246012" y="764867"/>
                </a:lnTo>
                <a:lnTo>
                  <a:pt x="258308" y="748932"/>
                </a:lnTo>
                <a:lnTo>
                  <a:pt x="270605" y="732996"/>
                </a:lnTo>
                <a:lnTo>
                  <a:pt x="282912" y="717061"/>
                </a:lnTo>
                <a:lnTo>
                  <a:pt x="295208" y="701126"/>
                </a:lnTo>
                <a:lnTo>
                  <a:pt x="307515" y="685190"/>
                </a:lnTo>
                <a:lnTo>
                  <a:pt x="319811" y="669255"/>
                </a:lnTo>
                <a:lnTo>
                  <a:pt x="332108" y="653320"/>
                </a:lnTo>
                <a:lnTo>
                  <a:pt x="344414" y="637384"/>
                </a:lnTo>
                <a:lnTo>
                  <a:pt x="356711" y="621449"/>
                </a:lnTo>
                <a:lnTo>
                  <a:pt x="369018" y="605514"/>
                </a:lnTo>
                <a:lnTo>
                  <a:pt x="381314" y="589578"/>
                </a:lnTo>
                <a:lnTo>
                  <a:pt x="393611" y="573653"/>
                </a:lnTo>
                <a:lnTo>
                  <a:pt x="405917" y="557717"/>
                </a:lnTo>
                <a:lnTo>
                  <a:pt x="418214" y="541782"/>
                </a:lnTo>
                <a:lnTo>
                  <a:pt x="430511" y="525847"/>
                </a:lnTo>
                <a:lnTo>
                  <a:pt x="442817" y="509911"/>
                </a:lnTo>
                <a:lnTo>
                  <a:pt x="455114" y="493976"/>
                </a:lnTo>
                <a:lnTo>
                  <a:pt x="467420" y="478041"/>
                </a:lnTo>
                <a:lnTo>
                  <a:pt x="479717" y="462105"/>
                </a:lnTo>
                <a:lnTo>
                  <a:pt x="492014" y="446170"/>
                </a:lnTo>
                <a:lnTo>
                  <a:pt x="504320" y="430235"/>
                </a:lnTo>
                <a:lnTo>
                  <a:pt x="516617" y="414299"/>
                </a:lnTo>
                <a:lnTo>
                  <a:pt x="528923" y="398364"/>
                </a:lnTo>
                <a:lnTo>
                  <a:pt x="541220" y="382429"/>
                </a:lnTo>
                <a:lnTo>
                  <a:pt x="553517" y="366493"/>
                </a:lnTo>
                <a:lnTo>
                  <a:pt x="565823" y="350558"/>
                </a:lnTo>
                <a:lnTo>
                  <a:pt x="578120" y="334632"/>
                </a:lnTo>
                <a:lnTo>
                  <a:pt x="590426" y="318697"/>
                </a:lnTo>
                <a:lnTo>
                  <a:pt x="602723" y="302762"/>
                </a:lnTo>
                <a:lnTo>
                  <a:pt x="615020" y="286826"/>
                </a:lnTo>
                <a:lnTo>
                  <a:pt x="627326" y="270891"/>
                </a:lnTo>
                <a:lnTo>
                  <a:pt x="639623" y="254956"/>
                </a:lnTo>
                <a:lnTo>
                  <a:pt x="651920" y="239020"/>
                </a:lnTo>
                <a:lnTo>
                  <a:pt x="664226" y="223085"/>
                </a:lnTo>
                <a:lnTo>
                  <a:pt x="676523" y="207150"/>
                </a:lnTo>
                <a:lnTo>
                  <a:pt x="688829" y="191214"/>
                </a:lnTo>
                <a:lnTo>
                  <a:pt x="701126" y="175279"/>
                </a:lnTo>
                <a:lnTo>
                  <a:pt x="713423" y="159344"/>
                </a:lnTo>
                <a:lnTo>
                  <a:pt x="725729" y="143408"/>
                </a:lnTo>
                <a:lnTo>
                  <a:pt x="738026" y="127473"/>
                </a:lnTo>
                <a:lnTo>
                  <a:pt x="750332" y="111547"/>
                </a:lnTo>
                <a:lnTo>
                  <a:pt x="762629" y="95612"/>
                </a:lnTo>
                <a:lnTo>
                  <a:pt x="774925" y="79677"/>
                </a:lnTo>
                <a:lnTo>
                  <a:pt x="787232" y="63741"/>
                </a:lnTo>
                <a:lnTo>
                  <a:pt x="799529" y="47806"/>
                </a:lnTo>
                <a:lnTo>
                  <a:pt x="811825" y="31871"/>
                </a:lnTo>
                <a:lnTo>
                  <a:pt x="824132" y="15935"/>
                </a:lnTo>
                <a:lnTo>
                  <a:pt x="836428" y="0"/>
                </a:lnTo>
                <a:lnTo>
                  <a:pt x="848773" y="11325"/>
                </a:lnTo>
                <a:lnTo>
                  <a:pt x="861117" y="27222"/>
                </a:lnTo>
                <a:lnTo>
                  <a:pt x="873452" y="43120"/>
                </a:lnTo>
                <a:lnTo>
                  <a:pt x="885796" y="59026"/>
                </a:lnTo>
                <a:lnTo>
                  <a:pt x="898141" y="74924"/>
                </a:lnTo>
                <a:lnTo>
                  <a:pt x="910485" y="90821"/>
                </a:lnTo>
                <a:lnTo>
                  <a:pt x="922830" y="106728"/>
                </a:lnTo>
                <a:lnTo>
                  <a:pt x="935174" y="122625"/>
                </a:lnTo>
                <a:lnTo>
                  <a:pt x="947518" y="138532"/>
                </a:lnTo>
                <a:lnTo>
                  <a:pt x="959863" y="154429"/>
                </a:lnTo>
                <a:lnTo>
                  <a:pt x="972207" y="170326"/>
                </a:lnTo>
                <a:lnTo>
                  <a:pt x="984552" y="186233"/>
                </a:lnTo>
                <a:lnTo>
                  <a:pt x="996896" y="202130"/>
                </a:lnTo>
                <a:lnTo>
                  <a:pt x="1009240" y="218037"/>
                </a:lnTo>
                <a:lnTo>
                  <a:pt x="1021585" y="233934"/>
                </a:lnTo>
                <a:lnTo>
                  <a:pt x="1033929" y="249831"/>
                </a:lnTo>
                <a:lnTo>
                  <a:pt x="1046274" y="265738"/>
                </a:lnTo>
                <a:lnTo>
                  <a:pt x="1058618" y="281635"/>
                </a:lnTo>
                <a:lnTo>
                  <a:pt x="1070962" y="297532"/>
                </a:lnTo>
                <a:lnTo>
                  <a:pt x="1083307" y="313439"/>
                </a:lnTo>
                <a:lnTo>
                  <a:pt x="1095651" y="329336"/>
                </a:lnTo>
                <a:lnTo>
                  <a:pt x="1107996" y="345243"/>
                </a:lnTo>
                <a:lnTo>
                  <a:pt x="1120340" y="361140"/>
                </a:lnTo>
                <a:lnTo>
                  <a:pt x="1132684" y="377038"/>
                </a:lnTo>
                <a:lnTo>
                  <a:pt x="1145029" y="392944"/>
                </a:lnTo>
                <a:lnTo>
                  <a:pt x="1157373" y="408842"/>
                </a:lnTo>
                <a:lnTo>
                  <a:pt x="1169718" y="424748"/>
                </a:lnTo>
                <a:lnTo>
                  <a:pt x="1182062" y="440646"/>
                </a:lnTo>
                <a:lnTo>
                  <a:pt x="1194406" y="456543"/>
                </a:lnTo>
                <a:lnTo>
                  <a:pt x="1206751" y="472450"/>
                </a:lnTo>
                <a:lnTo>
                  <a:pt x="1219095" y="488347"/>
                </a:lnTo>
                <a:lnTo>
                  <a:pt x="1231440" y="504244"/>
                </a:lnTo>
                <a:lnTo>
                  <a:pt x="1243784" y="520151"/>
                </a:lnTo>
                <a:lnTo>
                  <a:pt x="1256128" y="536048"/>
                </a:lnTo>
                <a:lnTo>
                  <a:pt x="1268463" y="551955"/>
                </a:lnTo>
                <a:lnTo>
                  <a:pt x="1280808" y="567852"/>
                </a:lnTo>
                <a:lnTo>
                  <a:pt x="1293152" y="583749"/>
                </a:lnTo>
                <a:lnTo>
                  <a:pt x="1305497" y="599656"/>
                </a:lnTo>
                <a:lnTo>
                  <a:pt x="1317841" y="615553"/>
                </a:lnTo>
                <a:lnTo>
                  <a:pt x="1330185" y="631460"/>
                </a:lnTo>
                <a:lnTo>
                  <a:pt x="1342530" y="647357"/>
                </a:lnTo>
                <a:lnTo>
                  <a:pt x="1354874" y="663254"/>
                </a:lnTo>
                <a:lnTo>
                  <a:pt x="1367219" y="679161"/>
                </a:lnTo>
                <a:lnTo>
                  <a:pt x="1379563" y="695058"/>
                </a:lnTo>
                <a:lnTo>
                  <a:pt x="1391907" y="710956"/>
                </a:lnTo>
                <a:lnTo>
                  <a:pt x="1401347" y="728158"/>
                </a:lnTo>
                <a:lnTo>
                  <a:pt x="1404880" y="747970"/>
                </a:lnTo>
                <a:lnTo>
                  <a:pt x="1408424" y="767791"/>
                </a:lnTo>
                <a:lnTo>
                  <a:pt x="1411957" y="787603"/>
                </a:lnTo>
                <a:lnTo>
                  <a:pt x="1415501" y="807425"/>
                </a:lnTo>
                <a:lnTo>
                  <a:pt x="1419035" y="827237"/>
                </a:lnTo>
                <a:lnTo>
                  <a:pt x="1422578" y="847049"/>
                </a:lnTo>
                <a:lnTo>
                  <a:pt x="1426112" y="866870"/>
                </a:lnTo>
                <a:lnTo>
                  <a:pt x="1429655" y="886682"/>
                </a:lnTo>
                <a:lnTo>
                  <a:pt x="1433189" y="906504"/>
                </a:lnTo>
                <a:lnTo>
                  <a:pt x="1436732" y="926316"/>
                </a:lnTo>
                <a:lnTo>
                  <a:pt x="1440266" y="946137"/>
                </a:lnTo>
                <a:lnTo>
                  <a:pt x="1443809" y="965949"/>
                </a:lnTo>
                <a:lnTo>
                  <a:pt x="1447343" y="985771"/>
                </a:lnTo>
                <a:lnTo>
                  <a:pt x="1450886" y="1005583"/>
                </a:lnTo>
                <a:lnTo>
                  <a:pt x="1454420" y="1025404"/>
                </a:lnTo>
                <a:lnTo>
                  <a:pt x="1457963" y="1045216"/>
                </a:lnTo>
                <a:lnTo>
                  <a:pt x="1461497" y="1065038"/>
                </a:lnTo>
                <a:lnTo>
                  <a:pt x="1465040" y="1084850"/>
                </a:lnTo>
                <a:lnTo>
                  <a:pt x="1468574" y="1104671"/>
                </a:lnTo>
                <a:lnTo>
                  <a:pt x="1472117" y="1124483"/>
                </a:lnTo>
                <a:lnTo>
                  <a:pt x="1475651" y="1144305"/>
                </a:lnTo>
                <a:lnTo>
                  <a:pt x="1479194" y="1164117"/>
                </a:lnTo>
                <a:lnTo>
                  <a:pt x="1482738" y="1183929"/>
                </a:lnTo>
                <a:lnTo>
                  <a:pt x="1486271" y="1203750"/>
                </a:lnTo>
                <a:lnTo>
                  <a:pt x="1489815" y="1223562"/>
                </a:lnTo>
                <a:lnTo>
                  <a:pt x="1493349" y="1243384"/>
                </a:lnTo>
                <a:lnTo>
                  <a:pt x="1496892" y="1263196"/>
                </a:lnTo>
                <a:lnTo>
                  <a:pt x="1500426" y="1283018"/>
                </a:lnTo>
                <a:lnTo>
                  <a:pt x="1503969" y="1302830"/>
                </a:lnTo>
                <a:lnTo>
                  <a:pt x="1507503" y="1322651"/>
                </a:lnTo>
                <a:lnTo>
                  <a:pt x="1511046" y="1342463"/>
                </a:lnTo>
                <a:lnTo>
                  <a:pt x="1514580" y="1362285"/>
                </a:lnTo>
                <a:lnTo>
                  <a:pt x="1518123" y="1382097"/>
                </a:lnTo>
                <a:lnTo>
                  <a:pt x="1521657" y="1401918"/>
                </a:lnTo>
                <a:lnTo>
                  <a:pt x="1525200" y="1421730"/>
                </a:lnTo>
                <a:lnTo>
                  <a:pt x="1528734" y="1441552"/>
                </a:lnTo>
                <a:lnTo>
                  <a:pt x="1532277" y="1461364"/>
                </a:lnTo>
                <a:lnTo>
                  <a:pt x="1535811" y="1481185"/>
                </a:lnTo>
                <a:lnTo>
                  <a:pt x="1539354" y="1500997"/>
                </a:lnTo>
                <a:lnTo>
                  <a:pt x="1542888" y="1520809"/>
                </a:lnTo>
                <a:lnTo>
                  <a:pt x="1523829" y="1521704"/>
                </a:lnTo>
                <a:lnTo>
                  <a:pt x="1503702" y="1521704"/>
                </a:lnTo>
                <a:lnTo>
                  <a:pt x="1483566" y="1521704"/>
                </a:lnTo>
                <a:lnTo>
                  <a:pt x="1463440" y="1521704"/>
                </a:lnTo>
                <a:lnTo>
                  <a:pt x="1443304" y="1521704"/>
                </a:lnTo>
                <a:lnTo>
                  <a:pt x="1423178" y="1521704"/>
                </a:lnTo>
                <a:lnTo>
                  <a:pt x="1403052" y="1521704"/>
                </a:lnTo>
                <a:lnTo>
                  <a:pt x="1382916" y="1521704"/>
                </a:lnTo>
                <a:lnTo>
                  <a:pt x="1362789" y="1521704"/>
                </a:lnTo>
                <a:lnTo>
                  <a:pt x="1342663" y="1521704"/>
                </a:lnTo>
                <a:lnTo>
                  <a:pt x="1322527" y="1521704"/>
                </a:lnTo>
                <a:lnTo>
                  <a:pt x="1302401" y="1521704"/>
                </a:lnTo>
                <a:lnTo>
                  <a:pt x="1282265" y="1521704"/>
                </a:lnTo>
                <a:lnTo>
                  <a:pt x="1262139" y="1521704"/>
                </a:lnTo>
                <a:lnTo>
                  <a:pt x="1242012" y="1521704"/>
                </a:lnTo>
                <a:lnTo>
                  <a:pt x="1221877" y="1521704"/>
                </a:lnTo>
                <a:lnTo>
                  <a:pt x="1201750" y="1521704"/>
                </a:lnTo>
                <a:lnTo>
                  <a:pt x="1181624" y="1521704"/>
                </a:lnTo>
                <a:lnTo>
                  <a:pt x="1161488" y="1521704"/>
                </a:lnTo>
                <a:lnTo>
                  <a:pt x="1141362" y="1521704"/>
                </a:lnTo>
                <a:lnTo>
                  <a:pt x="1121226" y="1521704"/>
                </a:lnTo>
                <a:lnTo>
                  <a:pt x="1101100" y="1521704"/>
                </a:lnTo>
                <a:lnTo>
                  <a:pt x="1080973" y="1521704"/>
                </a:lnTo>
                <a:lnTo>
                  <a:pt x="1060837" y="1521704"/>
                </a:lnTo>
                <a:lnTo>
                  <a:pt x="1040711" y="1521704"/>
                </a:lnTo>
                <a:lnTo>
                  <a:pt x="1020575" y="1521704"/>
                </a:lnTo>
                <a:lnTo>
                  <a:pt x="1000449" y="1521704"/>
                </a:lnTo>
                <a:lnTo>
                  <a:pt x="980323" y="1521704"/>
                </a:lnTo>
                <a:lnTo>
                  <a:pt x="960187" y="1521704"/>
                </a:lnTo>
                <a:lnTo>
                  <a:pt x="940060" y="1521704"/>
                </a:lnTo>
                <a:lnTo>
                  <a:pt x="919934" y="1521704"/>
                </a:lnTo>
                <a:lnTo>
                  <a:pt x="899798" y="1521704"/>
                </a:lnTo>
                <a:lnTo>
                  <a:pt x="879672" y="1521704"/>
                </a:lnTo>
                <a:lnTo>
                  <a:pt x="859536" y="1521704"/>
                </a:lnTo>
                <a:lnTo>
                  <a:pt x="839410" y="1521704"/>
                </a:lnTo>
                <a:lnTo>
                  <a:pt x="819283" y="1521704"/>
                </a:lnTo>
                <a:lnTo>
                  <a:pt x="799148" y="1521704"/>
                </a:lnTo>
                <a:lnTo>
                  <a:pt x="779021" y="1521704"/>
                </a:lnTo>
                <a:lnTo>
                  <a:pt x="758895" y="1521704"/>
                </a:lnTo>
                <a:lnTo>
                  <a:pt x="738759" y="1521704"/>
                </a:lnTo>
                <a:lnTo>
                  <a:pt x="718633" y="1521704"/>
                </a:lnTo>
                <a:lnTo>
                  <a:pt x="698497" y="1521704"/>
                </a:lnTo>
                <a:lnTo>
                  <a:pt x="678371" y="1521704"/>
                </a:lnTo>
                <a:lnTo>
                  <a:pt x="658244" y="1521704"/>
                </a:lnTo>
                <a:lnTo>
                  <a:pt x="638108" y="1521704"/>
                </a:lnTo>
                <a:lnTo>
                  <a:pt x="617982" y="1521704"/>
                </a:lnTo>
                <a:lnTo>
                  <a:pt x="597846" y="1521704"/>
                </a:lnTo>
                <a:lnTo>
                  <a:pt x="577720" y="1521704"/>
                </a:lnTo>
                <a:lnTo>
                  <a:pt x="557594" y="1521704"/>
                </a:lnTo>
                <a:lnTo>
                  <a:pt x="537458" y="1521704"/>
                </a:lnTo>
                <a:lnTo>
                  <a:pt x="517331" y="1521704"/>
                </a:lnTo>
                <a:lnTo>
                  <a:pt x="497205" y="1521704"/>
                </a:lnTo>
                <a:lnTo>
                  <a:pt x="477069" y="1521704"/>
                </a:lnTo>
                <a:lnTo>
                  <a:pt x="456943" y="1521704"/>
                </a:lnTo>
                <a:lnTo>
                  <a:pt x="436807" y="1521704"/>
                </a:lnTo>
                <a:lnTo>
                  <a:pt x="417433" y="1519961"/>
                </a:lnTo>
                <a:lnTo>
                  <a:pt x="403517" y="1505417"/>
                </a:lnTo>
                <a:lnTo>
                  <a:pt x="389601" y="1490863"/>
                </a:lnTo>
                <a:lnTo>
                  <a:pt x="375685" y="1476318"/>
                </a:lnTo>
                <a:lnTo>
                  <a:pt x="361769" y="1461773"/>
                </a:lnTo>
                <a:lnTo>
                  <a:pt x="347853" y="1447229"/>
                </a:lnTo>
                <a:lnTo>
                  <a:pt x="333947" y="1432684"/>
                </a:lnTo>
                <a:lnTo>
                  <a:pt x="320030" y="1418130"/>
                </a:lnTo>
                <a:lnTo>
                  <a:pt x="306114" y="1403585"/>
                </a:lnTo>
                <a:lnTo>
                  <a:pt x="292198" y="1389040"/>
                </a:lnTo>
                <a:lnTo>
                  <a:pt x="278282" y="1374496"/>
                </a:lnTo>
                <a:lnTo>
                  <a:pt x="264376" y="1359941"/>
                </a:lnTo>
                <a:lnTo>
                  <a:pt x="250460" y="1345397"/>
                </a:lnTo>
                <a:lnTo>
                  <a:pt x="236544" y="1330852"/>
                </a:lnTo>
                <a:lnTo>
                  <a:pt x="222628" y="1316307"/>
                </a:lnTo>
                <a:lnTo>
                  <a:pt x="208712" y="1301763"/>
                </a:lnTo>
                <a:lnTo>
                  <a:pt x="194796" y="1287208"/>
                </a:lnTo>
                <a:lnTo>
                  <a:pt x="180889" y="1272664"/>
                </a:lnTo>
                <a:lnTo>
                  <a:pt x="166973" y="1258119"/>
                </a:lnTo>
                <a:lnTo>
                  <a:pt x="153057" y="1243574"/>
                </a:lnTo>
                <a:lnTo>
                  <a:pt x="139141" y="1229020"/>
                </a:lnTo>
                <a:lnTo>
                  <a:pt x="125225" y="1214476"/>
                </a:lnTo>
                <a:lnTo>
                  <a:pt x="111319" y="1199931"/>
                </a:lnTo>
                <a:lnTo>
                  <a:pt x="97403" y="1185386"/>
                </a:lnTo>
                <a:lnTo>
                  <a:pt x="83487" y="1170842"/>
                </a:lnTo>
                <a:lnTo>
                  <a:pt x="69571" y="1156287"/>
                </a:lnTo>
                <a:lnTo>
                  <a:pt x="55655" y="1141743"/>
                </a:lnTo>
                <a:lnTo>
                  <a:pt x="41739" y="1127198"/>
                </a:lnTo>
                <a:lnTo>
                  <a:pt x="27832" y="1112653"/>
                </a:lnTo>
                <a:lnTo>
                  <a:pt x="13916" y="1098109"/>
                </a:lnTo>
                <a:lnTo>
                  <a:pt x="0" y="1083554"/>
                </a:lnTo>
                <a:close/>
              </a:path>
            </a:pathLst>
          </a:custGeom>
          <a:solidFill xmlns:a="http://schemas.openxmlformats.org/drawingml/2006/main">
            <a:srgbClr val="DCE9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7" name="iceberg-upper-facet-2">
            <a:extLst xmlns:a="http://schemas.openxmlformats.org/drawingml/2006/main">
              <a:ext uri="{FF2B5EF4-FFF2-40B4-BE49-F238E27FC236}">
                <a16:creationId xmlns:a16="http://schemas.microsoft.com/office/drawing/2014/main" id="{D44E64AB-81EE-4C82-993F-6B324B30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2365048"/>
            <a:ext cx="1056142" cy="911552"/>
          </a:xfrm>
          <a:custGeom xmlns:a="http://schemas.openxmlformats.org/drawingml/2006/main">
            <a:pathLst>
              <a:path w="1056142" h="911552">
                <a:moveTo>
                  <a:pt x="0" y="111452"/>
                </a:moveTo>
                <a:lnTo>
                  <a:pt x="18440" y="107023"/>
                </a:lnTo>
                <a:lnTo>
                  <a:pt x="36890" y="102594"/>
                </a:lnTo>
                <a:lnTo>
                  <a:pt x="55331" y="98174"/>
                </a:lnTo>
                <a:lnTo>
                  <a:pt x="73771" y="93745"/>
                </a:lnTo>
                <a:lnTo>
                  <a:pt x="92221" y="89316"/>
                </a:lnTo>
                <a:lnTo>
                  <a:pt x="110661" y="84896"/>
                </a:lnTo>
                <a:lnTo>
                  <a:pt x="129102" y="80467"/>
                </a:lnTo>
                <a:lnTo>
                  <a:pt x="147552" y="76038"/>
                </a:lnTo>
                <a:lnTo>
                  <a:pt x="165992" y="71609"/>
                </a:lnTo>
                <a:lnTo>
                  <a:pt x="184433" y="67189"/>
                </a:lnTo>
                <a:lnTo>
                  <a:pt x="202883" y="62760"/>
                </a:lnTo>
                <a:lnTo>
                  <a:pt x="221323" y="58331"/>
                </a:lnTo>
                <a:lnTo>
                  <a:pt x="239763" y="53902"/>
                </a:lnTo>
                <a:lnTo>
                  <a:pt x="258213" y="49482"/>
                </a:lnTo>
                <a:lnTo>
                  <a:pt x="276654" y="45053"/>
                </a:lnTo>
                <a:lnTo>
                  <a:pt x="295094" y="40624"/>
                </a:lnTo>
                <a:lnTo>
                  <a:pt x="313544" y="36205"/>
                </a:lnTo>
                <a:lnTo>
                  <a:pt x="331984" y="31775"/>
                </a:lnTo>
                <a:lnTo>
                  <a:pt x="350425" y="27346"/>
                </a:lnTo>
                <a:lnTo>
                  <a:pt x="368875" y="22917"/>
                </a:lnTo>
                <a:lnTo>
                  <a:pt x="387315" y="18498"/>
                </a:lnTo>
                <a:lnTo>
                  <a:pt x="405755" y="14068"/>
                </a:lnTo>
                <a:lnTo>
                  <a:pt x="424205" y="9639"/>
                </a:lnTo>
                <a:lnTo>
                  <a:pt x="442646" y="5220"/>
                </a:lnTo>
                <a:lnTo>
                  <a:pt x="461086" y="791"/>
                </a:lnTo>
                <a:lnTo>
                  <a:pt x="478060" y="0"/>
                </a:lnTo>
                <a:lnTo>
                  <a:pt x="488232" y="16012"/>
                </a:lnTo>
                <a:lnTo>
                  <a:pt x="498405" y="32014"/>
                </a:lnTo>
                <a:lnTo>
                  <a:pt x="508578" y="48025"/>
                </a:lnTo>
                <a:lnTo>
                  <a:pt x="518751" y="64037"/>
                </a:lnTo>
                <a:lnTo>
                  <a:pt x="528923" y="80048"/>
                </a:lnTo>
                <a:lnTo>
                  <a:pt x="539096" y="96050"/>
                </a:lnTo>
                <a:lnTo>
                  <a:pt x="549269" y="112062"/>
                </a:lnTo>
                <a:lnTo>
                  <a:pt x="559441" y="128073"/>
                </a:lnTo>
                <a:lnTo>
                  <a:pt x="569614" y="144075"/>
                </a:lnTo>
                <a:lnTo>
                  <a:pt x="579787" y="160087"/>
                </a:lnTo>
                <a:lnTo>
                  <a:pt x="589959" y="176098"/>
                </a:lnTo>
                <a:lnTo>
                  <a:pt x="600132" y="192110"/>
                </a:lnTo>
                <a:lnTo>
                  <a:pt x="610305" y="208112"/>
                </a:lnTo>
                <a:lnTo>
                  <a:pt x="620468" y="224123"/>
                </a:lnTo>
                <a:lnTo>
                  <a:pt x="630641" y="240135"/>
                </a:lnTo>
                <a:lnTo>
                  <a:pt x="640813" y="256146"/>
                </a:lnTo>
                <a:lnTo>
                  <a:pt x="650986" y="272148"/>
                </a:lnTo>
                <a:lnTo>
                  <a:pt x="661159" y="288160"/>
                </a:lnTo>
                <a:lnTo>
                  <a:pt x="671332" y="304171"/>
                </a:lnTo>
                <a:lnTo>
                  <a:pt x="681504" y="320173"/>
                </a:lnTo>
                <a:lnTo>
                  <a:pt x="691677" y="336185"/>
                </a:lnTo>
                <a:lnTo>
                  <a:pt x="701850" y="352196"/>
                </a:lnTo>
                <a:lnTo>
                  <a:pt x="712022" y="368208"/>
                </a:lnTo>
                <a:lnTo>
                  <a:pt x="722195" y="384210"/>
                </a:lnTo>
                <a:lnTo>
                  <a:pt x="732368" y="400221"/>
                </a:lnTo>
                <a:lnTo>
                  <a:pt x="742540" y="416233"/>
                </a:lnTo>
                <a:lnTo>
                  <a:pt x="752713" y="432235"/>
                </a:lnTo>
                <a:lnTo>
                  <a:pt x="762886" y="448247"/>
                </a:lnTo>
                <a:lnTo>
                  <a:pt x="773059" y="464258"/>
                </a:lnTo>
                <a:lnTo>
                  <a:pt x="783231" y="480270"/>
                </a:lnTo>
                <a:lnTo>
                  <a:pt x="793404" y="496272"/>
                </a:lnTo>
                <a:lnTo>
                  <a:pt x="803577" y="512283"/>
                </a:lnTo>
                <a:lnTo>
                  <a:pt x="813749" y="528295"/>
                </a:lnTo>
                <a:lnTo>
                  <a:pt x="823922" y="544297"/>
                </a:lnTo>
                <a:lnTo>
                  <a:pt x="834095" y="560308"/>
                </a:lnTo>
                <a:lnTo>
                  <a:pt x="844267" y="576320"/>
                </a:lnTo>
                <a:lnTo>
                  <a:pt x="854440" y="592331"/>
                </a:lnTo>
                <a:lnTo>
                  <a:pt x="864603" y="608333"/>
                </a:lnTo>
                <a:lnTo>
                  <a:pt x="874776" y="624345"/>
                </a:lnTo>
                <a:lnTo>
                  <a:pt x="884949" y="640356"/>
                </a:lnTo>
                <a:lnTo>
                  <a:pt x="895121" y="656368"/>
                </a:lnTo>
                <a:lnTo>
                  <a:pt x="905294" y="672370"/>
                </a:lnTo>
                <a:lnTo>
                  <a:pt x="915467" y="688381"/>
                </a:lnTo>
                <a:lnTo>
                  <a:pt x="925640" y="704393"/>
                </a:lnTo>
                <a:lnTo>
                  <a:pt x="935812" y="720395"/>
                </a:lnTo>
                <a:lnTo>
                  <a:pt x="945985" y="736406"/>
                </a:lnTo>
                <a:lnTo>
                  <a:pt x="956158" y="752418"/>
                </a:lnTo>
                <a:lnTo>
                  <a:pt x="966330" y="768429"/>
                </a:lnTo>
                <a:lnTo>
                  <a:pt x="976503" y="784431"/>
                </a:lnTo>
                <a:lnTo>
                  <a:pt x="986676" y="800443"/>
                </a:lnTo>
                <a:lnTo>
                  <a:pt x="996848" y="816454"/>
                </a:lnTo>
                <a:lnTo>
                  <a:pt x="1007021" y="832456"/>
                </a:lnTo>
                <a:lnTo>
                  <a:pt x="1017194" y="848468"/>
                </a:lnTo>
                <a:lnTo>
                  <a:pt x="1027367" y="864479"/>
                </a:lnTo>
                <a:lnTo>
                  <a:pt x="1037539" y="880491"/>
                </a:lnTo>
                <a:lnTo>
                  <a:pt x="1047712" y="896493"/>
                </a:lnTo>
                <a:lnTo>
                  <a:pt x="1056142" y="911552"/>
                </a:lnTo>
                <a:lnTo>
                  <a:pt x="1037177" y="911552"/>
                </a:lnTo>
                <a:lnTo>
                  <a:pt x="1018213" y="911552"/>
                </a:lnTo>
                <a:lnTo>
                  <a:pt x="999239" y="911552"/>
                </a:lnTo>
                <a:lnTo>
                  <a:pt x="980275" y="911552"/>
                </a:lnTo>
                <a:lnTo>
                  <a:pt x="961311" y="911552"/>
                </a:lnTo>
                <a:lnTo>
                  <a:pt x="942337" y="911552"/>
                </a:lnTo>
                <a:lnTo>
                  <a:pt x="923373" y="911552"/>
                </a:lnTo>
                <a:lnTo>
                  <a:pt x="904408" y="911552"/>
                </a:lnTo>
                <a:lnTo>
                  <a:pt x="885434" y="911552"/>
                </a:lnTo>
                <a:lnTo>
                  <a:pt x="866470" y="911552"/>
                </a:lnTo>
                <a:lnTo>
                  <a:pt x="847506" y="911552"/>
                </a:lnTo>
                <a:lnTo>
                  <a:pt x="828532" y="911552"/>
                </a:lnTo>
                <a:lnTo>
                  <a:pt x="809568" y="911552"/>
                </a:lnTo>
                <a:lnTo>
                  <a:pt x="790604" y="911552"/>
                </a:lnTo>
                <a:lnTo>
                  <a:pt x="771630" y="911552"/>
                </a:lnTo>
                <a:lnTo>
                  <a:pt x="752666" y="911552"/>
                </a:lnTo>
                <a:lnTo>
                  <a:pt x="733701" y="911552"/>
                </a:lnTo>
                <a:lnTo>
                  <a:pt x="714737" y="911552"/>
                </a:lnTo>
                <a:lnTo>
                  <a:pt x="695763" y="911552"/>
                </a:lnTo>
                <a:lnTo>
                  <a:pt x="676799" y="911552"/>
                </a:lnTo>
                <a:lnTo>
                  <a:pt x="657835" y="911552"/>
                </a:lnTo>
                <a:lnTo>
                  <a:pt x="638861" y="911552"/>
                </a:lnTo>
                <a:lnTo>
                  <a:pt x="619897" y="911552"/>
                </a:lnTo>
                <a:lnTo>
                  <a:pt x="600932" y="911552"/>
                </a:lnTo>
                <a:lnTo>
                  <a:pt x="581958" y="911552"/>
                </a:lnTo>
                <a:lnTo>
                  <a:pt x="562994" y="911552"/>
                </a:lnTo>
                <a:lnTo>
                  <a:pt x="544030" y="911552"/>
                </a:lnTo>
                <a:lnTo>
                  <a:pt x="525056" y="911552"/>
                </a:lnTo>
                <a:lnTo>
                  <a:pt x="506092" y="911552"/>
                </a:lnTo>
                <a:lnTo>
                  <a:pt x="487128" y="911552"/>
                </a:lnTo>
                <a:lnTo>
                  <a:pt x="468154" y="911552"/>
                </a:lnTo>
                <a:lnTo>
                  <a:pt x="449189" y="911552"/>
                </a:lnTo>
                <a:lnTo>
                  <a:pt x="430225" y="911552"/>
                </a:lnTo>
                <a:lnTo>
                  <a:pt x="411251" y="911552"/>
                </a:lnTo>
                <a:lnTo>
                  <a:pt x="392287" y="911552"/>
                </a:lnTo>
                <a:lnTo>
                  <a:pt x="373323" y="911552"/>
                </a:lnTo>
                <a:lnTo>
                  <a:pt x="354349" y="911552"/>
                </a:lnTo>
                <a:lnTo>
                  <a:pt x="335385" y="911552"/>
                </a:lnTo>
                <a:lnTo>
                  <a:pt x="316421" y="911552"/>
                </a:lnTo>
                <a:lnTo>
                  <a:pt x="297456" y="911552"/>
                </a:lnTo>
                <a:lnTo>
                  <a:pt x="278482" y="911552"/>
                </a:lnTo>
                <a:lnTo>
                  <a:pt x="259518" y="911552"/>
                </a:lnTo>
                <a:lnTo>
                  <a:pt x="240554" y="911552"/>
                </a:lnTo>
                <a:lnTo>
                  <a:pt x="221580" y="911552"/>
                </a:lnTo>
                <a:lnTo>
                  <a:pt x="202616" y="911552"/>
                </a:lnTo>
                <a:lnTo>
                  <a:pt x="183652" y="911552"/>
                </a:lnTo>
                <a:lnTo>
                  <a:pt x="164678" y="911552"/>
                </a:lnTo>
                <a:lnTo>
                  <a:pt x="145713" y="911552"/>
                </a:lnTo>
                <a:lnTo>
                  <a:pt x="140037" y="895674"/>
                </a:lnTo>
                <a:lnTo>
                  <a:pt x="136703" y="877005"/>
                </a:lnTo>
                <a:lnTo>
                  <a:pt x="133369" y="858326"/>
                </a:lnTo>
                <a:lnTo>
                  <a:pt x="130035" y="839657"/>
                </a:lnTo>
                <a:lnTo>
                  <a:pt x="126702" y="820988"/>
                </a:lnTo>
                <a:lnTo>
                  <a:pt x="123368" y="802310"/>
                </a:lnTo>
                <a:lnTo>
                  <a:pt x="120034" y="783641"/>
                </a:lnTo>
                <a:lnTo>
                  <a:pt x="116700" y="764972"/>
                </a:lnTo>
                <a:lnTo>
                  <a:pt x="113367" y="746293"/>
                </a:lnTo>
                <a:lnTo>
                  <a:pt x="110033" y="727624"/>
                </a:lnTo>
                <a:lnTo>
                  <a:pt x="106699" y="708955"/>
                </a:lnTo>
                <a:lnTo>
                  <a:pt x="103365" y="690277"/>
                </a:lnTo>
                <a:lnTo>
                  <a:pt x="100032" y="671608"/>
                </a:lnTo>
                <a:lnTo>
                  <a:pt x="96698" y="652939"/>
                </a:lnTo>
                <a:lnTo>
                  <a:pt x="93364" y="634260"/>
                </a:lnTo>
                <a:lnTo>
                  <a:pt x="90021" y="615591"/>
                </a:lnTo>
                <a:lnTo>
                  <a:pt x="86687" y="596922"/>
                </a:lnTo>
                <a:lnTo>
                  <a:pt x="83353" y="578253"/>
                </a:lnTo>
                <a:lnTo>
                  <a:pt x="80020" y="559575"/>
                </a:lnTo>
                <a:lnTo>
                  <a:pt x="76686" y="540906"/>
                </a:lnTo>
                <a:lnTo>
                  <a:pt x="73352" y="522237"/>
                </a:lnTo>
                <a:lnTo>
                  <a:pt x="70018" y="503558"/>
                </a:lnTo>
                <a:lnTo>
                  <a:pt x="66685" y="484889"/>
                </a:lnTo>
                <a:lnTo>
                  <a:pt x="63351" y="466220"/>
                </a:lnTo>
                <a:lnTo>
                  <a:pt x="60017" y="447542"/>
                </a:lnTo>
                <a:lnTo>
                  <a:pt x="56683" y="428873"/>
                </a:lnTo>
                <a:lnTo>
                  <a:pt x="53350" y="410204"/>
                </a:lnTo>
                <a:lnTo>
                  <a:pt x="50016" y="391525"/>
                </a:lnTo>
                <a:lnTo>
                  <a:pt x="46682" y="372856"/>
                </a:lnTo>
                <a:lnTo>
                  <a:pt x="43348" y="354187"/>
                </a:lnTo>
                <a:lnTo>
                  <a:pt x="40015" y="335518"/>
                </a:lnTo>
                <a:lnTo>
                  <a:pt x="36681" y="316840"/>
                </a:lnTo>
                <a:lnTo>
                  <a:pt x="33347" y="298171"/>
                </a:lnTo>
                <a:lnTo>
                  <a:pt x="30013" y="279502"/>
                </a:lnTo>
                <a:lnTo>
                  <a:pt x="26670" y="260823"/>
                </a:lnTo>
                <a:lnTo>
                  <a:pt x="23336" y="242154"/>
                </a:lnTo>
                <a:lnTo>
                  <a:pt x="20003" y="223485"/>
                </a:lnTo>
                <a:lnTo>
                  <a:pt x="16669" y="204807"/>
                </a:lnTo>
                <a:lnTo>
                  <a:pt x="13335" y="186138"/>
                </a:lnTo>
                <a:lnTo>
                  <a:pt x="10001" y="167469"/>
                </a:lnTo>
                <a:lnTo>
                  <a:pt x="6668" y="148790"/>
                </a:lnTo>
                <a:lnTo>
                  <a:pt x="3334" y="130121"/>
                </a:lnTo>
                <a:lnTo>
                  <a:pt x="0" y="111452"/>
                </a:lnTo>
                <a:close/>
              </a:path>
            </a:pathLst>
          </a:custGeom>
          <a:solidFill xmlns:a="http://schemas.openxmlformats.org/drawingml/2006/main">
            <a:srgbClr val="CFE1E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iceberg-upper-facet-3">
            <a:extLst xmlns:a="http://schemas.openxmlformats.org/drawingml/2006/main">
              <a:ext uri="{FF2B5EF4-FFF2-40B4-BE49-F238E27FC236}">
                <a16:creationId xmlns:a16="http://schemas.microsoft.com/office/drawing/2014/main" id="{C193FC34-CB9A-417D-906E-C7AD3C88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2362200"/>
            <a:ext cx="1647482" cy="914400"/>
          </a:xfrm>
          <a:custGeom xmlns:a="http://schemas.openxmlformats.org/drawingml/2006/main">
            <a:pathLst>
              <a:path w="1647482" h="914400">
                <a:moveTo>
                  <a:pt x="0" y="0"/>
                </a:moveTo>
                <a:lnTo>
                  <a:pt x="16640" y="9230"/>
                </a:lnTo>
                <a:lnTo>
                  <a:pt x="33280" y="18469"/>
                </a:lnTo>
                <a:lnTo>
                  <a:pt x="49921" y="27699"/>
                </a:lnTo>
                <a:lnTo>
                  <a:pt x="66561" y="36938"/>
                </a:lnTo>
                <a:lnTo>
                  <a:pt x="83210" y="46168"/>
                </a:lnTo>
                <a:lnTo>
                  <a:pt x="99851" y="55407"/>
                </a:lnTo>
                <a:lnTo>
                  <a:pt x="116491" y="64637"/>
                </a:lnTo>
                <a:lnTo>
                  <a:pt x="133131" y="73876"/>
                </a:lnTo>
                <a:lnTo>
                  <a:pt x="149771" y="83106"/>
                </a:lnTo>
                <a:lnTo>
                  <a:pt x="166411" y="92345"/>
                </a:lnTo>
                <a:lnTo>
                  <a:pt x="183051" y="101575"/>
                </a:lnTo>
                <a:lnTo>
                  <a:pt x="199692" y="110814"/>
                </a:lnTo>
                <a:lnTo>
                  <a:pt x="216332" y="120044"/>
                </a:lnTo>
                <a:lnTo>
                  <a:pt x="232982" y="129283"/>
                </a:lnTo>
                <a:lnTo>
                  <a:pt x="249622" y="138513"/>
                </a:lnTo>
                <a:lnTo>
                  <a:pt x="266262" y="147752"/>
                </a:lnTo>
                <a:lnTo>
                  <a:pt x="282902" y="156982"/>
                </a:lnTo>
                <a:lnTo>
                  <a:pt x="299542" y="166221"/>
                </a:lnTo>
                <a:lnTo>
                  <a:pt x="316182" y="175451"/>
                </a:lnTo>
                <a:lnTo>
                  <a:pt x="332823" y="184690"/>
                </a:lnTo>
                <a:lnTo>
                  <a:pt x="349463" y="193919"/>
                </a:lnTo>
                <a:lnTo>
                  <a:pt x="366103" y="203159"/>
                </a:lnTo>
                <a:lnTo>
                  <a:pt x="382743" y="212388"/>
                </a:lnTo>
                <a:lnTo>
                  <a:pt x="399393" y="221628"/>
                </a:lnTo>
                <a:lnTo>
                  <a:pt x="416033" y="230857"/>
                </a:lnTo>
                <a:lnTo>
                  <a:pt x="432673" y="240097"/>
                </a:lnTo>
                <a:lnTo>
                  <a:pt x="449313" y="249326"/>
                </a:lnTo>
                <a:lnTo>
                  <a:pt x="465953" y="258566"/>
                </a:lnTo>
                <a:lnTo>
                  <a:pt x="482594" y="267795"/>
                </a:lnTo>
                <a:lnTo>
                  <a:pt x="499234" y="277035"/>
                </a:lnTo>
                <a:lnTo>
                  <a:pt x="515874" y="286264"/>
                </a:lnTo>
                <a:lnTo>
                  <a:pt x="532514" y="295504"/>
                </a:lnTo>
                <a:lnTo>
                  <a:pt x="549164" y="304733"/>
                </a:lnTo>
                <a:lnTo>
                  <a:pt x="565804" y="313973"/>
                </a:lnTo>
                <a:lnTo>
                  <a:pt x="582444" y="323202"/>
                </a:lnTo>
                <a:lnTo>
                  <a:pt x="599084" y="332442"/>
                </a:lnTo>
                <a:lnTo>
                  <a:pt x="615725" y="341671"/>
                </a:lnTo>
                <a:lnTo>
                  <a:pt x="632365" y="350911"/>
                </a:lnTo>
                <a:lnTo>
                  <a:pt x="649005" y="360140"/>
                </a:lnTo>
                <a:lnTo>
                  <a:pt x="665645" y="369380"/>
                </a:lnTo>
                <a:lnTo>
                  <a:pt x="682285" y="378609"/>
                </a:lnTo>
                <a:lnTo>
                  <a:pt x="698935" y="387848"/>
                </a:lnTo>
                <a:lnTo>
                  <a:pt x="715575" y="397078"/>
                </a:lnTo>
                <a:lnTo>
                  <a:pt x="732215" y="406317"/>
                </a:lnTo>
                <a:lnTo>
                  <a:pt x="748856" y="415547"/>
                </a:lnTo>
                <a:lnTo>
                  <a:pt x="765496" y="424786"/>
                </a:lnTo>
                <a:lnTo>
                  <a:pt x="782136" y="434016"/>
                </a:lnTo>
                <a:lnTo>
                  <a:pt x="798776" y="443255"/>
                </a:lnTo>
                <a:lnTo>
                  <a:pt x="815416" y="452485"/>
                </a:lnTo>
                <a:lnTo>
                  <a:pt x="832056" y="461724"/>
                </a:lnTo>
                <a:lnTo>
                  <a:pt x="848706" y="470954"/>
                </a:lnTo>
                <a:lnTo>
                  <a:pt x="865346" y="480193"/>
                </a:lnTo>
                <a:lnTo>
                  <a:pt x="881986" y="489423"/>
                </a:lnTo>
                <a:lnTo>
                  <a:pt x="898627" y="498662"/>
                </a:lnTo>
                <a:lnTo>
                  <a:pt x="915267" y="507892"/>
                </a:lnTo>
                <a:lnTo>
                  <a:pt x="931907" y="517131"/>
                </a:lnTo>
                <a:lnTo>
                  <a:pt x="948547" y="526361"/>
                </a:lnTo>
                <a:lnTo>
                  <a:pt x="965187" y="535600"/>
                </a:lnTo>
                <a:lnTo>
                  <a:pt x="981827" y="544830"/>
                </a:lnTo>
                <a:lnTo>
                  <a:pt x="998468" y="554069"/>
                </a:lnTo>
                <a:lnTo>
                  <a:pt x="1015117" y="563299"/>
                </a:lnTo>
                <a:lnTo>
                  <a:pt x="1031758" y="572538"/>
                </a:lnTo>
                <a:lnTo>
                  <a:pt x="1048398" y="581768"/>
                </a:lnTo>
                <a:lnTo>
                  <a:pt x="1065038" y="591007"/>
                </a:lnTo>
                <a:lnTo>
                  <a:pt x="1081678" y="600237"/>
                </a:lnTo>
                <a:lnTo>
                  <a:pt x="1098318" y="609476"/>
                </a:lnTo>
                <a:lnTo>
                  <a:pt x="1114958" y="618706"/>
                </a:lnTo>
                <a:lnTo>
                  <a:pt x="1131599" y="627945"/>
                </a:lnTo>
                <a:lnTo>
                  <a:pt x="1148239" y="637175"/>
                </a:lnTo>
                <a:lnTo>
                  <a:pt x="1164888" y="646414"/>
                </a:lnTo>
                <a:lnTo>
                  <a:pt x="1181529" y="655644"/>
                </a:lnTo>
                <a:lnTo>
                  <a:pt x="1198169" y="664883"/>
                </a:lnTo>
                <a:lnTo>
                  <a:pt x="1214809" y="674113"/>
                </a:lnTo>
                <a:lnTo>
                  <a:pt x="1231449" y="683352"/>
                </a:lnTo>
                <a:lnTo>
                  <a:pt x="1248089" y="692582"/>
                </a:lnTo>
                <a:lnTo>
                  <a:pt x="1264730" y="701821"/>
                </a:lnTo>
                <a:lnTo>
                  <a:pt x="1281370" y="711051"/>
                </a:lnTo>
                <a:lnTo>
                  <a:pt x="1298010" y="720281"/>
                </a:lnTo>
                <a:lnTo>
                  <a:pt x="1314660" y="729520"/>
                </a:lnTo>
                <a:lnTo>
                  <a:pt x="1331300" y="738749"/>
                </a:lnTo>
                <a:lnTo>
                  <a:pt x="1347940" y="747989"/>
                </a:lnTo>
                <a:lnTo>
                  <a:pt x="1364580" y="757218"/>
                </a:lnTo>
                <a:lnTo>
                  <a:pt x="1381220" y="766458"/>
                </a:lnTo>
                <a:lnTo>
                  <a:pt x="1397860" y="775687"/>
                </a:lnTo>
                <a:lnTo>
                  <a:pt x="1414501" y="784927"/>
                </a:lnTo>
                <a:lnTo>
                  <a:pt x="1431141" y="794156"/>
                </a:lnTo>
                <a:lnTo>
                  <a:pt x="1447781" y="803396"/>
                </a:lnTo>
                <a:lnTo>
                  <a:pt x="1464421" y="812625"/>
                </a:lnTo>
                <a:lnTo>
                  <a:pt x="1481071" y="821865"/>
                </a:lnTo>
                <a:lnTo>
                  <a:pt x="1497711" y="831094"/>
                </a:lnTo>
                <a:lnTo>
                  <a:pt x="1514351" y="840334"/>
                </a:lnTo>
                <a:lnTo>
                  <a:pt x="1530991" y="849563"/>
                </a:lnTo>
                <a:lnTo>
                  <a:pt x="1547632" y="858803"/>
                </a:lnTo>
                <a:lnTo>
                  <a:pt x="1564272" y="868032"/>
                </a:lnTo>
                <a:lnTo>
                  <a:pt x="1580912" y="877272"/>
                </a:lnTo>
                <a:lnTo>
                  <a:pt x="1597552" y="886501"/>
                </a:lnTo>
                <a:lnTo>
                  <a:pt x="1614192" y="895741"/>
                </a:lnTo>
                <a:lnTo>
                  <a:pt x="1630842" y="904970"/>
                </a:lnTo>
                <a:lnTo>
                  <a:pt x="1647482" y="914210"/>
                </a:lnTo>
                <a:lnTo>
                  <a:pt x="1629185" y="914400"/>
                </a:lnTo>
                <a:lnTo>
                  <a:pt x="1610154" y="914400"/>
                </a:lnTo>
                <a:lnTo>
                  <a:pt x="1591123" y="914400"/>
                </a:lnTo>
                <a:lnTo>
                  <a:pt x="1572092" y="914400"/>
                </a:lnTo>
                <a:lnTo>
                  <a:pt x="1553061" y="914400"/>
                </a:lnTo>
                <a:lnTo>
                  <a:pt x="1534030" y="914400"/>
                </a:lnTo>
                <a:lnTo>
                  <a:pt x="1514999" y="914400"/>
                </a:lnTo>
                <a:lnTo>
                  <a:pt x="1495968" y="914400"/>
                </a:lnTo>
                <a:lnTo>
                  <a:pt x="1476937" y="914400"/>
                </a:lnTo>
                <a:lnTo>
                  <a:pt x="1457906" y="914400"/>
                </a:lnTo>
                <a:lnTo>
                  <a:pt x="1438875" y="914400"/>
                </a:lnTo>
                <a:lnTo>
                  <a:pt x="1419844" y="914400"/>
                </a:lnTo>
                <a:lnTo>
                  <a:pt x="1400813" y="914400"/>
                </a:lnTo>
                <a:lnTo>
                  <a:pt x="1381773" y="914400"/>
                </a:lnTo>
                <a:lnTo>
                  <a:pt x="1362742" y="914400"/>
                </a:lnTo>
                <a:lnTo>
                  <a:pt x="1343711" y="914400"/>
                </a:lnTo>
                <a:lnTo>
                  <a:pt x="1324680" y="914400"/>
                </a:lnTo>
                <a:lnTo>
                  <a:pt x="1305649" y="914400"/>
                </a:lnTo>
                <a:lnTo>
                  <a:pt x="1286618" y="914400"/>
                </a:lnTo>
                <a:lnTo>
                  <a:pt x="1267587" y="914400"/>
                </a:lnTo>
                <a:lnTo>
                  <a:pt x="1248556" y="914400"/>
                </a:lnTo>
                <a:lnTo>
                  <a:pt x="1229525" y="914400"/>
                </a:lnTo>
                <a:lnTo>
                  <a:pt x="1210494" y="914400"/>
                </a:lnTo>
                <a:lnTo>
                  <a:pt x="1191463" y="914400"/>
                </a:lnTo>
                <a:lnTo>
                  <a:pt x="1172432" y="914400"/>
                </a:lnTo>
                <a:lnTo>
                  <a:pt x="1153401" y="914400"/>
                </a:lnTo>
                <a:lnTo>
                  <a:pt x="1134370" y="914400"/>
                </a:lnTo>
                <a:lnTo>
                  <a:pt x="1115330" y="914400"/>
                </a:lnTo>
                <a:lnTo>
                  <a:pt x="1096299" y="914400"/>
                </a:lnTo>
                <a:lnTo>
                  <a:pt x="1077268" y="914400"/>
                </a:lnTo>
                <a:lnTo>
                  <a:pt x="1058237" y="914400"/>
                </a:lnTo>
                <a:lnTo>
                  <a:pt x="1039206" y="914400"/>
                </a:lnTo>
                <a:lnTo>
                  <a:pt x="1020175" y="914400"/>
                </a:lnTo>
                <a:lnTo>
                  <a:pt x="1001144" y="914400"/>
                </a:lnTo>
                <a:lnTo>
                  <a:pt x="982113" y="914400"/>
                </a:lnTo>
                <a:lnTo>
                  <a:pt x="963082" y="914400"/>
                </a:lnTo>
                <a:lnTo>
                  <a:pt x="944051" y="914400"/>
                </a:lnTo>
                <a:lnTo>
                  <a:pt x="925020" y="914400"/>
                </a:lnTo>
                <a:lnTo>
                  <a:pt x="905989" y="914400"/>
                </a:lnTo>
                <a:lnTo>
                  <a:pt x="886958" y="914400"/>
                </a:lnTo>
                <a:lnTo>
                  <a:pt x="867918" y="914400"/>
                </a:lnTo>
                <a:lnTo>
                  <a:pt x="848887" y="914400"/>
                </a:lnTo>
                <a:lnTo>
                  <a:pt x="829856" y="914400"/>
                </a:lnTo>
                <a:lnTo>
                  <a:pt x="810825" y="914400"/>
                </a:lnTo>
                <a:lnTo>
                  <a:pt x="791794" y="914400"/>
                </a:lnTo>
                <a:lnTo>
                  <a:pt x="772763" y="914400"/>
                </a:lnTo>
                <a:lnTo>
                  <a:pt x="753732" y="914400"/>
                </a:lnTo>
                <a:lnTo>
                  <a:pt x="734701" y="914400"/>
                </a:lnTo>
                <a:lnTo>
                  <a:pt x="715670" y="914400"/>
                </a:lnTo>
                <a:lnTo>
                  <a:pt x="696639" y="914400"/>
                </a:lnTo>
                <a:lnTo>
                  <a:pt x="677609" y="914400"/>
                </a:lnTo>
                <a:lnTo>
                  <a:pt x="658578" y="914400"/>
                </a:lnTo>
                <a:lnTo>
                  <a:pt x="639547" y="914400"/>
                </a:lnTo>
                <a:lnTo>
                  <a:pt x="620516" y="914400"/>
                </a:lnTo>
                <a:lnTo>
                  <a:pt x="601475" y="914400"/>
                </a:lnTo>
                <a:lnTo>
                  <a:pt x="582444" y="914400"/>
                </a:lnTo>
                <a:lnTo>
                  <a:pt x="571586" y="899541"/>
                </a:lnTo>
                <a:lnTo>
                  <a:pt x="561375" y="883472"/>
                </a:lnTo>
                <a:lnTo>
                  <a:pt x="551164" y="867413"/>
                </a:lnTo>
                <a:lnTo>
                  <a:pt x="540963" y="851345"/>
                </a:lnTo>
                <a:lnTo>
                  <a:pt x="530752" y="835285"/>
                </a:lnTo>
                <a:lnTo>
                  <a:pt x="520551" y="819226"/>
                </a:lnTo>
                <a:lnTo>
                  <a:pt x="510340" y="803158"/>
                </a:lnTo>
                <a:lnTo>
                  <a:pt x="500129" y="787098"/>
                </a:lnTo>
                <a:lnTo>
                  <a:pt x="489928" y="771030"/>
                </a:lnTo>
                <a:lnTo>
                  <a:pt x="479717" y="754971"/>
                </a:lnTo>
                <a:lnTo>
                  <a:pt x="469516" y="738902"/>
                </a:lnTo>
                <a:lnTo>
                  <a:pt x="459305" y="722843"/>
                </a:lnTo>
                <a:lnTo>
                  <a:pt x="449104" y="706784"/>
                </a:lnTo>
                <a:lnTo>
                  <a:pt x="438893" y="690715"/>
                </a:lnTo>
                <a:lnTo>
                  <a:pt x="428682" y="674656"/>
                </a:lnTo>
                <a:lnTo>
                  <a:pt x="418481" y="658587"/>
                </a:lnTo>
                <a:lnTo>
                  <a:pt x="408270" y="642528"/>
                </a:lnTo>
                <a:lnTo>
                  <a:pt x="398069" y="626459"/>
                </a:lnTo>
                <a:lnTo>
                  <a:pt x="387858" y="610400"/>
                </a:lnTo>
                <a:lnTo>
                  <a:pt x="377647" y="594341"/>
                </a:lnTo>
                <a:lnTo>
                  <a:pt x="367446" y="578272"/>
                </a:lnTo>
                <a:lnTo>
                  <a:pt x="357235" y="562213"/>
                </a:lnTo>
                <a:lnTo>
                  <a:pt x="347034" y="546144"/>
                </a:lnTo>
                <a:lnTo>
                  <a:pt x="336823" y="530085"/>
                </a:lnTo>
                <a:lnTo>
                  <a:pt x="326622" y="514017"/>
                </a:lnTo>
                <a:lnTo>
                  <a:pt x="316411" y="497957"/>
                </a:lnTo>
                <a:lnTo>
                  <a:pt x="306200" y="481898"/>
                </a:lnTo>
                <a:lnTo>
                  <a:pt x="295999" y="465830"/>
                </a:lnTo>
                <a:lnTo>
                  <a:pt x="285788" y="449771"/>
                </a:lnTo>
                <a:lnTo>
                  <a:pt x="275587" y="433702"/>
                </a:lnTo>
                <a:lnTo>
                  <a:pt x="265376" y="417643"/>
                </a:lnTo>
                <a:lnTo>
                  <a:pt x="255165" y="401584"/>
                </a:lnTo>
                <a:lnTo>
                  <a:pt x="244964" y="385515"/>
                </a:lnTo>
                <a:lnTo>
                  <a:pt x="234753" y="369456"/>
                </a:lnTo>
                <a:lnTo>
                  <a:pt x="224552" y="353387"/>
                </a:lnTo>
                <a:lnTo>
                  <a:pt x="214341" y="337328"/>
                </a:lnTo>
                <a:lnTo>
                  <a:pt x="204140" y="321259"/>
                </a:lnTo>
                <a:lnTo>
                  <a:pt x="193929" y="305200"/>
                </a:lnTo>
                <a:lnTo>
                  <a:pt x="183718" y="289141"/>
                </a:lnTo>
                <a:lnTo>
                  <a:pt x="173517" y="273072"/>
                </a:lnTo>
                <a:lnTo>
                  <a:pt x="163306" y="257013"/>
                </a:lnTo>
                <a:lnTo>
                  <a:pt x="153105" y="240944"/>
                </a:lnTo>
                <a:lnTo>
                  <a:pt x="142894" y="224885"/>
                </a:lnTo>
                <a:lnTo>
                  <a:pt x="132693" y="208817"/>
                </a:lnTo>
                <a:lnTo>
                  <a:pt x="122482" y="192757"/>
                </a:lnTo>
                <a:lnTo>
                  <a:pt x="112271" y="176698"/>
                </a:lnTo>
                <a:lnTo>
                  <a:pt x="102070" y="160630"/>
                </a:lnTo>
                <a:lnTo>
                  <a:pt x="91859" y="144570"/>
                </a:lnTo>
                <a:lnTo>
                  <a:pt x="81658" y="128502"/>
                </a:lnTo>
                <a:lnTo>
                  <a:pt x="71447" y="112443"/>
                </a:lnTo>
                <a:lnTo>
                  <a:pt x="61246" y="96383"/>
                </a:lnTo>
                <a:lnTo>
                  <a:pt x="51035" y="80315"/>
                </a:lnTo>
                <a:lnTo>
                  <a:pt x="40824" y="64256"/>
                </a:lnTo>
                <a:lnTo>
                  <a:pt x="30623" y="48187"/>
                </a:lnTo>
                <a:lnTo>
                  <a:pt x="20412" y="32128"/>
                </a:lnTo>
                <a:lnTo>
                  <a:pt x="10211" y="160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3D9E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9" name="iceberg-hidden-band-0">
            <a:extLst xmlns:a="http://schemas.openxmlformats.org/drawingml/2006/main">
              <a:ext uri="{FF2B5EF4-FFF2-40B4-BE49-F238E27FC236}">
                <a16:creationId xmlns:a16="http://schemas.microsoft.com/office/drawing/2014/main" id="{4B0C32AE-E082-4F1F-BBCD-EB804330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5796" y="3333750"/>
            <a:ext cx="5362661" cy="895350"/>
          </a:xfrm>
          <a:custGeom xmlns:a="http://schemas.openxmlformats.org/drawingml/2006/main">
            <a:pathLst>
              <a:path w="5362661" h="895350">
                <a:moveTo>
                  <a:pt x="191329" y="0"/>
                </a:moveTo>
                <a:lnTo>
                  <a:pt x="241716" y="0"/>
                </a:lnTo>
                <a:lnTo>
                  <a:pt x="292103" y="0"/>
                </a:lnTo>
                <a:lnTo>
                  <a:pt x="342490" y="0"/>
                </a:lnTo>
                <a:lnTo>
                  <a:pt x="392878" y="0"/>
                </a:lnTo>
                <a:lnTo>
                  <a:pt x="443255" y="0"/>
                </a:lnTo>
                <a:lnTo>
                  <a:pt x="493643" y="0"/>
                </a:lnTo>
                <a:lnTo>
                  <a:pt x="544030" y="0"/>
                </a:lnTo>
                <a:lnTo>
                  <a:pt x="594417" y="0"/>
                </a:lnTo>
                <a:lnTo>
                  <a:pt x="644804" y="0"/>
                </a:lnTo>
                <a:lnTo>
                  <a:pt x="695192" y="0"/>
                </a:lnTo>
                <a:lnTo>
                  <a:pt x="745579" y="0"/>
                </a:lnTo>
                <a:lnTo>
                  <a:pt x="795966" y="0"/>
                </a:lnTo>
                <a:lnTo>
                  <a:pt x="846353" y="0"/>
                </a:lnTo>
                <a:lnTo>
                  <a:pt x="896741" y="0"/>
                </a:lnTo>
                <a:lnTo>
                  <a:pt x="947128" y="0"/>
                </a:lnTo>
                <a:lnTo>
                  <a:pt x="997515" y="0"/>
                </a:lnTo>
                <a:lnTo>
                  <a:pt x="1047902" y="0"/>
                </a:lnTo>
                <a:lnTo>
                  <a:pt x="1098290" y="0"/>
                </a:lnTo>
                <a:lnTo>
                  <a:pt x="1148677" y="0"/>
                </a:lnTo>
                <a:lnTo>
                  <a:pt x="1199064" y="0"/>
                </a:lnTo>
                <a:lnTo>
                  <a:pt x="1249451" y="0"/>
                </a:lnTo>
                <a:lnTo>
                  <a:pt x="1299839" y="0"/>
                </a:lnTo>
                <a:lnTo>
                  <a:pt x="1350226" y="0"/>
                </a:lnTo>
                <a:lnTo>
                  <a:pt x="1400613" y="0"/>
                </a:lnTo>
                <a:lnTo>
                  <a:pt x="1451000" y="0"/>
                </a:lnTo>
                <a:lnTo>
                  <a:pt x="1501388" y="0"/>
                </a:lnTo>
                <a:lnTo>
                  <a:pt x="1551775" y="0"/>
                </a:lnTo>
                <a:lnTo>
                  <a:pt x="1602162" y="0"/>
                </a:lnTo>
                <a:lnTo>
                  <a:pt x="1652549" y="0"/>
                </a:lnTo>
                <a:lnTo>
                  <a:pt x="1702937" y="0"/>
                </a:lnTo>
                <a:lnTo>
                  <a:pt x="1753324" y="0"/>
                </a:lnTo>
                <a:lnTo>
                  <a:pt x="1803711" y="0"/>
                </a:lnTo>
                <a:lnTo>
                  <a:pt x="1854098" y="0"/>
                </a:lnTo>
                <a:lnTo>
                  <a:pt x="1904486" y="0"/>
                </a:lnTo>
                <a:lnTo>
                  <a:pt x="1954873" y="0"/>
                </a:lnTo>
                <a:lnTo>
                  <a:pt x="2005260" y="0"/>
                </a:lnTo>
                <a:lnTo>
                  <a:pt x="2055647" y="0"/>
                </a:lnTo>
                <a:lnTo>
                  <a:pt x="2106035" y="0"/>
                </a:lnTo>
                <a:lnTo>
                  <a:pt x="2156422" y="0"/>
                </a:lnTo>
                <a:lnTo>
                  <a:pt x="2206809" y="0"/>
                </a:lnTo>
                <a:lnTo>
                  <a:pt x="2257196" y="0"/>
                </a:lnTo>
                <a:lnTo>
                  <a:pt x="2307584" y="0"/>
                </a:lnTo>
                <a:lnTo>
                  <a:pt x="2357971" y="0"/>
                </a:lnTo>
                <a:lnTo>
                  <a:pt x="2408358" y="0"/>
                </a:lnTo>
                <a:lnTo>
                  <a:pt x="2458745" y="0"/>
                </a:lnTo>
                <a:lnTo>
                  <a:pt x="2509133" y="0"/>
                </a:lnTo>
                <a:lnTo>
                  <a:pt x="2559520" y="0"/>
                </a:lnTo>
                <a:lnTo>
                  <a:pt x="2609907" y="0"/>
                </a:lnTo>
                <a:lnTo>
                  <a:pt x="2660294" y="0"/>
                </a:lnTo>
                <a:lnTo>
                  <a:pt x="2710682" y="0"/>
                </a:lnTo>
                <a:lnTo>
                  <a:pt x="2761069" y="0"/>
                </a:lnTo>
                <a:lnTo>
                  <a:pt x="2811456" y="0"/>
                </a:lnTo>
                <a:lnTo>
                  <a:pt x="2861843" y="0"/>
                </a:lnTo>
                <a:lnTo>
                  <a:pt x="2912231" y="0"/>
                </a:lnTo>
                <a:lnTo>
                  <a:pt x="2962618" y="0"/>
                </a:lnTo>
                <a:lnTo>
                  <a:pt x="3013005" y="0"/>
                </a:lnTo>
                <a:lnTo>
                  <a:pt x="3063392" y="0"/>
                </a:lnTo>
                <a:lnTo>
                  <a:pt x="3113780" y="0"/>
                </a:lnTo>
                <a:lnTo>
                  <a:pt x="3164167" y="0"/>
                </a:lnTo>
                <a:lnTo>
                  <a:pt x="3214554" y="0"/>
                </a:lnTo>
                <a:lnTo>
                  <a:pt x="3264941" y="0"/>
                </a:lnTo>
                <a:lnTo>
                  <a:pt x="3315329" y="0"/>
                </a:lnTo>
                <a:lnTo>
                  <a:pt x="3365716" y="0"/>
                </a:lnTo>
                <a:lnTo>
                  <a:pt x="3416103" y="0"/>
                </a:lnTo>
                <a:lnTo>
                  <a:pt x="3466490" y="0"/>
                </a:lnTo>
                <a:lnTo>
                  <a:pt x="3516878" y="0"/>
                </a:lnTo>
                <a:lnTo>
                  <a:pt x="3567265" y="0"/>
                </a:lnTo>
                <a:lnTo>
                  <a:pt x="3617652" y="0"/>
                </a:lnTo>
                <a:lnTo>
                  <a:pt x="3668039" y="0"/>
                </a:lnTo>
                <a:lnTo>
                  <a:pt x="3718427" y="0"/>
                </a:lnTo>
                <a:lnTo>
                  <a:pt x="3768814" y="0"/>
                </a:lnTo>
                <a:lnTo>
                  <a:pt x="3819201" y="0"/>
                </a:lnTo>
                <a:lnTo>
                  <a:pt x="3869588" y="0"/>
                </a:lnTo>
                <a:lnTo>
                  <a:pt x="3919976" y="0"/>
                </a:lnTo>
                <a:lnTo>
                  <a:pt x="3970363" y="0"/>
                </a:lnTo>
                <a:lnTo>
                  <a:pt x="4020750" y="0"/>
                </a:lnTo>
                <a:lnTo>
                  <a:pt x="4071137" y="0"/>
                </a:lnTo>
                <a:lnTo>
                  <a:pt x="4121525" y="0"/>
                </a:lnTo>
                <a:lnTo>
                  <a:pt x="4171912" y="0"/>
                </a:lnTo>
                <a:lnTo>
                  <a:pt x="4222299" y="0"/>
                </a:lnTo>
                <a:lnTo>
                  <a:pt x="4272686" y="0"/>
                </a:lnTo>
                <a:lnTo>
                  <a:pt x="4323074" y="0"/>
                </a:lnTo>
                <a:lnTo>
                  <a:pt x="4373461" y="0"/>
                </a:lnTo>
                <a:lnTo>
                  <a:pt x="4423848" y="0"/>
                </a:lnTo>
                <a:lnTo>
                  <a:pt x="4474235" y="0"/>
                </a:lnTo>
                <a:lnTo>
                  <a:pt x="4524623" y="0"/>
                </a:lnTo>
                <a:lnTo>
                  <a:pt x="4575010" y="0"/>
                </a:lnTo>
                <a:lnTo>
                  <a:pt x="4625397" y="0"/>
                </a:lnTo>
                <a:lnTo>
                  <a:pt x="4675784" y="0"/>
                </a:lnTo>
                <a:lnTo>
                  <a:pt x="4726172" y="0"/>
                </a:lnTo>
                <a:lnTo>
                  <a:pt x="4776559" y="0"/>
                </a:lnTo>
                <a:lnTo>
                  <a:pt x="4826946" y="0"/>
                </a:lnTo>
                <a:lnTo>
                  <a:pt x="4877333" y="0"/>
                </a:lnTo>
                <a:lnTo>
                  <a:pt x="4927721" y="0"/>
                </a:lnTo>
                <a:lnTo>
                  <a:pt x="4978108" y="0"/>
                </a:lnTo>
                <a:lnTo>
                  <a:pt x="5028495" y="0"/>
                </a:lnTo>
                <a:lnTo>
                  <a:pt x="5059051" y="28089"/>
                </a:lnTo>
                <a:lnTo>
                  <a:pt x="5075920" y="75562"/>
                </a:lnTo>
                <a:lnTo>
                  <a:pt x="5092789" y="123044"/>
                </a:lnTo>
                <a:lnTo>
                  <a:pt x="5109648" y="170526"/>
                </a:lnTo>
                <a:lnTo>
                  <a:pt x="5126517" y="218008"/>
                </a:lnTo>
                <a:lnTo>
                  <a:pt x="5143386" y="265481"/>
                </a:lnTo>
                <a:lnTo>
                  <a:pt x="5160254" y="312963"/>
                </a:lnTo>
                <a:lnTo>
                  <a:pt x="5177123" y="360445"/>
                </a:lnTo>
                <a:lnTo>
                  <a:pt x="5193992" y="407927"/>
                </a:lnTo>
                <a:lnTo>
                  <a:pt x="5210851" y="455409"/>
                </a:lnTo>
                <a:lnTo>
                  <a:pt x="5227720" y="502882"/>
                </a:lnTo>
                <a:lnTo>
                  <a:pt x="5244589" y="550364"/>
                </a:lnTo>
                <a:lnTo>
                  <a:pt x="5261458" y="597846"/>
                </a:lnTo>
                <a:lnTo>
                  <a:pt x="5278326" y="645328"/>
                </a:lnTo>
                <a:lnTo>
                  <a:pt x="5295186" y="692810"/>
                </a:lnTo>
                <a:lnTo>
                  <a:pt x="5312054" y="740283"/>
                </a:lnTo>
                <a:lnTo>
                  <a:pt x="5328923" y="787765"/>
                </a:lnTo>
                <a:lnTo>
                  <a:pt x="5345792" y="835247"/>
                </a:lnTo>
                <a:lnTo>
                  <a:pt x="5362661" y="882729"/>
                </a:lnTo>
                <a:lnTo>
                  <a:pt x="5330152" y="895350"/>
                </a:lnTo>
                <a:lnTo>
                  <a:pt x="5279765" y="895350"/>
                </a:lnTo>
                <a:lnTo>
                  <a:pt x="5229377" y="895350"/>
                </a:lnTo>
                <a:lnTo>
                  <a:pt x="5178990" y="895350"/>
                </a:lnTo>
                <a:lnTo>
                  <a:pt x="5128603" y="895350"/>
                </a:lnTo>
                <a:lnTo>
                  <a:pt x="5078216" y="895350"/>
                </a:lnTo>
                <a:lnTo>
                  <a:pt x="5027828" y="895350"/>
                </a:lnTo>
                <a:lnTo>
                  <a:pt x="4977441" y="895350"/>
                </a:lnTo>
                <a:lnTo>
                  <a:pt x="4927054" y="895350"/>
                </a:lnTo>
                <a:lnTo>
                  <a:pt x="4876667" y="895350"/>
                </a:lnTo>
                <a:lnTo>
                  <a:pt x="4826279" y="895350"/>
                </a:lnTo>
                <a:lnTo>
                  <a:pt x="4775892" y="895350"/>
                </a:lnTo>
                <a:lnTo>
                  <a:pt x="4725505" y="895350"/>
                </a:lnTo>
                <a:lnTo>
                  <a:pt x="4675118" y="895350"/>
                </a:lnTo>
                <a:lnTo>
                  <a:pt x="4624730" y="895350"/>
                </a:lnTo>
                <a:lnTo>
                  <a:pt x="4574343" y="895350"/>
                </a:lnTo>
                <a:lnTo>
                  <a:pt x="4523956" y="895350"/>
                </a:lnTo>
                <a:lnTo>
                  <a:pt x="4473569" y="895350"/>
                </a:lnTo>
                <a:lnTo>
                  <a:pt x="4423181" y="895350"/>
                </a:lnTo>
                <a:lnTo>
                  <a:pt x="4372794" y="895350"/>
                </a:lnTo>
                <a:lnTo>
                  <a:pt x="4322407" y="895350"/>
                </a:lnTo>
                <a:lnTo>
                  <a:pt x="4272020" y="895350"/>
                </a:lnTo>
                <a:lnTo>
                  <a:pt x="4221632" y="895350"/>
                </a:lnTo>
                <a:lnTo>
                  <a:pt x="4171245" y="895350"/>
                </a:lnTo>
                <a:lnTo>
                  <a:pt x="4120858" y="895350"/>
                </a:lnTo>
                <a:lnTo>
                  <a:pt x="4070471" y="895350"/>
                </a:lnTo>
                <a:lnTo>
                  <a:pt x="4020083" y="895350"/>
                </a:lnTo>
                <a:lnTo>
                  <a:pt x="3969696" y="895350"/>
                </a:lnTo>
                <a:lnTo>
                  <a:pt x="3919309" y="895350"/>
                </a:lnTo>
                <a:lnTo>
                  <a:pt x="3868922" y="895350"/>
                </a:lnTo>
                <a:lnTo>
                  <a:pt x="3818534" y="895350"/>
                </a:lnTo>
                <a:lnTo>
                  <a:pt x="3768147" y="895350"/>
                </a:lnTo>
                <a:lnTo>
                  <a:pt x="3717760" y="895350"/>
                </a:lnTo>
                <a:lnTo>
                  <a:pt x="3667373" y="895350"/>
                </a:lnTo>
                <a:lnTo>
                  <a:pt x="3616985" y="895350"/>
                </a:lnTo>
                <a:lnTo>
                  <a:pt x="3566598" y="895350"/>
                </a:lnTo>
                <a:lnTo>
                  <a:pt x="3516211" y="895350"/>
                </a:lnTo>
                <a:lnTo>
                  <a:pt x="3465824" y="895350"/>
                </a:lnTo>
                <a:lnTo>
                  <a:pt x="3415436" y="895350"/>
                </a:lnTo>
                <a:lnTo>
                  <a:pt x="3365049" y="895350"/>
                </a:lnTo>
                <a:lnTo>
                  <a:pt x="3314662" y="895350"/>
                </a:lnTo>
                <a:lnTo>
                  <a:pt x="3264275" y="895350"/>
                </a:lnTo>
                <a:lnTo>
                  <a:pt x="3213887" y="895350"/>
                </a:lnTo>
                <a:lnTo>
                  <a:pt x="3163500" y="895350"/>
                </a:lnTo>
                <a:lnTo>
                  <a:pt x="3113113" y="895350"/>
                </a:lnTo>
                <a:lnTo>
                  <a:pt x="3062726" y="895350"/>
                </a:lnTo>
                <a:lnTo>
                  <a:pt x="3012338" y="895350"/>
                </a:lnTo>
                <a:lnTo>
                  <a:pt x="2961951" y="895350"/>
                </a:lnTo>
                <a:lnTo>
                  <a:pt x="2911564" y="895350"/>
                </a:lnTo>
                <a:lnTo>
                  <a:pt x="2861177" y="895350"/>
                </a:lnTo>
                <a:lnTo>
                  <a:pt x="2810789" y="895350"/>
                </a:lnTo>
                <a:lnTo>
                  <a:pt x="2760402" y="895350"/>
                </a:lnTo>
                <a:lnTo>
                  <a:pt x="2710015" y="895350"/>
                </a:lnTo>
                <a:lnTo>
                  <a:pt x="2659628" y="895350"/>
                </a:lnTo>
                <a:lnTo>
                  <a:pt x="2609240" y="895350"/>
                </a:lnTo>
                <a:lnTo>
                  <a:pt x="2558853" y="895350"/>
                </a:lnTo>
                <a:lnTo>
                  <a:pt x="2508466" y="895350"/>
                </a:lnTo>
                <a:lnTo>
                  <a:pt x="2458079" y="895350"/>
                </a:lnTo>
                <a:lnTo>
                  <a:pt x="2407691" y="895350"/>
                </a:lnTo>
                <a:lnTo>
                  <a:pt x="2357304" y="895350"/>
                </a:lnTo>
                <a:lnTo>
                  <a:pt x="2306917" y="895350"/>
                </a:lnTo>
                <a:lnTo>
                  <a:pt x="2256530" y="895350"/>
                </a:lnTo>
                <a:lnTo>
                  <a:pt x="2206142" y="895350"/>
                </a:lnTo>
                <a:lnTo>
                  <a:pt x="2155755" y="895350"/>
                </a:lnTo>
                <a:lnTo>
                  <a:pt x="2105368" y="895350"/>
                </a:lnTo>
                <a:lnTo>
                  <a:pt x="2054981" y="895350"/>
                </a:lnTo>
                <a:lnTo>
                  <a:pt x="2004593" y="895350"/>
                </a:lnTo>
                <a:lnTo>
                  <a:pt x="1954206" y="895350"/>
                </a:lnTo>
                <a:lnTo>
                  <a:pt x="1903819" y="895350"/>
                </a:lnTo>
                <a:lnTo>
                  <a:pt x="1853432" y="895350"/>
                </a:lnTo>
                <a:lnTo>
                  <a:pt x="1803044" y="895350"/>
                </a:lnTo>
                <a:lnTo>
                  <a:pt x="1752657" y="895350"/>
                </a:lnTo>
                <a:lnTo>
                  <a:pt x="1702270" y="895350"/>
                </a:lnTo>
                <a:lnTo>
                  <a:pt x="1651883" y="895350"/>
                </a:lnTo>
                <a:lnTo>
                  <a:pt x="1601495" y="895350"/>
                </a:lnTo>
                <a:lnTo>
                  <a:pt x="1551108" y="895350"/>
                </a:lnTo>
                <a:lnTo>
                  <a:pt x="1500721" y="895350"/>
                </a:lnTo>
                <a:lnTo>
                  <a:pt x="1450334" y="895350"/>
                </a:lnTo>
                <a:lnTo>
                  <a:pt x="1399956" y="895350"/>
                </a:lnTo>
                <a:lnTo>
                  <a:pt x="1349559" y="895350"/>
                </a:lnTo>
                <a:lnTo>
                  <a:pt x="1299172" y="895350"/>
                </a:lnTo>
                <a:lnTo>
                  <a:pt x="1248794" y="895350"/>
                </a:lnTo>
                <a:lnTo>
                  <a:pt x="1198397" y="895350"/>
                </a:lnTo>
                <a:lnTo>
                  <a:pt x="1148020" y="895350"/>
                </a:lnTo>
                <a:lnTo>
                  <a:pt x="1097632" y="895350"/>
                </a:lnTo>
                <a:lnTo>
                  <a:pt x="1047236" y="895350"/>
                </a:lnTo>
                <a:lnTo>
                  <a:pt x="996858" y="895350"/>
                </a:lnTo>
                <a:lnTo>
                  <a:pt x="946471" y="895350"/>
                </a:lnTo>
                <a:lnTo>
                  <a:pt x="896083" y="895350"/>
                </a:lnTo>
                <a:lnTo>
                  <a:pt x="845696" y="895350"/>
                </a:lnTo>
                <a:lnTo>
                  <a:pt x="795309" y="895350"/>
                </a:lnTo>
                <a:lnTo>
                  <a:pt x="744922" y="895350"/>
                </a:lnTo>
                <a:lnTo>
                  <a:pt x="694534" y="895350"/>
                </a:lnTo>
                <a:lnTo>
                  <a:pt x="644147" y="895350"/>
                </a:lnTo>
                <a:lnTo>
                  <a:pt x="593760" y="895350"/>
                </a:lnTo>
                <a:lnTo>
                  <a:pt x="543373" y="895350"/>
                </a:lnTo>
                <a:lnTo>
                  <a:pt x="492985" y="895350"/>
                </a:lnTo>
                <a:lnTo>
                  <a:pt x="442598" y="895350"/>
                </a:lnTo>
                <a:lnTo>
                  <a:pt x="392211" y="895350"/>
                </a:lnTo>
                <a:lnTo>
                  <a:pt x="341824" y="895350"/>
                </a:lnTo>
                <a:lnTo>
                  <a:pt x="291436" y="895350"/>
                </a:lnTo>
                <a:lnTo>
                  <a:pt x="241049" y="895350"/>
                </a:lnTo>
                <a:lnTo>
                  <a:pt x="190662" y="895350"/>
                </a:lnTo>
                <a:lnTo>
                  <a:pt x="140275" y="895350"/>
                </a:lnTo>
                <a:lnTo>
                  <a:pt x="89887" y="895350"/>
                </a:lnTo>
                <a:lnTo>
                  <a:pt x="39500" y="895350"/>
                </a:lnTo>
                <a:lnTo>
                  <a:pt x="0" y="886558"/>
                </a:lnTo>
                <a:lnTo>
                  <a:pt x="10630" y="837305"/>
                </a:lnTo>
                <a:lnTo>
                  <a:pt x="21260" y="788051"/>
                </a:lnTo>
                <a:lnTo>
                  <a:pt x="31890" y="738797"/>
                </a:lnTo>
                <a:lnTo>
                  <a:pt x="42520" y="689543"/>
                </a:lnTo>
                <a:lnTo>
                  <a:pt x="53150" y="640290"/>
                </a:lnTo>
                <a:lnTo>
                  <a:pt x="63779" y="591036"/>
                </a:lnTo>
                <a:lnTo>
                  <a:pt x="74400" y="541782"/>
                </a:lnTo>
                <a:lnTo>
                  <a:pt x="85030" y="492538"/>
                </a:lnTo>
                <a:lnTo>
                  <a:pt x="95660" y="443274"/>
                </a:lnTo>
                <a:lnTo>
                  <a:pt x="106289" y="394030"/>
                </a:lnTo>
                <a:lnTo>
                  <a:pt x="116919" y="344776"/>
                </a:lnTo>
                <a:lnTo>
                  <a:pt x="127549" y="295523"/>
                </a:lnTo>
                <a:lnTo>
                  <a:pt x="138179" y="246269"/>
                </a:lnTo>
                <a:lnTo>
                  <a:pt x="148809" y="197015"/>
                </a:lnTo>
                <a:lnTo>
                  <a:pt x="159439" y="147761"/>
                </a:lnTo>
                <a:lnTo>
                  <a:pt x="170069" y="98508"/>
                </a:lnTo>
                <a:lnTo>
                  <a:pt x="180699" y="49254"/>
                </a:lnTo>
                <a:lnTo>
                  <a:pt x="191329" y="0"/>
                </a:lnTo>
                <a:close/>
              </a:path>
            </a:pathLst>
          </a:custGeom>
          <a:solidFill xmlns:a="http://schemas.openxmlformats.org/drawingml/2006/main">
            <a:srgbClr val="DCEAF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iceberg-hidden-band-1">
            <a:extLst xmlns:a="http://schemas.openxmlformats.org/drawingml/2006/main">
              <a:ext uri="{FF2B5EF4-FFF2-40B4-BE49-F238E27FC236}">
                <a16:creationId xmlns:a16="http://schemas.microsoft.com/office/drawing/2014/main" id="{2211C22D-7FE3-4D2D-AC83-D5E07F1F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3901" y="4229100"/>
            <a:ext cx="5358174" cy="914400"/>
          </a:xfrm>
          <a:custGeom xmlns:a="http://schemas.openxmlformats.org/drawingml/2006/main">
            <a:pathLst>
              <a:path w="5358174" h="914400">
                <a:moveTo>
                  <a:pt x="0" y="0"/>
                </a:moveTo>
                <a:lnTo>
                  <a:pt x="48273" y="0"/>
                </a:lnTo>
                <a:lnTo>
                  <a:pt x="96545" y="0"/>
                </a:lnTo>
                <a:lnTo>
                  <a:pt x="144818" y="0"/>
                </a:lnTo>
                <a:lnTo>
                  <a:pt x="193091" y="0"/>
                </a:lnTo>
                <a:lnTo>
                  <a:pt x="241364" y="0"/>
                </a:lnTo>
                <a:lnTo>
                  <a:pt x="289627" y="0"/>
                </a:lnTo>
                <a:lnTo>
                  <a:pt x="337899" y="0"/>
                </a:lnTo>
                <a:lnTo>
                  <a:pt x="386172" y="0"/>
                </a:lnTo>
                <a:lnTo>
                  <a:pt x="434445" y="0"/>
                </a:lnTo>
                <a:lnTo>
                  <a:pt x="482717" y="0"/>
                </a:lnTo>
                <a:lnTo>
                  <a:pt x="530990" y="0"/>
                </a:lnTo>
                <a:lnTo>
                  <a:pt x="579263" y="0"/>
                </a:lnTo>
                <a:lnTo>
                  <a:pt x="627536" y="0"/>
                </a:lnTo>
                <a:lnTo>
                  <a:pt x="675808" y="0"/>
                </a:lnTo>
                <a:lnTo>
                  <a:pt x="724081" y="0"/>
                </a:lnTo>
                <a:lnTo>
                  <a:pt x="772354" y="0"/>
                </a:lnTo>
                <a:lnTo>
                  <a:pt x="820617" y="0"/>
                </a:lnTo>
                <a:lnTo>
                  <a:pt x="868890" y="0"/>
                </a:lnTo>
                <a:lnTo>
                  <a:pt x="917162" y="0"/>
                </a:lnTo>
                <a:lnTo>
                  <a:pt x="965435" y="0"/>
                </a:lnTo>
                <a:lnTo>
                  <a:pt x="1013708" y="0"/>
                </a:lnTo>
                <a:lnTo>
                  <a:pt x="1061980" y="0"/>
                </a:lnTo>
                <a:lnTo>
                  <a:pt x="1110253" y="0"/>
                </a:lnTo>
                <a:lnTo>
                  <a:pt x="1158526" y="0"/>
                </a:lnTo>
                <a:lnTo>
                  <a:pt x="1206798" y="0"/>
                </a:lnTo>
                <a:lnTo>
                  <a:pt x="1255071" y="0"/>
                </a:lnTo>
                <a:lnTo>
                  <a:pt x="1303344" y="0"/>
                </a:lnTo>
                <a:lnTo>
                  <a:pt x="1351617" y="0"/>
                </a:lnTo>
                <a:lnTo>
                  <a:pt x="1399880" y="0"/>
                </a:lnTo>
                <a:lnTo>
                  <a:pt x="1448152" y="0"/>
                </a:lnTo>
                <a:lnTo>
                  <a:pt x="1496425" y="0"/>
                </a:lnTo>
                <a:lnTo>
                  <a:pt x="1544698" y="0"/>
                </a:lnTo>
                <a:lnTo>
                  <a:pt x="1592971" y="0"/>
                </a:lnTo>
                <a:lnTo>
                  <a:pt x="1641243" y="0"/>
                </a:lnTo>
                <a:lnTo>
                  <a:pt x="1689516" y="0"/>
                </a:lnTo>
                <a:lnTo>
                  <a:pt x="1737789" y="0"/>
                </a:lnTo>
                <a:lnTo>
                  <a:pt x="1786061" y="0"/>
                </a:lnTo>
                <a:lnTo>
                  <a:pt x="1834334" y="0"/>
                </a:lnTo>
                <a:lnTo>
                  <a:pt x="1882607" y="0"/>
                </a:lnTo>
                <a:lnTo>
                  <a:pt x="1930870" y="0"/>
                </a:lnTo>
                <a:lnTo>
                  <a:pt x="1979143" y="0"/>
                </a:lnTo>
                <a:lnTo>
                  <a:pt x="2027415" y="0"/>
                </a:lnTo>
                <a:lnTo>
                  <a:pt x="2075688" y="0"/>
                </a:lnTo>
                <a:lnTo>
                  <a:pt x="2123961" y="0"/>
                </a:lnTo>
                <a:lnTo>
                  <a:pt x="2172233" y="0"/>
                </a:lnTo>
                <a:lnTo>
                  <a:pt x="2220506" y="0"/>
                </a:lnTo>
                <a:lnTo>
                  <a:pt x="2268779" y="0"/>
                </a:lnTo>
                <a:lnTo>
                  <a:pt x="2317052" y="0"/>
                </a:lnTo>
                <a:lnTo>
                  <a:pt x="2365324" y="0"/>
                </a:lnTo>
                <a:lnTo>
                  <a:pt x="2413597" y="0"/>
                </a:lnTo>
                <a:lnTo>
                  <a:pt x="2461860" y="0"/>
                </a:lnTo>
                <a:lnTo>
                  <a:pt x="2510133" y="0"/>
                </a:lnTo>
                <a:lnTo>
                  <a:pt x="2558405" y="0"/>
                </a:lnTo>
                <a:lnTo>
                  <a:pt x="2606678" y="0"/>
                </a:lnTo>
                <a:lnTo>
                  <a:pt x="2654951" y="0"/>
                </a:lnTo>
                <a:lnTo>
                  <a:pt x="2703224" y="0"/>
                </a:lnTo>
                <a:lnTo>
                  <a:pt x="2751496" y="0"/>
                </a:lnTo>
                <a:lnTo>
                  <a:pt x="2799769" y="0"/>
                </a:lnTo>
                <a:lnTo>
                  <a:pt x="2848042" y="0"/>
                </a:lnTo>
                <a:lnTo>
                  <a:pt x="2896314" y="0"/>
                </a:lnTo>
                <a:lnTo>
                  <a:pt x="2944587" y="0"/>
                </a:lnTo>
                <a:lnTo>
                  <a:pt x="2992860" y="0"/>
                </a:lnTo>
                <a:lnTo>
                  <a:pt x="3041123" y="0"/>
                </a:lnTo>
                <a:lnTo>
                  <a:pt x="3089396" y="0"/>
                </a:lnTo>
                <a:lnTo>
                  <a:pt x="3137668" y="0"/>
                </a:lnTo>
                <a:lnTo>
                  <a:pt x="3185941" y="0"/>
                </a:lnTo>
                <a:lnTo>
                  <a:pt x="3234214" y="0"/>
                </a:lnTo>
                <a:lnTo>
                  <a:pt x="3282486" y="0"/>
                </a:lnTo>
                <a:lnTo>
                  <a:pt x="3330759" y="0"/>
                </a:lnTo>
                <a:lnTo>
                  <a:pt x="3379032" y="0"/>
                </a:lnTo>
                <a:lnTo>
                  <a:pt x="3427305" y="0"/>
                </a:lnTo>
                <a:lnTo>
                  <a:pt x="3475577" y="0"/>
                </a:lnTo>
                <a:lnTo>
                  <a:pt x="3523850" y="0"/>
                </a:lnTo>
                <a:lnTo>
                  <a:pt x="3572113" y="0"/>
                </a:lnTo>
                <a:lnTo>
                  <a:pt x="3620386" y="0"/>
                </a:lnTo>
                <a:lnTo>
                  <a:pt x="3668659" y="0"/>
                </a:lnTo>
                <a:lnTo>
                  <a:pt x="3716931" y="0"/>
                </a:lnTo>
                <a:lnTo>
                  <a:pt x="3765204" y="0"/>
                </a:lnTo>
                <a:lnTo>
                  <a:pt x="3813477" y="0"/>
                </a:lnTo>
                <a:lnTo>
                  <a:pt x="3861749" y="0"/>
                </a:lnTo>
                <a:lnTo>
                  <a:pt x="3910022" y="0"/>
                </a:lnTo>
                <a:lnTo>
                  <a:pt x="3958295" y="0"/>
                </a:lnTo>
                <a:lnTo>
                  <a:pt x="4006567" y="0"/>
                </a:lnTo>
                <a:lnTo>
                  <a:pt x="4054840" y="0"/>
                </a:lnTo>
                <a:lnTo>
                  <a:pt x="4103103" y="0"/>
                </a:lnTo>
                <a:lnTo>
                  <a:pt x="4151376" y="0"/>
                </a:lnTo>
                <a:lnTo>
                  <a:pt x="4199649" y="0"/>
                </a:lnTo>
                <a:lnTo>
                  <a:pt x="4247921" y="0"/>
                </a:lnTo>
                <a:lnTo>
                  <a:pt x="4296194" y="0"/>
                </a:lnTo>
                <a:lnTo>
                  <a:pt x="4344467" y="0"/>
                </a:lnTo>
                <a:lnTo>
                  <a:pt x="4392740" y="0"/>
                </a:lnTo>
                <a:lnTo>
                  <a:pt x="4441012" y="0"/>
                </a:lnTo>
                <a:lnTo>
                  <a:pt x="4489285" y="0"/>
                </a:lnTo>
                <a:lnTo>
                  <a:pt x="4537558" y="0"/>
                </a:lnTo>
                <a:lnTo>
                  <a:pt x="4585830" y="0"/>
                </a:lnTo>
                <a:lnTo>
                  <a:pt x="4634093" y="0"/>
                </a:lnTo>
                <a:lnTo>
                  <a:pt x="4682366" y="0"/>
                </a:lnTo>
                <a:lnTo>
                  <a:pt x="4730639" y="0"/>
                </a:lnTo>
                <a:lnTo>
                  <a:pt x="4778912" y="0"/>
                </a:lnTo>
                <a:lnTo>
                  <a:pt x="4827184" y="0"/>
                </a:lnTo>
                <a:lnTo>
                  <a:pt x="4875457" y="0"/>
                </a:lnTo>
                <a:lnTo>
                  <a:pt x="4923730" y="0"/>
                </a:lnTo>
                <a:lnTo>
                  <a:pt x="4972002" y="0"/>
                </a:lnTo>
                <a:lnTo>
                  <a:pt x="5020275" y="0"/>
                </a:lnTo>
                <a:lnTo>
                  <a:pt x="5068548" y="0"/>
                </a:lnTo>
                <a:lnTo>
                  <a:pt x="5116820" y="0"/>
                </a:lnTo>
                <a:lnTo>
                  <a:pt x="5165084" y="0"/>
                </a:lnTo>
                <a:lnTo>
                  <a:pt x="5213356" y="0"/>
                </a:lnTo>
                <a:lnTo>
                  <a:pt x="5261629" y="0"/>
                </a:lnTo>
                <a:lnTo>
                  <a:pt x="5309902" y="0"/>
                </a:lnTo>
                <a:lnTo>
                  <a:pt x="5358174" y="0"/>
                </a:lnTo>
                <a:lnTo>
                  <a:pt x="5345563" y="29127"/>
                </a:lnTo>
                <a:lnTo>
                  <a:pt x="5315264" y="66704"/>
                </a:lnTo>
                <a:lnTo>
                  <a:pt x="5284965" y="104289"/>
                </a:lnTo>
                <a:lnTo>
                  <a:pt x="5254666" y="141865"/>
                </a:lnTo>
                <a:lnTo>
                  <a:pt x="5224377" y="179441"/>
                </a:lnTo>
                <a:lnTo>
                  <a:pt x="5194078" y="217027"/>
                </a:lnTo>
                <a:lnTo>
                  <a:pt x="5163779" y="254603"/>
                </a:lnTo>
                <a:lnTo>
                  <a:pt x="5133480" y="292189"/>
                </a:lnTo>
                <a:lnTo>
                  <a:pt x="5103190" y="329765"/>
                </a:lnTo>
                <a:lnTo>
                  <a:pt x="5072891" y="367351"/>
                </a:lnTo>
                <a:lnTo>
                  <a:pt x="5042592" y="404927"/>
                </a:lnTo>
                <a:lnTo>
                  <a:pt x="5012303" y="442512"/>
                </a:lnTo>
                <a:lnTo>
                  <a:pt x="4982004" y="480089"/>
                </a:lnTo>
                <a:lnTo>
                  <a:pt x="4951705" y="517674"/>
                </a:lnTo>
                <a:lnTo>
                  <a:pt x="4921406" y="555250"/>
                </a:lnTo>
                <a:lnTo>
                  <a:pt x="4891116" y="592836"/>
                </a:lnTo>
                <a:lnTo>
                  <a:pt x="4860817" y="630412"/>
                </a:lnTo>
                <a:lnTo>
                  <a:pt x="4830518" y="667988"/>
                </a:lnTo>
                <a:lnTo>
                  <a:pt x="4800219" y="705574"/>
                </a:lnTo>
                <a:lnTo>
                  <a:pt x="4769930" y="743150"/>
                </a:lnTo>
                <a:lnTo>
                  <a:pt x="4739630" y="780736"/>
                </a:lnTo>
                <a:lnTo>
                  <a:pt x="4709331" y="818312"/>
                </a:lnTo>
                <a:lnTo>
                  <a:pt x="4679032" y="855897"/>
                </a:lnTo>
                <a:lnTo>
                  <a:pt x="4648743" y="893474"/>
                </a:lnTo>
                <a:lnTo>
                  <a:pt x="4610481" y="914400"/>
                </a:lnTo>
                <a:lnTo>
                  <a:pt x="4562208" y="914400"/>
                </a:lnTo>
                <a:lnTo>
                  <a:pt x="4513936" y="914400"/>
                </a:lnTo>
                <a:lnTo>
                  <a:pt x="4465663" y="914400"/>
                </a:lnTo>
                <a:lnTo>
                  <a:pt x="4417390" y="914400"/>
                </a:lnTo>
                <a:lnTo>
                  <a:pt x="4369118" y="914400"/>
                </a:lnTo>
                <a:lnTo>
                  <a:pt x="4320845" y="914400"/>
                </a:lnTo>
                <a:lnTo>
                  <a:pt x="4272572" y="914400"/>
                </a:lnTo>
                <a:lnTo>
                  <a:pt x="4224299" y="914400"/>
                </a:lnTo>
                <a:lnTo>
                  <a:pt x="4176027" y="914400"/>
                </a:lnTo>
                <a:lnTo>
                  <a:pt x="4127754" y="914400"/>
                </a:lnTo>
                <a:lnTo>
                  <a:pt x="4079491" y="914400"/>
                </a:lnTo>
                <a:lnTo>
                  <a:pt x="4031218" y="914400"/>
                </a:lnTo>
                <a:lnTo>
                  <a:pt x="3982945" y="914400"/>
                </a:lnTo>
                <a:lnTo>
                  <a:pt x="3934673" y="914400"/>
                </a:lnTo>
                <a:lnTo>
                  <a:pt x="3886400" y="914400"/>
                </a:lnTo>
                <a:lnTo>
                  <a:pt x="3838127" y="914400"/>
                </a:lnTo>
                <a:lnTo>
                  <a:pt x="3789855" y="914400"/>
                </a:lnTo>
                <a:lnTo>
                  <a:pt x="3741582" y="914400"/>
                </a:lnTo>
                <a:lnTo>
                  <a:pt x="3693309" y="914400"/>
                </a:lnTo>
                <a:lnTo>
                  <a:pt x="3645037" y="914400"/>
                </a:lnTo>
                <a:lnTo>
                  <a:pt x="3596764" y="914400"/>
                </a:lnTo>
                <a:lnTo>
                  <a:pt x="3548501" y="914400"/>
                </a:lnTo>
                <a:lnTo>
                  <a:pt x="3500228" y="914400"/>
                </a:lnTo>
                <a:lnTo>
                  <a:pt x="3451955" y="914400"/>
                </a:lnTo>
                <a:lnTo>
                  <a:pt x="3403683" y="914400"/>
                </a:lnTo>
                <a:lnTo>
                  <a:pt x="3355410" y="914400"/>
                </a:lnTo>
                <a:lnTo>
                  <a:pt x="3307137" y="914400"/>
                </a:lnTo>
                <a:lnTo>
                  <a:pt x="3258864" y="914400"/>
                </a:lnTo>
                <a:lnTo>
                  <a:pt x="3210592" y="914400"/>
                </a:lnTo>
                <a:lnTo>
                  <a:pt x="3162319" y="914400"/>
                </a:lnTo>
                <a:lnTo>
                  <a:pt x="3114046" y="914400"/>
                </a:lnTo>
                <a:lnTo>
                  <a:pt x="3065774" y="914400"/>
                </a:lnTo>
                <a:lnTo>
                  <a:pt x="3017510" y="914400"/>
                </a:lnTo>
                <a:lnTo>
                  <a:pt x="2969238" y="914400"/>
                </a:lnTo>
                <a:lnTo>
                  <a:pt x="2920965" y="914400"/>
                </a:lnTo>
                <a:lnTo>
                  <a:pt x="2872692" y="914400"/>
                </a:lnTo>
                <a:lnTo>
                  <a:pt x="2824420" y="914400"/>
                </a:lnTo>
                <a:lnTo>
                  <a:pt x="2776147" y="914400"/>
                </a:lnTo>
                <a:lnTo>
                  <a:pt x="2727874" y="914400"/>
                </a:lnTo>
                <a:lnTo>
                  <a:pt x="2679602" y="914400"/>
                </a:lnTo>
                <a:lnTo>
                  <a:pt x="2631329" y="914400"/>
                </a:lnTo>
                <a:lnTo>
                  <a:pt x="2583056" y="914400"/>
                </a:lnTo>
                <a:lnTo>
                  <a:pt x="2534783" y="914400"/>
                </a:lnTo>
                <a:lnTo>
                  <a:pt x="2486520" y="914400"/>
                </a:lnTo>
                <a:lnTo>
                  <a:pt x="2438248" y="914400"/>
                </a:lnTo>
                <a:lnTo>
                  <a:pt x="2389975" y="914400"/>
                </a:lnTo>
                <a:lnTo>
                  <a:pt x="2341702" y="914400"/>
                </a:lnTo>
                <a:lnTo>
                  <a:pt x="2293430" y="914400"/>
                </a:lnTo>
                <a:lnTo>
                  <a:pt x="2245157" y="914400"/>
                </a:lnTo>
                <a:lnTo>
                  <a:pt x="2196884" y="914400"/>
                </a:lnTo>
                <a:lnTo>
                  <a:pt x="2148611" y="914400"/>
                </a:lnTo>
                <a:lnTo>
                  <a:pt x="2100339" y="914400"/>
                </a:lnTo>
                <a:lnTo>
                  <a:pt x="2052066" y="914400"/>
                </a:lnTo>
                <a:lnTo>
                  <a:pt x="2003793" y="914400"/>
                </a:lnTo>
                <a:lnTo>
                  <a:pt x="1955521" y="914400"/>
                </a:lnTo>
                <a:lnTo>
                  <a:pt x="1907257" y="914400"/>
                </a:lnTo>
                <a:lnTo>
                  <a:pt x="1858985" y="914400"/>
                </a:lnTo>
                <a:lnTo>
                  <a:pt x="1810712" y="914400"/>
                </a:lnTo>
                <a:lnTo>
                  <a:pt x="1762439" y="914400"/>
                </a:lnTo>
                <a:lnTo>
                  <a:pt x="1714167" y="914400"/>
                </a:lnTo>
                <a:lnTo>
                  <a:pt x="1665894" y="914400"/>
                </a:lnTo>
                <a:lnTo>
                  <a:pt x="1617621" y="914400"/>
                </a:lnTo>
                <a:lnTo>
                  <a:pt x="1569349" y="914400"/>
                </a:lnTo>
                <a:lnTo>
                  <a:pt x="1521076" y="914400"/>
                </a:lnTo>
                <a:lnTo>
                  <a:pt x="1472803" y="914400"/>
                </a:lnTo>
                <a:lnTo>
                  <a:pt x="1424530" y="914400"/>
                </a:lnTo>
                <a:lnTo>
                  <a:pt x="1376267" y="914400"/>
                </a:lnTo>
                <a:lnTo>
                  <a:pt x="1327995" y="914400"/>
                </a:lnTo>
                <a:lnTo>
                  <a:pt x="1279722" y="914400"/>
                </a:lnTo>
                <a:lnTo>
                  <a:pt x="1231449" y="914400"/>
                </a:lnTo>
                <a:lnTo>
                  <a:pt x="1183176" y="914400"/>
                </a:lnTo>
                <a:lnTo>
                  <a:pt x="1134904" y="914400"/>
                </a:lnTo>
                <a:lnTo>
                  <a:pt x="1086631" y="914400"/>
                </a:lnTo>
                <a:lnTo>
                  <a:pt x="1038358" y="914400"/>
                </a:lnTo>
                <a:lnTo>
                  <a:pt x="990086" y="914400"/>
                </a:lnTo>
                <a:lnTo>
                  <a:pt x="941813" y="914400"/>
                </a:lnTo>
                <a:lnTo>
                  <a:pt x="893540" y="914400"/>
                </a:lnTo>
                <a:lnTo>
                  <a:pt x="845277" y="914400"/>
                </a:lnTo>
                <a:lnTo>
                  <a:pt x="803110" y="900760"/>
                </a:lnTo>
                <a:lnTo>
                  <a:pt x="770992" y="864727"/>
                </a:lnTo>
                <a:lnTo>
                  <a:pt x="738864" y="828694"/>
                </a:lnTo>
                <a:lnTo>
                  <a:pt x="706736" y="792671"/>
                </a:lnTo>
                <a:lnTo>
                  <a:pt x="674618" y="756637"/>
                </a:lnTo>
                <a:lnTo>
                  <a:pt x="642490" y="720604"/>
                </a:lnTo>
                <a:lnTo>
                  <a:pt x="610362" y="684571"/>
                </a:lnTo>
                <a:lnTo>
                  <a:pt x="578244" y="648548"/>
                </a:lnTo>
                <a:lnTo>
                  <a:pt x="546116" y="612515"/>
                </a:lnTo>
                <a:lnTo>
                  <a:pt x="513988" y="576482"/>
                </a:lnTo>
                <a:lnTo>
                  <a:pt x="481870" y="540458"/>
                </a:lnTo>
                <a:lnTo>
                  <a:pt x="449742" y="504425"/>
                </a:lnTo>
                <a:lnTo>
                  <a:pt x="417624" y="468392"/>
                </a:lnTo>
                <a:lnTo>
                  <a:pt x="385496" y="432368"/>
                </a:lnTo>
                <a:lnTo>
                  <a:pt x="353368" y="396335"/>
                </a:lnTo>
                <a:lnTo>
                  <a:pt x="321250" y="360302"/>
                </a:lnTo>
                <a:lnTo>
                  <a:pt x="289122" y="324269"/>
                </a:lnTo>
                <a:lnTo>
                  <a:pt x="256994" y="288246"/>
                </a:lnTo>
                <a:lnTo>
                  <a:pt x="224876" y="252212"/>
                </a:lnTo>
                <a:lnTo>
                  <a:pt x="192748" y="216179"/>
                </a:lnTo>
                <a:lnTo>
                  <a:pt x="160620" y="180156"/>
                </a:lnTo>
                <a:lnTo>
                  <a:pt x="128502" y="144123"/>
                </a:lnTo>
                <a:lnTo>
                  <a:pt x="96374" y="108090"/>
                </a:lnTo>
                <a:lnTo>
                  <a:pt x="64246" y="72057"/>
                </a:lnTo>
                <a:lnTo>
                  <a:pt x="32128" y="360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DBE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iceberg-hidden-band-2">
            <a:extLst xmlns:a="http://schemas.openxmlformats.org/drawingml/2006/main">
              <a:ext uri="{FF2B5EF4-FFF2-40B4-BE49-F238E27FC236}">
                <a16:creationId xmlns:a16="http://schemas.microsoft.com/office/drawing/2014/main" id="{BAA33F1C-FFF3-4D3E-B0B8-86B3524A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9184" y="5143500"/>
            <a:ext cx="3807543" cy="895350"/>
          </a:xfrm>
          <a:custGeom xmlns:a="http://schemas.openxmlformats.org/drawingml/2006/main">
            <a:pathLst>
              <a:path w="3807543" h="895350">
                <a:moveTo>
                  <a:pt x="0" y="0"/>
                </a:moveTo>
                <a:lnTo>
                  <a:pt x="34300" y="0"/>
                </a:lnTo>
                <a:lnTo>
                  <a:pt x="68609" y="0"/>
                </a:lnTo>
                <a:lnTo>
                  <a:pt x="102908" y="0"/>
                </a:lnTo>
                <a:lnTo>
                  <a:pt x="137208" y="0"/>
                </a:lnTo>
                <a:lnTo>
                  <a:pt x="171507" y="0"/>
                </a:lnTo>
                <a:lnTo>
                  <a:pt x="205816" y="0"/>
                </a:lnTo>
                <a:lnTo>
                  <a:pt x="240116" y="0"/>
                </a:lnTo>
                <a:lnTo>
                  <a:pt x="274415" y="0"/>
                </a:lnTo>
                <a:lnTo>
                  <a:pt x="308724" y="0"/>
                </a:lnTo>
                <a:lnTo>
                  <a:pt x="343024" y="0"/>
                </a:lnTo>
                <a:lnTo>
                  <a:pt x="377323" y="0"/>
                </a:lnTo>
                <a:lnTo>
                  <a:pt x="411623" y="0"/>
                </a:lnTo>
                <a:lnTo>
                  <a:pt x="445932" y="0"/>
                </a:lnTo>
                <a:lnTo>
                  <a:pt x="480231" y="0"/>
                </a:lnTo>
                <a:lnTo>
                  <a:pt x="514531" y="0"/>
                </a:lnTo>
                <a:lnTo>
                  <a:pt x="548840" y="0"/>
                </a:lnTo>
                <a:lnTo>
                  <a:pt x="583140" y="0"/>
                </a:lnTo>
                <a:lnTo>
                  <a:pt x="617439" y="0"/>
                </a:lnTo>
                <a:lnTo>
                  <a:pt x="651739" y="0"/>
                </a:lnTo>
                <a:lnTo>
                  <a:pt x="686048" y="0"/>
                </a:lnTo>
                <a:lnTo>
                  <a:pt x="720347" y="0"/>
                </a:lnTo>
                <a:lnTo>
                  <a:pt x="754647" y="0"/>
                </a:lnTo>
                <a:lnTo>
                  <a:pt x="788946" y="0"/>
                </a:lnTo>
                <a:lnTo>
                  <a:pt x="823255" y="0"/>
                </a:lnTo>
                <a:lnTo>
                  <a:pt x="857555" y="0"/>
                </a:lnTo>
                <a:lnTo>
                  <a:pt x="891854" y="0"/>
                </a:lnTo>
                <a:lnTo>
                  <a:pt x="926163" y="0"/>
                </a:lnTo>
                <a:lnTo>
                  <a:pt x="960463" y="0"/>
                </a:lnTo>
                <a:lnTo>
                  <a:pt x="994762" y="0"/>
                </a:lnTo>
                <a:lnTo>
                  <a:pt x="1029062" y="0"/>
                </a:lnTo>
                <a:lnTo>
                  <a:pt x="1063371" y="0"/>
                </a:lnTo>
                <a:lnTo>
                  <a:pt x="1097671" y="0"/>
                </a:lnTo>
                <a:lnTo>
                  <a:pt x="1131970" y="0"/>
                </a:lnTo>
                <a:lnTo>
                  <a:pt x="1166279" y="0"/>
                </a:lnTo>
                <a:lnTo>
                  <a:pt x="1200579" y="0"/>
                </a:lnTo>
                <a:lnTo>
                  <a:pt x="1234878" y="0"/>
                </a:lnTo>
                <a:lnTo>
                  <a:pt x="1269178" y="0"/>
                </a:lnTo>
                <a:lnTo>
                  <a:pt x="1303487" y="0"/>
                </a:lnTo>
                <a:lnTo>
                  <a:pt x="1337786" y="0"/>
                </a:lnTo>
                <a:lnTo>
                  <a:pt x="1372086" y="0"/>
                </a:lnTo>
                <a:lnTo>
                  <a:pt x="1406395" y="0"/>
                </a:lnTo>
                <a:lnTo>
                  <a:pt x="1440694" y="0"/>
                </a:lnTo>
                <a:lnTo>
                  <a:pt x="1474994" y="0"/>
                </a:lnTo>
                <a:lnTo>
                  <a:pt x="1509293" y="0"/>
                </a:lnTo>
                <a:lnTo>
                  <a:pt x="1543602" y="0"/>
                </a:lnTo>
                <a:lnTo>
                  <a:pt x="1577902" y="0"/>
                </a:lnTo>
                <a:lnTo>
                  <a:pt x="1612202" y="0"/>
                </a:lnTo>
                <a:lnTo>
                  <a:pt x="1646511" y="0"/>
                </a:lnTo>
                <a:lnTo>
                  <a:pt x="1680810" y="0"/>
                </a:lnTo>
                <a:lnTo>
                  <a:pt x="1715110" y="0"/>
                </a:lnTo>
                <a:lnTo>
                  <a:pt x="1749409" y="0"/>
                </a:lnTo>
                <a:lnTo>
                  <a:pt x="1783718" y="0"/>
                </a:lnTo>
                <a:lnTo>
                  <a:pt x="1818018" y="0"/>
                </a:lnTo>
                <a:lnTo>
                  <a:pt x="1852317" y="0"/>
                </a:lnTo>
                <a:lnTo>
                  <a:pt x="1886617" y="0"/>
                </a:lnTo>
                <a:lnTo>
                  <a:pt x="1920926" y="0"/>
                </a:lnTo>
                <a:lnTo>
                  <a:pt x="1955225" y="0"/>
                </a:lnTo>
                <a:lnTo>
                  <a:pt x="1989525" y="0"/>
                </a:lnTo>
                <a:lnTo>
                  <a:pt x="2023834" y="0"/>
                </a:lnTo>
                <a:lnTo>
                  <a:pt x="2058133" y="0"/>
                </a:lnTo>
                <a:lnTo>
                  <a:pt x="2092433" y="0"/>
                </a:lnTo>
                <a:lnTo>
                  <a:pt x="2126732" y="0"/>
                </a:lnTo>
                <a:lnTo>
                  <a:pt x="2161042" y="0"/>
                </a:lnTo>
                <a:lnTo>
                  <a:pt x="2195341" y="0"/>
                </a:lnTo>
                <a:lnTo>
                  <a:pt x="2229641" y="0"/>
                </a:lnTo>
                <a:lnTo>
                  <a:pt x="2263950" y="0"/>
                </a:lnTo>
                <a:lnTo>
                  <a:pt x="2298249" y="0"/>
                </a:lnTo>
                <a:lnTo>
                  <a:pt x="2332549" y="0"/>
                </a:lnTo>
                <a:lnTo>
                  <a:pt x="2366848" y="0"/>
                </a:lnTo>
                <a:lnTo>
                  <a:pt x="2401157" y="0"/>
                </a:lnTo>
                <a:lnTo>
                  <a:pt x="2435457" y="0"/>
                </a:lnTo>
                <a:lnTo>
                  <a:pt x="2469756" y="0"/>
                </a:lnTo>
                <a:lnTo>
                  <a:pt x="2504065" y="0"/>
                </a:lnTo>
                <a:lnTo>
                  <a:pt x="2538365" y="0"/>
                </a:lnTo>
                <a:lnTo>
                  <a:pt x="2572664" y="0"/>
                </a:lnTo>
                <a:lnTo>
                  <a:pt x="2606964" y="0"/>
                </a:lnTo>
                <a:lnTo>
                  <a:pt x="2641273" y="0"/>
                </a:lnTo>
                <a:lnTo>
                  <a:pt x="2675573" y="0"/>
                </a:lnTo>
                <a:lnTo>
                  <a:pt x="2709872" y="0"/>
                </a:lnTo>
                <a:lnTo>
                  <a:pt x="2744181" y="0"/>
                </a:lnTo>
                <a:lnTo>
                  <a:pt x="2778481" y="0"/>
                </a:lnTo>
                <a:lnTo>
                  <a:pt x="2812780" y="0"/>
                </a:lnTo>
                <a:lnTo>
                  <a:pt x="2847080" y="0"/>
                </a:lnTo>
                <a:lnTo>
                  <a:pt x="2881389" y="0"/>
                </a:lnTo>
                <a:lnTo>
                  <a:pt x="2915688" y="0"/>
                </a:lnTo>
                <a:lnTo>
                  <a:pt x="2949988" y="0"/>
                </a:lnTo>
                <a:lnTo>
                  <a:pt x="2984297" y="0"/>
                </a:lnTo>
                <a:lnTo>
                  <a:pt x="3018596" y="0"/>
                </a:lnTo>
                <a:lnTo>
                  <a:pt x="3052896" y="0"/>
                </a:lnTo>
                <a:lnTo>
                  <a:pt x="3087195" y="0"/>
                </a:lnTo>
                <a:lnTo>
                  <a:pt x="3121504" y="0"/>
                </a:lnTo>
                <a:lnTo>
                  <a:pt x="3155804" y="0"/>
                </a:lnTo>
                <a:lnTo>
                  <a:pt x="3190103" y="0"/>
                </a:lnTo>
                <a:lnTo>
                  <a:pt x="3224403" y="0"/>
                </a:lnTo>
                <a:lnTo>
                  <a:pt x="3258712" y="0"/>
                </a:lnTo>
                <a:lnTo>
                  <a:pt x="3293012" y="0"/>
                </a:lnTo>
                <a:lnTo>
                  <a:pt x="3327311" y="0"/>
                </a:lnTo>
                <a:lnTo>
                  <a:pt x="3361620" y="0"/>
                </a:lnTo>
                <a:lnTo>
                  <a:pt x="3395920" y="0"/>
                </a:lnTo>
                <a:lnTo>
                  <a:pt x="3430219" y="0"/>
                </a:lnTo>
                <a:lnTo>
                  <a:pt x="3464519" y="0"/>
                </a:lnTo>
                <a:lnTo>
                  <a:pt x="3498828" y="0"/>
                </a:lnTo>
                <a:lnTo>
                  <a:pt x="3533127" y="0"/>
                </a:lnTo>
                <a:lnTo>
                  <a:pt x="3567427" y="0"/>
                </a:lnTo>
                <a:lnTo>
                  <a:pt x="3601736" y="0"/>
                </a:lnTo>
                <a:lnTo>
                  <a:pt x="3636035" y="0"/>
                </a:lnTo>
                <a:lnTo>
                  <a:pt x="3670335" y="0"/>
                </a:lnTo>
                <a:lnTo>
                  <a:pt x="3704634" y="0"/>
                </a:lnTo>
                <a:lnTo>
                  <a:pt x="3738944" y="0"/>
                </a:lnTo>
                <a:lnTo>
                  <a:pt x="3773243" y="0"/>
                </a:lnTo>
                <a:lnTo>
                  <a:pt x="3807543" y="0"/>
                </a:lnTo>
                <a:lnTo>
                  <a:pt x="3795817" y="14354"/>
                </a:lnTo>
                <a:lnTo>
                  <a:pt x="3767604" y="33861"/>
                </a:lnTo>
                <a:lnTo>
                  <a:pt x="3739382" y="53369"/>
                </a:lnTo>
                <a:lnTo>
                  <a:pt x="3711169" y="72866"/>
                </a:lnTo>
                <a:lnTo>
                  <a:pt x="3682946" y="92373"/>
                </a:lnTo>
                <a:lnTo>
                  <a:pt x="3654733" y="111881"/>
                </a:lnTo>
                <a:lnTo>
                  <a:pt x="3626510" y="131378"/>
                </a:lnTo>
                <a:lnTo>
                  <a:pt x="3598297" y="150886"/>
                </a:lnTo>
                <a:lnTo>
                  <a:pt x="3570075" y="170383"/>
                </a:lnTo>
                <a:lnTo>
                  <a:pt x="3541862" y="189890"/>
                </a:lnTo>
                <a:lnTo>
                  <a:pt x="3513639" y="209398"/>
                </a:lnTo>
                <a:lnTo>
                  <a:pt x="3485426" y="228895"/>
                </a:lnTo>
                <a:lnTo>
                  <a:pt x="3457204" y="248402"/>
                </a:lnTo>
                <a:lnTo>
                  <a:pt x="3428990" y="267900"/>
                </a:lnTo>
                <a:lnTo>
                  <a:pt x="3400768" y="287407"/>
                </a:lnTo>
                <a:lnTo>
                  <a:pt x="3372555" y="306915"/>
                </a:lnTo>
                <a:lnTo>
                  <a:pt x="3344332" y="326412"/>
                </a:lnTo>
                <a:lnTo>
                  <a:pt x="3316119" y="345919"/>
                </a:lnTo>
                <a:lnTo>
                  <a:pt x="3287897" y="365427"/>
                </a:lnTo>
                <a:lnTo>
                  <a:pt x="3259684" y="384924"/>
                </a:lnTo>
                <a:lnTo>
                  <a:pt x="3231461" y="404432"/>
                </a:lnTo>
                <a:lnTo>
                  <a:pt x="3203248" y="423929"/>
                </a:lnTo>
                <a:lnTo>
                  <a:pt x="3175025" y="443436"/>
                </a:lnTo>
                <a:lnTo>
                  <a:pt x="3146812" y="462944"/>
                </a:lnTo>
                <a:lnTo>
                  <a:pt x="3118590" y="482441"/>
                </a:lnTo>
                <a:lnTo>
                  <a:pt x="3090367" y="501948"/>
                </a:lnTo>
                <a:lnTo>
                  <a:pt x="3062154" y="521456"/>
                </a:lnTo>
                <a:lnTo>
                  <a:pt x="3033932" y="540953"/>
                </a:lnTo>
                <a:lnTo>
                  <a:pt x="3005719" y="560461"/>
                </a:lnTo>
                <a:lnTo>
                  <a:pt x="2977496" y="579958"/>
                </a:lnTo>
                <a:lnTo>
                  <a:pt x="2949283" y="599465"/>
                </a:lnTo>
                <a:lnTo>
                  <a:pt x="2921060" y="618973"/>
                </a:lnTo>
                <a:lnTo>
                  <a:pt x="2892847" y="638470"/>
                </a:lnTo>
                <a:lnTo>
                  <a:pt x="2864625" y="657977"/>
                </a:lnTo>
                <a:lnTo>
                  <a:pt x="2836412" y="677475"/>
                </a:lnTo>
                <a:lnTo>
                  <a:pt x="2808189" y="696982"/>
                </a:lnTo>
                <a:lnTo>
                  <a:pt x="2779976" y="716490"/>
                </a:lnTo>
                <a:lnTo>
                  <a:pt x="2751753" y="735987"/>
                </a:lnTo>
                <a:lnTo>
                  <a:pt x="2723540" y="755494"/>
                </a:lnTo>
                <a:lnTo>
                  <a:pt x="2695318" y="775002"/>
                </a:lnTo>
                <a:lnTo>
                  <a:pt x="2667105" y="794499"/>
                </a:lnTo>
                <a:lnTo>
                  <a:pt x="2638882" y="814006"/>
                </a:lnTo>
                <a:lnTo>
                  <a:pt x="2610669" y="833504"/>
                </a:lnTo>
                <a:lnTo>
                  <a:pt x="2582447" y="853011"/>
                </a:lnTo>
                <a:lnTo>
                  <a:pt x="2554234" y="872519"/>
                </a:lnTo>
                <a:lnTo>
                  <a:pt x="2526011" y="892016"/>
                </a:lnTo>
                <a:lnTo>
                  <a:pt x="2492750" y="895350"/>
                </a:lnTo>
                <a:lnTo>
                  <a:pt x="2458450" y="895350"/>
                </a:lnTo>
                <a:lnTo>
                  <a:pt x="2424141" y="895350"/>
                </a:lnTo>
                <a:lnTo>
                  <a:pt x="2389842" y="895350"/>
                </a:lnTo>
                <a:lnTo>
                  <a:pt x="2355542" y="895350"/>
                </a:lnTo>
                <a:lnTo>
                  <a:pt x="2321243" y="895350"/>
                </a:lnTo>
                <a:lnTo>
                  <a:pt x="2286933" y="895350"/>
                </a:lnTo>
                <a:lnTo>
                  <a:pt x="2252634" y="895350"/>
                </a:lnTo>
                <a:lnTo>
                  <a:pt x="2218334" y="895350"/>
                </a:lnTo>
                <a:lnTo>
                  <a:pt x="2184025" y="895350"/>
                </a:lnTo>
                <a:lnTo>
                  <a:pt x="2149726" y="895350"/>
                </a:lnTo>
                <a:lnTo>
                  <a:pt x="2115426" y="895350"/>
                </a:lnTo>
                <a:lnTo>
                  <a:pt x="2081127" y="895350"/>
                </a:lnTo>
                <a:lnTo>
                  <a:pt x="2046818" y="895350"/>
                </a:lnTo>
                <a:lnTo>
                  <a:pt x="2012518" y="895350"/>
                </a:lnTo>
                <a:lnTo>
                  <a:pt x="1978219" y="895350"/>
                </a:lnTo>
                <a:lnTo>
                  <a:pt x="1943919" y="895350"/>
                </a:lnTo>
                <a:lnTo>
                  <a:pt x="1909610" y="895350"/>
                </a:lnTo>
                <a:lnTo>
                  <a:pt x="1875311" y="895350"/>
                </a:lnTo>
                <a:lnTo>
                  <a:pt x="1841011" y="895350"/>
                </a:lnTo>
                <a:lnTo>
                  <a:pt x="1806702" y="895350"/>
                </a:lnTo>
                <a:lnTo>
                  <a:pt x="1772402" y="895350"/>
                </a:lnTo>
                <a:lnTo>
                  <a:pt x="1738103" y="895350"/>
                </a:lnTo>
                <a:lnTo>
                  <a:pt x="1703803" y="895350"/>
                </a:lnTo>
                <a:lnTo>
                  <a:pt x="1669494" y="895350"/>
                </a:lnTo>
                <a:lnTo>
                  <a:pt x="1635195" y="895350"/>
                </a:lnTo>
                <a:lnTo>
                  <a:pt x="1600895" y="895350"/>
                </a:lnTo>
                <a:lnTo>
                  <a:pt x="1566586" y="895350"/>
                </a:lnTo>
                <a:lnTo>
                  <a:pt x="1532287" y="895350"/>
                </a:lnTo>
                <a:lnTo>
                  <a:pt x="1497987" y="895350"/>
                </a:lnTo>
                <a:lnTo>
                  <a:pt x="1463688" y="895350"/>
                </a:lnTo>
                <a:lnTo>
                  <a:pt x="1429379" y="895350"/>
                </a:lnTo>
                <a:lnTo>
                  <a:pt x="1395079" y="895350"/>
                </a:lnTo>
                <a:lnTo>
                  <a:pt x="1360780" y="895350"/>
                </a:lnTo>
                <a:lnTo>
                  <a:pt x="1326471" y="895350"/>
                </a:lnTo>
                <a:lnTo>
                  <a:pt x="1292171" y="895350"/>
                </a:lnTo>
                <a:lnTo>
                  <a:pt x="1257872" y="895350"/>
                </a:lnTo>
                <a:lnTo>
                  <a:pt x="1223572" y="895350"/>
                </a:lnTo>
                <a:lnTo>
                  <a:pt x="1189263" y="895350"/>
                </a:lnTo>
                <a:lnTo>
                  <a:pt x="1154963" y="895350"/>
                </a:lnTo>
                <a:lnTo>
                  <a:pt x="1120664" y="895350"/>
                </a:lnTo>
                <a:lnTo>
                  <a:pt x="1087736" y="891492"/>
                </a:lnTo>
                <a:lnTo>
                  <a:pt x="1061209" y="869747"/>
                </a:lnTo>
                <a:lnTo>
                  <a:pt x="1034682" y="848001"/>
                </a:lnTo>
                <a:lnTo>
                  <a:pt x="1008145" y="826265"/>
                </a:lnTo>
                <a:lnTo>
                  <a:pt x="981618" y="804520"/>
                </a:lnTo>
                <a:lnTo>
                  <a:pt x="955091" y="782774"/>
                </a:lnTo>
                <a:lnTo>
                  <a:pt x="928554" y="761028"/>
                </a:lnTo>
                <a:lnTo>
                  <a:pt x="902027" y="739283"/>
                </a:lnTo>
                <a:lnTo>
                  <a:pt x="875500" y="717547"/>
                </a:lnTo>
                <a:lnTo>
                  <a:pt x="848963" y="695801"/>
                </a:lnTo>
                <a:lnTo>
                  <a:pt x="822436" y="674056"/>
                </a:lnTo>
                <a:lnTo>
                  <a:pt x="795909" y="652310"/>
                </a:lnTo>
                <a:lnTo>
                  <a:pt x="769372" y="630565"/>
                </a:lnTo>
                <a:lnTo>
                  <a:pt x="742845" y="608828"/>
                </a:lnTo>
                <a:lnTo>
                  <a:pt x="716318" y="587083"/>
                </a:lnTo>
                <a:lnTo>
                  <a:pt x="689781" y="565337"/>
                </a:lnTo>
                <a:lnTo>
                  <a:pt x="663254" y="543592"/>
                </a:lnTo>
                <a:lnTo>
                  <a:pt x="636727" y="521846"/>
                </a:lnTo>
                <a:lnTo>
                  <a:pt x="610191" y="500110"/>
                </a:lnTo>
                <a:lnTo>
                  <a:pt x="583663" y="478365"/>
                </a:lnTo>
                <a:lnTo>
                  <a:pt x="557136" y="456619"/>
                </a:lnTo>
                <a:lnTo>
                  <a:pt x="530600" y="434873"/>
                </a:lnTo>
                <a:lnTo>
                  <a:pt x="504073" y="413128"/>
                </a:lnTo>
                <a:lnTo>
                  <a:pt x="477545" y="391392"/>
                </a:lnTo>
                <a:lnTo>
                  <a:pt x="451009" y="369646"/>
                </a:lnTo>
                <a:lnTo>
                  <a:pt x="424482" y="347901"/>
                </a:lnTo>
                <a:lnTo>
                  <a:pt x="397955" y="326155"/>
                </a:lnTo>
                <a:lnTo>
                  <a:pt x="371427" y="304409"/>
                </a:lnTo>
                <a:lnTo>
                  <a:pt x="344891" y="282664"/>
                </a:lnTo>
                <a:lnTo>
                  <a:pt x="318364" y="260928"/>
                </a:lnTo>
                <a:lnTo>
                  <a:pt x="291836" y="239182"/>
                </a:lnTo>
                <a:lnTo>
                  <a:pt x="265300" y="217437"/>
                </a:lnTo>
                <a:lnTo>
                  <a:pt x="238773" y="195691"/>
                </a:lnTo>
                <a:lnTo>
                  <a:pt x="212246" y="173946"/>
                </a:lnTo>
                <a:lnTo>
                  <a:pt x="185709" y="152210"/>
                </a:lnTo>
                <a:lnTo>
                  <a:pt x="159182" y="130464"/>
                </a:lnTo>
                <a:lnTo>
                  <a:pt x="132655" y="108718"/>
                </a:lnTo>
                <a:lnTo>
                  <a:pt x="106118" y="86973"/>
                </a:lnTo>
                <a:lnTo>
                  <a:pt x="79591" y="65227"/>
                </a:lnTo>
                <a:lnTo>
                  <a:pt x="53064" y="43491"/>
                </a:lnTo>
                <a:lnTo>
                  <a:pt x="26527" y="217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C7D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iceberg-lower-highlight-center">
            <a:extLst xmlns:a="http://schemas.openxmlformats.org/drawingml/2006/main">
              <a:ext uri="{FF2B5EF4-FFF2-40B4-BE49-F238E27FC236}">
                <a16:creationId xmlns:a16="http://schemas.microsoft.com/office/drawing/2014/main" id="{EFC4D987-5BF0-451C-8ABD-605503A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4850" y="3333750"/>
            <a:ext cx="2297973" cy="2705100"/>
          </a:xfrm>
          <a:custGeom xmlns:a="http://schemas.openxmlformats.org/drawingml/2006/main">
            <a:pathLst>
              <a:path w="2297973" h="2705100">
                <a:moveTo>
                  <a:pt x="1051150" y="0"/>
                </a:moveTo>
                <a:lnTo>
                  <a:pt x="1075658" y="20203"/>
                </a:lnTo>
                <a:lnTo>
                  <a:pt x="1100166" y="40405"/>
                </a:lnTo>
                <a:lnTo>
                  <a:pt x="1124674" y="60617"/>
                </a:lnTo>
                <a:lnTo>
                  <a:pt x="1149182" y="80820"/>
                </a:lnTo>
                <a:lnTo>
                  <a:pt x="1173690" y="101022"/>
                </a:lnTo>
                <a:lnTo>
                  <a:pt x="1198197" y="121225"/>
                </a:lnTo>
                <a:lnTo>
                  <a:pt x="1222705" y="141437"/>
                </a:lnTo>
                <a:lnTo>
                  <a:pt x="1247213" y="161639"/>
                </a:lnTo>
                <a:lnTo>
                  <a:pt x="1271721" y="181842"/>
                </a:lnTo>
                <a:lnTo>
                  <a:pt x="1296229" y="202044"/>
                </a:lnTo>
                <a:lnTo>
                  <a:pt x="1320737" y="222256"/>
                </a:lnTo>
                <a:lnTo>
                  <a:pt x="1345244" y="242459"/>
                </a:lnTo>
                <a:lnTo>
                  <a:pt x="1369752" y="262661"/>
                </a:lnTo>
                <a:lnTo>
                  <a:pt x="1394260" y="282864"/>
                </a:lnTo>
                <a:lnTo>
                  <a:pt x="1418768" y="303066"/>
                </a:lnTo>
                <a:lnTo>
                  <a:pt x="1443276" y="323279"/>
                </a:lnTo>
                <a:lnTo>
                  <a:pt x="1467783" y="343481"/>
                </a:lnTo>
                <a:lnTo>
                  <a:pt x="1492291" y="363684"/>
                </a:lnTo>
                <a:lnTo>
                  <a:pt x="1516799" y="383886"/>
                </a:lnTo>
                <a:lnTo>
                  <a:pt x="1541307" y="404098"/>
                </a:lnTo>
                <a:lnTo>
                  <a:pt x="1565815" y="424301"/>
                </a:lnTo>
                <a:lnTo>
                  <a:pt x="1590323" y="444503"/>
                </a:lnTo>
                <a:lnTo>
                  <a:pt x="1614830" y="464706"/>
                </a:lnTo>
                <a:lnTo>
                  <a:pt x="1639338" y="484918"/>
                </a:lnTo>
                <a:lnTo>
                  <a:pt x="1663846" y="505120"/>
                </a:lnTo>
                <a:lnTo>
                  <a:pt x="1688354" y="525323"/>
                </a:lnTo>
                <a:lnTo>
                  <a:pt x="1712862" y="545525"/>
                </a:lnTo>
                <a:lnTo>
                  <a:pt x="1737370" y="565728"/>
                </a:lnTo>
                <a:lnTo>
                  <a:pt x="1761877" y="585940"/>
                </a:lnTo>
                <a:lnTo>
                  <a:pt x="1786385" y="606142"/>
                </a:lnTo>
                <a:lnTo>
                  <a:pt x="1810893" y="626345"/>
                </a:lnTo>
                <a:lnTo>
                  <a:pt x="1835401" y="646547"/>
                </a:lnTo>
                <a:lnTo>
                  <a:pt x="1859909" y="666760"/>
                </a:lnTo>
                <a:lnTo>
                  <a:pt x="1884407" y="686962"/>
                </a:lnTo>
                <a:lnTo>
                  <a:pt x="1908915" y="707165"/>
                </a:lnTo>
                <a:lnTo>
                  <a:pt x="1933423" y="727367"/>
                </a:lnTo>
                <a:lnTo>
                  <a:pt x="1957930" y="747579"/>
                </a:lnTo>
                <a:lnTo>
                  <a:pt x="1982438" y="767782"/>
                </a:lnTo>
                <a:lnTo>
                  <a:pt x="2006946" y="787984"/>
                </a:lnTo>
                <a:lnTo>
                  <a:pt x="2031454" y="808187"/>
                </a:lnTo>
                <a:lnTo>
                  <a:pt x="2055962" y="828389"/>
                </a:lnTo>
                <a:lnTo>
                  <a:pt x="2080470" y="848601"/>
                </a:lnTo>
                <a:lnTo>
                  <a:pt x="2104977" y="868804"/>
                </a:lnTo>
                <a:lnTo>
                  <a:pt x="2129485" y="889006"/>
                </a:lnTo>
                <a:lnTo>
                  <a:pt x="2153993" y="909209"/>
                </a:lnTo>
                <a:lnTo>
                  <a:pt x="2178501" y="929421"/>
                </a:lnTo>
                <a:lnTo>
                  <a:pt x="2203009" y="949623"/>
                </a:lnTo>
                <a:lnTo>
                  <a:pt x="2227517" y="969826"/>
                </a:lnTo>
                <a:lnTo>
                  <a:pt x="2252024" y="990029"/>
                </a:lnTo>
                <a:lnTo>
                  <a:pt x="2276532" y="1010231"/>
                </a:lnTo>
                <a:lnTo>
                  <a:pt x="2297973" y="1031262"/>
                </a:lnTo>
                <a:lnTo>
                  <a:pt x="2286819" y="1060999"/>
                </a:lnTo>
                <a:lnTo>
                  <a:pt x="2275665" y="1090746"/>
                </a:lnTo>
                <a:lnTo>
                  <a:pt x="2264512" y="1120483"/>
                </a:lnTo>
                <a:lnTo>
                  <a:pt x="2253358" y="1150220"/>
                </a:lnTo>
                <a:lnTo>
                  <a:pt x="2242204" y="1179967"/>
                </a:lnTo>
                <a:lnTo>
                  <a:pt x="2231050" y="1209704"/>
                </a:lnTo>
                <a:lnTo>
                  <a:pt x="2219897" y="1239441"/>
                </a:lnTo>
                <a:lnTo>
                  <a:pt x="2208752" y="1269178"/>
                </a:lnTo>
                <a:lnTo>
                  <a:pt x="2197598" y="1298924"/>
                </a:lnTo>
                <a:lnTo>
                  <a:pt x="2186445" y="1328661"/>
                </a:lnTo>
                <a:lnTo>
                  <a:pt x="2175291" y="1358398"/>
                </a:lnTo>
                <a:lnTo>
                  <a:pt x="2164137" y="1388145"/>
                </a:lnTo>
                <a:lnTo>
                  <a:pt x="2152983" y="1417882"/>
                </a:lnTo>
                <a:lnTo>
                  <a:pt x="2141830" y="1447619"/>
                </a:lnTo>
                <a:lnTo>
                  <a:pt x="2130676" y="1477366"/>
                </a:lnTo>
                <a:lnTo>
                  <a:pt x="2119532" y="1507103"/>
                </a:lnTo>
                <a:lnTo>
                  <a:pt x="2108378" y="1536840"/>
                </a:lnTo>
                <a:lnTo>
                  <a:pt x="2097224" y="1566586"/>
                </a:lnTo>
                <a:lnTo>
                  <a:pt x="2086070" y="1596323"/>
                </a:lnTo>
                <a:lnTo>
                  <a:pt x="2074916" y="1626060"/>
                </a:lnTo>
                <a:lnTo>
                  <a:pt x="2063763" y="1655807"/>
                </a:lnTo>
                <a:lnTo>
                  <a:pt x="2052609" y="1685544"/>
                </a:lnTo>
                <a:lnTo>
                  <a:pt x="2041465" y="1715281"/>
                </a:lnTo>
                <a:lnTo>
                  <a:pt x="2030311" y="1745028"/>
                </a:lnTo>
                <a:lnTo>
                  <a:pt x="2019157" y="1774765"/>
                </a:lnTo>
                <a:lnTo>
                  <a:pt x="2008003" y="1804502"/>
                </a:lnTo>
                <a:lnTo>
                  <a:pt x="1996850" y="1834248"/>
                </a:lnTo>
                <a:lnTo>
                  <a:pt x="1985696" y="1863985"/>
                </a:lnTo>
                <a:lnTo>
                  <a:pt x="1974542" y="1893722"/>
                </a:lnTo>
                <a:lnTo>
                  <a:pt x="1963388" y="1923469"/>
                </a:lnTo>
                <a:lnTo>
                  <a:pt x="1952244" y="1953206"/>
                </a:lnTo>
                <a:lnTo>
                  <a:pt x="1941090" y="1982943"/>
                </a:lnTo>
                <a:lnTo>
                  <a:pt x="1929936" y="2012680"/>
                </a:lnTo>
                <a:lnTo>
                  <a:pt x="1918783" y="2042427"/>
                </a:lnTo>
                <a:lnTo>
                  <a:pt x="1907629" y="2072164"/>
                </a:lnTo>
                <a:lnTo>
                  <a:pt x="1896475" y="2101901"/>
                </a:lnTo>
                <a:lnTo>
                  <a:pt x="1885321" y="2131647"/>
                </a:lnTo>
                <a:lnTo>
                  <a:pt x="1874177" y="2161384"/>
                </a:lnTo>
                <a:lnTo>
                  <a:pt x="1863023" y="2191121"/>
                </a:lnTo>
                <a:lnTo>
                  <a:pt x="1851870" y="2220868"/>
                </a:lnTo>
                <a:lnTo>
                  <a:pt x="1840716" y="2250605"/>
                </a:lnTo>
                <a:lnTo>
                  <a:pt x="1829562" y="2280342"/>
                </a:lnTo>
                <a:lnTo>
                  <a:pt x="1818408" y="2310089"/>
                </a:lnTo>
                <a:lnTo>
                  <a:pt x="1807254" y="2339826"/>
                </a:lnTo>
                <a:lnTo>
                  <a:pt x="1796101" y="2369563"/>
                </a:lnTo>
                <a:lnTo>
                  <a:pt x="1784956" y="2399309"/>
                </a:lnTo>
                <a:lnTo>
                  <a:pt x="1773803" y="2429046"/>
                </a:lnTo>
                <a:lnTo>
                  <a:pt x="1762649" y="2458784"/>
                </a:lnTo>
                <a:lnTo>
                  <a:pt x="1751495" y="2488530"/>
                </a:lnTo>
                <a:lnTo>
                  <a:pt x="1740341" y="2518267"/>
                </a:lnTo>
                <a:lnTo>
                  <a:pt x="1729188" y="2548004"/>
                </a:lnTo>
                <a:lnTo>
                  <a:pt x="1718034" y="2577751"/>
                </a:lnTo>
                <a:lnTo>
                  <a:pt x="1706880" y="2607488"/>
                </a:lnTo>
                <a:lnTo>
                  <a:pt x="1695736" y="2637225"/>
                </a:lnTo>
                <a:lnTo>
                  <a:pt x="1684582" y="2666962"/>
                </a:lnTo>
                <a:lnTo>
                  <a:pt x="1673428" y="2696708"/>
                </a:lnTo>
                <a:lnTo>
                  <a:pt x="1647482" y="2705100"/>
                </a:lnTo>
                <a:lnTo>
                  <a:pt x="1615716" y="2705100"/>
                </a:lnTo>
                <a:lnTo>
                  <a:pt x="1583960" y="2705100"/>
                </a:lnTo>
                <a:lnTo>
                  <a:pt x="1552194" y="2705100"/>
                </a:lnTo>
                <a:lnTo>
                  <a:pt x="1520428" y="2705100"/>
                </a:lnTo>
                <a:lnTo>
                  <a:pt x="1488672" y="2705100"/>
                </a:lnTo>
                <a:lnTo>
                  <a:pt x="1456906" y="2705100"/>
                </a:lnTo>
                <a:lnTo>
                  <a:pt x="1425140" y="2705100"/>
                </a:lnTo>
                <a:lnTo>
                  <a:pt x="1393384" y="2705100"/>
                </a:lnTo>
                <a:lnTo>
                  <a:pt x="1361618" y="2705100"/>
                </a:lnTo>
                <a:lnTo>
                  <a:pt x="1329861" y="2705100"/>
                </a:lnTo>
                <a:lnTo>
                  <a:pt x="1298096" y="2705100"/>
                </a:lnTo>
                <a:lnTo>
                  <a:pt x="1266330" y="2705100"/>
                </a:lnTo>
                <a:lnTo>
                  <a:pt x="1234573" y="2705100"/>
                </a:lnTo>
                <a:lnTo>
                  <a:pt x="1202807" y="2705100"/>
                </a:lnTo>
                <a:lnTo>
                  <a:pt x="1171042" y="2705100"/>
                </a:lnTo>
                <a:lnTo>
                  <a:pt x="1139285" y="2705100"/>
                </a:lnTo>
                <a:lnTo>
                  <a:pt x="1107519" y="2705100"/>
                </a:lnTo>
                <a:lnTo>
                  <a:pt x="1075754" y="2705100"/>
                </a:lnTo>
                <a:lnTo>
                  <a:pt x="1043997" y="2705100"/>
                </a:lnTo>
                <a:lnTo>
                  <a:pt x="1012231" y="2705100"/>
                </a:lnTo>
                <a:lnTo>
                  <a:pt x="980465" y="2705100"/>
                </a:lnTo>
                <a:lnTo>
                  <a:pt x="948709" y="2705100"/>
                </a:lnTo>
                <a:lnTo>
                  <a:pt x="916943" y="2705100"/>
                </a:lnTo>
                <a:lnTo>
                  <a:pt x="885187" y="2705100"/>
                </a:lnTo>
                <a:lnTo>
                  <a:pt x="853421" y="2705100"/>
                </a:lnTo>
                <a:lnTo>
                  <a:pt x="821655" y="2705100"/>
                </a:lnTo>
                <a:lnTo>
                  <a:pt x="789899" y="2705100"/>
                </a:lnTo>
                <a:lnTo>
                  <a:pt x="758133" y="2705100"/>
                </a:lnTo>
                <a:lnTo>
                  <a:pt x="726367" y="2705100"/>
                </a:lnTo>
                <a:lnTo>
                  <a:pt x="696849" y="2701433"/>
                </a:lnTo>
                <a:lnTo>
                  <a:pt x="682323" y="2673182"/>
                </a:lnTo>
                <a:lnTo>
                  <a:pt x="667807" y="2644931"/>
                </a:lnTo>
                <a:lnTo>
                  <a:pt x="653291" y="2616679"/>
                </a:lnTo>
                <a:lnTo>
                  <a:pt x="638775" y="2588428"/>
                </a:lnTo>
                <a:lnTo>
                  <a:pt x="624259" y="2560187"/>
                </a:lnTo>
                <a:lnTo>
                  <a:pt x="609743" y="2531936"/>
                </a:lnTo>
                <a:lnTo>
                  <a:pt x="595227" y="2503684"/>
                </a:lnTo>
                <a:lnTo>
                  <a:pt x="580701" y="2475433"/>
                </a:lnTo>
                <a:lnTo>
                  <a:pt x="566185" y="2447182"/>
                </a:lnTo>
                <a:lnTo>
                  <a:pt x="551669" y="2418931"/>
                </a:lnTo>
                <a:lnTo>
                  <a:pt x="537153" y="2390680"/>
                </a:lnTo>
                <a:lnTo>
                  <a:pt x="522637" y="2362429"/>
                </a:lnTo>
                <a:lnTo>
                  <a:pt x="508121" y="2334177"/>
                </a:lnTo>
                <a:lnTo>
                  <a:pt x="493595" y="2305926"/>
                </a:lnTo>
                <a:lnTo>
                  <a:pt x="479079" y="2277675"/>
                </a:lnTo>
                <a:lnTo>
                  <a:pt x="464563" y="2249424"/>
                </a:lnTo>
                <a:lnTo>
                  <a:pt x="450047" y="2221173"/>
                </a:lnTo>
                <a:lnTo>
                  <a:pt x="435531" y="2192922"/>
                </a:lnTo>
                <a:lnTo>
                  <a:pt x="421015" y="2164671"/>
                </a:lnTo>
                <a:lnTo>
                  <a:pt x="406489" y="2136429"/>
                </a:lnTo>
                <a:lnTo>
                  <a:pt x="391973" y="2108178"/>
                </a:lnTo>
                <a:lnTo>
                  <a:pt x="377457" y="2079927"/>
                </a:lnTo>
                <a:lnTo>
                  <a:pt x="362941" y="2051675"/>
                </a:lnTo>
                <a:lnTo>
                  <a:pt x="348425" y="2023424"/>
                </a:lnTo>
                <a:lnTo>
                  <a:pt x="333908" y="1995173"/>
                </a:lnTo>
                <a:lnTo>
                  <a:pt x="319392" y="1966922"/>
                </a:lnTo>
                <a:lnTo>
                  <a:pt x="304867" y="1938671"/>
                </a:lnTo>
                <a:lnTo>
                  <a:pt x="290351" y="1910420"/>
                </a:lnTo>
                <a:lnTo>
                  <a:pt x="275834" y="1882169"/>
                </a:lnTo>
                <a:lnTo>
                  <a:pt x="261318" y="1853917"/>
                </a:lnTo>
                <a:lnTo>
                  <a:pt x="246802" y="1825666"/>
                </a:lnTo>
                <a:lnTo>
                  <a:pt x="232286" y="1797415"/>
                </a:lnTo>
                <a:lnTo>
                  <a:pt x="217761" y="1769174"/>
                </a:lnTo>
                <a:lnTo>
                  <a:pt x="203244" y="1740922"/>
                </a:lnTo>
                <a:lnTo>
                  <a:pt x="188728" y="1712671"/>
                </a:lnTo>
                <a:lnTo>
                  <a:pt x="174212" y="1684420"/>
                </a:lnTo>
                <a:lnTo>
                  <a:pt x="159696" y="1656169"/>
                </a:lnTo>
                <a:lnTo>
                  <a:pt x="145180" y="1627918"/>
                </a:lnTo>
                <a:lnTo>
                  <a:pt x="130654" y="1599667"/>
                </a:lnTo>
                <a:lnTo>
                  <a:pt x="116138" y="1571415"/>
                </a:lnTo>
                <a:lnTo>
                  <a:pt x="101622" y="1543164"/>
                </a:lnTo>
                <a:lnTo>
                  <a:pt x="87106" y="1514913"/>
                </a:lnTo>
                <a:lnTo>
                  <a:pt x="72590" y="1486662"/>
                </a:lnTo>
                <a:lnTo>
                  <a:pt x="58074" y="1458411"/>
                </a:lnTo>
                <a:lnTo>
                  <a:pt x="43548" y="1430160"/>
                </a:lnTo>
                <a:lnTo>
                  <a:pt x="29032" y="1401909"/>
                </a:lnTo>
                <a:lnTo>
                  <a:pt x="14516" y="1373657"/>
                </a:lnTo>
                <a:lnTo>
                  <a:pt x="0" y="1345406"/>
                </a:lnTo>
                <a:lnTo>
                  <a:pt x="5296" y="1319108"/>
                </a:lnTo>
                <a:lnTo>
                  <a:pt x="25022" y="1294219"/>
                </a:lnTo>
                <a:lnTo>
                  <a:pt x="44758" y="1269330"/>
                </a:lnTo>
                <a:lnTo>
                  <a:pt x="64494" y="1244441"/>
                </a:lnTo>
                <a:lnTo>
                  <a:pt x="84230" y="1219552"/>
                </a:lnTo>
                <a:lnTo>
                  <a:pt x="103956" y="1194664"/>
                </a:lnTo>
                <a:lnTo>
                  <a:pt x="123692" y="1169775"/>
                </a:lnTo>
                <a:lnTo>
                  <a:pt x="143427" y="1144886"/>
                </a:lnTo>
                <a:lnTo>
                  <a:pt x="163154" y="1119997"/>
                </a:lnTo>
                <a:lnTo>
                  <a:pt x="182890" y="1095108"/>
                </a:lnTo>
                <a:lnTo>
                  <a:pt x="202625" y="1070219"/>
                </a:lnTo>
                <a:lnTo>
                  <a:pt x="222361" y="1045331"/>
                </a:lnTo>
                <a:lnTo>
                  <a:pt x="242087" y="1020442"/>
                </a:lnTo>
                <a:lnTo>
                  <a:pt x="261823" y="995553"/>
                </a:lnTo>
                <a:lnTo>
                  <a:pt x="281559" y="970664"/>
                </a:lnTo>
                <a:lnTo>
                  <a:pt x="301295" y="945775"/>
                </a:lnTo>
                <a:lnTo>
                  <a:pt x="321021" y="920887"/>
                </a:lnTo>
                <a:lnTo>
                  <a:pt x="340757" y="895998"/>
                </a:lnTo>
                <a:lnTo>
                  <a:pt x="360493" y="871109"/>
                </a:lnTo>
                <a:lnTo>
                  <a:pt x="380228" y="846220"/>
                </a:lnTo>
                <a:lnTo>
                  <a:pt x="399955" y="821331"/>
                </a:lnTo>
                <a:lnTo>
                  <a:pt x="419691" y="796442"/>
                </a:lnTo>
                <a:lnTo>
                  <a:pt x="439426" y="771554"/>
                </a:lnTo>
                <a:lnTo>
                  <a:pt x="459153" y="746665"/>
                </a:lnTo>
                <a:lnTo>
                  <a:pt x="478888" y="721776"/>
                </a:lnTo>
                <a:lnTo>
                  <a:pt x="498624" y="696887"/>
                </a:lnTo>
                <a:lnTo>
                  <a:pt x="518360" y="671998"/>
                </a:lnTo>
                <a:lnTo>
                  <a:pt x="538086" y="647109"/>
                </a:lnTo>
                <a:lnTo>
                  <a:pt x="557822" y="622221"/>
                </a:lnTo>
                <a:lnTo>
                  <a:pt x="577558" y="597332"/>
                </a:lnTo>
                <a:lnTo>
                  <a:pt x="597294" y="572443"/>
                </a:lnTo>
                <a:lnTo>
                  <a:pt x="617020" y="547554"/>
                </a:lnTo>
                <a:lnTo>
                  <a:pt x="636756" y="522665"/>
                </a:lnTo>
                <a:lnTo>
                  <a:pt x="656492" y="497777"/>
                </a:lnTo>
                <a:lnTo>
                  <a:pt x="676227" y="472888"/>
                </a:lnTo>
                <a:lnTo>
                  <a:pt x="695954" y="447999"/>
                </a:lnTo>
                <a:lnTo>
                  <a:pt x="715689" y="423110"/>
                </a:lnTo>
                <a:lnTo>
                  <a:pt x="735425" y="398221"/>
                </a:lnTo>
                <a:lnTo>
                  <a:pt x="755152" y="373332"/>
                </a:lnTo>
                <a:lnTo>
                  <a:pt x="774887" y="348444"/>
                </a:lnTo>
                <a:lnTo>
                  <a:pt x="794623" y="323555"/>
                </a:lnTo>
                <a:lnTo>
                  <a:pt x="814359" y="298666"/>
                </a:lnTo>
                <a:lnTo>
                  <a:pt x="834085" y="273777"/>
                </a:lnTo>
                <a:lnTo>
                  <a:pt x="853821" y="248888"/>
                </a:lnTo>
                <a:lnTo>
                  <a:pt x="873557" y="223999"/>
                </a:lnTo>
                <a:lnTo>
                  <a:pt x="893293" y="199111"/>
                </a:lnTo>
                <a:lnTo>
                  <a:pt x="913019" y="174222"/>
                </a:lnTo>
                <a:lnTo>
                  <a:pt x="932755" y="149333"/>
                </a:lnTo>
                <a:lnTo>
                  <a:pt x="952490" y="124444"/>
                </a:lnTo>
                <a:lnTo>
                  <a:pt x="972217" y="99555"/>
                </a:lnTo>
                <a:lnTo>
                  <a:pt x="991953" y="74666"/>
                </a:lnTo>
                <a:lnTo>
                  <a:pt x="1011688" y="49778"/>
                </a:lnTo>
                <a:lnTo>
                  <a:pt x="1031424" y="24889"/>
                </a:lnTo>
                <a:lnTo>
                  <a:pt x="105115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iceberg-lower-highlight-left">
            <a:extLst xmlns:a="http://schemas.openxmlformats.org/drawingml/2006/main">
              <a:ext uri="{FF2B5EF4-FFF2-40B4-BE49-F238E27FC236}">
                <a16:creationId xmlns:a16="http://schemas.microsoft.com/office/drawing/2014/main" id="{9210CC05-5964-4D17-A7F4-A1B0C3B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275" y="3971925"/>
            <a:ext cx="1693793" cy="1595342"/>
          </a:xfrm>
          <a:custGeom xmlns:a="http://schemas.openxmlformats.org/drawingml/2006/main">
            <a:pathLst>
              <a:path w="1693793" h="1595342">
                <a:moveTo>
                  <a:pt x="0" y="0"/>
                </a:moveTo>
                <a:lnTo>
                  <a:pt x="19117" y="7839"/>
                </a:lnTo>
                <a:lnTo>
                  <a:pt x="38224" y="15678"/>
                </a:lnTo>
                <a:lnTo>
                  <a:pt x="57340" y="23517"/>
                </a:lnTo>
                <a:lnTo>
                  <a:pt x="76448" y="31356"/>
                </a:lnTo>
                <a:lnTo>
                  <a:pt x="95564" y="39195"/>
                </a:lnTo>
                <a:lnTo>
                  <a:pt x="114681" y="47034"/>
                </a:lnTo>
                <a:lnTo>
                  <a:pt x="133788" y="54874"/>
                </a:lnTo>
                <a:lnTo>
                  <a:pt x="152905" y="62703"/>
                </a:lnTo>
                <a:lnTo>
                  <a:pt x="172012" y="70542"/>
                </a:lnTo>
                <a:lnTo>
                  <a:pt x="191129" y="78381"/>
                </a:lnTo>
                <a:lnTo>
                  <a:pt x="210245" y="86220"/>
                </a:lnTo>
                <a:lnTo>
                  <a:pt x="229352" y="94059"/>
                </a:lnTo>
                <a:lnTo>
                  <a:pt x="248469" y="101898"/>
                </a:lnTo>
                <a:lnTo>
                  <a:pt x="267576" y="109738"/>
                </a:lnTo>
                <a:lnTo>
                  <a:pt x="286693" y="117577"/>
                </a:lnTo>
                <a:lnTo>
                  <a:pt x="305810" y="125416"/>
                </a:lnTo>
                <a:lnTo>
                  <a:pt x="324917" y="133255"/>
                </a:lnTo>
                <a:lnTo>
                  <a:pt x="344033" y="141094"/>
                </a:lnTo>
                <a:lnTo>
                  <a:pt x="363150" y="148933"/>
                </a:lnTo>
                <a:lnTo>
                  <a:pt x="382257" y="156772"/>
                </a:lnTo>
                <a:lnTo>
                  <a:pt x="401374" y="164611"/>
                </a:lnTo>
                <a:lnTo>
                  <a:pt x="420481" y="172450"/>
                </a:lnTo>
                <a:lnTo>
                  <a:pt x="439598" y="180280"/>
                </a:lnTo>
                <a:lnTo>
                  <a:pt x="458714" y="188119"/>
                </a:lnTo>
                <a:lnTo>
                  <a:pt x="477822" y="195958"/>
                </a:lnTo>
                <a:lnTo>
                  <a:pt x="496938" y="203797"/>
                </a:lnTo>
                <a:lnTo>
                  <a:pt x="516045" y="211636"/>
                </a:lnTo>
                <a:lnTo>
                  <a:pt x="535162" y="219475"/>
                </a:lnTo>
                <a:lnTo>
                  <a:pt x="554279" y="227314"/>
                </a:lnTo>
                <a:lnTo>
                  <a:pt x="573386" y="235153"/>
                </a:lnTo>
                <a:lnTo>
                  <a:pt x="592503" y="242992"/>
                </a:lnTo>
                <a:lnTo>
                  <a:pt x="611610" y="250831"/>
                </a:lnTo>
                <a:lnTo>
                  <a:pt x="630726" y="258670"/>
                </a:lnTo>
                <a:lnTo>
                  <a:pt x="649843" y="266510"/>
                </a:lnTo>
                <a:lnTo>
                  <a:pt x="668950" y="274349"/>
                </a:lnTo>
                <a:lnTo>
                  <a:pt x="688067" y="282188"/>
                </a:lnTo>
                <a:lnTo>
                  <a:pt x="707174" y="290027"/>
                </a:lnTo>
                <a:lnTo>
                  <a:pt x="726291" y="297866"/>
                </a:lnTo>
                <a:lnTo>
                  <a:pt x="745407" y="305695"/>
                </a:lnTo>
                <a:lnTo>
                  <a:pt x="764515" y="313534"/>
                </a:lnTo>
                <a:lnTo>
                  <a:pt x="783631" y="321374"/>
                </a:lnTo>
                <a:lnTo>
                  <a:pt x="802748" y="329213"/>
                </a:lnTo>
                <a:lnTo>
                  <a:pt x="821855" y="337052"/>
                </a:lnTo>
                <a:lnTo>
                  <a:pt x="840972" y="344891"/>
                </a:lnTo>
                <a:lnTo>
                  <a:pt x="860079" y="352730"/>
                </a:lnTo>
                <a:lnTo>
                  <a:pt x="879196" y="360569"/>
                </a:lnTo>
                <a:lnTo>
                  <a:pt x="898312" y="368408"/>
                </a:lnTo>
                <a:lnTo>
                  <a:pt x="917419" y="376247"/>
                </a:lnTo>
                <a:lnTo>
                  <a:pt x="936536" y="384086"/>
                </a:lnTo>
                <a:lnTo>
                  <a:pt x="955643" y="391925"/>
                </a:lnTo>
                <a:lnTo>
                  <a:pt x="974760" y="399764"/>
                </a:lnTo>
                <a:lnTo>
                  <a:pt x="993877" y="407603"/>
                </a:lnTo>
                <a:lnTo>
                  <a:pt x="1012984" y="415442"/>
                </a:lnTo>
                <a:lnTo>
                  <a:pt x="1032100" y="423272"/>
                </a:lnTo>
                <a:lnTo>
                  <a:pt x="1051208" y="431111"/>
                </a:lnTo>
                <a:lnTo>
                  <a:pt x="1070324" y="438950"/>
                </a:lnTo>
                <a:lnTo>
                  <a:pt x="1089441" y="446789"/>
                </a:lnTo>
                <a:lnTo>
                  <a:pt x="1108548" y="454628"/>
                </a:lnTo>
                <a:lnTo>
                  <a:pt x="1127665" y="462467"/>
                </a:lnTo>
                <a:lnTo>
                  <a:pt x="1146772" y="470306"/>
                </a:lnTo>
                <a:lnTo>
                  <a:pt x="1165889" y="478145"/>
                </a:lnTo>
                <a:lnTo>
                  <a:pt x="1185005" y="485985"/>
                </a:lnTo>
                <a:lnTo>
                  <a:pt x="1204112" y="493824"/>
                </a:lnTo>
                <a:lnTo>
                  <a:pt x="1223229" y="501663"/>
                </a:lnTo>
                <a:lnTo>
                  <a:pt x="1242336" y="509502"/>
                </a:lnTo>
                <a:lnTo>
                  <a:pt x="1261453" y="517341"/>
                </a:lnTo>
                <a:lnTo>
                  <a:pt x="1280570" y="525180"/>
                </a:lnTo>
                <a:lnTo>
                  <a:pt x="1299677" y="533019"/>
                </a:lnTo>
                <a:lnTo>
                  <a:pt x="1318793" y="540849"/>
                </a:lnTo>
                <a:lnTo>
                  <a:pt x="1337910" y="548688"/>
                </a:lnTo>
                <a:lnTo>
                  <a:pt x="1357017" y="556527"/>
                </a:lnTo>
                <a:lnTo>
                  <a:pt x="1376134" y="564366"/>
                </a:lnTo>
                <a:lnTo>
                  <a:pt x="1395241" y="572205"/>
                </a:lnTo>
                <a:lnTo>
                  <a:pt x="1414358" y="580044"/>
                </a:lnTo>
                <a:lnTo>
                  <a:pt x="1433474" y="587883"/>
                </a:lnTo>
                <a:lnTo>
                  <a:pt x="1452582" y="595722"/>
                </a:lnTo>
                <a:lnTo>
                  <a:pt x="1471698" y="603561"/>
                </a:lnTo>
                <a:lnTo>
                  <a:pt x="1490805" y="611400"/>
                </a:lnTo>
                <a:lnTo>
                  <a:pt x="1509922" y="619239"/>
                </a:lnTo>
                <a:lnTo>
                  <a:pt x="1529039" y="627078"/>
                </a:lnTo>
                <a:lnTo>
                  <a:pt x="1548146" y="634917"/>
                </a:lnTo>
                <a:lnTo>
                  <a:pt x="1567263" y="642757"/>
                </a:lnTo>
                <a:lnTo>
                  <a:pt x="1586370" y="650596"/>
                </a:lnTo>
                <a:lnTo>
                  <a:pt x="1605486" y="658425"/>
                </a:lnTo>
                <a:lnTo>
                  <a:pt x="1624603" y="666264"/>
                </a:lnTo>
                <a:lnTo>
                  <a:pt x="1643710" y="674103"/>
                </a:lnTo>
                <a:lnTo>
                  <a:pt x="1662827" y="681942"/>
                </a:lnTo>
                <a:lnTo>
                  <a:pt x="1681934" y="689781"/>
                </a:lnTo>
                <a:lnTo>
                  <a:pt x="1693793" y="701145"/>
                </a:lnTo>
                <a:lnTo>
                  <a:pt x="1688144" y="721023"/>
                </a:lnTo>
                <a:lnTo>
                  <a:pt x="1682496" y="740893"/>
                </a:lnTo>
                <a:lnTo>
                  <a:pt x="1676848" y="760762"/>
                </a:lnTo>
                <a:lnTo>
                  <a:pt x="1671209" y="780631"/>
                </a:lnTo>
                <a:lnTo>
                  <a:pt x="1665561" y="800500"/>
                </a:lnTo>
                <a:lnTo>
                  <a:pt x="1659912" y="820369"/>
                </a:lnTo>
                <a:lnTo>
                  <a:pt x="1654264" y="840248"/>
                </a:lnTo>
                <a:lnTo>
                  <a:pt x="1648616" y="860117"/>
                </a:lnTo>
                <a:lnTo>
                  <a:pt x="1642967" y="879986"/>
                </a:lnTo>
                <a:lnTo>
                  <a:pt x="1637319" y="899855"/>
                </a:lnTo>
                <a:lnTo>
                  <a:pt x="1631671" y="919724"/>
                </a:lnTo>
                <a:lnTo>
                  <a:pt x="1626022" y="939603"/>
                </a:lnTo>
                <a:lnTo>
                  <a:pt x="1620374" y="959472"/>
                </a:lnTo>
                <a:lnTo>
                  <a:pt x="1614726" y="979341"/>
                </a:lnTo>
                <a:lnTo>
                  <a:pt x="1609087" y="999211"/>
                </a:lnTo>
                <a:lnTo>
                  <a:pt x="1603439" y="1019080"/>
                </a:lnTo>
                <a:lnTo>
                  <a:pt x="1597790" y="1038949"/>
                </a:lnTo>
                <a:lnTo>
                  <a:pt x="1592142" y="1058828"/>
                </a:lnTo>
                <a:lnTo>
                  <a:pt x="1586494" y="1078697"/>
                </a:lnTo>
                <a:lnTo>
                  <a:pt x="1580845" y="1098566"/>
                </a:lnTo>
                <a:lnTo>
                  <a:pt x="1575197" y="1118435"/>
                </a:lnTo>
                <a:lnTo>
                  <a:pt x="1569549" y="1138304"/>
                </a:lnTo>
                <a:lnTo>
                  <a:pt x="1563900" y="1158183"/>
                </a:lnTo>
                <a:lnTo>
                  <a:pt x="1558252" y="1178052"/>
                </a:lnTo>
                <a:lnTo>
                  <a:pt x="1552604" y="1197921"/>
                </a:lnTo>
                <a:lnTo>
                  <a:pt x="1546955" y="1217790"/>
                </a:lnTo>
                <a:lnTo>
                  <a:pt x="1541316" y="1237659"/>
                </a:lnTo>
                <a:lnTo>
                  <a:pt x="1535668" y="1257529"/>
                </a:lnTo>
                <a:lnTo>
                  <a:pt x="1530020" y="1277407"/>
                </a:lnTo>
                <a:lnTo>
                  <a:pt x="1524371" y="1297276"/>
                </a:lnTo>
                <a:lnTo>
                  <a:pt x="1518723" y="1317146"/>
                </a:lnTo>
                <a:lnTo>
                  <a:pt x="1513075" y="1337015"/>
                </a:lnTo>
                <a:lnTo>
                  <a:pt x="1507427" y="1356884"/>
                </a:lnTo>
                <a:lnTo>
                  <a:pt x="1501778" y="1376763"/>
                </a:lnTo>
                <a:lnTo>
                  <a:pt x="1496130" y="1396632"/>
                </a:lnTo>
                <a:lnTo>
                  <a:pt x="1490482" y="1416501"/>
                </a:lnTo>
                <a:lnTo>
                  <a:pt x="1484833" y="1436370"/>
                </a:lnTo>
                <a:lnTo>
                  <a:pt x="1479194" y="1456239"/>
                </a:lnTo>
                <a:lnTo>
                  <a:pt x="1473546" y="1476108"/>
                </a:lnTo>
                <a:lnTo>
                  <a:pt x="1467898" y="1495987"/>
                </a:lnTo>
                <a:lnTo>
                  <a:pt x="1462249" y="1515856"/>
                </a:lnTo>
                <a:lnTo>
                  <a:pt x="1456601" y="1535725"/>
                </a:lnTo>
                <a:lnTo>
                  <a:pt x="1450953" y="1555594"/>
                </a:lnTo>
                <a:lnTo>
                  <a:pt x="1445304" y="1575464"/>
                </a:lnTo>
                <a:lnTo>
                  <a:pt x="1439656" y="1595342"/>
                </a:lnTo>
                <a:lnTo>
                  <a:pt x="1426578" y="1589875"/>
                </a:lnTo>
                <a:lnTo>
                  <a:pt x="1411081" y="1576207"/>
                </a:lnTo>
                <a:lnTo>
                  <a:pt x="1395593" y="1562538"/>
                </a:lnTo>
                <a:lnTo>
                  <a:pt x="1380106" y="1548870"/>
                </a:lnTo>
                <a:lnTo>
                  <a:pt x="1364618" y="1535211"/>
                </a:lnTo>
                <a:lnTo>
                  <a:pt x="1349121" y="1521543"/>
                </a:lnTo>
                <a:lnTo>
                  <a:pt x="1333633" y="1507874"/>
                </a:lnTo>
                <a:lnTo>
                  <a:pt x="1318146" y="1494206"/>
                </a:lnTo>
                <a:lnTo>
                  <a:pt x="1302658" y="1480537"/>
                </a:lnTo>
                <a:lnTo>
                  <a:pt x="1287161" y="1466869"/>
                </a:lnTo>
                <a:lnTo>
                  <a:pt x="1271673" y="1453201"/>
                </a:lnTo>
                <a:lnTo>
                  <a:pt x="1256186" y="1439532"/>
                </a:lnTo>
                <a:lnTo>
                  <a:pt x="1240698" y="1425864"/>
                </a:lnTo>
                <a:lnTo>
                  <a:pt x="1225201" y="1412196"/>
                </a:lnTo>
                <a:lnTo>
                  <a:pt x="1209713" y="1398527"/>
                </a:lnTo>
                <a:lnTo>
                  <a:pt x="1194225" y="1384859"/>
                </a:lnTo>
                <a:lnTo>
                  <a:pt x="1178738" y="1371190"/>
                </a:lnTo>
                <a:lnTo>
                  <a:pt x="1163241" y="1357522"/>
                </a:lnTo>
                <a:lnTo>
                  <a:pt x="1147753" y="1343863"/>
                </a:lnTo>
                <a:lnTo>
                  <a:pt x="1132265" y="1330195"/>
                </a:lnTo>
                <a:lnTo>
                  <a:pt x="1116778" y="1316526"/>
                </a:lnTo>
                <a:lnTo>
                  <a:pt x="1101281" y="1302858"/>
                </a:lnTo>
                <a:lnTo>
                  <a:pt x="1085793" y="1289190"/>
                </a:lnTo>
                <a:lnTo>
                  <a:pt x="1070305" y="1275521"/>
                </a:lnTo>
                <a:lnTo>
                  <a:pt x="1054818" y="1261853"/>
                </a:lnTo>
                <a:lnTo>
                  <a:pt x="1039320" y="1248185"/>
                </a:lnTo>
                <a:lnTo>
                  <a:pt x="1023833" y="1234516"/>
                </a:lnTo>
                <a:lnTo>
                  <a:pt x="1008345" y="1220848"/>
                </a:lnTo>
                <a:lnTo>
                  <a:pt x="992857" y="1207179"/>
                </a:lnTo>
                <a:lnTo>
                  <a:pt x="977370" y="1193511"/>
                </a:lnTo>
                <a:lnTo>
                  <a:pt x="961873" y="1179843"/>
                </a:lnTo>
                <a:lnTo>
                  <a:pt x="946385" y="1166184"/>
                </a:lnTo>
                <a:lnTo>
                  <a:pt x="930897" y="1152515"/>
                </a:lnTo>
                <a:lnTo>
                  <a:pt x="915400" y="1138847"/>
                </a:lnTo>
                <a:lnTo>
                  <a:pt x="899912" y="1125179"/>
                </a:lnTo>
                <a:lnTo>
                  <a:pt x="884425" y="1111510"/>
                </a:lnTo>
                <a:lnTo>
                  <a:pt x="868937" y="1097842"/>
                </a:lnTo>
                <a:lnTo>
                  <a:pt x="853450" y="1084174"/>
                </a:lnTo>
                <a:lnTo>
                  <a:pt x="837952" y="1070505"/>
                </a:lnTo>
                <a:lnTo>
                  <a:pt x="822465" y="1056837"/>
                </a:lnTo>
                <a:lnTo>
                  <a:pt x="806977" y="1043168"/>
                </a:lnTo>
                <a:lnTo>
                  <a:pt x="791489" y="1029500"/>
                </a:lnTo>
                <a:lnTo>
                  <a:pt x="775992" y="1015832"/>
                </a:lnTo>
                <a:lnTo>
                  <a:pt x="760505" y="1002163"/>
                </a:lnTo>
                <a:lnTo>
                  <a:pt x="745017" y="988505"/>
                </a:lnTo>
                <a:lnTo>
                  <a:pt x="729529" y="974836"/>
                </a:lnTo>
                <a:lnTo>
                  <a:pt x="714032" y="961168"/>
                </a:lnTo>
                <a:lnTo>
                  <a:pt x="698544" y="947499"/>
                </a:lnTo>
                <a:lnTo>
                  <a:pt x="683057" y="933831"/>
                </a:lnTo>
                <a:lnTo>
                  <a:pt x="667569" y="920163"/>
                </a:lnTo>
                <a:lnTo>
                  <a:pt x="652072" y="906494"/>
                </a:lnTo>
                <a:lnTo>
                  <a:pt x="636584" y="892826"/>
                </a:lnTo>
                <a:lnTo>
                  <a:pt x="621097" y="879158"/>
                </a:lnTo>
                <a:lnTo>
                  <a:pt x="605609" y="865489"/>
                </a:lnTo>
                <a:lnTo>
                  <a:pt x="590112" y="851821"/>
                </a:lnTo>
                <a:lnTo>
                  <a:pt x="574624" y="838152"/>
                </a:lnTo>
                <a:lnTo>
                  <a:pt x="559137" y="824484"/>
                </a:lnTo>
                <a:lnTo>
                  <a:pt x="543649" y="810816"/>
                </a:lnTo>
                <a:lnTo>
                  <a:pt x="528152" y="797157"/>
                </a:lnTo>
                <a:lnTo>
                  <a:pt x="512664" y="783488"/>
                </a:lnTo>
                <a:lnTo>
                  <a:pt x="497176" y="769820"/>
                </a:lnTo>
                <a:lnTo>
                  <a:pt x="481689" y="756152"/>
                </a:lnTo>
                <a:lnTo>
                  <a:pt x="466192" y="742483"/>
                </a:lnTo>
                <a:lnTo>
                  <a:pt x="450704" y="728815"/>
                </a:lnTo>
                <a:lnTo>
                  <a:pt x="435216" y="715147"/>
                </a:lnTo>
                <a:lnTo>
                  <a:pt x="419729" y="701478"/>
                </a:lnTo>
                <a:lnTo>
                  <a:pt x="404231" y="687810"/>
                </a:lnTo>
                <a:lnTo>
                  <a:pt x="388744" y="674141"/>
                </a:lnTo>
                <a:lnTo>
                  <a:pt x="373256" y="660473"/>
                </a:lnTo>
                <a:lnTo>
                  <a:pt x="357769" y="646805"/>
                </a:lnTo>
                <a:lnTo>
                  <a:pt x="342271" y="633136"/>
                </a:lnTo>
                <a:lnTo>
                  <a:pt x="326784" y="619468"/>
                </a:lnTo>
                <a:lnTo>
                  <a:pt x="311296" y="605809"/>
                </a:lnTo>
                <a:lnTo>
                  <a:pt x="299371" y="589378"/>
                </a:lnTo>
                <a:lnTo>
                  <a:pt x="290008" y="570957"/>
                </a:lnTo>
                <a:lnTo>
                  <a:pt x="280654" y="552545"/>
                </a:lnTo>
                <a:lnTo>
                  <a:pt x="271301" y="534124"/>
                </a:lnTo>
                <a:lnTo>
                  <a:pt x="261947" y="515703"/>
                </a:lnTo>
                <a:lnTo>
                  <a:pt x="252593" y="497291"/>
                </a:lnTo>
                <a:lnTo>
                  <a:pt x="243240" y="478869"/>
                </a:lnTo>
                <a:lnTo>
                  <a:pt x="233877" y="460448"/>
                </a:lnTo>
                <a:lnTo>
                  <a:pt x="224523" y="442036"/>
                </a:lnTo>
                <a:lnTo>
                  <a:pt x="215170" y="423615"/>
                </a:lnTo>
                <a:lnTo>
                  <a:pt x="205816" y="405194"/>
                </a:lnTo>
                <a:lnTo>
                  <a:pt x="196463" y="386782"/>
                </a:lnTo>
                <a:lnTo>
                  <a:pt x="187100" y="368360"/>
                </a:lnTo>
                <a:lnTo>
                  <a:pt x="177746" y="349939"/>
                </a:lnTo>
                <a:lnTo>
                  <a:pt x="168392" y="331527"/>
                </a:lnTo>
                <a:lnTo>
                  <a:pt x="159039" y="313106"/>
                </a:lnTo>
                <a:lnTo>
                  <a:pt x="149685" y="294694"/>
                </a:lnTo>
                <a:lnTo>
                  <a:pt x="140332" y="276273"/>
                </a:lnTo>
                <a:lnTo>
                  <a:pt x="130969" y="257851"/>
                </a:lnTo>
                <a:lnTo>
                  <a:pt x="121615" y="239439"/>
                </a:lnTo>
                <a:lnTo>
                  <a:pt x="112262" y="221018"/>
                </a:lnTo>
                <a:lnTo>
                  <a:pt x="102908" y="202597"/>
                </a:lnTo>
                <a:lnTo>
                  <a:pt x="93555" y="184185"/>
                </a:lnTo>
                <a:lnTo>
                  <a:pt x="84201" y="165764"/>
                </a:lnTo>
                <a:lnTo>
                  <a:pt x="74838" y="147342"/>
                </a:lnTo>
                <a:lnTo>
                  <a:pt x="65484" y="128930"/>
                </a:lnTo>
                <a:lnTo>
                  <a:pt x="56131" y="110509"/>
                </a:lnTo>
                <a:lnTo>
                  <a:pt x="46777" y="92088"/>
                </a:lnTo>
                <a:lnTo>
                  <a:pt x="37424" y="73676"/>
                </a:lnTo>
                <a:lnTo>
                  <a:pt x="28070" y="55255"/>
                </a:lnTo>
                <a:lnTo>
                  <a:pt x="18707" y="36833"/>
                </a:lnTo>
                <a:lnTo>
                  <a:pt x="9354" y="184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iceberg-lower-outline">
            <a:extLst xmlns:a="http://schemas.openxmlformats.org/drawingml/2006/main">
              <a:ext uri="{FF2B5EF4-FFF2-40B4-BE49-F238E27FC236}">
                <a16:creationId xmlns:a16="http://schemas.microsoft.com/office/drawing/2014/main" id="{DDF02F08-CDA2-4971-BCC6-BE0525C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4448" y="3333750"/>
            <a:ext cx="5581621" cy="2705100"/>
          </a:xfrm>
          <a:custGeom xmlns:a="http://schemas.openxmlformats.org/drawingml/2006/main">
            <a:pathLst>
              <a:path w="5581621" h="2705100">
                <a:moveTo>
                  <a:pt x="312677" y="0"/>
                </a:moveTo>
                <a:lnTo>
                  <a:pt x="286626" y="51349"/>
                </a:lnTo>
                <a:lnTo>
                  <a:pt x="260566" y="102699"/>
                </a:lnTo>
                <a:lnTo>
                  <a:pt x="234515" y="154038"/>
                </a:lnTo>
                <a:lnTo>
                  <a:pt x="208455" y="205388"/>
                </a:lnTo>
                <a:lnTo>
                  <a:pt x="182394" y="256737"/>
                </a:lnTo>
                <a:lnTo>
                  <a:pt x="156343" y="308086"/>
                </a:lnTo>
                <a:lnTo>
                  <a:pt x="130283" y="359426"/>
                </a:lnTo>
                <a:lnTo>
                  <a:pt x="104223" y="410775"/>
                </a:lnTo>
                <a:lnTo>
                  <a:pt x="78172" y="462124"/>
                </a:lnTo>
                <a:lnTo>
                  <a:pt x="52111" y="513474"/>
                </a:lnTo>
                <a:lnTo>
                  <a:pt x="26060" y="564823"/>
                </a:lnTo>
                <a:lnTo>
                  <a:pt x="0" y="616163"/>
                </a:lnTo>
                <a:lnTo>
                  <a:pt x="3734" y="667512"/>
                </a:lnTo>
                <a:lnTo>
                  <a:pt x="29804" y="718842"/>
                </a:lnTo>
                <a:lnTo>
                  <a:pt x="55883" y="770182"/>
                </a:lnTo>
                <a:lnTo>
                  <a:pt x="81963" y="821522"/>
                </a:lnTo>
                <a:lnTo>
                  <a:pt x="108033" y="872852"/>
                </a:lnTo>
                <a:lnTo>
                  <a:pt x="134112" y="924192"/>
                </a:lnTo>
                <a:lnTo>
                  <a:pt x="160191" y="975531"/>
                </a:lnTo>
                <a:lnTo>
                  <a:pt x="186261" y="1026871"/>
                </a:lnTo>
                <a:lnTo>
                  <a:pt x="212341" y="1078201"/>
                </a:lnTo>
                <a:lnTo>
                  <a:pt x="238411" y="1129541"/>
                </a:lnTo>
                <a:lnTo>
                  <a:pt x="264490" y="1180881"/>
                </a:lnTo>
                <a:lnTo>
                  <a:pt x="290570" y="1232221"/>
                </a:lnTo>
                <a:lnTo>
                  <a:pt x="327089" y="1276493"/>
                </a:lnTo>
                <a:lnTo>
                  <a:pt x="365008" y="1319822"/>
                </a:lnTo>
                <a:lnTo>
                  <a:pt x="402927" y="1363161"/>
                </a:lnTo>
                <a:lnTo>
                  <a:pt x="440846" y="1406490"/>
                </a:lnTo>
                <a:lnTo>
                  <a:pt x="478765" y="1449829"/>
                </a:lnTo>
                <a:lnTo>
                  <a:pt x="516674" y="1493158"/>
                </a:lnTo>
                <a:lnTo>
                  <a:pt x="554593" y="1536497"/>
                </a:lnTo>
                <a:lnTo>
                  <a:pt x="592512" y="1579826"/>
                </a:lnTo>
                <a:lnTo>
                  <a:pt x="631422" y="1621984"/>
                </a:lnTo>
                <a:lnTo>
                  <a:pt x="680380" y="1652292"/>
                </a:lnTo>
                <a:lnTo>
                  <a:pt x="729339" y="1682601"/>
                </a:lnTo>
                <a:lnTo>
                  <a:pt x="778297" y="1712909"/>
                </a:lnTo>
                <a:lnTo>
                  <a:pt x="827256" y="1743218"/>
                </a:lnTo>
                <a:lnTo>
                  <a:pt x="876214" y="1773526"/>
                </a:lnTo>
                <a:lnTo>
                  <a:pt x="925173" y="1803835"/>
                </a:lnTo>
                <a:lnTo>
                  <a:pt x="974131" y="1834134"/>
                </a:lnTo>
                <a:lnTo>
                  <a:pt x="1023090" y="1864443"/>
                </a:lnTo>
                <a:lnTo>
                  <a:pt x="1065838" y="1902905"/>
                </a:lnTo>
                <a:lnTo>
                  <a:pt x="1108024" y="1942090"/>
                </a:lnTo>
                <a:lnTo>
                  <a:pt x="1150220" y="1981267"/>
                </a:lnTo>
                <a:lnTo>
                  <a:pt x="1192416" y="2020453"/>
                </a:lnTo>
                <a:lnTo>
                  <a:pt x="1234611" y="2059629"/>
                </a:lnTo>
                <a:lnTo>
                  <a:pt x="1276807" y="2098815"/>
                </a:lnTo>
                <a:lnTo>
                  <a:pt x="1319003" y="2137991"/>
                </a:lnTo>
                <a:lnTo>
                  <a:pt x="1361199" y="2177167"/>
                </a:lnTo>
                <a:lnTo>
                  <a:pt x="1403385" y="2216353"/>
                </a:lnTo>
                <a:lnTo>
                  <a:pt x="1447009" y="2253853"/>
                </a:lnTo>
                <a:lnTo>
                  <a:pt x="1492463" y="2289210"/>
                </a:lnTo>
                <a:lnTo>
                  <a:pt x="1537916" y="2324557"/>
                </a:lnTo>
                <a:lnTo>
                  <a:pt x="1583360" y="2359904"/>
                </a:lnTo>
                <a:lnTo>
                  <a:pt x="1628813" y="2395261"/>
                </a:lnTo>
                <a:lnTo>
                  <a:pt x="1674266" y="2430609"/>
                </a:lnTo>
                <a:lnTo>
                  <a:pt x="1719720" y="2465965"/>
                </a:lnTo>
                <a:lnTo>
                  <a:pt x="1765163" y="2501313"/>
                </a:lnTo>
                <a:lnTo>
                  <a:pt x="1810617" y="2536660"/>
                </a:lnTo>
                <a:lnTo>
                  <a:pt x="1856070" y="2572017"/>
                </a:lnTo>
                <a:lnTo>
                  <a:pt x="1901523" y="2607364"/>
                </a:lnTo>
                <a:lnTo>
                  <a:pt x="1946967" y="2642711"/>
                </a:lnTo>
                <a:lnTo>
                  <a:pt x="1992420" y="2678068"/>
                </a:lnTo>
                <a:lnTo>
                  <a:pt x="2040731" y="2705100"/>
                </a:lnTo>
                <a:lnTo>
                  <a:pt x="2098310" y="2705100"/>
                </a:lnTo>
                <a:lnTo>
                  <a:pt x="2155889" y="2705100"/>
                </a:lnTo>
                <a:lnTo>
                  <a:pt x="2213467" y="2705100"/>
                </a:lnTo>
                <a:lnTo>
                  <a:pt x="2271046" y="2705100"/>
                </a:lnTo>
                <a:lnTo>
                  <a:pt x="2328624" y="2705100"/>
                </a:lnTo>
                <a:lnTo>
                  <a:pt x="2386213" y="2705100"/>
                </a:lnTo>
                <a:lnTo>
                  <a:pt x="2443791" y="2705100"/>
                </a:lnTo>
                <a:lnTo>
                  <a:pt x="2501370" y="2705100"/>
                </a:lnTo>
                <a:lnTo>
                  <a:pt x="2558948" y="2705100"/>
                </a:lnTo>
                <a:lnTo>
                  <a:pt x="2616527" y="2705100"/>
                </a:lnTo>
                <a:lnTo>
                  <a:pt x="2674106" y="2705100"/>
                </a:lnTo>
                <a:lnTo>
                  <a:pt x="2731694" y="2705100"/>
                </a:lnTo>
                <a:lnTo>
                  <a:pt x="2789272" y="2705100"/>
                </a:lnTo>
                <a:lnTo>
                  <a:pt x="2846851" y="2705100"/>
                </a:lnTo>
                <a:lnTo>
                  <a:pt x="2904430" y="2705100"/>
                </a:lnTo>
                <a:lnTo>
                  <a:pt x="2962008" y="2705100"/>
                </a:lnTo>
                <a:lnTo>
                  <a:pt x="3019587" y="2705100"/>
                </a:lnTo>
                <a:lnTo>
                  <a:pt x="3077175" y="2705100"/>
                </a:lnTo>
                <a:lnTo>
                  <a:pt x="3134754" y="2705100"/>
                </a:lnTo>
                <a:lnTo>
                  <a:pt x="3192332" y="2705100"/>
                </a:lnTo>
                <a:lnTo>
                  <a:pt x="3249911" y="2705100"/>
                </a:lnTo>
                <a:lnTo>
                  <a:pt x="3307490" y="2705100"/>
                </a:lnTo>
                <a:lnTo>
                  <a:pt x="3365078" y="2705100"/>
                </a:lnTo>
                <a:lnTo>
                  <a:pt x="3422656" y="2705100"/>
                </a:lnTo>
                <a:lnTo>
                  <a:pt x="3478130" y="2695204"/>
                </a:lnTo>
                <a:lnTo>
                  <a:pt x="3530727" y="2671772"/>
                </a:lnTo>
                <a:lnTo>
                  <a:pt x="3583315" y="2648331"/>
                </a:lnTo>
                <a:lnTo>
                  <a:pt x="3635912" y="2624890"/>
                </a:lnTo>
                <a:lnTo>
                  <a:pt x="3688509" y="2601449"/>
                </a:lnTo>
                <a:lnTo>
                  <a:pt x="3741096" y="2578017"/>
                </a:lnTo>
                <a:lnTo>
                  <a:pt x="3793693" y="2554576"/>
                </a:lnTo>
                <a:lnTo>
                  <a:pt x="3846290" y="2531135"/>
                </a:lnTo>
                <a:lnTo>
                  <a:pt x="3898878" y="2507694"/>
                </a:lnTo>
                <a:lnTo>
                  <a:pt x="3951475" y="2484263"/>
                </a:lnTo>
                <a:lnTo>
                  <a:pt x="4004072" y="2460822"/>
                </a:lnTo>
                <a:lnTo>
                  <a:pt x="4056659" y="2437381"/>
                </a:lnTo>
                <a:lnTo>
                  <a:pt x="4109256" y="2413940"/>
                </a:lnTo>
                <a:lnTo>
                  <a:pt x="4161854" y="2390508"/>
                </a:lnTo>
                <a:lnTo>
                  <a:pt x="4214441" y="2367067"/>
                </a:lnTo>
                <a:lnTo>
                  <a:pt x="4267038" y="2343626"/>
                </a:lnTo>
                <a:lnTo>
                  <a:pt x="4319635" y="2320195"/>
                </a:lnTo>
                <a:lnTo>
                  <a:pt x="4360202" y="2280885"/>
                </a:lnTo>
                <a:lnTo>
                  <a:pt x="4396978" y="2236584"/>
                </a:lnTo>
                <a:lnTo>
                  <a:pt x="4433754" y="2192284"/>
                </a:lnTo>
                <a:lnTo>
                  <a:pt x="4470540" y="2147973"/>
                </a:lnTo>
                <a:lnTo>
                  <a:pt x="4507316" y="2103672"/>
                </a:lnTo>
                <a:lnTo>
                  <a:pt x="4544101" y="2059372"/>
                </a:lnTo>
                <a:lnTo>
                  <a:pt x="4580877" y="2015071"/>
                </a:lnTo>
                <a:lnTo>
                  <a:pt x="4617653" y="1970770"/>
                </a:lnTo>
                <a:lnTo>
                  <a:pt x="4654439" y="1926460"/>
                </a:lnTo>
                <a:lnTo>
                  <a:pt x="4691215" y="1882159"/>
                </a:lnTo>
                <a:lnTo>
                  <a:pt x="4728000" y="1837858"/>
                </a:lnTo>
                <a:lnTo>
                  <a:pt x="4768615" y="1797749"/>
                </a:lnTo>
                <a:lnTo>
                  <a:pt x="4815916" y="1764897"/>
                </a:lnTo>
                <a:lnTo>
                  <a:pt x="4863208" y="1732055"/>
                </a:lnTo>
                <a:lnTo>
                  <a:pt x="4910499" y="1699212"/>
                </a:lnTo>
                <a:lnTo>
                  <a:pt x="4957801" y="1666370"/>
                </a:lnTo>
                <a:lnTo>
                  <a:pt x="5005092" y="1633528"/>
                </a:lnTo>
                <a:lnTo>
                  <a:pt x="5052384" y="1600686"/>
                </a:lnTo>
                <a:lnTo>
                  <a:pt x="5098085" y="1566224"/>
                </a:lnTo>
                <a:lnTo>
                  <a:pt x="5131556" y="1519371"/>
                </a:lnTo>
                <a:lnTo>
                  <a:pt x="5165027" y="1472517"/>
                </a:lnTo>
                <a:lnTo>
                  <a:pt x="5198488" y="1425664"/>
                </a:lnTo>
                <a:lnTo>
                  <a:pt x="5231959" y="1378801"/>
                </a:lnTo>
                <a:lnTo>
                  <a:pt x="5265430" y="1331947"/>
                </a:lnTo>
                <a:lnTo>
                  <a:pt x="5298900" y="1285094"/>
                </a:lnTo>
                <a:lnTo>
                  <a:pt x="5332362" y="1238240"/>
                </a:lnTo>
                <a:lnTo>
                  <a:pt x="5365833" y="1191387"/>
                </a:lnTo>
                <a:lnTo>
                  <a:pt x="5392131" y="1140638"/>
                </a:lnTo>
                <a:lnTo>
                  <a:pt x="5413191" y="1087050"/>
                </a:lnTo>
                <a:lnTo>
                  <a:pt x="5434241" y="1033453"/>
                </a:lnTo>
                <a:lnTo>
                  <a:pt x="5455301" y="979865"/>
                </a:lnTo>
                <a:lnTo>
                  <a:pt x="5476351" y="926268"/>
                </a:lnTo>
                <a:lnTo>
                  <a:pt x="5497401" y="872681"/>
                </a:lnTo>
                <a:lnTo>
                  <a:pt x="5518461" y="819083"/>
                </a:lnTo>
                <a:lnTo>
                  <a:pt x="5539511" y="765486"/>
                </a:lnTo>
                <a:lnTo>
                  <a:pt x="5560571" y="711899"/>
                </a:lnTo>
                <a:lnTo>
                  <a:pt x="5581621" y="658301"/>
                </a:lnTo>
                <a:lnTo>
                  <a:pt x="5569791" y="608124"/>
                </a:lnTo>
                <a:lnTo>
                  <a:pt x="5538187" y="559994"/>
                </a:lnTo>
                <a:lnTo>
                  <a:pt x="5506583" y="511864"/>
                </a:lnTo>
                <a:lnTo>
                  <a:pt x="5474970" y="463734"/>
                </a:lnTo>
                <a:lnTo>
                  <a:pt x="5443366" y="415604"/>
                </a:lnTo>
                <a:lnTo>
                  <a:pt x="5411762" y="367475"/>
                </a:lnTo>
                <a:lnTo>
                  <a:pt x="5380149" y="319345"/>
                </a:lnTo>
                <a:lnTo>
                  <a:pt x="5348545" y="271215"/>
                </a:lnTo>
                <a:lnTo>
                  <a:pt x="5316931" y="223085"/>
                </a:lnTo>
                <a:lnTo>
                  <a:pt x="5285327" y="174955"/>
                </a:lnTo>
                <a:lnTo>
                  <a:pt x="5253723" y="126825"/>
                </a:lnTo>
                <a:lnTo>
                  <a:pt x="5222110" y="78696"/>
                </a:lnTo>
                <a:lnTo>
                  <a:pt x="5190506" y="30566"/>
                </a:lnTo>
                <a:lnTo>
                  <a:pt x="5149425" y="0"/>
                </a:lnTo>
                <a:lnTo>
                  <a:pt x="5091846" y="0"/>
                </a:lnTo>
                <a:lnTo>
                  <a:pt x="5034258" y="0"/>
                </a:lnTo>
                <a:lnTo>
                  <a:pt x="4976679" y="0"/>
                </a:lnTo>
                <a:lnTo>
                  <a:pt x="4919101" y="0"/>
                </a:lnTo>
                <a:lnTo>
                  <a:pt x="4861522" y="0"/>
                </a:lnTo>
                <a:lnTo>
                  <a:pt x="4803943" y="0"/>
                </a:lnTo>
                <a:lnTo>
                  <a:pt x="4746355" y="0"/>
                </a:lnTo>
                <a:lnTo>
                  <a:pt x="4688777" y="0"/>
                </a:lnTo>
                <a:lnTo>
                  <a:pt x="4631198" y="0"/>
                </a:lnTo>
                <a:lnTo>
                  <a:pt x="4573619" y="0"/>
                </a:lnTo>
                <a:lnTo>
                  <a:pt x="4516041" y="0"/>
                </a:lnTo>
                <a:lnTo>
                  <a:pt x="4458462" y="0"/>
                </a:lnTo>
                <a:lnTo>
                  <a:pt x="4400874" y="0"/>
                </a:lnTo>
                <a:lnTo>
                  <a:pt x="4343295" y="0"/>
                </a:lnTo>
                <a:lnTo>
                  <a:pt x="4285717" y="0"/>
                </a:lnTo>
                <a:lnTo>
                  <a:pt x="4228138" y="0"/>
                </a:lnTo>
                <a:lnTo>
                  <a:pt x="4170559" y="0"/>
                </a:lnTo>
                <a:lnTo>
                  <a:pt x="4112981" y="0"/>
                </a:lnTo>
                <a:lnTo>
                  <a:pt x="4055393" y="0"/>
                </a:lnTo>
                <a:lnTo>
                  <a:pt x="3997814" y="0"/>
                </a:lnTo>
                <a:lnTo>
                  <a:pt x="3940235" y="0"/>
                </a:lnTo>
                <a:lnTo>
                  <a:pt x="3882657" y="0"/>
                </a:lnTo>
                <a:lnTo>
                  <a:pt x="3825078" y="0"/>
                </a:lnTo>
                <a:lnTo>
                  <a:pt x="3767499" y="0"/>
                </a:lnTo>
                <a:lnTo>
                  <a:pt x="3709911" y="0"/>
                </a:lnTo>
                <a:lnTo>
                  <a:pt x="3652333" y="0"/>
                </a:lnTo>
                <a:lnTo>
                  <a:pt x="3594754" y="0"/>
                </a:lnTo>
                <a:lnTo>
                  <a:pt x="3537175" y="0"/>
                </a:lnTo>
                <a:lnTo>
                  <a:pt x="3479597" y="0"/>
                </a:lnTo>
                <a:lnTo>
                  <a:pt x="3422018" y="0"/>
                </a:lnTo>
                <a:lnTo>
                  <a:pt x="3364430" y="0"/>
                </a:lnTo>
                <a:lnTo>
                  <a:pt x="3306851" y="0"/>
                </a:lnTo>
                <a:lnTo>
                  <a:pt x="3249273" y="0"/>
                </a:lnTo>
                <a:lnTo>
                  <a:pt x="3191694" y="0"/>
                </a:lnTo>
                <a:lnTo>
                  <a:pt x="3134116" y="0"/>
                </a:lnTo>
                <a:lnTo>
                  <a:pt x="3076537" y="0"/>
                </a:lnTo>
                <a:lnTo>
                  <a:pt x="3018949" y="0"/>
                </a:lnTo>
                <a:lnTo>
                  <a:pt x="2961370" y="0"/>
                </a:lnTo>
                <a:lnTo>
                  <a:pt x="2903792" y="0"/>
                </a:lnTo>
                <a:lnTo>
                  <a:pt x="2846213" y="0"/>
                </a:lnTo>
                <a:lnTo>
                  <a:pt x="2788634" y="0"/>
                </a:lnTo>
                <a:lnTo>
                  <a:pt x="2731056" y="0"/>
                </a:lnTo>
                <a:lnTo>
                  <a:pt x="2673467" y="0"/>
                </a:lnTo>
                <a:lnTo>
                  <a:pt x="2615889" y="0"/>
                </a:lnTo>
                <a:lnTo>
                  <a:pt x="2558310" y="0"/>
                </a:lnTo>
                <a:lnTo>
                  <a:pt x="2500732" y="0"/>
                </a:lnTo>
                <a:lnTo>
                  <a:pt x="2443153" y="0"/>
                </a:lnTo>
                <a:lnTo>
                  <a:pt x="2385574" y="0"/>
                </a:lnTo>
                <a:lnTo>
                  <a:pt x="2327986" y="0"/>
                </a:lnTo>
                <a:lnTo>
                  <a:pt x="2270408" y="0"/>
                </a:lnTo>
                <a:lnTo>
                  <a:pt x="2212829" y="0"/>
                </a:lnTo>
                <a:lnTo>
                  <a:pt x="2155250" y="0"/>
                </a:lnTo>
                <a:lnTo>
                  <a:pt x="2097672" y="0"/>
                </a:lnTo>
                <a:lnTo>
                  <a:pt x="2040093" y="0"/>
                </a:lnTo>
                <a:lnTo>
                  <a:pt x="1982505" y="0"/>
                </a:lnTo>
                <a:lnTo>
                  <a:pt x="1924926" y="0"/>
                </a:lnTo>
                <a:lnTo>
                  <a:pt x="1867348" y="0"/>
                </a:lnTo>
                <a:lnTo>
                  <a:pt x="1809769" y="0"/>
                </a:lnTo>
                <a:lnTo>
                  <a:pt x="1752190" y="0"/>
                </a:lnTo>
                <a:lnTo>
                  <a:pt x="1694612" y="0"/>
                </a:lnTo>
                <a:lnTo>
                  <a:pt x="1637024" y="0"/>
                </a:lnTo>
                <a:lnTo>
                  <a:pt x="1579445" y="0"/>
                </a:lnTo>
                <a:lnTo>
                  <a:pt x="1521866" y="0"/>
                </a:lnTo>
                <a:lnTo>
                  <a:pt x="1464288" y="0"/>
                </a:lnTo>
                <a:lnTo>
                  <a:pt x="1406709" y="0"/>
                </a:lnTo>
                <a:lnTo>
                  <a:pt x="1349131" y="0"/>
                </a:lnTo>
                <a:lnTo>
                  <a:pt x="1291542" y="0"/>
                </a:lnTo>
                <a:lnTo>
                  <a:pt x="1233964" y="0"/>
                </a:lnTo>
                <a:lnTo>
                  <a:pt x="1176385" y="0"/>
                </a:lnTo>
                <a:lnTo>
                  <a:pt x="1118807" y="0"/>
                </a:lnTo>
                <a:lnTo>
                  <a:pt x="1061228" y="0"/>
                </a:lnTo>
                <a:lnTo>
                  <a:pt x="1003640" y="0"/>
                </a:lnTo>
                <a:lnTo>
                  <a:pt x="946061" y="0"/>
                </a:lnTo>
                <a:lnTo>
                  <a:pt x="888482" y="0"/>
                </a:lnTo>
                <a:lnTo>
                  <a:pt x="830904" y="0"/>
                </a:lnTo>
                <a:lnTo>
                  <a:pt x="773325" y="0"/>
                </a:lnTo>
                <a:lnTo>
                  <a:pt x="715747" y="0"/>
                </a:lnTo>
                <a:lnTo>
                  <a:pt x="658158" y="0"/>
                </a:lnTo>
                <a:lnTo>
                  <a:pt x="600580" y="0"/>
                </a:lnTo>
                <a:lnTo>
                  <a:pt x="543001" y="0"/>
                </a:lnTo>
                <a:lnTo>
                  <a:pt x="485423" y="0"/>
                </a:lnTo>
                <a:lnTo>
                  <a:pt x="427844" y="0"/>
                </a:lnTo>
                <a:lnTo>
                  <a:pt x="370265" y="0"/>
                </a:lnTo>
                <a:lnTo>
                  <a:pt x="31267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5" name="iceberg-waterline">
            <a:extLst xmlns:a="http://schemas.openxmlformats.org/drawingml/2006/main">
              <a:ext uri="{FF2B5EF4-FFF2-40B4-BE49-F238E27FC236}">
                <a16:creationId xmlns:a16="http://schemas.microsoft.com/office/drawing/2014/main" id="{D5051B05-5C81-4D25-B2C7-61A8C25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276600"/>
            <a:ext cx="11144250" cy="9525"/>
          </a:xfrm>
          <a:custGeom xmlns:a="http://schemas.openxmlformats.org/drawingml/2006/main">
            <a:pathLst>
              <a:path w="11144250" h="9525">
                <a:moveTo>
                  <a:pt x="0" y="0"/>
                </a:moveTo>
                <a:lnTo>
                  <a:pt x="46434" y="0"/>
                </a:lnTo>
                <a:lnTo>
                  <a:pt x="92869" y="0"/>
                </a:lnTo>
                <a:lnTo>
                  <a:pt x="139303" y="0"/>
                </a:lnTo>
                <a:lnTo>
                  <a:pt x="185738" y="0"/>
                </a:lnTo>
                <a:lnTo>
                  <a:pt x="232172" y="0"/>
                </a:lnTo>
                <a:lnTo>
                  <a:pt x="278606" y="0"/>
                </a:lnTo>
                <a:lnTo>
                  <a:pt x="325041" y="0"/>
                </a:lnTo>
                <a:lnTo>
                  <a:pt x="371475" y="0"/>
                </a:lnTo>
                <a:lnTo>
                  <a:pt x="417909" y="0"/>
                </a:lnTo>
                <a:lnTo>
                  <a:pt x="464344" y="0"/>
                </a:lnTo>
                <a:lnTo>
                  <a:pt x="510778" y="0"/>
                </a:lnTo>
                <a:lnTo>
                  <a:pt x="557213" y="0"/>
                </a:lnTo>
                <a:lnTo>
                  <a:pt x="603647" y="0"/>
                </a:lnTo>
                <a:lnTo>
                  <a:pt x="650081" y="0"/>
                </a:lnTo>
                <a:lnTo>
                  <a:pt x="696516" y="0"/>
                </a:lnTo>
                <a:lnTo>
                  <a:pt x="742950" y="0"/>
                </a:lnTo>
                <a:lnTo>
                  <a:pt x="789384" y="0"/>
                </a:lnTo>
                <a:lnTo>
                  <a:pt x="835819" y="0"/>
                </a:lnTo>
                <a:lnTo>
                  <a:pt x="882253" y="0"/>
                </a:lnTo>
                <a:lnTo>
                  <a:pt x="928688" y="0"/>
                </a:lnTo>
                <a:lnTo>
                  <a:pt x="975122" y="0"/>
                </a:lnTo>
                <a:lnTo>
                  <a:pt x="1021556" y="0"/>
                </a:lnTo>
                <a:lnTo>
                  <a:pt x="1067991" y="0"/>
                </a:lnTo>
                <a:lnTo>
                  <a:pt x="1114425" y="0"/>
                </a:lnTo>
                <a:lnTo>
                  <a:pt x="1160859" y="0"/>
                </a:lnTo>
                <a:lnTo>
                  <a:pt x="1207294" y="0"/>
                </a:lnTo>
                <a:lnTo>
                  <a:pt x="1253728" y="0"/>
                </a:lnTo>
                <a:lnTo>
                  <a:pt x="1300163" y="0"/>
                </a:lnTo>
                <a:lnTo>
                  <a:pt x="1346597" y="0"/>
                </a:lnTo>
                <a:lnTo>
                  <a:pt x="1393031" y="0"/>
                </a:lnTo>
                <a:lnTo>
                  <a:pt x="1439466" y="0"/>
                </a:lnTo>
                <a:lnTo>
                  <a:pt x="1485900" y="0"/>
                </a:lnTo>
                <a:lnTo>
                  <a:pt x="1532334" y="0"/>
                </a:lnTo>
                <a:lnTo>
                  <a:pt x="1578769" y="0"/>
                </a:lnTo>
                <a:lnTo>
                  <a:pt x="1625203" y="0"/>
                </a:lnTo>
                <a:lnTo>
                  <a:pt x="1671638" y="0"/>
                </a:lnTo>
                <a:lnTo>
                  <a:pt x="1718072" y="0"/>
                </a:lnTo>
                <a:lnTo>
                  <a:pt x="1764506" y="0"/>
                </a:lnTo>
                <a:lnTo>
                  <a:pt x="1810941" y="0"/>
                </a:lnTo>
                <a:lnTo>
                  <a:pt x="1857375" y="0"/>
                </a:lnTo>
                <a:lnTo>
                  <a:pt x="1903809" y="0"/>
                </a:lnTo>
                <a:lnTo>
                  <a:pt x="1950244" y="0"/>
                </a:lnTo>
                <a:lnTo>
                  <a:pt x="1996678" y="0"/>
                </a:lnTo>
                <a:lnTo>
                  <a:pt x="2043113" y="0"/>
                </a:lnTo>
                <a:lnTo>
                  <a:pt x="2089547" y="0"/>
                </a:lnTo>
                <a:lnTo>
                  <a:pt x="2135981" y="0"/>
                </a:lnTo>
                <a:lnTo>
                  <a:pt x="2182416" y="0"/>
                </a:lnTo>
                <a:lnTo>
                  <a:pt x="2228850" y="0"/>
                </a:lnTo>
                <a:lnTo>
                  <a:pt x="2275284" y="0"/>
                </a:lnTo>
                <a:lnTo>
                  <a:pt x="2321719" y="0"/>
                </a:lnTo>
                <a:lnTo>
                  <a:pt x="2368153" y="0"/>
                </a:lnTo>
                <a:lnTo>
                  <a:pt x="2414588" y="0"/>
                </a:lnTo>
                <a:lnTo>
                  <a:pt x="2461022" y="0"/>
                </a:lnTo>
                <a:lnTo>
                  <a:pt x="2507456" y="0"/>
                </a:lnTo>
                <a:lnTo>
                  <a:pt x="2553891" y="0"/>
                </a:lnTo>
                <a:lnTo>
                  <a:pt x="2600325" y="0"/>
                </a:lnTo>
                <a:lnTo>
                  <a:pt x="2646759" y="0"/>
                </a:lnTo>
                <a:lnTo>
                  <a:pt x="2693194" y="0"/>
                </a:lnTo>
                <a:lnTo>
                  <a:pt x="2739628" y="0"/>
                </a:lnTo>
                <a:lnTo>
                  <a:pt x="2786063" y="0"/>
                </a:lnTo>
                <a:lnTo>
                  <a:pt x="2832497" y="0"/>
                </a:lnTo>
                <a:lnTo>
                  <a:pt x="2878931" y="0"/>
                </a:lnTo>
                <a:lnTo>
                  <a:pt x="2925366" y="0"/>
                </a:lnTo>
                <a:lnTo>
                  <a:pt x="2971800" y="0"/>
                </a:lnTo>
                <a:lnTo>
                  <a:pt x="3018234" y="0"/>
                </a:lnTo>
                <a:lnTo>
                  <a:pt x="3064669" y="0"/>
                </a:lnTo>
                <a:lnTo>
                  <a:pt x="3111103" y="0"/>
                </a:lnTo>
                <a:lnTo>
                  <a:pt x="3157538" y="0"/>
                </a:lnTo>
                <a:lnTo>
                  <a:pt x="3203972" y="0"/>
                </a:lnTo>
                <a:lnTo>
                  <a:pt x="3250406" y="0"/>
                </a:lnTo>
                <a:lnTo>
                  <a:pt x="3296841" y="0"/>
                </a:lnTo>
                <a:lnTo>
                  <a:pt x="3343275" y="0"/>
                </a:lnTo>
                <a:lnTo>
                  <a:pt x="3389709" y="0"/>
                </a:lnTo>
                <a:lnTo>
                  <a:pt x="3436144" y="0"/>
                </a:lnTo>
                <a:lnTo>
                  <a:pt x="3482578" y="0"/>
                </a:lnTo>
                <a:lnTo>
                  <a:pt x="3529013" y="0"/>
                </a:lnTo>
                <a:lnTo>
                  <a:pt x="3575447" y="0"/>
                </a:lnTo>
                <a:lnTo>
                  <a:pt x="3621881" y="0"/>
                </a:lnTo>
                <a:lnTo>
                  <a:pt x="3668316" y="0"/>
                </a:lnTo>
                <a:lnTo>
                  <a:pt x="3714750" y="0"/>
                </a:lnTo>
                <a:lnTo>
                  <a:pt x="3761184" y="0"/>
                </a:lnTo>
                <a:lnTo>
                  <a:pt x="3807619" y="0"/>
                </a:lnTo>
                <a:lnTo>
                  <a:pt x="3854053" y="0"/>
                </a:lnTo>
                <a:lnTo>
                  <a:pt x="3900488" y="0"/>
                </a:lnTo>
                <a:lnTo>
                  <a:pt x="3946922" y="0"/>
                </a:lnTo>
                <a:lnTo>
                  <a:pt x="3993356" y="0"/>
                </a:lnTo>
                <a:lnTo>
                  <a:pt x="4039791" y="0"/>
                </a:lnTo>
                <a:lnTo>
                  <a:pt x="4086225" y="0"/>
                </a:lnTo>
                <a:lnTo>
                  <a:pt x="4132659" y="0"/>
                </a:lnTo>
                <a:lnTo>
                  <a:pt x="4179094" y="0"/>
                </a:lnTo>
                <a:lnTo>
                  <a:pt x="4225528" y="0"/>
                </a:lnTo>
                <a:lnTo>
                  <a:pt x="4271963" y="0"/>
                </a:lnTo>
                <a:lnTo>
                  <a:pt x="4318397" y="0"/>
                </a:lnTo>
                <a:lnTo>
                  <a:pt x="4364831" y="0"/>
                </a:lnTo>
                <a:lnTo>
                  <a:pt x="4411266" y="0"/>
                </a:lnTo>
                <a:lnTo>
                  <a:pt x="4457700" y="0"/>
                </a:lnTo>
                <a:lnTo>
                  <a:pt x="4504134" y="0"/>
                </a:lnTo>
                <a:lnTo>
                  <a:pt x="4550569" y="0"/>
                </a:lnTo>
                <a:lnTo>
                  <a:pt x="4597003" y="0"/>
                </a:lnTo>
                <a:lnTo>
                  <a:pt x="4643438" y="0"/>
                </a:lnTo>
                <a:lnTo>
                  <a:pt x="4689872" y="0"/>
                </a:lnTo>
                <a:lnTo>
                  <a:pt x="4736306" y="0"/>
                </a:lnTo>
                <a:lnTo>
                  <a:pt x="4782741" y="0"/>
                </a:lnTo>
                <a:lnTo>
                  <a:pt x="4829175" y="0"/>
                </a:lnTo>
                <a:lnTo>
                  <a:pt x="4875609" y="0"/>
                </a:lnTo>
                <a:lnTo>
                  <a:pt x="4922044" y="0"/>
                </a:lnTo>
                <a:lnTo>
                  <a:pt x="4968478" y="0"/>
                </a:lnTo>
                <a:lnTo>
                  <a:pt x="5014913" y="0"/>
                </a:lnTo>
                <a:lnTo>
                  <a:pt x="5061347" y="0"/>
                </a:lnTo>
                <a:lnTo>
                  <a:pt x="5107781" y="0"/>
                </a:lnTo>
                <a:lnTo>
                  <a:pt x="5154216" y="0"/>
                </a:lnTo>
                <a:lnTo>
                  <a:pt x="5200650" y="0"/>
                </a:lnTo>
                <a:lnTo>
                  <a:pt x="5247084" y="0"/>
                </a:lnTo>
                <a:lnTo>
                  <a:pt x="5293519" y="0"/>
                </a:lnTo>
                <a:lnTo>
                  <a:pt x="5339953" y="0"/>
                </a:lnTo>
                <a:lnTo>
                  <a:pt x="5386388" y="0"/>
                </a:lnTo>
                <a:lnTo>
                  <a:pt x="5432822" y="0"/>
                </a:lnTo>
                <a:lnTo>
                  <a:pt x="5479256" y="0"/>
                </a:lnTo>
                <a:lnTo>
                  <a:pt x="5525691" y="0"/>
                </a:lnTo>
                <a:lnTo>
                  <a:pt x="5572125" y="0"/>
                </a:lnTo>
                <a:lnTo>
                  <a:pt x="5618559" y="0"/>
                </a:lnTo>
                <a:lnTo>
                  <a:pt x="5664994" y="0"/>
                </a:lnTo>
                <a:lnTo>
                  <a:pt x="5711428" y="0"/>
                </a:lnTo>
                <a:lnTo>
                  <a:pt x="5757863" y="0"/>
                </a:lnTo>
                <a:lnTo>
                  <a:pt x="5804297" y="0"/>
                </a:lnTo>
                <a:lnTo>
                  <a:pt x="5850731" y="0"/>
                </a:lnTo>
                <a:lnTo>
                  <a:pt x="5897166" y="0"/>
                </a:lnTo>
                <a:lnTo>
                  <a:pt x="5943600" y="0"/>
                </a:lnTo>
                <a:lnTo>
                  <a:pt x="5990034" y="0"/>
                </a:lnTo>
                <a:lnTo>
                  <a:pt x="6036469" y="0"/>
                </a:lnTo>
                <a:lnTo>
                  <a:pt x="6082903" y="0"/>
                </a:lnTo>
                <a:lnTo>
                  <a:pt x="6129338" y="0"/>
                </a:lnTo>
                <a:lnTo>
                  <a:pt x="6175772" y="0"/>
                </a:lnTo>
                <a:lnTo>
                  <a:pt x="6222206" y="0"/>
                </a:lnTo>
                <a:lnTo>
                  <a:pt x="6268641" y="0"/>
                </a:lnTo>
                <a:lnTo>
                  <a:pt x="6315075" y="0"/>
                </a:lnTo>
                <a:lnTo>
                  <a:pt x="6361509" y="0"/>
                </a:lnTo>
                <a:lnTo>
                  <a:pt x="6407944" y="0"/>
                </a:lnTo>
                <a:lnTo>
                  <a:pt x="6454378" y="0"/>
                </a:lnTo>
                <a:lnTo>
                  <a:pt x="6500813" y="0"/>
                </a:lnTo>
                <a:lnTo>
                  <a:pt x="6547247" y="0"/>
                </a:lnTo>
                <a:lnTo>
                  <a:pt x="6593681" y="0"/>
                </a:lnTo>
                <a:lnTo>
                  <a:pt x="6640116" y="0"/>
                </a:lnTo>
                <a:lnTo>
                  <a:pt x="6686550" y="0"/>
                </a:lnTo>
                <a:lnTo>
                  <a:pt x="6732984" y="0"/>
                </a:lnTo>
                <a:lnTo>
                  <a:pt x="6779419" y="0"/>
                </a:lnTo>
                <a:lnTo>
                  <a:pt x="6825853" y="0"/>
                </a:lnTo>
                <a:lnTo>
                  <a:pt x="6872288" y="0"/>
                </a:lnTo>
                <a:lnTo>
                  <a:pt x="6918722" y="0"/>
                </a:lnTo>
                <a:lnTo>
                  <a:pt x="6965156" y="0"/>
                </a:lnTo>
                <a:lnTo>
                  <a:pt x="7011591" y="0"/>
                </a:lnTo>
                <a:lnTo>
                  <a:pt x="7058025" y="0"/>
                </a:lnTo>
                <a:lnTo>
                  <a:pt x="7104459" y="0"/>
                </a:lnTo>
                <a:lnTo>
                  <a:pt x="7150894" y="0"/>
                </a:lnTo>
                <a:lnTo>
                  <a:pt x="7197328" y="0"/>
                </a:lnTo>
                <a:lnTo>
                  <a:pt x="7243763" y="0"/>
                </a:lnTo>
                <a:lnTo>
                  <a:pt x="7290197" y="0"/>
                </a:lnTo>
                <a:lnTo>
                  <a:pt x="7336631" y="0"/>
                </a:lnTo>
                <a:lnTo>
                  <a:pt x="7383066" y="0"/>
                </a:lnTo>
                <a:lnTo>
                  <a:pt x="7429500" y="0"/>
                </a:lnTo>
                <a:lnTo>
                  <a:pt x="7475934" y="0"/>
                </a:lnTo>
                <a:lnTo>
                  <a:pt x="7522369" y="0"/>
                </a:lnTo>
                <a:lnTo>
                  <a:pt x="7568803" y="0"/>
                </a:lnTo>
                <a:lnTo>
                  <a:pt x="7615238" y="0"/>
                </a:lnTo>
                <a:lnTo>
                  <a:pt x="7661672" y="0"/>
                </a:lnTo>
                <a:lnTo>
                  <a:pt x="7708106" y="0"/>
                </a:lnTo>
                <a:lnTo>
                  <a:pt x="7754541" y="0"/>
                </a:lnTo>
                <a:lnTo>
                  <a:pt x="7800975" y="0"/>
                </a:lnTo>
                <a:lnTo>
                  <a:pt x="7847409" y="0"/>
                </a:lnTo>
                <a:lnTo>
                  <a:pt x="7893844" y="0"/>
                </a:lnTo>
                <a:lnTo>
                  <a:pt x="7940278" y="0"/>
                </a:lnTo>
                <a:lnTo>
                  <a:pt x="7986713" y="0"/>
                </a:lnTo>
                <a:lnTo>
                  <a:pt x="8033147" y="0"/>
                </a:lnTo>
                <a:lnTo>
                  <a:pt x="8079581" y="0"/>
                </a:lnTo>
                <a:lnTo>
                  <a:pt x="8126016" y="0"/>
                </a:lnTo>
                <a:lnTo>
                  <a:pt x="8172450" y="0"/>
                </a:lnTo>
                <a:lnTo>
                  <a:pt x="8218884" y="0"/>
                </a:lnTo>
                <a:lnTo>
                  <a:pt x="8265319" y="0"/>
                </a:lnTo>
                <a:lnTo>
                  <a:pt x="8311753" y="0"/>
                </a:lnTo>
                <a:lnTo>
                  <a:pt x="8358188" y="0"/>
                </a:lnTo>
                <a:lnTo>
                  <a:pt x="8404622" y="0"/>
                </a:lnTo>
                <a:lnTo>
                  <a:pt x="8451056" y="0"/>
                </a:lnTo>
                <a:lnTo>
                  <a:pt x="8497491" y="0"/>
                </a:lnTo>
                <a:lnTo>
                  <a:pt x="8543925" y="0"/>
                </a:lnTo>
                <a:lnTo>
                  <a:pt x="8590359" y="0"/>
                </a:lnTo>
                <a:lnTo>
                  <a:pt x="8636794" y="0"/>
                </a:lnTo>
                <a:lnTo>
                  <a:pt x="8683228" y="0"/>
                </a:lnTo>
                <a:lnTo>
                  <a:pt x="8729663" y="0"/>
                </a:lnTo>
                <a:lnTo>
                  <a:pt x="8776097" y="0"/>
                </a:lnTo>
                <a:lnTo>
                  <a:pt x="8822531" y="0"/>
                </a:lnTo>
                <a:lnTo>
                  <a:pt x="8868966" y="0"/>
                </a:lnTo>
                <a:lnTo>
                  <a:pt x="8915400" y="0"/>
                </a:lnTo>
                <a:lnTo>
                  <a:pt x="8961834" y="0"/>
                </a:lnTo>
                <a:lnTo>
                  <a:pt x="9008269" y="0"/>
                </a:lnTo>
                <a:lnTo>
                  <a:pt x="9054703" y="0"/>
                </a:lnTo>
                <a:lnTo>
                  <a:pt x="9101138" y="0"/>
                </a:lnTo>
                <a:lnTo>
                  <a:pt x="9147572" y="0"/>
                </a:lnTo>
                <a:lnTo>
                  <a:pt x="9194006" y="0"/>
                </a:lnTo>
                <a:lnTo>
                  <a:pt x="9240441" y="0"/>
                </a:lnTo>
                <a:lnTo>
                  <a:pt x="9286875" y="0"/>
                </a:lnTo>
                <a:lnTo>
                  <a:pt x="9333309" y="0"/>
                </a:lnTo>
                <a:lnTo>
                  <a:pt x="9379744" y="0"/>
                </a:lnTo>
                <a:lnTo>
                  <a:pt x="9426178" y="0"/>
                </a:lnTo>
                <a:lnTo>
                  <a:pt x="9472613" y="0"/>
                </a:lnTo>
                <a:lnTo>
                  <a:pt x="9519047" y="0"/>
                </a:lnTo>
                <a:lnTo>
                  <a:pt x="9565481" y="0"/>
                </a:lnTo>
                <a:lnTo>
                  <a:pt x="9611916" y="0"/>
                </a:lnTo>
                <a:lnTo>
                  <a:pt x="9658350" y="0"/>
                </a:lnTo>
                <a:lnTo>
                  <a:pt x="9704784" y="0"/>
                </a:lnTo>
                <a:lnTo>
                  <a:pt x="9751219" y="0"/>
                </a:lnTo>
                <a:lnTo>
                  <a:pt x="9797653" y="0"/>
                </a:lnTo>
                <a:lnTo>
                  <a:pt x="9844088" y="0"/>
                </a:lnTo>
                <a:lnTo>
                  <a:pt x="9890522" y="0"/>
                </a:lnTo>
                <a:lnTo>
                  <a:pt x="9936956" y="0"/>
                </a:lnTo>
                <a:lnTo>
                  <a:pt x="9983391" y="0"/>
                </a:lnTo>
                <a:lnTo>
                  <a:pt x="10029825" y="0"/>
                </a:lnTo>
                <a:lnTo>
                  <a:pt x="10076259" y="0"/>
                </a:lnTo>
                <a:lnTo>
                  <a:pt x="10122694" y="0"/>
                </a:lnTo>
                <a:lnTo>
                  <a:pt x="10169128" y="0"/>
                </a:lnTo>
                <a:lnTo>
                  <a:pt x="10215563" y="0"/>
                </a:lnTo>
                <a:lnTo>
                  <a:pt x="10261997" y="0"/>
                </a:lnTo>
                <a:lnTo>
                  <a:pt x="10308431" y="0"/>
                </a:lnTo>
                <a:lnTo>
                  <a:pt x="10354866" y="0"/>
                </a:lnTo>
                <a:lnTo>
                  <a:pt x="10401300" y="0"/>
                </a:lnTo>
                <a:lnTo>
                  <a:pt x="10447734" y="0"/>
                </a:lnTo>
                <a:lnTo>
                  <a:pt x="10494169" y="0"/>
                </a:lnTo>
                <a:lnTo>
                  <a:pt x="10540603" y="0"/>
                </a:lnTo>
                <a:lnTo>
                  <a:pt x="10587038" y="0"/>
                </a:lnTo>
                <a:lnTo>
                  <a:pt x="10633472" y="0"/>
                </a:lnTo>
                <a:lnTo>
                  <a:pt x="10679906" y="0"/>
                </a:lnTo>
                <a:lnTo>
                  <a:pt x="10726341" y="0"/>
                </a:lnTo>
                <a:lnTo>
                  <a:pt x="10772775" y="0"/>
                </a:lnTo>
                <a:lnTo>
                  <a:pt x="10819209" y="0"/>
                </a:lnTo>
                <a:lnTo>
                  <a:pt x="10865644" y="0"/>
                </a:lnTo>
                <a:lnTo>
                  <a:pt x="10912078" y="0"/>
                </a:lnTo>
                <a:lnTo>
                  <a:pt x="10958513" y="0"/>
                </a:lnTo>
                <a:lnTo>
                  <a:pt x="11004947" y="0"/>
                </a:lnTo>
                <a:lnTo>
                  <a:pt x="11051381" y="0"/>
                </a:lnTo>
                <a:lnTo>
                  <a:pt x="11097816" y="0"/>
                </a:lnTo>
                <a:lnTo>
                  <a:pt x="1114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AB8CA"/>
            </a:solidFill>
            <a:prstDash val="solid"/>
          </a:ln>
        </p:spPr>
      </p:sp>
      <p:sp>
        <p:nvSpPr>
          <p:cNvPr id="16" name="iceberg-visible-0-title">
            <a:extLst xmlns:a="http://schemas.openxmlformats.org/drawingml/2006/main">
              <a:ext uri="{FF2B5EF4-FFF2-40B4-BE49-F238E27FC236}">
                <a16:creationId xmlns:a16="http://schemas.microsoft.com/office/drawing/2014/main" id="{F60D8161-2C0F-4CE9-9EEB-C86B0D06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2908544"/>
            <a:ext cx="971550" cy="278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 i="0">
                <a:solidFill>
                  <a:srgbClr val="315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15C7B"/>
                </a:solidFill>
                <a:latin typeface="Microsoft YaHei"/>
                <a:ea typeface="Microsoft YaHei"/>
                <a:cs typeface="Microsoft YaHei"/>
              </a:rPr>
              <a:t>页面美感</a:t>
            </a:r>
          </a:p>
        </p:txBody>
      </p:sp>
      <p:sp>
        <p:nvSpPr>
          <p:cNvPr id="17" name="iceberg-visible-1-title">
            <a:extLst xmlns:a="http://schemas.openxmlformats.org/drawingml/2006/main">
              <a:ext uri="{FF2B5EF4-FFF2-40B4-BE49-F238E27FC236}">
                <a16:creationId xmlns:a16="http://schemas.microsoft.com/office/drawing/2014/main" id="{6F09D9CA-C3B1-4F83-B426-9A0A041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2775194"/>
            <a:ext cx="971550" cy="278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 i="0">
                <a:solidFill>
                  <a:srgbClr val="315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15C7B"/>
                </a:solidFill>
                <a:latin typeface="Microsoft YaHei"/>
                <a:ea typeface="Microsoft YaHei"/>
                <a:cs typeface="Microsoft YaHei"/>
              </a:rPr>
              <a:t>叙事清晰</a:t>
            </a:r>
          </a:p>
        </p:txBody>
      </p:sp>
      <p:sp>
        <p:nvSpPr>
          <p:cNvPr id="18" name="iceberg-visible-2-title">
            <a:extLst xmlns:a="http://schemas.openxmlformats.org/drawingml/2006/main">
              <a:ext uri="{FF2B5EF4-FFF2-40B4-BE49-F238E27FC236}">
                <a16:creationId xmlns:a16="http://schemas.microsoft.com/office/drawing/2014/main" id="{0BAA5A3D-1B71-4C4F-8D50-1106A512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2838298"/>
            <a:ext cx="1028700" cy="247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600" b="1" i="0">
                <a:solidFill>
                  <a:srgbClr val="315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15C7B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19" name="iceberg-hidden-0-title">
            <a:extLst xmlns:a="http://schemas.openxmlformats.org/drawingml/2006/main">
              <a:ext uri="{FF2B5EF4-FFF2-40B4-BE49-F238E27FC236}">
                <a16:creationId xmlns:a16="http://schemas.microsoft.com/office/drawing/2014/main" id="{D8778D16-3A9B-4A52-939A-849A0CAE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641969"/>
            <a:ext cx="1600200" cy="278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 i="0">
                <a:solidFill>
                  <a:srgbClr val="315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15A76"/>
                </a:solidFill>
                <a:latin typeface="Microsoft YaHei"/>
                <a:ea typeface="Microsoft YaHei"/>
                <a:cs typeface="Microsoft YaHei"/>
              </a:rPr>
              <a:t>已审核结构资产</a:t>
            </a:r>
          </a:p>
        </p:txBody>
      </p:sp>
      <p:sp>
        <p:nvSpPr>
          <p:cNvPr id="20" name="iceberg-hidden-1-title">
            <a:extLst xmlns:a="http://schemas.openxmlformats.org/drawingml/2006/main">
              <a:ext uri="{FF2B5EF4-FFF2-40B4-BE49-F238E27FC236}">
                <a16:creationId xmlns:a16="http://schemas.microsoft.com/office/drawing/2014/main" id="{968037B4-3454-44AA-AC59-E1B4A2E6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4546844"/>
            <a:ext cx="1600200" cy="278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 i="0">
                <a:solidFill>
                  <a:srgbClr val="315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15A76"/>
                </a:solidFill>
                <a:latin typeface="Microsoft YaHei"/>
                <a:ea typeface="Microsoft YaHei"/>
                <a:cs typeface="Microsoft YaHei"/>
              </a:rPr>
              <a:t>响应式布局规则</a:t>
            </a:r>
          </a:p>
        </p:txBody>
      </p:sp>
      <p:sp>
        <p:nvSpPr>
          <p:cNvPr id="21" name="iceberg-hidden-2-title">
            <a:extLst xmlns:a="http://schemas.openxmlformats.org/drawingml/2006/main">
              <a:ext uri="{FF2B5EF4-FFF2-40B4-BE49-F238E27FC236}">
                <a16:creationId xmlns:a16="http://schemas.microsoft.com/office/drawing/2014/main" id="{EE3666E3-6742-4667-B62E-8BFE725B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5451719"/>
            <a:ext cx="2057400" cy="278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字段容量与失败边界</a:t>
            </a:r>
          </a:p>
        </p:txBody>
      </p:sp>
    </p:spTree>
    <p:extLst>
      <p:ext uri="{BB962C8B-B14F-4D97-AF65-F5344CB8AC3E}">
        <p14:creationId xmlns:p14="http://schemas.microsoft.com/office/powerpoint/2010/main" val="1419911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2026-08-26T04:04:07.8670000Z</dcterms:created>
  <dcterms:modified xsi:type="dcterms:W3CDTF">2026-08-26T04:04:07.8670000Z</dcterms:modified>
</coreProperties>
</file>