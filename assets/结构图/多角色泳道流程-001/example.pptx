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457ba6d22d947cc" /><Relationship Type="http://schemas.openxmlformats.org/officeDocument/2006/relationships/extended-properties" Target="/docProps/app.xml" Id="R50f08fdfbaf84803" /><Relationship Type="http://schemas.openxmlformats.org/officeDocument/2006/relationships/officeDocument" Target="/ppt/presentation.xml" Id="Rc701b0aa05654b5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aaeb04148a4fee"/>
  </p:sldMasterIdLst>
  <p:notesMasterIdLst>
    <p:notesMasterId xmlns:r="http://schemas.openxmlformats.org/officeDocument/2006/relationships" r:id="R98df66e9f7dc4939"/>
  </p:notesMasterIdLst>
  <p:sldIdLst>
    <p:sldId xmlns:r="http://schemas.openxmlformats.org/officeDocument/2006/relationships" id="256" r:id="R6ad3f6fa1e29464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71c393297604202" /><Relationship Type="http://schemas.openxmlformats.org/officeDocument/2006/relationships/slideMaster" Target="/ppt/slideMasters/slideMaster1.xml" Id="Re2aaeb04148a4fee" /><Relationship Type="http://schemas.openxmlformats.org/officeDocument/2006/relationships/notesMaster" Target="/ppt/notesMasters/notesMaster1.xml" Id="R98df66e9f7dc4939" /><Relationship Type="http://schemas.openxmlformats.org/officeDocument/2006/relationships/presProps" Target="/ppt/presProps.xml" Id="R2e4386ca93f346ef" /><Relationship Type="http://schemas.openxmlformats.org/officeDocument/2006/relationships/tableStyles" Target="/ppt/tableStyles.xml" Id="R3370afc74eb44ce7" /><Relationship Type="http://schemas.openxmlformats.org/officeDocument/2006/relationships/slide" Target="/ppt/slides/slide1.xml" Id="R6ad3f6fa1e2946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cb01ae7cf6d4a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95e2e78f014e8e" /><Relationship Type="http://schemas.openxmlformats.org/officeDocument/2006/relationships/notesMaster" Target="/ppt/notesMasters/notesMaster1.xml" Id="R9f6c02aa87f64d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66025ae267423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b5477716db74ddc" /><Relationship Type="http://schemas.openxmlformats.org/officeDocument/2006/relationships/slideLayout" Target="/ppt/slideLayouts/slideLayout1.xml" Id="R893252ac6f12456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3252ac6f1245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59a0a4c322493d" /><Relationship Type="http://schemas.openxmlformats.org/officeDocument/2006/relationships/notesSlide" Target="/ppt/notesSlides/notesSlide1.xml" Id="R7040853a602f419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4B70FB-A82D-4C0E-BBB5-B37907B0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AI、规则与代码如何协同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8D859A-B376-4D82-B779-42E44E038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多角色泳道流程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48A208-48A1-417B-B3AD-B8BCA6A3F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143000"/>
            <a:ext cx="330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理解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B3D327-BEDD-48D7-A461-D2457A62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1143000"/>
            <a:ext cx="330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决定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80DC07-981C-4479-8651-84936ECBB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7000" y="1143000"/>
            <a:ext cx="330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CB4A98-F590-42EB-BE57-06061EEB6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666750" cy="1047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D91D43-1782-4237-8592-34AF5BB50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28750"/>
            <a:ext cx="9906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E3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1D441C-CE42-4DF1-9093-98987664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552700"/>
            <a:ext cx="666750" cy="1047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A0F11A-4E11-48A6-9CD2-59878DDA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9906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7FB"/>
          </a:solidFill>
          <a:ln xmlns:a="http://schemas.openxmlformats.org/drawingml/2006/main" w="9525">
            <a:solidFill>
              <a:srgbClr val="C9D5E3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6FD630-CE31-4016-B979-2D92B1EA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676650"/>
            <a:ext cx="666750" cy="1047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14CBD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代码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DBD93B-111C-4D02-985C-0507E103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76650"/>
            <a:ext cx="9906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E3"/>
            </a:solidFill>
            <a:prstDash val="dash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CFFDCD-A1E5-4B07-8790-43DD68A1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6250" y="1581150"/>
            <a:ext cx="2095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读取稿件并判断重点与关系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E0B4C7-ACBA-42DA-8168-1B88FF29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705100"/>
            <a:ext cx="2095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判断版式、容量与拆页边界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60B1C7-CDDD-471C-BA39-BB746AA8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0250" y="3829050"/>
            <a:ext cx="2095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稳定生成原生可编辑文件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841750" y="1990725"/>
            <a:ext cx="1206500" cy="11239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4288">
            <a:solidFill>
              <a:srgbClr val="7C8A9A"/>
            </a:solidFill>
            <a:prstDash val="dash"/>
            <a:tailEnd type="triangle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143750" y="3114675"/>
            <a:ext cx="1206500" cy="11239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4288">
            <a:solidFill>
              <a:srgbClr val="7C8A9A"/>
            </a:solidFill>
            <a:prstDash val="dash"/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6C64DF-0883-49D0-BAD1-65B6CC97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67300"/>
            <a:ext cx="99060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2FD"/>
          </a:solidFill>
          <a:ln xmlns:a="http://schemas.openxmlformats.org/drawingml/2006/main" w="14288">
            <a:solidFill>
              <a:srgbClr val="1677C8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协同结论</a:t>
            </a:r>
          </a:p>
          <a:p xmlns:a="http://schemas.openxmlformats.org/drawingml/2006/main">
            <a:pPr algn="ctr"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AI 读懂稿子，然后调用人已经提前做好的好东西。</a:t>
            </a:r>
          </a:p>
        </p:txBody>
      </p:sp>
    </p:spTree>
    <p:extLst>
      <p:ext uri="{BB962C8B-B14F-4D97-AF65-F5344CB8AC3E}">
        <p14:creationId xmlns:p14="http://schemas.microsoft.com/office/powerpoint/2010/main" val="5779804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2026-08-10T00:40:00.1800000Z</dcterms:created>
  <dcterms:modified xsi:type="dcterms:W3CDTF">2026-08-10T00:40:00.1800000Z</dcterms:modified>
</coreProperties>
</file>