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660501e118d40e3" /><Relationship Type="http://schemas.openxmlformats.org/officeDocument/2006/relationships/extended-properties" Target="/docProps/app.xml" Id="R8be988c3b8ca47e8" /><Relationship Type="http://schemas.openxmlformats.org/officeDocument/2006/relationships/officeDocument" Target="/ppt/presentation.xml" Id="R45a85c039e234d9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0c5633ba8d04cde"/>
  </p:sldMasterIdLst>
  <p:notesMasterIdLst>
    <p:notesMasterId xmlns:r="http://schemas.openxmlformats.org/officeDocument/2006/relationships" r:id="R4890ea7f66df45f8"/>
  </p:notesMasterIdLst>
  <p:sldIdLst>
    <p:sldId xmlns:r="http://schemas.openxmlformats.org/officeDocument/2006/relationships" id="256" r:id="R69bff1a69bff405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a750859198a4217" /><Relationship Type="http://schemas.openxmlformats.org/officeDocument/2006/relationships/slideMaster" Target="/ppt/slideMasters/slideMaster1.xml" Id="Rf0c5633ba8d04cde" /><Relationship Type="http://schemas.openxmlformats.org/officeDocument/2006/relationships/notesMaster" Target="/ppt/notesMasters/notesMaster1.xml" Id="R4890ea7f66df45f8" /><Relationship Type="http://schemas.openxmlformats.org/officeDocument/2006/relationships/presProps" Target="/ppt/presProps.xml" Id="R72f68388d2a74ca5" /><Relationship Type="http://schemas.openxmlformats.org/officeDocument/2006/relationships/tableStyles" Target="/ppt/tableStyles.xml" Id="R784df11edff14366" /><Relationship Type="http://schemas.openxmlformats.org/officeDocument/2006/relationships/slide" Target="/ppt/slides/slide1.xml" Id="R69bff1a69bff405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fa7d3f0edf34a8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5b7339675724c5d" /><Relationship Type="http://schemas.openxmlformats.org/officeDocument/2006/relationships/notesMaster" Target="/ppt/notesMasters/notesMaster1.xml" Id="R8c32adb38b984e0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85dbffb4d44cc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a8a4e1754104d53" /><Relationship Type="http://schemas.openxmlformats.org/officeDocument/2006/relationships/slideLayout" Target="/ppt/slideLayouts/slideLayout1.xml" Id="R2931924aeb034f0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931924aeb034f0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400154faa848ab" /><Relationship Type="http://schemas.openxmlformats.org/officeDocument/2006/relationships/notesSlide" Target="/ppt/notesSlides/notesSlide1.xml" Id="Ra47b16f7333f402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3A4E4F-733F-4D26-8871-21E9367BA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AI、规则与代码如何协同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20415C-DA63-45D7-9D8A-619B55101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多角色泳道流程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7756B2-5531-4A7C-8860-0C301AE1F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152525"/>
            <a:ext cx="3222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理解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0FDA6A-DBEF-4662-ADC8-4F162F683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3750" y="1152525"/>
            <a:ext cx="3222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决定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4A89B6-66CD-4D63-9645-D85B23FAA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6375" y="1152525"/>
            <a:ext cx="3222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执行</a:t>
            </a:r>
          </a:p>
        </p:txBody>
      </p:sp>
      <p:sp>
        <p:nvSpPr>
          <p:cNvPr id="6" name="PPAGENT_QA|parent=swimlane-label-0|domains=swimlane-frame,swimlane-content">
            <a:extLst xmlns:a="http://schemas.openxmlformats.org/drawingml/2006/main">
              <a:ext uri="{FF2B5EF4-FFF2-40B4-BE49-F238E27FC236}">
                <a16:creationId xmlns:a16="http://schemas.microsoft.com/office/drawing/2014/main" id="{6348989C-69F6-43B4-9FD2-B5174BCB0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76375"/>
            <a:ext cx="781050" cy="9715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</a:t>
            </a:r>
          </a:p>
        </p:txBody>
      </p:sp>
      <p:sp>
        <p:nvSpPr>
          <p:cNvPr id="7" name="PPAGENT_QA|parent=swimlane-background-0|domains=swimlane-frame">
            <a:extLst xmlns:a="http://schemas.openxmlformats.org/drawingml/2006/main">
              <a:ext uri="{FF2B5EF4-FFF2-40B4-BE49-F238E27FC236}">
                <a16:creationId xmlns:a16="http://schemas.microsoft.com/office/drawing/2014/main" id="{BB9A405C-26E5-45A3-8B8F-82C679DCE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476375"/>
            <a:ext cx="9667875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C9D5E3"/>
            </a:solidFill>
            <a:prstDash val="solid"/>
          </a:ln>
        </p:spPr>
      </p:sp>
      <p:sp>
        <p:nvSpPr>
          <p:cNvPr id="8" name="PPAGENT_QA|parent=swimlane-label-1|domains=swimlane-frame,swimlane-content">
            <a:extLst xmlns:a="http://schemas.openxmlformats.org/drawingml/2006/main">
              <a:ext uri="{FF2B5EF4-FFF2-40B4-BE49-F238E27FC236}">
                <a16:creationId xmlns:a16="http://schemas.microsoft.com/office/drawing/2014/main" id="{E7C5DBBB-834B-439A-ABB4-2042154CC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543175"/>
            <a:ext cx="781050" cy="9715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规则</a:t>
            </a:r>
          </a:p>
        </p:txBody>
      </p:sp>
      <p:sp>
        <p:nvSpPr>
          <p:cNvPr id="9" name="PPAGENT_QA|parent=swimlane-background-1|domains=swimlane-frame">
            <a:extLst xmlns:a="http://schemas.openxmlformats.org/drawingml/2006/main">
              <a:ext uri="{FF2B5EF4-FFF2-40B4-BE49-F238E27FC236}">
                <a16:creationId xmlns:a16="http://schemas.microsoft.com/office/drawing/2014/main" id="{30A79CA8-6E75-4113-9F2D-F0D8A286B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543175"/>
            <a:ext cx="9667875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C"/>
          </a:solidFill>
          <a:ln xmlns:a="http://schemas.openxmlformats.org/drawingml/2006/main" w="9525">
            <a:solidFill>
              <a:srgbClr val="C9D5E3"/>
            </a:solidFill>
            <a:prstDash val="solid"/>
          </a:ln>
        </p:spPr>
      </p:sp>
      <p:sp>
        <p:nvSpPr>
          <p:cNvPr id="10" name="PPAGENT_QA|parent=swimlane-label-2|domains=swimlane-frame,swimlane-content">
            <a:extLst xmlns:a="http://schemas.openxmlformats.org/drawingml/2006/main">
              <a:ext uri="{FF2B5EF4-FFF2-40B4-BE49-F238E27FC236}">
                <a16:creationId xmlns:a16="http://schemas.microsoft.com/office/drawing/2014/main" id="{AEA6B689-9D76-4A8E-9B59-73EEADF83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609975"/>
            <a:ext cx="781050" cy="9715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4CBD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代码</a:t>
            </a:r>
          </a:p>
        </p:txBody>
      </p:sp>
      <p:sp>
        <p:nvSpPr>
          <p:cNvPr id="11" name="PPAGENT_QA|parent=swimlane-background-2|domains=swimlane-frame">
            <a:extLst xmlns:a="http://schemas.openxmlformats.org/drawingml/2006/main">
              <a:ext uri="{FF2B5EF4-FFF2-40B4-BE49-F238E27FC236}">
                <a16:creationId xmlns:a16="http://schemas.microsoft.com/office/drawing/2014/main" id="{B3B48B86-D3B3-4C8A-8779-0479C3AB4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09975"/>
            <a:ext cx="9667875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C9D5E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248116-5060-43D8-9EC2-205040467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192587" y="2009775"/>
            <a:ext cx="822325" cy="1066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7C8A9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47B518-D4AE-42A5-99C2-AA4B28164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7415213" y="3076575"/>
            <a:ext cx="822325" cy="1066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7C8A9A"/>
            </a:solidFill>
            <a:prstDash val="solid"/>
          </a:ln>
        </p:spPr>
      </p:sp>
      <p:sp>
        <p:nvSpPr>
          <p:cNvPr id="14" name="PPAGENT_QA|parent=swimlane-task-0|domains=swimlane-content">
            <a:extLst xmlns:a="http://schemas.openxmlformats.org/drawingml/2006/main">
              <a:ext uri="{FF2B5EF4-FFF2-40B4-BE49-F238E27FC236}">
                <a16:creationId xmlns:a16="http://schemas.microsoft.com/office/drawing/2014/main" id="{F2104921-824E-43FA-AC9E-17F3042E2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2288" y="1619250"/>
            <a:ext cx="24003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读取稿件并判断重点与关系</a:t>
            </a:r>
          </a:p>
        </p:txBody>
      </p:sp>
      <p:sp>
        <p:nvSpPr>
          <p:cNvPr id="15" name="PPAGENT_QA|parent=swimlane-task-1|domains=swimlane-content">
            <a:extLst xmlns:a="http://schemas.openxmlformats.org/drawingml/2006/main">
              <a:ext uri="{FF2B5EF4-FFF2-40B4-BE49-F238E27FC236}">
                <a16:creationId xmlns:a16="http://schemas.microsoft.com/office/drawing/2014/main" id="{C2787419-D9AC-4D44-AD4A-01EA0351E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4913" y="2686050"/>
            <a:ext cx="24003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00A8D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判断版式、容量与拆页边界</a:t>
            </a:r>
          </a:p>
        </p:txBody>
      </p:sp>
      <p:sp>
        <p:nvSpPr>
          <p:cNvPr id="16" name="PPAGENT_QA|parent=swimlane-task-2|domains=swimlane-content">
            <a:extLst xmlns:a="http://schemas.openxmlformats.org/drawingml/2006/main">
              <a:ext uri="{FF2B5EF4-FFF2-40B4-BE49-F238E27FC236}">
                <a16:creationId xmlns:a16="http://schemas.microsoft.com/office/drawing/2014/main" id="{78322E9E-5D83-4491-AAEE-B0D64EF7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7537" y="3752850"/>
            <a:ext cx="24003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稳定生成原生可编辑文件</a:t>
            </a:r>
          </a:p>
        </p:txBody>
      </p:sp>
      <p:sp>
        <p:nvSpPr>
          <p:cNvPr id="17" name="PPAGENT_QA|parent=swimlane-conclusion|domains=swimlane-content">
            <a:extLst xmlns:a="http://schemas.openxmlformats.org/drawingml/2006/main">
              <a:ext uri="{FF2B5EF4-FFF2-40B4-BE49-F238E27FC236}">
                <a16:creationId xmlns:a16="http://schemas.microsoft.com/office/drawing/2014/main" id="{CCC60267-EC0A-4B64-9B1C-7D3B80EBE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53000"/>
            <a:ext cx="9667875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AF2FD"/>
          </a:solidFill>
          <a:ln xmlns:a="http://schemas.openxmlformats.org/drawingml/2006/main" w="14288">
            <a:solidFill>
              <a:srgbClr val="1677C8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协同结论</a:t>
            </a:r>
          </a:p>
          <a:p xmlns:a="http://schemas.openxmlformats.org/drawingml/2006/main">
            <a:pPr algn="ctr">
              <a:def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AI 读懂稿子，然后调用人已经提前做好的好东西。</a:t>
            </a:r>
          </a:p>
        </p:txBody>
      </p:sp>
    </p:spTree>
    <p:extLst>
      <p:ext uri="{BB962C8B-B14F-4D97-AF65-F5344CB8AC3E}">
        <p14:creationId xmlns:p14="http://schemas.microsoft.com/office/powerpoint/2010/main" val="64650567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2026-08-10T02:38:54.6500000Z</dcterms:created>
  <dcterms:modified xsi:type="dcterms:W3CDTF">2026-08-10T02:38:54.6500000Z</dcterms:modified>
</coreProperties>
</file>