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8795f437464294" /><Relationship Type="http://schemas.openxmlformats.org/officeDocument/2006/relationships/extended-properties" Target="/docProps/app.xml" Id="Re4c68dfa51344e94" /><Relationship Type="http://schemas.openxmlformats.org/officeDocument/2006/relationships/officeDocument" Target="/ppt/presentation.xml" Id="R9a379c6cf6e745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0e3417d261450f"/>
  </p:sldMasterIdLst>
  <p:notesMasterIdLst>
    <p:notesMasterId xmlns:r="http://schemas.openxmlformats.org/officeDocument/2006/relationships" r:id="R4014cadb4bc44057"/>
  </p:notesMasterIdLst>
  <p:sldIdLst>
    <p:sldId xmlns:r="http://schemas.openxmlformats.org/officeDocument/2006/relationships" id="256" r:id="Rb144e6cf21db49d6"/>
    <p:sldId xmlns:r="http://schemas.openxmlformats.org/officeDocument/2006/relationships" id="257" r:id="R9ea40bff3f2e441c"/>
    <p:sldId xmlns:r="http://schemas.openxmlformats.org/officeDocument/2006/relationships" id="258" r:id="R3743bc72df2d4244"/>
    <p:sldId xmlns:r="http://schemas.openxmlformats.org/officeDocument/2006/relationships" id="259" r:id="Rcd660613863948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1596c8236948d9" /><Relationship Type="http://schemas.openxmlformats.org/officeDocument/2006/relationships/slideMaster" Target="/ppt/slideMasters/slideMaster1.xml" Id="Rf80e3417d261450f" /><Relationship Type="http://schemas.openxmlformats.org/officeDocument/2006/relationships/notesMaster" Target="/ppt/notesMasters/notesMaster1.xml" Id="R4014cadb4bc44057" /><Relationship Type="http://schemas.openxmlformats.org/officeDocument/2006/relationships/presProps" Target="/ppt/presProps.xml" Id="R2219db42efe94728" /><Relationship Type="http://schemas.openxmlformats.org/officeDocument/2006/relationships/tableStyles" Target="/ppt/tableStyles.xml" Id="Ra9d61ed2ac614713" /><Relationship Type="http://schemas.openxmlformats.org/officeDocument/2006/relationships/slide" Target="/ppt/slides/slide1.xml" Id="Rb144e6cf21db49d6" /><Relationship Type="http://schemas.openxmlformats.org/officeDocument/2006/relationships/slide" Target="/ppt/slides/slide2.xml" Id="R9ea40bff3f2e441c" /><Relationship Type="http://schemas.openxmlformats.org/officeDocument/2006/relationships/slide" Target="/ppt/slides/slide3.xml" Id="R3743bc72df2d4244" /><Relationship Type="http://schemas.openxmlformats.org/officeDocument/2006/relationships/slide" Target="/ppt/slides/slide4.xml" Id="Rcd660613863948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86959231144e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b721ea34ba4e24" /><Relationship Type="http://schemas.openxmlformats.org/officeDocument/2006/relationships/notesMaster" Target="/ppt/notesMasters/notesMaster1.xml" Id="R5ffa0c2b14ad48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6aed0cb5ee400d" /><Relationship Type="http://schemas.openxmlformats.org/officeDocument/2006/relationships/notesMaster" Target="/ppt/notesMasters/notesMaster1.xml" Id="R4f0e5d37615c43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07881e5f6c4432" /><Relationship Type="http://schemas.openxmlformats.org/officeDocument/2006/relationships/notesMaster" Target="/ppt/notesMasters/notesMaster1.xml" Id="Rd56de6f6f7bd4b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e83f952ab8421a" /><Relationship Type="http://schemas.openxmlformats.org/officeDocument/2006/relationships/notesMaster" Target="/ppt/notesMasters/notesMaster1.xml" Id="R4697662a3fb84a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fc2551327846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b7bd2141624056" /><Relationship Type="http://schemas.openxmlformats.org/officeDocument/2006/relationships/slideLayout" Target="/ppt/slideLayouts/slideLayout1.xml" Id="R2ab93944a77749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b93944a77749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cb03ea64243dc" /><Relationship Type="http://schemas.openxmlformats.org/officeDocument/2006/relationships/notesSlide" Target="/ppt/notesSlides/notesSlide1.xml" Id="R8984bf9c3d4747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a8cabe84a402e" /><Relationship Type="http://schemas.openxmlformats.org/officeDocument/2006/relationships/notesSlide" Target="/ppt/notesSlides/notesSlide2.xml" Id="Rcd7404012a4d40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a70e1f94245cf" /><Relationship Type="http://schemas.openxmlformats.org/officeDocument/2006/relationships/notesSlide" Target="/ppt/notesSlides/notesSlide3.xml" Id="R00d40fc1b27948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6b2738107e4e0b" /><Relationship Type="http://schemas.openxmlformats.org/officeDocument/2006/relationships/notesSlide" Target="/ppt/notesSlides/notesSlide4.xml" Id="Rf50ac78d1e6c4e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EE3ADB-D4CB-4359-A48A-E654863E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跨角色协同流程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CE00D9-926D-4738-9D0D-20706F6A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多角色泳道流程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57E79-38FF-4DD0-8C0E-322AB1CC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152525"/>
            <a:ext cx="483393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86875-598B-4F79-924E-C1E02CFC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1152525"/>
            <a:ext cx="483393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5" name="PPAGENT_QA|parent=swimlane-label-0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EB1A92BD-EBD5-4E80-8D3B-D2C3703C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内容团队</a:t>
            </a:r>
          </a:p>
        </p:txBody>
      </p:sp>
      <p:sp>
        <p:nvSpPr>
          <p:cNvPr id="6" name="PPAGENT_QA|parent=swimlane-background-0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665A4716-C266-477D-85CB-D9F4A2DE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7" name="PPAGENT_QA|parent=swimlane-label-1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2ED1E8A4-1F5F-4309-A37E-7114A5EC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431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视觉团队</a:t>
            </a:r>
          </a:p>
        </p:txBody>
      </p:sp>
      <p:sp>
        <p:nvSpPr>
          <p:cNvPr id="8" name="PPAGENT_QA|parent=swimlane-background-1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704DF207-B6FE-4D89-BC8D-8E7A7FF0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CEEE9-EEFA-43F2-AB7E-C11F9887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98244" y="2009775"/>
            <a:ext cx="24336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FF853-3DBD-45F8-B9B1-613E3380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597944" y="2009775"/>
            <a:ext cx="7234238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B8BDF-558E-4745-A78B-D0DD6B96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98244" y="3076575"/>
            <a:ext cx="24336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2" name="PPAGENT_QA|parent=swimlane-task-0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1BE2F6BF-A937-4F79-B2F7-D60098B0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944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拆解稿件</a:t>
            </a:r>
          </a:p>
        </p:txBody>
      </p:sp>
      <p:sp>
        <p:nvSpPr>
          <p:cNvPr id="13" name="PPAGENT_QA|parent=swimlane-task-1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C8A1FEB1-6738-49D3-9F68-F6E152A9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881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确认页面内容</a:t>
            </a:r>
          </a:p>
        </p:txBody>
      </p:sp>
      <p:sp>
        <p:nvSpPr>
          <p:cNvPr id="14" name="PPAGENT_QA|parent=swimlane-task-2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27F7C3F0-C279-4EA6-B39A-8929AF3A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944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判断视觉关系</a:t>
            </a:r>
          </a:p>
        </p:txBody>
      </p:sp>
      <p:sp>
        <p:nvSpPr>
          <p:cNvPr id="15" name="PPAGENT_QA|parent=swimlane-task-3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DA8E29C1-56F6-45F7-9F5C-00653DB4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881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选择 Style Group</a:t>
            </a:r>
          </a:p>
        </p:txBody>
      </p:sp>
      <p:sp>
        <p:nvSpPr>
          <p:cNvPr id="16" name="PPAGENT_QA|parent=swimlane-conclusion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52651257-3760-4CD0-A2FA-1B3B1059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6678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14288">
            <a:solidFill>
              <a:srgbClr val="1677C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协同结论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角色边界清楚，信息能够回流</a:t>
            </a:r>
          </a:p>
        </p:txBody>
      </p:sp>
    </p:spTree>
    <p:extLst>
      <p:ext uri="{BB962C8B-B14F-4D97-AF65-F5344CB8AC3E}">
        <p14:creationId xmlns:p14="http://schemas.microsoft.com/office/powerpoint/2010/main" val="10482864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6B8CD1-8D24-4F3E-93E9-AF684D19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跨角色协同流程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E0773-45DA-4A03-8C74-16760D7E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多角色泳道流程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6FF4B0-9187-41ED-90F0-39A4E7E2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9187E-EA11-4274-9F93-85CDD2D3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3750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BC23A-869C-4578-9D06-6A3884C4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375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" name="PPAGENT_QA|parent=swimlane-label-0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6AE244ED-A479-447D-9B1D-0EAB71EC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内容团队</a:t>
            </a:r>
          </a:p>
        </p:txBody>
      </p:sp>
      <p:sp>
        <p:nvSpPr>
          <p:cNvPr id="7" name="PPAGENT_QA|parent=swimlane-background-0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DE7248EF-BAE2-4FA3-81DF-470CFCC5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PPAGENT_QA|parent=swimlane-label-1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98F9EA82-9627-48CC-87D2-7FE9F7B9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431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视觉团队</a:t>
            </a:r>
          </a:p>
        </p:txBody>
      </p:sp>
      <p:sp>
        <p:nvSpPr>
          <p:cNvPr id="9" name="PPAGENT_QA|parent=swimlane-background-1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B585990F-9382-4D2F-B0C0-6952A877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456EF6-A7C0-45A6-960B-247B4CBE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92587" y="20097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D5915E-C902-47DD-8E0A-F03E8CAE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15213" y="20097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B939F-8521-49BF-B700-CAB14EA5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792288" y="2009775"/>
            <a:ext cx="8845550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6D42F6-A08E-4D4D-83D7-9E69DC78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92587" y="30765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69B8FE-7B5D-4193-9119-73A64FB2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15213" y="30765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5" name="PPAGENT_QA|parent=swimlane-task-0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24E89686-7250-47AD-B1BB-46F856B4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88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拆解稿件</a:t>
            </a:r>
          </a:p>
        </p:txBody>
      </p:sp>
      <p:sp>
        <p:nvSpPr>
          <p:cNvPr id="16" name="PPAGENT_QA|parent=swimlane-task-1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05D56323-5A8F-4EBF-833D-5E5B45F6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913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确认页面内容</a:t>
            </a:r>
          </a:p>
        </p:txBody>
      </p:sp>
      <p:sp>
        <p:nvSpPr>
          <p:cNvPr id="17" name="PPAGENT_QA|parent=swimlane-task-2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90CB5E12-11E1-48AA-BE8F-C664C6DC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37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内容验收</a:t>
            </a:r>
          </a:p>
        </p:txBody>
      </p:sp>
      <p:sp>
        <p:nvSpPr>
          <p:cNvPr id="18" name="PPAGENT_QA|parent=swimlane-task-3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99C79EFA-C88F-4FD6-9153-D034F383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88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判断视觉关系</a:t>
            </a:r>
          </a:p>
        </p:txBody>
      </p:sp>
      <p:sp>
        <p:nvSpPr>
          <p:cNvPr id="19" name="PPAGENT_QA|parent=swimlane-task-4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3CA1F286-9C5B-4C9C-949F-A77602E2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913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选择 Style Group</a:t>
            </a:r>
          </a:p>
        </p:txBody>
      </p:sp>
      <p:sp>
        <p:nvSpPr>
          <p:cNvPr id="20" name="PPAGENT_QA|parent=swimlane-task-5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96072C86-6F2B-46D5-A1C7-4442C948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37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视觉验收</a:t>
            </a:r>
          </a:p>
        </p:txBody>
      </p:sp>
      <p:sp>
        <p:nvSpPr>
          <p:cNvPr id="21" name="PPAGENT_QA|parent=swimlane-conclusion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8307B9B8-6464-434A-82C9-61C60048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6678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14288">
            <a:solidFill>
              <a:srgbClr val="1677C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协同结论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角色边界清楚，信息能够回流</a:t>
            </a:r>
          </a:p>
        </p:txBody>
      </p:sp>
    </p:spTree>
    <p:extLst>
      <p:ext uri="{BB962C8B-B14F-4D97-AF65-F5344CB8AC3E}">
        <p14:creationId xmlns:p14="http://schemas.microsoft.com/office/powerpoint/2010/main" val="17740442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824C64-954B-40C7-B2A7-FD3DFE83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跨角色协同流程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EA34D-8524-4A66-ACFE-0B55AF6A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多角色泳道流程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406B2-1A8A-40CA-820C-E4DFC317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152525"/>
            <a:ext cx="483393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4E514-217A-48E7-8A55-7BDD950C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1152525"/>
            <a:ext cx="4833938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5" name="PPAGENT_QA|parent=swimlane-label-0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8CDC738C-04F9-4658-98CC-A67645B0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内容团队</a:t>
            </a:r>
          </a:p>
        </p:txBody>
      </p:sp>
      <p:sp>
        <p:nvSpPr>
          <p:cNvPr id="6" name="PPAGENT_QA|parent=swimlane-background-0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24927BCF-ED3A-4C4A-AE0B-96589667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7" name="PPAGENT_QA|parent=swimlane-label-1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26F8AE7A-9664-4F9F-AD57-8E166B87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431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视觉团队</a:t>
            </a:r>
          </a:p>
        </p:txBody>
      </p:sp>
      <p:sp>
        <p:nvSpPr>
          <p:cNvPr id="8" name="PPAGENT_QA|parent=swimlane-background-1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564D29CD-A2B1-4CBC-9C8A-E11ECD0D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9" name="PPAGENT_QA|parent=swimlane-label-2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7E9A3418-BD94-4520-9BBB-6C48E59F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099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工程团队</a:t>
            </a:r>
          </a:p>
        </p:txBody>
      </p:sp>
      <p:sp>
        <p:nvSpPr>
          <p:cNvPr id="10" name="PPAGENT_QA|parent=swimlane-background-2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CFA13BA1-202D-4A5D-879E-F8764A36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099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4C925F-7ED8-4E67-B10C-144AC35E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98244" y="2009775"/>
            <a:ext cx="24336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0FB31B-BF5C-44C5-82AD-C51F2045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597944" y="2009775"/>
            <a:ext cx="7234238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A3661-E516-44BA-AD3C-046EBEE5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98244" y="3076575"/>
            <a:ext cx="24336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DDB96-B692-4977-8997-6F8C1818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597944" y="3076575"/>
            <a:ext cx="7234238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F4C525-D764-42A1-99AA-EE998388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98244" y="4143375"/>
            <a:ext cx="24336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6" name="PPAGENT_QA|parent=swimlane-task-0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E90B9DC9-C848-47BB-B035-E48CDCE1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944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拆解稿件</a:t>
            </a:r>
          </a:p>
        </p:txBody>
      </p:sp>
      <p:sp>
        <p:nvSpPr>
          <p:cNvPr id="17" name="PPAGENT_QA|parent=swimlane-task-1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455A10BA-47EC-481A-89DE-BEBE79FD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881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确认页面内容</a:t>
            </a:r>
          </a:p>
        </p:txBody>
      </p:sp>
      <p:sp>
        <p:nvSpPr>
          <p:cNvPr id="18" name="PPAGENT_QA|parent=swimlane-task-2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8B54E9F0-3DF7-4DFA-B59A-7BFBBDCA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944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判断视觉关系</a:t>
            </a:r>
          </a:p>
        </p:txBody>
      </p:sp>
      <p:sp>
        <p:nvSpPr>
          <p:cNvPr id="19" name="PPAGENT_QA|parent=swimlane-task-3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03AFE29A-7F7A-4DAD-B65B-066DCE08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881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选择 Style Group</a:t>
            </a:r>
          </a:p>
        </p:txBody>
      </p:sp>
      <p:sp>
        <p:nvSpPr>
          <p:cNvPr id="20" name="PPAGENT_QA|parent=swimlane-task-4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8F49705F-13BF-4BFC-B1C4-16669E7A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7944" y="37528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准备运行参数</a:t>
            </a:r>
          </a:p>
        </p:txBody>
      </p:sp>
      <p:sp>
        <p:nvSpPr>
          <p:cNvPr id="21" name="PPAGENT_QA|parent=swimlane-task-5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2A8A28B2-B87F-4D21-BF20-EECCBFA4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881" y="37528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生成原生 PPT</a:t>
            </a:r>
          </a:p>
        </p:txBody>
      </p:sp>
      <p:sp>
        <p:nvSpPr>
          <p:cNvPr id="22" name="PPAGENT_QA|parent=swimlane-conclusion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19234145-3D4B-410B-9C27-8B16C018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6678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14288">
            <a:solidFill>
              <a:srgbClr val="1677C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协同结论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角色边界清楚，信息能够回流</a:t>
            </a:r>
          </a:p>
        </p:txBody>
      </p:sp>
    </p:spTree>
    <p:extLst>
      <p:ext uri="{BB962C8B-B14F-4D97-AF65-F5344CB8AC3E}">
        <p14:creationId xmlns:p14="http://schemas.microsoft.com/office/powerpoint/2010/main" val="9590248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746E2D-7BBB-4335-AFE7-1387DF07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跨角色协同流程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ED08A9-CAEA-4F0B-9D56-03344A04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多角色泳道流程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68963-6E1C-459E-9B2F-9B27FE3A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159DF-259F-4314-BDDE-259C2692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3750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90CAF-8CF3-4888-B2F1-01802160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375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" name="PPAGENT_QA|parent=swimlane-label-0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2E5CCAAB-3F24-45BC-BF4A-3133F2CB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内容团队</a:t>
            </a:r>
          </a:p>
        </p:txBody>
      </p:sp>
      <p:sp>
        <p:nvSpPr>
          <p:cNvPr id="7" name="PPAGENT_QA|parent=swimlane-background-0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C137BFD4-2210-414A-950A-B1CD4793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PPAGENT_QA|parent=swimlane-label-1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DEA4A780-EE54-462E-82AC-4F2953DD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431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视觉团队</a:t>
            </a:r>
          </a:p>
        </p:txBody>
      </p:sp>
      <p:sp>
        <p:nvSpPr>
          <p:cNvPr id="9" name="PPAGENT_QA|parent=swimlane-background-1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C5EB1EFE-30FF-4062-849C-CEBBF599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0" name="PPAGENT_QA|parent=swimlane-label-2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0A139C29-DAF1-4A26-8BFD-E883C957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099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工程团队</a:t>
            </a:r>
          </a:p>
        </p:txBody>
      </p:sp>
      <p:sp>
        <p:nvSpPr>
          <p:cNvPr id="11" name="PPAGENT_QA|parent=swimlane-background-2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D6141C92-1D8F-490A-BCE7-3665C126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099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6C78E-1BAE-4A1A-A014-5E27936F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92587" y="20097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138C0F-79BD-4451-BAD4-C814A48E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15213" y="20097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B51F3-5055-43B6-B2B8-C51CB755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792288" y="2009775"/>
            <a:ext cx="8845550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6BDB2-1C72-4EDF-B933-6F3CA4B5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92587" y="30765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8C132-6A61-4F3E-B8E0-C8731746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15213" y="30765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CC7F2-15D6-4387-9BDE-BA209F6E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792288" y="3076575"/>
            <a:ext cx="8845550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6D11EF-1291-4FB8-A918-13B09074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92587" y="41433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30B1A1-F321-4C91-825C-AC24E2C6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15213" y="4143375"/>
            <a:ext cx="822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20" name="PPAGENT_QA|parent=swimlane-task-0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8BB71AE0-E112-42CA-8D0E-31B9F188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88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拆解稿件</a:t>
            </a:r>
          </a:p>
        </p:txBody>
      </p:sp>
      <p:sp>
        <p:nvSpPr>
          <p:cNvPr id="21" name="PPAGENT_QA|parent=swimlane-task-1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1335FDB8-322B-4E7B-A59F-0D579363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913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确认页面内容</a:t>
            </a:r>
          </a:p>
        </p:txBody>
      </p:sp>
      <p:sp>
        <p:nvSpPr>
          <p:cNvPr id="22" name="PPAGENT_QA|parent=swimlane-task-2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64465742-553E-4293-8059-402DEFD8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37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内容验收</a:t>
            </a:r>
          </a:p>
        </p:txBody>
      </p:sp>
      <p:sp>
        <p:nvSpPr>
          <p:cNvPr id="23" name="PPAGENT_QA|parent=swimlane-task-3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A3F2F302-CFF6-4887-B4B5-D7C42B75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88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判断视觉关系</a:t>
            </a:r>
          </a:p>
        </p:txBody>
      </p:sp>
      <p:sp>
        <p:nvSpPr>
          <p:cNvPr id="24" name="PPAGENT_QA|parent=swimlane-task-4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FE141CDF-39FE-4960-831D-6A4C1AAE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913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选择 Style Group</a:t>
            </a:r>
          </a:p>
        </p:txBody>
      </p:sp>
      <p:sp>
        <p:nvSpPr>
          <p:cNvPr id="25" name="PPAGENT_QA|parent=swimlane-task-5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8236908A-6506-4005-B090-219A308C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37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视觉验收</a:t>
            </a:r>
          </a:p>
        </p:txBody>
      </p:sp>
      <p:sp>
        <p:nvSpPr>
          <p:cNvPr id="26" name="PPAGENT_QA|parent=swimlane-task-6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20E9FBDC-1CB0-4E3D-A06D-8901A713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88" y="37528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准备运行参数</a:t>
            </a:r>
          </a:p>
        </p:txBody>
      </p:sp>
      <p:sp>
        <p:nvSpPr>
          <p:cNvPr id="27" name="PPAGENT_QA|parent=swimlane-task-7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FBEF50EC-FD1D-4766-A5FD-827C6571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913" y="37528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生成原生 PPT</a:t>
            </a:r>
          </a:p>
        </p:txBody>
      </p:sp>
      <p:sp>
        <p:nvSpPr>
          <p:cNvPr id="28" name="PPAGENT_QA|parent=swimlane-task-8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FB32D9D6-22E5-4836-BF64-637B3FC6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37" y="37528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交付文件</a:t>
            </a:r>
          </a:p>
        </p:txBody>
      </p:sp>
      <p:sp>
        <p:nvSpPr>
          <p:cNvPr id="29" name="PPAGENT_QA|parent=swimlane-conclusion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D6A16638-61EF-4BA4-AAF2-49E97A76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6678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14288">
            <a:solidFill>
              <a:srgbClr val="1677C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协同结论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角色边界清楚，信息能够回流</a:t>
            </a:r>
          </a:p>
        </p:txBody>
      </p:sp>
    </p:spTree>
    <p:extLst>
      <p:ext uri="{BB962C8B-B14F-4D97-AF65-F5344CB8AC3E}">
        <p14:creationId xmlns:p14="http://schemas.microsoft.com/office/powerpoint/2010/main" val="930934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2026-08-15T13:33:22.2710000Z</dcterms:created>
  <dcterms:modified xsi:type="dcterms:W3CDTF">2026-08-15T13:33:22.2710000Z</dcterms:modified>
</coreProperties>
</file>