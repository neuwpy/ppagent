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bb48b5605b4ca2" /><Relationship Type="http://schemas.openxmlformats.org/officeDocument/2006/relationships/extended-properties" Target="/docProps/app.xml" Id="R39235c1559184fbd" /><Relationship Type="http://schemas.openxmlformats.org/officeDocument/2006/relationships/officeDocument" Target="/ppt/presentation.xml" Id="R71c500aa18f2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182e442d584cb4"/>
  </p:sldMasterIdLst>
  <p:notesMasterIdLst>
    <p:notesMasterId xmlns:r="http://schemas.openxmlformats.org/officeDocument/2006/relationships" r:id="Re7b79aad1f494e25"/>
  </p:notesMasterIdLst>
  <p:sldIdLst>
    <p:sldId xmlns:r="http://schemas.openxmlformats.org/officeDocument/2006/relationships" id="256" r:id="R4adb04740a6e44bc"/>
    <p:sldId xmlns:r="http://schemas.openxmlformats.org/officeDocument/2006/relationships" id="257" r:id="R0cf314f68fef4f33"/>
    <p:sldId xmlns:r="http://schemas.openxmlformats.org/officeDocument/2006/relationships" id="258" r:id="R90012903101d4923"/>
    <p:sldId xmlns:r="http://schemas.openxmlformats.org/officeDocument/2006/relationships" id="259" r:id="R72563a93713f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5c6afbe6614e1f" /><Relationship Type="http://schemas.openxmlformats.org/officeDocument/2006/relationships/slideMaster" Target="/ppt/slideMasters/slideMaster1.xml" Id="R49182e442d584cb4" /><Relationship Type="http://schemas.openxmlformats.org/officeDocument/2006/relationships/notesMaster" Target="/ppt/notesMasters/notesMaster1.xml" Id="Re7b79aad1f494e25" /><Relationship Type="http://schemas.openxmlformats.org/officeDocument/2006/relationships/presProps" Target="/ppt/presProps.xml" Id="R2560ba46a5304982" /><Relationship Type="http://schemas.openxmlformats.org/officeDocument/2006/relationships/tableStyles" Target="/ppt/tableStyles.xml" Id="R5b4ca45748014d52" /><Relationship Type="http://schemas.openxmlformats.org/officeDocument/2006/relationships/slide" Target="/ppt/slides/slide1.xml" Id="R4adb04740a6e44bc" /><Relationship Type="http://schemas.openxmlformats.org/officeDocument/2006/relationships/slide" Target="/ppt/slides/slide2.xml" Id="R0cf314f68fef4f33" /><Relationship Type="http://schemas.openxmlformats.org/officeDocument/2006/relationships/slide" Target="/ppt/slides/slide3.xml" Id="R90012903101d4923" /><Relationship Type="http://schemas.openxmlformats.org/officeDocument/2006/relationships/slide" Target="/ppt/slides/slide4.xml" Id="R72563a93713f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0c15c9381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0f9bbea024b43" /><Relationship Type="http://schemas.openxmlformats.org/officeDocument/2006/relationships/notesMaster" Target="/ppt/notesMasters/notesMaster1.xml" Id="R9cb2625ccfc14a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b400151b254f09" /><Relationship Type="http://schemas.openxmlformats.org/officeDocument/2006/relationships/notesMaster" Target="/ppt/notesMasters/notesMaster1.xml" Id="Ra129b68349d9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b5bdc38a34846" /><Relationship Type="http://schemas.openxmlformats.org/officeDocument/2006/relationships/notesMaster" Target="/ppt/notesMasters/notesMaster1.xml" Id="Rd8bcfd96fcc3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d32882f3be4814" /><Relationship Type="http://schemas.openxmlformats.org/officeDocument/2006/relationships/notesMaster" Target="/ppt/notesMasters/notesMaster1.xml" Id="R17b598bcebdf42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038800fb24f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be51bcbc54dd4" /><Relationship Type="http://schemas.openxmlformats.org/officeDocument/2006/relationships/slideLayout" Target="/ppt/slideLayouts/slideLayout1.xml" Id="Rb7f112d26a0549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112d26a0549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8138324b14e1c" /><Relationship Type="http://schemas.openxmlformats.org/officeDocument/2006/relationships/notesSlide" Target="/ppt/notesSlides/notesSlide1.xml" Id="R044c722505b74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e72bc4db64804" /><Relationship Type="http://schemas.openxmlformats.org/officeDocument/2006/relationships/notesSlide" Target="/ppt/notesSlides/notesSlide2.xml" Id="Ra450bc51ec7648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f34b44aed49bf" /><Relationship Type="http://schemas.openxmlformats.org/officeDocument/2006/relationships/notesSlide" Target="/ppt/notesSlides/notesSlide3.xml" Id="R043b803ffbff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6cdf9824544e3" /><Relationship Type="http://schemas.openxmlformats.org/officeDocument/2006/relationships/notesSlide" Target="/ppt/notesSlides/notesSlide4.xml" Id="Rb7a990ecd14e43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im-corner">
            <a:extLst xmlns:a="http://schemas.openxmlformats.org/drawingml/2006/main">
              <a:ext uri="{FF2B5EF4-FFF2-40B4-BE49-F238E27FC236}">
                <a16:creationId xmlns:a16="http://schemas.microsoft.com/office/drawing/2014/main" id="{3611324F-DCEF-4105-9ADF-813AA96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wim-stage-0">
            <a:extLst xmlns:a="http://schemas.openxmlformats.org/drawingml/2006/main">
              <a:ext uri="{FF2B5EF4-FFF2-40B4-BE49-F238E27FC236}">
                <a16:creationId xmlns:a16="http://schemas.microsoft.com/office/drawing/2014/main" id="{FAC6BD0B-5630-4A2E-8A6D-9A16D81A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581150"/>
            <a:ext cx="478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3" name="swim-stage-1">
            <a:extLst xmlns:a="http://schemas.openxmlformats.org/drawingml/2006/main">
              <a:ext uri="{FF2B5EF4-FFF2-40B4-BE49-F238E27FC236}">
                <a16:creationId xmlns:a16="http://schemas.microsoft.com/office/drawing/2014/main" id="{FE3E275B-1852-48F1-8C48-007FF02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1581150"/>
            <a:ext cx="478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swim-lane-0">
            <a:extLst xmlns:a="http://schemas.openxmlformats.org/drawingml/2006/main">
              <a:ext uri="{FF2B5EF4-FFF2-40B4-BE49-F238E27FC236}">
                <a16:creationId xmlns:a16="http://schemas.microsoft.com/office/drawing/2014/main" id="{27DFC25A-27A8-4F90-87E6-536DDCE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266950"/>
            <a:ext cx="1428750" cy="16478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内容团队</a:t>
            </a:r>
          </a:p>
        </p:txBody>
      </p:sp>
      <p:sp>
        <p:nvSpPr>
          <p:cNvPr id="5" name="swim-cell-0-0">
            <a:extLst xmlns:a="http://schemas.openxmlformats.org/drawingml/2006/main">
              <a:ext uri="{FF2B5EF4-FFF2-40B4-BE49-F238E27FC236}">
                <a16:creationId xmlns:a16="http://schemas.microsoft.com/office/drawing/2014/main" id="{BEF25F6A-B415-468C-9FC3-1DBADCD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266950"/>
            <a:ext cx="478155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6" name="swim-task-0-0">
            <a:extLst xmlns:a="http://schemas.openxmlformats.org/drawingml/2006/main">
              <a:ext uri="{FF2B5EF4-FFF2-40B4-BE49-F238E27FC236}">
                <a16:creationId xmlns:a16="http://schemas.microsoft.com/office/drawing/2014/main" id="{45E962FA-176F-4076-BEF0-11150EE9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381250"/>
            <a:ext cx="45529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拆解稿件</a:t>
            </a:r>
          </a:p>
        </p:txBody>
      </p:sp>
      <p:sp>
        <p:nvSpPr>
          <p:cNvPr id="7" name="swim-cell-0-1">
            <a:extLst xmlns:a="http://schemas.openxmlformats.org/drawingml/2006/main">
              <a:ext uri="{FF2B5EF4-FFF2-40B4-BE49-F238E27FC236}">
                <a16:creationId xmlns:a16="http://schemas.microsoft.com/office/drawing/2014/main" id="{EFE90717-3EBD-4788-8563-1931BD2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266950"/>
            <a:ext cx="478155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8" name="swim-task-0-1">
            <a:extLst xmlns:a="http://schemas.openxmlformats.org/drawingml/2006/main">
              <a:ext uri="{FF2B5EF4-FFF2-40B4-BE49-F238E27FC236}">
                <a16:creationId xmlns:a16="http://schemas.microsoft.com/office/drawing/2014/main" id="{58053510-2DDA-48ED-B889-EF86670F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2381250"/>
            <a:ext cx="45529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确认页面内容</a:t>
            </a:r>
          </a:p>
        </p:txBody>
      </p:sp>
      <p:sp>
        <p:nvSpPr>
          <p:cNvPr id="9" name="swim-lane-1">
            <a:extLst xmlns:a="http://schemas.openxmlformats.org/drawingml/2006/main">
              <a:ext uri="{FF2B5EF4-FFF2-40B4-BE49-F238E27FC236}">
                <a16:creationId xmlns:a16="http://schemas.microsoft.com/office/drawing/2014/main" id="{188600F4-9D3E-4102-A5F5-F1D09A9F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990975"/>
            <a:ext cx="1428750" cy="16478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视觉团队</a:t>
            </a:r>
          </a:p>
        </p:txBody>
      </p:sp>
      <p:sp>
        <p:nvSpPr>
          <p:cNvPr id="10" name="swim-cell-1-0">
            <a:extLst xmlns:a="http://schemas.openxmlformats.org/drawingml/2006/main">
              <a:ext uri="{FF2B5EF4-FFF2-40B4-BE49-F238E27FC236}">
                <a16:creationId xmlns:a16="http://schemas.microsoft.com/office/drawing/2014/main" id="{38CE98D0-EC30-4D6E-AB0C-5E63ADA7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990975"/>
            <a:ext cx="478155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1" name="swim-task-1-0">
            <a:extLst xmlns:a="http://schemas.openxmlformats.org/drawingml/2006/main">
              <a:ext uri="{FF2B5EF4-FFF2-40B4-BE49-F238E27FC236}">
                <a16:creationId xmlns:a16="http://schemas.microsoft.com/office/drawing/2014/main" id="{C0FE8287-A81C-4CC7-974C-B66253E5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4105275"/>
            <a:ext cx="45529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判断视觉关系</a:t>
            </a:r>
          </a:p>
        </p:txBody>
      </p:sp>
      <p:sp>
        <p:nvSpPr>
          <p:cNvPr id="12" name="swim-cell-1-1">
            <a:extLst xmlns:a="http://schemas.openxmlformats.org/drawingml/2006/main">
              <a:ext uri="{FF2B5EF4-FFF2-40B4-BE49-F238E27FC236}">
                <a16:creationId xmlns:a16="http://schemas.microsoft.com/office/drawing/2014/main" id="{7D181C09-63EE-40AC-8B9F-D56A040F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990975"/>
            <a:ext cx="4781550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3" name="swim-task-1-1">
            <a:extLst xmlns:a="http://schemas.openxmlformats.org/drawingml/2006/main">
              <a:ext uri="{FF2B5EF4-FFF2-40B4-BE49-F238E27FC236}">
                <a16:creationId xmlns:a16="http://schemas.microsoft.com/office/drawing/2014/main" id="{DB14C8C1-6471-4016-9A3B-D3E75A1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4105275"/>
            <a:ext cx="45529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Style Group</a:t>
            </a:r>
          </a:p>
        </p:txBody>
      </p:sp>
      <p:sp>
        <p:nvSpPr>
          <p:cNvPr id="14" name="swim-conclusion">
            <a:extLst xmlns:a="http://schemas.openxmlformats.org/drawingml/2006/main">
              <a:ext uri="{FF2B5EF4-FFF2-40B4-BE49-F238E27FC236}">
                <a16:creationId xmlns:a16="http://schemas.microsoft.com/office/drawing/2014/main" id="{5897262E-F7DC-46BC-92AF-AB7E5A0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715000"/>
            <a:ext cx="11144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E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角色边界清楚，信息能够回流</a:t>
            </a:r>
          </a:p>
        </p:txBody>
      </p:sp>
    </p:spTree>
    <p:extLst>
      <p:ext uri="{BB962C8B-B14F-4D97-AF65-F5344CB8AC3E}">
        <p14:creationId xmlns:p14="http://schemas.microsoft.com/office/powerpoint/2010/main" val="383044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wim-corner">
            <a:extLst xmlns:a="http://schemas.openxmlformats.org/drawingml/2006/main">
              <a:ext uri="{FF2B5EF4-FFF2-40B4-BE49-F238E27FC236}">
                <a16:creationId xmlns:a16="http://schemas.microsoft.com/office/drawing/2014/main" id="{CF830FAA-99BF-4A11-956B-F28A41A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wim-stage-0">
            <a:extLst xmlns:a="http://schemas.openxmlformats.org/drawingml/2006/main">
              <a:ext uri="{FF2B5EF4-FFF2-40B4-BE49-F238E27FC236}">
                <a16:creationId xmlns:a16="http://schemas.microsoft.com/office/drawing/2014/main" id="{9435B866-BD31-4C91-898B-7F4DB6F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3" name="swim-stage-1">
            <a:extLst xmlns:a="http://schemas.openxmlformats.org/drawingml/2006/main">
              <a:ext uri="{FF2B5EF4-FFF2-40B4-BE49-F238E27FC236}">
                <a16:creationId xmlns:a16="http://schemas.microsoft.com/office/drawing/2014/main" id="{5154ED7D-FDE0-4E5B-9505-968F5997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swim-stage-2">
            <a:extLst xmlns:a="http://schemas.openxmlformats.org/drawingml/2006/main">
              <a:ext uri="{FF2B5EF4-FFF2-40B4-BE49-F238E27FC236}">
                <a16:creationId xmlns:a16="http://schemas.microsoft.com/office/drawing/2014/main" id="{6C6F02D6-3BF8-421C-8743-A0B1089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" name="swim-lane-0">
            <a:extLst xmlns:a="http://schemas.openxmlformats.org/drawingml/2006/main">
              <a:ext uri="{FF2B5EF4-FFF2-40B4-BE49-F238E27FC236}">
                <a16:creationId xmlns:a16="http://schemas.microsoft.com/office/drawing/2014/main" id="{E2323EAF-343A-48C0-BF14-F869DAA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266950"/>
            <a:ext cx="1428750" cy="16478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内容团队</a:t>
            </a:r>
          </a:p>
        </p:txBody>
      </p:sp>
      <p:sp>
        <p:nvSpPr>
          <p:cNvPr id="6" name="swim-cell-0-0">
            <a:extLst xmlns:a="http://schemas.openxmlformats.org/drawingml/2006/main">
              <a:ext uri="{FF2B5EF4-FFF2-40B4-BE49-F238E27FC236}">
                <a16:creationId xmlns:a16="http://schemas.microsoft.com/office/drawing/2014/main" id="{24BA6F54-B3BA-42B7-BD10-1DB7D32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266950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7" name="swim-task-0-0">
            <a:extLst xmlns:a="http://schemas.openxmlformats.org/drawingml/2006/main">
              <a:ext uri="{FF2B5EF4-FFF2-40B4-BE49-F238E27FC236}">
                <a16:creationId xmlns:a16="http://schemas.microsoft.com/office/drawing/2014/main" id="{7DAC2261-F8BA-4BC6-9138-A0A5DF9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381250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拆解稿件</a:t>
            </a:r>
          </a:p>
        </p:txBody>
      </p:sp>
      <p:sp>
        <p:nvSpPr>
          <p:cNvPr id="8" name="swim-cell-0-1">
            <a:extLst xmlns:a="http://schemas.openxmlformats.org/drawingml/2006/main">
              <a:ext uri="{FF2B5EF4-FFF2-40B4-BE49-F238E27FC236}">
                <a16:creationId xmlns:a16="http://schemas.microsoft.com/office/drawing/2014/main" id="{E46CF5DD-747B-43F9-85C3-12A3ACF4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2266950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9" name="swim-task-0-1">
            <a:extLst xmlns:a="http://schemas.openxmlformats.org/drawingml/2006/main">
              <a:ext uri="{FF2B5EF4-FFF2-40B4-BE49-F238E27FC236}">
                <a16:creationId xmlns:a16="http://schemas.microsoft.com/office/drawing/2014/main" id="{BAE5BA26-0C71-4040-B9BC-D031E8A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473" y="2381250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确认页面内容</a:t>
            </a:r>
          </a:p>
        </p:txBody>
      </p:sp>
      <p:sp>
        <p:nvSpPr>
          <p:cNvPr id="10" name="swim-cell-0-2">
            <a:extLst xmlns:a="http://schemas.openxmlformats.org/drawingml/2006/main">
              <a:ext uri="{FF2B5EF4-FFF2-40B4-BE49-F238E27FC236}">
                <a16:creationId xmlns:a16="http://schemas.microsoft.com/office/drawing/2014/main" id="{2A53003B-620D-417C-83AC-1258AB8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2266950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1" name="swim-task-0-2">
            <a:extLst xmlns:a="http://schemas.openxmlformats.org/drawingml/2006/main">
              <a:ext uri="{FF2B5EF4-FFF2-40B4-BE49-F238E27FC236}">
                <a16:creationId xmlns:a16="http://schemas.microsoft.com/office/drawing/2014/main" id="{93E2798B-2458-451D-AAD2-1A2AF6C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973" y="2381250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内容验收</a:t>
            </a:r>
          </a:p>
        </p:txBody>
      </p:sp>
      <p:sp>
        <p:nvSpPr>
          <p:cNvPr id="12" name="swim-lane-1">
            <a:extLst xmlns:a="http://schemas.openxmlformats.org/drawingml/2006/main">
              <a:ext uri="{FF2B5EF4-FFF2-40B4-BE49-F238E27FC236}">
                <a16:creationId xmlns:a16="http://schemas.microsoft.com/office/drawing/2014/main" id="{42516B19-B4CA-4423-928E-504A6302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990975"/>
            <a:ext cx="1428750" cy="16478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视觉团队</a:t>
            </a:r>
          </a:p>
        </p:txBody>
      </p:sp>
      <p:sp>
        <p:nvSpPr>
          <p:cNvPr id="13" name="swim-cell-1-0">
            <a:extLst xmlns:a="http://schemas.openxmlformats.org/drawingml/2006/main">
              <a:ext uri="{FF2B5EF4-FFF2-40B4-BE49-F238E27FC236}">
                <a16:creationId xmlns:a16="http://schemas.microsoft.com/office/drawing/2014/main" id="{399C189A-1E26-4A07-9004-165D8476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990975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4" name="swim-task-1-0">
            <a:extLst xmlns:a="http://schemas.openxmlformats.org/drawingml/2006/main">
              <a:ext uri="{FF2B5EF4-FFF2-40B4-BE49-F238E27FC236}">
                <a16:creationId xmlns:a16="http://schemas.microsoft.com/office/drawing/2014/main" id="{B4AB5368-452A-4CD9-8561-E82B5F4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4105275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判断视觉关系</a:t>
            </a:r>
          </a:p>
        </p:txBody>
      </p:sp>
      <p:sp>
        <p:nvSpPr>
          <p:cNvPr id="15" name="swim-cell-1-1">
            <a:extLst xmlns:a="http://schemas.openxmlformats.org/drawingml/2006/main">
              <a:ext uri="{FF2B5EF4-FFF2-40B4-BE49-F238E27FC236}">
                <a16:creationId xmlns:a16="http://schemas.microsoft.com/office/drawing/2014/main" id="{CC836F0B-B918-44D6-85CF-BBC7F3A4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3990975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6" name="swim-task-1-1">
            <a:extLst xmlns:a="http://schemas.openxmlformats.org/drawingml/2006/main">
              <a:ext uri="{FF2B5EF4-FFF2-40B4-BE49-F238E27FC236}">
                <a16:creationId xmlns:a16="http://schemas.microsoft.com/office/drawing/2014/main" id="{CFA4ABE4-B89D-4126-A8F5-AAA6921B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473" y="4105275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Style Group</a:t>
            </a:r>
          </a:p>
        </p:txBody>
      </p:sp>
      <p:sp>
        <p:nvSpPr>
          <p:cNvPr id="17" name="swim-cell-1-2">
            <a:extLst xmlns:a="http://schemas.openxmlformats.org/drawingml/2006/main">
              <a:ext uri="{FF2B5EF4-FFF2-40B4-BE49-F238E27FC236}">
                <a16:creationId xmlns:a16="http://schemas.microsoft.com/office/drawing/2014/main" id="{79F1B833-6F75-467D-8958-65E2C05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3990975"/>
            <a:ext cx="3162148" cy="1647825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8" name="swim-task-1-2">
            <a:extLst xmlns:a="http://schemas.openxmlformats.org/drawingml/2006/main">
              <a:ext uri="{FF2B5EF4-FFF2-40B4-BE49-F238E27FC236}">
                <a16:creationId xmlns:a16="http://schemas.microsoft.com/office/drawing/2014/main" id="{D445FB92-635F-4A03-8E69-07C6895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973" y="4105275"/>
            <a:ext cx="2933548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视觉验收</a:t>
            </a:r>
          </a:p>
        </p:txBody>
      </p:sp>
      <p:sp>
        <p:nvSpPr>
          <p:cNvPr id="19" name="swim-conclusion">
            <a:extLst xmlns:a="http://schemas.openxmlformats.org/drawingml/2006/main">
              <a:ext uri="{FF2B5EF4-FFF2-40B4-BE49-F238E27FC236}">
                <a16:creationId xmlns:a16="http://schemas.microsoft.com/office/drawing/2014/main" id="{1D5AFACF-CBA2-48B8-B6C6-0B3A5ED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715000"/>
            <a:ext cx="11144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E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角色边界清楚，信息能够回流</a:t>
            </a:r>
          </a:p>
        </p:txBody>
      </p:sp>
    </p:spTree>
    <p:extLst>
      <p:ext uri="{BB962C8B-B14F-4D97-AF65-F5344CB8AC3E}">
        <p14:creationId xmlns:p14="http://schemas.microsoft.com/office/powerpoint/2010/main" val="1834829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wim-corner">
            <a:extLst xmlns:a="http://schemas.openxmlformats.org/drawingml/2006/main">
              <a:ext uri="{FF2B5EF4-FFF2-40B4-BE49-F238E27FC236}">
                <a16:creationId xmlns:a16="http://schemas.microsoft.com/office/drawing/2014/main" id="{87785753-6E96-43A2-AC37-B1EB762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wim-stage-0">
            <a:extLst xmlns:a="http://schemas.openxmlformats.org/drawingml/2006/main">
              <a:ext uri="{FF2B5EF4-FFF2-40B4-BE49-F238E27FC236}">
                <a16:creationId xmlns:a16="http://schemas.microsoft.com/office/drawing/2014/main" id="{F33BB62B-C87E-46E3-9348-D85EA974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581150"/>
            <a:ext cx="478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3" name="swim-stage-1">
            <a:extLst xmlns:a="http://schemas.openxmlformats.org/drawingml/2006/main">
              <a:ext uri="{FF2B5EF4-FFF2-40B4-BE49-F238E27FC236}">
                <a16:creationId xmlns:a16="http://schemas.microsoft.com/office/drawing/2014/main" id="{EC7783AE-7DA9-4D1A-B4A0-957786B0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1581150"/>
            <a:ext cx="478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swim-lane-0">
            <a:extLst xmlns:a="http://schemas.openxmlformats.org/drawingml/2006/main">
              <a:ext uri="{FF2B5EF4-FFF2-40B4-BE49-F238E27FC236}">
                <a16:creationId xmlns:a16="http://schemas.microsoft.com/office/drawing/2014/main" id="{DEA37152-6F94-46E7-87DB-B16127D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266950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内容团队</a:t>
            </a:r>
          </a:p>
        </p:txBody>
      </p:sp>
      <p:sp>
        <p:nvSpPr>
          <p:cNvPr id="5" name="swim-cell-0-0">
            <a:extLst xmlns:a="http://schemas.openxmlformats.org/drawingml/2006/main">
              <a:ext uri="{FF2B5EF4-FFF2-40B4-BE49-F238E27FC236}">
                <a16:creationId xmlns:a16="http://schemas.microsoft.com/office/drawing/2014/main" id="{547BF048-DE78-4AD3-9270-945CBC86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266950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6" name="swim-task-0-0">
            <a:extLst xmlns:a="http://schemas.openxmlformats.org/drawingml/2006/main">
              <a:ext uri="{FF2B5EF4-FFF2-40B4-BE49-F238E27FC236}">
                <a16:creationId xmlns:a16="http://schemas.microsoft.com/office/drawing/2014/main" id="{2DDAAEFD-FFF7-4B95-A3B8-1518A048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381250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拆解稿件</a:t>
            </a:r>
          </a:p>
        </p:txBody>
      </p:sp>
      <p:sp>
        <p:nvSpPr>
          <p:cNvPr id="7" name="swim-cell-0-1">
            <a:extLst xmlns:a="http://schemas.openxmlformats.org/drawingml/2006/main">
              <a:ext uri="{FF2B5EF4-FFF2-40B4-BE49-F238E27FC236}">
                <a16:creationId xmlns:a16="http://schemas.microsoft.com/office/drawing/2014/main" id="{F98BB712-9B74-4A51-94EB-C0124CF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266950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8" name="swim-task-0-1">
            <a:extLst xmlns:a="http://schemas.openxmlformats.org/drawingml/2006/main">
              <a:ext uri="{FF2B5EF4-FFF2-40B4-BE49-F238E27FC236}">
                <a16:creationId xmlns:a16="http://schemas.microsoft.com/office/drawing/2014/main" id="{1BD4C05F-E9E3-4596-8BB4-2CC33CAC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2381250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确认页面内容</a:t>
            </a:r>
          </a:p>
        </p:txBody>
      </p:sp>
      <p:sp>
        <p:nvSpPr>
          <p:cNvPr id="9" name="swim-lane-1">
            <a:extLst xmlns:a="http://schemas.openxmlformats.org/drawingml/2006/main">
              <a:ext uri="{FF2B5EF4-FFF2-40B4-BE49-F238E27FC236}">
                <a16:creationId xmlns:a16="http://schemas.microsoft.com/office/drawing/2014/main" id="{EEB7641C-15A9-4629-A663-EE0B9912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41649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视觉团队</a:t>
            </a:r>
          </a:p>
        </p:txBody>
      </p:sp>
      <p:sp>
        <p:nvSpPr>
          <p:cNvPr id="10" name="swim-cell-1-0">
            <a:extLst xmlns:a="http://schemas.openxmlformats.org/drawingml/2006/main">
              <a:ext uri="{FF2B5EF4-FFF2-40B4-BE49-F238E27FC236}">
                <a16:creationId xmlns:a16="http://schemas.microsoft.com/office/drawing/2014/main" id="{9C41661E-E100-43BA-A85E-02DA869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441649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1" name="swim-task-1-0">
            <a:extLst xmlns:a="http://schemas.openxmlformats.org/drawingml/2006/main">
              <a:ext uri="{FF2B5EF4-FFF2-40B4-BE49-F238E27FC236}">
                <a16:creationId xmlns:a16="http://schemas.microsoft.com/office/drawing/2014/main" id="{03800203-B335-4751-8293-BB9E8D4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555949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判断视觉关系</a:t>
            </a:r>
          </a:p>
        </p:txBody>
      </p:sp>
      <p:sp>
        <p:nvSpPr>
          <p:cNvPr id="12" name="swim-cell-1-1">
            <a:extLst xmlns:a="http://schemas.openxmlformats.org/drawingml/2006/main">
              <a:ext uri="{FF2B5EF4-FFF2-40B4-BE49-F238E27FC236}">
                <a16:creationId xmlns:a16="http://schemas.microsoft.com/office/drawing/2014/main" id="{80477985-6BB6-4DB0-B5F0-090CF51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3441649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3" name="swim-task-1-1">
            <a:extLst xmlns:a="http://schemas.openxmlformats.org/drawingml/2006/main">
              <a:ext uri="{FF2B5EF4-FFF2-40B4-BE49-F238E27FC236}">
                <a16:creationId xmlns:a16="http://schemas.microsoft.com/office/drawing/2014/main" id="{A0F10D59-27E5-4525-9CEF-C223F5E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3555949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Style Group</a:t>
            </a:r>
          </a:p>
        </p:txBody>
      </p:sp>
      <p:sp>
        <p:nvSpPr>
          <p:cNvPr id="14" name="swim-lane-2">
            <a:extLst xmlns:a="http://schemas.openxmlformats.org/drawingml/2006/main">
              <a:ext uri="{FF2B5EF4-FFF2-40B4-BE49-F238E27FC236}">
                <a16:creationId xmlns:a16="http://schemas.microsoft.com/office/drawing/2014/main" id="{1EF6CCDB-3DBA-4C1E-8AAA-0738F3E0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616348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工程团队</a:t>
            </a:r>
          </a:p>
        </p:txBody>
      </p:sp>
      <p:sp>
        <p:nvSpPr>
          <p:cNvPr id="15" name="swim-cell-2-0">
            <a:extLst xmlns:a="http://schemas.openxmlformats.org/drawingml/2006/main">
              <a:ext uri="{FF2B5EF4-FFF2-40B4-BE49-F238E27FC236}">
                <a16:creationId xmlns:a16="http://schemas.microsoft.com/office/drawing/2014/main" id="{39999F07-4926-4A17-976E-8FE384D7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616348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6" name="swim-task-2-0">
            <a:extLst xmlns:a="http://schemas.openxmlformats.org/drawingml/2006/main">
              <a:ext uri="{FF2B5EF4-FFF2-40B4-BE49-F238E27FC236}">
                <a16:creationId xmlns:a16="http://schemas.microsoft.com/office/drawing/2014/main" id="{790491CD-39B4-49E8-B34F-E2C679F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4730648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准备运行参数</a:t>
            </a:r>
          </a:p>
        </p:txBody>
      </p:sp>
      <p:sp>
        <p:nvSpPr>
          <p:cNvPr id="17" name="swim-cell-2-1">
            <a:extLst xmlns:a="http://schemas.openxmlformats.org/drawingml/2006/main">
              <a:ext uri="{FF2B5EF4-FFF2-40B4-BE49-F238E27FC236}">
                <a16:creationId xmlns:a16="http://schemas.microsoft.com/office/drawing/2014/main" id="{C50B781D-79A7-413B-B89D-219C04D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4616348"/>
            <a:ext cx="47815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8" name="swim-task-2-1">
            <a:extLst xmlns:a="http://schemas.openxmlformats.org/drawingml/2006/main">
              <a:ext uri="{FF2B5EF4-FFF2-40B4-BE49-F238E27FC236}">
                <a16:creationId xmlns:a16="http://schemas.microsoft.com/office/drawing/2014/main" id="{57A1B800-852E-4602-8AAE-91B2FB9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4730648"/>
            <a:ext cx="4552950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生成原生 PPT</a:t>
            </a:r>
          </a:p>
        </p:txBody>
      </p:sp>
      <p:sp>
        <p:nvSpPr>
          <p:cNvPr id="19" name="swim-conclusion">
            <a:extLst xmlns:a="http://schemas.openxmlformats.org/drawingml/2006/main">
              <a:ext uri="{FF2B5EF4-FFF2-40B4-BE49-F238E27FC236}">
                <a16:creationId xmlns:a16="http://schemas.microsoft.com/office/drawing/2014/main" id="{9ACFB807-8504-4BEF-9B64-9DAA172A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715000"/>
            <a:ext cx="11144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E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角色边界清楚，信息能够回流</a:t>
            </a:r>
          </a:p>
        </p:txBody>
      </p:sp>
    </p:spTree>
    <p:extLst>
      <p:ext uri="{BB962C8B-B14F-4D97-AF65-F5344CB8AC3E}">
        <p14:creationId xmlns:p14="http://schemas.microsoft.com/office/powerpoint/2010/main" val="1350622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wim-corner">
            <a:extLst xmlns:a="http://schemas.openxmlformats.org/drawingml/2006/main">
              <a:ext uri="{FF2B5EF4-FFF2-40B4-BE49-F238E27FC236}">
                <a16:creationId xmlns:a16="http://schemas.microsoft.com/office/drawing/2014/main" id="{4A8C4643-CE60-4FE4-8AB1-123FF9D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wim-stage-0">
            <a:extLst xmlns:a="http://schemas.openxmlformats.org/drawingml/2006/main">
              <a:ext uri="{FF2B5EF4-FFF2-40B4-BE49-F238E27FC236}">
                <a16:creationId xmlns:a16="http://schemas.microsoft.com/office/drawing/2014/main" id="{01EDA9AE-4384-484B-A122-69A5111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3" name="swim-stage-1">
            <a:extLst xmlns:a="http://schemas.openxmlformats.org/drawingml/2006/main">
              <a:ext uri="{FF2B5EF4-FFF2-40B4-BE49-F238E27FC236}">
                <a16:creationId xmlns:a16="http://schemas.microsoft.com/office/drawing/2014/main" id="{CB97872B-B429-447A-89ED-43D82B8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swim-stage-2">
            <a:extLst xmlns:a="http://schemas.openxmlformats.org/drawingml/2006/main">
              <a:ext uri="{FF2B5EF4-FFF2-40B4-BE49-F238E27FC236}">
                <a16:creationId xmlns:a16="http://schemas.microsoft.com/office/drawing/2014/main" id="{416F61B0-6573-48D6-8486-3465970B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1581150"/>
            <a:ext cx="316214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6F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" name="swim-lane-0">
            <a:extLst xmlns:a="http://schemas.openxmlformats.org/drawingml/2006/main">
              <a:ext uri="{FF2B5EF4-FFF2-40B4-BE49-F238E27FC236}">
                <a16:creationId xmlns:a16="http://schemas.microsoft.com/office/drawing/2014/main" id="{B2DF8431-0E2D-4274-93B2-B42A2D79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266950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内容团队</a:t>
            </a:r>
          </a:p>
        </p:txBody>
      </p:sp>
      <p:sp>
        <p:nvSpPr>
          <p:cNvPr id="6" name="swim-cell-0-0">
            <a:extLst xmlns:a="http://schemas.openxmlformats.org/drawingml/2006/main">
              <a:ext uri="{FF2B5EF4-FFF2-40B4-BE49-F238E27FC236}">
                <a16:creationId xmlns:a16="http://schemas.microsoft.com/office/drawing/2014/main" id="{29BC7C86-B32D-44F7-822F-C1654C5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266950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7" name="swim-task-0-0">
            <a:extLst xmlns:a="http://schemas.openxmlformats.org/drawingml/2006/main">
              <a:ext uri="{FF2B5EF4-FFF2-40B4-BE49-F238E27FC236}">
                <a16:creationId xmlns:a16="http://schemas.microsoft.com/office/drawing/2014/main" id="{EEFF595E-0A92-45B3-AF63-70B658A4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381250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拆解稿件</a:t>
            </a:r>
          </a:p>
        </p:txBody>
      </p:sp>
      <p:sp>
        <p:nvSpPr>
          <p:cNvPr id="8" name="swim-cell-0-1">
            <a:extLst xmlns:a="http://schemas.openxmlformats.org/drawingml/2006/main">
              <a:ext uri="{FF2B5EF4-FFF2-40B4-BE49-F238E27FC236}">
                <a16:creationId xmlns:a16="http://schemas.microsoft.com/office/drawing/2014/main" id="{1BD1AF77-F87A-4E93-9E5F-D1C23AD3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2266950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9" name="swim-task-0-1">
            <a:extLst xmlns:a="http://schemas.openxmlformats.org/drawingml/2006/main">
              <a:ext uri="{FF2B5EF4-FFF2-40B4-BE49-F238E27FC236}">
                <a16:creationId xmlns:a16="http://schemas.microsoft.com/office/drawing/2014/main" id="{12E2A32C-5883-4E22-A61B-FCF4F5D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473" y="2381250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确认页面内容</a:t>
            </a:r>
          </a:p>
        </p:txBody>
      </p:sp>
      <p:sp>
        <p:nvSpPr>
          <p:cNvPr id="10" name="swim-cell-0-2">
            <a:extLst xmlns:a="http://schemas.openxmlformats.org/drawingml/2006/main">
              <a:ext uri="{FF2B5EF4-FFF2-40B4-BE49-F238E27FC236}">
                <a16:creationId xmlns:a16="http://schemas.microsoft.com/office/drawing/2014/main" id="{ACC8BE32-E020-4EC6-929E-78B514B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2266950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1" name="swim-task-0-2">
            <a:extLst xmlns:a="http://schemas.openxmlformats.org/drawingml/2006/main">
              <a:ext uri="{FF2B5EF4-FFF2-40B4-BE49-F238E27FC236}">
                <a16:creationId xmlns:a16="http://schemas.microsoft.com/office/drawing/2014/main" id="{47628369-74AE-4F3F-8086-FBEE570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973" y="2381250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内容验收</a:t>
            </a:r>
          </a:p>
        </p:txBody>
      </p:sp>
      <p:sp>
        <p:nvSpPr>
          <p:cNvPr id="12" name="swim-lane-1">
            <a:extLst xmlns:a="http://schemas.openxmlformats.org/drawingml/2006/main">
              <a:ext uri="{FF2B5EF4-FFF2-40B4-BE49-F238E27FC236}">
                <a16:creationId xmlns:a16="http://schemas.microsoft.com/office/drawing/2014/main" id="{59FCCE15-FEEA-42E0-BA7B-2B969277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41649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视觉团队</a:t>
            </a:r>
          </a:p>
        </p:txBody>
      </p:sp>
      <p:sp>
        <p:nvSpPr>
          <p:cNvPr id="13" name="swim-cell-1-0">
            <a:extLst xmlns:a="http://schemas.openxmlformats.org/drawingml/2006/main">
              <a:ext uri="{FF2B5EF4-FFF2-40B4-BE49-F238E27FC236}">
                <a16:creationId xmlns:a16="http://schemas.microsoft.com/office/drawing/2014/main" id="{6D98559C-0236-437E-9AD7-5504BC35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441649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4" name="swim-task-1-0">
            <a:extLst xmlns:a="http://schemas.openxmlformats.org/drawingml/2006/main">
              <a:ext uri="{FF2B5EF4-FFF2-40B4-BE49-F238E27FC236}">
                <a16:creationId xmlns:a16="http://schemas.microsoft.com/office/drawing/2014/main" id="{F7A2894C-205D-47CE-93C5-F275A8F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555949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判断视觉关系</a:t>
            </a:r>
          </a:p>
        </p:txBody>
      </p:sp>
      <p:sp>
        <p:nvSpPr>
          <p:cNvPr id="15" name="swim-cell-1-1">
            <a:extLst xmlns:a="http://schemas.openxmlformats.org/drawingml/2006/main">
              <a:ext uri="{FF2B5EF4-FFF2-40B4-BE49-F238E27FC236}">
                <a16:creationId xmlns:a16="http://schemas.microsoft.com/office/drawing/2014/main" id="{134B93D5-F3FA-4FD8-B2C5-3AE8148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3441649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6" name="swim-task-1-1">
            <a:extLst xmlns:a="http://schemas.openxmlformats.org/drawingml/2006/main">
              <a:ext uri="{FF2B5EF4-FFF2-40B4-BE49-F238E27FC236}">
                <a16:creationId xmlns:a16="http://schemas.microsoft.com/office/drawing/2014/main" id="{1C5A958F-3315-495E-9C80-8D0BF1FC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473" y="3555949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Style Group</a:t>
            </a:r>
          </a:p>
        </p:txBody>
      </p:sp>
      <p:sp>
        <p:nvSpPr>
          <p:cNvPr id="17" name="swim-cell-1-2">
            <a:extLst xmlns:a="http://schemas.openxmlformats.org/drawingml/2006/main">
              <a:ext uri="{FF2B5EF4-FFF2-40B4-BE49-F238E27FC236}">
                <a16:creationId xmlns:a16="http://schemas.microsoft.com/office/drawing/2014/main" id="{56DF204F-DFBE-417B-BDB1-294A57D7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3441649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18" name="swim-task-1-2">
            <a:extLst xmlns:a="http://schemas.openxmlformats.org/drawingml/2006/main">
              <a:ext uri="{FF2B5EF4-FFF2-40B4-BE49-F238E27FC236}">
                <a16:creationId xmlns:a16="http://schemas.microsoft.com/office/drawing/2014/main" id="{383AF771-D045-4A8F-A936-E230BE5F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973" y="3555949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视觉验收</a:t>
            </a:r>
          </a:p>
        </p:txBody>
      </p:sp>
      <p:sp>
        <p:nvSpPr>
          <p:cNvPr id="19" name="swim-lane-2">
            <a:extLst xmlns:a="http://schemas.openxmlformats.org/drawingml/2006/main">
              <a:ext uri="{FF2B5EF4-FFF2-40B4-BE49-F238E27FC236}">
                <a16:creationId xmlns:a16="http://schemas.microsoft.com/office/drawing/2014/main" id="{AFA0BC06-5495-421F-8B26-42CEF1A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616348"/>
            <a:ext cx="1428750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E8F3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67AD"/>
                </a:solidFill>
                <a:latin typeface="Microsoft YaHei"/>
                <a:ea typeface="Microsoft YaHei"/>
                <a:cs typeface="Microsoft YaHei"/>
              </a:rPr>
              <a:t>工程团队</a:t>
            </a:r>
          </a:p>
        </p:txBody>
      </p:sp>
      <p:sp>
        <p:nvSpPr>
          <p:cNvPr id="20" name="swim-cell-2-0">
            <a:extLst xmlns:a="http://schemas.openxmlformats.org/drawingml/2006/main">
              <a:ext uri="{FF2B5EF4-FFF2-40B4-BE49-F238E27FC236}">
                <a16:creationId xmlns:a16="http://schemas.microsoft.com/office/drawing/2014/main" id="{67092070-8678-4723-A40A-E0A43AF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616348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21" name="swim-task-2-0">
            <a:extLst xmlns:a="http://schemas.openxmlformats.org/drawingml/2006/main">
              <a:ext uri="{FF2B5EF4-FFF2-40B4-BE49-F238E27FC236}">
                <a16:creationId xmlns:a16="http://schemas.microsoft.com/office/drawing/2014/main" id="{4D42B5F8-4AE7-4C91-B4BB-AD87FB5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4730648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准备运行参数</a:t>
            </a:r>
          </a:p>
        </p:txBody>
      </p:sp>
      <p:sp>
        <p:nvSpPr>
          <p:cNvPr id="22" name="swim-cell-2-1">
            <a:extLst xmlns:a="http://schemas.openxmlformats.org/drawingml/2006/main">
              <a:ext uri="{FF2B5EF4-FFF2-40B4-BE49-F238E27FC236}">
                <a16:creationId xmlns:a16="http://schemas.microsoft.com/office/drawing/2014/main" id="{56702640-46E0-42A7-B530-BDE8451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173" y="4616348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23" name="swim-task-2-1">
            <a:extLst xmlns:a="http://schemas.openxmlformats.org/drawingml/2006/main">
              <a:ext uri="{FF2B5EF4-FFF2-40B4-BE49-F238E27FC236}">
                <a16:creationId xmlns:a16="http://schemas.microsoft.com/office/drawing/2014/main" id="{F444875F-74D3-4F51-9959-0702B688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473" y="4730648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生成原生 PPT</a:t>
            </a:r>
          </a:p>
        </p:txBody>
      </p:sp>
      <p:sp>
        <p:nvSpPr>
          <p:cNvPr id="24" name="swim-cell-2-2">
            <a:extLst xmlns:a="http://schemas.openxmlformats.org/drawingml/2006/main">
              <a:ext uri="{FF2B5EF4-FFF2-40B4-BE49-F238E27FC236}">
                <a16:creationId xmlns:a16="http://schemas.microsoft.com/office/drawing/2014/main" id="{A394B737-E523-403C-B4DF-EF9A4DB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673" y="4616348"/>
            <a:ext cx="3162148" cy="1098499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6E6F4"/>
            </a:solidFill>
            <a:prstDash val="solid"/>
          </a:ln>
        </p:spPr>
      </p:sp>
      <p:sp>
        <p:nvSpPr>
          <p:cNvPr id="25" name="swim-task-2-2">
            <a:extLst xmlns:a="http://schemas.openxmlformats.org/drawingml/2006/main">
              <a:ext uri="{FF2B5EF4-FFF2-40B4-BE49-F238E27FC236}">
                <a16:creationId xmlns:a16="http://schemas.microsoft.com/office/drawing/2014/main" id="{F043AA39-35D2-46BA-BAFC-417F70F6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9973" y="4730648"/>
            <a:ext cx="2933548" cy="869899"/>
          </a:xfrm>
          <a:prstGeom xmlns:a="http://schemas.openxmlformats.org/drawingml/2006/main" prst="roundRect">
            <a:avLst>
              <a:gd name="adj" fmla="val 13139"/>
            </a:avLst>
          </a:prstGeom>
          <a:solidFill xmlns:a="http://schemas.openxmlformats.org/drawingml/2006/main">
            <a:srgbClr val="38A2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交付文件</a:t>
            </a:r>
          </a:p>
        </p:txBody>
      </p:sp>
      <p:sp>
        <p:nvSpPr>
          <p:cNvPr id="26" name="swim-conclusion">
            <a:extLst xmlns:a="http://schemas.openxmlformats.org/drawingml/2006/main">
              <a:ext uri="{FF2B5EF4-FFF2-40B4-BE49-F238E27FC236}">
                <a16:creationId xmlns:a16="http://schemas.microsoft.com/office/drawing/2014/main" id="{17EDBCB2-C96B-4192-8E19-9FA52DE2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715000"/>
            <a:ext cx="11144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E6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角色边界清楚，信息能够回流</a:t>
            </a:r>
          </a:p>
        </p:txBody>
      </p:sp>
    </p:spTree>
    <p:extLst>
      <p:ext uri="{BB962C8B-B14F-4D97-AF65-F5344CB8AC3E}">
        <p14:creationId xmlns:p14="http://schemas.microsoft.com/office/powerpoint/2010/main" val="1247855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2026-08-16T02:11:41.3780000Z</dcterms:created>
  <dcterms:modified xsi:type="dcterms:W3CDTF">2026-08-16T02:11:41.3780000Z</dcterms:modified>
</coreProperties>
</file>