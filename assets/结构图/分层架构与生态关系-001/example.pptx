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f2deaa25384e32" /><Relationship Type="http://schemas.openxmlformats.org/officeDocument/2006/relationships/extended-properties" Target="/docProps/app.xml" Id="Ra062db12f6114d29" /><Relationship Type="http://schemas.openxmlformats.org/officeDocument/2006/relationships/officeDocument" Target="/ppt/presentation.xml" Id="R348adc704c9641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d93aacddf9423c"/>
  </p:sldMasterIdLst>
  <p:notesMasterIdLst>
    <p:notesMasterId xmlns:r="http://schemas.openxmlformats.org/officeDocument/2006/relationships" r:id="Rd8fcd81a14b44687"/>
  </p:notesMasterIdLst>
  <p:sldIdLst>
    <p:sldId xmlns:r="http://schemas.openxmlformats.org/officeDocument/2006/relationships" id="256" r:id="Raeca046e56144c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c88ccc0c264a47" /><Relationship Type="http://schemas.openxmlformats.org/officeDocument/2006/relationships/slideMaster" Target="/ppt/slideMasters/slideMaster1.xml" Id="Rabd93aacddf9423c" /><Relationship Type="http://schemas.openxmlformats.org/officeDocument/2006/relationships/notesMaster" Target="/ppt/notesMasters/notesMaster1.xml" Id="Rd8fcd81a14b44687" /><Relationship Type="http://schemas.openxmlformats.org/officeDocument/2006/relationships/presProps" Target="/ppt/presProps.xml" Id="R149e596f9e334751" /><Relationship Type="http://schemas.openxmlformats.org/officeDocument/2006/relationships/tableStyles" Target="/ppt/tableStyles.xml" Id="R1fd74d3faa2d4c0b" /><Relationship Type="http://schemas.openxmlformats.org/officeDocument/2006/relationships/slide" Target="/ppt/slides/slide1.xml" Id="Raeca046e56144c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db4d834ec54c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3d75f65a54455e" /><Relationship Type="http://schemas.openxmlformats.org/officeDocument/2006/relationships/notesMaster" Target="/ppt/notesMasters/notesMaster1.xml" Id="R77ea1b978b6845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d432f571034ee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dbd7ddcb914886" /><Relationship Type="http://schemas.openxmlformats.org/officeDocument/2006/relationships/slideLayout" Target="/ppt/slideLayouts/slideLayout1.xml" Id="R04a3cdcb2f5c48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a3cdcb2f5c48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e24d348ff44e67" /><Relationship Type="http://schemas.openxmlformats.org/officeDocument/2006/relationships/notesSlide" Target="/ppt/notesSlides/notesSlide1.xml" Id="R200d35baef0f48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227957-9B5A-4DEC-8B9F-F3906562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分层架构与生态关系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23CB55-C7DB-4CD4-B5A8-77589297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分层架构 / 生态关系</a:t>
            </a:r>
          </a:p>
        </p:txBody>
      </p:sp>
      <p:sp>
        <p:nvSpPr>
          <p:cNvPr id="3" name="PPAGENT_QA|parent=layer-label-app|domains=layer-label">
            <a:extLst xmlns:a="http://schemas.openxmlformats.org/drawingml/2006/main">
              <a:ext uri="{FF2B5EF4-FFF2-40B4-BE49-F238E27FC236}">
                <a16:creationId xmlns:a16="http://schemas.microsoft.com/office/drawing/2014/main" id="{72A764E0-FA08-43CA-8DDA-EFADAD88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4" name="PPAGENT_QA|parent=layer-label-platform|domains=layer-label">
            <a:extLst xmlns:a="http://schemas.openxmlformats.org/drawingml/2006/main">
              <a:ext uri="{FF2B5EF4-FFF2-40B4-BE49-F238E27FC236}">
                <a16:creationId xmlns:a16="http://schemas.microsoft.com/office/drawing/2014/main" id="{6DFE408A-9BEE-435B-AEEE-09FF717D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5" name="PPAGENT_QA|parent=layer-label-source|domains=layer-label">
            <a:extLst xmlns:a="http://schemas.openxmlformats.org/drawingml/2006/main">
              <a:ext uri="{FF2B5EF4-FFF2-40B4-BE49-F238E27FC236}">
                <a16:creationId xmlns:a16="http://schemas.microsoft.com/office/drawing/2014/main" id="{519E5F0B-BDFE-4DF1-AA34-C63A3240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云平台</a:t>
            </a:r>
          </a:p>
        </p:txBody>
      </p:sp>
      <p:sp>
        <p:nvSpPr>
          <p:cNvPr id="6" name="PPAGENT_QA|parent=layer-source-0|domains=layer-node,layer-source">
            <a:extLst xmlns:a="http://schemas.openxmlformats.org/drawingml/2006/main">
              <a:ext uri="{FF2B5EF4-FFF2-40B4-BE49-F238E27FC236}">
                <a16:creationId xmlns:a16="http://schemas.microsoft.com/office/drawing/2014/main" id="{F8408DF1-715E-479B-AAA0-AF6F17AC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53000"/>
            <a:ext cx="12573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来源一</a:t>
            </a:r>
          </a:p>
        </p:txBody>
      </p:sp>
      <p:sp>
        <p:nvSpPr>
          <p:cNvPr id="7" name="PPAGENT_QA|parent=layer-source-1|domains=layer-node,layer-source">
            <a:extLst xmlns:a="http://schemas.openxmlformats.org/drawingml/2006/main">
              <a:ext uri="{FF2B5EF4-FFF2-40B4-BE49-F238E27FC236}">
                <a16:creationId xmlns:a16="http://schemas.microsoft.com/office/drawing/2014/main" id="{BDE283ED-85D9-4CA2-9094-E318FE71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953000"/>
            <a:ext cx="12573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来源二</a:t>
            </a:r>
          </a:p>
        </p:txBody>
      </p:sp>
      <p:sp>
        <p:nvSpPr>
          <p:cNvPr id="8" name="PPAGENT_QA|parent=layer-source-2|domains=layer-node,layer-source">
            <a:extLst xmlns:a="http://schemas.openxmlformats.org/drawingml/2006/main">
              <a:ext uri="{FF2B5EF4-FFF2-40B4-BE49-F238E27FC236}">
                <a16:creationId xmlns:a16="http://schemas.microsoft.com/office/drawing/2014/main" id="{FE6B030F-89C4-467D-AEB9-961622B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953000"/>
            <a:ext cx="12573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来源三</a:t>
            </a:r>
          </a:p>
        </p:txBody>
      </p:sp>
      <p:sp>
        <p:nvSpPr>
          <p:cNvPr id="9" name="PPAGENT_QA|parent=layer-source-3|domains=layer-node,layer-source">
            <a:extLst xmlns:a="http://schemas.openxmlformats.org/drawingml/2006/main">
              <a:ext uri="{FF2B5EF4-FFF2-40B4-BE49-F238E27FC236}">
                <a16:creationId xmlns:a16="http://schemas.microsoft.com/office/drawing/2014/main" id="{C1011A57-98C9-4339-AC1D-91A2B434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953000"/>
            <a:ext cx="12573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来源四</a:t>
            </a:r>
          </a:p>
        </p:txBody>
      </p:sp>
      <p:sp>
        <p:nvSpPr>
          <p:cNvPr id="10" name="PPAGENT_QA|parent=layer-source-4|domains=layer-node,layer-source">
            <a:extLst xmlns:a="http://schemas.openxmlformats.org/drawingml/2006/main">
              <a:ext uri="{FF2B5EF4-FFF2-40B4-BE49-F238E27FC236}">
                <a16:creationId xmlns:a16="http://schemas.microsoft.com/office/drawing/2014/main" id="{EE9874F0-B2B6-41BC-8FD7-08E509D7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953000"/>
            <a:ext cx="12573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来源五</a:t>
            </a:r>
          </a:p>
        </p:txBody>
      </p:sp>
      <p:sp>
        <p:nvSpPr>
          <p:cNvPr id="11" name="PPAGENT_QA|parent=layer-source-5|domains=layer-node,layer-source">
            <a:extLst xmlns:a="http://schemas.openxmlformats.org/drawingml/2006/main">
              <a:ext uri="{FF2B5EF4-FFF2-40B4-BE49-F238E27FC236}">
                <a16:creationId xmlns:a16="http://schemas.microsoft.com/office/drawing/2014/main" id="{E5A8FC5F-96E2-4038-B0D2-B3EA7F7C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953000"/>
            <a:ext cx="12573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来源六</a:t>
            </a:r>
          </a:p>
        </p:txBody>
      </p:sp>
      <p:sp>
        <p:nvSpPr>
          <p:cNvPr id="12" name="PPAGENT_QA|parent=layer-platform|domains=layer-node,layer-platform">
            <a:extLst xmlns:a="http://schemas.openxmlformats.org/drawingml/2006/main">
              <a:ext uri="{FF2B5EF4-FFF2-40B4-BE49-F238E27FC236}">
                <a16:creationId xmlns:a16="http://schemas.microsoft.com/office/drawing/2014/main" id="{C336FA62-2C8F-43A9-9F3C-1AE7641F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048000"/>
            <a:ext cx="78105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核心平台 / 中间层</a:t>
            </a:r>
          </a:p>
        </p:txBody>
      </p:sp>
      <p:sp>
        <p:nvSpPr>
          <p:cNvPr id="13" name="PPAGENT_QA|parent=layer-app-0|domains=layer-node,layer-app">
            <a:extLst xmlns:a="http://schemas.openxmlformats.org/drawingml/2006/main">
              <a:ext uri="{FF2B5EF4-FFF2-40B4-BE49-F238E27FC236}">
                <a16:creationId xmlns:a16="http://schemas.microsoft.com/office/drawing/2014/main" id="{33283CE7-94C4-4C0A-8D0F-FB45881E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1524000"/>
            <a:ext cx="1257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应用一</a:t>
            </a:r>
          </a:p>
        </p:txBody>
      </p:sp>
      <p:sp>
        <p:nvSpPr>
          <p:cNvPr id="14" name="PPAGENT_QA|parent=layer-app-1|domains=layer-node,layer-app">
            <a:extLst xmlns:a="http://schemas.openxmlformats.org/drawingml/2006/main">
              <a:ext uri="{FF2B5EF4-FFF2-40B4-BE49-F238E27FC236}">
                <a16:creationId xmlns:a16="http://schemas.microsoft.com/office/drawing/2014/main" id="{3E44F39C-1B38-494C-A5F1-7B64FFD8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524000"/>
            <a:ext cx="1257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应用二</a:t>
            </a:r>
          </a:p>
        </p:txBody>
      </p:sp>
      <p:sp>
        <p:nvSpPr>
          <p:cNvPr id="15" name="PPAGENT_QA|parent=layer-app-2|domains=layer-node,layer-app">
            <a:extLst xmlns:a="http://schemas.openxmlformats.org/drawingml/2006/main">
              <a:ext uri="{FF2B5EF4-FFF2-40B4-BE49-F238E27FC236}">
                <a16:creationId xmlns:a16="http://schemas.microsoft.com/office/drawing/2014/main" id="{EC810C8E-B59E-4803-B0EE-39876C69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524000"/>
            <a:ext cx="1257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应用三</a:t>
            </a:r>
          </a:p>
        </p:txBody>
      </p:sp>
      <p:sp>
        <p:nvSpPr>
          <p:cNvPr id="16" name="PPAGENT_QA|parent=layer-app-3|domains=layer-node,layer-app">
            <a:extLst xmlns:a="http://schemas.openxmlformats.org/drawingml/2006/main">
              <a:ext uri="{FF2B5EF4-FFF2-40B4-BE49-F238E27FC236}">
                <a16:creationId xmlns:a16="http://schemas.microsoft.com/office/drawing/2014/main" id="{BBB77FC1-2E60-4424-A2C0-E54E721D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524000"/>
            <a:ext cx="1257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应用四</a:t>
            </a:r>
          </a:p>
        </p:txBody>
      </p:sp>
      <p:sp>
        <p:nvSpPr>
          <p:cNvPr id="17" name="PPAGENT_CONNECTOR|from=layer-source-0|fromSide=top|to=layer-platform|toSide=bottom">
            <a:extLst xmlns:a="http://schemas.openxmlformats.org/drawingml/2006/main">
              <a:ext uri="{FF2B5EF4-FFF2-40B4-BE49-F238E27FC236}">
                <a16:creationId xmlns:a16="http://schemas.microsoft.com/office/drawing/2014/main" id="{64EFF18E-D79F-4ADE-B26D-C985742D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24125" y="4191000"/>
            <a:ext cx="3571875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D5E3"/>
            </a:solidFill>
            <a:prstDash val="solid"/>
          </a:ln>
        </p:spPr>
      </p:sp>
      <p:sp>
        <p:nvSpPr>
          <p:cNvPr id="18" name="PPAGENT_CONNECTOR|from=layer-source-1|fromSide=top|to=layer-platform|toSide=bottom">
            <a:extLst xmlns:a="http://schemas.openxmlformats.org/drawingml/2006/main">
              <a:ext uri="{FF2B5EF4-FFF2-40B4-BE49-F238E27FC236}">
                <a16:creationId xmlns:a16="http://schemas.microsoft.com/office/drawing/2014/main" id="{4F14F043-F853-4936-B5AF-254B755D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52875" y="4191000"/>
            <a:ext cx="2143125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D5E3"/>
            </a:solidFill>
            <a:prstDash val="solid"/>
          </a:ln>
        </p:spPr>
      </p:sp>
      <p:sp>
        <p:nvSpPr>
          <p:cNvPr id="19" name="PPAGENT_CONNECTOR|from=layer-source-2|fromSide=top|to=layer-platform|toSide=bottom">
            <a:extLst xmlns:a="http://schemas.openxmlformats.org/drawingml/2006/main">
              <a:ext uri="{FF2B5EF4-FFF2-40B4-BE49-F238E27FC236}">
                <a16:creationId xmlns:a16="http://schemas.microsoft.com/office/drawing/2014/main" id="{A0AAAE0E-FDC8-4EAF-94AE-3C6A64F2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381625" y="4191000"/>
            <a:ext cx="714375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D5E3"/>
            </a:solidFill>
            <a:prstDash val="solid"/>
          </a:ln>
        </p:spPr>
      </p:sp>
      <p:sp>
        <p:nvSpPr>
          <p:cNvPr id="20" name="PPAGENT_CONNECTOR|from=layer-source-3|fromSide=top|to=layer-platform|toSide=bottom">
            <a:extLst xmlns:a="http://schemas.openxmlformats.org/drawingml/2006/main">
              <a:ext uri="{FF2B5EF4-FFF2-40B4-BE49-F238E27FC236}">
                <a16:creationId xmlns:a16="http://schemas.microsoft.com/office/drawing/2014/main" id="{FFCAF97C-D0DB-4142-9117-C0CBAA5F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96000" y="4191000"/>
            <a:ext cx="714375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D5E3"/>
            </a:solidFill>
            <a:prstDash val="solid"/>
          </a:ln>
        </p:spPr>
      </p:sp>
      <p:sp>
        <p:nvSpPr>
          <p:cNvPr id="21" name="PPAGENT_CONNECTOR|from=layer-source-4|fromSide=top|to=layer-platform|toSide=bottom">
            <a:extLst xmlns:a="http://schemas.openxmlformats.org/drawingml/2006/main">
              <a:ext uri="{FF2B5EF4-FFF2-40B4-BE49-F238E27FC236}">
                <a16:creationId xmlns:a16="http://schemas.microsoft.com/office/drawing/2014/main" id="{46ABABB0-FB04-452C-8CAE-46079E1C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96000" y="4191000"/>
            <a:ext cx="2143125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D5E3"/>
            </a:solidFill>
            <a:prstDash val="solid"/>
          </a:ln>
        </p:spPr>
      </p:sp>
      <p:sp>
        <p:nvSpPr>
          <p:cNvPr id="22" name="PPAGENT_CONNECTOR|from=layer-source-5|fromSide=top|to=layer-platform|toSide=bottom">
            <a:extLst xmlns:a="http://schemas.openxmlformats.org/drawingml/2006/main">
              <a:ext uri="{FF2B5EF4-FFF2-40B4-BE49-F238E27FC236}">
                <a16:creationId xmlns:a16="http://schemas.microsoft.com/office/drawing/2014/main" id="{E4D5D370-0C9F-47CA-A0C3-4C7F101C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96000" y="4191000"/>
            <a:ext cx="3571875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D5E3"/>
            </a:solidFill>
            <a:prstDash val="solid"/>
          </a:ln>
        </p:spPr>
      </p:sp>
      <p:sp>
        <p:nvSpPr>
          <p:cNvPr id="23" name="PPAGENT_CONNECTOR|from=layer-platform|fromSide=top|to=layer-app-0|toSide=bottom">
            <a:extLst xmlns:a="http://schemas.openxmlformats.org/drawingml/2006/main">
              <a:ext uri="{FF2B5EF4-FFF2-40B4-BE49-F238E27FC236}">
                <a16:creationId xmlns:a16="http://schemas.microsoft.com/office/drawing/2014/main" id="{8A09CB55-A452-49D6-AC89-A29A8728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724275" y="2400300"/>
            <a:ext cx="2371725" cy="64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D5E3"/>
            </a:solidFill>
            <a:prstDash val="solid"/>
          </a:ln>
        </p:spPr>
      </p:sp>
      <p:sp>
        <p:nvSpPr>
          <p:cNvPr id="24" name="PPAGENT_CONNECTOR|from=layer-platform|fromSide=top|to=layer-app-1|toSide=bottom">
            <a:extLst xmlns:a="http://schemas.openxmlformats.org/drawingml/2006/main">
              <a:ext uri="{FF2B5EF4-FFF2-40B4-BE49-F238E27FC236}">
                <a16:creationId xmlns:a16="http://schemas.microsoft.com/office/drawing/2014/main" id="{76C980AB-2154-4F76-9408-8297A4B8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305425" y="2400300"/>
            <a:ext cx="790575" cy="64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D5E3"/>
            </a:solidFill>
            <a:prstDash val="solid"/>
          </a:ln>
        </p:spPr>
      </p:sp>
      <p:sp>
        <p:nvSpPr>
          <p:cNvPr id="25" name="PPAGENT_CONNECTOR|from=layer-platform|fromSide=top|to=layer-app-2|toSide=bottom">
            <a:extLst xmlns:a="http://schemas.openxmlformats.org/drawingml/2006/main">
              <a:ext uri="{FF2B5EF4-FFF2-40B4-BE49-F238E27FC236}">
                <a16:creationId xmlns:a16="http://schemas.microsoft.com/office/drawing/2014/main" id="{EF44C189-0E12-42BF-96AC-87D4CF11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96000" y="2400300"/>
            <a:ext cx="790575" cy="64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D5E3"/>
            </a:solidFill>
            <a:prstDash val="solid"/>
          </a:ln>
        </p:spPr>
      </p:sp>
      <p:sp>
        <p:nvSpPr>
          <p:cNvPr id="26" name="PPAGENT_CONNECTOR|from=layer-platform|fromSide=top|to=layer-app-3|toSide=bottom">
            <a:extLst xmlns:a="http://schemas.openxmlformats.org/drawingml/2006/main">
              <a:ext uri="{FF2B5EF4-FFF2-40B4-BE49-F238E27FC236}">
                <a16:creationId xmlns:a16="http://schemas.microsoft.com/office/drawing/2014/main" id="{78E49E27-7180-41A8-81CB-31A647BB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96000" y="2400300"/>
            <a:ext cx="2371725" cy="64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D5E3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895390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2026-08-11T11:57:14.1660000Z</dcterms:created>
  <dcterms:modified xsi:type="dcterms:W3CDTF">2026-08-11T11:57:14.1660000Z</dcterms:modified>
</coreProperties>
</file>