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Masters/slideMaster3.xml" ContentType="application/vnd.openxmlformats-officedocument.presentationml.slideMaster+xml"/>
  <Override PartName="/ppt/slideMasters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5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cbc5101ea347a6" /><Relationship Type="http://schemas.openxmlformats.org/officeDocument/2006/relationships/extended-properties" Target="/docProps/app.xml" Id="R5cc7151c0a9e4501" /><Relationship Type="http://schemas.openxmlformats.org/officeDocument/2006/relationships/officeDocument" Target="/ppt/presentation.xml" Id="Rbd15115d2dc04b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bb35aaf5494b70"/>
    <p:sldMasterId xmlns:r="http://schemas.openxmlformats.org/officeDocument/2006/relationships" id="2147483660" r:id="R5112f12f7fa547ab"/>
    <p:sldMasterId xmlns:r="http://schemas.openxmlformats.org/officeDocument/2006/relationships" id="2147483663" r:id="R70953b8404604eaa"/>
  </p:sldMasterIdLst>
  <p:notesMasterIdLst>
    <p:notesMasterId xmlns:r="http://schemas.openxmlformats.org/officeDocument/2006/relationships" r:id="Re8cea7790ea84d56"/>
  </p:notesMasterIdLst>
  <p:sldIdLst>
    <p:sldId xmlns:r="http://schemas.openxmlformats.org/officeDocument/2006/relationships" id="256" r:id="R3051a19558ce466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E3753D0-92AB-4620-8DB3-57A31C4D162D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/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2H>
    <a:band1V>
      <a:tcTxStyle/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1V>
    <a:band2V>
      <a:tcTxStyle/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40000"/>
              <a:lumMod val="40000"/>
              <a:lumOff val="6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40000"/>
              <a:lumMod val="40000"/>
              <a:lumOff val="6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TxStyle/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bg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1"/>
          </a:solidFill>
        </a:fill>
      </a:tcStyle>
    </a:firstRow>
    <a:neCell>
      <a:tcTxStyle/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ne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fd13d60b384aee" /><Relationship Type="http://schemas.openxmlformats.org/officeDocument/2006/relationships/slideMaster" Target="/ppt/slideMasters/slideMaster1.xml" Id="Rdbbb35aaf5494b70" /><Relationship Type="http://schemas.openxmlformats.org/officeDocument/2006/relationships/slideMaster" Target="/ppt/slideMasters/slideMaster2.xml" Id="R5112f12f7fa547ab" /><Relationship Type="http://schemas.openxmlformats.org/officeDocument/2006/relationships/slideMaster" Target="/ppt/slideMasters/slideMaster3.xml" Id="R70953b8404604eaa" /><Relationship Type="http://schemas.openxmlformats.org/officeDocument/2006/relationships/notesMaster" Target="/ppt/notesMasters/notesMaster1.xml" Id="Re8cea7790ea84d56" /><Relationship Type="http://schemas.openxmlformats.org/officeDocument/2006/relationships/presProps" Target="/ppt/presProps.xml" Id="Re21a8fd6a90a407e" /><Relationship Type="http://schemas.openxmlformats.org/officeDocument/2006/relationships/viewProps" Target="/ppt/viewProps.xml" Id="Rcd7d4ef7fdd54e01" /><Relationship Type="http://schemas.openxmlformats.org/officeDocument/2006/relationships/tableStyles" Target="/ppt/tableStyles.xml" Id="Re2d06d1f1ff54262" /><Relationship Type="http://schemas.openxmlformats.org/officeDocument/2006/relationships/slide" Target="/ppt/slides/slide1.xml" Id="R3051a19558ce46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5.xml" Id="R9402ec43aec648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21e97ad3e834383" /><Relationship Type="http://schemas.openxmlformats.org/officeDocument/2006/relationships/notesMaster" Target="/ppt/notesMasters/notesMaster1.xml" Id="R62acb4b573b04f7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Shell：PPT源/PPT模板-封面正文尾页.pptx 第 3 页</a:t>
            </a:r>
            <a:endParaRPr/>
          </a:p>
          <a:p xmlns:a="http://schemas.openxmlformats.org/drawingml/2006/main">
            <a:r>
              <a:t>- Style Group 来源：PPT源/狗哥蓝色-精美逻辑图PPT模板.pptx#20</a:t>
            </a:r>
            <a:endParaRPr/>
          </a:p>
          <a:p xmlns:a="http://schemas.openxmlformats.org/drawingml/2006/main">
            <a:r>
              <a:t>- 结构：layered / layered-platform-p20 / 4+1+4</a:t>
            </a:r>
            <a:endParaRPr/>
          </a:p>
          <a:p xmlns:a="http://schemas.openxmlformats.org/drawingml/2006/main">
            <a:r>
              <a:t>- 媒体契约：no-image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d413a35e9b4008" /><Relationship Type="http://schemas.openxmlformats.org/officeDocument/2006/relationships/image" Target="/ppt/media/image.jpeg" Id="R0aa0b4fc77af4549" /><Relationship Type="http://schemas.openxmlformats.org/officeDocument/2006/relationships/image" Target="/ppt/media/image.png" Id="Rd9fbd77101e94076" /><Relationship Type="http://schemas.openxmlformats.org/officeDocument/2006/relationships/image" Target="/ppt/media/image2.png" Id="R52e3e5c850204b5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626fd6a99448e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eb00c95d144d1c" /><Relationship Type="http://schemas.openxmlformats.org/officeDocument/2006/relationships/image" Target="/ppt/media/image3.png" Id="R96486792046441c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8eab8405ee4128" /><Relationship Type="http://schemas.openxmlformats.org/officeDocument/2006/relationships/image" Target="/ppt/media/image4.png" Id="Rdd7b71baa43e45d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953de7c3e940c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943da0618548c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7f0d79c01b4dc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03d3d04e71413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52dc283a774fd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c70e6e658144d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553e1e85164dc1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d5bfb54b8394418" /><Relationship Type="http://schemas.openxmlformats.org/officeDocument/2006/relationships/image" Target="/ppt/media/image5.png" Id="R46170a6277474974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3b6d5691f9a4e1e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1977c0e94fc343f8" /><Relationship Type="http://schemas.openxmlformats.org/officeDocument/2006/relationships/image" Target="/ppt/media/image5.png" Id="R4a41e30fd1de4b26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23a4aa2aaf5c4ea7" /></Relationships>
</file>

<file path=ppt/slideLayouts/slideLayout1.xml><?xml version="1.0" encoding="utf-8"?>
<p:sldLayout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图片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a0b4fc77af4549">
            <a:alphaModFix amt="20000"/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-375" t="36417" r="375" b="177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88953" y="3125718"/>
            <a:ext cx="12697941" cy="4114800"/>
          </a:xfrm>
          <a:prstGeom xmlns:a="http://schemas.openxmlformats.org/drawingml/2006/main" prst="rect">
            <a:avLst/>
          </a:prstGeom>
        </p:spPr>
      </p:pic>
      <p:pic>
        <p:nvPicPr>
          <p:cNvPr id="5" name="图片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fbd77101e94076"/>
          <a:srcRect xmlns:a="http://schemas.openxmlformats.org/drawingml/2006/main" l="0" t="0" r="0" b="608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584" y="72497"/>
            <a:ext cx="3337845" cy="708895"/>
          </a:xfrm>
          <a:prstGeom xmlns:a="http://schemas.openxmlformats.org/drawingml/2006/main" prst="rect">
            <a:avLst/>
          </a:prstGeom>
        </p:spPr>
      </p:pic>
      <p:pic>
        <p:nvPicPr>
          <p:cNvPr id="6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e3e5c850204b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9206" y="72497"/>
            <a:ext cx="5102794" cy="91447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3" name="矩形 332">
            <a:extLst xmlns:a="http://schemas.openxmlformats.org/drawingml/2006/main">
              <a:ext uri="{FF2B5EF4-FFF2-40B4-BE49-F238E27FC236}">
                <a16:creationId xmlns:a16="http://schemas.microsoft.com/office/drawing/2014/main" id="{2758DE98-D5A0-4D04-B6F9-7A500169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833952"/>
            <a:ext cx="11522073" cy="499299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17500">
                <a:srgbClr val="3E84EC"/>
              </a:gs>
              <a:gs pos="100000">
                <a:schemeClr val="accent1">
                  <a:lumMod val="75000"/>
                </a:schemeClr>
              </a:gs>
              <a:gs pos="0">
                <a:srgbClr val="0268FE">
                  <a:lumMod val="75000"/>
                  <a:lumOff val="25000"/>
                  <a:alpha val="69000"/>
                </a:srgbClr>
              </a:gs>
            </a:gsLst>
            <a:path path="circle">
              <a:fillToRect l="100000" t="0" r="0" b="100000"/>
            </a:path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  <p:pic>
        <p:nvPicPr>
          <p:cNvPr id="336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486792046441ce"/>
          <a:srcRect xmlns:a="http://schemas.openxmlformats.org/drawingml/2006/main" l="0" t="0" r="0" b="591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74637" y="198304"/>
            <a:ext cx="2675956" cy="593304"/>
          </a:xfrm>
          <a:prstGeom xmlns:a="http://schemas.openxmlformats.org/drawingml/2006/main" prst="rect">
            <a:avLst/>
          </a:prstGeom>
        </p:spPr>
      </p:pic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B91F53A2-4C76-4312-8DF7-6498634A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6564990"/>
            <a:ext cx="11522076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chemeClr val="accent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A7A5BEDC-1E45-49E9-B12D-61144AF0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3" y="1402294"/>
            <a:ext cx="115220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gradFill rotWithShape="1">
              <a:gsLst>
                <a:gs pos="100000">
                  <a:schemeClr val="accent1">
                    <a:lumMod val="97000"/>
                  </a:schemeClr>
                </a:gs>
                <a:gs pos="0">
                  <a:schemeClr val="accent1">
                    <a:alpha val="0"/>
                  </a:schemeClr>
                </a:gs>
              </a:gsLst>
              <a:lin ang="10800000" scaled="1"/>
              <a:tileRect/>
            </a:gradFill>
            <a:tailEnd type="none" w="med" len="sm"/>
          </a:ln>
          <a:effectLst xmlns:a="http://schemas.openxmlformats.org/drawingml/2006/main">
            <a:outerShdw blurRad="63500" dist="50800" dir="4800000" sx="102000" sy="102000" algn="ctr" rotWithShape="0">
              <a:schemeClr val="accent1">
                <a:alpha val="40000"/>
              </a:scheme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</p:sp>
    </p:spTree>
  </p:cSld>
</p:sldLayout>
</file>

<file path=ppt/slideLayouts/slideLayout4.xml><?xml version="1.0" encoding="utf-8"?>
<p:sldLayout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7" name="任意多边形: 形状 86">
            <a:extLst xmlns:a="http://schemas.openxmlformats.org/drawingml/2006/main">
              <a:ext uri="{FF2B5EF4-FFF2-40B4-BE49-F238E27FC236}">
                <a16:creationId xmlns:a16="http://schemas.microsoft.com/office/drawing/2014/main" id="{DA9A128E-109A-4353-9024-530C951E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562" y="10535"/>
            <a:ext cx="4440577" cy="2998608"/>
          </a:xfrm>
          <a:custGeom xmlns:a="http://schemas.openxmlformats.org/drawingml/2006/main">
            <a:gdLst>
              <a:gd name="connsiteX0" fmla="*/ 2893248 w 4163705"/>
              <a:gd name="connsiteY0" fmla="*/ 0 h 2398711"/>
              <a:gd name="connsiteX1" fmla="*/ 4039971 w 4163705"/>
              <a:gd name="connsiteY1" fmla="*/ 231513 h 2398711"/>
              <a:gd name="connsiteX2" fmla="*/ 4163705 w 4163705"/>
              <a:gd name="connsiteY2" fmla="*/ 291119 h 2398711"/>
              <a:gd name="connsiteX3" fmla="*/ 4163705 w 4163705"/>
              <a:gd name="connsiteY3" fmla="*/ 2398711 h 2398711"/>
              <a:gd name="connsiteX4" fmla="*/ 0 w 4163705"/>
              <a:gd name="connsiteY4" fmla="*/ 2398711 h 2398711"/>
              <a:gd name="connsiteX5" fmla="*/ 7085 w 4163705"/>
              <a:gd name="connsiteY5" fmla="*/ 2352291 h 2398711"/>
              <a:gd name="connsiteX6" fmla="*/ 2893248 w 4163705"/>
              <a:gd name="connsiteY6" fmla="*/ 0 h 2398711"/>
            </a:gdLst>
            <a:rect l="l" t="t" r="r" b="b"/>
            <a:pathLst>
              <a:path w="4163705" h="2398711">
                <a:moveTo>
                  <a:pt x="2893248" y="0"/>
                </a:moveTo>
                <a:cubicBezTo>
                  <a:pt x="3300008" y="0"/>
                  <a:pt x="3687514" y="82436"/>
                  <a:pt x="4039971" y="231513"/>
                </a:cubicBezTo>
                <a:lnTo>
                  <a:pt x="4163705" y="291119"/>
                </a:lnTo>
                <a:lnTo>
                  <a:pt x="4163705" y="2398711"/>
                </a:lnTo>
                <a:lnTo>
                  <a:pt x="0" y="2398711"/>
                </a:lnTo>
                <a:lnTo>
                  <a:pt x="7085" y="2352291"/>
                </a:lnTo>
                <a:cubicBezTo>
                  <a:pt x="281790" y="1009841"/>
                  <a:pt x="1469588" y="0"/>
                  <a:pt x="2893248" y="0"/>
                </a:cubicBezTo>
                <a:close/>
              </a:path>
            </a:pathLst>
          </a:custGeom>
          <a:gradFill xmlns:a="http://schemas.openxmlformats.org/drawingml/2006/main">
            <a:gsLst>
              <a:gs pos="100000">
                <a:srgbClr val="0268FE">
                  <a:lumMod val="9000"/>
                  <a:lumOff val="91000"/>
                </a:srgbClr>
              </a:gs>
              <a:gs pos="0">
                <a:srgbClr val="0268FE">
                  <a:lumMod val="4000"/>
                  <a:lumOff val="96000"/>
                </a:srgbClr>
              </a:gs>
            </a:gsLst>
            <a:lin ang="5400000" scaled="1"/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  <p:sp>
        <p:nvSpPr>
          <p:cNvPr id="89" name="文本框 88">
            <a:extLst xmlns:a="http://schemas.openxmlformats.org/drawingml/2006/main">
              <a:ext uri="{FF2B5EF4-FFF2-40B4-BE49-F238E27FC236}">
                <a16:creationId xmlns:a16="http://schemas.microsoft.com/office/drawing/2014/main" id="{CBF6074C-C97E-4C30-B3BC-4C4A47D1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9985" y="1085380"/>
            <a:ext cx="3262303" cy="830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4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CONTENT</a:t>
            </a:r>
            <a:endParaRPr sz="4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35" name="图片 1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7b71baa43e45dc">
            <a:alphaModFix amt="70000"/>
          </a:blip>
          <a:srcRect xmlns:a="http://schemas.openxmlformats.org/drawingml/2006/main" l="0" t="0" r="0" b="588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2962" y="3707963"/>
            <a:ext cx="3024288" cy="2020666"/>
          </a:xfrm>
          <a:prstGeom xmlns:a="http://schemas.openxmlformats.org/drawingml/2006/main" prst="rect">
            <a:avLst/>
          </a:prstGeom>
        </p:spPr>
      </p:pic>
      <p:sp>
        <p:nvSpPr>
          <p:cNvPr id="88" name="文本框 87">
            <a:extLst xmlns:a="http://schemas.openxmlformats.org/drawingml/2006/main">
              <a:ext uri="{FF2B5EF4-FFF2-40B4-BE49-F238E27FC236}">
                <a16:creationId xmlns:a16="http://schemas.microsoft.com/office/drawing/2014/main" id="{1519D6E5-D136-48C8-AB10-44F73831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667" y="1479325"/>
            <a:ext cx="2646878" cy="830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>
            <a:lvl1pPr>
              <a:buNone/>
              <a:defRPr sz="7200">
                <a:gradFill flip="none" rotWithShape="1">
                  <a:gsLst>
                    <a:gs pos="0">
                      <a:schemeClr val="accent1">
                        <a:lumMod val="80000"/>
                        <a:lumOff val="2000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  <a:tileRect/>
                </a:gradFill>
                <a:latin typeface="思源宋体 CN Heavy"/>
                <a:ea typeface="思源宋体 CN Heavy"/>
                <a:cs typeface="思源宋体 CN Heavy"/>
              </a:defRPr>
            </a:lvl1pPr>
          </a:lstStyle>
          <a:p xmlns:a="http://schemas.openxmlformats.org/drawingml/2006/main">
            <a:pPr marL="0" marR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4800" b="0" i="0" u="none" cap="none" spc="0">
                <a:ln>
                  <a:noFill/>
                </a:ln>
                <a:gradFill rotWithShape="1">
                  <a:gsLst>
                    <a:gs pos="0">
                      <a:srgbClr val="0268FE">
                        <a:lumMod val="80000"/>
                        <a:lumOff val="20000"/>
                      </a:srgbClr>
                    </a:gs>
                    <a:gs pos="100000">
                      <a:srgbClr val="0268FE"/>
                    </a:gs>
                  </a:gsLst>
                  <a:lin ang="5400000" scaled="1"/>
                  <a:tileRect/>
                </a:gradFill>
                <a:latin typeface="汉仪粗宋简"/>
                <a:ea typeface="汉仪粗宋简"/>
                <a:cs typeface="汉仪粗宋简"/>
              </a:rPr>
              <a:t>汇报提纲</a:t>
            </a:r>
          </a:p>
        </p:txBody>
      </p:sp>
      <p:sp>
        <p:nvSpPr>
          <p:cNvPr id="131" name="任意多边形: 形状 130">
            <a:extLst xmlns:a="http://schemas.openxmlformats.org/drawingml/2006/main">
              <a:ext uri="{FF2B5EF4-FFF2-40B4-BE49-F238E27FC236}">
                <a16:creationId xmlns:a16="http://schemas.microsoft.com/office/drawing/2014/main" id="{D136D3EE-081A-49D1-9506-38E1B1A2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5335" y="4602588"/>
            <a:ext cx="3296666" cy="2255412"/>
          </a:xfrm>
          <a:custGeom xmlns:a="http://schemas.openxmlformats.org/drawingml/2006/main">
            <a:gdLst>
              <a:gd name="connsiteX0" fmla="*/ 2893248 w 4163705"/>
              <a:gd name="connsiteY0" fmla="*/ 0 h 2398711"/>
              <a:gd name="connsiteX1" fmla="*/ 4039971 w 4163705"/>
              <a:gd name="connsiteY1" fmla="*/ 231513 h 2398711"/>
              <a:gd name="connsiteX2" fmla="*/ 4163705 w 4163705"/>
              <a:gd name="connsiteY2" fmla="*/ 291119 h 2398711"/>
              <a:gd name="connsiteX3" fmla="*/ 4163705 w 4163705"/>
              <a:gd name="connsiteY3" fmla="*/ 2398711 h 2398711"/>
              <a:gd name="connsiteX4" fmla="*/ 0 w 4163705"/>
              <a:gd name="connsiteY4" fmla="*/ 2398711 h 2398711"/>
              <a:gd name="connsiteX5" fmla="*/ 7085 w 4163705"/>
              <a:gd name="connsiteY5" fmla="*/ 2352291 h 2398711"/>
              <a:gd name="connsiteX6" fmla="*/ 2893248 w 4163705"/>
              <a:gd name="connsiteY6" fmla="*/ 0 h 2398711"/>
            </a:gdLst>
            <a:rect l="l" t="t" r="r" b="b"/>
            <a:pathLst>
              <a:path w="4163705" h="2398711">
                <a:moveTo>
                  <a:pt x="2893248" y="0"/>
                </a:moveTo>
                <a:cubicBezTo>
                  <a:pt x="3300008" y="0"/>
                  <a:pt x="3687514" y="82436"/>
                  <a:pt x="4039971" y="231513"/>
                </a:cubicBezTo>
                <a:lnTo>
                  <a:pt x="4163705" y="291119"/>
                </a:lnTo>
                <a:lnTo>
                  <a:pt x="4163705" y="2398711"/>
                </a:lnTo>
                <a:lnTo>
                  <a:pt x="0" y="2398711"/>
                </a:lnTo>
                <a:lnTo>
                  <a:pt x="7085" y="2352291"/>
                </a:lnTo>
                <a:cubicBezTo>
                  <a:pt x="281790" y="1009841"/>
                  <a:pt x="1469588" y="0"/>
                  <a:pt x="2893248" y="0"/>
                </a:cubicBezTo>
                <a:close/>
              </a:path>
            </a:pathLst>
          </a:custGeom>
          <a:gradFill xmlns:a="http://schemas.openxmlformats.org/drawingml/2006/main">
            <a:gsLst>
              <a:gs pos="100000">
                <a:srgbClr val="0268FE">
                  <a:lumMod val="9000"/>
                  <a:lumOff val="91000"/>
                </a:srgbClr>
              </a:gs>
              <a:gs pos="0">
                <a:srgbClr val="0268FE">
                  <a:lumMod val="4000"/>
                  <a:lumOff val="96000"/>
                </a:srgbClr>
              </a:gs>
            </a:gsLst>
            <a:lin ang="5400000" scaled="1"/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DD71B3E-E7BB-4A91-8723-3D4D03F2A0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A7B0279-5A8E-4BE4-BE43-542616D70A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92E6B805-09F1-44B6-9A68-612479C56C8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099862F6-230B-4A3D-84E8-43253C1C2A0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67362CB8-4CED-4914-B3A7-DFD84D61824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03961E07-10CD-44C3-8416-A967B01087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E17A85E4-456D-4DAE-AAC8-5F388929B0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1081B8E5-10E5-43F8-84D2-282E76D88B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2C5406A-F660-44DD-96CD-E0F49B25FB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25077712-3436-48CD-B69B-591F3046EB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374904B4-02D6-45E1-BC08-689A64BD66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10DEF11F-7F1E-4217-8CC7-DF404533C3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77C40515-429F-4416-B503-699E02A64E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73758940-0518-4887-8D17-E98BA24C86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5401F09F-57E1-46F7-80CC-6624F652BF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2CBB853-1DA9-459D-BC79-FD0C6DE41F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B040FC84-B276-4DD0-99A8-B5CCC964A19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CCCC4875-3F26-47EB-8DE1-DC1A78F39E5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62ADC1BD-49BC-4617-94DD-E17E461723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0AFF0A32-0376-4849-8C4D-3AFD16569F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8EAB2A01-AFDE-462D-8F86-C6B22C3F47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47B14B8-5BFA-457A-BF3A-B54DABFF23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163062AA-DA77-45F0-B8DB-7A38D82590A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CC1B3C59-37B5-430B-A29A-9241204EF3E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B89C033C-01FC-44B5-8672-3C621F5E2B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39D56847-625C-4964-AB64-246C5CD92D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AD9C350E-B4AF-464E-A86A-B69CE7AFDE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DFB291A-61D6-4D3D-8825-B11D9FD436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374A710E-2331-4C75-AD97-05BBC8B975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E525E9E6-489D-48DF-98B4-8D62FE9E91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FBF8C246-6583-48EC-87BF-4B727B5C96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2B31F33-7C1C-4413-B763-1A1FE16148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463ED077-1038-4CCB-A58F-2B46457CD5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F1E81820-00CA-46BD-87AF-EF42F0638A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62322561-297A-4894-A2B6-C70C014992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4D3B0073-AA2B-4211-9DDB-2797FAD372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0511962-D10A-40A8-BDF5-AD6E219111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170a6277474974"/>
          <a:srcRect xmlns:a="http://schemas.openxmlformats.org/drawingml/2006/main" l="0" t="0" r="0" b="1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584200"/>
            <a:ext cx="12192000" cy="8043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E147CA5D-5D93-4DB2-A3D0-9018994B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11819"/>
            <a:ext cx="12192000" cy="2116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DEE3068-45EC-4DFF-A52C-D5BDCB7F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267" y="584200"/>
            <a:ext cx="8652933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3200" b="1">
              <a:solidFill>
                <a:prstClr val="white"/>
              </a:solidFill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4439DB34-7F99-49C5-932C-5A718AC0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3370" y="1413933"/>
            <a:ext cx="9798631" cy="101600"/>
          </a:xfrm>
          <a:custGeom xmlns:a="http://schemas.openxmlformats.org/drawingml/2006/main">
            <a:gdLst>
              <a:gd name="connsiteX0" fmla="*/ 68 w 11394"/>
              <a:gd name="connsiteY0" fmla="*/ 0 h 126"/>
              <a:gd name="connsiteX1" fmla="*/ 11394 w 11394"/>
              <a:gd name="connsiteY1" fmla="*/ 6 h 126"/>
              <a:gd name="connsiteX2" fmla="*/ 11394 w 11394"/>
              <a:gd name="connsiteY2" fmla="*/ 126 h 126"/>
              <a:gd name="connsiteX3" fmla="*/ 0 w 11394"/>
              <a:gd name="connsiteY3" fmla="*/ 126 h 126"/>
              <a:gd name="connsiteX4" fmla="*/ 68 w 11394"/>
              <a:gd name="connsiteY4" fmla="*/ 0 h 126"/>
            </a:gdLst>
            <a:rect l="l" t="t" r="r" b="b"/>
            <a:pathLst>
              <a:path w="11394" h="126">
                <a:moveTo>
                  <a:pt x="68" y="0"/>
                </a:moveTo>
                <a:lnTo>
                  <a:pt x="11394" y="6"/>
                </a:lnTo>
                <a:lnTo>
                  <a:pt x="11394" y="126"/>
                </a:lnTo>
                <a:lnTo>
                  <a:pt x="0" y="126"/>
                </a:lnTo>
                <a:lnTo>
                  <a:pt x="68" y="0"/>
                </a:lnTo>
                <a:close/>
              </a:path>
            </a:pathLst>
          </a:cu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  <p:sp>
        <p:nvSpPr>
          <p:cNvPr id="16" name="任意多边形 15">
            <a:extLst xmlns:a="http://schemas.openxmlformats.org/drawingml/2006/main">
              <a:ext uri="{FF2B5EF4-FFF2-40B4-BE49-F238E27FC236}">
                <a16:creationId xmlns:a16="http://schemas.microsoft.com/office/drawing/2014/main" id="{49EB4AF1-E121-477D-8848-E546B93A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539" y="1414739"/>
            <a:ext cx="2395908" cy="100793"/>
          </a:xfrm>
          <a:custGeom xmlns:a="http://schemas.openxmlformats.org/drawingml/2006/main">
            <a:gdLst>
              <a:gd name="connsiteX0" fmla="*/ 0 w 2693"/>
              <a:gd name="connsiteY0" fmla="*/ 0 h 119"/>
              <a:gd name="connsiteX1" fmla="*/ 2693 w 2693"/>
              <a:gd name="connsiteY1" fmla="*/ 0 h 119"/>
              <a:gd name="connsiteX2" fmla="*/ 2629 w 2693"/>
              <a:gd name="connsiteY2" fmla="*/ 119 h 119"/>
              <a:gd name="connsiteX3" fmla="*/ 0 w 2693"/>
              <a:gd name="connsiteY3" fmla="*/ 119 h 119"/>
              <a:gd name="connsiteX4" fmla="*/ 0 w 2693"/>
              <a:gd name="connsiteY4" fmla="*/ 0 h 119"/>
            </a:gdLst>
            <a:rect l="l" t="t" r="r" b="b"/>
            <a:pathLst>
              <a:path w="2693" h="119">
                <a:moveTo>
                  <a:pt x="0" y="0"/>
                </a:moveTo>
                <a:lnTo>
                  <a:pt x="2693" y="0"/>
                </a:lnTo>
                <a:lnTo>
                  <a:pt x="2629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F3980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</p:spTree>
  </p:cSld>
</p:sldLayout>
</file>

<file path=ppt/slideLayouts/slideLayout13.xml><?xml version="1.0" encoding="utf-8"?>
<p:sldLayout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4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41e30fd1de4b26"/>
          <a:srcRect xmlns:a="http://schemas.openxmlformats.org/drawingml/2006/main" l="0" t="0" r="0" b="1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584200"/>
            <a:ext cx="12192000" cy="8043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44B39580-6C16-4FD3-94D8-E59E73CF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11819"/>
            <a:ext cx="12192000" cy="2116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EC6B982-7612-40F6-9113-753E430E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267" y="584200"/>
            <a:ext cx="8652933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3200" b="1">
              <a:solidFill>
                <a:prstClr val="white"/>
              </a:solidFill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EEF429FB-8A7B-4645-BAF1-7CAC5338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3370" y="1413933"/>
            <a:ext cx="9798631" cy="101600"/>
          </a:xfrm>
          <a:custGeom xmlns:a="http://schemas.openxmlformats.org/drawingml/2006/main">
            <a:gdLst>
              <a:gd name="connsiteX0" fmla="*/ 68 w 11394"/>
              <a:gd name="connsiteY0" fmla="*/ 0 h 126"/>
              <a:gd name="connsiteX1" fmla="*/ 11394 w 11394"/>
              <a:gd name="connsiteY1" fmla="*/ 6 h 126"/>
              <a:gd name="connsiteX2" fmla="*/ 11394 w 11394"/>
              <a:gd name="connsiteY2" fmla="*/ 126 h 126"/>
              <a:gd name="connsiteX3" fmla="*/ 0 w 11394"/>
              <a:gd name="connsiteY3" fmla="*/ 126 h 126"/>
              <a:gd name="connsiteX4" fmla="*/ 68 w 11394"/>
              <a:gd name="connsiteY4" fmla="*/ 0 h 126"/>
            </a:gdLst>
            <a:rect l="l" t="t" r="r" b="b"/>
            <a:pathLst>
              <a:path w="11394" h="126">
                <a:moveTo>
                  <a:pt x="68" y="0"/>
                </a:moveTo>
                <a:lnTo>
                  <a:pt x="11394" y="6"/>
                </a:lnTo>
                <a:lnTo>
                  <a:pt x="11394" y="126"/>
                </a:lnTo>
                <a:lnTo>
                  <a:pt x="0" y="126"/>
                </a:lnTo>
                <a:lnTo>
                  <a:pt x="68" y="0"/>
                </a:lnTo>
                <a:close/>
              </a:path>
            </a:pathLst>
          </a:cu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  <p:sp>
        <p:nvSpPr>
          <p:cNvPr id="16" name="任意多边形 15">
            <a:extLst xmlns:a="http://schemas.openxmlformats.org/drawingml/2006/main">
              <a:ext uri="{FF2B5EF4-FFF2-40B4-BE49-F238E27FC236}">
                <a16:creationId xmlns:a16="http://schemas.microsoft.com/office/drawing/2014/main" id="{63A3A579-0B27-4649-9F93-3EEDA2B4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539" y="1414739"/>
            <a:ext cx="2395908" cy="100793"/>
          </a:xfrm>
          <a:custGeom xmlns:a="http://schemas.openxmlformats.org/drawingml/2006/main">
            <a:gdLst>
              <a:gd name="connsiteX0" fmla="*/ 0 w 2693"/>
              <a:gd name="connsiteY0" fmla="*/ 0 h 119"/>
              <a:gd name="connsiteX1" fmla="*/ 2693 w 2693"/>
              <a:gd name="connsiteY1" fmla="*/ 0 h 119"/>
              <a:gd name="connsiteX2" fmla="*/ 2629 w 2693"/>
              <a:gd name="connsiteY2" fmla="*/ 119 h 119"/>
              <a:gd name="connsiteX3" fmla="*/ 0 w 2693"/>
              <a:gd name="connsiteY3" fmla="*/ 119 h 119"/>
              <a:gd name="connsiteX4" fmla="*/ 0 w 2693"/>
              <a:gd name="connsiteY4" fmla="*/ 0 h 119"/>
            </a:gdLst>
            <a:rect l="l" t="t" r="r" b="b"/>
            <a:pathLst>
              <a:path w="2693" h="119">
                <a:moveTo>
                  <a:pt x="0" y="0"/>
                </a:moveTo>
                <a:lnTo>
                  <a:pt x="2693" y="0"/>
                </a:lnTo>
                <a:lnTo>
                  <a:pt x="2629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F3980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</p:spTree>
  </p:cSld>
</p:sldLayout>
</file>

<file path=ppt/slideLayouts/slideLayout15.xml><?xml version="1.0" encoding="utf-8"?>
<p:sldLayout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e84746ef2aa4463" /><Relationship Type="http://schemas.openxmlformats.org/officeDocument/2006/relationships/slideLayout" Target="/ppt/slideLayouts/slideLayout1.xml" Id="R08c0a447632146de" /><Relationship Type="http://schemas.openxmlformats.org/officeDocument/2006/relationships/slideLayout" Target="/ppt/slideLayouts/slideLayout2.xml" Id="Rf98ef50ce5c543a2" /><Relationship Type="http://schemas.openxmlformats.org/officeDocument/2006/relationships/slideLayout" Target="/ppt/slideLayouts/slideLayout3.xml" Id="R20354e7ba1f943ea" /><Relationship Type="http://schemas.openxmlformats.org/officeDocument/2006/relationships/slideLayout" Target="/ppt/slideLayouts/slideLayout4.xml" Id="R5cd8773da8514aac" /><Relationship Type="http://schemas.openxmlformats.org/officeDocument/2006/relationships/slideLayout" Target="/ppt/slideLayouts/slideLayout5.xml" Id="R90ab7acdba91414e" /><Relationship Type="http://schemas.openxmlformats.org/officeDocument/2006/relationships/slideLayout" Target="/ppt/slideLayouts/slideLayout6.xml" Id="R3c8f9c9ebefb4112" /><Relationship Type="http://schemas.openxmlformats.org/officeDocument/2006/relationships/slideLayout" Target="/ppt/slideLayouts/slideLayout7.xml" Id="R2bd69b8c67904a31" /><Relationship Type="http://schemas.openxmlformats.org/officeDocument/2006/relationships/slideLayout" Target="/ppt/slideLayouts/slideLayout8.xml" Id="R0bbbf8277b7e4c4b" /><Relationship Type="http://schemas.openxmlformats.org/officeDocument/2006/relationships/slideLayout" Target="/ppt/slideLayouts/slideLayout9.xml" Id="R1af7e269a3b147e6" /><Relationship Type="http://schemas.openxmlformats.org/officeDocument/2006/relationships/slideLayout" Target="/ppt/slideLayouts/slideLayout10.xml" Id="R247e286d6da64c74" /><Relationship Type="http://schemas.openxmlformats.org/officeDocument/2006/relationships/slideLayout" Target="/ppt/slideLayouts/slideLayout11.xml" Id="Raeebe6d4663247d4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abb9f9ace3c541d8" /><Relationship Type="http://schemas.openxmlformats.org/officeDocument/2006/relationships/slideLayout" Target="/ppt/slideLayouts/slideLayout12.xml" Id="R763b8ddf090647e0" /><Relationship Type="http://schemas.openxmlformats.org/officeDocument/2006/relationships/slideLayout" Target="/ppt/slideLayouts/slideLayout13.xml" Id="R47a3d3cee9394d8f" /></Relationships>
</file>

<file path=ppt/slideMasters/_rels/slideMaster3.xml.rels>&#65279;<?xml version="1.0" encoding="utf-8"?><Relationships xmlns="http://schemas.openxmlformats.org/package/2006/relationships"><Relationship Type="http://schemas.openxmlformats.org/officeDocument/2006/relationships/theme" Target="/ppt/slideMasters/theme/theme4.xml" Id="Re2cf69be9549472e" /><Relationship Type="http://schemas.openxmlformats.org/officeDocument/2006/relationships/slideLayout" Target="/ppt/slideLayouts/slideLayout14.xml" Id="Re6c49957cba14ea7" /><Relationship Type="http://schemas.openxmlformats.org/officeDocument/2006/relationships/slideLayout" Target="/ppt/slideLayouts/slideLayout15.xml" Id="R2a27907b8fc5400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443A70AB-23B6-4E3A-BE9A-1ADEE63929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0201AFD-D46B-40EE-A238-2613F77759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1E10013-E327-4DB6-8C73-9204F518D54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C499D8FD-215C-403B-A9CF-8EA73647FFD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94D809B7-4D90-4FBF-8205-0D2EE229E60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8c0a447632146de"/>
    <p:sldLayoutId xmlns:r="http://schemas.openxmlformats.org/officeDocument/2006/relationships" id="2147483650" r:id="Rf98ef50ce5c543a2"/>
    <p:sldLayoutId xmlns:r="http://schemas.openxmlformats.org/officeDocument/2006/relationships" id="2147483651" r:id="R20354e7ba1f943ea"/>
    <p:sldLayoutId xmlns:r="http://schemas.openxmlformats.org/officeDocument/2006/relationships" id="2147483652" r:id="R5cd8773da8514aac"/>
    <p:sldLayoutId xmlns:r="http://schemas.openxmlformats.org/officeDocument/2006/relationships" id="2147483653" r:id="R90ab7acdba91414e"/>
    <p:sldLayoutId xmlns:r="http://schemas.openxmlformats.org/officeDocument/2006/relationships" id="2147483654" r:id="R3c8f9c9ebefb4112"/>
    <p:sldLayoutId xmlns:r="http://schemas.openxmlformats.org/officeDocument/2006/relationships" id="2147483655" r:id="R2bd69b8c67904a31"/>
    <p:sldLayoutId xmlns:r="http://schemas.openxmlformats.org/officeDocument/2006/relationships" id="2147483656" r:id="R0bbbf8277b7e4c4b"/>
    <p:sldLayoutId xmlns:r="http://schemas.openxmlformats.org/officeDocument/2006/relationships" id="2147483657" r:id="R1af7e269a3b147e6"/>
    <p:sldLayoutId xmlns:r="http://schemas.openxmlformats.org/officeDocument/2006/relationships" id="2147483658" r:id="R247e286d6da64c74"/>
    <p:sldLayoutId xmlns:r="http://schemas.openxmlformats.org/officeDocument/2006/relationships" id="2147483659" r:id="Raeebe6d4663247d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98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694631D6-B35F-42F5-B1AB-5A4B8546F7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6186"/>
            <a:ext cx="10515600" cy="1325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4099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CB73376-BAEC-4CD7-BFDE-EDD8ADBDAF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6685"/>
            <a:ext cx="10515600" cy="435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7D6EC4F-207A-418C-ABB6-5F154266304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l" defTabSz="1218565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fld id="{292F71EF-02F8-4FDD-93F8-D030AB7FC83F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076FF324-1DA8-4061-AA98-14471244CE8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3"/>
            <a:ext cx="41148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ctr" defTabSz="1218565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E38D201D-F7EC-4336-8ACC-C1213BED645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>
            <a:lvl1pPr algn="r" defTabSz="1216660">
              <a:buNone/>
              <a:defRPr sz="1200">
                <a:solidFill>
                  <a:srgbClr val="898989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728AC88-674E-4151-AFDC-B7C47BAC839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763b8ddf090647e0"/>
    <p:sldLayoutId xmlns:r="http://schemas.openxmlformats.org/officeDocument/2006/relationships" id="2147483662" r:id="R47a3d3cee9394d8f"/>
  </p:sldLayoutIdLst>
  <p:txStyles>
    <p:titleStyle>
      <a:lvl1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 kern="1200">
          <a:solidFill>
            <a:schemeClr val="tx1"/>
          </a:solidFill>
          <a:latin typeface="Calibri"/>
          <a:ea typeface="Calibri"/>
          <a:cs typeface="Calibri"/>
        </a:defRPr>
      </a:lvl1pPr>
      <a:lvl2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6096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12192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18288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24384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15900" indent="-215900" algn="l" defTabSz="865505">
        <a:lnSpc>
          <a:spcPct val="90000"/>
        </a:lnSpc>
        <a:spcBef>
          <a:spcPts val="955"/>
        </a:spcBef>
        <a:spcAft>
          <a:spcPct val="0"/>
        </a:spcAft>
        <a:buFont typeface="Arial"/>
        <a:buChar char="•"/>
        <a:defRPr sz="2665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50240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2265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82040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865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515745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950085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38442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81749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51200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8490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3370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6677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0048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73418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16725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60096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03466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46773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98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C741A79C-7AC7-4302-A7F2-FF6027DA47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6186"/>
            <a:ext cx="10515600" cy="1325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4099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EE298E8F-9AEF-49A1-A5BB-C466E6C6AF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6685"/>
            <a:ext cx="10515600" cy="435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B5AE51F2-BF13-44FB-B6EE-C805CE8192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l" defTabSz="1218323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fld id="{292F71EF-02F8-4FDD-93F8-D030AB7FC83F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1C3C0833-64E6-4AAE-80AE-D8AC8644652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3"/>
            <a:ext cx="41148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ctr" defTabSz="1218323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4A99096A-1382-4351-9721-A174A78990F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>
            <a:lvl1pPr algn="r" defTabSz="1216630">
              <a:buNone/>
              <a:defRPr sz="1200">
                <a:solidFill>
                  <a:srgbClr val="898989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728AC88-674E-4151-AFDC-B7C47BAC839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4" r:id="Re6c49957cba14ea7"/>
    <p:sldLayoutId xmlns:r="http://schemas.openxmlformats.org/officeDocument/2006/relationships" id="2147483665" r:id="R2a27907b8fc5400c"/>
  </p:sldLayoutIdLst>
  <p:txStyles>
    <p:titleStyle>
      <a:lvl1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 kern="1200">
          <a:solidFill>
            <a:schemeClr val="tx1"/>
          </a:solidFill>
          <a:latin typeface="Calibri"/>
          <a:ea typeface="Calibri"/>
          <a:cs typeface="Calibri"/>
        </a:defRPr>
      </a:lvl1pPr>
      <a:lvl2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609585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1219170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1828754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2438339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15895" indent="-215895" algn="l" defTabSz="865272">
        <a:lnSpc>
          <a:spcPct val="90000"/>
        </a:lnSpc>
        <a:spcBef>
          <a:spcPts val="953"/>
        </a:spcBef>
        <a:spcAft>
          <a:spcPct val="0"/>
        </a:spcAft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50224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2267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82013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867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515495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949825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384154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817636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51119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84601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33482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66965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00447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73393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167412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600895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034377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46786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2_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4.xml><?xml version="1.0" encoding="utf-8"?>
<a:theme xmlns:a="http://schemas.openxmlformats.org/drawingml/2006/main" name="3_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172362be9d44af7" /><Relationship Type="http://schemas.openxmlformats.org/officeDocument/2006/relationships/notesSlide" Target="/ppt/notesSlides/notesSlide1.xml" Id="R7f86402d74da4fb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0A32DC30-C2A0-B777-A0BD-E3A71B04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40" y="846307"/>
            <a:ext cx="11911467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323850">
              <a:buNone/>
              <a:defRPr sz="2250" b="1">
                <a:latin typeface="HYWenRunSongYun U"/>
                <a:ea typeface="HYWenRunSongYun U"/>
                <a:cs typeface="HYWenRunSongYun U"/>
              </a:defRPr>
            </a:pPr>
            <a:r>
              <a:rPr sz="2250" b="1" spc="-150">
                <a:solidFill>
                  <a:schemeClr val="bg1"/>
                </a:solidFill>
                <a:latin typeface="HYWenRunSongYun U"/>
                <a:ea typeface="HYWenRunSongYun U"/>
                <a:cs typeface="HYWenRunSongYun U"/>
              </a:rPr>
              <a:t>来源—平台—应用的数量扩展｜4+1+4</a:t>
            </a: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E5C6A7C2-09F8-0206-1327-C63D0456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07" y="303885"/>
            <a:ext cx="1694813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2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分层关系</a:t>
            </a:r>
            <a:endParaRPr sz="2200">
              <a:solidFill>
                <a:schemeClr val="tx1">
                  <a:lumMod val="75000"/>
                  <a:lumOff val="25000"/>
                </a:schemeClr>
              </a:solidFill>
              <a:latin typeface="汉仪粗宋简"/>
              <a:ea typeface="汉仪粗宋简"/>
              <a:cs typeface="汉仪粗宋简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A50741FC-80B9-4243-99EF-BD50B86F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195" y="400251"/>
            <a:ext cx="0" cy="26769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>
                <a:lumMod val="5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054E96B-96ED-9B43-5394-020B05B5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364" y="303885"/>
            <a:ext cx="678422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4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28</a:t>
            </a: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8E3A9D33-0809-B306-6EFD-C4FD9D6F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568" y="2211309"/>
            <a:ext cx="3850462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15" name="PPAGENT_QA|parent=layer-label-app|domains=layer-label">
            <a:extLst xmlns:a="http://schemas.openxmlformats.org/drawingml/2006/main">
              <a:ext uri="{FF2B5EF4-FFF2-40B4-BE49-F238E27FC236}">
                <a16:creationId xmlns:a16="http://schemas.microsoft.com/office/drawing/2014/main" id="{6D7B638D-D81B-402D-9E49-947D78C0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118" y="2022744"/>
            <a:ext cx="1081454" cy="3064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16" name="PPAGENT_QA|parent=layer-label-platform|domains=layer-label">
            <a:extLst xmlns:a="http://schemas.openxmlformats.org/drawingml/2006/main">
              <a:ext uri="{FF2B5EF4-FFF2-40B4-BE49-F238E27FC236}">
                <a16:creationId xmlns:a16="http://schemas.microsoft.com/office/drawing/2014/main" id="{B06B7212-F87F-4B48-937C-F95EE733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118" y="3554803"/>
            <a:ext cx="1081454" cy="3064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4C8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C88E8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17" name="PPAGENT_QA|parent=layer-label-source|domains=layer-label">
            <a:extLst xmlns:a="http://schemas.openxmlformats.org/drawingml/2006/main">
              <a:ext uri="{FF2B5EF4-FFF2-40B4-BE49-F238E27FC236}">
                <a16:creationId xmlns:a16="http://schemas.microsoft.com/office/drawing/2014/main" id="{24799D4B-2402-466B-8AC6-BB2BED495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118" y="5267105"/>
            <a:ext cx="1081454" cy="3064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云平台</a:t>
            </a:r>
          </a:p>
        </p:txBody>
      </p:sp>
      <p:sp>
        <p:nvSpPr>
          <p:cNvPr id="18" name="PPAGENT_QA|parent=layer-source-0|domains=layer-node,layer-source">
            <a:extLst xmlns:a="http://schemas.openxmlformats.org/drawingml/2006/main">
              <a:ext uri="{FF2B5EF4-FFF2-40B4-BE49-F238E27FC236}">
                <a16:creationId xmlns:a16="http://schemas.microsoft.com/office/drawing/2014/main" id="{922AE5A4-89E3-48C2-9E65-C721114F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3474" y="5050814"/>
            <a:ext cx="1189599" cy="7209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业务数据</a:t>
            </a:r>
          </a:p>
        </p:txBody>
      </p:sp>
      <p:sp>
        <p:nvSpPr>
          <p:cNvPr id="19" name="PPAGENT_QA|parent=layer-source-1|domains=layer-node,layer-source">
            <a:extLst xmlns:a="http://schemas.openxmlformats.org/drawingml/2006/main">
              <a:ext uri="{FF2B5EF4-FFF2-40B4-BE49-F238E27FC236}">
                <a16:creationId xmlns:a16="http://schemas.microsoft.com/office/drawing/2014/main" id="{276E873A-D6FD-4D45-AD02-5D5F9559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5292" y="5050814"/>
            <a:ext cx="1189599" cy="7209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20" name="PPAGENT_QA|parent=layer-source-2|domains=layer-node,layer-source">
            <a:extLst xmlns:a="http://schemas.openxmlformats.org/drawingml/2006/main">
              <a:ext uri="{FF2B5EF4-FFF2-40B4-BE49-F238E27FC236}">
                <a16:creationId xmlns:a16="http://schemas.microsoft.com/office/drawing/2014/main" id="{43A34FAF-F923-421F-ADCC-27664C26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7109" y="5050814"/>
            <a:ext cx="1189599" cy="7209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文献资料</a:t>
            </a:r>
          </a:p>
        </p:txBody>
      </p:sp>
      <p:sp>
        <p:nvSpPr>
          <p:cNvPr id="21" name="PPAGENT_QA|parent=layer-source-3|domains=layer-node,layer-source">
            <a:extLst xmlns:a="http://schemas.openxmlformats.org/drawingml/2006/main">
              <a:ext uri="{FF2B5EF4-FFF2-40B4-BE49-F238E27FC236}">
                <a16:creationId xmlns:a16="http://schemas.microsoft.com/office/drawing/2014/main" id="{2C72EDE8-4A53-418C-8DD9-5E8D5445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8926" y="5050814"/>
            <a:ext cx="1189599" cy="7209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外部接口</a:t>
            </a:r>
          </a:p>
        </p:txBody>
      </p:sp>
      <p:sp>
        <p:nvSpPr>
          <p:cNvPr id="22" name="PPAGENT_QA|parent=layer-platform|domains=layer-node,layer-platform">
            <a:extLst xmlns:a="http://schemas.openxmlformats.org/drawingml/2006/main">
              <a:ext uri="{FF2B5EF4-FFF2-40B4-BE49-F238E27FC236}">
                <a16:creationId xmlns:a16="http://schemas.microsoft.com/office/drawing/2014/main" id="{DFDD70F8-4737-4272-A636-65FAB699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1033" y="3248391"/>
            <a:ext cx="7389935" cy="1081454"/>
          </a:xfrm>
          <a:prstGeom xmlns:a="http://schemas.openxmlformats.org/drawingml/2006/main" prst="roundRect">
            <a:avLst>
              <a:gd name="adj" fmla="val 10569"/>
            </a:avLst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统一研究与能力平台</a:t>
            </a:r>
          </a:p>
        </p:txBody>
      </p:sp>
      <p:sp>
        <p:nvSpPr>
          <p:cNvPr id="23" name="PPAGENT_QA|parent=layer-app-0|domains=layer-node,layer-app">
            <a:extLst xmlns:a="http://schemas.openxmlformats.org/drawingml/2006/main">
              <a:ext uri="{FF2B5EF4-FFF2-40B4-BE49-F238E27FC236}">
                <a16:creationId xmlns:a16="http://schemas.microsoft.com/office/drawing/2014/main" id="{34F42F9B-F498-42E8-91FA-D5CA30CF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184" y="1806453"/>
            <a:ext cx="1189599" cy="82911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B5D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智能分析</a:t>
            </a:r>
          </a:p>
        </p:txBody>
      </p:sp>
      <p:sp>
        <p:nvSpPr>
          <p:cNvPr id="24" name="PPAGENT_QA|parent=layer-app-1|domains=layer-node,layer-app">
            <a:extLst xmlns:a="http://schemas.openxmlformats.org/drawingml/2006/main">
              <a:ext uri="{FF2B5EF4-FFF2-40B4-BE49-F238E27FC236}">
                <a16:creationId xmlns:a16="http://schemas.microsoft.com/office/drawing/2014/main" id="{78E5A60B-D453-401F-80BF-9794048A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3195" y="1806453"/>
            <a:ext cx="1189599" cy="82911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B5D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25" name="PPAGENT_QA|parent=layer-app-2|domains=layer-node,layer-app">
            <a:extLst xmlns:a="http://schemas.openxmlformats.org/drawingml/2006/main">
              <a:ext uri="{FF2B5EF4-FFF2-40B4-BE49-F238E27FC236}">
                <a16:creationId xmlns:a16="http://schemas.microsoft.com/office/drawing/2014/main" id="{17C42B8B-E098-4275-9FA3-F942EF1A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9206" y="1806453"/>
            <a:ext cx="1189599" cy="82911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B5D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辅助决策</a:t>
            </a:r>
          </a:p>
        </p:txBody>
      </p:sp>
      <p:sp>
        <p:nvSpPr>
          <p:cNvPr id="26" name="PPAGENT_QA|parent=layer-app-3|domains=layer-node,layer-app">
            <a:extLst xmlns:a="http://schemas.openxmlformats.org/drawingml/2006/main">
              <a:ext uri="{FF2B5EF4-FFF2-40B4-BE49-F238E27FC236}">
                <a16:creationId xmlns:a16="http://schemas.microsoft.com/office/drawing/2014/main" id="{3695795E-74D6-47A0-9B4A-349B8A64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5217" y="1806453"/>
            <a:ext cx="1189599" cy="82911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B5D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成果服务</a:t>
            </a:r>
          </a:p>
        </p:txBody>
      </p:sp>
      <p:sp>
        <p:nvSpPr>
          <p:cNvPr id="27" name="PPAGENT_CONNECTOR|from=layer-source-0|fromSide=top|to=layer-platform|toSide=bottom">
            <a:extLst xmlns:a="http://schemas.openxmlformats.org/drawingml/2006/main">
              <a:ext uri="{FF2B5EF4-FFF2-40B4-BE49-F238E27FC236}">
                <a16:creationId xmlns:a16="http://schemas.microsoft.com/office/drawing/2014/main" id="{FB14574D-6A28-4F6E-8D61-D9D92CE8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068274" y="4329845"/>
            <a:ext cx="2027726" cy="7209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FC6E8"/>
            </a:solidFill>
            <a:prstDash val="solid"/>
          </a:ln>
        </p:spPr>
      </p:sp>
      <p:sp>
        <p:nvSpPr>
          <p:cNvPr id="28" name="PPAGENT_CONNECTOR|from=layer-source-1|fromSide=top|to=layer-platform|toSide=bottom">
            <a:extLst xmlns:a="http://schemas.openxmlformats.org/drawingml/2006/main">
              <a:ext uri="{FF2B5EF4-FFF2-40B4-BE49-F238E27FC236}">
                <a16:creationId xmlns:a16="http://schemas.microsoft.com/office/drawing/2014/main" id="{129DD85D-4956-4661-8480-7C1A1D8E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420091" y="4329845"/>
            <a:ext cx="675909" cy="7209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FC6E8"/>
            </a:solidFill>
            <a:prstDash val="solid"/>
          </a:ln>
        </p:spPr>
      </p:sp>
      <p:sp>
        <p:nvSpPr>
          <p:cNvPr id="29" name="PPAGENT_CONNECTOR|from=layer-source-2|fromSide=top|to=layer-platform|toSide=bottom">
            <a:extLst xmlns:a="http://schemas.openxmlformats.org/drawingml/2006/main">
              <a:ext uri="{FF2B5EF4-FFF2-40B4-BE49-F238E27FC236}">
                <a16:creationId xmlns:a16="http://schemas.microsoft.com/office/drawing/2014/main" id="{01FC7A08-D455-4078-A337-1191330C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6096000" y="4329845"/>
            <a:ext cx="675909" cy="7209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FC6E8"/>
            </a:solidFill>
            <a:prstDash val="solid"/>
          </a:ln>
        </p:spPr>
      </p:sp>
      <p:sp>
        <p:nvSpPr>
          <p:cNvPr id="30" name="PPAGENT_CONNECTOR|from=layer-source-3|fromSide=top|to=layer-platform|toSide=bottom">
            <a:extLst xmlns:a="http://schemas.openxmlformats.org/drawingml/2006/main">
              <a:ext uri="{FF2B5EF4-FFF2-40B4-BE49-F238E27FC236}">
                <a16:creationId xmlns:a16="http://schemas.microsoft.com/office/drawing/2014/main" id="{A00798FA-0338-45A3-B5E9-E52F4618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6096000" y="4329845"/>
            <a:ext cx="2027726" cy="7209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FC6E8"/>
            </a:solidFill>
            <a:prstDash val="solid"/>
          </a:ln>
        </p:spPr>
      </p:sp>
      <p:sp>
        <p:nvSpPr>
          <p:cNvPr id="31" name="PPAGENT_CONNECTOR|from=layer-platform|fromSide=top|to=layer-app-0|toSide=bottom">
            <a:extLst xmlns:a="http://schemas.openxmlformats.org/drawingml/2006/main">
              <a:ext uri="{FF2B5EF4-FFF2-40B4-BE49-F238E27FC236}">
                <a16:creationId xmlns:a16="http://schemas.microsoft.com/office/drawing/2014/main" id="{6ED5A980-B1FB-4D5C-84C0-3FEA8489E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3851983" y="2635568"/>
            <a:ext cx="2244017" cy="61282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FC6E8"/>
            </a:solidFill>
            <a:prstDash val="solid"/>
          </a:ln>
        </p:spPr>
      </p:sp>
      <p:sp>
        <p:nvSpPr>
          <p:cNvPr id="32" name="PPAGENT_CONNECTOR|from=layer-platform|fromSide=top|to=layer-app-1|toSide=bottom">
            <a:extLst xmlns:a="http://schemas.openxmlformats.org/drawingml/2006/main">
              <a:ext uri="{FF2B5EF4-FFF2-40B4-BE49-F238E27FC236}">
                <a16:creationId xmlns:a16="http://schemas.microsoft.com/office/drawing/2014/main" id="{A37206A3-4741-4017-A090-5D40C0FC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5347994" y="2635568"/>
            <a:ext cx="748006" cy="61282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FC6E8"/>
            </a:solidFill>
            <a:prstDash val="solid"/>
          </a:ln>
        </p:spPr>
      </p:sp>
      <p:sp>
        <p:nvSpPr>
          <p:cNvPr id="33" name="PPAGENT_CONNECTOR|from=layer-platform|fromSide=top|to=layer-app-2|toSide=bottom">
            <a:extLst xmlns:a="http://schemas.openxmlformats.org/drawingml/2006/main">
              <a:ext uri="{FF2B5EF4-FFF2-40B4-BE49-F238E27FC236}">
                <a16:creationId xmlns:a16="http://schemas.microsoft.com/office/drawing/2014/main" id="{84CBC7DB-50E7-4F70-B960-C40FCDF4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096000" y="2635568"/>
            <a:ext cx="748006" cy="61282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FC6E8"/>
            </a:solidFill>
            <a:prstDash val="solid"/>
          </a:ln>
        </p:spPr>
      </p:sp>
      <p:sp>
        <p:nvSpPr>
          <p:cNvPr id="34" name="PPAGENT_CONNECTOR|from=layer-platform|fromSide=top|to=layer-app-3|toSide=bottom">
            <a:extLst xmlns:a="http://schemas.openxmlformats.org/drawingml/2006/main">
              <a:ext uri="{FF2B5EF4-FFF2-40B4-BE49-F238E27FC236}">
                <a16:creationId xmlns:a16="http://schemas.microsoft.com/office/drawing/2014/main" id="{3B157A62-7C32-45C6-898F-7DBC8C2E7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096000" y="2635568"/>
            <a:ext cx="2244017" cy="61282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FC6E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761379775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2026-08-13T06:11:54.4220000Z</dcterms:created>
  <dcterms:modified xsi:type="dcterms:W3CDTF">2026-08-13T06:11:54.4220000Z</dcterms:modified>
</coreProperties>
</file>