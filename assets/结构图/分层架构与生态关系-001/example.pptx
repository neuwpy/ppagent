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dc5c3eff55434e" /><Relationship Type="http://schemas.openxmlformats.org/officeDocument/2006/relationships/extended-properties" Target="/docProps/app.xml" Id="R6fea15fd67424e6f" /><Relationship Type="http://schemas.openxmlformats.org/officeDocument/2006/relationships/officeDocument" Target="/ppt/presentation.xml" Id="R93a46cca2f7a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93b67d2ab4a91"/>
  </p:sldMasterIdLst>
  <p:notesMasterIdLst>
    <p:notesMasterId xmlns:r="http://schemas.openxmlformats.org/officeDocument/2006/relationships" r:id="Rc2f535d1637b4648"/>
  </p:notesMasterIdLst>
  <p:sldIdLst>
    <p:sldId xmlns:r="http://schemas.openxmlformats.org/officeDocument/2006/relationships" id="256" r:id="R325063d9763148fb"/>
    <p:sldId xmlns:r="http://schemas.openxmlformats.org/officeDocument/2006/relationships" id="257" r:id="R208a94248b0148ab"/>
    <p:sldId xmlns:r="http://schemas.openxmlformats.org/officeDocument/2006/relationships" id="258" r:id="R79d929c74a5649de"/>
    <p:sldId xmlns:r="http://schemas.openxmlformats.org/officeDocument/2006/relationships" id="259" r:id="R1c38402d15c44956"/>
    <p:sldId xmlns:r="http://schemas.openxmlformats.org/officeDocument/2006/relationships" id="260" r:id="Raf85eaa671944a9d"/>
    <p:sldId xmlns:r="http://schemas.openxmlformats.org/officeDocument/2006/relationships" id="261" r:id="R7c5b7f2f0eb04f16"/>
    <p:sldId xmlns:r="http://schemas.openxmlformats.org/officeDocument/2006/relationships" id="262" r:id="Re0312f8c925147cc"/>
    <p:sldId xmlns:r="http://schemas.openxmlformats.org/officeDocument/2006/relationships" id="263" r:id="R049ed0371c8142a9"/>
    <p:sldId xmlns:r="http://schemas.openxmlformats.org/officeDocument/2006/relationships" id="264" r:id="Re1a1f1ded7984985"/>
    <p:sldId xmlns:r="http://schemas.openxmlformats.org/officeDocument/2006/relationships" id="265" r:id="Rc5bf3728b1d94a8c"/>
    <p:sldId xmlns:r="http://schemas.openxmlformats.org/officeDocument/2006/relationships" id="266" r:id="R595b75eb739c48a7"/>
    <p:sldId xmlns:r="http://schemas.openxmlformats.org/officeDocument/2006/relationships" id="267" r:id="R90583ee83341461a"/>
    <p:sldId xmlns:r="http://schemas.openxmlformats.org/officeDocument/2006/relationships" id="268" r:id="R8a20d0276d364b54"/>
    <p:sldId xmlns:r="http://schemas.openxmlformats.org/officeDocument/2006/relationships" id="269" r:id="R9d9f170c5b554904"/>
    <p:sldId xmlns:r="http://schemas.openxmlformats.org/officeDocument/2006/relationships" id="270" r:id="R31b490c9e51e4c4a"/>
    <p:sldId xmlns:r="http://schemas.openxmlformats.org/officeDocument/2006/relationships" id="271" r:id="R6faa3b93a6804a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d64fccbb94244" /><Relationship Type="http://schemas.openxmlformats.org/officeDocument/2006/relationships/slideMaster" Target="/ppt/slideMasters/slideMaster1.xml" Id="R5e193b67d2ab4a91" /><Relationship Type="http://schemas.openxmlformats.org/officeDocument/2006/relationships/notesMaster" Target="/ppt/notesMasters/notesMaster1.xml" Id="Rc2f535d1637b4648" /><Relationship Type="http://schemas.openxmlformats.org/officeDocument/2006/relationships/presProps" Target="/ppt/presProps.xml" Id="R3af2fa1f35b64cb1" /><Relationship Type="http://schemas.openxmlformats.org/officeDocument/2006/relationships/tableStyles" Target="/ppt/tableStyles.xml" Id="Rbcf271f21b9b4840" /><Relationship Type="http://schemas.openxmlformats.org/officeDocument/2006/relationships/slide" Target="/ppt/slides/slide1.xml" Id="R325063d9763148fb" /><Relationship Type="http://schemas.openxmlformats.org/officeDocument/2006/relationships/slide" Target="/ppt/slides/slide2.xml" Id="R208a94248b0148ab" /><Relationship Type="http://schemas.openxmlformats.org/officeDocument/2006/relationships/slide" Target="/ppt/slides/slide3.xml" Id="R79d929c74a5649de" /><Relationship Type="http://schemas.openxmlformats.org/officeDocument/2006/relationships/slide" Target="/ppt/slides/slide4.xml" Id="R1c38402d15c44956" /><Relationship Type="http://schemas.openxmlformats.org/officeDocument/2006/relationships/slide" Target="/ppt/slides/slide5.xml" Id="Raf85eaa671944a9d" /><Relationship Type="http://schemas.openxmlformats.org/officeDocument/2006/relationships/slide" Target="/ppt/slides/slide6.xml" Id="R7c5b7f2f0eb04f16" /><Relationship Type="http://schemas.openxmlformats.org/officeDocument/2006/relationships/slide" Target="/ppt/slides/slide7.xml" Id="Re0312f8c925147cc" /><Relationship Type="http://schemas.openxmlformats.org/officeDocument/2006/relationships/slide" Target="/ppt/slides/slide8.xml" Id="R049ed0371c8142a9" /><Relationship Type="http://schemas.openxmlformats.org/officeDocument/2006/relationships/slide" Target="/ppt/slides/slide9.xml" Id="Re1a1f1ded7984985" /><Relationship Type="http://schemas.openxmlformats.org/officeDocument/2006/relationships/slide" Target="/ppt/slides/slide10.xml" Id="Rc5bf3728b1d94a8c" /><Relationship Type="http://schemas.openxmlformats.org/officeDocument/2006/relationships/slide" Target="/ppt/slides/slide11.xml" Id="R595b75eb739c48a7" /><Relationship Type="http://schemas.openxmlformats.org/officeDocument/2006/relationships/slide" Target="/ppt/slides/slide12.xml" Id="R90583ee83341461a" /><Relationship Type="http://schemas.openxmlformats.org/officeDocument/2006/relationships/slide" Target="/ppt/slides/slide13.xml" Id="R8a20d0276d364b54" /><Relationship Type="http://schemas.openxmlformats.org/officeDocument/2006/relationships/slide" Target="/ppt/slides/slide14.xml" Id="R9d9f170c5b554904" /><Relationship Type="http://schemas.openxmlformats.org/officeDocument/2006/relationships/slide" Target="/ppt/slides/slide15.xml" Id="R31b490c9e51e4c4a" /><Relationship Type="http://schemas.openxmlformats.org/officeDocument/2006/relationships/slide" Target="/ppt/slides/slide16.xml" Id="R6faa3b93a6804a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f9990d6cf7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d4c17af8648a0" /><Relationship Type="http://schemas.openxmlformats.org/officeDocument/2006/relationships/notesMaster" Target="/ppt/notesMasters/notesMaster1.xml" Id="R302a8c7ff6484a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52df0e1d1240d0" /><Relationship Type="http://schemas.openxmlformats.org/officeDocument/2006/relationships/notesMaster" Target="/ppt/notesMasters/notesMaster1.xml" Id="R05a0d5522ae848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d3b0070bf48b4" /><Relationship Type="http://schemas.openxmlformats.org/officeDocument/2006/relationships/notesMaster" Target="/ppt/notesMasters/notesMaster1.xml" Id="R2c5b72466db649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ab2ffcab124b67" /><Relationship Type="http://schemas.openxmlformats.org/officeDocument/2006/relationships/notesMaster" Target="/ppt/notesMasters/notesMaster1.xml" Id="Rb5bd03fc60744b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e8a8d3c52042d9" /><Relationship Type="http://schemas.openxmlformats.org/officeDocument/2006/relationships/notesMaster" Target="/ppt/notesMasters/notesMaster1.xml" Id="R7f867ce1171549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386310346642ff" /><Relationship Type="http://schemas.openxmlformats.org/officeDocument/2006/relationships/notesMaster" Target="/ppt/notesMasters/notesMaster1.xml" Id="R58a5beeb7a624d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a5b2b37904519" /><Relationship Type="http://schemas.openxmlformats.org/officeDocument/2006/relationships/notesMaster" Target="/ppt/notesMasters/notesMaster1.xml" Id="R936b03df0a0b43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d3728fc09144a6" /><Relationship Type="http://schemas.openxmlformats.org/officeDocument/2006/relationships/notesMaster" Target="/ppt/notesMasters/notesMaster1.xml" Id="Rc991a5bc41f64a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69f5c310c54f0c" /><Relationship Type="http://schemas.openxmlformats.org/officeDocument/2006/relationships/notesMaster" Target="/ppt/notesMasters/notesMaster1.xml" Id="R31ca10e12b5549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4544f675764fef" /><Relationship Type="http://schemas.openxmlformats.org/officeDocument/2006/relationships/notesMaster" Target="/ppt/notesMasters/notesMaster1.xml" Id="R8882e21930394f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19a561c3d14d69" /><Relationship Type="http://schemas.openxmlformats.org/officeDocument/2006/relationships/notesMaster" Target="/ppt/notesMasters/notesMaster1.xml" Id="R7c7e58126b6549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bd59829ef4416f" /><Relationship Type="http://schemas.openxmlformats.org/officeDocument/2006/relationships/notesMaster" Target="/ppt/notesMasters/notesMaster1.xml" Id="Rbad79ead26a64f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3a57de88bf4f85" /><Relationship Type="http://schemas.openxmlformats.org/officeDocument/2006/relationships/notesMaster" Target="/ppt/notesMasters/notesMaster1.xml" Id="R01d5dba2c98642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82b0fbd2f949ca" /><Relationship Type="http://schemas.openxmlformats.org/officeDocument/2006/relationships/notesMaster" Target="/ppt/notesMasters/notesMaster1.xml" Id="R2c93b38089af4a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22c4eb5f5040b7" /><Relationship Type="http://schemas.openxmlformats.org/officeDocument/2006/relationships/notesMaster" Target="/ppt/notesMasters/notesMaster1.xml" Id="R99a09c1004da47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5ae59388d245d5" /><Relationship Type="http://schemas.openxmlformats.org/officeDocument/2006/relationships/notesMaster" Target="/ppt/notesMasters/notesMaster1.xml" Id="R0e4f3010a488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834e1fa1848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af8b0bf654cb8" /><Relationship Type="http://schemas.openxmlformats.org/officeDocument/2006/relationships/slideLayout" Target="/ppt/slideLayouts/slideLayout1.xml" Id="R568a9164cc06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a9164cc06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d288d24a843ce" /><Relationship Type="http://schemas.openxmlformats.org/officeDocument/2006/relationships/notesSlide" Target="/ppt/notesSlides/notesSlide1.xml" Id="Rec16dd32ed2746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89d9590564c2d" /><Relationship Type="http://schemas.openxmlformats.org/officeDocument/2006/relationships/notesSlide" Target="/ppt/notesSlides/notesSlide2.xml" Id="R2f85b2d5237a45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869d5bc1c4110" /><Relationship Type="http://schemas.openxmlformats.org/officeDocument/2006/relationships/notesSlide" Target="/ppt/notesSlides/notesSlide3.xml" Id="Rba4a2529a03e48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1e653521246b9" /><Relationship Type="http://schemas.openxmlformats.org/officeDocument/2006/relationships/notesSlide" Target="/ppt/notesSlides/notesSlide4.xml" Id="R8f22abc9a92d48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48376a524edf" /><Relationship Type="http://schemas.openxmlformats.org/officeDocument/2006/relationships/notesSlide" Target="/ppt/notesSlides/notesSlide5.xml" Id="R8481f738bde84d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4b487dfa447dc" /><Relationship Type="http://schemas.openxmlformats.org/officeDocument/2006/relationships/notesSlide" Target="/ppt/notesSlides/notesSlide6.xml" Id="R98914aefb1b145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f8e88a8df41a0" /><Relationship Type="http://schemas.openxmlformats.org/officeDocument/2006/relationships/notesSlide" Target="/ppt/notesSlides/notesSlide7.xml" Id="R6285da04a95f4d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f0895f21842ae" /><Relationship Type="http://schemas.openxmlformats.org/officeDocument/2006/relationships/notesSlide" Target="/ppt/notesSlides/notesSlide8.xml" Id="Rc6262e1da1e44d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f34bbefc542d4" /><Relationship Type="http://schemas.openxmlformats.org/officeDocument/2006/relationships/notesSlide" Target="/ppt/notesSlides/notesSlide9.xml" Id="R8d2733d92b9140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eab5056774f45" /><Relationship Type="http://schemas.openxmlformats.org/officeDocument/2006/relationships/notesSlide" Target="/ppt/notesSlides/notesSlide10.xml" Id="Rc9fd1f3a3dcc43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6ee284324431c" /><Relationship Type="http://schemas.openxmlformats.org/officeDocument/2006/relationships/notesSlide" Target="/ppt/notesSlides/notesSlide11.xml" Id="R12e2ae54ffb449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46d1e1bc4c59" /><Relationship Type="http://schemas.openxmlformats.org/officeDocument/2006/relationships/notesSlide" Target="/ppt/notesSlides/notesSlide12.xml" Id="R548c7bb9fd2345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faf3d3f1342b0" /><Relationship Type="http://schemas.openxmlformats.org/officeDocument/2006/relationships/notesSlide" Target="/ppt/notesSlides/notesSlide13.xml" Id="Rd0e0679279b44e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35c2e62b14432" /><Relationship Type="http://schemas.openxmlformats.org/officeDocument/2006/relationships/notesSlide" Target="/ppt/notesSlides/notesSlide14.xml" Id="R1fd7ad2fc8e14b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1aefec67d4211" /><Relationship Type="http://schemas.openxmlformats.org/officeDocument/2006/relationships/notesSlide" Target="/ppt/notesSlides/notesSlide15.xml" Id="R6441d9d2ae7d48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16407ca504253" /><Relationship Type="http://schemas.openxmlformats.org/officeDocument/2006/relationships/notesSlide" Target="/ppt/notesSlides/notesSlide16.xml" Id="Rdeffeb2f9f69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ABF41-B441-4747-9034-7AFB454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F6F4-D5C8-410E-83D7-2C2FE4E7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ABC0C0F4-9C5B-4C20-A4A0-A2C2D3C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49E7CA1-C6F0-4F3E-886F-D1FD7F6B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B5C08B1-0113-4B17-80C7-422BDD0C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6668DD6F-52AD-449F-B835-1D508AD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F6416A5E-22FE-461B-9CF9-2D5EEF0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9826E43-D693-4F68-A206-ACD0B04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2079721D-917C-47BD-9576-635EAA5E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0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9F33756-B63C-4836-A3A6-A16FED39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1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DD76E20C-208B-4937-8DCF-C56D4AA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13B19B0-626B-4590-9F52-0381D1F5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3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418F1E5-7D67-4CBF-8960-14D5C945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4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B3DAD56-3532-48AC-A69A-6FF17671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5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3EEC65E-D252-47B2-9492-D9B0AF90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DA63DA01-E330-48E6-8EBD-4CEED513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0323D6B4-0F82-4362-AB62-6E44328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68A43687-01AA-468F-A4EF-B934D59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7909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21EDD-1472-4A9F-AF69-BD9CF294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E85DC-C433-41F2-AA52-DE5D43CF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9234DE4-11A3-4380-8F74-4B94E64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EC378CD1-30C7-4B6B-B84E-018549E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ADDC316-593E-4C86-8BA2-678288D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5163453-B1D6-44D0-AEE8-803E85B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C90F8B3-7AA6-4E29-B627-FCB714BD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3B2445C-9EC3-40A2-A3FA-E1162463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49A7C2B3-C3EE-453E-954B-3BE7623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0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6EFE8AFD-2908-43ED-A419-BD0DE2C0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1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22D9A93-7096-4E69-94C6-94DF931F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EFC3C8D-A1B7-4EC7-B56A-FB0E3106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3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C44DB04-0FCF-4254-B4EE-A2E3DA5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4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CC2FC33-6F47-4E44-BF8C-EF0CD4E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5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477EBDC0-5627-4553-A227-A96368E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32AF9B2-BD62-4B04-807C-E452734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F3099363-FB3D-43D4-A6E4-130112DC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410FDE68-E4A2-419E-BED3-1986680B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63372DEA-5333-4854-B3AF-4B66FF7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68AFE347-E85F-4AED-A6A1-9413620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3775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1831E-D9DE-4383-BA92-B448AEF0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5F31-BCEE-452A-8113-168E46CB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623ADF8-E765-4DFA-8806-42F555A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41C35D0D-4A98-4517-B512-0CA6BAED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1D560669-C34C-412F-9987-436D6B01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0B6D7879-4C59-4CD5-ABB8-60D88FB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4569506D-22EB-4CE1-9DDA-D4186DB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0F963CB2-5490-4496-BA12-37F1F2B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B926CE6A-D6E5-4B88-9D76-7D3374B9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0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E1553AA-DEEC-418E-90AE-405372DA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1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F627470-696B-4348-AB26-DDE37F97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D6CAE7F7-6E5F-45D4-AA4F-250633CD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3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F011A406-903D-48CC-8D8A-4799965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4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2AC1C39-1676-4CAE-9E61-313E72C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5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869CA30-66C3-4D27-A0B4-8BA12B6F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D7C4125-E4E9-43B8-AD90-A9930D3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A4F31A7-CD2E-40B5-83E7-730CF371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AF62C6AA-D824-4692-B93A-EA2FF35B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337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2A80B1FE-85D9-40A6-9B52-F6E33B6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35B3B5D8-BE04-47FE-B10E-A576060F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C76CBB23-7DDB-4384-8069-325C135A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8233A198-C97A-4607-97F1-AFD336B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4983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8FE23-0683-49F2-9A63-5D653AF6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4D627-85CB-4D7A-BD38-65D75676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11F9C4FC-BBE3-4851-818B-1417AB1F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E3CA337-87A8-417E-B08E-8CD9532A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2E423C97-9243-4F77-AFF2-A1971395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EE59A40B-42D4-4572-A52F-448A4817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66A6A406-8DE3-4DCB-B1C4-C6BD2F0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EB666AFB-DE73-4447-B1AC-19B3E03B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F74895BB-73EE-4FEE-9120-722A8BCC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0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83572AD-FF5E-45E2-8A54-B1244DDE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1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C2712CC-70F0-4789-B3E2-F01AA04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E197112-3DC7-4737-82C6-D56D80C7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3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95B7C0B9-B1A3-4120-9571-769C459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4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8B7A6A0E-DB3F-4DDD-8FEC-045EF9C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5" name="PPAGENT_QA|parent=layer-app-5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16AA56F-04B9-4FB9-B3FA-E8917E3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16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468A835A-8CDA-4BEE-A3D6-1E7812E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4FFDE71-0AEE-4361-80AC-841DAFE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6353AAB-1782-4C11-927F-9DBF6C20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D644B1CE-0909-487F-ABD3-4B138DB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92563092-465B-4C03-A338-0B3A3FBE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926C73EB-63DD-49B5-A147-4BD54102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95D6A5AC-86B7-469D-B103-AFD3A63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55B9262A-D8D9-4FA8-B090-452D0199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5|toSide=bottom">
            <a:extLst xmlns:a="http://schemas.openxmlformats.org/drawingml/2006/main">
              <a:ext uri="{FF2B5EF4-FFF2-40B4-BE49-F238E27FC236}">
                <a16:creationId xmlns:a16="http://schemas.microsoft.com/office/drawing/2014/main" id="{011E85C0-FD31-4417-93DB-38696CE1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1412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4C751-3DA9-4150-9E09-2BC147D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E37AA-7F19-4974-8AD6-55E92348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71AA063-4A1B-40DA-8226-E1A45E0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A2E2C671-6CD1-4215-A551-FEE5D32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FE2ED5D4-89CC-4DAA-A67C-22A35449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B5D3B4B-0308-4673-BA66-C4E2994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9F70113-7EE4-46A2-AF58-1D15F63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A288F0E9-163D-4AA0-B5E5-90D4CE06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B9AD79EF-95E0-4965-A54C-64BB9D68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F046801A-B7A1-4918-AE0B-B963ABC4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1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E4AA6EE-3DD4-4AC6-B8EA-DCD7CE5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2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FF5B675-1B2D-457C-9A76-698A24DA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3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22F99A2-7495-4332-A1D5-B0EC270C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4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D95E7B9-4B03-4405-B6CB-3BA117E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5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86C65B5-4FCD-4F21-B751-CA23406F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4EA9EA88-12AB-49E6-89DE-B3813FC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CCEAA88-A7C5-48BC-8FA0-1CD69CFF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9C7F58D1-279B-4D27-9695-E27F479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79C82786-8ABF-4514-9E7C-84EEED95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CD9FB14B-2AEC-4906-8356-B265ABF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146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D5A65-F55D-4797-89A9-84E39E3F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167F2-CF9F-45C7-8235-8BD7201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E625D5CD-BE20-45A5-83F0-F83C55D6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E1ECEB7-C835-40BC-AA72-3CE9328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33C71BA-5376-431F-BA3D-8E3112EE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AE8845FF-F57C-471A-8B68-AE2C20C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FF08A80-7810-4855-9E3E-1D204CBB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FBAA91A-D796-4604-AC8D-422D335C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7659200-F310-4B9F-A43B-A66434E8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3A8CF546-2570-48F0-A72E-0C9DEC9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1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9336BF0F-8D91-4A43-9919-64920DE5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2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64C1FB7-35BB-4822-8D46-0B070EE0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3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9AA753E-1CA4-4C70-A648-8FF7DB08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4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63733FCF-318D-4BDF-AFA8-866580A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5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2A4A421-ACDF-4D0E-9A9F-D4F2274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2DD77DA-EFA0-4019-A4D0-B1CF4CD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F3C5D79-9B51-4CBA-B4A2-9521058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40B6C71A-B6A2-4406-9F60-BB1A3F75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82D89509-1ADC-42F4-A1A4-AB5BC859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8615AC76-76B3-416C-824E-A5F2E92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6D3E876A-FD9B-4878-BF96-F0158BE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0D12C0E0-126D-4436-8F34-2A2E282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5441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A3798-E616-4300-9C7E-29FE54B9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41DD3-1681-4043-B789-55B40C1B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AA5C6630-7B9E-4966-928D-5E142632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A09F7011-BF85-4947-8C31-90C04E1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26770F5C-2169-43E4-8B50-354AE46B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92ABA5C-9A47-4946-8CF0-E7CD27DA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9CE68E6-5F91-4477-8035-DF8C56E6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B219898-FF58-4873-BC92-C77EA253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BBDFD66-AB9A-4142-9989-ABA5545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C816F081-CF3C-482A-9D15-8C1BC8A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1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D03DE19B-6251-4287-BA1D-BC4AC92A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2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669BE0E-C69E-4033-A64E-4D81A66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3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510CE90-D427-4D86-8B2A-CD2CA489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4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DD1B245-E613-4F30-A880-FA9F2939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5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0ED0519-6360-4674-A9CA-5D216BDC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6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6167EC9-1B36-481E-BD03-56DCD9D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C9240D25-C427-4AE1-8417-7CC6468C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5AAE6BE-8D68-4C5D-9046-E1A17E5C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D4CA4DF-8451-4846-9094-C4CCB64E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2143128E-7FAF-4563-B88C-F038C984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337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EC09DD04-645B-428B-B5CA-835CF03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913329BF-53F2-497D-86F9-964EA10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AE23FC20-ABF3-440E-B2B7-08E47C8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F8035331-89C7-4457-B5C9-BD7243D3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5627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065F0F-7B8E-4879-AE57-A47FC37F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A537B-F715-4520-A503-0F6E953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765B03AD-5BE1-4D97-93B2-F12EBBD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DA4C0784-DA91-4C50-8EEF-436B9EF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F01E0F2-0986-41AA-8012-B7DDB3F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2B2D57F-34CA-4E8E-A9E4-DEF4CD67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4A4F70A-BBD3-4257-87BF-47C496D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E0F63E48-C25D-47FA-9340-CEBDB6F7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3F1D935-BBC2-4E63-A0E0-793FD20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2667956D-A0C2-41BA-9440-EDE6594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1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637E0FC-DBAC-4D47-84A3-10E0CA3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2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54C37CE7-6303-4D1E-A25C-33217EE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3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2F5E75E-9411-4CF4-A365-F58AACDC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4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1E27725-3AAE-4929-A198-9C55D616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5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AE82E95-4C78-4791-847B-73782828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6" name="PPAGENT_QA|parent=layer-app-5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B5706DC-9CD4-4740-A8CF-B6ED501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17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A17C5A9-FE59-46E4-880C-4CF4F77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B8E9664-D96E-4B05-9B20-6A8F8D55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87540A8-4BBF-4330-9DED-294CB63B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2B18C30-2CB5-4F60-B3A9-D6F02CB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52FD6DBC-B740-45D3-B0A6-1918CD33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8A841B2D-F1FA-4C58-B5F9-9ABA54F0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3973F4EA-65D8-4F51-82B4-81FA1F83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4F4E023E-D8A8-405E-891E-952A75A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5DE291F3-A507-4B1B-B280-247747F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5|toSide=bottom">
            <a:extLst xmlns:a="http://schemas.openxmlformats.org/drawingml/2006/main">
              <a:ext uri="{FF2B5EF4-FFF2-40B4-BE49-F238E27FC236}">
                <a16:creationId xmlns:a16="http://schemas.microsoft.com/office/drawing/2014/main" id="{3A2AFB27-83D8-4B99-BC3D-1EDADD9D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8567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4B28E-71E8-4E62-8B65-55EFCCD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CA350-F53D-4046-B99D-BBD7D656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94AA8086-6145-49DB-BF9D-5BE7279C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0F915B8-F822-4AA3-87C1-E6A5E03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E6E9EBA-1478-4C67-A645-EC902AAF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07E58DB8-274C-4607-AE79-E1B12261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99BFC60-06DF-4002-B2F6-C627076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240A9BE-D302-4523-8444-D410DD9A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BD81D10-39F4-48D1-B6B6-2EE1DEA3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A2DA30C-0A6C-45D2-827F-8F9BB2D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C9030CD7-3F8A-44E7-A7D1-0DE0827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2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EAB331D-3D05-4B6B-8607-4B6B7A05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3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8928ED4-C373-4F69-BC48-9195120B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4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891243D3-6AA0-42C2-843F-82C578E4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5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C071899C-7857-4738-A740-29631C19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6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92FE57E-A295-4C79-8175-4CB340A3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14880D6-F609-4F9C-9B23-FB50CD29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499208C-8113-4957-A6F6-A65AEFAB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CE66710-46EF-4176-8F1E-AA818C8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1B143C7E-8F4E-408A-9630-04C2DD6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E10C62F0-B9E0-4B5C-8DFB-93DECE9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4945012D-9E89-4B39-8387-C1356E7B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8890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528E96-9BC4-4F22-8453-E1E088B2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CD5AB-B1C2-476A-B18B-CAD3455B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7623A835-4562-414F-83D1-B99B8C39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FB125D3-105E-4233-89A8-E3553DA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609B9BF5-37F2-4F88-A426-AC3A74AC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541036A-FEC4-49F6-A2A5-15B06A00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539621C-CB7E-4812-8BF0-2C422C20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2B54C2E-3C40-4857-A9D2-1DE46C4D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15752A4-BC29-4D1E-B84F-F9FA14D7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EC504956-1069-4E36-9EA6-D3B84C12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9DF8FA35-26ED-4F20-A744-CD45CF00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2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32C902EA-74DE-48BD-BF5D-45AA6424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3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59D3FCB8-A6CA-42F0-BDAF-A8A493FA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4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FFA4EAC-0C66-4EF9-92F3-B13D17C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5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70D206E-DDBE-48B5-A94F-ECDD2ABF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6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83261E4-BE60-43F5-AA0D-3F36C91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816B251-C6DC-4699-B09F-755DF44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F4B57B4-B140-4D65-879B-9DD9878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5F4F3E3-D365-4D43-802D-686A6D9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E3264F7-D9B9-46D8-A6E1-479E821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1641C96C-AEE3-47CB-99FD-0DF31208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256ECEA8-4C6A-4948-A670-307E77E5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FF578D04-650D-4B39-9B92-95746BE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E84697BB-57DE-4573-AF1D-63D9076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8017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B3980-A02A-4A0B-AAA6-DF56497E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2A370-8E31-4264-86E2-81C6823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E5EA351B-440A-4DB2-8E08-D99CC31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D3766FD-C966-4C24-B827-6820FCF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89F6011-4FFB-4169-A2C8-9C9C3891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AF9BD02-CF61-4DDA-A065-BD2C92D3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A7430514-1F43-42A7-AB58-A290676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962CA120-7BEF-4682-9A44-FB6FFB1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F1242D2C-0BC7-46A6-A7C7-CEE592AB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AB6EBC7-2A6E-47B5-91DA-892FC76E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1BC34D73-3499-49DB-9A20-17B8FD0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2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5BE2344-A070-48C4-826A-AE26017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3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611E7C62-6E53-492A-A2AD-F9FEB5A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4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8528F938-9028-46D2-8DAB-CD6FBD6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5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13A7CD0F-42F9-4A71-A10B-DA444868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6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128C023F-0304-4DE6-AF8F-54D4725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7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8B0D386F-40FC-44A4-8406-43C5B201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989DD28-8BD9-4487-8217-1F2C0C0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76E6ADF1-EA9A-428D-BCD1-7AE90E2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010921D-B3C4-4EB6-B32C-1BC7DE07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6610941-2DC4-4688-8DB9-0D0F6956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2AC495BD-93CB-406A-982C-6B4B668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337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89390642-1025-4D98-A77A-C63DC43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C91F0FFB-5BBE-4960-B775-36BF439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E55B4659-858E-486B-882F-E72B8E3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30600688-3E17-4A36-82C7-71D8C36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7957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0235D6-03A8-442C-8097-6434DAC7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04C4C-3E3D-4E2C-981E-452A69A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3BC4058-9D7F-4723-8842-4E10ACF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3F5B6659-0E05-4E65-BD77-B2FCDBE2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336B0C9C-E66A-409A-999A-5C777374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3B70C588-1BE7-401B-A12C-2472D807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6B742465-66DE-469E-95D6-625809A3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9B02277-8277-406D-9F73-F516079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C76E725-440D-4F55-94DE-65FD3CF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76AEC36-2B9B-429A-81D2-F59C4053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F9A3C7E2-97AF-4EC6-AC72-5D976436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2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D3C4D635-985A-493A-968B-69315D4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3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6E7BFBE-B51A-433C-AA57-0D193702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4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EE7BE65-DDB7-4603-89B3-A02D6632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5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F1D509D5-3A8B-40BF-9834-8C48E8BB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6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97709F8-F4A5-4B92-B055-9C12CE42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7" name="PPAGENT_QA|parent=layer-app-5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6562E68-4110-4A2E-A6B4-46A88395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18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E38C8B3-5233-41DA-A02D-E6DAFF81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537FF85-359B-44B6-A062-9BD96B80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C8117B97-364C-4FDE-A837-57139FC0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419100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4B84E0C3-A751-4A33-8256-CDFDD705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142875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577DB47-7D35-4EED-8A2C-D33FC65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857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E9E98271-A02A-43A9-9BAF-C26B0C4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A6C1E425-E8DC-42D6-B133-A9FF9402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BDEC97F3-4CE9-441C-9526-864928F6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0D0E6D65-311F-4587-89BB-98E79C2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7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756CA328-9036-402B-A4C5-D75B5296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8" name="PPAGENT_CONNECTOR|from=layer-platform|fromSide=top|to=layer-app-5|toSide=bottom">
            <a:extLst xmlns:a="http://schemas.openxmlformats.org/drawingml/2006/main">
              <a:ext uri="{FF2B5EF4-FFF2-40B4-BE49-F238E27FC236}">
                <a16:creationId xmlns:a16="http://schemas.microsoft.com/office/drawing/2014/main" id="{71C6D291-CC6A-4CCD-8CC0-792D4750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9097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80B64-445F-411E-AC2F-A997C6DA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25F3D-2DB1-4767-87B0-DD696170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C6129814-DEC7-4125-AD3F-453F6E3C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E2BD5940-D754-4386-B327-AB09F129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00118C1A-62E4-4805-989C-BD193348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010DD9D-0B63-49C0-9288-5AAFE36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02319C6-BEFE-4187-8931-2004ECAA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4B5FFED-C778-4182-A6E0-EEFB4C1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D5583B5-E20B-47FC-A41D-8BA10BDC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041D8BF3-F113-4C7E-9CC9-DEC179D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source-5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963E90A5-C699-47A2-B2E1-68828558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0C6159D4-2429-4BAE-B801-4650F2A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5C204DE-8C51-4A28-8C5B-3DB4DAA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4BF2D92-3E5E-4BC8-9516-4AB44C96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5B1B166D-95CA-45CB-98A8-2FC2A3F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6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8564FE2-4BF9-4B34-B7FF-3E795F7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7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F602048-EE0F-4784-A67B-6BF673DC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262E3C6D-2037-4737-B696-799FBD7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86DE369-6BA2-42AB-B7F7-C3B06C42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46EFED1-347F-4FEB-9B48-6AD6D05F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5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D541B6ED-CB4F-49CF-B080-6E4AEA8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27200649-4528-477A-8C37-970B541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DE2D2524-8CB4-4EF2-BFE8-07A3A0FF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6EB4FE37-8776-4F41-B239-B491D806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947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3E933-903D-46AA-B029-B017634F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AB91-E365-46B7-A528-D7645E2D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628F92A1-2FC4-4A5A-9D50-CD00B90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DF549B37-4B45-4C0D-8607-47D5D37E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BC6BF078-358A-4A1B-9ADF-31EC887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B30D3722-ACA3-46E6-A895-587227B5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A421AA4-10BE-4232-AA4B-39DE08BB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BFB00B7-8FBA-43BD-9C44-33E7F2E4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74777F3-1607-4783-890A-CD70D5F9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82A32A81-AFC9-4659-B102-8F6AE5C6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source-5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C9B3E625-31DA-4B3D-A980-1F49020A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42452B28-FEFA-4C3B-899D-D36058F4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99E76FD9-0402-46C6-83FE-11FEA4D4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71AC736C-0E37-4166-9F30-51790B35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45BB002-4162-4956-92F5-44EE7A8F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6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1BFC068-9175-476E-9ED8-80D1805B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7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36F4272D-FC9A-4C52-AFE0-4EBA705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8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C327524-3FBF-4C35-8FEB-2764E12F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66FF8D4-4E2C-45C2-A999-8587EB99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C890E58-097A-4AF7-8A81-3724826B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F05785D-C9F8-4516-9A02-83346919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source-5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2812AB9-DA26-4874-B6E8-4E6923C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9011BE4D-2C69-43E7-8836-AA680711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332CA0E1-0982-4A89-870C-87F0B51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8D668C73-0C44-4B10-AFEE-C4E65C9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3B553964-1175-431E-B881-4F1887E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50320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729A33-8826-4ED5-B46A-2A129F8D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2A231-223C-4639-B492-B7C2621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89B9B265-DAC7-46F6-ABB4-387DA1E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E39A8223-BCDC-4AEC-A615-F0278680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89ACBEEB-F2EE-47FF-959E-C79AA811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1D200E78-1755-42B7-8E3A-2E6CCC6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D77E5AF-6825-498E-987B-964DD4A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0027EF8D-B72A-47EC-8775-4B5162E9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BB43F8FA-9757-4982-87C2-713C4AC3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DB0C4583-5B55-469A-88C6-4022BC9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source-5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F84D2556-B17C-4286-A38B-294C17F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19F90795-48BD-4F04-99EF-9D83B59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821FA20-5F73-4CA4-8FEF-032594B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568B132A-4441-4D1B-89C9-B48982F0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2D562A25-FAD1-4590-8A56-6F4DB482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6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BA9E2B33-D8ED-4DD8-8562-DA224A7C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7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0AD14D85-B933-4EAD-9FC0-948BD8E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8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B549340-04BA-4081-9E13-777EDD8D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19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5B09C0C3-AA1E-4EE4-90B9-6B705C52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AB3A87E-F4BA-4EBD-85AE-A77F461B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0F5E9755-FF63-4CED-84B0-6B2ED2F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8C97725B-843E-4B1D-A2C4-3B439DE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source-5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E2CF93D7-5106-43DF-95A9-5A991746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1181CF7B-CA6B-4B73-8DF4-BBC8D8B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9337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1FD6038E-EBF0-4BC6-9647-98CF7EF7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51485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31642509-E458-49F2-A626-1F60F376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7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83E9BC50-8376-440F-A43E-032FF04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15811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8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E43A8940-7BC6-4DD0-AAE8-EE41FB03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1623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60426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97B10-5B8B-4A73-B8C9-D1919EAA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平台生态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7ED37-E393-4BC3-92F2-AAFD9BC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分层架构 / 生态关系</a:t>
            </a:r>
          </a:p>
        </p:txBody>
      </p:sp>
      <p:sp>
        <p:nvSpPr>
          <p:cNvPr id="3" name="PPAGENT_QA|parent=layer-label-app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BA211E80-827E-4C82-A7D6-FF0E859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4" name="PPAGENT_QA|parent=layer-label-platform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AA4B18B8-C7BE-4D27-B505-33E929A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中台层</a:t>
            </a:r>
          </a:p>
        </p:txBody>
      </p:sp>
      <p:sp>
        <p:nvSpPr>
          <p:cNvPr id="5" name="PPAGENT_QA|parent=layer-label-source|domains=layer-label">
            <a:extLst xmlns:a="http://schemas.openxmlformats.org/drawingml/2006/main">
              <a:ext uri="{FF2B5EF4-FFF2-40B4-BE49-F238E27FC236}">
                <a16:creationId xmlns:a16="http://schemas.microsoft.com/office/drawing/2014/main" id="{51092E26-BBB5-4E6A-9E48-0700202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云平台</a:t>
            </a:r>
          </a:p>
        </p:txBody>
      </p:sp>
      <p:sp>
        <p:nvSpPr>
          <p:cNvPr id="6" name="PPAGENT_QA|parent=layer-source-0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FDDBFBC2-29C8-477D-A76A-25DD0B79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</p:txBody>
      </p:sp>
      <p:sp>
        <p:nvSpPr>
          <p:cNvPr id="7" name="PPAGENT_QA|parent=layer-source-1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6D825A21-AF55-476F-8027-B16F5FD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8" name="PPAGENT_QA|parent=layer-source-2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A09980A-039F-433F-ADB3-7AB079F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文献资料</a:t>
            </a:r>
          </a:p>
        </p:txBody>
      </p:sp>
      <p:sp>
        <p:nvSpPr>
          <p:cNvPr id="9" name="PPAGENT_QA|parent=layer-source-3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2A8598A5-972E-4EEB-9B19-E4B1FFD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外部接口</a:t>
            </a:r>
          </a:p>
        </p:txBody>
      </p:sp>
      <p:sp>
        <p:nvSpPr>
          <p:cNvPr id="10" name="PPAGENT_QA|parent=layer-source-4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721791E3-189D-4B45-A78B-2AC81E50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设备数据</a:t>
            </a:r>
          </a:p>
        </p:txBody>
      </p:sp>
      <p:sp>
        <p:nvSpPr>
          <p:cNvPr id="11" name="PPAGENT_QA|parent=layer-source-5|domains=layer-node,layer-source">
            <a:extLst xmlns:a="http://schemas.openxmlformats.org/drawingml/2006/main">
              <a:ext uri="{FF2B5EF4-FFF2-40B4-BE49-F238E27FC236}">
                <a16:creationId xmlns:a16="http://schemas.microsoft.com/office/drawing/2014/main" id="{5BE1A4D5-A7CD-4B0E-A611-CE89ADF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53000"/>
            <a:ext cx="12573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2" name="PPAGENT_QA|parent=layer-platform|domains=layer-node,layer-platform">
            <a:extLst xmlns:a="http://schemas.openxmlformats.org/drawingml/2006/main">
              <a:ext uri="{FF2B5EF4-FFF2-40B4-BE49-F238E27FC236}">
                <a16:creationId xmlns:a16="http://schemas.microsoft.com/office/drawing/2014/main" id="{FB17B61C-477D-491E-97D6-23AAC709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7810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统一研究与能力平台</a:t>
            </a:r>
          </a:p>
        </p:txBody>
      </p:sp>
      <p:sp>
        <p:nvSpPr>
          <p:cNvPr id="13" name="PPAGENT_QA|parent=layer-app-0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AF1813DF-B2C7-4D49-BFF4-F2F83C23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智能分析</a:t>
            </a:r>
          </a:p>
        </p:txBody>
      </p:sp>
      <p:sp>
        <p:nvSpPr>
          <p:cNvPr id="14" name="PPAGENT_QA|parent=layer-app-1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E88D1758-B4BB-4C34-97EF-D4BE2CCF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5" name="PPAGENT_QA|parent=layer-app-2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8D8DDEE-95A8-40C8-83DA-A666EF73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</a:t>
            </a:r>
          </a:p>
        </p:txBody>
      </p:sp>
      <p:sp>
        <p:nvSpPr>
          <p:cNvPr id="16" name="PPAGENT_QA|parent=layer-app-3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1CC17760-C949-475C-A09D-B5F0B293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成果服务</a:t>
            </a:r>
          </a:p>
        </p:txBody>
      </p:sp>
      <p:sp>
        <p:nvSpPr>
          <p:cNvPr id="17" name="PPAGENT_QA|parent=layer-app-4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CC9EF343-4246-4440-9E52-18DD4CD3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风险预警</a:t>
            </a:r>
          </a:p>
        </p:txBody>
      </p:sp>
      <p:sp>
        <p:nvSpPr>
          <p:cNvPr id="18" name="PPAGENT_QA|parent=layer-app-5|domains=layer-node,layer-app">
            <a:extLst xmlns:a="http://schemas.openxmlformats.org/drawingml/2006/main">
              <a:ext uri="{FF2B5EF4-FFF2-40B4-BE49-F238E27FC236}">
                <a16:creationId xmlns:a16="http://schemas.microsoft.com/office/drawing/2014/main" id="{4F2D2184-EAEA-4D15-BB69-1FD1D9B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24000"/>
            <a:ext cx="1257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持续评估</a:t>
            </a:r>
          </a:p>
        </p:txBody>
      </p:sp>
      <p:sp>
        <p:nvSpPr>
          <p:cNvPr id="19" name="PPAGENT_CONNECTOR|from=layer-source-0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67F1519B-1AE1-411C-ABB0-73D5499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0" name="PPAGENT_CONNECTOR|from=layer-source-1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B0426516-FFDC-416B-97A6-59E1CC3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1" name="PPAGENT_CONNECTOR|from=layer-source-2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FBF33AA5-A910-4547-BD84-E2D9945E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2" name="PPAGENT_CONNECTOR|from=layer-source-3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8AEA52CD-1402-4D87-9FD3-E172690B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7143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3" name="PPAGENT_CONNECTOR|from=layer-source-4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18BDF82D-F084-4CC5-821C-B432D50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21431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4" name="PPAGENT_CONNECTOR|from=layer-source-5|fromSide=top|to=layer-platform|toSide=bottom">
            <a:extLst xmlns:a="http://schemas.openxmlformats.org/drawingml/2006/main">
              <a:ext uri="{FF2B5EF4-FFF2-40B4-BE49-F238E27FC236}">
                <a16:creationId xmlns:a16="http://schemas.microsoft.com/office/drawing/2014/main" id="{8855785A-2283-49CB-926C-863DB90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191000"/>
            <a:ext cx="357187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5" name="PPAGENT_CONNECTOR|from=layer-platform|fromSide=top|to=layer-app-0|toSide=bottom">
            <a:extLst xmlns:a="http://schemas.openxmlformats.org/drawingml/2006/main">
              <a:ext uri="{FF2B5EF4-FFF2-40B4-BE49-F238E27FC236}">
                <a16:creationId xmlns:a16="http://schemas.microsoft.com/office/drawing/2014/main" id="{EDCB1A3D-E018-4FCA-8DD3-F8270CE5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6" name="PPAGENT_CONNECTOR|from=layer-platform|fromSide=top|to=layer-app-1|toSide=bottom">
            <a:extLst xmlns:a="http://schemas.openxmlformats.org/drawingml/2006/main">
              <a:ext uri="{FF2B5EF4-FFF2-40B4-BE49-F238E27FC236}">
                <a16:creationId xmlns:a16="http://schemas.microsoft.com/office/drawing/2014/main" id="{497732C8-D30E-42C7-B07C-C4EF6AD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724275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7" name="PPAGENT_CONNECTOR|from=layer-platform|fromSide=top|to=layer-app-2|toSide=bottom">
            <a:extLst xmlns:a="http://schemas.openxmlformats.org/drawingml/2006/main">
              <a:ext uri="{FF2B5EF4-FFF2-40B4-BE49-F238E27FC236}">
                <a16:creationId xmlns:a16="http://schemas.microsoft.com/office/drawing/2014/main" id="{8A020634-EC8B-45D4-A296-08104A10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305425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8" name="PPAGENT_CONNECTOR|from=layer-platform|fromSide=top|to=layer-app-3|toSide=bottom">
            <a:extLst xmlns:a="http://schemas.openxmlformats.org/drawingml/2006/main">
              <a:ext uri="{FF2B5EF4-FFF2-40B4-BE49-F238E27FC236}">
                <a16:creationId xmlns:a16="http://schemas.microsoft.com/office/drawing/2014/main" id="{F3EE171E-6C25-483F-B8B8-18F4E4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7905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29" name="PPAGENT_CONNECTOR|from=layer-platform|fromSide=top|to=layer-app-4|toSide=bottom">
            <a:extLst xmlns:a="http://schemas.openxmlformats.org/drawingml/2006/main">
              <a:ext uri="{FF2B5EF4-FFF2-40B4-BE49-F238E27FC236}">
                <a16:creationId xmlns:a16="http://schemas.microsoft.com/office/drawing/2014/main" id="{E02B5361-1E59-4602-8D2B-38CD829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237172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  <p:sp>
        <p:nvSpPr>
          <p:cNvPr id="30" name="PPAGENT_CONNECTOR|from=layer-platform|fromSide=top|to=layer-app-5|toSide=bottom">
            <a:extLst xmlns:a="http://schemas.openxmlformats.org/drawingml/2006/main">
              <a:ext uri="{FF2B5EF4-FFF2-40B4-BE49-F238E27FC236}">
                <a16:creationId xmlns:a16="http://schemas.microsoft.com/office/drawing/2014/main" id="{C6972F38-29D7-4515-98C2-28270F5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400300"/>
            <a:ext cx="3952875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5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75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2026-08-15T13:33:20.6010000Z</dcterms:created>
  <dcterms:modified xsi:type="dcterms:W3CDTF">2026-08-15T13:33:20.6010000Z</dcterms:modified>
</coreProperties>
</file>