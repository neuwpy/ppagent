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4ed25756f4e45" /><Relationship Type="http://schemas.openxmlformats.org/officeDocument/2006/relationships/extended-properties" Target="/docProps/app.xml" Id="R63d12b35091e490d" /><Relationship Type="http://schemas.openxmlformats.org/officeDocument/2006/relationships/officeDocument" Target="/ppt/presentation.xml" Id="R315163826c0b4c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ecdb0fc0cb4250"/>
  </p:sldMasterIdLst>
  <p:notesMasterIdLst>
    <p:notesMasterId xmlns:r="http://schemas.openxmlformats.org/officeDocument/2006/relationships" r:id="Rc9228383f8324a9e"/>
  </p:notesMasterIdLst>
  <p:sldIdLst>
    <p:sldId xmlns:r="http://schemas.openxmlformats.org/officeDocument/2006/relationships" id="256" r:id="R97f5d0d0d88a4b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1c94329c57484d" /><Relationship Type="http://schemas.openxmlformats.org/officeDocument/2006/relationships/slideMaster" Target="/ppt/slideMasters/slideMaster1.xml" Id="R2cecdb0fc0cb4250" /><Relationship Type="http://schemas.openxmlformats.org/officeDocument/2006/relationships/notesMaster" Target="/ppt/notesMasters/notesMaster1.xml" Id="Rc9228383f8324a9e" /><Relationship Type="http://schemas.openxmlformats.org/officeDocument/2006/relationships/presProps" Target="/ppt/presProps.xml" Id="R73b02b34ed6744d8" /><Relationship Type="http://schemas.openxmlformats.org/officeDocument/2006/relationships/tableStyles" Target="/ppt/tableStyles.xml" Id="R0142f8d6605a4303" /><Relationship Type="http://schemas.openxmlformats.org/officeDocument/2006/relationships/slide" Target="/ppt/slides/slide1.xml" Id="R97f5d0d0d88a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ec7a6a11444e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0" dist="47625" dir="5400000">
              <a:srgbClr val="E7EDF5"/>
            </a:outerShdw>
          </a:effectLst>
        </a:effectStyle>
        <a:effectStyle>
          <a:effectLst>
            <a:outerShdw blurRad="15240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228600" dist="95250" dir="5400000">
              <a:srgbClr val="2F5EA8">
                <a:alpha val="13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9ebcd152434b74" /><Relationship Type="http://schemas.openxmlformats.org/officeDocument/2006/relationships/notesMaster" Target="/ppt/notesMasters/notesMaster1.xml" Id="Rfb6f6d4035554d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efdcb4148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16690e1464ab2" /><Relationship Type="http://schemas.openxmlformats.org/officeDocument/2006/relationships/slideLayout" Target="/ppt/slideLayouts/slideLayout1.xml" Id="Rc6bacb170ba2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bacb170ba2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0" dist="47625" dir="5400000">
              <a:srgbClr val="E7EDF5"/>
            </a:outerShdw>
          </a:effectLst>
        </a:effectStyle>
        <a:effectStyle>
          <a:effectLst>
            <a:outerShdw blurRad="15240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228600" dist="95250" dir="5400000">
              <a:srgbClr val="2F5EA8">
                <a:alpha val="13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ba8253a94477a" /><Relationship Type="http://schemas.openxmlformats.org/officeDocument/2006/relationships/notesSlide" Target="/ppt/notesSlides/notesSlide1.xml" Id="R400d6c1f152349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hierarchy-link-system-level-2-node-1">
            <a:extLst xmlns:a="http://schemas.openxmlformats.org/drawingml/2006/main">
              <a:ext uri="{FF2B5EF4-FFF2-40B4-BE49-F238E27FC236}">
                <a16:creationId xmlns:a16="http://schemas.microsoft.com/office/drawing/2014/main" id="{F9AA7E6D-76D8-4BC7-9D6A-DE979AD1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2266950"/>
            <a:ext cx="542925" cy="1657350"/>
          </a:xfrm>
          <a:custGeom xmlns:a="http://schemas.openxmlformats.org/drawingml/2006/main">
            <a:pathLst>
              <a:path w="542925" h="1657350">
                <a:moveTo>
                  <a:pt x="0" y="1657350"/>
                </a:moveTo>
                <a:lnTo>
                  <a:pt x="18688" y="1654416"/>
                </a:lnTo>
                <a:lnTo>
                  <a:pt x="35776" y="1646263"/>
                </a:lnTo>
                <a:lnTo>
                  <a:pt x="50663" y="1634519"/>
                </a:lnTo>
                <a:lnTo>
                  <a:pt x="63541" y="1620583"/>
                </a:lnTo>
                <a:lnTo>
                  <a:pt x="74819" y="1605305"/>
                </a:lnTo>
                <a:lnTo>
                  <a:pt x="84839" y="1589180"/>
                </a:lnTo>
                <a:lnTo>
                  <a:pt x="93869" y="1572473"/>
                </a:lnTo>
                <a:lnTo>
                  <a:pt x="102108" y="1555366"/>
                </a:lnTo>
                <a:lnTo>
                  <a:pt x="109699" y="1537964"/>
                </a:lnTo>
                <a:lnTo>
                  <a:pt x="116757" y="1520333"/>
                </a:lnTo>
                <a:lnTo>
                  <a:pt x="123358" y="1502521"/>
                </a:lnTo>
                <a:lnTo>
                  <a:pt x="129569" y="1484576"/>
                </a:lnTo>
                <a:lnTo>
                  <a:pt x="135446" y="1466517"/>
                </a:lnTo>
                <a:lnTo>
                  <a:pt x="141037" y="1448372"/>
                </a:lnTo>
                <a:lnTo>
                  <a:pt x="146361" y="1430141"/>
                </a:lnTo>
                <a:lnTo>
                  <a:pt x="151457" y="1411843"/>
                </a:lnTo>
                <a:lnTo>
                  <a:pt x="156353" y="1393498"/>
                </a:lnTo>
                <a:lnTo>
                  <a:pt x="161068" y="1375105"/>
                </a:lnTo>
                <a:lnTo>
                  <a:pt x="165621" y="1356665"/>
                </a:lnTo>
                <a:lnTo>
                  <a:pt x="170031" y="1338196"/>
                </a:lnTo>
                <a:lnTo>
                  <a:pt x="174298" y="1319689"/>
                </a:lnTo>
                <a:lnTo>
                  <a:pt x="178441" y="1301153"/>
                </a:lnTo>
                <a:lnTo>
                  <a:pt x="182480" y="1282598"/>
                </a:lnTo>
                <a:lnTo>
                  <a:pt x="186414" y="1264015"/>
                </a:lnTo>
                <a:lnTo>
                  <a:pt x="190252" y="1245422"/>
                </a:lnTo>
                <a:lnTo>
                  <a:pt x="194015" y="1226801"/>
                </a:lnTo>
                <a:lnTo>
                  <a:pt x="197691" y="1208170"/>
                </a:lnTo>
                <a:lnTo>
                  <a:pt x="201301" y="1189530"/>
                </a:lnTo>
                <a:lnTo>
                  <a:pt x="204845" y="1170870"/>
                </a:lnTo>
                <a:lnTo>
                  <a:pt x="208331" y="1152201"/>
                </a:lnTo>
                <a:lnTo>
                  <a:pt x="211760" y="1133523"/>
                </a:lnTo>
                <a:lnTo>
                  <a:pt x="215141" y="1114835"/>
                </a:lnTo>
                <a:lnTo>
                  <a:pt x="218475" y="1096147"/>
                </a:lnTo>
                <a:lnTo>
                  <a:pt x="221771" y="1077439"/>
                </a:lnTo>
                <a:lnTo>
                  <a:pt x="225028" y="1058732"/>
                </a:lnTo>
                <a:lnTo>
                  <a:pt x="228257" y="1040016"/>
                </a:lnTo>
                <a:lnTo>
                  <a:pt x="231448" y="1021299"/>
                </a:lnTo>
                <a:lnTo>
                  <a:pt x="234620" y="1002573"/>
                </a:lnTo>
                <a:lnTo>
                  <a:pt x="237763" y="983837"/>
                </a:lnTo>
                <a:lnTo>
                  <a:pt x="240878" y="965111"/>
                </a:lnTo>
                <a:lnTo>
                  <a:pt x="243992" y="946375"/>
                </a:lnTo>
                <a:lnTo>
                  <a:pt x="247088" y="927640"/>
                </a:lnTo>
                <a:lnTo>
                  <a:pt x="250174" y="908895"/>
                </a:lnTo>
                <a:lnTo>
                  <a:pt x="253251" y="890159"/>
                </a:lnTo>
                <a:lnTo>
                  <a:pt x="256318" y="871414"/>
                </a:lnTo>
                <a:lnTo>
                  <a:pt x="259385" y="852678"/>
                </a:lnTo>
                <a:lnTo>
                  <a:pt x="262461" y="833933"/>
                </a:lnTo>
                <a:lnTo>
                  <a:pt x="265528" y="815197"/>
                </a:lnTo>
                <a:lnTo>
                  <a:pt x="268605" y="796452"/>
                </a:lnTo>
                <a:lnTo>
                  <a:pt x="271691" y="777716"/>
                </a:lnTo>
                <a:lnTo>
                  <a:pt x="274787" y="758981"/>
                </a:lnTo>
                <a:lnTo>
                  <a:pt x="277901" y="740245"/>
                </a:lnTo>
                <a:lnTo>
                  <a:pt x="281026" y="721509"/>
                </a:lnTo>
                <a:lnTo>
                  <a:pt x="284169" y="702783"/>
                </a:lnTo>
                <a:lnTo>
                  <a:pt x="287341" y="684057"/>
                </a:lnTo>
                <a:lnTo>
                  <a:pt x="290532" y="665340"/>
                </a:lnTo>
                <a:lnTo>
                  <a:pt x="293751" y="646624"/>
                </a:lnTo>
                <a:lnTo>
                  <a:pt x="297009" y="627917"/>
                </a:lnTo>
                <a:lnTo>
                  <a:pt x="300304" y="609209"/>
                </a:lnTo>
                <a:lnTo>
                  <a:pt x="303628" y="590512"/>
                </a:lnTo>
                <a:lnTo>
                  <a:pt x="307000" y="571824"/>
                </a:lnTo>
                <a:lnTo>
                  <a:pt x="310429" y="553145"/>
                </a:lnTo>
                <a:lnTo>
                  <a:pt x="313896" y="534476"/>
                </a:lnTo>
                <a:lnTo>
                  <a:pt x="317421" y="515817"/>
                </a:lnTo>
                <a:lnTo>
                  <a:pt x="321002" y="497167"/>
                </a:lnTo>
                <a:lnTo>
                  <a:pt x="324660" y="478526"/>
                </a:lnTo>
                <a:lnTo>
                  <a:pt x="328384" y="459905"/>
                </a:lnTo>
                <a:lnTo>
                  <a:pt x="332184" y="441303"/>
                </a:lnTo>
                <a:lnTo>
                  <a:pt x="336071" y="422710"/>
                </a:lnTo>
                <a:lnTo>
                  <a:pt x="340052" y="404146"/>
                </a:lnTo>
                <a:lnTo>
                  <a:pt x="344129" y="385591"/>
                </a:lnTo>
                <a:lnTo>
                  <a:pt x="348310" y="367065"/>
                </a:lnTo>
                <a:lnTo>
                  <a:pt x="352616" y="348567"/>
                </a:lnTo>
                <a:lnTo>
                  <a:pt x="357045" y="330108"/>
                </a:lnTo>
                <a:lnTo>
                  <a:pt x="361607" y="311668"/>
                </a:lnTo>
                <a:lnTo>
                  <a:pt x="366332" y="293275"/>
                </a:lnTo>
                <a:lnTo>
                  <a:pt x="371218" y="274930"/>
                </a:lnTo>
                <a:lnTo>
                  <a:pt x="376295" y="256623"/>
                </a:lnTo>
                <a:lnTo>
                  <a:pt x="381581" y="238382"/>
                </a:lnTo>
                <a:lnTo>
                  <a:pt x="387086" y="220208"/>
                </a:lnTo>
                <a:lnTo>
                  <a:pt x="392859" y="202121"/>
                </a:lnTo>
                <a:lnTo>
                  <a:pt x="398917" y="184118"/>
                </a:lnTo>
                <a:lnTo>
                  <a:pt x="405298" y="166240"/>
                </a:lnTo>
                <a:lnTo>
                  <a:pt x="412061" y="148485"/>
                </a:lnTo>
                <a:lnTo>
                  <a:pt x="419252" y="130912"/>
                </a:lnTo>
                <a:lnTo>
                  <a:pt x="426939" y="113548"/>
                </a:lnTo>
                <a:lnTo>
                  <a:pt x="435226" y="96460"/>
                </a:lnTo>
                <a:lnTo>
                  <a:pt x="444217" y="79734"/>
                </a:lnTo>
                <a:lnTo>
                  <a:pt x="454066" y="63503"/>
                </a:lnTo>
                <a:lnTo>
                  <a:pt x="464963" y="47958"/>
                </a:lnTo>
                <a:lnTo>
                  <a:pt x="477164" y="33414"/>
                </a:lnTo>
                <a:lnTo>
                  <a:pt x="490957" y="20374"/>
                </a:lnTo>
                <a:lnTo>
                  <a:pt x="506625" y="9687"/>
                </a:lnTo>
                <a:lnTo>
                  <a:pt x="524161" y="2515"/>
                </a:ln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F7398"/>
            </a:solidFill>
            <a:prstDash val="solid"/>
          </a:ln>
        </p:spPr>
      </p:sp>
      <p:sp>
        <p:nvSpPr>
          <p:cNvPr id="2" name="hierarchy-joint-level-2-node-1">
            <a:extLst xmlns:a="http://schemas.openxmlformats.org/drawingml/2006/main">
              <a:ext uri="{FF2B5EF4-FFF2-40B4-BE49-F238E27FC236}">
                <a16:creationId xmlns:a16="http://schemas.microsoft.com/office/drawing/2014/main" id="{CAEEC567-A573-4D63-A786-0DF52606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39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hierarchy-link-system-level-2-node-2">
            <a:extLst xmlns:a="http://schemas.openxmlformats.org/drawingml/2006/main">
              <a:ext uri="{FF2B5EF4-FFF2-40B4-BE49-F238E27FC236}">
                <a16:creationId xmlns:a16="http://schemas.microsoft.com/office/drawing/2014/main" id="{2AB29904-6D77-4A9E-AB61-65535442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3924300"/>
            <a:ext cx="542925" cy="9525"/>
          </a:xfrm>
          <a:custGeom xmlns:a="http://schemas.openxmlformats.org/drawingml/2006/main">
            <a:pathLst>
              <a:path w="542925" h="9525">
                <a:moveTo>
                  <a:pt x="0" y="0"/>
                </a:moveTo>
                <a:lnTo>
                  <a:pt x="16964" y="0"/>
                </a:lnTo>
                <a:lnTo>
                  <a:pt x="33938" y="0"/>
                </a:lnTo>
                <a:lnTo>
                  <a:pt x="50902" y="0"/>
                </a:lnTo>
                <a:lnTo>
                  <a:pt x="67866" y="0"/>
                </a:lnTo>
                <a:lnTo>
                  <a:pt x="84830" y="0"/>
                </a:lnTo>
                <a:lnTo>
                  <a:pt x="101803" y="0"/>
                </a:lnTo>
                <a:lnTo>
                  <a:pt x="118767" y="0"/>
                </a:lnTo>
                <a:lnTo>
                  <a:pt x="135731" y="0"/>
                </a:lnTo>
                <a:lnTo>
                  <a:pt x="152695" y="0"/>
                </a:lnTo>
                <a:lnTo>
                  <a:pt x="169669" y="0"/>
                </a:lnTo>
                <a:lnTo>
                  <a:pt x="186633" y="0"/>
                </a:lnTo>
                <a:lnTo>
                  <a:pt x="203597" y="0"/>
                </a:lnTo>
                <a:lnTo>
                  <a:pt x="220561" y="0"/>
                </a:lnTo>
                <a:lnTo>
                  <a:pt x="237534" y="0"/>
                </a:lnTo>
                <a:lnTo>
                  <a:pt x="254498" y="0"/>
                </a:lnTo>
                <a:lnTo>
                  <a:pt x="271463" y="0"/>
                </a:lnTo>
                <a:lnTo>
                  <a:pt x="288427" y="0"/>
                </a:lnTo>
                <a:lnTo>
                  <a:pt x="305400" y="0"/>
                </a:lnTo>
                <a:lnTo>
                  <a:pt x="322364" y="0"/>
                </a:lnTo>
                <a:lnTo>
                  <a:pt x="339328" y="0"/>
                </a:lnTo>
                <a:lnTo>
                  <a:pt x="356292" y="0"/>
                </a:lnTo>
                <a:lnTo>
                  <a:pt x="373266" y="0"/>
                </a:lnTo>
                <a:lnTo>
                  <a:pt x="390230" y="0"/>
                </a:lnTo>
                <a:lnTo>
                  <a:pt x="407194" y="0"/>
                </a:lnTo>
                <a:lnTo>
                  <a:pt x="424158" y="0"/>
                </a:lnTo>
                <a:lnTo>
                  <a:pt x="441131" y="0"/>
                </a:lnTo>
                <a:lnTo>
                  <a:pt x="458095" y="0"/>
                </a:lnTo>
                <a:lnTo>
                  <a:pt x="475059" y="0"/>
                </a:lnTo>
                <a:lnTo>
                  <a:pt x="492023" y="0"/>
                </a:lnTo>
                <a:lnTo>
                  <a:pt x="508997" y="0"/>
                </a:lnTo>
                <a:lnTo>
                  <a:pt x="525961" y="0"/>
                </a:ln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F7398"/>
            </a:solidFill>
            <a:prstDash val="solid"/>
          </a:ln>
        </p:spPr>
      </p:sp>
      <p:sp>
        <p:nvSpPr>
          <p:cNvPr id="4" name="hierarchy-joint-level-2-node-2">
            <a:extLst xmlns:a="http://schemas.openxmlformats.org/drawingml/2006/main">
              <a:ext uri="{FF2B5EF4-FFF2-40B4-BE49-F238E27FC236}">
                <a16:creationId xmlns:a16="http://schemas.microsoft.com/office/drawing/2014/main" id="{8F150CFD-FA5A-4241-9967-8E44452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39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" name="hierarchy-link-system-level-2-node-3">
            <a:extLst xmlns:a="http://schemas.openxmlformats.org/drawingml/2006/main">
              <a:ext uri="{FF2B5EF4-FFF2-40B4-BE49-F238E27FC236}">
                <a16:creationId xmlns:a16="http://schemas.microsoft.com/office/drawing/2014/main" id="{EAD3894B-5E9B-4896-9CF5-6069C0DE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3924300"/>
            <a:ext cx="542925" cy="1657350"/>
          </a:xfrm>
          <a:custGeom xmlns:a="http://schemas.openxmlformats.org/drawingml/2006/main">
            <a:pathLst>
              <a:path w="542925" h="1657350">
                <a:moveTo>
                  <a:pt x="0" y="0"/>
                </a:moveTo>
                <a:lnTo>
                  <a:pt x="18688" y="2934"/>
                </a:lnTo>
                <a:lnTo>
                  <a:pt x="35776" y="11087"/>
                </a:lnTo>
                <a:lnTo>
                  <a:pt x="50663" y="22831"/>
                </a:lnTo>
                <a:lnTo>
                  <a:pt x="63541" y="36767"/>
                </a:lnTo>
                <a:lnTo>
                  <a:pt x="74819" y="52045"/>
                </a:lnTo>
                <a:lnTo>
                  <a:pt x="84839" y="68170"/>
                </a:lnTo>
                <a:lnTo>
                  <a:pt x="93869" y="84877"/>
                </a:lnTo>
                <a:lnTo>
                  <a:pt x="102108" y="101984"/>
                </a:lnTo>
                <a:lnTo>
                  <a:pt x="109699" y="119386"/>
                </a:lnTo>
                <a:lnTo>
                  <a:pt x="116757" y="137017"/>
                </a:lnTo>
                <a:lnTo>
                  <a:pt x="123358" y="154829"/>
                </a:lnTo>
                <a:lnTo>
                  <a:pt x="129569" y="172774"/>
                </a:lnTo>
                <a:lnTo>
                  <a:pt x="135446" y="190833"/>
                </a:lnTo>
                <a:lnTo>
                  <a:pt x="141027" y="208979"/>
                </a:lnTo>
                <a:lnTo>
                  <a:pt x="146361" y="227209"/>
                </a:lnTo>
                <a:lnTo>
                  <a:pt x="151457" y="245507"/>
                </a:lnTo>
                <a:lnTo>
                  <a:pt x="156353" y="263852"/>
                </a:lnTo>
                <a:lnTo>
                  <a:pt x="161068" y="282245"/>
                </a:lnTo>
                <a:lnTo>
                  <a:pt x="165621" y="300685"/>
                </a:lnTo>
                <a:lnTo>
                  <a:pt x="170031" y="319154"/>
                </a:lnTo>
                <a:lnTo>
                  <a:pt x="174298" y="337661"/>
                </a:lnTo>
                <a:lnTo>
                  <a:pt x="178441" y="356197"/>
                </a:lnTo>
                <a:lnTo>
                  <a:pt x="182480" y="374752"/>
                </a:lnTo>
                <a:lnTo>
                  <a:pt x="186414" y="393335"/>
                </a:lnTo>
                <a:lnTo>
                  <a:pt x="190262" y="411928"/>
                </a:lnTo>
                <a:lnTo>
                  <a:pt x="194015" y="430549"/>
                </a:lnTo>
                <a:lnTo>
                  <a:pt x="197691" y="449180"/>
                </a:lnTo>
                <a:lnTo>
                  <a:pt x="201301" y="467820"/>
                </a:lnTo>
                <a:lnTo>
                  <a:pt x="204845" y="486480"/>
                </a:lnTo>
                <a:lnTo>
                  <a:pt x="208331" y="505149"/>
                </a:lnTo>
                <a:lnTo>
                  <a:pt x="211760" y="523827"/>
                </a:lnTo>
                <a:lnTo>
                  <a:pt x="215141" y="542515"/>
                </a:lnTo>
                <a:lnTo>
                  <a:pt x="218484" y="561203"/>
                </a:lnTo>
                <a:lnTo>
                  <a:pt x="221771" y="579911"/>
                </a:lnTo>
                <a:lnTo>
                  <a:pt x="225028" y="598618"/>
                </a:lnTo>
                <a:lnTo>
                  <a:pt x="228257" y="617334"/>
                </a:lnTo>
                <a:lnTo>
                  <a:pt x="231448" y="636051"/>
                </a:lnTo>
                <a:lnTo>
                  <a:pt x="234620" y="654777"/>
                </a:lnTo>
                <a:lnTo>
                  <a:pt x="237763" y="673513"/>
                </a:lnTo>
                <a:lnTo>
                  <a:pt x="240878" y="692239"/>
                </a:lnTo>
                <a:lnTo>
                  <a:pt x="243992" y="710975"/>
                </a:lnTo>
                <a:lnTo>
                  <a:pt x="247088" y="729710"/>
                </a:lnTo>
                <a:lnTo>
                  <a:pt x="250174" y="748455"/>
                </a:lnTo>
                <a:lnTo>
                  <a:pt x="253251" y="767191"/>
                </a:lnTo>
                <a:lnTo>
                  <a:pt x="256318" y="785936"/>
                </a:lnTo>
                <a:lnTo>
                  <a:pt x="259385" y="804672"/>
                </a:lnTo>
                <a:lnTo>
                  <a:pt x="262461" y="823417"/>
                </a:lnTo>
                <a:lnTo>
                  <a:pt x="265528" y="842153"/>
                </a:lnTo>
                <a:lnTo>
                  <a:pt x="268605" y="860898"/>
                </a:lnTo>
                <a:lnTo>
                  <a:pt x="271691" y="879634"/>
                </a:lnTo>
                <a:lnTo>
                  <a:pt x="274787" y="898369"/>
                </a:lnTo>
                <a:lnTo>
                  <a:pt x="277901" y="917105"/>
                </a:lnTo>
                <a:lnTo>
                  <a:pt x="281026" y="935841"/>
                </a:lnTo>
                <a:lnTo>
                  <a:pt x="284169" y="954567"/>
                </a:lnTo>
                <a:lnTo>
                  <a:pt x="287341" y="973293"/>
                </a:lnTo>
                <a:lnTo>
                  <a:pt x="290532" y="992010"/>
                </a:lnTo>
                <a:lnTo>
                  <a:pt x="293751" y="1010726"/>
                </a:lnTo>
                <a:lnTo>
                  <a:pt x="297009" y="1029433"/>
                </a:lnTo>
                <a:lnTo>
                  <a:pt x="300304" y="1048141"/>
                </a:lnTo>
                <a:lnTo>
                  <a:pt x="303628" y="1066838"/>
                </a:lnTo>
                <a:lnTo>
                  <a:pt x="307000" y="1085526"/>
                </a:lnTo>
                <a:lnTo>
                  <a:pt x="310429" y="1104205"/>
                </a:lnTo>
                <a:lnTo>
                  <a:pt x="313896" y="1122874"/>
                </a:lnTo>
                <a:lnTo>
                  <a:pt x="317421" y="1141533"/>
                </a:lnTo>
                <a:lnTo>
                  <a:pt x="321012" y="1160183"/>
                </a:lnTo>
                <a:lnTo>
                  <a:pt x="324669" y="1178824"/>
                </a:lnTo>
                <a:lnTo>
                  <a:pt x="328384" y="1197445"/>
                </a:lnTo>
                <a:lnTo>
                  <a:pt x="332184" y="1216047"/>
                </a:lnTo>
                <a:lnTo>
                  <a:pt x="336071" y="1234640"/>
                </a:lnTo>
                <a:lnTo>
                  <a:pt x="340052" y="1253214"/>
                </a:lnTo>
                <a:lnTo>
                  <a:pt x="344129" y="1271759"/>
                </a:lnTo>
                <a:lnTo>
                  <a:pt x="348310" y="1290285"/>
                </a:lnTo>
                <a:lnTo>
                  <a:pt x="352616" y="1308783"/>
                </a:lnTo>
                <a:lnTo>
                  <a:pt x="357045" y="1327242"/>
                </a:lnTo>
                <a:lnTo>
                  <a:pt x="361607" y="1345682"/>
                </a:lnTo>
                <a:lnTo>
                  <a:pt x="366332" y="1364075"/>
                </a:lnTo>
                <a:lnTo>
                  <a:pt x="371218" y="1382420"/>
                </a:lnTo>
                <a:lnTo>
                  <a:pt x="376304" y="1400727"/>
                </a:lnTo>
                <a:lnTo>
                  <a:pt x="381581" y="1418968"/>
                </a:lnTo>
                <a:lnTo>
                  <a:pt x="387096" y="1437142"/>
                </a:lnTo>
                <a:lnTo>
                  <a:pt x="392859" y="1455230"/>
                </a:lnTo>
                <a:lnTo>
                  <a:pt x="398917" y="1473232"/>
                </a:lnTo>
                <a:lnTo>
                  <a:pt x="405298" y="1491120"/>
                </a:lnTo>
                <a:lnTo>
                  <a:pt x="412061" y="1508865"/>
                </a:lnTo>
                <a:lnTo>
                  <a:pt x="419252" y="1526438"/>
                </a:lnTo>
                <a:lnTo>
                  <a:pt x="426949" y="1543802"/>
                </a:lnTo>
                <a:lnTo>
                  <a:pt x="435226" y="1560890"/>
                </a:lnTo>
                <a:lnTo>
                  <a:pt x="444217" y="1577616"/>
                </a:lnTo>
                <a:lnTo>
                  <a:pt x="454066" y="1593847"/>
                </a:lnTo>
                <a:lnTo>
                  <a:pt x="464963" y="1609392"/>
                </a:lnTo>
                <a:lnTo>
                  <a:pt x="477164" y="1623946"/>
                </a:lnTo>
                <a:lnTo>
                  <a:pt x="490957" y="1636976"/>
                </a:lnTo>
                <a:lnTo>
                  <a:pt x="506625" y="1647663"/>
                </a:lnTo>
                <a:lnTo>
                  <a:pt x="524161" y="1654835"/>
                </a:lnTo>
                <a:lnTo>
                  <a:pt x="542925" y="16573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F7398"/>
            </a:solidFill>
            <a:prstDash val="solid"/>
          </a:ln>
        </p:spPr>
      </p:sp>
      <p:sp>
        <p:nvSpPr>
          <p:cNvPr id="6" name="hierarchy-joint-level-2-node-3">
            <a:extLst xmlns:a="http://schemas.openxmlformats.org/drawingml/2006/main">
              <a:ext uri="{FF2B5EF4-FFF2-40B4-BE49-F238E27FC236}">
                <a16:creationId xmlns:a16="http://schemas.microsoft.com/office/drawing/2014/main" id="{E7806DD5-DB27-422A-88DF-E21E6E52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5524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39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hierarchy-link-level-2-node-1-level-3-node-1">
            <a:extLst xmlns:a="http://schemas.openxmlformats.org/drawingml/2006/main">
              <a:ext uri="{FF2B5EF4-FFF2-40B4-BE49-F238E27FC236}">
                <a16:creationId xmlns:a16="http://schemas.microsoft.com/office/drawing/2014/main" id="{E0347196-36CB-43CC-AD38-EA0A808F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85950"/>
            <a:ext cx="857250" cy="381000"/>
          </a:xfrm>
          <a:custGeom xmlns:a="http://schemas.openxmlformats.org/drawingml/2006/main">
            <a:pathLst>
              <a:path w="857250" h="381000">
                <a:moveTo>
                  <a:pt x="0" y="381000"/>
                </a:moveTo>
                <a:lnTo>
                  <a:pt x="18926" y="380724"/>
                </a:lnTo>
                <a:lnTo>
                  <a:pt x="37824" y="379876"/>
                </a:lnTo>
                <a:lnTo>
                  <a:pt x="56693" y="378428"/>
                </a:lnTo>
                <a:lnTo>
                  <a:pt x="75505" y="376342"/>
                </a:lnTo>
                <a:lnTo>
                  <a:pt x="94231" y="373599"/>
                </a:lnTo>
                <a:lnTo>
                  <a:pt x="112833" y="370151"/>
                </a:lnTo>
                <a:lnTo>
                  <a:pt x="131293" y="365989"/>
                </a:lnTo>
                <a:lnTo>
                  <a:pt x="149571" y="361093"/>
                </a:lnTo>
                <a:lnTo>
                  <a:pt x="167640" y="355454"/>
                </a:lnTo>
                <a:lnTo>
                  <a:pt x="185452" y="349082"/>
                </a:lnTo>
                <a:lnTo>
                  <a:pt x="202987" y="341967"/>
                </a:lnTo>
                <a:lnTo>
                  <a:pt x="220218" y="334147"/>
                </a:lnTo>
                <a:lnTo>
                  <a:pt x="237125" y="325631"/>
                </a:lnTo>
                <a:lnTo>
                  <a:pt x="253689" y="316487"/>
                </a:lnTo>
                <a:lnTo>
                  <a:pt x="269900" y="306734"/>
                </a:lnTo>
                <a:lnTo>
                  <a:pt x="285779" y="296437"/>
                </a:lnTo>
                <a:lnTo>
                  <a:pt x="301323" y="285645"/>
                </a:lnTo>
                <a:lnTo>
                  <a:pt x="316563" y="274425"/>
                </a:lnTo>
                <a:lnTo>
                  <a:pt x="331527" y="262833"/>
                </a:lnTo>
                <a:lnTo>
                  <a:pt x="346243" y="250936"/>
                </a:lnTo>
                <a:lnTo>
                  <a:pt x="360750" y="238782"/>
                </a:lnTo>
                <a:lnTo>
                  <a:pt x="375095" y="226447"/>
                </a:lnTo>
                <a:lnTo>
                  <a:pt x="389325" y="213970"/>
                </a:lnTo>
                <a:lnTo>
                  <a:pt x="403489" y="201416"/>
                </a:lnTo>
                <a:lnTo>
                  <a:pt x="417633" y="188843"/>
                </a:lnTo>
                <a:lnTo>
                  <a:pt x="431806" y="176298"/>
                </a:lnTo>
                <a:lnTo>
                  <a:pt x="446046" y="163840"/>
                </a:lnTo>
                <a:lnTo>
                  <a:pt x="460419" y="151524"/>
                </a:lnTo>
                <a:lnTo>
                  <a:pt x="474945" y="139398"/>
                </a:lnTo>
                <a:lnTo>
                  <a:pt x="489680" y="127521"/>
                </a:lnTo>
                <a:lnTo>
                  <a:pt x="504654" y="115948"/>
                </a:lnTo>
                <a:lnTo>
                  <a:pt x="519894" y="104727"/>
                </a:lnTo>
                <a:lnTo>
                  <a:pt x="535419" y="93917"/>
                </a:lnTo>
                <a:lnTo>
                  <a:pt x="551269" y="83563"/>
                </a:lnTo>
                <a:lnTo>
                  <a:pt x="567423" y="73714"/>
                </a:lnTo>
                <a:lnTo>
                  <a:pt x="583902" y="64408"/>
                </a:lnTo>
                <a:lnTo>
                  <a:pt x="600694" y="55693"/>
                </a:lnTo>
                <a:lnTo>
                  <a:pt x="617801" y="47587"/>
                </a:lnTo>
                <a:lnTo>
                  <a:pt x="635194" y="40129"/>
                </a:lnTo>
                <a:lnTo>
                  <a:pt x="652844" y="33318"/>
                </a:lnTo>
                <a:lnTo>
                  <a:pt x="670751" y="27184"/>
                </a:lnTo>
                <a:lnTo>
                  <a:pt x="688858" y="21707"/>
                </a:lnTo>
                <a:lnTo>
                  <a:pt x="707165" y="16897"/>
                </a:lnTo>
                <a:lnTo>
                  <a:pt x="725624" y="12725"/>
                </a:lnTo>
                <a:lnTo>
                  <a:pt x="744217" y="9201"/>
                </a:lnTo>
                <a:lnTo>
                  <a:pt x="762914" y="6277"/>
                </a:lnTo>
                <a:lnTo>
                  <a:pt x="781688" y="3953"/>
                </a:lnTo>
                <a:lnTo>
                  <a:pt x="800529" y="2181"/>
                </a:lnTo>
                <a:lnTo>
                  <a:pt x="819417" y="953"/>
                </a:lnTo>
                <a:lnTo>
                  <a:pt x="838324" y="238"/>
                </a:ln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795B2"/>
            </a:solidFill>
            <a:prstDash val="solid"/>
          </a:ln>
        </p:spPr>
      </p:sp>
      <p:sp>
        <p:nvSpPr>
          <p:cNvPr id="8" name="hierarchy-joint-level-3-node-1">
            <a:extLst xmlns:a="http://schemas.openxmlformats.org/drawingml/2006/main">
              <a:ext uri="{FF2B5EF4-FFF2-40B4-BE49-F238E27FC236}">
                <a16:creationId xmlns:a16="http://schemas.microsoft.com/office/drawing/2014/main" id="{24E74C39-18F6-4858-AC44-13284F2C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938" y="184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hierarchy-link-level-2-node-1-level-3-node-2">
            <a:extLst xmlns:a="http://schemas.openxmlformats.org/drawingml/2006/main">
              <a:ext uri="{FF2B5EF4-FFF2-40B4-BE49-F238E27FC236}">
                <a16:creationId xmlns:a16="http://schemas.microsoft.com/office/drawing/2014/main" id="{7A699625-23C2-49B8-995E-C84D14A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266950"/>
            <a:ext cx="857250" cy="434340"/>
          </a:xfrm>
          <a:custGeom xmlns:a="http://schemas.openxmlformats.org/drawingml/2006/main">
            <a:pathLst>
              <a:path w="857250" h="434340">
                <a:moveTo>
                  <a:pt x="0" y="0"/>
                </a:moveTo>
                <a:lnTo>
                  <a:pt x="18745" y="305"/>
                </a:lnTo>
                <a:lnTo>
                  <a:pt x="37471" y="1248"/>
                </a:lnTo>
                <a:lnTo>
                  <a:pt x="56150" y="2867"/>
                </a:lnTo>
                <a:lnTo>
                  <a:pt x="74762" y="5191"/>
                </a:lnTo>
                <a:lnTo>
                  <a:pt x="93259" y="8258"/>
                </a:lnTo>
                <a:lnTo>
                  <a:pt x="111614" y="12078"/>
                </a:lnTo>
                <a:lnTo>
                  <a:pt x="129788" y="16688"/>
                </a:lnTo>
                <a:lnTo>
                  <a:pt x="147742" y="22088"/>
                </a:lnTo>
                <a:lnTo>
                  <a:pt x="165440" y="28280"/>
                </a:lnTo>
                <a:lnTo>
                  <a:pt x="182842" y="35262"/>
                </a:lnTo>
                <a:lnTo>
                  <a:pt x="199911" y="43005"/>
                </a:lnTo>
                <a:lnTo>
                  <a:pt x="216637" y="51483"/>
                </a:lnTo>
                <a:lnTo>
                  <a:pt x="232991" y="60655"/>
                </a:lnTo>
                <a:lnTo>
                  <a:pt x="248964" y="70475"/>
                </a:lnTo>
                <a:lnTo>
                  <a:pt x="264547" y="80896"/>
                </a:lnTo>
                <a:lnTo>
                  <a:pt x="279759" y="91859"/>
                </a:lnTo>
                <a:lnTo>
                  <a:pt x="294618" y="103299"/>
                </a:lnTo>
                <a:lnTo>
                  <a:pt x="309134" y="115167"/>
                </a:lnTo>
                <a:lnTo>
                  <a:pt x="323345" y="127397"/>
                </a:lnTo>
                <a:lnTo>
                  <a:pt x="337280" y="139941"/>
                </a:lnTo>
                <a:lnTo>
                  <a:pt x="350977" y="152743"/>
                </a:lnTo>
                <a:lnTo>
                  <a:pt x="364484" y="165754"/>
                </a:lnTo>
                <a:lnTo>
                  <a:pt x="377838" y="178918"/>
                </a:lnTo>
                <a:lnTo>
                  <a:pt x="391087" y="192186"/>
                </a:lnTo>
                <a:lnTo>
                  <a:pt x="404270" y="205521"/>
                </a:lnTo>
                <a:lnTo>
                  <a:pt x="417443" y="218865"/>
                </a:lnTo>
                <a:lnTo>
                  <a:pt x="430644" y="232181"/>
                </a:lnTo>
                <a:lnTo>
                  <a:pt x="443903" y="245440"/>
                </a:lnTo>
                <a:lnTo>
                  <a:pt x="457286" y="258575"/>
                </a:lnTo>
                <a:lnTo>
                  <a:pt x="470821" y="271548"/>
                </a:lnTo>
                <a:lnTo>
                  <a:pt x="484556" y="284312"/>
                </a:lnTo>
                <a:lnTo>
                  <a:pt x="498519" y="296828"/>
                </a:lnTo>
                <a:lnTo>
                  <a:pt x="512750" y="309039"/>
                </a:lnTo>
                <a:lnTo>
                  <a:pt x="527266" y="320897"/>
                </a:lnTo>
                <a:lnTo>
                  <a:pt x="542115" y="332356"/>
                </a:lnTo>
                <a:lnTo>
                  <a:pt x="557289" y="343367"/>
                </a:lnTo>
                <a:lnTo>
                  <a:pt x="572814" y="353873"/>
                </a:lnTo>
                <a:lnTo>
                  <a:pt x="588702" y="363845"/>
                </a:lnTo>
                <a:lnTo>
                  <a:pt x="604933" y="373218"/>
                </a:lnTo>
                <a:lnTo>
                  <a:pt x="621516" y="381981"/>
                </a:lnTo>
                <a:lnTo>
                  <a:pt x="638423" y="390077"/>
                </a:lnTo>
                <a:lnTo>
                  <a:pt x="655634" y="397507"/>
                </a:lnTo>
                <a:lnTo>
                  <a:pt x="673141" y="404231"/>
                </a:lnTo>
                <a:lnTo>
                  <a:pt x="690896" y="410251"/>
                </a:lnTo>
                <a:lnTo>
                  <a:pt x="708879" y="415557"/>
                </a:lnTo>
                <a:lnTo>
                  <a:pt x="727053" y="420167"/>
                </a:lnTo>
                <a:lnTo>
                  <a:pt x="745388" y="424091"/>
                </a:lnTo>
                <a:lnTo>
                  <a:pt x="763857" y="427339"/>
                </a:lnTo>
                <a:lnTo>
                  <a:pt x="782422" y="429930"/>
                </a:lnTo>
                <a:lnTo>
                  <a:pt x="801072" y="431902"/>
                </a:lnTo>
                <a:lnTo>
                  <a:pt x="819769" y="433273"/>
                </a:lnTo>
                <a:lnTo>
                  <a:pt x="838505" y="434083"/>
                </a:lnTo>
                <a:lnTo>
                  <a:pt x="857250" y="4343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795B2"/>
            </a:solidFill>
            <a:prstDash val="solid"/>
          </a:ln>
        </p:spPr>
      </p:sp>
      <p:sp>
        <p:nvSpPr>
          <p:cNvPr id="10" name="hierarchy-joint-level-3-node-2">
            <a:extLst xmlns:a="http://schemas.openxmlformats.org/drawingml/2006/main">
              <a:ext uri="{FF2B5EF4-FFF2-40B4-BE49-F238E27FC236}">
                <a16:creationId xmlns:a16="http://schemas.microsoft.com/office/drawing/2014/main" id="{CF16A1D6-7747-4686-A0CB-470B0AD2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938" y="265842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hierarchy-link-level-3-node-1-level-4-node-1">
            <a:extLst xmlns:a="http://schemas.openxmlformats.org/drawingml/2006/main">
              <a:ext uri="{FF2B5EF4-FFF2-40B4-BE49-F238E27FC236}">
                <a16:creationId xmlns:a16="http://schemas.microsoft.com/office/drawing/2014/main" id="{4ACE5C62-3D33-44F3-9FB9-165F654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847850"/>
            <a:ext cx="933450" cy="38100"/>
          </a:xfrm>
          <a:custGeom xmlns:a="http://schemas.openxmlformats.org/drawingml/2006/main">
            <a:pathLst>
              <a:path w="933450" h="38100">
                <a:moveTo>
                  <a:pt x="0" y="38100"/>
                </a:moveTo>
                <a:lnTo>
                  <a:pt x="18688" y="38071"/>
                </a:lnTo>
                <a:lnTo>
                  <a:pt x="37386" y="38005"/>
                </a:lnTo>
                <a:lnTo>
                  <a:pt x="56074" y="37881"/>
                </a:lnTo>
                <a:lnTo>
                  <a:pt x="74762" y="37709"/>
                </a:lnTo>
                <a:lnTo>
                  <a:pt x="93450" y="37490"/>
                </a:lnTo>
                <a:lnTo>
                  <a:pt x="112138" y="37205"/>
                </a:lnTo>
                <a:lnTo>
                  <a:pt x="130826" y="36862"/>
                </a:lnTo>
                <a:lnTo>
                  <a:pt x="149514" y="36443"/>
                </a:lnTo>
                <a:lnTo>
                  <a:pt x="168202" y="35957"/>
                </a:lnTo>
                <a:lnTo>
                  <a:pt x="186881" y="35404"/>
                </a:lnTo>
                <a:lnTo>
                  <a:pt x="205569" y="34776"/>
                </a:lnTo>
                <a:lnTo>
                  <a:pt x="224238" y="34071"/>
                </a:lnTo>
                <a:lnTo>
                  <a:pt x="242916" y="33271"/>
                </a:lnTo>
                <a:lnTo>
                  <a:pt x="261585" y="32395"/>
                </a:lnTo>
                <a:lnTo>
                  <a:pt x="280254" y="31433"/>
                </a:lnTo>
                <a:lnTo>
                  <a:pt x="298914" y="30375"/>
                </a:lnTo>
                <a:lnTo>
                  <a:pt x="317573" y="29242"/>
                </a:lnTo>
                <a:lnTo>
                  <a:pt x="336223" y="28023"/>
                </a:lnTo>
                <a:lnTo>
                  <a:pt x="354873" y="26727"/>
                </a:lnTo>
                <a:lnTo>
                  <a:pt x="373513" y="25346"/>
                </a:lnTo>
                <a:lnTo>
                  <a:pt x="392144" y="23927"/>
                </a:lnTo>
                <a:lnTo>
                  <a:pt x="410775" y="22460"/>
                </a:lnTo>
                <a:lnTo>
                  <a:pt x="429406" y="20945"/>
                </a:lnTo>
                <a:lnTo>
                  <a:pt x="448037" y="19431"/>
                </a:lnTo>
                <a:lnTo>
                  <a:pt x="466668" y="17917"/>
                </a:lnTo>
                <a:lnTo>
                  <a:pt x="485299" y="16421"/>
                </a:lnTo>
                <a:lnTo>
                  <a:pt x="503930" y="14954"/>
                </a:lnTo>
                <a:lnTo>
                  <a:pt x="522570" y="13535"/>
                </a:lnTo>
                <a:lnTo>
                  <a:pt x="541211" y="12182"/>
                </a:lnTo>
                <a:lnTo>
                  <a:pt x="559860" y="10887"/>
                </a:lnTo>
                <a:lnTo>
                  <a:pt x="578510" y="9677"/>
                </a:lnTo>
                <a:lnTo>
                  <a:pt x="597170" y="8544"/>
                </a:lnTo>
                <a:lnTo>
                  <a:pt x="615829" y="7487"/>
                </a:lnTo>
                <a:lnTo>
                  <a:pt x="634498" y="6506"/>
                </a:lnTo>
                <a:lnTo>
                  <a:pt x="653167" y="5620"/>
                </a:lnTo>
                <a:lnTo>
                  <a:pt x="671836" y="4801"/>
                </a:lnTo>
                <a:lnTo>
                  <a:pt x="690515" y="4058"/>
                </a:lnTo>
                <a:lnTo>
                  <a:pt x="709193" y="3391"/>
                </a:lnTo>
                <a:lnTo>
                  <a:pt x="727872" y="2800"/>
                </a:lnTo>
                <a:lnTo>
                  <a:pt x="746560" y="2267"/>
                </a:lnTo>
                <a:lnTo>
                  <a:pt x="765248" y="1800"/>
                </a:lnTo>
                <a:lnTo>
                  <a:pt x="783927" y="1400"/>
                </a:lnTo>
                <a:lnTo>
                  <a:pt x="802615" y="1057"/>
                </a:lnTo>
                <a:lnTo>
                  <a:pt x="821303" y="762"/>
                </a:lnTo>
                <a:lnTo>
                  <a:pt x="840000" y="524"/>
                </a:lnTo>
                <a:lnTo>
                  <a:pt x="858688" y="333"/>
                </a:lnTo>
                <a:lnTo>
                  <a:pt x="877376" y="181"/>
                </a:lnTo>
                <a:lnTo>
                  <a:pt x="896064" y="86"/>
                </a:lnTo>
                <a:lnTo>
                  <a:pt x="914762" y="19"/>
                </a:lnTo>
                <a:lnTo>
                  <a:pt x="93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12" name="hierarchy-joint-level-4-node-1">
            <a:extLst xmlns:a="http://schemas.openxmlformats.org/drawingml/2006/main">
              <a:ext uri="{FF2B5EF4-FFF2-40B4-BE49-F238E27FC236}">
                <a16:creationId xmlns:a16="http://schemas.microsoft.com/office/drawing/2014/main" id="{D132D4EA-1818-4245-BF2E-0CC9AE07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1804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hierarchy-link-level-3-node-1-level-4-node-2">
            <a:extLst xmlns:a="http://schemas.openxmlformats.org/drawingml/2006/main">
              <a:ext uri="{FF2B5EF4-FFF2-40B4-BE49-F238E27FC236}">
                <a16:creationId xmlns:a16="http://schemas.microsoft.com/office/drawing/2014/main" id="{AC208621-1583-4E47-A740-F4E1E34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885950"/>
            <a:ext cx="933450" cy="555174"/>
          </a:xfrm>
          <a:custGeom xmlns:a="http://schemas.openxmlformats.org/drawingml/2006/main">
            <a:pathLst>
              <a:path w="933450" h="555174">
                <a:moveTo>
                  <a:pt x="0" y="0"/>
                </a:moveTo>
                <a:lnTo>
                  <a:pt x="18840" y="333"/>
                </a:lnTo>
                <a:lnTo>
                  <a:pt x="37643" y="1362"/>
                </a:lnTo>
                <a:lnTo>
                  <a:pt x="56407" y="3105"/>
                </a:lnTo>
                <a:lnTo>
                  <a:pt x="75076" y="5610"/>
                </a:lnTo>
                <a:lnTo>
                  <a:pt x="93621" y="8896"/>
                </a:lnTo>
                <a:lnTo>
                  <a:pt x="112014" y="12983"/>
                </a:lnTo>
                <a:lnTo>
                  <a:pt x="130207" y="17888"/>
                </a:lnTo>
                <a:lnTo>
                  <a:pt x="148152" y="23612"/>
                </a:lnTo>
                <a:lnTo>
                  <a:pt x="165811" y="30156"/>
                </a:lnTo>
                <a:lnTo>
                  <a:pt x="183166" y="37500"/>
                </a:lnTo>
                <a:lnTo>
                  <a:pt x="200168" y="45615"/>
                </a:lnTo>
                <a:lnTo>
                  <a:pt x="216789" y="54464"/>
                </a:lnTo>
                <a:lnTo>
                  <a:pt x="233029" y="64018"/>
                </a:lnTo>
                <a:lnTo>
                  <a:pt x="248860" y="74228"/>
                </a:lnTo>
                <a:lnTo>
                  <a:pt x="264290" y="85039"/>
                </a:lnTo>
                <a:lnTo>
                  <a:pt x="279311" y="96403"/>
                </a:lnTo>
                <a:lnTo>
                  <a:pt x="293951" y="108271"/>
                </a:lnTo>
                <a:lnTo>
                  <a:pt x="308219" y="120567"/>
                </a:lnTo>
                <a:lnTo>
                  <a:pt x="322126" y="133274"/>
                </a:lnTo>
                <a:lnTo>
                  <a:pt x="335718" y="146323"/>
                </a:lnTo>
                <a:lnTo>
                  <a:pt x="349006" y="159677"/>
                </a:lnTo>
                <a:lnTo>
                  <a:pt x="362036" y="173279"/>
                </a:lnTo>
                <a:lnTo>
                  <a:pt x="374828" y="187109"/>
                </a:lnTo>
                <a:lnTo>
                  <a:pt x="387429" y="201120"/>
                </a:lnTo>
                <a:lnTo>
                  <a:pt x="399859" y="215275"/>
                </a:lnTo>
                <a:lnTo>
                  <a:pt x="412156" y="229543"/>
                </a:lnTo>
                <a:lnTo>
                  <a:pt x="424367" y="243897"/>
                </a:lnTo>
                <a:lnTo>
                  <a:pt x="436512" y="258299"/>
                </a:lnTo>
                <a:lnTo>
                  <a:pt x="448637" y="272720"/>
                </a:lnTo>
                <a:lnTo>
                  <a:pt x="460762" y="287131"/>
                </a:lnTo>
                <a:lnTo>
                  <a:pt x="472935" y="301514"/>
                </a:lnTo>
                <a:lnTo>
                  <a:pt x="485184" y="315830"/>
                </a:lnTo>
                <a:lnTo>
                  <a:pt x="497538" y="330060"/>
                </a:lnTo>
                <a:lnTo>
                  <a:pt x="510035" y="344157"/>
                </a:lnTo>
                <a:lnTo>
                  <a:pt x="522703" y="358092"/>
                </a:lnTo>
                <a:lnTo>
                  <a:pt x="535581" y="371856"/>
                </a:lnTo>
                <a:lnTo>
                  <a:pt x="548688" y="385391"/>
                </a:lnTo>
                <a:lnTo>
                  <a:pt x="562051" y="398659"/>
                </a:lnTo>
                <a:lnTo>
                  <a:pt x="575710" y="411632"/>
                </a:lnTo>
                <a:lnTo>
                  <a:pt x="589683" y="424272"/>
                </a:lnTo>
                <a:lnTo>
                  <a:pt x="603990" y="436531"/>
                </a:lnTo>
                <a:lnTo>
                  <a:pt x="618639" y="448380"/>
                </a:lnTo>
                <a:lnTo>
                  <a:pt x="633651" y="459753"/>
                </a:lnTo>
                <a:lnTo>
                  <a:pt x="649043" y="470630"/>
                </a:lnTo>
                <a:lnTo>
                  <a:pt x="664797" y="480946"/>
                </a:lnTo>
                <a:lnTo>
                  <a:pt x="680923" y="490680"/>
                </a:lnTo>
                <a:lnTo>
                  <a:pt x="697411" y="499796"/>
                </a:lnTo>
                <a:lnTo>
                  <a:pt x="714251" y="508244"/>
                </a:lnTo>
                <a:lnTo>
                  <a:pt x="731415" y="516017"/>
                </a:lnTo>
                <a:lnTo>
                  <a:pt x="748875" y="523075"/>
                </a:lnTo>
                <a:lnTo>
                  <a:pt x="766610" y="529428"/>
                </a:lnTo>
                <a:lnTo>
                  <a:pt x="784593" y="535057"/>
                </a:lnTo>
                <a:lnTo>
                  <a:pt x="802777" y="539953"/>
                </a:lnTo>
                <a:lnTo>
                  <a:pt x="821150" y="544135"/>
                </a:lnTo>
                <a:lnTo>
                  <a:pt x="839667" y="547621"/>
                </a:lnTo>
                <a:lnTo>
                  <a:pt x="858298" y="550412"/>
                </a:lnTo>
                <a:lnTo>
                  <a:pt x="877014" y="552536"/>
                </a:lnTo>
                <a:lnTo>
                  <a:pt x="895798" y="554012"/>
                </a:lnTo>
                <a:lnTo>
                  <a:pt x="914610" y="554888"/>
                </a:lnTo>
                <a:lnTo>
                  <a:pt x="933450" y="55517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14" name="hierarchy-joint-level-4-node-2">
            <a:extLst xmlns:a="http://schemas.openxmlformats.org/drawingml/2006/main">
              <a:ext uri="{FF2B5EF4-FFF2-40B4-BE49-F238E27FC236}">
                <a16:creationId xmlns:a16="http://schemas.microsoft.com/office/drawing/2014/main" id="{D90FC021-7374-42C9-9F83-57B154ED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239826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hierarchy-link-level-3-node-2-level-4-node-3">
            <a:extLst xmlns:a="http://schemas.openxmlformats.org/drawingml/2006/main">
              <a:ext uri="{FF2B5EF4-FFF2-40B4-BE49-F238E27FC236}">
                <a16:creationId xmlns:a16="http://schemas.microsoft.com/office/drawing/2014/main" id="{E13A99BA-32EC-4140-A2C1-BC38B372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701290"/>
            <a:ext cx="933450" cy="333099"/>
          </a:xfrm>
          <a:custGeom xmlns:a="http://schemas.openxmlformats.org/drawingml/2006/main">
            <a:pathLst>
              <a:path w="933450" h="333099">
                <a:moveTo>
                  <a:pt x="0" y="0"/>
                </a:moveTo>
                <a:lnTo>
                  <a:pt x="18736" y="200"/>
                </a:lnTo>
                <a:lnTo>
                  <a:pt x="37462" y="810"/>
                </a:lnTo>
                <a:lnTo>
                  <a:pt x="56178" y="1848"/>
                </a:lnTo>
                <a:lnTo>
                  <a:pt x="74857" y="3343"/>
                </a:lnTo>
                <a:lnTo>
                  <a:pt x="93488" y="5324"/>
                </a:lnTo>
                <a:lnTo>
                  <a:pt x="112062" y="7801"/>
                </a:lnTo>
                <a:lnTo>
                  <a:pt x="130559" y="10801"/>
                </a:lnTo>
                <a:lnTo>
                  <a:pt x="148961" y="14335"/>
                </a:lnTo>
                <a:lnTo>
                  <a:pt x="167240" y="18440"/>
                </a:lnTo>
                <a:lnTo>
                  <a:pt x="185395" y="23108"/>
                </a:lnTo>
                <a:lnTo>
                  <a:pt x="203378" y="28346"/>
                </a:lnTo>
                <a:lnTo>
                  <a:pt x="221190" y="34176"/>
                </a:lnTo>
                <a:lnTo>
                  <a:pt x="238801" y="40586"/>
                </a:lnTo>
                <a:lnTo>
                  <a:pt x="256194" y="47558"/>
                </a:lnTo>
                <a:lnTo>
                  <a:pt x="273358" y="55074"/>
                </a:lnTo>
                <a:lnTo>
                  <a:pt x="290274" y="63132"/>
                </a:lnTo>
                <a:lnTo>
                  <a:pt x="306953" y="71676"/>
                </a:lnTo>
                <a:lnTo>
                  <a:pt x="323383" y="80677"/>
                </a:lnTo>
                <a:lnTo>
                  <a:pt x="339585" y="90087"/>
                </a:lnTo>
                <a:lnTo>
                  <a:pt x="355568" y="99879"/>
                </a:lnTo>
                <a:lnTo>
                  <a:pt x="371342" y="109985"/>
                </a:lnTo>
                <a:lnTo>
                  <a:pt x="386953" y="120358"/>
                </a:lnTo>
                <a:lnTo>
                  <a:pt x="402422" y="130940"/>
                </a:lnTo>
                <a:lnTo>
                  <a:pt x="417776" y="141675"/>
                </a:lnTo>
                <a:lnTo>
                  <a:pt x="433064" y="152514"/>
                </a:lnTo>
                <a:lnTo>
                  <a:pt x="448313" y="163401"/>
                </a:lnTo>
                <a:lnTo>
                  <a:pt x="463572" y="174279"/>
                </a:lnTo>
                <a:lnTo>
                  <a:pt x="478879" y="185090"/>
                </a:lnTo>
                <a:lnTo>
                  <a:pt x="494262" y="195786"/>
                </a:lnTo>
                <a:lnTo>
                  <a:pt x="509768" y="206312"/>
                </a:lnTo>
                <a:lnTo>
                  <a:pt x="525418" y="216618"/>
                </a:lnTo>
                <a:lnTo>
                  <a:pt x="541239" y="226657"/>
                </a:lnTo>
                <a:lnTo>
                  <a:pt x="557260" y="236382"/>
                </a:lnTo>
                <a:lnTo>
                  <a:pt x="573491" y="245745"/>
                </a:lnTo>
                <a:lnTo>
                  <a:pt x="589950" y="254708"/>
                </a:lnTo>
                <a:lnTo>
                  <a:pt x="606628" y="263233"/>
                </a:lnTo>
                <a:lnTo>
                  <a:pt x="623545" y="271301"/>
                </a:lnTo>
                <a:lnTo>
                  <a:pt x="640680" y="278892"/>
                </a:lnTo>
                <a:lnTo>
                  <a:pt x="658025" y="285969"/>
                </a:lnTo>
                <a:lnTo>
                  <a:pt x="675580" y="292532"/>
                </a:lnTo>
                <a:lnTo>
                  <a:pt x="693315" y="298561"/>
                </a:lnTo>
                <a:lnTo>
                  <a:pt x="711232" y="304076"/>
                </a:lnTo>
                <a:lnTo>
                  <a:pt x="729291" y="309058"/>
                </a:lnTo>
                <a:lnTo>
                  <a:pt x="747493" y="313525"/>
                </a:lnTo>
                <a:lnTo>
                  <a:pt x="765800" y="317497"/>
                </a:lnTo>
                <a:lnTo>
                  <a:pt x="784222" y="320964"/>
                </a:lnTo>
                <a:lnTo>
                  <a:pt x="802719" y="323964"/>
                </a:lnTo>
                <a:lnTo>
                  <a:pt x="821284" y="326498"/>
                </a:lnTo>
                <a:lnTo>
                  <a:pt x="839905" y="328593"/>
                </a:lnTo>
                <a:lnTo>
                  <a:pt x="858564" y="330260"/>
                </a:lnTo>
                <a:lnTo>
                  <a:pt x="877262" y="331527"/>
                </a:lnTo>
                <a:lnTo>
                  <a:pt x="895979" y="332413"/>
                </a:lnTo>
                <a:lnTo>
                  <a:pt x="914714" y="332927"/>
                </a:lnTo>
                <a:lnTo>
                  <a:pt x="933450" y="3330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16" name="hierarchy-joint-level-4-node-3">
            <a:extLst xmlns:a="http://schemas.openxmlformats.org/drawingml/2006/main">
              <a:ext uri="{FF2B5EF4-FFF2-40B4-BE49-F238E27FC236}">
                <a16:creationId xmlns:a16="http://schemas.microsoft.com/office/drawing/2014/main" id="{04B09310-E92D-41C3-B406-A8D43433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299152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hierarchy-link-level-2-node-2-level-3-node-3">
            <a:extLst xmlns:a="http://schemas.openxmlformats.org/drawingml/2006/main">
              <a:ext uri="{FF2B5EF4-FFF2-40B4-BE49-F238E27FC236}">
                <a16:creationId xmlns:a16="http://schemas.microsoft.com/office/drawing/2014/main" id="{502B82A6-0091-40BD-872C-9F8E377D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516630"/>
            <a:ext cx="857250" cy="407670"/>
          </a:xfrm>
          <a:custGeom xmlns:a="http://schemas.openxmlformats.org/drawingml/2006/main">
            <a:pathLst>
              <a:path w="857250" h="407670">
                <a:moveTo>
                  <a:pt x="0" y="407670"/>
                </a:moveTo>
                <a:lnTo>
                  <a:pt x="18831" y="407375"/>
                </a:lnTo>
                <a:lnTo>
                  <a:pt x="37633" y="406489"/>
                </a:lnTo>
                <a:lnTo>
                  <a:pt x="56398" y="404955"/>
                </a:lnTo>
                <a:lnTo>
                  <a:pt x="75105" y="402746"/>
                </a:lnTo>
                <a:lnTo>
                  <a:pt x="93707" y="399840"/>
                </a:lnTo>
                <a:lnTo>
                  <a:pt x="112176" y="396202"/>
                </a:lnTo>
                <a:lnTo>
                  <a:pt x="130493" y="391820"/>
                </a:lnTo>
                <a:lnTo>
                  <a:pt x="148600" y="386667"/>
                </a:lnTo>
                <a:lnTo>
                  <a:pt x="166478" y="380752"/>
                </a:lnTo>
                <a:lnTo>
                  <a:pt x="184080" y="374075"/>
                </a:lnTo>
                <a:lnTo>
                  <a:pt x="201378" y="366646"/>
                </a:lnTo>
                <a:lnTo>
                  <a:pt x="218351" y="358483"/>
                </a:lnTo>
                <a:lnTo>
                  <a:pt x="234972" y="349634"/>
                </a:lnTo>
                <a:lnTo>
                  <a:pt x="251231" y="340147"/>
                </a:lnTo>
                <a:lnTo>
                  <a:pt x="267129" y="330051"/>
                </a:lnTo>
                <a:lnTo>
                  <a:pt x="282664" y="319411"/>
                </a:lnTo>
                <a:lnTo>
                  <a:pt x="297856" y="308286"/>
                </a:lnTo>
                <a:lnTo>
                  <a:pt x="312725" y="296732"/>
                </a:lnTo>
                <a:lnTo>
                  <a:pt x="327289" y="284807"/>
                </a:lnTo>
                <a:lnTo>
                  <a:pt x="341605" y="272567"/>
                </a:lnTo>
                <a:lnTo>
                  <a:pt x="355692" y="260080"/>
                </a:lnTo>
                <a:lnTo>
                  <a:pt x="369608" y="247383"/>
                </a:lnTo>
                <a:lnTo>
                  <a:pt x="383381" y="234544"/>
                </a:lnTo>
                <a:lnTo>
                  <a:pt x="397069" y="221618"/>
                </a:lnTo>
                <a:lnTo>
                  <a:pt x="410718" y="208636"/>
                </a:lnTo>
                <a:lnTo>
                  <a:pt x="424367" y="195672"/>
                </a:lnTo>
                <a:lnTo>
                  <a:pt x="438064" y="182756"/>
                </a:lnTo>
                <a:lnTo>
                  <a:pt x="451866" y="169936"/>
                </a:lnTo>
                <a:lnTo>
                  <a:pt x="465801" y="157277"/>
                </a:lnTo>
                <a:lnTo>
                  <a:pt x="479917" y="144818"/>
                </a:lnTo>
                <a:lnTo>
                  <a:pt x="494252" y="132607"/>
                </a:lnTo>
                <a:lnTo>
                  <a:pt x="508845" y="120701"/>
                </a:lnTo>
                <a:lnTo>
                  <a:pt x="523713" y="109147"/>
                </a:lnTo>
                <a:lnTo>
                  <a:pt x="538886" y="98003"/>
                </a:lnTo>
                <a:lnTo>
                  <a:pt x="554393" y="87306"/>
                </a:lnTo>
                <a:lnTo>
                  <a:pt x="570224" y="77124"/>
                </a:lnTo>
                <a:lnTo>
                  <a:pt x="586397" y="67475"/>
                </a:lnTo>
                <a:lnTo>
                  <a:pt x="602904" y="58417"/>
                </a:lnTo>
                <a:lnTo>
                  <a:pt x="619735" y="49987"/>
                </a:lnTo>
                <a:lnTo>
                  <a:pt x="636880" y="42196"/>
                </a:lnTo>
                <a:lnTo>
                  <a:pt x="654320" y="35081"/>
                </a:lnTo>
                <a:lnTo>
                  <a:pt x="672008" y="28651"/>
                </a:lnTo>
                <a:lnTo>
                  <a:pt x="689943" y="22898"/>
                </a:lnTo>
                <a:lnTo>
                  <a:pt x="708079" y="17840"/>
                </a:lnTo>
                <a:lnTo>
                  <a:pt x="726386" y="13449"/>
                </a:lnTo>
                <a:lnTo>
                  <a:pt x="744845" y="9725"/>
                </a:lnTo>
                <a:lnTo>
                  <a:pt x="763419" y="6639"/>
                </a:lnTo>
                <a:lnTo>
                  <a:pt x="782088" y="4181"/>
                </a:lnTo>
                <a:lnTo>
                  <a:pt x="800824" y="2315"/>
                </a:lnTo>
                <a:lnTo>
                  <a:pt x="819607" y="1010"/>
                </a:lnTo>
                <a:lnTo>
                  <a:pt x="838419" y="248"/>
                </a:ln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795B2"/>
            </a:solidFill>
            <a:prstDash val="solid"/>
          </a:ln>
        </p:spPr>
      </p:sp>
      <p:sp>
        <p:nvSpPr>
          <p:cNvPr id="18" name="hierarchy-joint-level-3-node-3">
            <a:extLst xmlns:a="http://schemas.openxmlformats.org/drawingml/2006/main">
              <a:ext uri="{FF2B5EF4-FFF2-40B4-BE49-F238E27FC236}">
                <a16:creationId xmlns:a16="http://schemas.microsoft.com/office/drawing/2014/main" id="{5265601E-E760-4A28-B03F-A4E39A9F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938" y="347376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hierarchy-link-level-2-node-2-level-3-node-4">
            <a:extLst xmlns:a="http://schemas.openxmlformats.org/drawingml/2006/main">
              <a:ext uri="{FF2B5EF4-FFF2-40B4-BE49-F238E27FC236}">
                <a16:creationId xmlns:a16="http://schemas.microsoft.com/office/drawing/2014/main" id="{71D3CAB5-F2A1-43B1-B492-9E1A0B48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924300"/>
            <a:ext cx="857250" cy="407670"/>
          </a:xfrm>
          <a:custGeom xmlns:a="http://schemas.openxmlformats.org/drawingml/2006/main">
            <a:pathLst>
              <a:path w="857250" h="407670">
                <a:moveTo>
                  <a:pt x="0" y="0"/>
                </a:moveTo>
                <a:lnTo>
                  <a:pt x="18831" y="295"/>
                </a:lnTo>
                <a:lnTo>
                  <a:pt x="37633" y="1181"/>
                </a:lnTo>
                <a:lnTo>
                  <a:pt x="56398" y="2724"/>
                </a:lnTo>
                <a:lnTo>
                  <a:pt x="75105" y="4924"/>
                </a:lnTo>
                <a:lnTo>
                  <a:pt x="93707" y="7830"/>
                </a:lnTo>
                <a:lnTo>
                  <a:pt x="112176" y="11468"/>
                </a:lnTo>
                <a:lnTo>
                  <a:pt x="130493" y="15850"/>
                </a:lnTo>
                <a:lnTo>
                  <a:pt x="148600" y="21003"/>
                </a:lnTo>
                <a:lnTo>
                  <a:pt x="166478" y="26918"/>
                </a:lnTo>
                <a:lnTo>
                  <a:pt x="184080" y="33595"/>
                </a:lnTo>
                <a:lnTo>
                  <a:pt x="201378" y="41024"/>
                </a:lnTo>
                <a:lnTo>
                  <a:pt x="218351" y="49187"/>
                </a:lnTo>
                <a:lnTo>
                  <a:pt x="234972" y="58036"/>
                </a:lnTo>
                <a:lnTo>
                  <a:pt x="251231" y="67523"/>
                </a:lnTo>
                <a:lnTo>
                  <a:pt x="267129" y="77619"/>
                </a:lnTo>
                <a:lnTo>
                  <a:pt x="282664" y="88259"/>
                </a:lnTo>
                <a:lnTo>
                  <a:pt x="297856" y="99384"/>
                </a:lnTo>
                <a:lnTo>
                  <a:pt x="312725" y="110938"/>
                </a:lnTo>
                <a:lnTo>
                  <a:pt x="327289" y="122863"/>
                </a:lnTo>
                <a:lnTo>
                  <a:pt x="341605" y="135103"/>
                </a:lnTo>
                <a:lnTo>
                  <a:pt x="355692" y="147590"/>
                </a:lnTo>
                <a:lnTo>
                  <a:pt x="369608" y="160287"/>
                </a:lnTo>
                <a:lnTo>
                  <a:pt x="383381" y="173126"/>
                </a:lnTo>
                <a:lnTo>
                  <a:pt x="397069" y="186052"/>
                </a:lnTo>
                <a:lnTo>
                  <a:pt x="410718" y="199034"/>
                </a:lnTo>
                <a:lnTo>
                  <a:pt x="424367" y="211998"/>
                </a:lnTo>
                <a:lnTo>
                  <a:pt x="438064" y="224914"/>
                </a:lnTo>
                <a:lnTo>
                  <a:pt x="451866" y="237734"/>
                </a:lnTo>
                <a:lnTo>
                  <a:pt x="465801" y="250393"/>
                </a:lnTo>
                <a:lnTo>
                  <a:pt x="479917" y="262852"/>
                </a:lnTo>
                <a:lnTo>
                  <a:pt x="494252" y="275063"/>
                </a:lnTo>
                <a:lnTo>
                  <a:pt x="508845" y="286969"/>
                </a:lnTo>
                <a:lnTo>
                  <a:pt x="523713" y="298523"/>
                </a:lnTo>
                <a:lnTo>
                  <a:pt x="538886" y="309667"/>
                </a:lnTo>
                <a:lnTo>
                  <a:pt x="554393" y="320364"/>
                </a:lnTo>
                <a:lnTo>
                  <a:pt x="570224" y="330546"/>
                </a:lnTo>
                <a:lnTo>
                  <a:pt x="586397" y="340195"/>
                </a:lnTo>
                <a:lnTo>
                  <a:pt x="602904" y="349253"/>
                </a:lnTo>
                <a:lnTo>
                  <a:pt x="619735" y="357683"/>
                </a:lnTo>
                <a:lnTo>
                  <a:pt x="636880" y="365474"/>
                </a:lnTo>
                <a:lnTo>
                  <a:pt x="654320" y="372589"/>
                </a:lnTo>
                <a:lnTo>
                  <a:pt x="672008" y="379019"/>
                </a:lnTo>
                <a:lnTo>
                  <a:pt x="689943" y="384772"/>
                </a:lnTo>
                <a:lnTo>
                  <a:pt x="708079" y="389830"/>
                </a:lnTo>
                <a:lnTo>
                  <a:pt x="726386" y="394221"/>
                </a:lnTo>
                <a:lnTo>
                  <a:pt x="744845" y="397945"/>
                </a:lnTo>
                <a:lnTo>
                  <a:pt x="763419" y="401031"/>
                </a:lnTo>
                <a:lnTo>
                  <a:pt x="782088" y="403489"/>
                </a:lnTo>
                <a:lnTo>
                  <a:pt x="800824" y="405355"/>
                </a:lnTo>
                <a:lnTo>
                  <a:pt x="819607" y="406660"/>
                </a:lnTo>
                <a:lnTo>
                  <a:pt x="838419" y="407422"/>
                </a:lnTo>
                <a:lnTo>
                  <a:pt x="857250" y="40767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795B2"/>
            </a:solidFill>
            <a:prstDash val="solid"/>
          </a:ln>
        </p:spPr>
      </p:sp>
      <p:sp>
        <p:nvSpPr>
          <p:cNvPr id="20" name="hierarchy-joint-level-3-node-4">
            <a:extLst xmlns:a="http://schemas.openxmlformats.org/drawingml/2006/main">
              <a:ext uri="{FF2B5EF4-FFF2-40B4-BE49-F238E27FC236}">
                <a16:creationId xmlns:a16="http://schemas.microsoft.com/office/drawing/2014/main" id="{E81F911B-C84E-4D3D-8D3D-223A8632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938" y="42891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hierarchy-link-level-3-node-3-level-4-node-4">
            <a:extLst xmlns:a="http://schemas.openxmlformats.org/drawingml/2006/main">
              <a:ext uri="{FF2B5EF4-FFF2-40B4-BE49-F238E27FC236}">
                <a16:creationId xmlns:a16="http://schemas.microsoft.com/office/drawing/2014/main" id="{DDEE5C06-EE67-4370-956B-7B517A70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516630"/>
            <a:ext cx="933450" cy="111033"/>
          </a:xfrm>
          <a:custGeom xmlns:a="http://schemas.openxmlformats.org/drawingml/2006/main">
            <a:pathLst>
              <a:path w="933450" h="111033">
                <a:moveTo>
                  <a:pt x="0" y="0"/>
                </a:moveTo>
                <a:lnTo>
                  <a:pt x="18860" y="67"/>
                </a:lnTo>
                <a:lnTo>
                  <a:pt x="37709" y="276"/>
                </a:lnTo>
                <a:lnTo>
                  <a:pt x="56559" y="629"/>
                </a:lnTo>
                <a:lnTo>
                  <a:pt x="75409" y="1133"/>
                </a:lnTo>
                <a:lnTo>
                  <a:pt x="94250" y="1810"/>
                </a:lnTo>
                <a:lnTo>
                  <a:pt x="113090" y="2657"/>
                </a:lnTo>
                <a:lnTo>
                  <a:pt x="131921" y="3677"/>
                </a:lnTo>
                <a:lnTo>
                  <a:pt x="150733" y="4905"/>
                </a:lnTo>
                <a:lnTo>
                  <a:pt x="169535" y="6334"/>
                </a:lnTo>
                <a:lnTo>
                  <a:pt x="188319" y="7972"/>
                </a:lnTo>
                <a:lnTo>
                  <a:pt x="207083" y="9839"/>
                </a:lnTo>
                <a:lnTo>
                  <a:pt x="225819" y="11935"/>
                </a:lnTo>
                <a:lnTo>
                  <a:pt x="244526" y="14268"/>
                </a:lnTo>
                <a:lnTo>
                  <a:pt x="263204" y="16859"/>
                </a:lnTo>
                <a:lnTo>
                  <a:pt x="281845" y="19679"/>
                </a:lnTo>
                <a:lnTo>
                  <a:pt x="300447" y="22755"/>
                </a:lnTo>
                <a:lnTo>
                  <a:pt x="319011" y="26079"/>
                </a:lnTo>
                <a:lnTo>
                  <a:pt x="337528" y="29623"/>
                </a:lnTo>
                <a:lnTo>
                  <a:pt x="356006" y="33385"/>
                </a:lnTo>
                <a:lnTo>
                  <a:pt x="374447" y="37338"/>
                </a:lnTo>
                <a:lnTo>
                  <a:pt x="392840" y="41453"/>
                </a:lnTo>
                <a:lnTo>
                  <a:pt x="411213" y="45691"/>
                </a:lnTo>
                <a:lnTo>
                  <a:pt x="429568" y="50016"/>
                </a:lnTo>
                <a:lnTo>
                  <a:pt x="447913" y="54369"/>
                </a:lnTo>
                <a:lnTo>
                  <a:pt x="466258" y="58722"/>
                </a:lnTo>
                <a:lnTo>
                  <a:pt x="484622" y="63036"/>
                </a:lnTo>
                <a:lnTo>
                  <a:pt x="502996" y="67247"/>
                </a:lnTo>
                <a:lnTo>
                  <a:pt x="521408" y="71333"/>
                </a:lnTo>
                <a:lnTo>
                  <a:pt x="539848" y="75257"/>
                </a:lnTo>
                <a:lnTo>
                  <a:pt x="558327" y="79000"/>
                </a:lnTo>
                <a:lnTo>
                  <a:pt x="576844" y="82534"/>
                </a:lnTo>
                <a:lnTo>
                  <a:pt x="595408" y="85849"/>
                </a:lnTo>
                <a:lnTo>
                  <a:pt x="614010" y="88944"/>
                </a:lnTo>
                <a:lnTo>
                  <a:pt x="632651" y="91802"/>
                </a:lnTo>
                <a:lnTo>
                  <a:pt x="651320" y="94431"/>
                </a:lnTo>
                <a:lnTo>
                  <a:pt x="670017" y="96831"/>
                </a:lnTo>
                <a:lnTo>
                  <a:pt x="688743" y="99022"/>
                </a:lnTo>
                <a:lnTo>
                  <a:pt x="707498" y="100984"/>
                </a:lnTo>
                <a:lnTo>
                  <a:pt x="726272" y="102756"/>
                </a:lnTo>
                <a:lnTo>
                  <a:pt x="745065" y="104318"/>
                </a:lnTo>
                <a:lnTo>
                  <a:pt x="763867" y="105699"/>
                </a:lnTo>
                <a:lnTo>
                  <a:pt x="782688" y="106899"/>
                </a:lnTo>
                <a:lnTo>
                  <a:pt x="801510" y="107928"/>
                </a:lnTo>
                <a:lnTo>
                  <a:pt x="820350" y="108795"/>
                </a:lnTo>
                <a:lnTo>
                  <a:pt x="839191" y="109509"/>
                </a:lnTo>
                <a:lnTo>
                  <a:pt x="858041" y="110071"/>
                </a:lnTo>
                <a:lnTo>
                  <a:pt x="876891" y="110500"/>
                </a:lnTo>
                <a:lnTo>
                  <a:pt x="895741" y="110795"/>
                </a:lnTo>
                <a:lnTo>
                  <a:pt x="914591" y="110976"/>
                </a:lnTo>
                <a:lnTo>
                  <a:pt x="933450" y="11103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22" name="hierarchy-joint-level-4-node-4">
            <a:extLst xmlns:a="http://schemas.openxmlformats.org/drawingml/2006/main">
              <a:ext uri="{FF2B5EF4-FFF2-40B4-BE49-F238E27FC236}">
                <a16:creationId xmlns:a16="http://schemas.microsoft.com/office/drawing/2014/main" id="{14E48027-3406-4BF5-90AD-7C781EAE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358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hierarchy-link-level-3-node-4-level-4-node-5">
            <a:extLst xmlns:a="http://schemas.openxmlformats.org/drawingml/2006/main">
              <a:ext uri="{FF2B5EF4-FFF2-40B4-BE49-F238E27FC236}">
                <a16:creationId xmlns:a16="http://schemas.microsoft.com/office/drawing/2014/main" id="{D5E3E6C1-FCCD-4434-B824-6231CDE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220937"/>
            <a:ext cx="933450" cy="111033"/>
          </a:xfrm>
          <a:custGeom xmlns:a="http://schemas.openxmlformats.org/drawingml/2006/main">
            <a:pathLst>
              <a:path w="933450" h="111033">
                <a:moveTo>
                  <a:pt x="0" y="111033"/>
                </a:moveTo>
                <a:lnTo>
                  <a:pt x="18860" y="110966"/>
                </a:lnTo>
                <a:lnTo>
                  <a:pt x="37709" y="110757"/>
                </a:lnTo>
                <a:lnTo>
                  <a:pt x="56559" y="110404"/>
                </a:lnTo>
                <a:lnTo>
                  <a:pt x="75409" y="109899"/>
                </a:lnTo>
                <a:lnTo>
                  <a:pt x="94250" y="109223"/>
                </a:lnTo>
                <a:lnTo>
                  <a:pt x="113090" y="108385"/>
                </a:lnTo>
                <a:lnTo>
                  <a:pt x="131921" y="107356"/>
                </a:lnTo>
                <a:lnTo>
                  <a:pt x="150733" y="106128"/>
                </a:lnTo>
                <a:lnTo>
                  <a:pt x="169535" y="104699"/>
                </a:lnTo>
                <a:lnTo>
                  <a:pt x="188319" y="103061"/>
                </a:lnTo>
                <a:lnTo>
                  <a:pt x="207083" y="101194"/>
                </a:lnTo>
                <a:lnTo>
                  <a:pt x="225819" y="99098"/>
                </a:lnTo>
                <a:lnTo>
                  <a:pt x="244526" y="96764"/>
                </a:lnTo>
                <a:lnTo>
                  <a:pt x="263204" y="94183"/>
                </a:lnTo>
                <a:lnTo>
                  <a:pt x="281845" y="91354"/>
                </a:lnTo>
                <a:lnTo>
                  <a:pt x="300447" y="88278"/>
                </a:lnTo>
                <a:lnTo>
                  <a:pt x="319011" y="84953"/>
                </a:lnTo>
                <a:lnTo>
                  <a:pt x="337528" y="81410"/>
                </a:lnTo>
                <a:lnTo>
                  <a:pt x="356006" y="77648"/>
                </a:lnTo>
                <a:lnTo>
                  <a:pt x="374447" y="73695"/>
                </a:lnTo>
                <a:lnTo>
                  <a:pt x="392840" y="69580"/>
                </a:lnTo>
                <a:lnTo>
                  <a:pt x="411213" y="65342"/>
                </a:lnTo>
                <a:lnTo>
                  <a:pt x="429568" y="61017"/>
                </a:lnTo>
                <a:lnTo>
                  <a:pt x="447913" y="56664"/>
                </a:lnTo>
                <a:lnTo>
                  <a:pt x="466258" y="52311"/>
                </a:lnTo>
                <a:lnTo>
                  <a:pt x="484622" y="47996"/>
                </a:lnTo>
                <a:lnTo>
                  <a:pt x="502996" y="43786"/>
                </a:lnTo>
                <a:lnTo>
                  <a:pt x="521408" y="39700"/>
                </a:lnTo>
                <a:lnTo>
                  <a:pt x="539848" y="35776"/>
                </a:lnTo>
                <a:lnTo>
                  <a:pt x="558327" y="32033"/>
                </a:lnTo>
                <a:lnTo>
                  <a:pt x="576844" y="28499"/>
                </a:lnTo>
                <a:lnTo>
                  <a:pt x="595408" y="25184"/>
                </a:lnTo>
                <a:lnTo>
                  <a:pt x="614010" y="22098"/>
                </a:lnTo>
                <a:lnTo>
                  <a:pt x="632651" y="19231"/>
                </a:lnTo>
                <a:lnTo>
                  <a:pt x="651320" y="16602"/>
                </a:lnTo>
                <a:lnTo>
                  <a:pt x="670017" y="14202"/>
                </a:lnTo>
                <a:lnTo>
                  <a:pt x="688743" y="12011"/>
                </a:lnTo>
                <a:lnTo>
                  <a:pt x="707498" y="10049"/>
                </a:lnTo>
                <a:lnTo>
                  <a:pt x="726272" y="8287"/>
                </a:lnTo>
                <a:lnTo>
                  <a:pt x="745065" y="6715"/>
                </a:lnTo>
                <a:lnTo>
                  <a:pt x="763867" y="5334"/>
                </a:lnTo>
                <a:lnTo>
                  <a:pt x="782688" y="4134"/>
                </a:lnTo>
                <a:lnTo>
                  <a:pt x="801510" y="3115"/>
                </a:lnTo>
                <a:lnTo>
                  <a:pt x="820350" y="2248"/>
                </a:lnTo>
                <a:lnTo>
                  <a:pt x="839191" y="1534"/>
                </a:lnTo>
                <a:lnTo>
                  <a:pt x="858041" y="962"/>
                </a:lnTo>
                <a:lnTo>
                  <a:pt x="876891" y="533"/>
                </a:lnTo>
                <a:lnTo>
                  <a:pt x="895741" y="238"/>
                </a:lnTo>
                <a:lnTo>
                  <a:pt x="914591" y="57"/>
                </a:lnTo>
                <a:lnTo>
                  <a:pt x="93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24" name="hierarchy-joint-level-4-node-5">
            <a:extLst xmlns:a="http://schemas.openxmlformats.org/drawingml/2006/main">
              <a:ext uri="{FF2B5EF4-FFF2-40B4-BE49-F238E27FC236}">
                <a16:creationId xmlns:a16="http://schemas.microsoft.com/office/drawing/2014/main" id="{07870580-02D4-4950-B189-136251D5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417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hierarchy-link-level-3-node-4-level-4-node-6">
            <a:extLst xmlns:a="http://schemas.openxmlformats.org/drawingml/2006/main">
              <a:ext uri="{FF2B5EF4-FFF2-40B4-BE49-F238E27FC236}">
                <a16:creationId xmlns:a16="http://schemas.microsoft.com/office/drawing/2014/main" id="{EB88425A-6086-4730-AEC0-75ADE8C7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331970"/>
            <a:ext cx="933450" cy="482241"/>
          </a:xfrm>
          <a:custGeom xmlns:a="http://schemas.openxmlformats.org/drawingml/2006/main">
            <a:pathLst>
              <a:path w="933450" h="482241">
                <a:moveTo>
                  <a:pt x="0" y="0"/>
                </a:moveTo>
                <a:lnTo>
                  <a:pt x="18745" y="295"/>
                </a:lnTo>
                <a:lnTo>
                  <a:pt x="37471" y="1172"/>
                </a:lnTo>
                <a:lnTo>
                  <a:pt x="56159" y="2677"/>
                </a:lnTo>
                <a:lnTo>
                  <a:pt x="74781" y="4839"/>
                </a:lnTo>
                <a:lnTo>
                  <a:pt x="93307" y="7677"/>
                </a:lnTo>
                <a:lnTo>
                  <a:pt x="111719" y="11220"/>
                </a:lnTo>
                <a:lnTo>
                  <a:pt x="129969" y="15488"/>
                </a:lnTo>
                <a:lnTo>
                  <a:pt x="148038" y="20479"/>
                </a:lnTo>
                <a:lnTo>
                  <a:pt x="165887" y="26222"/>
                </a:lnTo>
                <a:lnTo>
                  <a:pt x="183480" y="32699"/>
                </a:lnTo>
                <a:lnTo>
                  <a:pt x="200787" y="39891"/>
                </a:lnTo>
                <a:lnTo>
                  <a:pt x="217789" y="47796"/>
                </a:lnTo>
                <a:lnTo>
                  <a:pt x="234448" y="56378"/>
                </a:lnTo>
                <a:lnTo>
                  <a:pt x="250774" y="65599"/>
                </a:lnTo>
                <a:lnTo>
                  <a:pt x="266738" y="75428"/>
                </a:lnTo>
                <a:lnTo>
                  <a:pt x="282340" y="85811"/>
                </a:lnTo>
                <a:lnTo>
                  <a:pt x="297590" y="96717"/>
                </a:lnTo>
                <a:lnTo>
                  <a:pt x="312506" y="108071"/>
                </a:lnTo>
                <a:lnTo>
                  <a:pt x="327098" y="119844"/>
                </a:lnTo>
                <a:lnTo>
                  <a:pt x="341386" y="131988"/>
                </a:lnTo>
                <a:lnTo>
                  <a:pt x="355397" y="144437"/>
                </a:lnTo>
                <a:lnTo>
                  <a:pt x="369160" y="157163"/>
                </a:lnTo>
                <a:lnTo>
                  <a:pt x="382715" y="170117"/>
                </a:lnTo>
                <a:lnTo>
                  <a:pt x="396097" y="183251"/>
                </a:lnTo>
                <a:lnTo>
                  <a:pt x="409327" y="196520"/>
                </a:lnTo>
                <a:lnTo>
                  <a:pt x="422462" y="209902"/>
                </a:lnTo>
                <a:lnTo>
                  <a:pt x="435521" y="223352"/>
                </a:lnTo>
                <a:lnTo>
                  <a:pt x="448561" y="236820"/>
                </a:lnTo>
                <a:lnTo>
                  <a:pt x="461610" y="250288"/>
                </a:lnTo>
                <a:lnTo>
                  <a:pt x="474697" y="263709"/>
                </a:lnTo>
                <a:lnTo>
                  <a:pt x="487871" y="277044"/>
                </a:lnTo>
                <a:lnTo>
                  <a:pt x="501158" y="290274"/>
                </a:lnTo>
                <a:lnTo>
                  <a:pt x="514598" y="303343"/>
                </a:lnTo>
                <a:lnTo>
                  <a:pt x="528228" y="316220"/>
                </a:lnTo>
                <a:lnTo>
                  <a:pt x="542058" y="328870"/>
                </a:lnTo>
                <a:lnTo>
                  <a:pt x="556146" y="341243"/>
                </a:lnTo>
                <a:lnTo>
                  <a:pt x="570490" y="353311"/>
                </a:lnTo>
                <a:lnTo>
                  <a:pt x="585130" y="365017"/>
                </a:lnTo>
                <a:lnTo>
                  <a:pt x="600075" y="376333"/>
                </a:lnTo>
                <a:lnTo>
                  <a:pt x="615344" y="387210"/>
                </a:lnTo>
                <a:lnTo>
                  <a:pt x="630936" y="397612"/>
                </a:lnTo>
                <a:lnTo>
                  <a:pt x="646862" y="407508"/>
                </a:lnTo>
                <a:lnTo>
                  <a:pt x="663121" y="416843"/>
                </a:lnTo>
                <a:lnTo>
                  <a:pt x="679694" y="425596"/>
                </a:lnTo>
                <a:lnTo>
                  <a:pt x="696582" y="433749"/>
                </a:lnTo>
                <a:lnTo>
                  <a:pt x="713746" y="441265"/>
                </a:lnTo>
                <a:lnTo>
                  <a:pt x="731196" y="448142"/>
                </a:lnTo>
                <a:lnTo>
                  <a:pt x="748875" y="454362"/>
                </a:lnTo>
                <a:lnTo>
                  <a:pt x="766782" y="459924"/>
                </a:lnTo>
                <a:lnTo>
                  <a:pt x="784870" y="464830"/>
                </a:lnTo>
                <a:lnTo>
                  <a:pt x="803129" y="469087"/>
                </a:lnTo>
                <a:lnTo>
                  <a:pt x="821522" y="472716"/>
                </a:lnTo>
                <a:lnTo>
                  <a:pt x="840019" y="475726"/>
                </a:lnTo>
                <a:lnTo>
                  <a:pt x="858612" y="478136"/>
                </a:lnTo>
                <a:lnTo>
                  <a:pt x="877272" y="479965"/>
                </a:lnTo>
                <a:lnTo>
                  <a:pt x="895969" y="481241"/>
                </a:lnTo>
                <a:lnTo>
                  <a:pt x="914705" y="481984"/>
                </a:lnTo>
                <a:lnTo>
                  <a:pt x="933450" y="4822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26" name="hierarchy-joint-level-4-node-6">
            <a:extLst xmlns:a="http://schemas.openxmlformats.org/drawingml/2006/main">
              <a:ext uri="{FF2B5EF4-FFF2-40B4-BE49-F238E27FC236}">
                <a16:creationId xmlns:a16="http://schemas.microsoft.com/office/drawing/2014/main" id="{309474D0-1F3C-4037-A4DF-FC43AA14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477134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hierarchy-link-level-2-node-3-level-3-node-5">
            <a:extLst xmlns:a="http://schemas.openxmlformats.org/drawingml/2006/main">
              <a:ext uri="{FF2B5EF4-FFF2-40B4-BE49-F238E27FC236}">
                <a16:creationId xmlns:a16="http://schemas.microsoft.com/office/drawing/2014/main" id="{0BA6517B-27D8-4B37-A525-65F7CCD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147310"/>
            <a:ext cx="857250" cy="434340"/>
          </a:xfrm>
          <a:custGeom xmlns:a="http://schemas.openxmlformats.org/drawingml/2006/main">
            <a:pathLst>
              <a:path w="857250" h="434340">
                <a:moveTo>
                  <a:pt x="0" y="434340"/>
                </a:moveTo>
                <a:lnTo>
                  <a:pt x="18745" y="434035"/>
                </a:lnTo>
                <a:lnTo>
                  <a:pt x="37471" y="433092"/>
                </a:lnTo>
                <a:lnTo>
                  <a:pt x="56150" y="431463"/>
                </a:lnTo>
                <a:lnTo>
                  <a:pt x="74762" y="429139"/>
                </a:lnTo>
                <a:lnTo>
                  <a:pt x="93259" y="426082"/>
                </a:lnTo>
                <a:lnTo>
                  <a:pt x="111614" y="422253"/>
                </a:lnTo>
                <a:lnTo>
                  <a:pt x="129788" y="417652"/>
                </a:lnTo>
                <a:lnTo>
                  <a:pt x="147742" y="412252"/>
                </a:lnTo>
                <a:lnTo>
                  <a:pt x="165440" y="406060"/>
                </a:lnTo>
                <a:lnTo>
                  <a:pt x="182842" y="399078"/>
                </a:lnTo>
                <a:lnTo>
                  <a:pt x="199911" y="391335"/>
                </a:lnTo>
                <a:lnTo>
                  <a:pt x="216637" y="382857"/>
                </a:lnTo>
                <a:lnTo>
                  <a:pt x="232991" y="373685"/>
                </a:lnTo>
                <a:lnTo>
                  <a:pt x="248955" y="363865"/>
                </a:lnTo>
                <a:lnTo>
                  <a:pt x="264547" y="353444"/>
                </a:lnTo>
                <a:lnTo>
                  <a:pt x="279759" y="342481"/>
                </a:lnTo>
                <a:lnTo>
                  <a:pt x="294618" y="331041"/>
                </a:lnTo>
                <a:lnTo>
                  <a:pt x="309134" y="319173"/>
                </a:lnTo>
                <a:lnTo>
                  <a:pt x="323345" y="306943"/>
                </a:lnTo>
                <a:lnTo>
                  <a:pt x="337271" y="294389"/>
                </a:lnTo>
                <a:lnTo>
                  <a:pt x="350977" y="281597"/>
                </a:lnTo>
                <a:lnTo>
                  <a:pt x="364484" y="268586"/>
                </a:lnTo>
                <a:lnTo>
                  <a:pt x="377838" y="255422"/>
                </a:lnTo>
                <a:lnTo>
                  <a:pt x="391087" y="242154"/>
                </a:lnTo>
                <a:lnTo>
                  <a:pt x="404270" y="228819"/>
                </a:lnTo>
                <a:lnTo>
                  <a:pt x="417443" y="215475"/>
                </a:lnTo>
                <a:lnTo>
                  <a:pt x="430644" y="202159"/>
                </a:lnTo>
                <a:lnTo>
                  <a:pt x="443903" y="188900"/>
                </a:lnTo>
                <a:lnTo>
                  <a:pt x="457286" y="175765"/>
                </a:lnTo>
                <a:lnTo>
                  <a:pt x="470821" y="162792"/>
                </a:lnTo>
                <a:lnTo>
                  <a:pt x="484556" y="150028"/>
                </a:lnTo>
                <a:lnTo>
                  <a:pt x="498519" y="137512"/>
                </a:lnTo>
                <a:lnTo>
                  <a:pt x="512750" y="125301"/>
                </a:lnTo>
                <a:lnTo>
                  <a:pt x="527266" y="113443"/>
                </a:lnTo>
                <a:lnTo>
                  <a:pt x="542115" y="101984"/>
                </a:lnTo>
                <a:lnTo>
                  <a:pt x="557289" y="90973"/>
                </a:lnTo>
                <a:lnTo>
                  <a:pt x="572814" y="80467"/>
                </a:lnTo>
                <a:lnTo>
                  <a:pt x="588702" y="70495"/>
                </a:lnTo>
                <a:lnTo>
                  <a:pt x="604933" y="61122"/>
                </a:lnTo>
                <a:lnTo>
                  <a:pt x="621516" y="52359"/>
                </a:lnTo>
                <a:lnTo>
                  <a:pt x="638423" y="44263"/>
                </a:lnTo>
                <a:lnTo>
                  <a:pt x="655634" y="36833"/>
                </a:lnTo>
                <a:lnTo>
                  <a:pt x="673141" y="30118"/>
                </a:lnTo>
                <a:lnTo>
                  <a:pt x="690896" y="24098"/>
                </a:lnTo>
                <a:lnTo>
                  <a:pt x="708879" y="18783"/>
                </a:lnTo>
                <a:lnTo>
                  <a:pt x="727053" y="14173"/>
                </a:lnTo>
                <a:lnTo>
                  <a:pt x="745388" y="10258"/>
                </a:lnTo>
                <a:lnTo>
                  <a:pt x="763857" y="7010"/>
                </a:lnTo>
                <a:lnTo>
                  <a:pt x="782422" y="4410"/>
                </a:lnTo>
                <a:lnTo>
                  <a:pt x="801072" y="2438"/>
                </a:lnTo>
                <a:lnTo>
                  <a:pt x="819769" y="1067"/>
                </a:lnTo>
                <a:lnTo>
                  <a:pt x="838505" y="267"/>
                </a:ln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795B2"/>
            </a:solidFill>
            <a:prstDash val="solid"/>
          </a:ln>
        </p:spPr>
      </p:sp>
      <p:sp>
        <p:nvSpPr>
          <p:cNvPr id="28" name="hierarchy-joint-level-3-node-5">
            <a:extLst xmlns:a="http://schemas.openxmlformats.org/drawingml/2006/main">
              <a:ext uri="{FF2B5EF4-FFF2-40B4-BE49-F238E27FC236}">
                <a16:creationId xmlns:a16="http://schemas.microsoft.com/office/drawing/2014/main" id="{F1E152A2-9F03-4E24-8852-BB17D55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938" y="510444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hierarchy-link-level-2-node-3-level-3-node-6">
            <a:extLst xmlns:a="http://schemas.openxmlformats.org/drawingml/2006/main">
              <a:ext uri="{FF2B5EF4-FFF2-40B4-BE49-F238E27FC236}">
                <a16:creationId xmlns:a16="http://schemas.microsoft.com/office/drawing/2014/main" id="{C9E7FDF2-B8CC-416A-90D8-39B73C61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581650"/>
            <a:ext cx="857250" cy="381000"/>
          </a:xfrm>
          <a:custGeom xmlns:a="http://schemas.openxmlformats.org/drawingml/2006/main">
            <a:pathLst>
              <a:path w="857250" h="381000">
                <a:moveTo>
                  <a:pt x="0" y="0"/>
                </a:moveTo>
                <a:lnTo>
                  <a:pt x="18926" y="276"/>
                </a:lnTo>
                <a:lnTo>
                  <a:pt x="37824" y="1124"/>
                </a:lnTo>
                <a:lnTo>
                  <a:pt x="56693" y="2572"/>
                </a:lnTo>
                <a:lnTo>
                  <a:pt x="75505" y="4658"/>
                </a:lnTo>
                <a:lnTo>
                  <a:pt x="94231" y="7401"/>
                </a:lnTo>
                <a:lnTo>
                  <a:pt x="112833" y="10849"/>
                </a:lnTo>
                <a:lnTo>
                  <a:pt x="131293" y="15011"/>
                </a:lnTo>
                <a:lnTo>
                  <a:pt x="149571" y="19907"/>
                </a:lnTo>
                <a:lnTo>
                  <a:pt x="167640" y="25546"/>
                </a:lnTo>
                <a:lnTo>
                  <a:pt x="185452" y="31918"/>
                </a:lnTo>
                <a:lnTo>
                  <a:pt x="202987" y="39033"/>
                </a:lnTo>
                <a:lnTo>
                  <a:pt x="220218" y="46853"/>
                </a:lnTo>
                <a:lnTo>
                  <a:pt x="237125" y="55369"/>
                </a:lnTo>
                <a:lnTo>
                  <a:pt x="253689" y="64513"/>
                </a:lnTo>
                <a:lnTo>
                  <a:pt x="269900" y="74266"/>
                </a:lnTo>
                <a:lnTo>
                  <a:pt x="285779" y="84563"/>
                </a:lnTo>
                <a:lnTo>
                  <a:pt x="301323" y="95355"/>
                </a:lnTo>
                <a:lnTo>
                  <a:pt x="316563" y="106575"/>
                </a:lnTo>
                <a:lnTo>
                  <a:pt x="331527" y="118167"/>
                </a:lnTo>
                <a:lnTo>
                  <a:pt x="346243" y="130064"/>
                </a:lnTo>
                <a:lnTo>
                  <a:pt x="360750" y="142218"/>
                </a:lnTo>
                <a:lnTo>
                  <a:pt x="375095" y="154553"/>
                </a:lnTo>
                <a:lnTo>
                  <a:pt x="389325" y="167030"/>
                </a:lnTo>
                <a:lnTo>
                  <a:pt x="403489" y="179584"/>
                </a:lnTo>
                <a:lnTo>
                  <a:pt x="417633" y="192157"/>
                </a:lnTo>
                <a:lnTo>
                  <a:pt x="431806" y="204702"/>
                </a:lnTo>
                <a:lnTo>
                  <a:pt x="446046" y="217160"/>
                </a:lnTo>
                <a:lnTo>
                  <a:pt x="460419" y="229476"/>
                </a:lnTo>
                <a:lnTo>
                  <a:pt x="474945" y="241602"/>
                </a:lnTo>
                <a:lnTo>
                  <a:pt x="489680" y="253479"/>
                </a:lnTo>
                <a:lnTo>
                  <a:pt x="504654" y="265052"/>
                </a:lnTo>
                <a:lnTo>
                  <a:pt x="519894" y="276273"/>
                </a:lnTo>
                <a:lnTo>
                  <a:pt x="535419" y="287084"/>
                </a:lnTo>
                <a:lnTo>
                  <a:pt x="551269" y="297437"/>
                </a:lnTo>
                <a:lnTo>
                  <a:pt x="567423" y="307286"/>
                </a:lnTo>
                <a:lnTo>
                  <a:pt x="583902" y="316592"/>
                </a:lnTo>
                <a:lnTo>
                  <a:pt x="600694" y="325307"/>
                </a:lnTo>
                <a:lnTo>
                  <a:pt x="617801" y="333413"/>
                </a:lnTo>
                <a:lnTo>
                  <a:pt x="635194" y="340871"/>
                </a:lnTo>
                <a:lnTo>
                  <a:pt x="652844" y="347682"/>
                </a:lnTo>
                <a:lnTo>
                  <a:pt x="670751" y="353816"/>
                </a:lnTo>
                <a:lnTo>
                  <a:pt x="688858" y="359293"/>
                </a:lnTo>
                <a:lnTo>
                  <a:pt x="707165" y="364103"/>
                </a:lnTo>
                <a:lnTo>
                  <a:pt x="725624" y="368275"/>
                </a:lnTo>
                <a:lnTo>
                  <a:pt x="744217" y="371799"/>
                </a:lnTo>
                <a:lnTo>
                  <a:pt x="762914" y="374723"/>
                </a:lnTo>
                <a:lnTo>
                  <a:pt x="781688" y="377047"/>
                </a:lnTo>
                <a:lnTo>
                  <a:pt x="800529" y="378819"/>
                </a:lnTo>
                <a:lnTo>
                  <a:pt x="819417" y="380048"/>
                </a:lnTo>
                <a:lnTo>
                  <a:pt x="838324" y="380762"/>
                </a:lnTo>
                <a:lnTo>
                  <a:pt x="85725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795B2"/>
            </a:solidFill>
            <a:prstDash val="solid"/>
          </a:ln>
        </p:spPr>
      </p:sp>
      <p:sp>
        <p:nvSpPr>
          <p:cNvPr id="30" name="hierarchy-joint-level-3-node-6">
            <a:extLst xmlns:a="http://schemas.openxmlformats.org/drawingml/2006/main">
              <a:ext uri="{FF2B5EF4-FFF2-40B4-BE49-F238E27FC236}">
                <a16:creationId xmlns:a16="http://schemas.microsoft.com/office/drawing/2014/main" id="{C140D01C-01B3-41C4-AEE9-592E0D6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938" y="5919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1" name="hierarchy-link-level-3-node-5-level-4-node-7">
            <a:extLst xmlns:a="http://schemas.openxmlformats.org/drawingml/2006/main">
              <a:ext uri="{FF2B5EF4-FFF2-40B4-BE49-F238E27FC236}">
                <a16:creationId xmlns:a16="http://schemas.microsoft.com/office/drawing/2014/main" id="{CD353304-CE72-434B-A3DE-A18FC3DD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5147310"/>
            <a:ext cx="933450" cy="260166"/>
          </a:xfrm>
          <a:custGeom xmlns:a="http://schemas.openxmlformats.org/drawingml/2006/main">
            <a:pathLst>
              <a:path w="933450" h="260166">
                <a:moveTo>
                  <a:pt x="0" y="0"/>
                </a:moveTo>
                <a:lnTo>
                  <a:pt x="18898" y="162"/>
                </a:lnTo>
                <a:lnTo>
                  <a:pt x="37786" y="648"/>
                </a:lnTo>
                <a:lnTo>
                  <a:pt x="56664" y="1476"/>
                </a:lnTo>
                <a:lnTo>
                  <a:pt x="75524" y="2667"/>
                </a:lnTo>
                <a:lnTo>
                  <a:pt x="94355" y="4239"/>
                </a:lnTo>
                <a:lnTo>
                  <a:pt x="113147" y="6220"/>
                </a:lnTo>
                <a:lnTo>
                  <a:pt x="131893" y="8620"/>
                </a:lnTo>
                <a:lnTo>
                  <a:pt x="150571" y="11468"/>
                </a:lnTo>
                <a:lnTo>
                  <a:pt x="169183" y="14764"/>
                </a:lnTo>
                <a:lnTo>
                  <a:pt x="187690" y="18545"/>
                </a:lnTo>
                <a:lnTo>
                  <a:pt x="206102" y="22803"/>
                </a:lnTo>
                <a:lnTo>
                  <a:pt x="224390" y="27565"/>
                </a:lnTo>
                <a:lnTo>
                  <a:pt x="242545" y="32823"/>
                </a:lnTo>
                <a:lnTo>
                  <a:pt x="260537" y="38586"/>
                </a:lnTo>
                <a:lnTo>
                  <a:pt x="278368" y="44834"/>
                </a:lnTo>
                <a:lnTo>
                  <a:pt x="296027" y="51559"/>
                </a:lnTo>
                <a:lnTo>
                  <a:pt x="313506" y="58741"/>
                </a:lnTo>
                <a:lnTo>
                  <a:pt x="330813" y="66332"/>
                </a:lnTo>
                <a:lnTo>
                  <a:pt x="347939" y="74314"/>
                </a:lnTo>
                <a:lnTo>
                  <a:pt x="364903" y="82639"/>
                </a:lnTo>
                <a:lnTo>
                  <a:pt x="381724" y="91259"/>
                </a:lnTo>
                <a:lnTo>
                  <a:pt x="398421" y="100108"/>
                </a:lnTo>
                <a:lnTo>
                  <a:pt x="415014" y="109147"/>
                </a:lnTo>
                <a:lnTo>
                  <a:pt x="431559" y="118281"/>
                </a:lnTo>
                <a:lnTo>
                  <a:pt x="448066" y="127483"/>
                </a:lnTo>
                <a:lnTo>
                  <a:pt x="464572" y="136674"/>
                </a:lnTo>
                <a:lnTo>
                  <a:pt x="481127" y="145790"/>
                </a:lnTo>
                <a:lnTo>
                  <a:pt x="497748" y="154781"/>
                </a:lnTo>
                <a:lnTo>
                  <a:pt x="514464" y="163582"/>
                </a:lnTo>
                <a:lnTo>
                  <a:pt x="531314" y="172145"/>
                </a:lnTo>
                <a:lnTo>
                  <a:pt x="548307" y="180423"/>
                </a:lnTo>
                <a:lnTo>
                  <a:pt x="565452" y="188357"/>
                </a:lnTo>
                <a:lnTo>
                  <a:pt x="582768" y="195929"/>
                </a:lnTo>
                <a:lnTo>
                  <a:pt x="600246" y="203102"/>
                </a:lnTo>
                <a:lnTo>
                  <a:pt x="617896" y="209845"/>
                </a:lnTo>
                <a:lnTo>
                  <a:pt x="635708" y="216160"/>
                </a:lnTo>
                <a:lnTo>
                  <a:pt x="653682" y="222009"/>
                </a:lnTo>
                <a:lnTo>
                  <a:pt x="671789" y="227409"/>
                </a:lnTo>
                <a:lnTo>
                  <a:pt x="690029" y="232353"/>
                </a:lnTo>
                <a:lnTo>
                  <a:pt x="708384" y="236839"/>
                </a:lnTo>
                <a:lnTo>
                  <a:pt x="726843" y="240887"/>
                </a:lnTo>
                <a:lnTo>
                  <a:pt x="745388" y="244497"/>
                </a:lnTo>
                <a:lnTo>
                  <a:pt x="764010" y="247698"/>
                </a:lnTo>
                <a:lnTo>
                  <a:pt x="782707" y="250479"/>
                </a:lnTo>
                <a:lnTo>
                  <a:pt x="801443" y="252879"/>
                </a:lnTo>
                <a:lnTo>
                  <a:pt x="820236" y="254908"/>
                </a:lnTo>
                <a:lnTo>
                  <a:pt x="839057" y="256575"/>
                </a:lnTo>
                <a:lnTo>
                  <a:pt x="857907" y="257908"/>
                </a:lnTo>
                <a:lnTo>
                  <a:pt x="876776" y="258918"/>
                </a:lnTo>
                <a:lnTo>
                  <a:pt x="895664" y="259623"/>
                </a:lnTo>
                <a:lnTo>
                  <a:pt x="914552" y="260033"/>
                </a:lnTo>
                <a:lnTo>
                  <a:pt x="933450" y="26016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32" name="hierarchy-joint-level-4-node-7">
            <a:extLst xmlns:a="http://schemas.openxmlformats.org/drawingml/2006/main">
              <a:ext uri="{FF2B5EF4-FFF2-40B4-BE49-F238E27FC236}">
                <a16:creationId xmlns:a16="http://schemas.microsoft.com/office/drawing/2014/main" id="{D089CD64-C655-4789-96EC-66C381D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53646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3" name="hierarchy-link-level-3-node-6-level-4-node-8">
            <a:extLst xmlns:a="http://schemas.openxmlformats.org/drawingml/2006/main">
              <a:ext uri="{FF2B5EF4-FFF2-40B4-BE49-F238E27FC236}">
                <a16:creationId xmlns:a16="http://schemas.microsoft.com/office/drawing/2014/main" id="{F511E1AD-4EC9-4906-AB18-B8E3D20F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5962650"/>
            <a:ext cx="933450" cy="38100"/>
          </a:xfrm>
          <a:custGeom xmlns:a="http://schemas.openxmlformats.org/drawingml/2006/main">
            <a:pathLst>
              <a:path w="933450" h="38100">
                <a:moveTo>
                  <a:pt x="0" y="0"/>
                </a:moveTo>
                <a:lnTo>
                  <a:pt x="18688" y="29"/>
                </a:lnTo>
                <a:lnTo>
                  <a:pt x="37386" y="95"/>
                </a:lnTo>
                <a:lnTo>
                  <a:pt x="56074" y="219"/>
                </a:lnTo>
                <a:lnTo>
                  <a:pt x="74762" y="391"/>
                </a:lnTo>
                <a:lnTo>
                  <a:pt x="93450" y="610"/>
                </a:lnTo>
                <a:lnTo>
                  <a:pt x="112138" y="895"/>
                </a:lnTo>
                <a:lnTo>
                  <a:pt x="130826" y="1238"/>
                </a:lnTo>
                <a:lnTo>
                  <a:pt x="149514" y="1657"/>
                </a:lnTo>
                <a:lnTo>
                  <a:pt x="168202" y="2143"/>
                </a:lnTo>
                <a:lnTo>
                  <a:pt x="186881" y="2696"/>
                </a:lnTo>
                <a:lnTo>
                  <a:pt x="205569" y="3324"/>
                </a:lnTo>
                <a:lnTo>
                  <a:pt x="224238" y="4029"/>
                </a:lnTo>
                <a:lnTo>
                  <a:pt x="242916" y="4829"/>
                </a:lnTo>
                <a:lnTo>
                  <a:pt x="261585" y="5705"/>
                </a:lnTo>
                <a:lnTo>
                  <a:pt x="280254" y="6668"/>
                </a:lnTo>
                <a:lnTo>
                  <a:pt x="298914" y="7725"/>
                </a:lnTo>
                <a:lnTo>
                  <a:pt x="317573" y="8858"/>
                </a:lnTo>
                <a:lnTo>
                  <a:pt x="336223" y="10077"/>
                </a:lnTo>
                <a:lnTo>
                  <a:pt x="354873" y="11373"/>
                </a:lnTo>
                <a:lnTo>
                  <a:pt x="373513" y="12754"/>
                </a:lnTo>
                <a:lnTo>
                  <a:pt x="392144" y="14173"/>
                </a:lnTo>
                <a:lnTo>
                  <a:pt x="410775" y="15640"/>
                </a:lnTo>
                <a:lnTo>
                  <a:pt x="429406" y="17155"/>
                </a:lnTo>
                <a:lnTo>
                  <a:pt x="448037" y="18669"/>
                </a:lnTo>
                <a:lnTo>
                  <a:pt x="466668" y="20183"/>
                </a:lnTo>
                <a:lnTo>
                  <a:pt x="485299" y="21679"/>
                </a:lnTo>
                <a:lnTo>
                  <a:pt x="503930" y="23146"/>
                </a:lnTo>
                <a:lnTo>
                  <a:pt x="522570" y="24565"/>
                </a:lnTo>
                <a:lnTo>
                  <a:pt x="541211" y="25918"/>
                </a:lnTo>
                <a:lnTo>
                  <a:pt x="559860" y="27213"/>
                </a:lnTo>
                <a:lnTo>
                  <a:pt x="578510" y="28423"/>
                </a:lnTo>
                <a:lnTo>
                  <a:pt x="597170" y="29556"/>
                </a:lnTo>
                <a:lnTo>
                  <a:pt x="615829" y="30613"/>
                </a:lnTo>
                <a:lnTo>
                  <a:pt x="634498" y="31594"/>
                </a:lnTo>
                <a:lnTo>
                  <a:pt x="653167" y="32480"/>
                </a:lnTo>
                <a:lnTo>
                  <a:pt x="671836" y="33299"/>
                </a:lnTo>
                <a:lnTo>
                  <a:pt x="690515" y="34042"/>
                </a:lnTo>
                <a:lnTo>
                  <a:pt x="709193" y="34709"/>
                </a:lnTo>
                <a:lnTo>
                  <a:pt x="727872" y="35300"/>
                </a:lnTo>
                <a:lnTo>
                  <a:pt x="746560" y="35833"/>
                </a:lnTo>
                <a:lnTo>
                  <a:pt x="765248" y="36300"/>
                </a:lnTo>
                <a:lnTo>
                  <a:pt x="783927" y="36700"/>
                </a:lnTo>
                <a:lnTo>
                  <a:pt x="802615" y="37043"/>
                </a:lnTo>
                <a:lnTo>
                  <a:pt x="821303" y="37338"/>
                </a:lnTo>
                <a:lnTo>
                  <a:pt x="840000" y="37576"/>
                </a:lnTo>
                <a:lnTo>
                  <a:pt x="858688" y="37767"/>
                </a:lnTo>
                <a:lnTo>
                  <a:pt x="877376" y="37919"/>
                </a:lnTo>
                <a:lnTo>
                  <a:pt x="896064" y="38014"/>
                </a:lnTo>
                <a:lnTo>
                  <a:pt x="914762" y="38081"/>
                </a:lnTo>
                <a:lnTo>
                  <a:pt x="9334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0B2C7"/>
            </a:solidFill>
            <a:prstDash val="solid"/>
          </a:ln>
        </p:spPr>
      </p:sp>
      <p:sp>
        <p:nvSpPr>
          <p:cNvPr id="34" name="hierarchy-joint-level-4-node-8">
            <a:extLst xmlns:a="http://schemas.openxmlformats.org/drawingml/2006/main">
              <a:ext uri="{FF2B5EF4-FFF2-40B4-BE49-F238E27FC236}">
                <a16:creationId xmlns:a16="http://schemas.microsoft.com/office/drawing/2014/main" id="{C4EE4C65-D489-4EB1-8975-493754F1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38" y="5957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5" name="hierarchy-root-surface">
            <a:extLst xmlns:a="http://schemas.openxmlformats.org/drawingml/2006/main">
              <a:ext uri="{FF2B5EF4-FFF2-40B4-BE49-F238E27FC236}">
                <a16:creationId xmlns:a16="http://schemas.microsoft.com/office/drawing/2014/main" id="{59B6F7E7-E9AD-4357-A2EB-7E2B37B9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467500"/>
            <a:ext cx="1837249" cy="913886"/>
          </a:xfrm>
          <a:custGeom xmlns:a="http://schemas.openxmlformats.org/drawingml/2006/main">
            <a:pathLst>
              <a:path w="1837249" h="913886">
                <a:moveTo>
                  <a:pt x="0" y="113900"/>
                </a:moveTo>
                <a:lnTo>
                  <a:pt x="20231" y="112395"/>
                </a:lnTo>
                <a:lnTo>
                  <a:pt x="40462" y="110900"/>
                </a:lnTo>
                <a:lnTo>
                  <a:pt x="60693" y="109404"/>
                </a:lnTo>
                <a:lnTo>
                  <a:pt x="80924" y="107899"/>
                </a:lnTo>
                <a:lnTo>
                  <a:pt x="101155" y="106404"/>
                </a:lnTo>
                <a:lnTo>
                  <a:pt x="121387" y="104908"/>
                </a:lnTo>
                <a:lnTo>
                  <a:pt x="141618" y="103403"/>
                </a:lnTo>
                <a:lnTo>
                  <a:pt x="161849" y="101908"/>
                </a:lnTo>
                <a:lnTo>
                  <a:pt x="182080" y="100413"/>
                </a:lnTo>
                <a:lnTo>
                  <a:pt x="202311" y="98908"/>
                </a:lnTo>
                <a:lnTo>
                  <a:pt x="222552" y="97412"/>
                </a:lnTo>
                <a:lnTo>
                  <a:pt x="242783" y="95917"/>
                </a:lnTo>
                <a:lnTo>
                  <a:pt x="263014" y="94412"/>
                </a:lnTo>
                <a:lnTo>
                  <a:pt x="283245" y="92916"/>
                </a:lnTo>
                <a:lnTo>
                  <a:pt x="303476" y="91421"/>
                </a:lnTo>
                <a:lnTo>
                  <a:pt x="323707" y="89916"/>
                </a:lnTo>
                <a:lnTo>
                  <a:pt x="343938" y="88421"/>
                </a:lnTo>
                <a:lnTo>
                  <a:pt x="364169" y="86925"/>
                </a:lnTo>
                <a:lnTo>
                  <a:pt x="384400" y="85420"/>
                </a:lnTo>
                <a:lnTo>
                  <a:pt x="404632" y="83925"/>
                </a:lnTo>
                <a:lnTo>
                  <a:pt x="424863" y="82429"/>
                </a:lnTo>
                <a:lnTo>
                  <a:pt x="445094" y="80924"/>
                </a:lnTo>
                <a:lnTo>
                  <a:pt x="465325" y="79429"/>
                </a:lnTo>
                <a:lnTo>
                  <a:pt x="485556" y="77934"/>
                </a:lnTo>
                <a:lnTo>
                  <a:pt x="505787" y="76429"/>
                </a:lnTo>
                <a:lnTo>
                  <a:pt x="526018" y="74933"/>
                </a:lnTo>
                <a:lnTo>
                  <a:pt x="546249" y="73438"/>
                </a:lnTo>
                <a:lnTo>
                  <a:pt x="566480" y="71933"/>
                </a:lnTo>
                <a:lnTo>
                  <a:pt x="586711" y="70437"/>
                </a:lnTo>
                <a:lnTo>
                  <a:pt x="606943" y="68932"/>
                </a:lnTo>
                <a:lnTo>
                  <a:pt x="627174" y="67437"/>
                </a:lnTo>
                <a:lnTo>
                  <a:pt x="647414" y="65942"/>
                </a:lnTo>
                <a:lnTo>
                  <a:pt x="667645" y="64437"/>
                </a:lnTo>
                <a:lnTo>
                  <a:pt x="687876" y="62941"/>
                </a:lnTo>
                <a:lnTo>
                  <a:pt x="708108" y="61446"/>
                </a:lnTo>
                <a:lnTo>
                  <a:pt x="728339" y="59941"/>
                </a:lnTo>
                <a:lnTo>
                  <a:pt x="748570" y="58445"/>
                </a:lnTo>
                <a:lnTo>
                  <a:pt x="768801" y="56950"/>
                </a:lnTo>
                <a:lnTo>
                  <a:pt x="789032" y="55445"/>
                </a:lnTo>
                <a:lnTo>
                  <a:pt x="809263" y="53950"/>
                </a:lnTo>
                <a:lnTo>
                  <a:pt x="829494" y="52454"/>
                </a:lnTo>
                <a:lnTo>
                  <a:pt x="849725" y="50949"/>
                </a:lnTo>
                <a:lnTo>
                  <a:pt x="869956" y="49454"/>
                </a:lnTo>
                <a:lnTo>
                  <a:pt x="890187" y="47958"/>
                </a:lnTo>
                <a:lnTo>
                  <a:pt x="910419" y="46453"/>
                </a:lnTo>
                <a:lnTo>
                  <a:pt x="930650" y="44958"/>
                </a:lnTo>
                <a:lnTo>
                  <a:pt x="950881" y="43463"/>
                </a:lnTo>
                <a:lnTo>
                  <a:pt x="971112" y="41958"/>
                </a:lnTo>
                <a:lnTo>
                  <a:pt x="991343" y="40462"/>
                </a:lnTo>
                <a:lnTo>
                  <a:pt x="1011574" y="38967"/>
                </a:lnTo>
                <a:lnTo>
                  <a:pt x="1031805" y="37462"/>
                </a:lnTo>
                <a:lnTo>
                  <a:pt x="1052036" y="35966"/>
                </a:lnTo>
                <a:lnTo>
                  <a:pt x="1072277" y="34471"/>
                </a:lnTo>
                <a:lnTo>
                  <a:pt x="1092508" y="32966"/>
                </a:lnTo>
                <a:lnTo>
                  <a:pt x="1112739" y="31471"/>
                </a:lnTo>
                <a:lnTo>
                  <a:pt x="1132970" y="29975"/>
                </a:lnTo>
                <a:lnTo>
                  <a:pt x="1153201" y="28470"/>
                </a:lnTo>
                <a:lnTo>
                  <a:pt x="1173432" y="26975"/>
                </a:lnTo>
                <a:lnTo>
                  <a:pt x="1193663" y="25479"/>
                </a:lnTo>
                <a:lnTo>
                  <a:pt x="1213895" y="23974"/>
                </a:lnTo>
                <a:lnTo>
                  <a:pt x="1234126" y="22479"/>
                </a:lnTo>
                <a:lnTo>
                  <a:pt x="1254357" y="20984"/>
                </a:lnTo>
                <a:lnTo>
                  <a:pt x="1274588" y="19479"/>
                </a:lnTo>
                <a:lnTo>
                  <a:pt x="1294819" y="17983"/>
                </a:lnTo>
                <a:lnTo>
                  <a:pt x="1315050" y="16488"/>
                </a:lnTo>
                <a:lnTo>
                  <a:pt x="1335281" y="14983"/>
                </a:lnTo>
                <a:lnTo>
                  <a:pt x="1355512" y="13487"/>
                </a:lnTo>
                <a:lnTo>
                  <a:pt x="1375743" y="11992"/>
                </a:lnTo>
                <a:lnTo>
                  <a:pt x="1395974" y="10487"/>
                </a:lnTo>
                <a:lnTo>
                  <a:pt x="1416206" y="8992"/>
                </a:lnTo>
                <a:lnTo>
                  <a:pt x="1436437" y="7496"/>
                </a:lnTo>
                <a:lnTo>
                  <a:pt x="1456668" y="5991"/>
                </a:lnTo>
                <a:lnTo>
                  <a:pt x="1476899" y="4496"/>
                </a:lnTo>
                <a:lnTo>
                  <a:pt x="1497140" y="3000"/>
                </a:lnTo>
                <a:lnTo>
                  <a:pt x="1517371" y="1495"/>
                </a:lnTo>
                <a:lnTo>
                  <a:pt x="1537602" y="0"/>
                </a:lnTo>
                <a:lnTo>
                  <a:pt x="1551089" y="12049"/>
                </a:lnTo>
                <a:lnTo>
                  <a:pt x="1562100" y="29089"/>
                </a:lnTo>
                <a:lnTo>
                  <a:pt x="1573101" y="46130"/>
                </a:lnTo>
                <a:lnTo>
                  <a:pt x="1584112" y="63170"/>
                </a:lnTo>
                <a:lnTo>
                  <a:pt x="1595114" y="80210"/>
                </a:lnTo>
                <a:lnTo>
                  <a:pt x="1606125" y="97250"/>
                </a:lnTo>
                <a:lnTo>
                  <a:pt x="1617126" y="114300"/>
                </a:lnTo>
                <a:lnTo>
                  <a:pt x="1628137" y="131340"/>
                </a:lnTo>
                <a:lnTo>
                  <a:pt x="1639138" y="148380"/>
                </a:lnTo>
                <a:lnTo>
                  <a:pt x="1650149" y="165421"/>
                </a:lnTo>
                <a:lnTo>
                  <a:pt x="1661150" y="182461"/>
                </a:lnTo>
                <a:lnTo>
                  <a:pt x="1672161" y="199511"/>
                </a:lnTo>
                <a:lnTo>
                  <a:pt x="1683163" y="216551"/>
                </a:lnTo>
                <a:lnTo>
                  <a:pt x="1694174" y="233591"/>
                </a:lnTo>
                <a:lnTo>
                  <a:pt x="1705175" y="250631"/>
                </a:lnTo>
                <a:lnTo>
                  <a:pt x="1716186" y="267672"/>
                </a:lnTo>
                <a:lnTo>
                  <a:pt x="1727187" y="284712"/>
                </a:lnTo>
                <a:lnTo>
                  <a:pt x="1738198" y="301762"/>
                </a:lnTo>
                <a:lnTo>
                  <a:pt x="1749200" y="318802"/>
                </a:lnTo>
                <a:lnTo>
                  <a:pt x="1760210" y="335842"/>
                </a:lnTo>
                <a:lnTo>
                  <a:pt x="1771212" y="352882"/>
                </a:lnTo>
                <a:lnTo>
                  <a:pt x="1782223" y="369922"/>
                </a:lnTo>
                <a:lnTo>
                  <a:pt x="1793224" y="386963"/>
                </a:lnTo>
                <a:lnTo>
                  <a:pt x="1804235" y="404012"/>
                </a:lnTo>
                <a:lnTo>
                  <a:pt x="1815236" y="421053"/>
                </a:lnTo>
                <a:lnTo>
                  <a:pt x="1826247" y="438093"/>
                </a:lnTo>
                <a:lnTo>
                  <a:pt x="1837249" y="455133"/>
                </a:lnTo>
                <a:lnTo>
                  <a:pt x="1828390" y="472173"/>
                </a:lnTo>
                <a:lnTo>
                  <a:pt x="1817389" y="489214"/>
                </a:lnTo>
                <a:lnTo>
                  <a:pt x="1806378" y="506263"/>
                </a:lnTo>
                <a:lnTo>
                  <a:pt x="1795377" y="523304"/>
                </a:lnTo>
                <a:lnTo>
                  <a:pt x="1784366" y="540344"/>
                </a:lnTo>
                <a:lnTo>
                  <a:pt x="1773365" y="557384"/>
                </a:lnTo>
                <a:lnTo>
                  <a:pt x="1762354" y="574424"/>
                </a:lnTo>
                <a:lnTo>
                  <a:pt x="1751352" y="591464"/>
                </a:lnTo>
                <a:lnTo>
                  <a:pt x="1740341" y="608514"/>
                </a:lnTo>
                <a:lnTo>
                  <a:pt x="1729340" y="625554"/>
                </a:lnTo>
                <a:lnTo>
                  <a:pt x="1718329" y="642595"/>
                </a:lnTo>
                <a:lnTo>
                  <a:pt x="1707328" y="659635"/>
                </a:lnTo>
                <a:lnTo>
                  <a:pt x="1696317" y="676675"/>
                </a:lnTo>
                <a:lnTo>
                  <a:pt x="1685315" y="693725"/>
                </a:lnTo>
                <a:lnTo>
                  <a:pt x="1674305" y="710765"/>
                </a:lnTo>
                <a:lnTo>
                  <a:pt x="1663303" y="727805"/>
                </a:lnTo>
                <a:lnTo>
                  <a:pt x="1652292" y="744845"/>
                </a:lnTo>
                <a:lnTo>
                  <a:pt x="1641291" y="761886"/>
                </a:lnTo>
                <a:lnTo>
                  <a:pt x="1630280" y="778926"/>
                </a:lnTo>
                <a:lnTo>
                  <a:pt x="1619279" y="795976"/>
                </a:lnTo>
                <a:lnTo>
                  <a:pt x="1608268" y="813016"/>
                </a:lnTo>
                <a:lnTo>
                  <a:pt x="1597266" y="830056"/>
                </a:lnTo>
                <a:lnTo>
                  <a:pt x="1586255" y="847096"/>
                </a:lnTo>
                <a:lnTo>
                  <a:pt x="1575254" y="864137"/>
                </a:lnTo>
                <a:lnTo>
                  <a:pt x="1564243" y="881177"/>
                </a:lnTo>
                <a:lnTo>
                  <a:pt x="1553242" y="898227"/>
                </a:lnTo>
                <a:lnTo>
                  <a:pt x="1541545" y="913886"/>
                </a:lnTo>
                <a:lnTo>
                  <a:pt x="1521314" y="912390"/>
                </a:lnTo>
                <a:lnTo>
                  <a:pt x="1501083" y="910885"/>
                </a:lnTo>
                <a:lnTo>
                  <a:pt x="1480852" y="909390"/>
                </a:lnTo>
                <a:lnTo>
                  <a:pt x="1460621" y="907894"/>
                </a:lnTo>
                <a:lnTo>
                  <a:pt x="1440390" y="906389"/>
                </a:lnTo>
                <a:lnTo>
                  <a:pt x="1420158" y="904894"/>
                </a:lnTo>
                <a:lnTo>
                  <a:pt x="1399927" y="903399"/>
                </a:lnTo>
                <a:lnTo>
                  <a:pt x="1379696" y="901894"/>
                </a:lnTo>
                <a:lnTo>
                  <a:pt x="1359465" y="900398"/>
                </a:lnTo>
                <a:lnTo>
                  <a:pt x="1339225" y="898903"/>
                </a:lnTo>
                <a:lnTo>
                  <a:pt x="1318993" y="897398"/>
                </a:lnTo>
                <a:lnTo>
                  <a:pt x="1298762" y="895902"/>
                </a:lnTo>
                <a:lnTo>
                  <a:pt x="1278531" y="894407"/>
                </a:lnTo>
                <a:lnTo>
                  <a:pt x="1258300" y="892902"/>
                </a:lnTo>
                <a:lnTo>
                  <a:pt x="1238069" y="891407"/>
                </a:lnTo>
                <a:lnTo>
                  <a:pt x="1217838" y="889911"/>
                </a:lnTo>
                <a:lnTo>
                  <a:pt x="1197607" y="888406"/>
                </a:lnTo>
                <a:lnTo>
                  <a:pt x="1177376" y="886911"/>
                </a:lnTo>
                <a:lnTo>
                  <a:pt x="1157145" y="885406"/>
                </a:lnTo>
                <a:lnTo>
                  <a:pt x="1136914" y="883910"/>
                </a:lnTo>
                <a:lnTo>
                  <a:pt x="1116682" y="882415"/>
                </a:lnTo>
                <a:lnTo>
                  <a:pt x="1096451" y="880910"/>
                </a:lnTo>
                <a:lnTo>
                  <a:pt x="1076220" y="879415"/>
                </a:lnTo>
                <a:lnTo>
                  <a:pt x="1055989" y="877919"/>
                </a:lnTo>
                <a:lnTo>
                  <a:pt x="1035758" y="876414"/>
                </a:lnTo>
                <a:lnTo>
                  <a:pt x="1015527" y="874919"/>
                </a:lnTo>
                <a:lnTo>
                  <a:pt x="995296" y="873423"/>
                </a:lnTo>
                <a:lnTo>
                  <a:pt x="975065" y="871919"/>
                </a:lnTo>
                <a:lnTo>
                  <a:pt x="954834" y="870423"/>
                </a:lnTo>
                <a:lnTo>
                  <a:pt x="934603" y="868928"/>
                </a:lnTo>
                <a:lnTo>
                  <a:pt x="914362" y="867423"/>
                </a:lnTo>
                <a:lnTo>
                  <a:pt x="894131" y="865927"/>
                </a:lnTo>
                <a:lnTo>
                  <a:pt x="873900" y="864432"/>
                </a:lnTo>
                <a:lnTo>
                  <a:pt x="853669" y="862927"/>
                </a:lnTo>
                <a:lnTo>
                  <a:pt x="833438" y="861431"/>
                </a:lnTo>
                <a:lnTo>
                  <a:pt x="813206" y="859936"/>
                </a:lnTo>
                <a:lnTo>
                  <a:pt x="792975" y="858431"/>
                </a:lnTo>
                <a:lnTo>
                  <a:pt x="772744" y="856936"/>
                </a:lnTo>
                <a:lnTo>
                  <a:pt x="752513" y="855440"/>
                </a:lnTo>
                <a:lnTo>
                  <a:pt x="732282" y="853935"/>
                </a:lnTo>
                <a:lnTo>
                  <a:pt x="712051" y="852440"/>
                </a:lnTo>
                <a:lnTo>
                  <a:pt x="691820" y="850944"/>
                </a:lnTo>
                <a:lnTo>
                  <a:pt x="671589" y="849440"/>
                </a:lnTo>
                <a:lnTo>
                  <a:pt x="651358" y="847944"/>
                </a:lnTo>
                <a:lnTo>
                  <a:pt x="631127" y="846449"/>
                </a:lnTo>
                <a:lnTo>
                  <a:pt x="610895" y="844944"/>
                </a:lnTo>
                <a:lnTo>
                  <a:pt x="590664" y="843448"/>
                </a:lnTo>
                <a:lnTo>
                  <a:pt x="570433" y="841953"/>
                </a:lnTo>
                <a:lnTo>
                  <a:pt x="550202" y="840448"/>
                </a:lnTo>
                <a:lnTo>
                  <a:pt x="529971" y="838952"/>
                </a:lnTo>
                <a:lnTo>
                  <a:pt x="509740" y="837457"/>
                </a:lnTo>
                <a:lnTo>
                  <a:pt x="489499" y="835952"/>
                </a:lnTo>
                <a:lnTo>
                  <a:pt x="469268" y="834457"/>
                </a:lnTo>
                <a:lnTo>
                  <a:pt x="449037" y="832961"/>
                </a:lnTo>
                <a:lnTo>
                  <a:pt x="428806" y="831456"/>
                </a:lnTo>
                <a:lnTo>
                  <a:pt x="408575" y="829961"/>
                </a:lnTo>
                <a:lnTo>
                  <a:pt x="388344" y="828465"/>
                </a:lnTo>
                <a:lnTo>
                  <a:pt x="368113" y="826960"/>
                </a:lnTo>
                <a:lnTo>
                  <a:pt x="347882" y="825465"/>
                </a:lnTo>
                <a:lnTo>
                  <a:pt x="327650" y="823970"/>
                </a:lnTo>
                <a:lnTo>
                  <a:pt x="307419" y="822465"/>
                </a:lnTo>
                <a:lnTo>
                  <a:pt x="287188" y="820969"/>
                </a:lnTo>
                <a:lnTo>
                  <a:pt x="266957" y="819474"/>
                </a:lnTo>
                <a:lnTo>
                  <a:pt x="246726" y="817969"/>
                </a:lnTo>
                <a:lnTo>
                  <a:pt x="226495" y="816473"/>
                </a:lnTo>
                <a:lnTo>
                  <a:pt x="206264" y="814978"/>
                </a:lnTo>
                <a:lnTo>
                  <a:pt x="186033" y="813473"/>
                </a:lnTo>
                <a:lnTo>
                  <a:pt x="165802" y="811978"/>
                </a:lnTo>
                <a:lnTo>
                  <a:pt x="145571" y="810482"/>
                </a:lnTo>
                <a:lnTo>
                  <a:pt x="125339" y="808977"/>
                </a:lnTo>
                <a:lnTo>
                  <a:pt x="105108" y="807482"/>
                </a:lnTo>
                <a:lnTo>
                  <a:pt x="84877" y="805986"/>
                </a:lnTo>
                <a:lnTo>
                  <a:pt x="64637" y="804481"/>
                </a:lnTo>
                <a:lnTo>
                  <a:pt x="44406" y="802986"/>
                </a:lnTo>
                <a:lnTo>
                  <a:pt x="24174" y="801491"/>
                </a:lnTo>
                <a:lnTo>
                  <a:pt x="3943" y="799986"/>
                </a:lnTo>
                <a:lnTo>
                  <a:pt x="0" y="783365"/>
                </a:lnTo>
                <a:lnTo>
                  <a:pt x="0" y="763076"/>
                </a:lnTo>
                <a:lnTo>
                  <a:pt x="0" y="742788"/>
                </a:lnTo>
                <a:lnTo>
                  <a:pt x="0" y="722509"/>
                </a:lnTo>
                <a:lnTo>
                  <a:pt x="0" y="702221"/>
                </a:lnTo>
                <a:lnTo>
                  <a:pt x="0" y="681933"/>
                </a:lnTo>
                <a:lnTo>
                  <a:pt x="0" y="661645"/>
                </a:lnTo>
                <a:lnTo>
                  <a:pt x="0" y="641356"/>
                </a:lnTo>
                <a:lnTo>
                  <a:pt x="0" y="621068"/>
                </a:lnTo>
                <a:lnTo>
                  <a:pt x="0" y="600780"/>
                </a:lnTo>
                <a:lnTo>
                  <a:pt x="0" y="580501"/>
                </a:lnTo>
                <a:lnTo>
                  <a:pt x="0" y="560213"/>
                </a:lnTo>
                <a:lnTo>
                  <a:pt x="0" y="539925"/>
                </a:lnTo>
                <a:lnTo>
                  <a:pt x="0" y="519636"/>
                </a:lnTo>
                <a:lnTo>
                  <a:pt x="0" y="499348"/>
                </a:lnTo>
                <a:lnTo>
                  <a:pt x="0" y="479060"/>
                </a:lnTo>
                <a:lnTo>
                  <a:pt x="0" y="458772"/>
                </a:lnTo>
                <a:lnTo>
                  <a:pt x="0" y="438483"/>
                </a:lnTo>
                <a:lnTo>
                  <a:pt x="0" y="418205"/>
                </a:lnTo>
                <a:lnTo>
                  <a:pt x="0" y="397916"/>
                </a:lnTo>
                <a:lnTo>
                  <a:pt x="0" y="377628"/>
                </a:lnTo>
                <a:lnTo>
                  <a:pt x="0" y="357340"/>
                </a:lnTo>
                <a:lnTo>
                  <a:pt x="0" y="337052"/>
                </a:lnTo>
                <a:lnTo>
                  <a:pt x="0" y="316763"/>
                </a:lnTo>
                <a:lnTo>
                  <a:pt x="0" y="296475"/>
                </a:lnTo>
                <a:lnTo>
                  <a:pt x="0" y="276196"/>
                </a:lnTo>
                <a:lnTo>
                  <a:pt x="0" y="255908"/>
                </a:lnTo>
                <a:lnTo>
                  <a:pt x="0" y="235620"/>
                </a:lnTo>
                <a:lnTo>
                  <a:pt x="0" y="215332"/>
                </a:lnTo>
                <a:lnTo>
                  <a:pt x="0" y="195043"/>
                </a:lnTo>
                <a:lnTo>
                  <a:pt x="0" y="174755"/>
                </a:lnTo>
                <a:lnTo>
                  <a:pt x="0" y="154467"/>
                </a:lnTo>
                <a:lnTo>
                  <a:pt x="0" y="134179"/>
                </a:lnTo>
                <a:lnTo>
                  <a:pt x="0" y="113900"/>
                </a:lnTo>
                <a:close/>
              </a:path>
            </a:pathLst>
          </a:custGeom>
          <a:solidFill xmlns:a="http://schemas.openxmlformats.org/drawingml/2006/main">
            <a:srgbClr val="28577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hierarchy-root-fold">
            <a:extLst xmlns:a="http://schemas.openxmlformats.org/drawingml/2006/main">
              <a:ext uri="{FF2B5EF4-FFF2-40B4-BE49-F238E27FC236}">
                <a16:creationId xmlns:a16="http://schemas.microsoft.com/office/drawing/2014/main" id="{0B553703-53B0-488B-8A26-A9DE0452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931301"/>
            <a:ext cx="1778375" cy="440598"/>
          </a:xfrm>
          <a:custGeom xmlns:a="http://schemas.openxmlformats.org/drawingml/2006/main">
            <a:pathLst>
              <a:path w="1778375" h="440598">
                <a:moveTo>
                  <a:pt x="0" y="326374"/>
                </a:moveTo>
                <a:lnTo>
                  <a:pt x="18917" y="327841"/>
                </a:lnTo>
                <a:lnTo>
                  <a:pt x="37833" y="329308"/>
                </a:lnTo>
                <a:lnTo>
                  <a:pt x="56740" y="330765"/>
                </a:lnTo>
                <a:lnTo>
                  <a:pt x="75657" y="332232"/>
                </a:lnTo>
                <a:lnTo>
                  <a:pt x="94574" y="333699"/>
                </a:lnTo>
                <a:lnTo>
                  <a:pt x="113490" y="335166"/>
                </a:lnTo>
                <a:lnTo>
                  <a:pt x="132398" y="336623"/>
                </a:lnTo>
                <a:lnTo>
                  <a:pt x="151314" y="338090"/>
                </a:lnTo>
                <a:lnTo>
                  <a:pt x="170231" y="339557"/>
                </a:lnTo>
                <a:lnTo>
                  <a:pt x="189147" y="341024"/>
                </a:lnTo>
                <a:lnTo>
                  <a:pt x="208064" y="342481"/>
                </a:lnTo>
                <a:lnTo>
                  <a:pt x="226971" y="343948"/>
                </a:lnTo>
                <a:lnTo>
                  <a:pt x="245888" y="345415"/>
                </a:lnTo>
                <a:lnTo>
                  <a:pt x="264805" y="346881"/>
                </a:lnTo>
                <a:lnTo>
                  <a:pt x="283721" y="348339"/>
                </a:lnTo>
                <a:lnTo>
                  <a:pt x="302638" y="349806"/>
                </a:lnTo>
                <a:lnTo>
                  <a:pt x="321545" y="351272"/>
                </a:lnTo>
                <a:lnTo>
                  <a:pt x="340462" y="352739"/>
                </a:lnTo>
                <a:lnTo>
                  <a:pt x="359378" y="354197"/>
                </a:lnTo>
                <a:lnTo>
                  <a:pt x="378295" y="355664"/>
                </a:lnTo>
                <a:lnTo>
                  <a:pt x="397202" y="357130"/>
                </a:lnTo>
                <a:lnTo>
                  <a:pt x="416119" y="358588"/>
                </a:lnTo>
                <a:lnTo>
                  <a:pt x="435035" y="360055"/>
                </a:lnTo>
                <a:lnTo>
                  <a:pt x="453952" y="361521"/>
                </a:lnTo>
                <a:lnTo>
                  <a:pt x="472869" y="362988"/>
                </a:lnTo>
                <a:lnTo>
                  <a:pt x="491776" y="364446"/>
                </a:lnTo>
                <a:lnTo>
                  <a:pt x="510692" y="365912"/>
                </a:lnTo>
                <a:lnTo>
                  <a:pt x="529609" y="367379"/>
                </a:lnTo>
                <a:lnTo>
                  <a:pt x="548526" y="368846"/>
                </a:lnTo>
                <a:lnTo>
                  <a:pt x="567442" y="370303"/>
                </a:lnTo>
                <a:lnTo>
                  <a:pt x="586349" y="371770"/>
                </a:lnTo>
                <a:lnTo>
                  <a:pt x="605266" y="373237"/>
                </a:lnTo>
                <a:lnTo>
                  <a:pt x="624183" y="374704"/>
                </a:lnTo>
                <a:lnTo>
                  <a:pt x="643099" y="376161"/>
                </a:lnTo>
                <a:lnTo>
                  <a:pt x="662007" y="377628"/>
                </a:lnTo>
                <a:lnTo>
                  <a:pt x="680923" y="379095"/>
                </a:lnTo>
                <a:lnTo>
                  <a:pt x="699840" y="380562"/>
                </a:lnTo>
                <a:lnTo>
                  <a:pt x="718756" y="382019"/>
                </a:lnTo>
                <a:lnTo>
                  <a:pt x="737673" y="383486"/>
                </a:lnTo>
                <a:lnTo>
                  <a:pt x="756580" y="384953"/>
                </a:lnTo>
                <a:lnTo>
                  <a:pt x="775497" y="386410"/>
                </a:lnTo>
                <a:lnTo>
                  <a:pt x="794414" y="387877"/>
                </a:lnTo>
                <a:lnTo>
                  <a:pt x="813330" y="389344"/>
                </a:lnTo>
                <a:lnTo>
                  <a:pt x="832237" y="390811"/>
                </a:lnTo>
                <a:lnTo>
                  <a:pt x="851154" y="392268"/>
                </a:lnTo>
                <a:lnTo>
                  <a:pt x="870071" y="393735"/>
                </a:lnTo>
                <a:lnTo>
                  <a:pt x="888987" y="395202"/>
                </a:lnTo>
                <a:lnTo>
                  <a:pt x="907904" y="396669"/>
                </a:lnTo>
                <a:lnTo>
                  <a:pt x="926811" y="398126"/>
                </a:lnTo>
                <a:lnTo>
                  <a:pt x="945728" y="399593"/>
                </a:lnTo>
                <a:lnTo>
                  <a:pt x="964644" y="401060"/>
                </a:lnTo>
                <a:lnTo>
                  <a:pt x="983561" y="402527"/>
                </a:lnTo>
                <a:lnTo>
                  <a:pt x="1002478" y="403984"/>
                </a:lnTo>
                <a:lnTo>
                  <a:pt x="1021385" y="405451"/>
                </a:lnTo>
                <a:lnTo>
                  <a:pt x="1040301" y="406918"/>
                </a:lnTo>
                <a:lnTo>
                  <a:pt x="1059218" y="408384"/>
                </a:lnTo>
                <a:lnTo>
                  <a:pt x="1078135" y="409842"/>
                </a:lnTo>
                <a:lnTo>
                  <a:pt x="1097042" y="411309"/>
                </a:lnTo>
                <a:lnTo>
                  <a:pt x="1115959" y="412775"/>
                </a:lnTo>
                <a:lnTo>
                  <a:pt x="1134875" y="414242"/>
                </a:lnTo>
                <a:lnTo>
                  <a:pt x="1153792" y="415700"/>
                </a:lnTo>
                <a:lnTo>
                  <a:pt x="1172708" y="417166"/>
                </a:lnTo>
                <a:lnTo>
                  <a:pt x="1191616" y="418633"/>
                </a:lnTo>
                <a:lnTo>
                  <a:pt x="1210532" y="420091"/>
                </a:lnTo>
                <a:lnTo>
                  <a:pt x="1229449" y="421557"/>
                </a:lnTo>
                <a:lnTo>
                  <a:pt x="1248366" y="423024"/>
                </a:lnTo>
                <a:lnTo>
                  <a:pt x="1267282" y="424491"/>
                </a:lnTo>
                <a:lnTo>
                  <a:pt x="1286189" y="425948"/>
                </a:lnTo>
                <a:lnTo>
                  <a:pt x="1305106" y="427415"/>
                </a:lnTo>
                <a:lnTo>
                  <a:pt x="1324023" y="428882"/>
                </a:lnTo>
                <a:lnTo>
                  <a:pt x="1342939" y="430349"/>
                </a:lnTo>
                <a:lnTo>
                  <a:pt x="1361846" y="431806"/>
                </a:lnTo>
                <a:lnTo>
                  <a:pt x="1380763" y="433273"/>
                </a:lnTo>
                <a:lnTo>
                  <a:pt x="1399680" y="434740"/>
                </a:lnTo>
                <a:lnTo>
                  <a:pt x="1418596" y="436207"/>
                </a:lnTo>
                <a:lnTo>
                  <a:pt x="1437513" y="437664"/>
                </a:lnTo>
                <a:lnTo>
                  <a:pt x="1456420" y="439131"/>
                </a:lnTo>
                <a:lnTo>
                  <a:pt x="1475337" y="440598"/>
                </a:lnTo>
                <a:lnTo>
                  <a:pt x="1486462" y="425853"/>
                </a:lnTo>
                <a:lnTo>
                  <a:pt x="1497140" y="410175"/>
                </a:lnTo>
                <a:lnTo>
                  <a:pt x="1507817" y="394487"/>
                </a:lnTo>
                <a:lnTo>
                  <a:pt x="1518495" y="378809"/>
                </a:lnTo>
                <a:lnTo>
                  <a:pt x="1529172" y="363131"/>
                </a:lnTo>
                <a:lnTo>
                  <a:pt x="1539850" y="347443"/>
                </a:lnTo>
                <a:lnTo>
                  <a:pt x="1550527" y="331765"/>
                </a:lnTo>
                <a:lnTo>
                  <a:pt x="1561205" y="316087"/>
                </a:lnTo>
                <a:lnTo>
                  <a:pt x="1571882" y="300399"/>
                </a:lnTo>
                <a:lnTo>
                  <a:pt x="1582560" y="284721"/>
                </a:lnTo>
                <a:lnTo>
                  <a:pt x="1593237" y="269043"/>
                </a:lnTo>
                <a:lnTo>
                  <a:pt x="1603915" y="253355"/>
                </a:lnTo>
                <a:lnTo>
                  <a:pt x="1614592" y="237677"/>
                </a:lnTo>
                <a:lnTo>
                  <a:pt x="1625270" y="221990"/>
                </a:lnTo>
                <a:lnTo>
                  <a:pt x="1635938" y="206312"/>
                </a:lnTo>
                <a:lnTo>
                  <a:pt x="1646615" y="190633"/>
                </a:lnTo>
                <a:lnTo>
                  <a:pt x="1657293" y="174946"/>
                </a:lnTo>
                <a:lnTo>
                  <a:pt x="1667970" y="159268"/>
                </a:lnTo>
                <a:lnTo>
                  <a:pt x="1678648" y="143589"/>
                </a:lnTo>
                <a:lnTo>
                  <a:pt x="1689325" y="127902"/>
                </a:lnTo>
                <a:lnTo>
                  <a:pt x="1700003" y="112224"/>
                </a:lnTo>
                <a:lnTo>
                  <a:pt x="1710680" y="96545"/>
                </a:lnTo>
                <a:lnTo>
                  <a:pt x="1721358" y="80858"/>
                </a:lnTo>
                <a:lnTo>
                  <a:pt x="1732036" y="65180"/>
                </a:lnTo>
                <a:lnTo>
                  <a:pt x="1742713" y="49501"/>
                </a:lnTo>
                <a:lnTo>
                  <a:pt x="1753391" y="33814"/>
                </a:lnTo>
                <a:lnTo>
                  <a:pt x="1764068" y="18136"/>
                </a:lnTo>
                <a:lnTo>
                  <a:pt x="1774736" y="2448"/>
                </a:lnTo>
                <a:lnTo>
                  <a:pt x="1778375" y="0"/>
                </a:lnTo>
                <a:lnTo>
                  <a:pt x="1771326" y="17612"/>
                </a:lnTo>
                <a:lnTo>
                  <a:pt x="1764287" y="35233"/>
                </a:lnTo>
                <a:lnTo>
                  <a:pt x="1757239" y="52845"/>
                </a:lnTo>
                <a:lnTo>
                  <a:pt x="1750190" y="70456"/>
                </a:lnTo>
                <a:lnTo>
                  <a:pt x="1743151" y="88068"/>
                </a:lnTo>
                <a:lnTo>
                  <a:pt x="1736103" y="105689"/>
                </a:lnTo>
                <a:lnTo>
                  <a:pt x="1729054" y="123301"/>
                </a:lnTo>
                <a:lnTo>
                  <a:pt x="1722006" y="140913"/>
                </a:lnTo>
                <a:lnTo>
                  <a:pt x="1714967" y="158525"/>
                </a:lnTo>
                <a:lnTo>
                  <a:pt x="1707918" y="176146"/>
                </a:lnTo>
                <a:lnTo>
                  <a:pt x="1700870" y="193758"/>
                </a:lnTo>
                <a:lnTo>
                  <a:pt x="1693831" y="211369"/>
                </a:lnTo>
                <a:lnTo>
                  <a:pt x="1686782" y="228991"/>
                </a:lnTo>
                <a:lnTo>
                  <a:pt x="1679734" y="246602"/>
                </a:lnTo>
                <a:lnTo>
                  <a:pt x="1672685" y="264214"/>
                </a:lnTo>
                <a:lnTo>
                  <a:pt x="1663560" y="278587"/>
                </a:lnTo>
                <a:lnTo>
                  <a:pt x="1644615" y="277673"/>
                </a:lnTo>
                <a:lnTo>
                  <a:pt x="1625670" y="276749"/>
                </a:lnTo>
                <a:lnTo>
                  <a:pt x="1606715" y="275834"/>
                </a:lnTo>
                <a:lnTo>
                  <a:pt x="1587770" y="274920"/>
                </a:lnTo>
                <a:lnTo>
                  <a:pt x="1568815" y="273996"/>
                </a:lnTo>
                <a:lnTo>
                  <a:pt x="1549870" y="273082"/>
                </a:lnTo>
                <a:lnTo>
                  <a:pt x="1530925" y="272158"/>
                </a:lnTo>
                <a:lnTo>
                  <a:pt x="1511970" y="271243"/>
                </a:lnTo>
                <a:lnTo>
                  <a:pt x="1493025" y="270320"/>
                </a:lnTo>
                <a:lnTo>
                  <a:pt x="1474079" y="269405"/>
                </a:lnTo>
                <a:lnTo>
                  <a:pt x="1455125" y="268481"/>
                </a:lnTo>
                <a:lnTo>
                  <a:pt x="1436180" y="267567"/>
                </a:lnTo>
                <a:lnTo>
                  <a:pt x="1417225" y="266643"/>
                </a:lnTo>
                <a:lnTo>
                  <a:pt x="1398280" y="265728"/>
                </a:lnTo>
                <a:lnTo>
                  <a:pt x="1379334" y="264814"/>
                </a:lnTo>
                <a:lnTo>
                  <a:pt x="1360380" y="263890"/>
                </a:lnTo>
                <a:lnTo>
                  <a:pt x="1341434" y="262976"/>
                </a:lnTo>
                <a:lnTo>
                  <a:pt x="1322480" y="262052"/>
                </a:lnTo>
                <a:lnTo>
                  <a:pt x="1303534" y="261137"/>
                </a:lnTo>
                <a:lnTo>
                  <a:pt x="1284589" y="260213"/>
                </a:lnTo>
                <a:lnTo>
                  <a:pt x="1265634" y="259299"/>
                </a:lnTo>
                <a:lnTo>
                  <a:pt x="1246689" y="258375"/>
                </a:lnTo>
                <a:lnTo>
                  <a:pt x="1227734" y="257461"/>
                </a:lnTo>
                <a:lnTo>
                  <a:pt x="1208789" y="256537"/>
                </a:lnTo>
                <a:lnTo>
                  <a:pt x="1189844" y="255622"/>
                </a:lnTo>
                <a:lnTo>
                  <a:pt x="1170889" y="254708"/>
                </a:lnTo>
                <a:lnTo>
                  <a:pt x="1151944" y="253784"/>
                </a:lnTo>
                <a:lnTo>
                  <a:pt x="1132999" y="252870"/>
                </a:lnTo>
                <a:lnTo>
                  <a:pt x="1114044" y="251946"/>
                </a:lnTo>
                <a:lnTo>
                  <a:pt x="1095099" y="251031"/>
                </a:lnTo>
                <a:lnTo>
                  <a:pt x="1076144" y="250107"/>
                </a:lnTo>
                <a:lnTo>
                  <a:pt x="1057199" y="249193"/>
                </a:lnTo>
                <a:lnTo>
                  <a:pt x="1038254" y="248269"/>
                </a:lnTo>
                <a:lnTo>
                  <a:pt x="1019299" y="247355"/>
                </a:lnTo>
                <a:lnTo>
                  <a:pt x="1000354" y="246431"/>
                </a:lnTo>
                <a:lnTo>
                  <a:pt x="981399" y="245516"/>
                </a:lnTo>
                <a:lnTo>
                  <a:pt x="962454" y="244602"/>
                </a:lnTo>
                <a:lnTo>
                  <a:pt x="943508" y="243678"/>
                </a:lnTo>
                <a:lnTo>
                  <a:pt x="924554" y="242764"/>
                </a:lnTo>
                <a:lnTo>
                  <a:pt x="905608" y="241840"/>
                </a:lnTo>
                <a:lnTo>
                  <a:pt x="886654" y="240925"/>
                </a:lnTo>
                <a:lnTo>
                  <a:pt x="867708" y="240001"/>
                </a:lnTo>
                <a:lnTo>
                  <a:pt x="848763" y="239087"/>
                </a:lnTo>
                <a:lnTo>
                  <a:pt x="829808" y="238163"/>
                </a:lnTo>
                <a:lnTo>
                  <a:pt x="810863" y="237249"/>
                </a:lnTo>
                <a:lnTo>
                  <a:pt x="791918" y="236325"/>
                </a:lnTo>
                <a:lnTo>
                  <a:pt x="772963" y="235410"/>
                </a:lnTo>
                <a:lnTo>
                  <a:pt x="754018" y="234496"/>
                </a:lnTo>
                <a:lnTo>
                  <a:pt x="735063" y="233572"/>
                </a:lnTo>
                <a:lnTo>
                  <a:pt x="716118" y="232658"/>
                </a:lnTo>
                <a:lnTo>
                  <a:pt x="697173" y="231734"/>
                </a:lnTo>
                <a:lnTo>
                  <a:pt x="678218" y="230819"/>
                </a:lnTo>
                <a:lnTo>
                  <a:pt x="659273" y="229895"/>
                </a:lnTo>
                <a:lnTo>
                  <a:pt x="640318" y="228981"/>
                </a:lnTo>
                <a:lnTo>
                  <a:pt x="621373" y="228057"/>
                </a:lnTo>
                <a:lnTo>
                  <a:pt x="602428" y="227143"/>
                </a:lnTo>
                <a:lnTo>
                  <a:pt x="583473" y="226219"/>
                </a:lnTo>
                <a:lnTo>
                  <a:pt x="564528" y="225304"/>
                </a:lnTo>
                <a:lnTo>
                  <a:pt x="545573" y="224390"/>
                </a:lnTo>
                <a:lnTo>
                  <a:pt x="526628" y="223466"/>
                </a:lnTo>
                <a:lnTo>
                  <a:pt x="507683" y="222552"/>
                </a:lnTo>
                <a:lnTo>
                  <a:pt x="488728" y="221628"/>
                </a:lnTo>
                <a:lnTo>
                  <a:pt x="469783" y="220713"/>
                </a:lnTo>
                <a:lnTo>
                  <a:pt x="450837" y="219789"/>
                </a:lnTo>
                <a:lnTo>
                  <a:pt x="431883" y="218875"/>
                </a:lnTo>
                <a:lnTo>
                  <a:pt x="412937" y="217951"/>
                </a:lnTo>
                <a:lnTo>
                  <a:pt x="393983" y="217037"/>
                </a:lnTo>
                <a:lnTo>
                  <a:pt x="375037" y="216113"/>
                </a:lnTo>
                <a:lnTo>
                  <a:pt x="356092" y="215198"/>
                </a:lnTo>
                <a:lnTo>
                  <a:pt x="337137" y="214284"/>
                </a:lnTo>
                <a:lnTo>
                  <a:pt x="318192" y="213360"/>
                </a:lnTo>
                <a:lnTo>
                  <a:pt x="299237" y="212446"/>
                </a:lnTo>
                <a:lnTo>
                  <a:pt x="280292" y="211522"/>
                </a:lnTo>
                <a:lnTo>
                  <a:pt x="261347" y="210607"/>
                </a:lnTo>
                <a:lnTo>
                  <a:pt x="242392" y="209683"/>
                </a:lnTo>
                <a:lnTo>
                  <a:pt x="223447" y="208769"/>
                </a:lnTo>
                <a:lnTo>
                  <a:pt x="204492" y="207845"/>
                </a:lnTo>
                <a:lnTo>
                  <a:pt x="185547" y="206931"/>
                </a:lnTo>
                <a:lnTo>
                  <a:pt x="166602" y="206007"/>
                </a:lnTo>
                <a:lnTo>
                  <a:pt x="147647" y="205092"/>
                </a:lnTo>
                <a:lnTo>
                  <a:pt x="128702" y="204178"/>
                </a:lnTo>
                <a:lnTo>
                  <a:pt x="109757" y="203254"/>
                </a:lnTo>
                <a:lnTo>
                  <a:pt x="92535" y="206083"/>
                </a:lnTo>
                <a:lnTo>
                  <a:pt x="80972" y="221113"/>
                </a:lnTo>
                <a:lnTo>
                  <a:pt x="69399" y="236153"/>
                </a:lnTo>
                <a:lnTo>
                  <a:pt x="57836" y="251193"/>
                </a:lnTo>
                <a:lnTo>
                  <a:pt x="46263" y="266224"/>
                </a:lnTo>
                <a:lnTo>
                  <a:pt x="34700" y="281264"/>
                </a:lnTo>
                <a:lnTo>
                  <a:pt x="23136" y="296304"/>
                </a:lnTo>
                <a:lnTo>
                  <a:pt x="11563" y="311344"/>
                </a:lnTo>
                <a:lnTo>
                  <a:pt x="0" y="326374"/>
                </a:lnTo>
                <a:close/>
              </a:path>
            </a:pathLst>
          </a:custGeom>
          <a:solidFill xmlns:a="http://schemas.openxmlformats.org/drawingml/2006/main">
            <a:srgbClr val="1F496B">
              <a:alpha val="3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hierarchy-branch-surface-level-2-node-1">
            <a:extLst xmlns:a="http://schemas.openxmlformats.org/drawingml/2006/main">
              <a:ext uri="{FF2B5EF4-FFF2-40B4-BE49-F238E27FC236}">
                <a16:creationId xmlns:a16="http://schemas.microsoft.com/office/drawing/2014/main" id="{20A83ACF-89ED-45E2-89E5-60DAA2A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001145"/>
            <a:ext cx="1699336" cy="532486"/>
          </a:xfrm>
          <a:custGeom xmlns:a="http://schemas.openxmlformats.org/drawingml/2006/main">
            <a:pathLst>
              <a:path w="1699336" h="532486">
                <a:moveTo>
                  <a:pt x="0" y="75305"/>
                </a:moveTo>
                <a:lnTo>
                  <a:pt x="18945" y="74333"/>
                </a:lnTo>
                <a:lnTo>
                  <a:pt x="37890" y="73352"/>
                </a:lnTo>
                <a:lnTo>
                  <a:pt x="56826" y="72380"/>
                </a:lnTo>
                <a:lnTo>
                  <a:pt x="75771" y="71399"/>
                </a:lnTo>
                <a:lnTo>
                  <a:pt x="94717" y="70418"/>
                </a:lnTo>
                <a:lnTo>
                  <a:pt x="113662" y="69447"/>
                </a:lnTo>
                <a:lnTo>
                  <a:pt x="132598" y="68466"/>
                </a:lnTo>
                <a:lnTo>
                  <a:pt x="151543" y="67485"/>
                </a:lnTo>
                <a:lnTo>
                  <a:pt x="170488" y="66513"/>
                </a:lnTo>
                <a:lnTo>
                  <a:pt x="189433" y="65532"/>
                </a:lnTo>
                <a:lnTo>
                  <a:pt x="208369" y="64551"/>
                </a:lnTo>
                <a:lnTo>
                  <a:pt x="227314" y="63579"/>
                </a:lnTo>
                <a:lnTo>
                  <a:pt x="246259" y="62598"/>
                </a:lnTo>
                <a:lnTo>
                  <a:pt x="265205" y="61617"/>
                </a:lnTo>
                <a:lnTo>
                  <a:pt x="284140" y="60646"/>
                </a:lnTo>
                <a:lnTo>
                  <a:pt x="303086" y="59665"/>
                </a:lnTo>
                <a:lnTo>
                  <a:pt x="322031" y="58693"/>
                </a:lnTo>
                <a:lnTo>
                  <a:pt x="340976" y="57712"/>
                </a:lnTo>
                <a:lnTo>
                  <a:pt x="359912" y="56731"/>
                </a:lnTo>
                <a:lnTo>
                  <a:pt x="378857" y="55759"/>
                </a:lnTo>
                <a:lnTo>
                  <a:pt x="397802" y="54778"/>
                </a:lnTo>
                <a:lnTo>
                  <a:pt x="416747" y="53797"/>
                </a:lnTo>
                <a:lnTo>
                  <a:pt x="435683" y="52826"/>
                </a:lnTo>
                <a:lnTo>
                  <a:pt x="454628" y="51845"/>
                </a:lnTo>
                <a:lnTo>
                  <a:pt x="473573" y="50864"/>
                </a:lnTo>
                <a:lnTo>
                  <a:pt x="492519" y="49892"/>
                </a:lnTo>
                <a:lnTo>
                  <a:pt x="511454" y="48911"/>
                </a:lnTo>
                <a:lnTo>
                  <a:pt x="530400" y="47930"/>
                </a:lnTo>
                <a:lnTo>
                  <a:pt x="549345" y="46958"/>
                </a:lnTo>
                <a:lnTo>
                  <a:pt x="568290" y="45977"/>
                </a:lnTo>
                <a:lnTo>
                  <a:pt x="587226" y="44996"/>
                </a:lnTo>
                <a:lnTo>
                  <a:pt x="606171" y="44025"/>
                </a:lnTo>
                <a:lnTo>
                  <a:pt x="625116" y="43043"/>
                </a:lnTo>
                <a:lnTo>
                  <a:pt x="644061" y="42072"/>
                </a:lnTo>
                <a:lnTo>
                  <a:pt x="662997" y="41091"/>
                </a:lnTo>
                <a:lnTo>
                  <a:pt x="681942" y="40110"/>
                </a:lnTo>
                <a:lnTo>
                  <a:pt x="700888" y="39138"/>
                </a:lnTo>
                <a:lnTo>
                  <a:pt x="719833" y="38157"/>
                </a:lnTo>
                <a:lnTo>
                  <a:pt x="738778" y="37176"/>
                </a:lnTo>
                <a:lnTo>
                  <a:pt x="757714" y="36205"/>
                </a:lnTo>
                <a:lnTo>
                  <a:pt x="776659" y="35223"/>
                </a:lnTo>
                <a:lnTo>
                  <a:pt x="795604" y="34242"/>
                </a:lnTo>
                <a:lnTo>
                  <a:pt x="814549" y="33271"/>
                </a:lnTo>
                <a:lnTo>
                  <a:pt x="833485" y="32290"/>
                </a:lnTo>
                <a:lnTo>
                  <a:pt x="852430" y="31309"/>
                </a:lnTo>
                <a:lnTo>
                  <a:pt x="871376" y="30337"/>
                </a:lnTo>
                <a:lnTo>
                  <a:pt x="890321" y="29356"/>
                </a:lnTo>
                <a:lnTo>
                  <a:pt x="909256" y="28375"/>
                </a:lnTo>
                <a:lnTo>
                  <a:pt x="928202" y="27403"/>
                </a:lnTo>
                <a:lnTo>
                  <a:pt x="947147" y="26422"/>
                </a:lnTo>
                <a:lnTo>
                  <a:pt x="966092" y="25451"/>
                </a:lnTo>
                <a:lnTo>
                  <a:pt x="985028" y="24470"/>
                </a:lnTo>
                <a:lnTo>
                  <a:pt x="1003973" y="23489"/>
                </a:lnTo>
                <a:lnTo>
                  <a:pt x="1022918" y="22517"/>
                </a:lnTo>
                <a:lnTo>
                  <a:pt x="1041864" y="21536"/>
                </a:lnTo>
                <a:lnTo>
                  <a:pt x="1060799" y="20555"/>
                </a:lnTo>
                <a:lnTo>
                  <a:pt x="1079744" y="19583"/>
                </a:lnTo>
                <a:lnTo>
                  <a:pt x="1098690" y="18602"/>
                </a:lnTo>
                <a:lnTo>
                  <a:pt x="1117635" y="17621"/>
                </a:lnTo>
                <a:lnTo>
                  <a:pt x="1136571" y="16650"/>
                </a:lnTo>
                <a:lnTo>
                  <a:pt x="1155516" y="15669"/>
                </a:lnTo>
                <a:lnTo>
                  <a:pt x="1174461" y="14688"/>
                </a:lnTo>
                <a:lnTo>
                  <a:pt x="1193406" y="13716"/>
                </a:lnTo>
                <a:lnTo>
                  <a:pt x="1212342" y="12735"/>
                </a:lnTo>
                <a:lnTo>
                  <a:pt x="1231287" y="11763"/>
                </a:lnTo>
                <a:lnTo>
                  <a:pt x="1250232" y="10782"/>
                </a:lnTo>
                <a:lnTo>
                  <a:pt x="1269178" y="9801"/>
                </a:lnTo>
                <a:lnTo>
                  <a:pt x="1288113" y="8830"/>
                </a:lnTo>
                <a:lnTo>
                  <a:pt x="1307059" y="7849"/>
                </a:lnTo>
                <a:lnTo>
                  <a:pt x="1326004" y="6868"/>
                </a:lnTo>
                <a:lnTo>
                  <a:pt x="1344949" y="5896"/>
                </a:lnTo>
                <a:lnTo>
                  <a:pt x="1363885" y="4915"/>
                </a:lnTo>
                <a:lnTo>
                  <a:pt x="1382830" y="3934"/>
                </a:lnTo>
                <a:lnTo>
                  <a:pt x="1401775" y="2962"/>
                </a:lnTo>
                <a:lnTo>
                  <a:pt x="1420720" y="1981"/>
                </a:lnTo>
                <a:lnTo>
                  <a:pt x="1439656" y="1000"/>
                </a:lnTo>
                <a:lnTo>
                  <a:pt x="1458601" y="29"/>
                </a:lnTo>
                <a:lnTo>
                  <a:pt x="1477137" y="0"/>
                </a:lnTo>
                <a:lnTo>
                  <a:pt x="1489481" y="14402"/>
                </a:lnTo>
                <a:lnTo>
                  <a:pt x="1501826" y="28804"/>
                </a:lnTo>
                <a:lnTo>
                  <a:pt x="1514170" y="43205"/>
                </a:lnTo>
                <a:lnTo>
                  <a:pt x="1526515" y="57607"/>
                </a:lnTo>
                <a:lnTo>
                  <a:pt x="1538859" y="72009"/>
                </a:lnTo>
                <a:lnTo>
                  <a:pt x="1551203" y="86411"/>
                </a:lnTo>
                <a:lnTo>
                  <a:pt x="1563548" y="100813"/>
                </a:lnTo>
                <a:lnTo>
                  <a:pt x="1575892" y="115214"/>
                </a:lnTo>
                <a:lnTo>
                  <a:pt x="1588237" y="129616"/>
                </a:lnTo>
                <a:lnTo>
                  <a:pt x="1600581" y="144018"/>
                </a:lnTo>
                <a:lnTo>
                  <a:pt x="1612925" y="158420"/>
                </a:lnTo>
                <a:lnTo>
                  <a:pt x="1625270" y="172822"/>
                </a:lnTo>
                <a:lnTo>
                  <a:pt x="1637614" y="187223"/>
                </a:lnTo>
                <a:lnTo>
                  <a:pt x="1649959" y="201625"/>
                </a:lnTo>
                <a:lnTo>
                  <a:pt x="1662303" y="216027"/>
                </a:lnTo>
                <a:lnTo>
                  <a:pt x="1674647" y="230429"/>
                </a:lnTo>
                <a:lnTo>
                  <a:pt x="1686992" y="244831"/>
                </a:lnTo>
                <a:lnTo>
                  <a:pt x="1699336" y="259232"/>
                </a:lnTo>
                <a:lnTo>
                  <a:pt x="1698269" y="273634"/>
                </a:lnTo>
                <a:lnTo>
                  <a:pt x="1685925" y="288036"/>
                </a:lnTo>
                <a:lnTo>
                  <a:pt x="1673581" y="302438"/>
                </a:lnTo>
                <a:lnTo>
                  <a:pt x="1661236" y="316840"/>
                </a:lnTo>
                <a:lnTo>
                  <a:pt x="1648892" y="331241"/>
                </a:lnTo>
                <a:lnTo>
                  <a:pt x="1636547" y="345643"/>
                </a:lnTo>
                <a:lnTo>
                  <a:pt x="1624203" y="360045"/>
                </a:lnTo>
                <a:lnTo>
                  <a:pt x="1611859" y="374447"/>
                </a:lnTo>
                <a:lnTo>
                  <a:pt x="1599514" y="388849"/>
                </a:lnTo>
                <a:lnTo>
                  <a:pt x="1587170" y="403250"/>
                </a:lnTo>
                <a:lnTo>
                  <a:pt x="1574825" y="417652"/>
                </a:lnTo>
                <a:lnTo>
                  <a:pt x="1562481" y="432054"/>
                </a:lnTo>
                <a:lnTo>
                  <a:pt x="1550137" y="446456"/>
                </a:lnTo>
                <a:lnTo>
                  <a:pt x="1537792" y="460858"/>
                </a:lnTo>
                <a:lnTo>
                  <a:pt x="1525448" y="475259"/>
                </a:lnTo>
                <a:lnTo>
                  <a:pt x="1513103" y="489661"/>
                </a:lnTo>
                <a:lnTo>
                  <a:pt x="1500759" y="504063"/>
                </a:lnTo>
                <a:lnTo>
                  <a:pt x="1488415" y="518465"/>
                </a:lnTo>
                <a:lnTo>
                  <a:pt x="1475908" y="532486"/>
                </a:lnTo>
                <a:lnTo>
                  <a:pt x="1456973" y="531505"/>
                </a:lnTo>
                <a:lnTo>
                  <a:pt x="1438027" y="530533"/>
                </a:lnTo>
                <a:lnTo>
                  <a:pt x="1419082" y="529552"/>
                </a:lnTo>
                <a:lnTo>
                  <a:pt x="1400137" y="528571"/>
                </a:lnTo>
                <a:lnTo>
                  <a:pt x="1381201" y="527599"/>
                </a:lnTo>
                <a:lnTo>
                  <a:pt x="1362256" y="526618"/>
                </a:lnTo>
                <a:lnTo>
                  <a:pt x="1343311" y="525637"/>
                </a:lnTo>
                <a:lnTo>
                  <a:pt x="1324366" y="524666"/>
                </a:lnTo>
                <a:lnTo>
                  <a:pt x="1305420" y="523684"/>
                </a:lnTo>
                <a:lnTo>
                  <a:pt x="1286485" y="522713"/>
                </a:lnTo>
                <a:lnTo>
                  <a:pt x="1267539" y="521732"/>
                </a:lnTo>
                <a:lnTo>
                  <a:pt x="1248594" y="520751"/>
                </a:lnTo>
                <a:lnTo>
                  <a:pt x="1229649" y="519779"/>
                </a:lnTo>
                <a:lnTo>
                  <a:pt x="1210713" y="518798"/>
                </a:lnTo>
                <a:lnTo>
                  <a:pt x="1191768" y="517817"/>
                </a:lnTo>
                <a:lnTo>
                  <a:pt x="1172823" y="516846"/>
                </a:lnTo>
                <a:lnTo>
                  <a:pt x="1153878" y="515864"/>
                </a:lnTo>
                <a:lnTo>
                  <a:pt x="1134942" y="514883"/>
                </a:lnTo>
                <a:lnTo>
                  <a:pt x="1115997" y="513912"/>
                </a:lnTo>
                <a:lnTo>
                  <a:pt x="1097051" y="512931"/>
                </a:lnTo>
                <a:lnTo>
                  <a:pt x="1078106" y="511950"/>
                </a:lnTo>
                <a:lnTo>
                  <a:pt x="1059170" y="510978"/>
                </a:lnTo>
                <a:lnTo>
                  <a:pt x="1040225" y="509997"/>
                </a:lnTo>
                <a:lnTo>
                  <a:pt x="1021280" y="509016"/>
                </a:lnTo>
                <a:lnTo>
                  <a:pt x="1002335" y="508044"/>
                </a:lnTo>
                <a:lnTo>
                  <a:pt x="983399" y="507063"/>
                </a:lnTo>
                <a:lnTo>
                  <a:pt x="964454" y="506092"/>
                </a:lnTo>
                <a:lnTo>
                  <a:pt x="945509" y="505111"/>
                </a:lnTo>
                <a:lnTo>
                  <a:pt x="926563" y="504130"/>
                </a:lnTo>
                <a:lnTo>
                  <a:pt x="907628" y="503158"/>
                </a:lnTo>
                <a:lnTo>
                  <a:pt x="888683" y="502177"/>
                </a:lnTo>
                <a:lnTo>
                  <a:pt x="869737" y="501196"/>
                </a:lnTo>
                <a:lnTo>
                  <a:pt x="850792" y="500224"/>
                </a:lnTo>
                <a:lnTo>
                  <a:pt x="831856" y="499243"/>
                </a:lnTo>
                <a:lnTo>
                  <a:pt x="812911" y="498262"/>
                </a:lnTo>
                <a:lnTo>
                  <a:pt x="793966" y="497291"/>
                </a:lnTo>
                <a:lnTo>
                  <a:pt x="775021" y="496310"/>
                </a:lnTo>
                <a:lnTo>
                  <a:pt x="756085" y="495329"/>
                </a:lnTo>
                <a:lnTo>
                  <a:pt x="737140" y="494357"/>
                </a:lnTo>
                <a:lnTo>
                  <a:pt x="718195" y="493376"/>
                </a:lnTo>
                <a:lnTo>
                  <a:pt x="699249" y="492404"/>
                </a:lnTo>
                <a:lnTo>
                  <a:pt x="680314" y="491423"/>
                </a:lnTo>
                <a:lnTo>
                  <a:pt x="661368" y="490442"/>
                </a:lnTo>
                <a:lnTo>
                  <a:pt x="642423" y="489471"/>
                </a:lnTo>
                <a:lnTo>
                  <a:pt x="623478" y="488490"/>
                </a:lnTo>
                <a:lnTo>
                  <a:pt x="604533" y="487509"/>
                </a:lnTo>
                <a:lnTo>
                  <a:pt x="585597" y="486537"/>
                </a:lnTo>
                <a:lnTo>
                  <a:pt x="566652" y="485556"/>
                </a:lnTo>
                <a:lnTo>
                  <a:pt x="547707" y="484575"/>
                </a:lnTo>
                <a:lnTo>
                  <a:pt x="528761" y="483603"/>
                </a:lnTo>
                <a:lnTo>
                  <a:pt x="509826" y="482622"/>
                </a:lnTo>
                <a:lnTo>
                  <a:pt x="490880" y="481641"/>
                </a:lnTo>
                <a:lnTo>
                  <a:pt x="471935" y="480670"/>
                </a:lnTo>
                <a:lnTo>
                  <a:pt x="452990" y="479689"/>
                </a:lnTo>
                <a:lnTo>
                  <a:pt x="434054" y="478707"/>
                </a:lnTo>
                <a:lnTo>
                  <a:pt x="415109" y="477736"/>
                </a:lnTo>
                <a:lnTo>
                  <a:pt x="396164" y="476755"/>
                </a:lnTo>
                <a:lnTo>
                  <a:pt x="377219" y="475783"/>
                </a:lnTo>
                <a:lnTo>
                  <a:pt x="358283" y="474802"/>
                </a:lnTo>
                <a:lnTo>
                  <a:pt x="339338" y="473821"/>
                </a:lnTo>
                <a:lnTo>
                  <a:pt x="320392" y="472850"/>
                </a:lnTo>
                <a:lnTo>
                  <a:pt x="301447" y="471869"/>
                </a:lnTo>
                <a:lnTo>
                  <a:pt x="282512" y="470887"/>
                </a:lnTo>
                <a:lnTo>
                  <a:pt x="263566" y="469916"/>
                </a:lnTo>
                <a:lnTo>
                  <a:pt x="244621" y="468935"/>
                </a:lnTo>
                <a:lnTo>
                  <a:pt x="225676" y="467954"/>
                </a:lnTo>
                <a:lnTo>
                  <a:pt x="206740" y="466982"/>
                </a:lnTo>
                <a:lnTo>
                  <a:pt x="187795" y="466001"/>
                </a:lnTo>
                <a:lnTo>
                  <a:pt x="168850" y="465020"/>
                </a:lnTo>
                <a:lnTo>
                  <a:pt x="149904" y="464048"/>
                </a:lnTo>
                <a:lnTo>
                  <a:pt x="130969" y="463067"/>
                </a:lnTo>
                <a:lnTo>
                  <a:pt x="112024" y="462086"/>
                </a:lnTo>
                <a:lnTo>
                  <a:pt x="93078" y="461115"/>
                </a:lnTo>
                <a:lnTo>
                  <a:pt x="74133" y="460134"/>
                </a:lnTo>
                <a:lnTo>
                  <a:pt x="55197" y="459162"/>
                </a:lnTo>
                <a:lnTo>
                  <a:pt x="36252" y="458181"/>
                </a:lnTo>
                <a:lnTo>
                  <a:pt x="17307" y="457200"/>
                </a:lnTo>
                <a:lnTo>
                  <a:pt x="0" y="454676"/>
                </a:lnTo>
                <a:lnTo>
                  <a:pt x="0" y="435702"/>
                </a:lnTo>
                <a:lnTo>
                  <a:pt x="0" y="416738"/>
                </a:lnTo>
                <a:lnTo>
                  <a:pt x="0" y="397764"/>
                </a:lnTo>
                <a:lnTo>
                  <a:pt x="0" y="378800"/>
                </a:lnTo>
                <a:lnTo>
                  <a:pt x="0" y="359835"/>
                </a:lnTo>
                <a:lnTo>
                  <a:pt x="0" y="340862"/>
                </a:lnTo>
                <a:lnTo>
                  <a:pt x="0" y="321897"/>
                </a:lnTo>
                <a:lnTo>
                  <a:pt x="0" y="302924"/>
                </a:lnTo>
                <a:lnTo>
                  <a:pt x="0" y="283959"/>
                </a:lnTo>
                <a:lnTo>
                  <a:pt x="0" y="264995"/>
                </a:lnTo>
                <a:lnTo>
                  <a:pt x="0" y="246021"/>
                </a:lnTo>
                <a:lnTo>
                  <a:pt x="0" y="227057"/>
                </a:lnTo>
                <a:lnTo>
                  <a:pt x="0" y="208083"/>
                </a:lnTo>
                <a:lnTo>
                  <a:pt x="0" y="189119"/>
                </a:lnTo>
                <a:lnTo>
                  <a:pt x="0" y="170155"/>
                </a:lnTo>
                <a:lnTo>
                  <a:pt x="0" y="151181"/>
                </a:lnTo>
                <a:lnTo>
                  <a:pt x="0" y="132217"/>
                </a:lnTo>
                <a:lnTo>
                  <a:pt x="0" y="113243"/>
                </a:lnTo>
                <a:lnTo>
                  <a:pt x="0" y="94278"/>
                </a:lnTo>
                <a:lnTo>
                  <a:pt x="0" y="75305"/>
                </a:lnTo>
                <a:close/>
              </a:path>
            </a:pathLst>
          </a:custGeom>
          <a:solidFill xmlns:a="http://schemas.openxmlformats.org/drawingml/2006/main">
            <a:srgbClr val="3F73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hierarchy-branch-notch-level-2-node-1">
            <a:extLst xmlns:a="http://schemas.openxmlformats.org/drawingml/2006/main">
              <a:ext uri="{FF2B5EF4-FFF2-40B4-BE49-F238E27FC236}">
                <a16:creationId xmlns:a16="http://schemas.microsoft.com/office/drawing/2014/main" id="{8250A1A8-8954-4FD1-A23C-DEDC2A4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076450"/>
            <a:ext cx="157829" cy="374914"/>
          </a:xfrm>
          <a:custGeom xmlns:a="http://schemas.openxmlformats.org/drawingml/2006/main">
            <a:pathLst>
              <a:path w="157829" h="374914">
                <a:moveTo>
                  <a:pt x="0" y="0"/>
                </a:moveTo>
                <a:lnTo>
                  <a:pt x="12144" y="14288"/>
                </a:lnTo>
                <a:lnTo>
                  <a:pt x="24279" y="28565"/>
                </a:lnTo>
                <a:lnTo>
                  <a:pt x="36424" y="42853"/>
                </a:lnTo>
                <a:lnTo>
                  <a:pt x="48558" y="57131"/>
                </a:lnTo>
                <a:lnTo>
                  <a:pt x="60703" y="71418"/>
                </a:lnTo>
                <a:lnTo>
                  <a:pt x="72847" y="85696"/>
                </a:lnTo>
                <a:lnTo>
                  <a:pt x="84982" y="99984"/>
                </a:lnTo>
                <a:lnTo>
                  <a:pt x="97126" y="114262"/>
                </a:lnTo>
                <a:lnTo>
                  <a:pt x="109261" y="128549"/>
                </a:lnTo>
                <a:lnTo>
                  <a:pt x="121406" y="142827"/>
                </a:lnTo>
                <a:lnTo>
                  <a:pt x="133550" y="157115"/>
                </a:lnTo>
                <a:lnTo>
                  <a:pt x="145685" y="171393"/>
                </a:lnTo>
                <a:lnTo>
                  <a:pt x="157829" y="185680"/>
                </a:lnTo>
                <a:lnTo>
                  <a:pt x="153886" y="199958"/>
                </a:lnTo>
                <a:lnTo>
                  <a:pt x="141742" y="214246"/>
                </a:lnTo>
                <a:lnTo>
                  <a:pt x="129597" y="228524"/>
                </a:lnTo>
                <a:lnTo>
                  <a:pt x="117462" y="242811"/>
                </a:lnTo>
                <a:lnTo>
                  <a:pt x="105318" y="257089"/>
                </a:lnTo>
                <a:lnTo>
                  <a:pt x="93183" y="271377"/>
                </a:lnTo>
                <a:lnTo>
                  <a:pt x="81039" y="285655"/>
                </a:lnTo>
                <a:lnTo>
                  <a:pt x="68904" y="299942"/>
                </a:lnTo>
                <a:lnTo>
                  <a:pt x="56759" y="314230"/>
                </a:lnTo>
                <a:lnTo>
                  <a:pt x="44615" y="328508"/>
                </a:lnTo>
                <a:lnTo>
                  <a:pt x="32480" y="342795"/>
                </a:lnTo>
                <a:lnTo>
                  <a:pt x="20336" y="357073"/>
                </a:lnTo>
                <a:lnTo>
                  <a:pt x="8201" y="371361"/>
                </a:lnTo>
                <a:lnTo>
                  <a:pt x="0" y="374914"/>
                </a:lnTo>
                <a:lnTo>
                  <a:pt x="0" y="356168"/>
                </a:lnTo>
                <a:lnTo>
                  <a:pt x="0" y="337423"/>
                </a:lnTo>
                <a:lnTo>
                  <a:pt x="0" y="318678"/>
                </a:lnTo>
                <a:lnTo>
                  <a:pt x="0" y="299933"/>
                </a:lnTo>
                <a:lnTo>
                  <a:pt x="0" y="281188"/>
                </a:lnTo>
                <a:lnTo>
                  <a:pt x="0" y="262433"/>
                </a:lnTo>
                <a:lnTo>
                  <a:pt x="0" y="243688"/>
                </a:lnTo>
                <a:lnTo>
                  <a:pt x="0" y="224942"/>
                </a:lnTo>
                <a:lnTo>
                  <a:pt x="0" y="206197"/>
                </a:lnTo>
                <a:lnTo>
                  <a:pt x="0" y="187452"/>
                </a:lnTo>
                <a:lnTo>
                  <a:pt x="0" y="168707"/>
                </a:lnTo>
                <a:lnTo>
                  <a:pt x="0" y="149962"/>
                </a:lnTo>
                <a:lnTo>
                  <a:pt x="0" y="131216"/>
                </a:lnTo>
                <a:lnTo>
                  <a:pt x="0" y="112471"/>
                </a:lnTo>
                <a:lnTo>
                  <a:pt x="0" y="93726"/>
                </a:lnTo>
                <a:lnTo>
                  <a:pt x="0" y="74981"/>
                </a:lnTo>
                <a:lnTo>
                  <a:pt x="0" y="56236"/>
                </a:lnTo>
                <a:lnTo>
                  <a:pt x="0" y="37490"/>
                </a:lnTo>
                <a:lnTo>
                  <a:pt x="0" y="187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hierarchy-branch-surface-level-2-node-2">
            <a:extLst xmlns:a="http://schemas.openxmlformats.org/drawingml/2006/main">
              <a:ext uri="{FF2B5EF4-FFF2-40B4-BE49-F238E27FC236}">
                <a16:creationId xmlns:a16="http://schemas.microsoft.com/office/drawing/2014/main" id="{96273874-3504-4FA5-809F-01EA1AD0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3658495"/>
            <a:ext cx="1699336" cy="532486"/>
          </a:xfrm>
          <a:custGeom xmlns:a="http://schemas.openxmlformats.org/drawingml/2006/main">
            <a:pathLst>
              <a:path w="1699336" h="532486">
                <a:moveTo>
                  <a:pt x="0" y="75305"/>
                </a:moveTo>
                <a:lnTo>
                  <a:pt x="18945" y="74333"/>
                </a:lnTo>
                <a:lnTo>
                  <a:pt x="37890" y="73352"/>
                </a:lnTo>
                <a:lnTo>
                  <a:pt x="56826" y="72380"/>
                </a:lnTo>
                <a:lnTo>
                  <a:pt x="75771" y="71399"/>
                </a:lnTo>
                <a:lnTo>
                  <a:pt x="94717" y="70418"/>
                </a:lnTo>
                <a:lnTo>
                  <a:pt x="113662" y="69447"/>
                </a:lnTo>
                <a:lnTo>
                  <a:pt x="132598" y="68466"/>
                </a:lnTo>
                <a:lnTo>
                  <a:pt x="151543" y="67485"/>
                </a:lnTo>
                <a:lnTo>
                  <a:pt x="170488" y="66513"/>
                </a:lnTo>
                <a:lnTo>
                  <a:pt x="189433" y="65532"/>
                </a:lnTo>
                <a:lnTo>
                  <a:pt x="208369" y="64551"/>
                </a:lnTo>
                <a:lnTo>
                  <a:pt x="227314" y="63579"/>
                </a:lnTo>
                <a:lnTo>
                  <a:pt x="246259" y="62598"/>
                </a:lnTo>
                <a:lnTo>
                  <a:pt x="265205" y="61617"/>
                </a:lnTo>
                <a:lnTo>
                  <a:pt x="284140" y="60646"/>
                </a:lnTo>
                <a:lnTo>
                  <a:pt x="303086" y="59665"/>
                </a:lnTo>
                <a:lnTo>
                  <a:pt x="322031" y="58693"/>
                </a:lnTo>
                <a:lnTo>
                  <a:pt x="340976" y="57712"/>
                </a:lnTo>
                <a:lnTo>
                  <a:pt x="359912" y="56731"/>
                </a:lnTo>
                <a:lnTo>
                  <a:pt x="378857" y="55759"/>
                </a:lnTo>
                <a:lnTo>
                  <a:pt x="397802" y="54778"/>
                </a:lnTo>
                <a:lnTo>
                  <a:pt x="416747" y="53797"/>
                </a:lnTo>
                <a:lnTo>
                  <a:pt x="435683" y="52826"/>
                </a:lnTo>
                <a:lnTo>
                  <a:pt x="454628" y="51845"/>
                </a:lnTo>
                <a:lnTo>
                  <a:pt x="473573" y="50864"/>
                </a:lnTo>
                <a:lnTo>
                  <a:pt x="492519" y="49892"/>
                </a:lnTo>
                <a:lnTo>
                  <a:pt x="511454" y="48911"/>
                </a:lnTo>
                <a:lnTo>
                  <a:pt x="530400" y="47930"/>
                </a:lnTo>
                <a:lnTo>
                  <a:pt x="549345" y="46958"/>
                </a:lnTo>
                <a:lnTo>
                  <a:pt x="568290" y="45977"/>
                </a:lnTo>
                <a:lnTo>
                  <a:pt x="587226" y="44996"/>
                </a:lnTo>
                <a:lnTo>
                  <a:pt x="606171" y="44025"/>
                </a:lnTo>
                <a:lnTo>
                  <a:pt x="625116" y="43043"/>
                </a:lnTo>
                <a:lnTo>
                  <a:pt x="644061" y="42072"/>
                </a:lnTo>
                <a:lnTo>
                  <a:pt x="662997" y="41091"/>
                </a:lnTo>
                <a:lnTo>
                  <a:pt x="681942" y="40110"/>
                </a:lnTo>
                <a:lnTo>
                  <a:pt x="700888" y="39138"/>
                </a:lnTo>
                <a:lnTo>
                  <a:pt x="719833" y="38157"/>
                </a:lnTo>
                <a:lnTo>
                  <a:pt x="738778" y="37176"/>
                </a:lnTo>
                <a:lnTo>
                  <a:pt x="757714" y="36205"/>
                </a:lnTo>
                <a:lnTo>
                  <a:pt x="776659" y="35223"/>
                </a:lnTo>
                <a:lnTo>
                  <a:pt x="795604" y="34242"/>
                </a:lnTo>
                <a:lnTo>
                  <a:pt x="814549" y="33271"/>
                </a:lnTo>
                <a:lnTo>
                  <a:pt x="833485" y="32290"/>
                </a:lnTo>
                <a:lnTo>
                  <a:pt x="852430" y="31309"/>
                </a:lnTo>
                <a:lnTo>
                  <a:pt x="871376" y="30337"/>
                </a:lnTo>
                <a:lnTo>
                  <a:pt x="890321" y="29356"/>
                </a:lnTo>
                <a:lnTo>
                  <a:pt x="909256" y="28375"/>
                </a:lnTo>
                <a:lnTo>
                  <a:pt x="928202" y="27403"/>
                </a:lnTo>
                <a:lnTo>
                  <a:pt x="947147" y="26422"/>
                </a:lnTo>
                <a:lnTo>
                  <a:pt x="966092" y="25451"/>
                </a:lnTo>
                <a:lnTo>
                  <a:pt x="985028" y="24470"/>
                </a:lnTo>
                <a:lnTo>
                  <a:pt x="1003973" y="23489"/>
                </a:lnTo>
                <a:lnTo>
                  <a:pt x="1022918" y="22517"/>
                </a:lnTo>
                <a:lnTo>
                  <a:pt x="1041864" y="21536"/>
                </a:lnTo>
                <a:lnTo>
                  <a:pt x="1060799" y="20555"/>
                </a:lnTo>
                <a:lnTo>
                  <a:pt x="1079744" y="19583"/>
                </a:lnTo>
                <a:lnTo>
                  <a:pt x="1098690" y="18602"/>
                </a:lnTo>
                <a:lnTo>
                  <a:pt x="1117635" y="17621"/>
                </a:lnTo>
                <a:lnTo>
                  <a:pt x="1136571" y="16650"/>
                </a:lnTo>
                <a:lnTo>
                  <a:pt x="1155516" y="15669"/>
                </a:lnTo>
                <a:lnTo>
                  <a:pt x="1174461" y="14688"/>
                </a:lnTo>
                <a:lnTo>
                  <a:pt x="1193406" y="13716"/>
                </a:lnTo>
                <a:lnTo>
                  <a:pt x="1212342" y="12735"/>
                </a:lnTo>
                <a:lnTo>
                  <a:pt x="1231287" y="11763"/>
                </a:lnTo>
                <a:lnTo>
                  <a:pt x="1250232" y="10782"/>
                </a:lnTo>
                <a:lnTo>
                  <a:pt x="1269178" y="9801"/>
                </a:lnTo>
                <a:lnTo>
                  <a:pt x="1288113" y="8830"/>
                </a:lnTo>
                <a:lnTo>
                  <a:pt x="1307059" y="7849"/>
                </a:lnTo>
                <a:lnTo>
                  <a:pt x="1326004" y="6868"/>
                </a:lnTo>
                <a:lnTo>
                  <a:pt x="1344949" y="5896"/>
                </a:lnTo>
                <a:lnTo>
                  <a:pt x="1363885" y="4915"/>
                </a:lnTo>
                <a:lnTo>
                  <a:pt x="1382830" y="3934"/>
                </a:lnTo>
                <a:lnTo>
                  <a:pt x="1401775" y="2962"/>
                </a:lnTo>
                <a:lnTo>
                  <a:pt x="1420720" y="1981"/>
                </a:lnTo>
                <a:lnTo>
                  <a:pt x="1439656" y="1000"/>
                </a:lnTo>
                <a:lnTo>
                  <a:pt x="1458601" y="29"/>
                </a:lnTo>
                <a:lnTo>
                  <a:pt x="1477137" y="0"/>
                </a:lnTo>
                <a:lnTo>
                  <a:pt x="1489481" y="14402"/>
                </a:lnTo>
                <a:lnTo>
                  <a:pt x="1501826" y="28804"/>
                </a:lnTo>
                <a:lnTo>
                  <a:pt x="1514170" y="43205"/>
                </a:lnTo>
                <a:lnTo>
                  <a:pt x="1526515" y="57607"/>
                </a:lnTo>
                <a:lnTo>
                  <a:pt x="1538859" y="72009"/>
                </a:lnTo>
                <a:lnTo>
                  <a:pt x="1551203" y="86411"/>
                </a:lnTo>
                <a:lnTo>
                  <a:pt x="1563548" y="100813"/>
                </a:lnTo>
                <a:lnTo>
                  <a:pt x="1575892" y="115214"/>
                </a:lnTo>
                <a:lnTo>
                  <a:pt x="1588237" y="129616"/>
                </a:lnTo>
                <a:lnTo>
                  <a:pt x="1600581" y="144018"/>
                </a:lnTo>
                <a:lnTo>
                  <a:pt x="1612925" y="158420"/>
                </a:lnTo>
                <a:lnTo>
                  <a:pt x="1625270" y="172822"/>
                </a:lnTo>
                <a:lnTo>
                  <a:pt x="1637614" y="187223"/>
                </a:lnTo>
                <a:lnTo>
                  <a:pt x="1649959" y="201625"/>
                </a:lnTo>
                <a:lnTo>
                  <a:pt x="1662303" y="216027"/>
                </a:lnTo>
                <a:lnTo>
                  <a:pt x="1674647" y="230429"/>
                </a:lnTo>
                <a:lnTo>
                  <a:pt x="1686992" y="244831"/>
                </a:lnTo>
                <a:lnTo>
                  <a:pt x="1699336" y="259232"/>
                </a:lnTo>
                <a:lnTo>
                  <a:pt x="1698269" y="273634"/>
                </a:lnTo>
                <a:lnTo>
                  <a:pt x="1685925" y="288036"/>
                </a:lnTo>
                <a:lnTo>
                  <a:pt x="1673581" y="302438"/>
                </a:lnTo>
                <a:lnTo>
                  <a:pt x="1661236" y="316840"/>
                </a:lnTo>
                <a:lnTo>
                  <a:pt x="1648892" y="331241"/>
                </a:lnTo>
                <a:lnTo>
                  <a:pt x="1636547" y="345643"/>
                </a:lnTo>
                <a:lnTo>
                  <a:pt x="1624203" y="360045"/>
                </a:lnTo>
                <a:lnTo>
                  <a:pt x="1611859" y="374447"/>
                </a:lnTo>
                <a:lnTo>
                  <a:pt x="1599514" y="388849"/>
                </a:lnTo>
                <a:lnTo>
                  <a:pt x="1587170" y="403250"/>
                </a:lnTo>
                <a:lnTo>
                  <a:pt x="1574825" y="417652"/>
                </a:lnTo>
                <a:lnTo>
                  <a:pt x="1562481" y="432054"/>
                </a:lnTo>
                <a:lnTo>
                  <a:pt x="1550137" y="446456"/>
                </a:lnTo>
                <a:lnTo>
                  <a:pt x="1537792" y="460858"/>
                </a:lnTo>
                <a:lnTo>
                  <a:pt x="1525448" y="475259"/>
                </a:lnTo>
                <a:lnTo>
                  <a:pt x="1513103" y="489661"/>
                </a:lnTo>
                <a:lnTo>
                  <a:pt x="1500759" y="504063"/>
                </a:lnTo>
                <a:lnTo>
                  <a:pt x="1488415" y="518465"/>
                </a:lnTo>
                <a:lnTo>
                  <a:pt x="1475908" y="532486"/>
                </a:lnTo>
                <a:lnTo>
                  <a:pt x="1456973" y="531505"/>
                </a:lnTo>
                <a:lnTo>
                  <a:pt x="1438027" y="530533"/>
                </a:lnTo>
                <a:lnTo>
                  <a:pt x="1419082" y="529552"/>
                </a:lnTo>
                <a:lnTo>
                  <a:pt x="1400137" y="528571"/>
                </a:lnTo>
                <a:lnTo>
                  <a:pt x="1381201" y="527599"/>
                </a:lnTo>
                <a:lnTo>
                  <a:pt x="1362256" y="526618"/>
                </a:lnTo>
                <a:lnTo>
                  <a:pt x="1343311" y="525637"/>
                </a:lnTo>
                <a:lnTo>
                  <a:pt x="1324366" y="524666"/>
                </a:lnTo>
                <a:lnTo>
                  <a:pt x="1305420" y="523684"/>
                </a:lnTo>
                <a:lnTo>
                  <a:pt x="1286485" y="522713"/>
                </a:lnTo>
                <a:lnTo>
                  <a:pt x="1267539" y="521732"/>
                </a:lnTo>
                <a:lnTo>
                  <a:pt x="1248594" y="520751"/>
                </a:lnTo>
                <a:lnTo>
                  <a:pt x="1229649" y="519779"/>
                </a:lnTo>
                <a:lnTo>
                  <a:pt x="1210713" y="518798"/>
                </a:lnTo>
                <a:lnTo>
                  <a:pt x="1191768" y="517817"/>
                </a:lnTo>
                <a:lnTo>
                  <a:pt x="1172823" y="516846"/>
                </a:lnTo>
                <a:lnTo>
                  <a:pt x="1153878" y="515864"/>
                </a:lnTo>
                <a:lnTo>
                  <a:pt x="1134942" y="514883"/>
                </a:lnTo>
                <a:lnTo>
                  <a:pt x="1115997" y="513912"/>
                </a:lnTo>
                <a:lnTo>
                  <a:pt x="1097051" y="512931"/>
                </a:lnTo>
                <a:lnTo>
                  <a:pt x="1078106" y="511950"/>
                </a:lnTo>
                <a:lnTo>
                  <a:pt x="1059170" y="510978"/>
                </a:lnTo>
                <a:lnTo>
                  <a:pt x="1040225" y="509997"/>
                </a:lnTo>
                <a:lnTo>
                  <a:pt x="1021280" y="509016"/>
                </a:lnTo>
                <a:lnTo>
                  <a:pt x="1002335" y="508044"/>
                </a:lnTo>
                <a:lnTo>
                  <a:pt x="983399" y="507063"/>
                </a:lnTo>
                <a:lnTo>
                  <a:pt x="964454" y="506092"/>
                </a:lnTo>
                <a:lnTo>
                  <a:pt x="945509" y="505111"/>
                </a:lnTo>
                <a:lnTo>
                  <a:pt x="926563" y="504130"/>
                </a:lnTo>
                <a:lnTo>
                  <a:pt x="907628" y="503158"/>
                </a:lnTo>
                <a:lnTo>
                  <a:pt x="888683" y="502177"/>
                </a:lnTo>
                <a:lnTo>
                  <a:pt x="869737" y="501196"/>
                </a:lnTo>
                <a:lnTo>
                  <a:pt x="850792" y="500224"/>
                </a:lnTo>
                <a:lnTo>
                  <a:pt x="831856" y="499243"/>
                </a:lnTo>
                <a:lnTo>
                  <a:pt x="812911" y="498262"/>
                </a:lnTo>
                <a:lnTo>
                  <a:pt x="793966" y="497291"/>
                </a:lnTo>
                <a:lnTo>
                  <a:pt x="775021" y="496310"/>
                </a:lnTo>
                <a:lnTo>
                  <a:pt x="756085" y="495329"/>
                </a:lnTo>
                <a:lnTo>
                  <a:pt x="737140" y="494357"/>
                </a:lnTo>
                <a:lnTo>
                  <a:pt x="718195" y="493376"/>
                </a:lnTo>
                <a:lnTo>
                  <a:pt x="699249" y="492404"/>
                </a:lnTo>
                <a:lnTo>
                  <a:pt x="680314" y="491423"/>
                </a:lnTo>
                <a:lnTo>
                  <a:pt x="661368" y="490442"/>
                </a:lnTo>
                <a:lnTo>
                  <a:pt x="642423" y="489471"/>
                </a:lnTo>
                <a:lnTo>
                  <a:pt x="623478" y="488490"/>
                </a:lnTo>
                <a:lnTo>
                  <a:pt x="604533" y="487509"/>
                </a:lnTo>
                <a:lnTo>
                  <a:pt x="585597" y="486537"/>
                </a:lnTo>
                <a:lnTo>
                  <a:pt x="566652" y="485556"/>
                </a:lnTo>
                <a:lnTo>
                  <a:pt x="547707" y="484575"/>
                </a:lnTo>
                <a:lnTo>
                  <a:pt x="528761" y="483603"/>
                </a:lnTo>
                <a:lnTo>
                  <a:pt x="509826" y="482622"/>
                </a:lnTo>
                <a:lnTo>
                  <a:pt x="490880" y="481641"/>
                </a:lnTo>
                <a:lnTo>
                  <a:pt x="471935" y="480670"/>
                </a:lnTo>
                <a:lnTo>
                  <a:pt x="452990" y="479689"/>
                </a:lnTo>
                <a:lnTo>
                  <a:pt x="434054" y="478707"/>
                </a:lnTo>
                <a:lnTo>
                  <a:pt x="415109" y="477736"/>
                </a:lnTo>
                <a:lnTo>
                  <a:pt x="396164" y="476755"/>
                </a:lnTo>
                <a:lnTo>
                  <a:pt x="377219" y="475783"/>
                </a:lnTo>
                <a:lnTo>
                  <a:pt x="358283" y="474802"/>
                </a:lnTo>
                <a:lnTo>
                  <a:pt x="339338" y="473821"/>
                </a:lnTo>
                <a:lnTo>
                  <a:pt x="320392" y="472850"/>
                </a:lnTo>
                <a:lnTo>
                  <a:pt x="301447" y="471869"/>
                </a:lnTo>
                <a:lnTo>
                  <a:pt x="282512" y="470887"/>
                </a:lnTo>
                <a:lnTo>
                  <a:pt x="263566" y="469916"/>
                </a:lnTo>
                <a:lnTo>
                  <a:pt x="244621" y="468935"/>
                </a:lnTo>
                <a:lnTo>
                  <a:pt x="225676" y="467954"/>
                </a:lnTo>
                <a:lnTo>
                  <a:pt x="206740" y="466982"/>
                </a:lnTo>
                <a:lnTo>
                  <a:pt x="187795" y="466001"/>
                </a:lnTo>
                <a:lnTo>
                  <a:pt x="168850" y="465020"/>
                </a:lnTo>
                <a:lnTo>
                  <a:pt x="149904" y="464048"/>
                </a:lnTo>
                <a:lnTo>
                  <a:pt x="130969" y="463067"/>
                </a:lnTo>
                <a:lnTo>
                  <a:pt x="112024" y="462086"/>
                </a:lnTo>
                <a:lnTo>
                  <a:pt x="93078" y="461115"/>
                </a:lnTo>
                <a:lnTo>
                  <a:pt x="74133" y="460134"/>
                </a:lnTo>
                <a:lnTo>
                  <a:pt x="55197" y="459162"/>
                </a:lnTo>
                <a:lnTo>
                  <a:pt x="36252" y="458181"/>
                </a:lnTo>
                <a:lnTo>
                  <a:pt x="17307" y="457200"/>
                </a:lnTo>
                <a:lnTo>
                  <a:pt x="0" y="454676"/>
                </a:lnTo>
                <a:lnTo>
                  <a:pt x="0" y="435702"/>
                </a:lnTo>
                <a:lnTo>
                  <a:pt x="0" y="416738"/>
                </a:lnTo>
                <a:lnTo>
                  <a:pt x="0" y="397764"/>
                </a:lnTo>
                <a:lnTo>
                  <a:pt x="0" y="378800"/>
                </a:lnTo>
                <a:lnTo>
                  <a:pt x="0" y="359835"/>
                </a:lnTo>
                <a:lnTo>
                  <a:pt x="0" y="340862"/>
                </a:lnTo>
                <a:lnTo>
                  <a:pt x="0" y="321897"/>
                </a:lnTo>
                <a:lnTo>
                  <a:pt x="0" y="302924"/>
                </a:lnTo>
                <a:lnTo>
                  <a:pt x="0" y="283959"/>
                </a:lnTo>
                <a:lnTo>
                  <a:pt x="0" y="264995"/>
                </a:lnTo>
                <a:lnTo>
                  <a:pt x="0" y="246021"/>
                </a:lnTo>
                <a:lnTo>
                  <a:pt x="0" y="227057"/>
                </a:lnTo>
                <a:lnTo>
                  <a:pt x="0" y="208083"/>
                </a:lnTo>
                <a:lnTo>
                  <a:pt x="0" y="189119"/>
                </a:lnTo>
                <a:lnTo>
                  <a:pt x="0" y="170155"/>
                </a:lnTo>
                <a:lnTo>
                  <a:pt x="0" y="151181"/>
                </a:lnTo>
                <a:lnTo>
                  <a:pt x="0" y="132217"/>
                </a:lnTo>
                <a:lnTo>
                  <a:pt x="0" y="113243"/>
                </a:lnTo>
                <a:lnTo>
                  <a:pt x="0" y="94278"/>
                </a:lnTo>
                <a:lnTo>
                  <a:pt x="0" y="75305"/>
                </a:lnTo>
                <a:close/>
              </a:path>
            </a:pathLst>
          </a:custGeom>
          <a:solidFill xmlns:a="http://schemas.openxmlformats.org/drawingml/2006/main">
            <a:srgbClr val="3F73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hierarchy-branch-notch-level-2-node-2">
            <a:extLst xmlns:a="http://schemas.openxmlformats.org/drawingml/2006/main">
              <a:ext uri="{FF2B5EF4-FFF2-40B4-BE49-F238E27FC236}">
                <a16:creationId xmlns:a16="http://schemas.microsoft.com/office/drawing/2014/main" id="{893FCC65-AA06-43CB-9E1C-AA65504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3733800"/>
            <a:ext cx="157829" cy="374914"/>
          </a:xfrm>
          <a:custGeom xmlns:a="http://schemas.openxmlformats.org/drawingml/2006/main">
            <a:pathLst>
              <a:path w="157829" h="374914">
                <a:moveTo>
                  <a:pt x="0" y="0"/>
                </a:moveTo>
                <a:lnTo>
                  <a:pt x="12144" y="14288"/>
                </a:lnTo>
                <a:lnTo>
                  <a:pt x="24279" y="28565"/>
                </a:lnTo>
                <a:lnTo>
                  <a:pt x="36424" y="42853"/>
                </a:lnTo>
                <a:lnTo>
                  <a:pt x="48558" y="57131"/>
                </a:lnTo>
                <a:lnTo>
                  <a:pt x="60703" y="71418"/>
                </a:lnTo>
                <a:lnTo>
                  <a:pt x="72847" y="85696"/>
                </a:lnTo>
                <a:lnTo>
                  <a:pt x="84982" y="99984"/>
                </a:lnTo>
                <a:lnTo>
                  <a:pt x="97126" y="114262"/>
                </a:lnTo>
                <a:lnTo>
                  <a:pt x="109261" y="128549"/>
                </a:lnTo>
                <a:lnTo>
                  <a:pt x="121406" y="142827"/>
                </a:lnTo>
                <a:lnTo>
                  <a:pt x="133550" y="157115"/>
                </a:lnTo>
                <a:lnTo>
                  <a:pt x="145685" y="171393"/>
                </a:lnTo>
                <a:lnTo>
                  <a:pt x="157829" y="185680"/>
                </a:lnTo>
                <a:lnTo>
                  <a:pt x="153886" y="199958"/>
                </a:lnTo>
                <a:lnTo>
                  <a:pt x="141742" y="214246"/>
                </a:lnTo>
                <a:lnTo>
                  <a:pt x="129597" y="228524"/>
                </a:lnTo>
                <a:lnTo>
                  <a:pt x="117462" y="242811"/>
                </a:lnTo>
                <a:lnTo>
                  <a:pt x="105318" y="257089"/>
                </a:lnTo>
                <a:lnTo>
                  <a:pt x="93183" y="271377"/>
                </a:lnTo>
                <a:lnTo>
                  <a:pt x="81039" y="285655"/>
                </a:lnTo>
                <a:lnTo>
                  <a:pt x="68904" y="299942"/>
                </a:lnTo>
                <a:lnTo>
                  <a:pt x="56759" y="314230"/>
                </a:lnTo>
                <a:lnTo>
                  <a:pt x="44615" y="328508"/>
                </a:lnTo>
                <a:lnTo>
                  <a:pt x="32480" y="342795"/>
                </a:lnTo>
                <a:lnTo>
                  <a:pt x="20336" y="357073"/>
                </a:lnTo>
                <a:lnTo>
                  <a:pt x="8201" y="371361"/>
                </a:lnTo>
                <a:lnTo>
                  <a:pt x="0" y="374914"/>
                </a:lnTo>
                <a:lnTo>
                  <a:pt x="0" y="356168"/>
                </a:lnTo>
                <a:lnTo>
                  <a:pt x="0" y="337423"/>
                </a:lnTo>
                <a:lnTo>
                  <a:pt x="0" y="318678"/>
                </a:lnTo>
                <a:lnTo>
                  <a:pt x="0" y="299933"/>
                </a:lnTo>
                <a:lnTo>
                  <a:pt x="0" y="281188"/>
                </a:lnTo>
                <a:lnTo>
                  <a:pt x="0" y="262433"/>
                </a:lnTo>
                <a:lnTo>
                  <a:pt x="0" y="243688"/>
                </a:lnTo>
                <a:lnTo>
                  <a:pt x="0" y="224942"/>
                </a:lnTo>
                <a:lnTo>
                  <a:pt x="0" y="206197"/>
                </a:lnTo>
                <a:lnTo>
                  <a:pt x="0" y="187452"/>
                </a:lnTo>
                <a:lnTo>
                  <a:pt x="0" y="168707"/>
                </a:lnTo>
                <a:lnTo>
                  <a:pt x="0" y="149962"/>
                </a:lnTo>
                <a:lnTo>
                  <a:pt x="0" y="131216"/>
                </a:lnTo>
                <a:lnTo>
                  <a:pt x="0" y="112471"/>
                </a:lnTo>
                <a:lnTo>
                  <a:pt x="0" y="93726"/>
                </a:lnTo>
                <a:lnTo>
                  <a:pt x="0" y="74981"/>
                </a:lnTo>
                <a:lnTo>
                  <a:pt x="0" y="56236"/>
                </a:lnTo>
                <a:lnTo>
                  <a:pt x="0" y="37490"/>
                </a:lnTo>
                <a:lnTo>
                  <a:pt x="0" y="187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hierarchy-branch-surface-level-2-node-3">
            <a:extLst xmlns:a="http://schemas.openxmlformats.org/drawingml/2006/main">
              <a:ext uri="{FF2B5EF4-FFF2-40B4-BE49-F238E27FC236}">
                <a16:creationId xmlns:a16="http://schemas.microsoft.com/office/drawing/2014/main" id="{D16500C0-3AC0-40E2-A45A-7FEE97F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5315845"/>
            <a:ext cx="1699336" cy="532486"/>
          </a:xfrm>
          <a:custGeom xmlns:a="http://schemas.openxmlformats.org/drawingml/2006/main">
            <a:pathLst>
              <a:path w="1699336" h="532486">
                <a:moveTo>
                  <a:pt x="0" y="75305"/>
                </a:moveTo>
                <a:lnTo>
                  <a:pt x="18945" y="74333"/>
                </a:lnTo>
                <a:lnTo>
                  <a:pt x="37890" y="73352"/>
                </a:lnTo>
                <a:lnTo>
                  <a:pt x="56826" y="72380"/>
                </a:lnTo>
                <a:lnTo>
                  <a:pt x="75771" y="71399"/>
                </a:lnTo>
                <a:lnTo>
                  <a:pt x="94717" y="70418"/>
                </a:lnTo>
                <a:lnTo>
                  <a:pt x="113662" y="69447"/>
                </a:lnTo>
                <a:lnTo>
                  <a:pt x="132598" y="68466"/>
                </a:lnTo>
                <a:lnTo>
                  <a:pt x="151543" y="67485"/>
                </a:lnTo>
                <a:lnTo>
                  <a:pt x="170488" y="66513"/>
                </a:lnTo>
                <a:lnTo>
                  <a:pt x="189433" y="65532"/>
                </a:lnTo>
                <a:lnTo>
                  <a:pt x="208369" y="64551"/>
                </a:lnTo>
                <a:lnTo>
                  <a:pt x="227314" y="63579"/>
                </a:lnTo>
                <a:lnTo>
                  <a:pt x="246259" y="62598"/>
                </a:lnTo>
                <a:lnTo>
                  <a:pt x="265205" y="61617"/>
                </a:lnTo>
                <a:lnTo>
                  <a:pt x="284140" y="60646"/>
                </a:lnTo>
                <a:lnTo>
                  <a:pt x="303086" y="59665"/>
                </a:lnTo>
                <a:lnTo>
                  <a:pt x="322031" y="58693"/>
                </a:lnTo>
                <a:lnTo>
                  <a:pt x="340976" y="57712"/>
                </a:lnTo>
                <a:lnTo>
                  <a:pt x="359912" y="56731"/>
                </a:lnTo>
                <a:lnTo>
                  <a:pt x="378857" y="55759"/>
                </a:lnTo>
                <a:lnTo>
                  <a:pt x="397802" y="54778"/>
                </a:lnTo>
                <a:lnTo>
                  <a:pt x="416747" y="53797"/>
                </a:lnTo>
                <a:lnTo>
                  <a:pt x="435683" y="52826"/>
                </a:lnTo>
                <a:lnTo>
                  <a:pt x="454628" y="51845"/>
                </a:lnTo>
                <a:lnTo>
                  <a:pt x="473573" y="50864"/>
                </a:lnTo>
                <a:lnTo>
                  <a:pt x="492519" y="49892"/>
                </a:lnTo>
                <a:lnTo>
                  <a:pt x="511454" y="48911"/>
                </a:lnTo>
                <a:lnTo>
                  <a:pt x="530400" y="47930"/>
                </a:lnTo>
                <a:lnTo>
                  <a:pt x="549345" y="46958"/>
                </a:lnTo>
                <a:lnTo>
                  <a:pt x="568290" y="45977"/>
                </a:lnTo>
                <a:lnTo>
                  <a:pt x="587226" y="44996"/>
                </a:lnTo>
                <a:lnTo>
                  <a:pt x="606171" y="44025"/>
                </a:lnTo>
                <a:lnTo>
                  <a:pt x="625116" y="43043"/>
                </a:lnTo>
                <a:lnTo>
                  <a:pt x="644061" y="42072"/>
                </a:lnTo>
                <a:lnTo>
                  <a:pt x="662997" y="41091"/>
                </a:lnTo>
                <a:lnTo>
                  <a:pt x="681942" y="40110"/>
                </a:lnTo>
                <a:lnTo>
                  <a:pt x="700888" y="39138"/>
                </a:lnTo>
                <a:lnTo>
                  <a:pt x="719833" y="38157"/>
                </a:lnTo>
                <a:lnTo>
                  <a:pt x="738778" y="37176"/>
                </a:lnTo>
                <a:lnTo>
                  <a:pt x="757714" y="36205"/>
                </a:lnTo>
                <a:lnTo>
                  <a:pt x="776659" y="35223"/>
                </a:lnTo>
                <a:lnTo>
                  <a:pt x="795604" y="34242"/>
                </a:lnTo>
                <a:lnTo>
                  <a:pt x="814549" y="33271"/>
                </a:lnTo>
                <a:lnTo>
                  <a:pt x="833485" y="32290"/>
                </a:lnTo>
                <a:lnTo>
                  <a:pt x="852430" y="31309"/>
                </a:lnTo>
                <a:lnTo>
                  <a:pt x="871376" y="30337"/>
                </a:lnTo>
                <a:lnTo>
                  <a:pt x="890321" y="29356"/>
                </a:lnTo>
                <a:lnTo>
                  <a:pt x="909256" y="28375"/>
                </a:lnTo>
                <a:lnTo>
                  <a:pt x="928202" y="27403"/>
                </a:lnTo>
                <a:lnTo>
                  <a:pt x="947147" y="26422"/>
                </a:lnTo>
                <a:lnTo>
                  <a:pt x="966092" y="25451"/>
                </a:lnTo>
                <a:lnTo>
                  <a:pt x="985028" y="24470"/>
                </a:lnTo>
                <a:lnTo>
                  <a:pt x="1003973" y="23489"/>
                </a:lnTo>
                <a:lnTo>
                  <a:pt x="1022918" y="22517"/>
                </a:lnTo>
                <a:lnTo>
                  <a:pt x="1041864" y="21536"/>
                </a:lnTo>
                <a:lnTo>
                  <a:pt x="1060799" y="20555"/>
                </a:lnTo>
                <a:lnTo>
                  <a:pt x="1079744" y="19583"/>
                </a:lnTo>
                <a:lnTo>
                  <a:pt x="1098690" y="18602"/>
                </a:lnTo>
                <a:lnTo>
                  <a:pt x="1117635" y="17621"/>
                </a:lnTo>
                <a:lnTo>
                  <a:pt x="1136571" y="16650"/>
                </a:lnTo>
                <a:lnTo>
                  <a:pt x="1155516" y="15669"/>
                </a:lnTo>
                <a:lnTo>
                  <a:pt x="1174461" y="14688"/>
                </a:lnTo>
                <a:lnTo>
                  <a:pt x="1193406" y="13716"/>
                </a:lnTo>
                <a:lnTo>
                  <a:pt x="1212342" y="12735"/>
                </a:lnTo>
                <a:lnTo>
                  <a:pt x="1231287" y="11763"/>
                </a:lnTo>
                <a:lnTo>
                  <a:pt x="1250232" y="10782"/>
                </a:lnTo>
                <a:lnTo>
                  <a:pt x="1269178" y="9801"/>
                </a:lnTo>
                <a:lnTo>
                  <a:pt x="1288113" y="8830"/>
                </a:lnTo>
                <a:lnTo>
                  <a:pt x="1307059" y="7849"/>
                </a:lnTo>
                <a:lnTo>
                  <a:pt x="1326004" y="6868"/>
                </a:lnTo>
                <a:lnTo>
                  <a:pt x="1344949" y="5896"/>
                </a:lnTo>
                <a:lnTo>
                  <a:pt x="1363885" y="4915"/>
                </a:lnTo>
                <a:lnTo>
                  <a:pt x="1382830" y="3934"/>
                </a:lnTo>
                <a:lnTo>
                  <a:pt x="1401775" y="2962"/>
                </a:lnTo>
                <a:lnTo>
                  <a:pt x="1420720" y="1981"/>
                </a:lnTo>
                <a:lnTo>
                  <a:pt x="1439656" y="1000"/>
                </a:lnTo>
                <a:lnTo>
                  <a:pt x="1458601" y="29"/>
                </a:lnTo>
                <a:lnTo>
                  <a:pt x="1477137" y="0"/>
                </a:lnTo>
                <a:lnTo>
                  <a:pt x="1489481" y="14402"/>
                </a:lnTo>
                <a:lnTo>
                  <a:pt x="1501826" y="28804"/>
                </a:lnTo>
                <a:lnTo>
                  <a:pt x="1514170" y="43205"/>
                </a:lnTo>
                <a:lnTo>
                  <a:pt x="1526515" y="57607"/>
                </a:lnTo>
                <a:lnTo>
                  <a:pt x="1538859" y="72009"/>
                </a:lnTo>
                <a:lnTo>
                  <a:pt x="1551203" y="86411"/>
                </a:lnTo>
                <a:lnTo>
                  <a:pt x="1563548" y="100813"/>
                </a:lnTo>
                <a:lnTo>
                  <a:pt x="1575892" y="115214"/>
                </a:lnTo>
                <a:lnTo>
                  <a:pt x="1588237" y="129616"/>
                </a:lnTo>
                <a:lnTo>
                  <a:pt x="1600581" y="144018"/>
                </a:lnTo>
                <a:lnTo>
                  <a:pt x="1612925" y="158420"/>
                </a:lnTo>
                <a:lnTo>
                  <a:pt x="1625270" y="172822"/>
                </a:lnTo>
                <a:lnTo>
                  <a:pt x="1637614" y="187223"/>
                </a:lnTo>
                <a:lnTo>
                  <a:pt x="1649959" y="201625"/>
                </a:lnTo>
                <a:lnTo>
                  <a:pt x="1662303" y="216027"/>
                </a:lnTo>
                <a:lnTo>
                  <a:pt x="1674647" y="230429"/>
                </a:lnTo>
                <a:lnTo>
                  <a:pt x="1686992" y="244831"/>
                </a:lnTo>
                <a:lnTo>
                  <a:pt x="1699336" y="259232"/>
                </a:lnTo>
                <a:lnTo>
                  <a:pt x="1698269" y="273634"/>
                </a:lnTo>
                <a:lnTo>
                  <a:pt x="1685925" y="288036"/>
                </a:lnTo>
                <a:lnTo>
                  <a:pt x="1673581" y="302438"/>
                </a:lnTo>
                <a:lnTo>
                  <a:pt x="1661236" y="316840"/>
                </a:lnTo>
                <a:lnTo>
                  <a:pt x="1648892" y="331241"/>
                </a:lnTo>
                <a:lnTo>
                  <a:pt x="1636547" y="345643"/>
                </a:lnTo>
                <a:lnTo>
                  <a:pt x="1624203" y="360045"/>
                </a:lnTo>
                <a:lnTo>
                  <a:pt x="1611859" y="374447"/>
                </a:lnTo>
                <a:lnTo>
                  <a:pt x="1599514" y="388849"/>
                </a:lnTo>
                <a:lnTo>
                  <a:pt x="1587170" y="403250"/>
                </a:lnTo>
                <a:lnTo>
                  <a:pt x="1574825" y="417652"/>
                </a:lnTo>
                <a:lnTo>
                  <a:pt x="1562481" y="432054"/>
                </a:lnTo>
                <a:lnTo>
                  <a:pt x="1550137" y="446456"/>
                </a:lnTo>
                <a:lnTo>
                  <a:pt x="1537792" y="460858"/>
                </a:lnTo>
                <a:lnTo>
                  <a:pt x="1525448" y="475259"/>
                </a:lnTo>
                <a:lnTo>
                  <a:pt x="1513103" y="489661"/>
                </a:lnTo>
                <a:lnTo>
                  <a:pt x="1500759" y="504063"/>
                </a:lnTo>
                <a:lnTo>
                  <a:pt x="1488415" y="518465"/>
                </a:lnTo>
                <a:lnTo>
                  <a:pt x="1475908" y="532486"/>
                </a:lnTo>
                <a:lnTo>
                  <a:pt x="1456973" y="531505"/>
                </a:lnTo>
                <a:lnTo>
                  <a:pt x="1438027" y="530533"/>
                </a:lnTo>
                <a:lnTo>
                  <a:pt x="1419082" y="529552"/>
                </a:lnTo>
                <a:lnTo>
                  <a:pt x="1400137" y="528571"/>
                </a:lnTo>
                <a:lnTo>
                  <a:pt x="1381201" y="527599"/>
                </a:lnTo>
                <a:lnTo>
                  <a:pt x="1362256" y="526618"/>
                </a:lnTo>
                <a:lnTo>
                  <a:pt x="1343311" y="525637"/>
                </a:lnTo>
                <a:lnTo>
                  <a:pt x="1324366" y="524666"/>
                </a:lnTo>
                <a:lnTo>
                  <a:pt x="1305420" y="523684"/>
                </a:lnTo>
                <a:lnTo>
                  <a:pt x="1286485" y="522713"/>
                </a:lnTo>
                <a:lnTo>
                  <a:pt x="1267539" y="521732"/>
                </a:lnTo>
                <a:lnTo>
                  <a:pt x="1248594" y="520751"/>
                </a:lnTo>
                <a:lnTo>
                  <a:pt x="1229649" y="519779"/>
                </a:lnTo>
                <a:lnTo>
                  <a:pt x="1210713" y="518798"/>
                </a:lnTo>
                <a:lnTo>
                  <a:pt x="1191768" y="517817"/>
                </a:lnTo>
                <a:lnTo>
                  <a:pt x="1172823" y="516846"/>
                </a:lnTo>
                <a:lnTo>
                  <a:pt x="1153878" y="515864"/>
                </a:lnTo>
                <a:lnTo>
                  <a:pt x="1134942" y="514883"/>
                </a:lnTo>
                <a:lnTo>
                  <a:pt x="1115997" y="513912"/>
                </a:lnTo>
                <a:lnTo>
                  <a:pt x="1097051" y="512931"/>
                </a:lnTo>
                <a:lnTo>
                  <a:pt x="1078106" y="511950"/>
                </a:lnTo>
                <a:lnTo>
                  <a:pt x="1059170" y="510978"/>
                </a:lnTo>
                <a:lnTo>
                  <a:pt x="1040225" y="509997"/>
                </a:lnTo>
                <a:lnTo>
                  <a:pt x="1021280" y="509016"/>
                </a:lnTo>
                <a:lnTo>
                  <a:pt x="1002335" y="508044"/>
                </a:lnTo>
                <a:lnTo>
                  <a:pt x="983399" y="507063"/>
                </a:lnTo>
                <a:lnTo>
                  <a:pt x="964454" y="506092"/>
                </a:lnTo>
                <a:lnTo>
                  <a:pt x="945509" y="505111"/>
                </a:lnTo>
                <a:lnTo>
                  <a:pt x="926563" y="504130"/>
                </a:lnTo>
                <a:lnTo>
                  <a:pt x="907628" y="503158"/>
                </a:lnTo>
                <a:lnTo>
                  <a:pt x="888683" y="502177"/>
                </a:lnTo>
                <a:lnTo>
                  <a:pt x="869737" y="501196"/>
                </a:lnTo>
                <a:lnTo>
                  <a:pt x="850792" y="500224"/>
                </a:lnTo>
                <a:lnTo>
                  <a:pt x="831856" y="499243"/>
                </a:lnTo>
                <a:lnTo>
                  <a:pt x="812911" y="498262"/>
                </a:lnTo>
                <a:lnTo>
                  <a:pt x="793966" y="497291"/>
                </a:lnTo>
                <a:lnTo>
                  <a:pt x="775021" y="496310"/>
                </a:lnTo>
                <a:lnTo>
                  <a:pt x="756085" y="495329"/>
                </a:lnTo>
                <a:lnTo>
                  <a:pt x="737140" y="494357"/>
                </a:lnTo>
                <a:lnTo>
                  <a:pt x="718195" y="493376"/>
                </a:lnTo>
                <a:lnTo>
                  <a:pt x="699249" y="492404"/>
                </a:lnTo>
                <a:lnTo>
                  <a:pt x="680314" y="491423"/>
                </a:lnTo>
                <a:lnTo>
                  <a:pt x="661368" y="490442"/>
                </a:lnTo>
                <a:lnTo>
                  <a:pt x="642423" y="489471"/>
                </a:lnTo>
                <a:lnTo>
                  <a:pt x="623478" y="488490"/>
                </a:lnTo>
                <a:lnTo>
                  <a:pt x="604533" y="487509"/>
                </a:lnTo>
                <a:lnTo>
                  <a:pt x="585597" y="486537"/>
                </a:lnTo>
                <a:lnTo>
                  <a:pt x="566652" y="485556"/>
                </a:lnTo>
                <a:lnTo>
                  <a:pt x="547707" y="484575"/>
                </a:lnTo>
                <a:lnTo>
                  <a:pt x="528761" y="483603"/>
                </a:lnTo>
                <a:lnTo>
                  <a:pt x="509826" y="482622"/>
                </a:lnTo>
                <a:lnTo>
                  <a:pt x="490880" y="481641"/>
                </a:lnTo>
                <a:lnTo>
                  <a:pt x="471935" y="480670"/>
                </a:lnTo>
                <a:lnTo>
                  <a:pt x="452990" y="479689"/>
                </a:lnTo>
                <a:lnTo>
                  <a:pt x="434054" y="478707"/>
                </a:lnTo>
                <a:lnTo>
                  <a:pt x="415109" y="477736"/>
                </a:lnTo>
                <a:lnTo>
                  <a:pt x="396164" y="476755"/>
                </a:lnTo>
                <a:lnTo>
                  <a:pt x="377219" y="475783"/>
                </a:lnTo>
                <a:lnTo>
                  <a:pt x="358283" y="474802"/>
                </a:lnTo>
                <a:lnTo>
                  <a:pt x="339338" y="473821"/>
                </a:lnTo>
                <a:lnTo>
                  <a:pt x="320392" y="472850"/>
                </a:lnTo>
                <a:lnTo>
                  <a:pt x="301447" y="471869"/>
                </a:lnTo>
                <a:lnTo>
                  <a:pt x="282512" y="470887"/>
                </a:lnTo>
                <a:lnTo>
                  <a:pt x="263566" y="469916"/>
                </a:lnTo>
                <a:lnTo>
                  <a:pt x="244621" y="468935"/>
                </a:lnTo>
                <a:lnTo>
                  <a:pt x="225676" y="467954"/>
                </a:lnTo>
                <a:lnTo>
                  <a:pt x="206740" y="466982"/>
                </a:lnTo>
                <a:lnTo>
                  <a:pt x="187795" y="466001"/>
                </a:lnTo>
                <a:lnTo>
                  <a:pt x="168850" y="465020"/>
                </a:lnTo>
                <a:lnTo>
                  <a:pt x="149904" y="464048"/>
                </a:lnTo>
                <a:lnTo>
                  <a:pt x="130969" y="463067"/>
                </a:lnTo>
                <a:lnTo>
                  <a:pt x="112024" y="462086"/>
                </a:lnTo>
                <a:lnTo>
                  <a:pt x="93078" y="461115"/>
                </a:lnTo>
                <a:lnTo>
                  <a:pt x="74133" y="460134"/>
                </a:lnTo>
                <a:lnTo>
                  <a:pt x="55197" y="459162"/>
                </a:lnTo>
                <a:lnTo>
                  <a:pt x="36252" y="458181"/>
                </a:lnTo>
                <a:lnTo>
                  <a:pt x="17307" y="457200"/>
                </a:lnTo>
                <a:lnTo>
                  <a:pt x="0" y="454676"/>
                </a:lnTo>
                <a:lnTo>
                  <a:pt x="0" y="435702"/>
                </a:lnTo>
                <a:lnTo>
                  <a:pt x="0" y="416738"/>
                </a:lnTo>
                <a:lnTo>
                  <a:pt x="0" y="397764"/>
                </a:lnTo>
                <a:lnTo>
                  <a:pt x="0" y="378800"/>
                </a:lnTo>
                <a:lnTo>
                  <a:pt x="0" y="359835"/>
                </a:lnTo>
                <a:lnTo>
                  <a:pt x="0" y="340862"/>
                </a:lnTo>
                <a:lnTo>
                  <a:pt x="0" y="321897"/>
                </a:lnTo>
                <a:lnTo>
                  <a:pt x="0" y="302924"/>
                </a:lnTo>
                <a:lnTo>
                  <a:pt x="0" y="283959"/>
                </a:lnTo>
                <a:lnTo>
                  <a:pt x="0" y="264995"/>
                </a:lnTo>
                <a:lnTo>
                  <a:pt x="0" y="246021"/>
                </a:lnTo>
                <a:lnTo>
                  <a:pt x="0" y="227057"/>
                </a:lnTo>
                <a:lnTo>
                  <a:pt x="0" y="208083"/>
                </a:lnTo>
                <a:lnTo>
                  <a:pt x="0" y="189119"/>
                </a:lnTo>
                <a:lnTo>
                  <a:pt x="0" y="170155"/>
                </a:lnTo>
                <a:lnTo>
                  <a:pt x="0" y="151181"/>
                </a:lnTo>
                <a:lnTo>
                  <a:pt x="0" y="132217"/>
                </a:lnTo>
                <a:lnTo>
                  <a:pt x="0" y="113243"/>
                </a:lnTo>
                <a:lnTo>
                  <a:pt x="0" y="94278"/>
                </a:lnTo>
                <a:lnTo>
                  <a:pt x="0" y="75305"/>
                </a:lnTo>
                <a:close/>
              </a:path>
            </a:pathLst>
          </a:custGeom>
          <a:solidFill xmlns:a="http://schemas.openxmlformats.org/drawingml/2006/main">
            <a:srgbClr val="3F73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hierarchy-branch-notch-level-2-node-3">
            <a:extLst xmlns:a="http://schemas.openxmlformats.org/drawingml/2006/main">
              <a:ext uri="{FF2B5EF4-FFF2-40B4-BE49-F238E27FC236}">
                <a16:creationId xmlns:a16="http://schemas.microsoft.com/office/drawing/2014/main" id="{DD4A7342-5C99-41F1-BDC9-C2BAD8E8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5391150"/>
            <a:ext cx="157829" cy="374914"/>
          </a:xfrm>
          <a:custGeom xmlns:a="http://schemas.openxmlformats.org/drawingml/2006/main">
            <a:pathLst>
              <a:path w="157829" h="374914">
                <a:moveTo>
                  <a:pt x="0" y="0"/>
                </a:moveTo>
                <a:lnTo>
                  <a:pt x="12144" y="14288"/>
                </a:lnTo>
                <a:lnTo>
                  <a:pt x="24279" y="28565"/>
                </a:lnTo>
                <a:lnTo>
                  <a:pt x="36424" y="42853"/>
                </a:lnTo>
                <a:lnTo>
                  <a:pt x="48558" y="57131"/>
                </a:lnTo>
                <a:lnTo>
                  <a:pt x="60703" y="71418"/>
                </a:lnTo>
                <a:lnTo>
                  <a:pt x="72847" y="85696"/>
                </a:lnTo>
                <a:lnTo>
                  <a:pt x="84982" y="99984"/>
                </a:lnTo>
                <a:lnTo>
                  <a:pt x="97126" y="114262"/>
                </a:lnTo>
                <a:lnTo>
                  <a:pt x="109261" y="128549"/>
                </a:lnTo>
                <a:lnTo>
                  <a:pt x="121406" y="142827"/>
                </a:lnTo>
                <a:lnTo>
                  <a:pt x="133550" y="157115"/>
                </a:lnTo>
                <a:lnTo>
                  <a:pt x="145685" y="171393"/>
                </a:lnTo>
                <a:lnTo>
                  <a:pt x="157829" y="185680"/>
                </a:lnTo>
                <a:lnTo>
                  <a:pt x="153886" y="199958"/>
                </a:lnTo>
                <a:lnTo>
                  <a:pt x="141742" y="214246"/>
                </a:lnTo>
                <a:lnTo>
                  <a:pt x="129597" y="228524"/>
                </a:lnTo>
                <a:lnTo>
                  <a:pt x="117462" y="242811"/>
                </a:lnTo>
                <a:lnTo>
                  <a:pt x="105318" y="257089"/>
                </a:lnTo>
                <a:lnTo>
                  <a:pt x="93183" y="271377"/>
                </a:lnTo>
                <a:lnTo>
                  <a:pt x="81039" y="285655"/>
                </a:lnTo>
                <a:lnTo>
                  <a:pt x="68904" y="299942"/>
                </a:lnTo>
                <a:lnTo>
                  <a:pt x="56759" y="314230"/>
                </a:lnTo>
                <a:lnTo>
                  <a:pt x="44615" y="328508"/>
                </a:lnTo>
                <a:lnTo>
                  <a:pt x="32480" y="342795"/>
                </a:lnTo>
                <a:lnTo>
                  <a:pt x="20336" y="357073"/>
                </a:lnTo>
                <a:lnTo>
                  <a:pt x="8201" y="371361"/>
                </a:lnTo>
                <a:lnTo>
                  <a:pt x="0" y="374914"/>
                </a:lnTo>
                <a:lnTo>
                  <a:pt x="0" y="356168"/>
                </a:lnTo>
                <a:lnTo>
                  <a:pt x="0" y="337423"/>
                </a:lnTo>
                <a:lnTo>
                  <a:pt x="0" y="318678"/>
                </a:lnTo>
                <a:lnTo>
                  <a:pt x="0" y="299933"/>
                </a:lnTo>
                <a:lnTo>
                  <a:pt x="0" y="281188"/>
                </a:lnTo>
                <a:lnTo>
                  <a:pt x="0" y="262433"/>
                </a:lnTo>
                <a:lnTo>
                  <a:pt x="0" y="243688"/>
                </a:lnTo>
                <a:lnTo>
                  <a:pt x="0" y="224942"/>
                </a:lnTo>
                <a:lnTo>
                  <a:pt x="0" y="206197"/>
                </a:lnTo>
                <a:lnTo>
                  <a:pt x="0" y="187452"/>
                </a:lnTo>
                <a:lnTo>
                  <a:pt x="0" y="168707"/>
                </a:lnTo>
                <a:lnTo>
                  <a:pt x="0" y="149962"/>
                </a:lnTo>
                <a:lnTo>
                  <a:pt x="0" y="131216"/>
                </a:lnTo>
                <a:lnTo>
                  <a:pt x="0" y="112471"/>
                </a:lnTo>
                <a:lnTo>
                  <a:pt x="0" y="93726"/>
                </a:lnTo>
                <a:lnTo>
                  <a:pt x="0" y="74981"/>
                </a:lnTo>
                <a:lnTo>
                  <a:pt x="0" y="56236"/>
                </a:lnTo>
                <a:lnTo>
                  <a:pt x="0" y="37490"/>
                </a:lnTo>
                <a:lnTo>
                  <a:pt x="0" y="187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hierarchy-node-surface-level-3-node-1">
            <a:extLst xmlns:a="http://schemas.openxmlformats.org/drawingml/2006/main">
              <a:ext uri="{FF2B5EF4-FFF2-40B4-BE49-F238E27FC236}">
                <a16:creationId xmlns:a16="http://schemas.microsoft.com/office/drawing/2014/main" id="{86DCB25C-0EC6-465A-93FC-C100F224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1657350"/>
            <a:ext cx="1790586" cy="457200"/>
          </a:xfrm>
          <a:custGeom xmlns:a="http://schemas.openxmlformats.org/drawingml/2006/main">
            <a:pathLst>
              <a:path w="1790586" h="457200">
                <a:moveTo>
                  <a:pt x="0" y="0"/>
                </a:moveTo>
                <a:lnTo>
                  <a:pt x="19031" y="0"/>
                </a:lnTo>
                <a:lnTo>
                  <a:pt x="38062" y="0"/>
                </a:lnTo>
                <a:lnTo>
                  <a:pt x="57093" y="0"/>
                </a:lnTo>
                <a:lnTo>
                  <a:pt x="76124" y="0"/>
                </a:lnTo>
                <a:lnTo>
                  <a:pt x="95155" y="0"/>
                </a:lnTo>
                <a:lnTo>
                  <a:pt x="114195" y="0"/>
                </a:lnTo>
                <a:lnTo>
                  <a:pt x="133226" y="0"/>
                </a:lnTo>
                <a:lnTo>
                  <a:pt x="152257" y="0"/>
                </a:lnTo>
                <a:lnTo>
                  <a:pt x="171288" y="0"/>
                </a:lnTo>
                <a:lnTo>
                  <a:pt x="190319" y="0"/>
                </a:lnTo>
                <a:lnTo>
                  <a:pt x="209350" y="0"/>
                </a:lnTo>
                <a:lnTo>
                  <a:pt x="228381" y="0"/>
                </a:lnTo>
                <a:lnTo>
                  <a:pt x="247412" y="0"/>
                </a:lnTo>
                <a:lnTo>
                  <a:pt x="266443" y="0"/>
                </a:lnTo>
                <a:lnTo>
                  <a:pt x="285474" y="0"/>
                </a:lnTo>
                <a:lnTo>
                  <a:pt x="304514" y="0"/>
                </a:lnTo>
                <a:lnTo>
                  <a:pt x="323545" y="0"/>
                </a:lnTo>
                <a:lnTo>
                  <a:pt x="342576" y="0"/>
                </a:lnTo>
                <a:lnTo>
                  <a:pt x="361607" y="0"/>
                </a:lnTo>
                <a:lnTo>
                  <a:pt x="380638" y="0"/>
                </a:lnTo>
                <a:lnTo>
                  <a:pt x="399669" y="0"/>
                </a:lnTo>
                <a:lnTo>
                  <a:pt x="418700" y="0"/>
                </a:lnTo>
                <a:lnTo>
                  <a:pt x="437731" y="0"/>
                </a:lnTo>
                <a:lnTo>
                  <a:pt x="456762" y="0"/>
                </a:lnTo>
                <a:lnTo>
                  <a:pt x="475793" y="0"/>
                </a:lnTo>
                <a:lnTo>
                  <a:pt x="494833" y="0"/>
                </a:lnTo>
                <a:lnTo>
                  <a:pt x="513864" y="0"/>
                </a:lnTo>
                <a:lnTo>
                  <a:pt x="532895" y="0"/>
                </a:lnTo>
                <a:lnTo>
                  <a:pt x="551926" y="0"/>
                </a:lnTo>
                <a:lnTo>
                  <a:pt x="570957" y="0"/>
                </a:lnTo>
                <a:lnTo>
                  <a:pt x="589988" y="0"/>
                </a:lnTo>
                <a:lnTo>
                  <a:pt x="609019" y="0"/>
                </a:lnTo>
                <a:lnTo>
                  <a:pt x="628050" y="0"/>
                </a:lnTo>
                <a:lnTo>
                  <a:pt x="647081" y="0"/>
                </a:lnTo>
                <a:lnTo>
                  <a:pt x="666112" y="0"/>
                </a:lnTo>
                <a:lnTo>
                  <a:pt x="685143" y="0"/>
                </a:lnTo>
                <a:lnTo>
                  <a:pt x="704183" y="0"/>
                </a:lnTo>
                <a:lnTo>
                  <a:pt x="723214" y="0"/>
                </a:lnTo>
                <a:lnTo>
                  <a:pt x="742245" y="0"/>
                </a:lnTo>
                <a:lnTo>
                  <a:pt x="761276" y="0"/>
                </a:lnTo>
                <a:lnTo>
                  <a:pt x="780307" y="0"/>
                </a:lnTo>
                <a:lnTo>
                  <a:pt x="799338" y="0"/>
                </a:lnTo>
                <a:lnTo>
                  <a:pt x="818369" y="0"/>
                </a:lnTo>
                <a:lnTo>
                  <a:pt x="837400" y="0"/>
                </a:lnTo>
                <a:lnTo>
                  <a:pt x="856431" y="0"/>
                </a:lnTo>
                <a:lnTo>
                  <a:pt x="875462" y="0"/>
                </a:lnTo>
                <a:lnTo>
                  <a:pt x="894502" y="0"/>
                </a:lnTo>
                <a:lnTo>
                  <a:pt x="913533" y="0"/>
                </a:lnTo>
                <a:lnTo>
                  <a:pt x="932564" y="0"/>
                </a:lnTo>
                <a:lnTo>
                  <a:pt x="951595" y="0"/>
                </a:lnTo>
                <a:lnTo>
                  <a:pt x="970626" y="0"/>
                </a:lnTo>
                <a:lnTo>
                  <a:pt x="989657" y="0"/>
                </a:lnTo>
                <a:lnTo>
                  <a:pt x="1008688" y="0"/>
                </a:lnTo>
                <a:lnTo>
                  <a:pt x="1027719" y="0"/>
                </a:lnTo>
                <a:lnTo>
                  <a:pt x="1046750" y="0"/>
                </a:lnTo>
                <a:lnTo>
                  <a:pt x="1065781" y="0"/>
                </a:lnTo>
                <a:lnTo>
                  <a:pt x="1084812" y="0"/>
                </a:lnTo>
                <a:lnTo>
                  <a:pt x="1103852" y="0"/>
                </a:lnTo>
                <a:lnTo>
                  <a:pt x="1122883" y="0"/>
                </a:lnTo>
                <a:lnTo>
                  <a:pt x="1141914" y="0"/>
                </a:lnTo>
                <a:lnTo>
                  <a:pt x="1160945" y="0"/>
                </a:lnTo>
                <a:lnTo>
                  <a:pt x="1179976" y="0"/>
                </a:lnTo>
                <a:lnTo>
                  <a:pt x="1199007" y="0"/>
                </a:lnTo>
                <a:lnTo>
                  <a:pt x="1218038" y="0"/>
                </a:lnTo>
                <a:lnTo>
                  <a:pt x="1237069" y="0"/>
                </a:lnTo>
                <a:lnTo>
                  <a:pt x="1256100" y="0"/>
                </a:lnTo>
                <a:lnTo>
                  <a:pt x="1275131" y="0"/>
                </a:lnTo>
                <a:lnTo>
                  <a:pt x="1294171" y="0"/>
                </a:lnTo>
                <a:lnTo>
                  <a:pt x="1313202" y="0"/>
                </a:lnTo>
                <a:lnTo>
                  <a:pt x="1332233" y="0"/>
                </a:lnTo>
                <a:lnTo>
                  <a:pt x="1351264" y="0"/>
                </a:lnTo>
                <a:lnTo>
                  <a:pt x="1370295" y="0"/>
                </a:lnTo>
                <a:lnTo>
                  <a:pt x="1389326" y="0"/>
                </a:lnTo>
                <a:lnTo>
                  <a:pt x="1408357" y="0"/>
                </a:lnTo>
                <a:lnTo>
                  <a:pt x="1427388" y="0"/>
                </a:lnTo>
                <a:lnTo>
                  <a:pt x="1446419" y="0"/>
                </a:lnTo>
                <a:lnTo>
                  <a:pt x="1465450" y="0"/>
                </a:lnTo>
                <a:lnTo>
                  <a:pt x="1484490" y="0"/>
                </a:lnTo>
                <a:lnTo>
                  <a:pt x="1503521" y="0"/>
                </a:lnTo>
                <a:lnTo>
                  <a:pt x="1522552" y="0"/>
                </a:lnTo>
                <a:lnTo>
                  <a:pt x="1541583" y="0"/>
                </a:lnTo>
                <a:lnTo>
                  <a:pt x="1560614" y="0"/>
                </a:lnTo>
                <a:lnTo>
                  <a:pt x="1579645" y="0"/>
                </a:lnTo>
                <a:lnTo>
                  <a:pt x="1598676" y="0"/>
                </a:lnTo>
                <a:lnTo>
                  <a:pt x="1617707" y="0"/>
                </a:lnTo>
                <a:lnTo>
                  <a:pt x="1636738" y="0"/>
                </a:lnTo>
                <a:lnTo>
                  <a:pt x="1655769" y="0"/>
                </a:lnTo>
                <a:lnTo>
                  <a:pt x="1666142" y="15078"/>
                </a:lnTo>
                <a:lnTo>
                  <a:pt x="1675733" y="31518"/>
                </a:lnTo>
                <a:lnTo>
                  <a:pt x="1685325" y="47958"/>
                </a:lnTo>
                <a:lnTo>
                  <a:pt x="1694917" y="64399"/>
                </a:lnTo>
                <a:lnTo>
                  <a:pt x="1704499" y="80839"/>
                </a:lnTo>
                <a:lnTo>
                  <a:pt x="1714090" y="97269"/>
                </a:lnTo>
                <a:lnTo>
                  <a:pt x="1723682" y="113709"/>
                </a:lnTo>
                <a:lnTo>
                  <a:pt x="1733274" y="130150"/>
                </a:lnTo>
                <a:lnTo>
                  <a:pt x="1742865" y="146590"/>
                </a:lnTo>
                <a:lnTo>
                  <a:pt x="1752448" y="163030"/>
                </a:lnTo>
                <a:lnTo>
                  <a:pt x="1762039" y="179470"/>
                </a:lnTo>
                <a:lnTo>
                  <a:pt x="1771631" y="195910"/>
                </a:lnTo>
                <a:lnTo>
                  <a:pt x="1781223" y="212350"/>
                </a:lnTo>
                <a:lnTo>
                  <a:pt x="1790586" y="228791"/>
                </a:lnTo>
                <a:lnTo>
                  <a:pt x="1781004" y="245231"/>
                </a:lnTo>
                <a:lnTo>
                  <a:pt x="1771412" y="261671"/>
                </a:lnTo>
                <a:lnTo>
                  <a:pt x="1761820" y="278101"/>
                </a:lnTo>
                <a:lnTo>
                  <a:pt x="1752229" y="294542"/>
                </a:lnTo>
                <a:lnTo>
                  <a:pt x="1742646" y="310982"/>
                </a:lnTo>
                <a:lnTo>
                  <a:pt x="1733055" y="327422"/>
                </a:lnTo>
                <a:lnTo>
                  <a:pt x="1723463" y="343862"/>
                </a:lnTo>
                <a:lnTo>
                  <a:pt x="1713871" y="360302"/>
                </a:lnTo>
                <a:lnTo>
                  <a:pt x="1704280" y="376742"/>
                </a:lnTo>
                <a:lnTo>
                  <a:pt x="1694698" y="393182"/>
                </a:lnTo>
                <a:lnTo>
                  <a:pt x="1685106" y="409623"/>
                </a:lnTo>
                <a:lnTo>
                  <a:pt x="1675514" y="426063"/>
                </a:lnTo>
                <a:lnTo>
                  <a:pt x="1665923" y="442503"/>
                </a:lnTo>
                <a:lnTo>
                  <a:pt x="1655340" y="457200"/>
                </a:lnTo>
                <a:lnTo>
                  <a:pt x="1636309" y="457200"/>
                </a:lnTo>
                <a:lnTo>
                  <a:pt x="1617269" y="457200"/>
                </a:lnTo>
                <a:lnTo>
                  <a:pt x="1598238" y="457200"/>
                </a:lnTo>
                <a:lnTo>
                  <a:pt x="1579207" y="457200"/>
                </a:lnTo>
                <a:lnTo>
                  <a:pt x="1560176" y="457200"/>
                </a:lnTo>
                <a:lnTo>
                  <a:pt x="1541145" y="457200"/>
                </a:lnTo>
                <a:lnTo>
                  <a:pt x="1522114" y="457200"/>
                </a:lnTo>
                <a:lnTo>
                  <a:pt x="1503083" y="457200"/>
                </a:lnTo>
                <a:lnTo>
                  <a:pt x="1484052" y="457200"/>
                </a:lnTo>
                <a:lnTo>
                  <a:pt x="1465021" y="457200"/>
                </a:lnTo>
                <a:lnTo>
                  <a:pt x="1445990" y="457200"/>
                </a:lnTo>
                <a:lnTo>
                  <a:pt x="1426959" y="457200"/>
                </a:lnTo>
                <a:lnTo>
                  <a:pt x="1407919" y="457200"/>
                </a:lnTo>
                <a:lnTo>
                  <a:pt x="1388888" y="457200"/>
                </a:lnTo>
                <a:lnTo>
                  <a:pt x="1369857" y="457200"/>
                </a:lnTo>
                <a:lnTo>
                  <a:pt x="1350826" y="457200"/>
                </a:lnTo>
                <a:lnTo>
                  <a:pt x="1331795" y="457200"/>
                </a:lnTo>
                <a:lnTo>
                  <a:pt x="1312764" y="457200"/>
                </a:lnTo>
                <a:lnTo>
                  <a:pt x="1293733" y="457200"/>
                </a:lnTo>
                <a:lnTo>
                  <a:pt x="1274702" y="457200"/>
                </a:lnTo>
                <a:lnTo>
                  <a:pt x="1255671" y="457200"/>
                </a:lnTo>
                <a:lnTo>
                  <a:pt x="1236640" y="457200"/>
                </a:lnTo>
                <a:lnTo>
                  <a:pt x="1217600" y="457200"/>
                </a:lnTo>
                <a:lnTo>
                  <a:pt x="1198569" y="457200"/>
                </a:lnTo>
                <a:lnTo>
                  <a:pt x="1179538" y="457200"/>
                </a:lnTo>
                <a:lnTo>
                  <a:pt x="1160507" y="457200"/>
                </a:lnTo>
                <a:lnTo>
                  <a:pt x="1141476" y="457200"/>
                </a:lnTo>
                <a:lnTo>
                  <a:pt x="1122445" y="457200"/>
                </a:lnTo>
                <a:lnTo>
                  <a:pt x="1103414" y="457200"/>
                </a:lnTo>
                <a:lnTo>
                  <a:pt x="1084383" y="457200"/>
                </a:lnTo>
                <a:lnTo>
                  <a:pt x="1065352" y="457200"/>
                </a:lnTo>
                <a:lnTo>
                  <a:pt x="1046321" y="457200"/>
                </a:lnTo>
                <a:lnTo>
                  <a:pt x="1027290" y="457200"/>
                </a:lnTo>
                <a:lnTo>
                  <a:pt x="1008250" y="457200"/>
                </a:lnTo>
                <a:lnTo>
                  <a:pt x="989219" y="457200"/>
                </a:lnTo>
                <a:lnTo>
                  <a:pt x="970188" y="457200"/>
                </a:lnTo>
                <a:lnTo>
                  <a:pt x="951157" y="457200"/>
                </a:lnTo>
                <a:lnTo>
                  <a:pt x="932126" y="457200"/>
                </a:lnTo>
                <a:lnTo>
                  <a:pt x="913095" y="457200"/>
                </a:lnTo>
                <a:lnTo>
                  <a:pt x="894064" y="457200"/>
                </a:lnTo>
                <a:lnTo>
                  <a:pt x="875033" y="457200"/>
                </a:lnTo>
                <a:lnTo>
                  <a:pt x="856002" y="457200"/>
                </a:lnTo>
                <a:lnTo>
                  <a:pt x="836971" y="457200"/>
                </a:lnTo>
                <a:lnTo>
                  <a:pt x="817931" y="457200"/>
                </a:lnTo>
                <a:lnTo>
                  <a:pt x="798900" y="457200"/>
                </a:lnTo>
                <a:lnTo>
                  <a:pt x="779869" y="457200"/>
                </a:lnTo>
                <a:lnTo>
                  <a:pt x="760838" y="457200"/>
                </a:lnTo>
                <a:lnTo>
                  <a:pt x="741807" y="457200"/>
                </a:lnTo>
                <a:lnTo>
                  <a:pt x="722776" y="457200"/>
                </a:lnTo>
                <a:lnTo>
                  <a:pt x="703745" y="457200"/>
                </a:lnTo>
                <a:lnTo>
                  <a:pt x="684714" y="457200"/>
                </a:lnTo>
                <a:lnTo>
                  <a:pt x="665683" y="457200"/>
                </a:lnTo>
                <a:lnTo>
                  <a:pt x="646652" y="457200"/>
                </a:lnTo>
                <a:lnTo>
                  <a:pt x="627612" y="457200"/>
                </a:lnTo>
                <a:lnTo>
                  <a:pt x="608581" y="457200"/>
                </a:lnTo>
                <a:lnTo>
                  <a:pt x="589550" y="457200"/>
                </a:lnTo>
                <a:lnTo>
                  <a:pt x="570519" y="457200"/>
                </a:lnTo>
                <a:lnTo>
                  <a:pt x="551488" y="457200"/>
                </a:lnTo>
                <a:lnTo>
                  <a:pt x="532457" y="457200"/>
                </a:lnTo>
                <a:lnTo>
                  <a:pt x="513426" y="457200"/>
                </a:lnTo>
                <a:lnTo>
                  <a:pt x="494395" y="457200"/>
                </a:lnTo>
                <a:lnTo>
                  <a:pt x="475364" y="457200"/>
                </a:lnTo>
                <a:lnTo>
                  <a:pt x="456333" y="457200"/>
                </a:lnTo>
                <a:lnTo>
                  <a:pt x="437302" y="457200"/>
                </a:lnTo>
                <a:lnTo>
                  <a:pt x="418262" y="457200"/>
                </a:lnTo>
                <a:lnTo>
                  <a:pt x="399231" y="457200"/>
                </a:lnTo>
                <a:lnTo>
                  <a:pt x="380200" y="457200"/>
                </a:lnTo>
                <a:lnTo>
                  <a:pt x="361169" y="457200"/>
                </a:lnTo>
                <a:lnTo>
                  <a:pt x="342138" y="457200"/>
                </a:lnTo>
                <a:lnTo>
                  <a:pt x="323107" y="457200"/>
                </a:lnTo>
                <a:lnTo>
                  <a:pt x="304076" y="457200"/>
                </a:lnTo>
                <a:lnTo>
                  <a:pt x="285045" y="457200"/>
                </a:lnTo>
                <a:lnTo>
                  <a:pt x="266014" y="457200"/>
                </a:lnTo>
                <a:lnTo>
                  <a:pt x="246983" y="457200"/>
                </a:lnTo>
                <a:lnTo>
                  <a:pt x="227943" y="457200"/>
                </a:lnTo>
                <a:lnTo>
                  <a:pt x="208912" y="457200"/>
                </a:lnTo>
                <a:lnTo>
                  <a:pt x="189881" y="457200"/>
                </a:lnTo>
                <a:lnTo>
                  <a:pt x="170850" y="457200"/>
                </a:lnTo>
                <a:lnTo>
                  <a:pt x="151819" y="457200"/>
                </a:lnTo>
                <a:lnTo>
                  <a:pt x="132788" y="457200"/>
                </a:lnTo>
                <a:lnTo>
                  <a:pt x="113757" y="457200"/>
                </a:lnTo>
                <a:lnTo>
                  <a:pt x="94726" y="457200"/>
                </a:lnTo>
                <a:lnTo>
                  <a:pt x="75695" y="457200"/>
                </a:lnTo>
                <a:lnTo>
                  <a:pt x="56664" y="457200"/>
                </a:lnTo>
                <a:lnTo>
                  <a:pt x="37633" y="457200"/>
                </a:lnTo>
                <a:lnTo>
                  <a:pt x="18593" y="457200"/>
                </a:lnTo>
                <a:lnTo>
                  <a:pt x="0" y="456762"/>
                </a:lnTo>
                <a:lnTo>
                  <a:pt x="0" y="437731"/>
                </a:lnTo>
                <a:lnTo>
                  <a:pt x="0" y="418700"/>
                </a:lnTo>
                <a:lnTo>
                  <a:pt x="0" y="399669"/>
                </a:lnTo>
                <a:lnTo>
                  <a:pt x="0" y="380638"/>
                </a:lnTo>
                <a:lnTo>
                  <a:pt x="0" y="361607"/>
                </a:lnTo>
                <a:lnTo>
                  <a:pt x="0" y="342576"/>
                </a:lnTo>
                <a:lnTo>
                  <a:pt x="0" y="323545"/>
                </a:lnTo>
                <a:lnTo>
                  <a:pt x="0" y="304514"/>
                </a:lnTo>
                <a:lnTo>
                  <a:pt x="0" y="285474"/>
                </a:lnTo>
                <a:lnTo>
                  <a:pt x="0" y="266443"/>
                </a:lnTo>
                <a:lnTo>
                  <a:pt x="0" y="247412"/>
                </a:lnTo>
                <a:lnTo>
                  <a:pt x="0" y="228381"/>
                </a:lnTo>
                <a:lnTo>
                  <a:pt x="0" y="209350"/>
                </a:lnTo>
                <a:lnTo>
                  <a:pt x="0" y="190319"/>
                </a:lnTo>
                <a:lnTo>
                  <a:pt x="0" y="171288"/>
                </a:lnTo>
                <a:lnTo>
                  <a:pt x="0" y="152257"/>
                </a:lnTo>
                <a:lnTo>
                  <a:pt x="0" y="133226"/>
                </a:lnTo>
                <a:lnTo>
                  <a:pt x="0" y="114195"/>
                </a:lnTo>
                <a:lnTo>
                  <a:pt x="0" y="95155"/>
                </a:lnTo>
                <a:lnTo>
                  <a:pt x="0" y="76124"/>
                </a:lnTo>
                <a:lnTo>
                  <a:pt x="0" y="57093"/>
                </a:lnTo>
                <a:lnTo>
                  <a:pt x="0" y="38062"/>
                </a:lnTo>
                <a:lnTo>
                  <a:pt x="0" y="190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3F6"/>
          </a:solidFill>
          <a:ln xmlns:a="http://schemas.openxmlformats.org/drawingml/2006/main" w="15240">
            <a:solidFill>
              <a:srgbClr val="6795B2"/>
            </a:solidFill>
            <a:prstDash val="solid"/>
          </a:ln>
        </p:spPr>
      </p:sp>
      <p:sp>
        <p:nvSpPr>
          <p:cNvPr id="44" name="hierarchy-node-accent-level-3-node-1">
            <a:extLst xmlns:a="http://schemas.openxmlformats.org/drawingml/2006/main">
              <a:ext uri="{FF2B5EF4-FFF2-40B4-BE49-F238E27FC236}">
                <a16:creationId xmlns:a16="http://schemas.microsoft.com/office/drawing/2014/main" id="{53F96A6E-2E83-44CE-8D6A-49955D7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1657350"/>
            <a:ext cx="95250" cy="457200"/>
          </a:xfrm>
          <a:custGeom xmlns:a="http://schemas.openxmlformats.org/drawingml/2006/main">
            <a:pathLst>
              <a:path w="95250" h="4572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95250" y="400050"/>
                </a:lnTo>
                <a:lnTo>
                  <a:pt x="95250" y="419100"/>
                </a:lnTo>
                <a:lnTo>
                  <a:pt x="95250" y="438150"/>
                </a:lnTo>
                <a:lnTo>
                  <a:pt x="95250" y="457200"/>
                </a:lnTo>
                <a:lnTo>
                  <a:pt x="76200" y="457200"/>
                </a:lnTo>
                <a:lnTo>
                  <a:pt x="57150" y="457200"/>
                </a:lnTo>
                <a:lnTo>
                  <a:pt x="38100" y="45720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438150"/>
                </a:lnTo>
                <a:lnTo>
                  <a:pt x="0" y="419100"/>
                </a:lnTo>
                <a:lnTo>
                  <a:pt x="0" y="40005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95B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hierarchy-node-surface-level-3-node-2">
            <a:extLst xmlns:a="http://schemas.openxmlformats.org/drawingml/2006/main">
              <a:ext uri="{FF2B5EF4-FFF2-40B4-BE49-F238E27FC236}">
                <a16:creationId xmlns:a16="http://schemas.microsoft.com/office/drawing/2014/main" id="{B29BD69A-2AD5-4337-8F82-A9D2C467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2472633"/>
            <a:ext cx="1790586" cy="457200"/>
          </a:xfrm>
          <a:custGeom xmlns:a="http://schemas.openxmlformats.org/drawingml/2006/main">
            <a:pathLst>
              <a:path w="1790586" h="457200">
                <a:moveTo>
                  <a:pt x="0" y="0"/>
                </a:moveTo>
                <a:lnTo>
                  <a:pt x="19031" y="0"/>
                </a:lnTo>
                <a:lnTo>
                  <a:pt x="38062" y="0"/>
                </a:lnTo>
                <a:lnTo>
                  <a:pt x="57093" y="0"/>
                </a:lnTo>
                <a:lnTo>
                  <a:pt x="76124" y="0"/>
                </a:lnTo>
                <a:lnTo>
                  <a:pt x="95155" y="0"/>
                </a:lnTo>
                <a:lnTo>
                  <a:pt x="114195" y="0"/>
                </a:lnTo>
                <a:lnTo>
                  <a:pt x="133226" y="0"/>
                </a:lnTo>
                <a:lnTo>
                  <a:pt x="152257" y="0"/>
                </a:lnTo>
                <a:lnTo>
                  <a:pt x="171288" y="0"/>
                </a:lnTo>
                <a:lnTo>
                  <a:pt x="190319" y="0"/>
                </a:lnTo>
                <a:lnTo>
                  <a:pt x="209350" y="0"/>
                </a:lnTo>
                <a:lnTo>
                  <a:pt x="228381" y="0"/>
                </a:lnTo>
                <a:lnTo>
                  <a:pt x="247412" y="0"/>
                </a:lnTo>
                <a:lnTo>
                  <a:pt x="266443" y="0"/>
                </a:lnTo>
                <a:lnTo>
                  <a:pt x="285474" y="0"/>
                </a:lnTo>
                <a:lnTo>
                  <a:pt x="304514" y="0"/>
                </a:lnTo>
                <a:lnTo>
                  <a:pt x="323545" y="0"/>
                </a:lnTo>
                <a:lnTo>
                  <a:pt x="342576" y="0"/>
                </a:lnTo>
                <a:lnTo>
                  <a:pt x="361607" y="0"/>
                </a:lnTo>
                <a:lnTo>
                  <a:pt x="380638" y="0"/>
                </a:lnTo>
                <a:lnTo>
                  <a:pt x="399669" y="0"/>
                </a:lnTo>
                <a:lnTo>
                  <a:pt x="418700" y="0"/>
                </a:lnTo>
                <a:lnTo>
                  <a:pt x="437731" y="0"/>
                </a:lnTo>
                <a:lnTo>
                  <a:pt x="456762" y="0"/>
                </a:lnTo>
                <a:lnTo>
                  <a:pt x="475793" y="0"/>
                </a:lnTo>
                <a:lnTo>
                  <a:pt x="494833" y="0"/>
                </a:lnTo>
                <a:lnTo>
                  <a:pt x="513864" y="0"/>
                </a:lnTo>
                <a:lnTo>
                  <a:pt x="532895" y="0"/>
                </a:lnTo>
                <a:lnTo>
                  <a:pt x="551926" y="0"/>
                </a:lnTo>
                <a:lnTo>
                  <a:pt x="570957" y="0"/>
                </a:lnTo>
                <a:lnTo>
                  <a:pt x="589988" y="0"/>
                </a:lnTo>
                <a:lnTo>
                  <a:pt x="609019" y="0"/>
                </a:lnTo>
                <a:lnTo>
                  <a:pt x="628050" y="0"/>
                </a:lnTo>
                <a:lnTo>
                  <a:pt x="647081" y="0"/>
                </a:lnTo>
                <a:lnTo>
                  <a:pt x="666112" y="0"/>
                </a:lnTo>
                <a:lnTo>
                  <a:pt x="685143" y="0"/>
                </a:lnTo>
                <a:lnTo>
                  <a:pt x="704183" y="0"/>
                </a:lnTo>
                <a:lnTo>
                  <a:pt x="723214" y="0"/>
                </a:lnTo>
                <a:lnTo>
                  <a:pt x="742245" y="0"/>
                </a:lnTo>
                <a:lnTo>
                  <a:pt x="761276" y="0"/>
                </a:lnTo>
                <a:lnTo>
                  <a:pt x="780307" y="0"/>
                </a:lnTo>
                <a:lnTo>
                  <a:pt x="799338" y="0"/>
                </a:lnTo>
                <a:lnTo>
                  <a:pt x="818369" y="0"/>
                </a:lnTo>
                <a:lnTo>
                  <a:pt x="837400" y="0"/>
                </a:lnTo>
                <a:lnTo>
                  <a:pt x="856431" y="0"/>
                </a:lnTo>
                <a:lnTo>
                  <a:pt x="875462" y="0"/>
                </a:lnTo>
                <a:lnTo>
                  <a:pt x="894502" y="0"/>
                </a:lnTo>
                <a:lnTo>
                  <a:pt x="913533" y="0"/>
                </a:lnTo>
                <a:lnTo>
                  <a:pt x="932564" y="0"/>
                </a:lnTo>
                <a:lnTo>
                  <a:pt x="951595" y="0"/>
                </a:lnTo>
                <a:lnTo>
                  <a:pt x="970626" y="0"/>
                </a:lnTo>
                <a:lnTo>
                  <a:pt x="989657" y="0"/>
                </a:lnTo>
                <a:lnTo>
                  <a:pt x="1008688" y="0"/>
                </a:lnTo>
                <a:lnTo>
                  <a:pt x="1027719" y="0"/>
                </a:lnTo>
                <a:lnTo>
                  <a:pt x="1046750" y="0"/>
                </a:lnTo>
                <a:lnTo>
                  <a:pt x="1065781" y="0"/>
                </a:lnTo>
                <a:lnTo>
                  <a:pt x="1084812" y="0"/>
                </a:lnTo>
                <a:lnTo>
                  <a:pt x="1103852" y="0"/>
                </a:lnTo>
                <a:lnTo>
                  <a:pt x="1122883" y="0"/>
                </a:lnTo>
                <a:lnTo>
                  <a:pt x="1141914" y="0"/>
                </a:lnTo>
                <a:lnTo>
                  <a:pt x="1160945" y="0"/>
                </a:lnTo>
                <a:lnTo>
                  <a:pt x="1179976" y="0"/>
                </a:lnTo>
                <a:lnTo>
                  <a:pt x="1199007" y="0"/>
                </a:lnTo>
                <a:lnTo>
                  <a:pt x="1218038" y="0"/>
                </a:lnTo>
                <a:lnTo>
                  <a:pt x="1237069" y="0"/>
                </a:lnTo>
                <a:lnTo>
                  <a:pt x="1256100" y="0"/>
                </a:lnTo>
                <a:lnTo>
                  <a:pt x="1275131" y="0"/>
                </a:lnTo>
                <a:lnTo>
                  <a:pt x="1294171" y="0"/>
                </a:lnTo>
                <a:lnTo>
                  <a:pt x="1313202" y="0"/>
                </a:lnTo>
                <a:lnTo>
                  <a:pt x="1332233" y="0"/>
                </a:lnTo>
                <a:lnTo>
                  <a:pt x="1351264" y="0"/>
                </a:lnTo>
                <a:lnTo>
                  <a:pt x="1370295" y="0"/>
                </a:lnTo>
                <a:lnTo>
                  <a:pt x="1389326" y="0"/>
                </a:lnTo>
                <a:lnTo>
                  <a:pt x="1408357" y="0"/>
                </a:lnTo>
                <a:lnTo>
                  <a:pt x="1427388" y="0"/>
                </a:lnTo>
                <a:lnTo>
                  <a:pt x="1446419" y="0"/>
                </a:lnTo>
                <a:lnTo>
                  <a:pt x="1465450" y="0"/>
                </a:lnTo>
                <a:lnTo>
                  <a:pt x="1484490" y="0"/>
                </a:lnTo>
                <a:lnTo>
                  <a:pt x="1503521" y="0"/>
                </a:lnTo>
                <a:lnTo>
                  <a:pt x="1522552" y="0"/>
                </a:lnTo>
                <a:lnTo>
                  <a:pt x="1541583" y="0"/>
                </a:lnTo>
                <a:lnTo>
                  <a:pt x="1560614" y="0"/>
                </a:lnTo>
                <a:lnTo>
                  <a:pt x="1579645" y="0"/>
                </a:lnTo>
                <a:lnTo>
                  <a:pt x="1598676" y="0"/>
                </a:lnTo>
                <a:lnTo>
                  <a:pt x="1617707" y="0"/>
                </a:lnTo>
                <a:lnTo>
                  <a:pt x="1636738" y="0"/>
                </a:lnTo>
                <a:lnTo>
                  <a:pt x="1655769" y="0"/>
                </a:lnTo>
                <a:lnTo>
                  <a:pt x="1666142" y="15078"/>
                </a:lnTo>
                <a:lnTo>
                  <a:pt x="1675733" y="31518"/>
                </a:lnTo>
                <a:lnTo>
                  <a:pt x="1685325" y="47958"/>
                </a:lnTo>
                <a:lnTo>
                  <a:pt x="1694917" y="64399"/>
                </a:lnTo>
                <a:lnTo>
                  <a:pt x="1704499" y="80839"/>
                </a:lnTo>
                <a:lnTo>
                  <a:pt x="1714090" y="97269"/>
                </a:lnTo>
                <a:lnTo>
                  <a:pt x="1723682" y="113709"/>
                </a:lnTo>
                <a:lnTo>
                  <a:pt x="1733274" y="130150"/>
                </a:lnTo>
                <a:lnTo>
                  <a:pt x="1742865" y="146590"/>
                </a:lnTo>
                <a:lnTo>
                  <a:pt x="1752448" y="163030"/>
                </a:lnTo>
                <a:lnTo>
                  <a:pt x="1762039" y="179470"/>
                </a:lnTo>
                <a:lnTo>
                  <a:pt x="1771631" y="195910"/>
                </a:lnTo>
                <a:lnTo>
                  <a:pt x="1781223" y="212350"/>
                </a:lnTo>
                <a:lnTo>
                  <a:pt x="1790586" y="228791"/>
                </a:lnTo>
                <a:lnTo>
                  <a:pt x="1781004" y="245231"/>
                </a:lnTo>
                <a:lnTo>
                  <a:pt x="1771412" y="261671"/>
                </a:lnTo>
                <a:lnTo>
                  <a:pt x="1761820" y="278101"/>
                </a:lnTo>
                <a:lnTo>
                  <a:pt x="1752229" y="294542"/>
                </a:lnTo>
                <a:lnTo>
                  <a:pt x="1742646" y="310982"/>
                </a:lnTo>
                <a:lnTo>
                  <a:pt x="1733055" y="327422"/>
                </a:lnTo>
                <a:lnTo>
                  <a:pt x="1723463" y="343862"/>
                </a:lnTo>
                <a:lnTo>
                  <a:pt x="1713871" y="360302"/>
                </a:lnTo>
                <a:lnTo>
                  <a:pt x="1704280" y="376742"/>
                </a:lnTo>
                <a:lnTo>
                  <a:pt x="1694698" y="393182"/>
                </a:lnTo>
                <a:lnTo>
                  <a:pt x="1685106" y="409623"/>
                </a:lnTo>
                <a:lnTo>
                  <a:pt x="1675514" y="426063"/>
                </a:lnTo>
                <a:lnTo>
                  <a:pt x="1665923" y="442503"/>
                </a:lnTo>
                <a:lnTo>
                  <a:pt x="1655340" y="457200"/>
                </a:lnTo>
                <a:lnTo>
                  <a:pt x="1636309" y="457200"/>
                </a:lnTo>
                <a:lnTo>
                  <a:pt x="1617269" y="457200"/>
                </a:lnTo>
                <a:lnTo>
                  <a:pt x="1598238" y="457200"/>
                </a:lnTo>
                <a:lnTo>
                  <a:pt x="1579207" y="457200"/>
                </a:lnTo>
                <a:lnTo>
                  <a:pt x="1560176" y="457200"/>
                </a:lnTo>
                <a:lnTo>
                  <a:pt x="1541145" y="457200"/>
                </a:lnTo>
                <a:lnTo>
                  <a:pt x="1522114" y="457200"/>
                </a:lnTo>
                <a:lnTo>
                  <a:pt x="1503083" y="457200"/>
                </a:lnTo>
                <a:lnTo>
                  <a:pt x="1484052" y="457200"/>
                </a:lnTo>
                <a:lnTo>
                  <a:pt x="1465021" y="457200"/>
                </a:lnTo>
                <a:lnTo>
                  <a:pt x="1445990" y="457200"/>
                </a:lnTo>
                <a:lnTo>
                  <a:pt x="1426959" y="457200"/>
                </a:lnTo>
                <a:lnTo>
                  <a:pt x="1407919" y="457200"/>
                </a:lnTo>
                <a:lnTo>
                  <a:pt x="1388888" y="457200"/>
                </a:lnTo>
                <a:lnTo>
                  <a:pt x="1369857" y="457200"/>
                </a:lnTo>
                <a:lnTo>
                  <a:pt x="1350826" y="457200"/>
                </a:lnTo>
                <a:lnTo>
                  <a:pt x="1331795" y="457200"/>
                </a:lnTo>
                <a:lnTo>
                  <a:pt x="1312764" y="457200"/>
                </a:lnTo>
                <a:lnTo>
                  <a:pt x="1293733" y="457200"/>
                </a:lnTo>
                <a:lnTo>
                  <a:pt x="1274702" y="457200"/>
                </a:lnTo>
                <a:lnTo>
                  <a:pt x="1255671" y="457200"/>
                </a:lnTo>
                <a:lnTo>
                  <a:pt x="1236640" y="457200"/>
                </a:lnTo>
                <a:lnTo>
                  <a:pt x="1217600" y="457200"/>
                </a:lnTo>
                <a:lnTo>
                  <a:pt x="1198569" y="457200"/>
                </a:lnTo>
                <a:lnTo>
                  <a:pt x="1179538" y="457200"/>
                </a:lnTo>
                <a:lnTo>
                  <a:pt x="1160507" y="457200"/>
                </a:lnTo>
                <a:lnTo>
                  <a:pt x="1141476" y="457200"/>
                </a:lnTo>
                <a:lnTo>
                  <a:pt x="1122445" y="457200"/>
                </a:lnTo>
                <a:lnTo>
                  <a:pt x="1103414" y="457200"/>
                </a:lnTo>
                <a:lnTo>
                  <a:pt x="1084383" y="457200"/>
                </a:lnTo>
                <a:lnTo>
                  <a:pt x="1065352" y="457200"/>
                </a:lnTo>
                <a:lnTo>
                  <a:pt x="1046321" y="457200"/>
                </a:lnTo>
                <a:lnTo>
                  <a:pt x="1027290" y="457200"/>
                </a:lnTo>
                <a:lnTo>
                  <a:pt x="1008250" y="457200"/>
                </a:lnTo>
                <a:lnTo>
                  <a:pt x="989219" y="457200"/>
                </a:lnTo>
                <a:lnTo>
                  <a:pt x="970188" y="457200"/>
                </a:lnTo>
                <a:lnTo>
                  <a:pt x="951157" y="457200"/>
                </a:lnTo>
                <a:lnTo>
                  <a:pt x="932126" y="457200"/>
                </a:lnTo>
                <a:lnTo>
                  <a:pt x="913095" y="457200"/>
                </a:lnTo>
                <a:lnTo>
                  <a:pt x="894064" y="457200"/>
                </a:lnTo>
                <a:lnTo>
                  <a:pt x="875033" y="457200"/>
                </a:lnTo>
                <a:lnTo>
                  <a:pt x="856002" y="457200"/>
                </a:lnTo>
                <a:lnTo>
                  <a:pt x="836971" y="457200"/>
                </a:lnTo>
                <a:lnTo>
                  <a:pt x="817931" y="457200"/>
                </a:lnTo>
                <a:lnTo>
                  <a:pt x="798900" y="457200"/>
                </a:lnTo>
                <a:lnTo>
                  <a:pt x="779869" y="457200"/>
                </a:lnTo>
                <a:lnTo>
                  <a:pt x="760838" y="457200"/>
                </a:lnTo>
                <a:lnTo>
                  <a:pt x="741807" y="457200"/>
                </a:lnTo>
                <a:lnTo>
                  <a:pt x="722776" y="457200"/>
                </a:lnTo>
                <a:lnTo>
                  <a:pt x="703745" y="457200"/>
                </a:lnTo>
                <a:lnTo>
                  <a:pt x="684714" y="457200"/>
                </a:lnTo>
                <a:lnTo>
                  <a:pt x="665683" y="457200"/>
                </a:lnTo>
                <a:lnTo>
                  <a:pt x="646652" y="457200"/>
                </a:lnTo>
                <a:lnTo>
                  <a:pt x="627612" y="457200"/>
                </a:lnTo>
                <a:lnTo>
                  <a:pt x="608581" y="457200"/>
                </a:lnTo>
                <a:lnTo>
                  <a:pt x="589550" y="457200"/>
                </a:lnTo>
                <a:lnTo>
                  <a:pt x="570519" y="457200"/>
                </a:lnTo>
                <a:lnTo>
                  <a:pt x="551488" y="457200"/>
                </a:lnTo>
                <a:lnTo>
                  <a:pt x="532457" y="457200"/>
                </a:lnTo>
                <a:lnTo>
                  <a:pt x="513426" y="457200"/>
                </a:lnTo>
                <a:lnTo>
                  <a:pt x="494395" y="457200"/>
                </a:lnTo>
                <a:lnTo>
                  <a:pt x="475364" y="457200"/>
                </a:lnTo>
                <a:lnTo>
                  <a:pt x="456333" y="457200"/>
                </a:lnTo>
                <a:lnTo>
                  <a:pt x="437302" y="457200"/>
                </a:lnTo>
                <a:lnTo>
                  <a:pt x="418262" y="457200"/>
                </a:lnTo>
                <a:lnTo>
                  <a:pt x="399231" y="457200"/>
                </a:lnTo>
                <a:lnTo>
                  <a:pt x="380200" y="457200"/>
                </a:lnTo>
                <a:lnTo>
                  <a:pt x="361169" y="457200"/>
                </a:lnTo>
                <a:lnTo>
                  <a:pt x="342138" y="457200"/>
                </a:lnTo>
                <a:lnTo>
                  <a:pt x="323107" y="457200"/>
                </a:lnTo>
                <a:lnTo>
                  <a:pt x="304076" y="457200"/>
                </a:lnTo>
                <a:lnTo>
                  <a:pt x="285045" y="457200"/>
                </a:lnTo>
                <a:lnTo>
                  <a:pt x="266014" y="457200"/>
                </a:lnTo>
                <a:lnTo>
                  <a:pt x="246983" y="457200"/>
                </a:lnTo>
                <a:lnTo>
                  <a:pt x="227943" y="457200"/>
                </a:lnTo>
                <a:lnTo>
                  <a:pt x="208912" y="457200"/>
                </a:lnTo>
                <a:lnTo>
                  <a:pt x="189881" y="457200"/>
                </a:lnTo>
                <a:lnTo>
                  <a:pt x="170850" y="457200"/>
                </a:lnTo>
                <a:lnTo>
                  <a:pt x="151819" y="457200"/>
                </a:lnTo>
                <a:lnTo>
                  <a:pt x="132788" y="457200"/>
                </a:lnTo>
                <a:lnTo>
                  <a:pt x="113757" y="457200"/>
                </a:lnTo>
                <a:lnTo>
                  <a:pt x="94726" y="457200"/>
                </a:lnTo>
                <a:lnTo>
                  <a:pt x="75695" y="457200"/>
                </a:lnTo>
                <a:lnTo>
                  <a:pt x="56664" y="457200"/>
                </a:lnTo>
                <a:lnTo>
                  <a:pt x="37633" y="457200"/>
                </a:lnTo>
                <a:lnTo>
                  <a:pt x="18593" y="457200"/>
                </a:lnTo>
                <a:lnTo>
                  <a:pt x="0" y="456762"/>
                </a:lnTo>
                <a:lnTo>
                  <a:pt x="0" y="437731"/>
                </a:lnTo>
                <a:lnTo>
                  <a:pt x="0" y="418700"/>
                </a:lnTo>
                <a:lnTo>
                  <a:pt x="0" y="399669"/>
                </a:lnTo>
                <a:lnTo>
                  <a:pt x="0" y="380638"/>
                </a:lnTo>
                <a:lnTo>
                  <a:pt x="0" y="361607"/>
                </a:lnTo>
                <a:lnTo>
                  <a:pt x="0" y="342576"/>
                </a:lnTo>
                <a:lnTo>
                  <a:pt x="0" y="323545"/>
                </a:lnTo>
                <a:lnTo>
                  <a:pt x="0" y="304514"/>
                </a:lnTo>
                <a:lnTo>
                  <a:pt x="0" y="285474"/>
                </a:lnTo>
                <a:lnTo>
                  <a:pt x="0" y="266443"/>
                </a:lnTo>
                <a:lnTo>
                  <a:pt x="0" y="247412"/>
                </a:lnTo>
                <a:lnTo>
                  <a:pt x="0" y="228381"/>
                </a:lnTo>
                <a:lnTo>
                  <a:pt x="0" y="209350"/>
                </a:lnTo>
                <a:lnTo>
                  <a:pt x="0" y="190319"/>
                </a:lnTo>
                <a:lnTo>
                  <a:pt x="0" y="171288"/>
                </a:lnTo>
                <a:lnTo>
                  <a:pt x="0" y="152257"/>
                </a:lnTo>
                <a:lnTo>
                  <a:pt x="0" y="133226"/>
                </a:lnTo>
                <a:lnTo>
                  <a:pt x="0" y="114195"/>
                </a:lnTo>
                <a:lnTo>
                  <a:pt x="0" y="95155"/>
                </a:lnTo>
                <a:lnTo>
                  <a:pt x="0" y="76124"/>
                </a:lnTo>
                <a:lnTo>
                  <a:pt x="0" y="57093"/>
                </a:lnTo>
                <a:lnTo>
                  <a:pt x="0" y="38062"/>
                </a:lnTo>
                <a:lnTo>
                  <a:pt x="0" y="190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3F6"/>
          </a:solidFill>
          <a:ln xmlns:a="http://schemas.openxmlformats.org/drawingml/2006/main" w="15240">
            <a:solidFill>
              <a:srgbClr val="6795B2"/>
            </a:solidFill>
            <a:prstDash val="solid"/>
          </a:ln>
        </p:spPr>
      </p:sp>
      <p:sp>
        <p:nvSpPr>
          <p:cNvPr id="46" name="hierarchy-node-accent-level-3-node-2">
            <a:extLst xmlns:a="http://schemas.openxmlformats.org/drawingml/2006/main">
              <a:ext uri="{FF2B5EF4-FFF2-40B4-BE49-F238E27FC236}">
                <a16:creationId xmlns:a16="http://schemas.microsoft.com/office/drawing/2014/main" id="{CE1510EB-0303-4850-AB20-A6E69662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2472633"/>
            <a:ext cx="95250" cy="457200"/>
          </a:xfrm>
          <a:custGeom xmlns:a="http://schemas.openxmlformats.org/drawingml/2006/main">
            <a:pathLst>
              <a:path w="95250" h="4572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95250" y="400050"/>
                </a:lnTo>
                <a:lnTo>
                  <a:pt x="95250" y="419100"/>
                </a:lnTo>
                <a:lnTo>
                  <a:pt x="95250" y="438150"/>
                </a:lnTo>
                <a:lnTo>
                  <a:pt x="95250" y="457200"/>
                </a:lnTo>
                <a:lnTo>
                  <a:pt x="76200" y="457200"/>
                </a:lnTo>
                <a:lnTo>
                  <a:pt x="57150" y="457200"/>
                </a:lnTo>
                <a:lnTo>
                  <a:pt x="38100" y="45720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438150"/>
                </a:lnTo>
                <a:lnTo>
                  <a:pt x="0" y="419100"/>
                </a:lnTo>
                <a:lnTo>
                  <a:pt x="0" y="40005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95B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hierarchy-node-surface-level-3-node-3">
            <a:extLst xmlns:a="http://schemas.openxmlformats.org/drawingml/2006/main">
              <a:ext uri="{FF2B5EF4-FFF2-40B4-BE49-F238E27FC236}">
                <a16:creationId xmlns:a16="http://schemas.microsoft.com/office/drawing/2014/main" id="{774542E0-043D-4610-A593-737AF4CC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3287916"/>
            <a:ext cx="1790586" cy="457200"/>
          </a:xfrm>
          <a:custGeom xmlns:a="http://schemas.openxmlformats.org/drawingml/2006/main">
            <a:pathLst>
              <a:path w="1790586" h="457200">
                <a:moveTo>
                  <a:pt x="0" y="0"/>
                </a:moveTo>
                <a:lnTo>
                  <a:pt x="19031" y="0"/>
                </a:lnTo>
                <a:lnTo>
                  <a:pt x="38062" y="0"/>
                </a:lnTo>
                <a:lnTo>
                  <a:pt x="57093" y="0"/>
                </a:lnTo>
                <a:lnTo>
                  <a:pt x="76124" y="0"/>
                </a:lnTo>
                <a:lnTo>
                  <a:pt x="95155" y="0"/>
                </a:lnTo>
                <a:lnTo>
                  <a:pt x="114195" y="0"/>
                </a:lnTo>
                <a:lnTo>
                  <a:pt x="133226" y="0"/>
                </a:lnTo>
                <a:lnTo>
                  <a:pt x="152257" y="0"/>
                </a:lnTo>
                <a:lnTo>
                  <a:pt x="171288" y="0"/>
                </a:lnTo>
                <a:lnTo>
                  <a:pt x="190319" y="0"/>
                </a:lnTo>
                <a:lnTo>
                  <a:pt x="209350" y="0"/>
                </a:lnTo>
                <a:lnTo>
                  <a:pt x="228381" y="0"/>
                </a:lnTo>
                <a:lnTo>
                  <a:pt x="247412" y="0"/>
                </a:lnTo>
                <a:lnTo>
                  <a:pt x="266443" y="0"/>
                </a:lnTo>
                <a:lnTo>
                  <a:pt x="285474" y="0"/>
                </a:lnTo>
                <a:lnTo>
                  <a:pt x="304514" y="0"/>
                </a:lnTo>
                <a:lnTo>
                  <a:pt x="323545" y="0"/>
                </a:lnTo>
                <a:lnTo>
                  <a:pt x="342576" y="0"/>
                </a:lnTo>
                <a:lnTo>
                  <a:pt x="361607" y="0"/>
                </a:lnTo>
                <a:lnTo>
                  <a:pt x="380638" y="0"/>
                </a:lnTo>
                <a:lnTo>
                  <a:pt x="399669" y="0"/>
                </a:lnTo>
                <a:lnTo>
                  <a:pt x="418700" y="0"/>
                </a:lnTo>
                <a:lnTo>
                  <a:pt x="437731" y="0"/>
                </a:lnTo>
                <a:lnTo>
                  <a:pt x="456762" y="0"/>
                </a:lnTo>
                <a:lnTo>
                  <a:pt x="475793" y="0"/>
                </a:lnTo>
                <a:lnTo>
                  <a:pt x="494833" y="0"/>
                </a:lnTo>
                <a:lnTo>
                  <a:pt x="513864" y="0"/>
                </a:lnTo>
                <a:lnTo>
                  <a:pt x="532895" y="0"/>
                </a:lnTo>
                <a:lnTo>
                  <a:pt x="551926" y="0"/>
                </a:lnTo>
                <a:lnTo>
                  <a:pt x="570957" y="0"/>
                </a:lnTo>
                <a:lnTo>
                  <a:pt x="589988" y="0"/>
                </a:lnTo>
                <a:lnTo>
                  <a:pt x="609019" y="0"/>
                </a:lnTo>
                <a:lnTo>
                  <a:pt x="628050" y="0"/>
                </a:lnTo>
                <a:lnTo>
                  <a:pt x="647081" y="0"/>
                </a:lnTo>
                <a:lnTo>
                  <a:pt x="666112" y="0"/>
                </a:lnTo>
                <a:lnTo>
                  <a:pt x="685143" y="0"/>
                </a:lnTo>
                <a:lnTo>
                  <a:pt x="704183" y="0"/>
                </a:lnTo>
                <a:lnTo>
                  <a:pt x="723214" y="0"/>
                </a:lnTo>
                <a:lnTo>
                  <a:pt x="742245" y="0"/>
                </a:lnTo>
                <a:lnTo>
                  <a:pt x="761276" y="0"/>
                </a:lnTo>
                <a:lnTo>
                  <a:pt x="780307" y="0"/>
                </a:lnTo>
                <a:lnTo>
                  <a:pt x="799338" y="0"/>
                </a:lnTo>
                <a:lnTo>
                  <a:pt x="818369" y="0"/>
                </a:lnTo>
                <a:lnTo>
                  <a:pt x="837400" y="0"/>
                </a:lnTo>
                <a:lnTo>
                  <a:pt x="856431" y="0"/>
                </a:lnTo>
                <a:lnTo>
                  <a:pt x="875462" y="0"/>
                </a:lnTo>
                <a:lnTo>
                  <a:pt x="894502" y="0"/>
                </a:lnTo>
                <a:lnTo>
                  <a:pt x="913533" y="0"/>
                </a:lnTo>
                <a:lnTo>
                  <a:pt x="932564" y="0"/>
                </a:lnTo>
                <a:lnTo>
                  <a:pt x="951595" y="0"/>
                </a:lnTo>
                <a:lnTo>
                  <a:pt x="970626" y="0"/>
                </a:lnTo>
                <a:lnTo>
                  <a:pt x="989657" y="0"/>
                </a:lnTo>
                <a:lnTo>
                  <a:pt x="1008688" y="0"/>
                </a:lnTo>
                <a:lnTo>
                  <a:pt x="1027719" y="0"/>
                </a:lnTo>
                <a:lnTo>
                  <a:pt x="1046750" y="0"/>
                </a:lnTo>
                <a:lnTo>
                  <a:pt x="1065781" y="0"/>
                </a:lnTo>
                <a:lnTo>
                  <a:pt x="1084812" y="0"/>
                </a:lnTo>
                <a:lnTo>
                  <a:pt x="1103852" y="0"/>
                </a:lnTo>
                <a:lnTo>
                  <a:pt x="1122883" y="0"/>
                </a:lnTo>
                <a:lnTo>
                  <a:pt x="1141914" y="0"/>
                </a:lnTo>
                <a:lnTo>
                  <a:pt x="1160945" y="0"/>
                </a:lnTo>
                <a:lnTo>
                  <a:pt x="1179976" y="0"/>
                </a:lnTo>
                <a:lnTo>
                  <a:pt x="1199007" y="0"/>
                </a:lnTo>
                <a:lnTo>
                  <a:pt x="1218038" y="0"/>
                </a:lnTo>
                <a:lnTo>
                  <a:pt x="1237069" y="0"/>
                </a:lnTo>
                <a:lnTo>
                  <a:pt x="1256100" y="0"/>
                </a:lnTo>
                <a:lnTo>
                  <a:pt x="1275131" y="0"/>
                </a:lnTo>
                <a:lnTo>
                  <a:pt x="1294171" y="0"/>
                </a:lnTo>
                <a:lnTo>
                  <a:pt x="1313202" y="0"/>
                </a:lnTo>
                <a:lnTo>
                  <a:pt x="1332233" y="0"/>
                </a:lnTo>
                <a:lnTo>
                  <a:pt x="1351264" y="0"/>
                </a:lnTo>
                <a:lnTo>
                  <a:pt x="1370295" y="0"/>
                </a:lnTo>
                <a:lnTo>
                  <a:pt x="1389326" y="0"/>
                </a:lnTo>
                <a:lnTo>
                  <a:pt x="1408357" y="0"/>
                </a:lnTo>
                <a:lnTo>
                  <a:pt x="1427388" y="0"/>
                </a:lnTo>
                <a:lnTo>
                  <a:pt x="1446419" y="0"/>
                </a:lnTo>
                <a:lnTo>
                  <a:pt x="1465450" y="0"/>
                </a:lnTo>
                <a:lnTo>
                  <a:pt x="1484490" y="0"/>
                </a:lnTo>
                <a:lnTo>
                  <a:pt x="1503521" y="0"/>
                </a:lnTo>
                <a:lnTo>
                  <a:pt x="1522552" y="0"/>
                </a:lnTo>
                <a:lnTo>
                  <a:pt x="1541583" y="0"/>
                </a:lnTo>
                <a:lnTo>
                  <a:pt x="1560614" y="0"/>
                </a:lnTo>
                <a:lnTo>
                  <a:pt x="1579645" y="0"/>
                </a:lnTo>
                <a:lnTo>
                  <a:pt x="1598676" y="0"/>
                </a:lnTo>
                <a:lnTo>
                  <a:pt x="1617707" y="0"/>
                </a:lnTo>
                <a:lnTo>
                  <a:pt x="1636738" y="0"/>
                </a:lnTo>
                <a:lnTo>
                  <a:pt x="1655769" y="0"/>
                </a:lnTo>
                <a:lnTo>
                  <a:pt x="1666142" y="15078"/>
                </a:lnTo>
                <a:lnTo>
                  <a:pt x="1675733" y="31518"/>
                </a:lnTo>
                <a:lnTo>
                  <a:pt x="1685325" y="47958"/>
                </a:lnTo>
                <a:lnTo>
                  <a:pt x="1694917" y="64399"/>
                </a:lnTo>
                <a:lnTo>
                  <a:pt x="1704499" y="80839"/>
                </a:lnTo>
                <a:lnTo>
                  <a:pt x="1714090" y="97269"/>
                </a:lnTo>
                <a:lnTo>
                  <a:pt x="1723682" y="113709"/>
                </a:lnTo>
                <a:lnTo>
                  <a:pt x="1733274" y="130150"/>
                </a:lnTo>
                <a:lnTo>
                  <a:pt x="1742865" y="146590"/>
                </a:lnTo>
                <a:lnTo>
                  <a:pt x="1752448" y="163030"/>
                </a:lnTo>
                <a:lnTo>
                  <a:pt x="1762039" y="179470"/>
                </a:lnTo>
                <a:lnTo>
                  <a:pt x="1771631" y="195910"/>
                </a:lnTo>
                <a:lnTo>
                  <a:pt x="1781223" y="212350"/>
                </a:lnTo>
                <a:lnTo>
                  <a:pt x="1790586" y="228791"/>
                </a:lnTo>
                <a:lnTo>
                  <a:pt x="1781004" y="245231"/>
                </a:lnTo>
                <a:lnTo>
                  <a:pt x="1771412" y="261671"/>
                </a:lnTo>
                <a:lnTo>
                  <a:pt x="1761820" y="278101"/>
                </a:lnTo>
                <a:lnTo>
                  <a:pt x="1752229" y="294542"/>
                </a:lnTo>
                <a:lnTo>
                  <a:pt x="1742646" y="310982"/>
                </a:lnTo>
                <a:lnTo>
                  <a:pt x="1733055" y="327422"/>
                </a:lnTo>
                <a:lnTo>
                  <a:pt x="1723463" y="343862"/>
                </a:lnTo>
                <a:lnTo>
                  <a:pt x="1713871" y="360302"/>
                </a:lnTo>
                <a:lnTo>
                  <a:pt x="1704280" y="376742"/>
                </a:lnTo>
                <a:lnTo>
                  <a:pt x="1694698" y="393182"/>
                </a:lnTo>
                <a:lnTo>
                  <a:pt x="1685106" y="409623"/>
                </a:lnTo>
                <a:lnTo>
                  <a:pt x="1675514" y="426063"/>
                </a:lnTo>
                <a:lnTo>
                  <a:pt x="1665923" y="442503"/>
                </a:lnTo>
                <a:lnTo>
                  <a:pt x="1655340" y="457200"/>
                </a:lnTo>
                <a:lnTo>
                  <a:pt x="1636309" y="457200"/>
                </a:lnTo>
                <a:lnTo>
                  <a:pt x="1617269" y="457200"/>
                </a:lnTo>
                <a:lnTo>
                  <a:pt x="1598238" y="457200"/>
                </a:lnTo>
                <a:lnTo>
                  <a:pt x="1579207" y="457200"/>
                </a:lnTo>
                <a:lnTo>
                  <a:pt x="1560176" y="457200"/>
                </a:lnTo>
                <a:lnTo>
                  <a:pt x="1541145" y="457200"/>
                </a:lnTo>
                <a:lnTo>
                  <a:pt x="1522114" y="457200"/>
                </a:lnTo>
                <a:lnTo>
                  <a:pt x="1503083" y="457200"/>
                </a:lnTo>
                <a:lnTo>
                  <a:pt x="1484052" y="457200"/>
                </a:lnTo>
                <a:lnTo>
                  <a:pt x="1465021" y="457200"/>
                </a:lnTo>
                <a:lnTo>
                  <a:pt x="1445990" y="457200"/>
                </a:lnTo>
                <a:lnTo>
                  <a:pt x="1426959" y="457200"/>
                </a:lnTo>
                <a:lnTo>
                  <a:pt x="1407919" y="457200"/>
                </a:lnTo>
                <a:lnTo>
                  <a:pt x="1388888" y="457200"/>
                </a:lnTo>
                <a:lnTo>
                  <a:pt x="1369857" y="457200"/>
                </a:lnTo>
                <a:lnTo>
                  <a:pt x="1350826" y="457200"/>
                </a:lnTo>
                <a:lnTo>
                  <a:pt x="1331795" y="457200"/>
                </a:lnTo>
                <a:lnTo>
                  <a:pt x="1312764" y="457200"/>
                </a:lnTo>
                <a:lnTo>
                  <a:pt x="1293733" y="457200"/>
                </a:lnTo>
                <a:lnTo>
                  <a:pt x="1274702" y="457200"/>
                </a:lnTo>
                <a:lnTo>
                  <a:pt x="1255671" y="457200"/>
                </a:lnTo>
                <a:lnTo>
                  <a:pt x="1236640" y="457200"/>
                </a:lnTo>
                <a:lnTo>
                  <a:pt x="1217600" y="457200"/>
                </a:lnTo>
                <a:lnTo>
                  <a:pt x="1198569" y="457200"/>
                </a:lnTo>
                <a:lnTo>
                  <a:pt x="1179538" y="457200"/>
                </a:lnTo>
                <a:lnTo>
                  <a:pt x="1160507" y="457200"/>
                </a:lnTo>
                <a:lnTo>
                  <a:pt x="1141476" y="457200"/>
                </a:lnTo>
                <a:lnTo>
                  <a:pt x="1122445" y="457200"/>
                </a:lnTo>
                <a:lnTo>
                  <a:pt x="1103414" y="457200"/>
                </a:lnTo>
                <a:lnTo>
                  <a:pt x="1084383" y="457200"/>
                </a:lnTo>
                <a:lnTo>
                  <a:pt x="1065352" y="457200"/>
                </a:lnTo>
                <a:lnTo>
                  <a:pt x="1046321" y="457200"/>
                </a:lnTo>
                <a:lnTo>
                  <a:pt x="1027290" y="457200"/>
                </a:lnTo>
                <a:lnTo>
                  <a:pt x="1008250" y="457200"/>
                </a:lnTo>
                <a:lnTo>
                  <a:pt x="989219" y="457200"/>
                </a:lnTo>
                <a:lnTo>
                  <a:pt x="970188" y="457200"/>
                </a:lnTo>
                <a:lnTo>
                  <a:pt x="951157" y="457200"/>
                </a:lnTo>
                <a:lnTo>
                  <a:pt x="932126" y="457200"/>
                </a:lnTo>
                <a:lnTo>
                  <a:pt x="913095" y="457200"/>
                </a:lnTo>
                <a:lnTo>
                  <a:pt x="894064" y="457200"/>
                </a:lnTo>
                <a:lnTo>
                  <a:pt x="875033" y="457200"/>
                </a:lnTo>
                <a:lnTo>
                  <a:pt x="856002" y="457200"/>
                </a:lnTo>
                <a:lnTo>
                  <a:pt x="836971" y="457200"/>
                </a:lnTo>
                <a:lnTo>
                  <a:pt x="817931" y="457200"/>
                </a:lnTo>
                <a:lnTo>
                  <a:pt x="798900" y="457200"/>
                </a:lnTo>
                <a:lnTo>
                  <a:pt x="779869" y="457200"/>
                </a:lnTo>
                <a:lnTo>
                  <a:pt x="760838" y="457200"/>
                </a:lnTo>
                <a:lnTo>
                  <a:pt x="741807" y="457200"/>
                </a:lnTo>
                <a:lnTo>
                  <a:pt x="722776" y="457200"/>
                </a:lnTo>
                <a:lnTo>
                  <a:pt x="703745" y="457200"/>
                </a:lnTo>
                <a:lnTo>
                  <a:pt x="684714" y="457200"/>
                </a:lnTo>
                <a:lnTo>
                  <a:pt x="665683" y="457200"/>
                </a:lnTo>
                <a:lnTo>
                  <a:pt x="646652" y="457200"/>
                </a:lnTo>
                <a:lnTo>
                  <a:pt x="627612" y="457200"/>
                </a:lnTo>
                <a:lnTo>
                  <a:pt x="608581" y="457200"/>
                </a:lnTo>
                <a:lnTo>
                  <a:pt x="589550" y="457200"/>
                </a:lnTo>
                <a:lnTo>
                  <a:pt x="570519" y="457200"/>
                </a:lnTo>
                <a:lnTo>
                  <a:pt x="551488" y="457200"/>
                </a:lnTo>
                <a:lnTo>
                  <a:pt x="532457" y="457200"/>
                </a:lnTo>
                <a:lnTo>
                  <a:pt x="513426" y="457200"/>
                </a:lnTo>
                <a:lnTo>
                  <a:pt x="494395" y="457200"/>
                </a:lnTo>
                <a:lnTo>
                  <a:pt x="475364" y="457200"/>
                </a:lnTo>
                <a:lnTo>
                  <a:pt x="456333" y="457200"/>
                </a:lnTo>
                <a:lnTo>
                  <a:pt x="437302" y="457200"/>
                </a:lnTo>
                <a:lnTo>
                  <a:pt x="418262" y="457200"/>
                </a:lnTo>
                <a:lnTo>
                  <a:pt x="399231" y="457200"/>
                </a:lnTo>
                <a:lnTo>
                  <a:pt x="380200" y="457200"/>
                </a:lnTo>
                <a:lnTo>
                  <a:pt x="361169" y="457200"/>
                </a:lnTo>
                <a:lnTo>
                  <a:pt x="342138" y="457200"/>
                </a:lnTo>
                <a:lnTo>
                  <a:pt x="323107" y="457200"/>
                </a:lnTo>
                <a:lnTo>
                  <a:pt x="304076" y="457200"/>
                </a:lnTo>
                <a:lnTo>
                  <a:pt x="285045" y="457200"/>
                </a:lnTo>
                <a:lnTo>
                  <a:pt x="266014" y="457200"/>
                </a:lnTo>
                <a:lnTo>
                  <a:pt x="246983" y="457200"/>
                </a:lnTo>
                <a:lnTo>
                  <a:pt x="227943" y="457200"/>
                </a:lnTo>
                <a:lnTo>
                  <a:pt x="208912" y="457200"/>
                </a:lnTo>
                <a:lnTo>
                  <a:pt x="189881" y="457200"/>
                </a:lnTo>
                <a:lnTo>
                  <a:pt x="170850" y="457200"/>
                </a:lnTo>
                <a:lnTo>
                  <a:pt x="151819" y="457200"/>
                </a:lnTo>
                <a:lnTo>
                  <a:pt x="132788" y="457200"/>
                </a:lnTo>
                <a:lnTo>
                  <a:pt x="113757" y="457200"/>
                </a:lnTo>
                <a:lnTo>
                  <a:pt x="94726" y="457200"/>
                </a:lnTo>
                <a:lnTo>
                  <a:pt x="75695" y="457200"/>
                </a:lnTo>
                <a:lnTo>
                  <a:pt x="56664" y="457200"/>
                </a:lnTo>
                <a:lnTo>
                  <a:pt x="37633" y="457200"/>
                </a:lnTo>
                <a:lnTo>
                  <a:pt x="18593" y="457200"/>
                </a:lnTo>
                <a:lnTo>
                  <a:pt x="0" y="456762"/>
                </a:lnTo>
                <a:lnTo>
                  <a:pt x="0" y="437731"/>
                </a:lnTo>
                <a:lnTo>
                  <a:pt x="0" y="418700"/>
                </a:lnTo>
                <a:lnTo>
                  <a:pt x="0" y="399669"/>
                </a:lnTo>
                <a:lnTo>
                  <a:pt x="0" y="380638"/>
                </a:lnTo>
                <a:lnTo>
                  <a:pt x="0" y="361607"/>
                </a:lnTo>
                <a:lnTo>
                  <a:pt x="0" y="342576"/>
                </a:lnTo>
                <a:lnTo>
                  <a:pt x="0" y="323545"/>
                </a:lnTo>
                <a:lnTo>
                  <a:pt x="0" y="304514"/>
                </a:lnTo>
                <a:lnTo>
                  <a:pt x="0" y="285474"/>
                </a:lnTo>
                <a:lnTo>
                  <a:pt x="0" y="266443"/>
                </a:lnTo>
                <a:lnTo>
                  <a:pt x="0" y="247412"/>
                </a:lnTo>
                <a:lnTo>
                  <a:pt x="0" y="228381"/>
                </a:lnTo>
                <a:lnTo>
                  <a:pt x="0" y="209350"/>
                </a:lnTo>
                <a:lnTo>
                  <a:pt x="0" y="190319"/>
                </a:lnTo>
                <a:lnTo>
                  <a:pt x="0" y="171288"/>
                </a:lnTo>
                <a:lnTo>
                  <a:pt x="0" y="152257"/>
                </a:lnTo>
                <a:lnTo>
                  <a:pt x="0" y="133226"/>
                </a:lnTo>
                <a:lnTo>
                  <a:pt x="0" y="114195"/>
                </a:lnTo>
                <a:lnTo>
                  <a:pt x="0" y="95155"/>
                </a:lnTo>
                <a:lnTo>
                  <a:pt x="0" y="76124"/>
                </a:lnTo>
                <a:lnTo>
                  <a:pt x="0" y="57093"/>
                </a:lnTo>
                <a:lnTo>
                  <a:pt x="0" y="38062"/>
                </a:lnTo>
                <a:lnTo>
                  <a:pt x="0" y="190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3F6"/>
          </a:solidFill>
          <a:ln xmlns:a="http://schemas.openxmlformats.org/drawingml/2006/main" w="15240">
            <a:solidFill>
              <a:srgbClr val="6795B2"/>
            </a:solidFill>
            <a:prstDash val="solid"/>
          </a:ln>
        </p:spPr>
      </p:sp>
      <p:sp>
        <p:nvSpPr>
          <p:cNvPr id="48" name="hierarchy-node-accent-level-3-node-3">
            <a:extLst xmlns:a="http://schemas.openxmlformats.org/drawingml/2006/main">
              <a:ext uri="{FF2B5EF4-FFF2-40B4-BE49-F238E27FC236}">
                <a16:creationId xmlns:a16="http://schemas.microsoft.com/office/drawing/2014/main" id="{4FF6DD94-ED15-4B1B-8AA0-AB57E9F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3287916"/>
            <a:ext cx="95250" cy="457200"/>
          </a:xfrm>
          <a:custGeom xmlns:a="http://schemas.openxmlformats.org/drawingml/2006/main">
            <a:pathLst>
              <a:path w="95250" h="4572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95250" y="400050"/>
                </a:lnTo>
                <a:lnTo>
                  <a:pt x="95250" y="419100"/>
                </a:lnTo>
                <a:lnTo>
                  <a:pt x="95250" y="438150"/>
                </a:lnTo>
                <a:lnTo>
                  <a:pt x="95250" y="457200"/>
                </a:lnTo>
                <a:lnTo>
                  <a:pt x="76200" y="457200"/>
                </a:lnTo>
                <a:lnTo>
                  <a:pt x="57150" y="457200"/>
                </a:lnTo>
                <a:lnTo>
                  <a:pt x="38100" y="45720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438150"/>
                </a:lnTo>
                <a:lnTo>
                  <a:pt x="0" y="419100"/>
                </a:lnTo>
                <a:lnTo>
                  <a:pt x="0" y="40005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95B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hierarchy-node-surface-level-3-node-4">
            <a:extLst xmlns:a="http://schemas.openxmlformats.org/drawingml/2006/main">
              <a:ext uri="{FF2B5EF4-FFF2-40B4-BE49-F238E27FC236}">
                <a16:creationId xmlns:a16="http://schemas.microsoft.com/office/drawing/2014/main" id="{E7B86478-3243-40A7-8203-39C86DF5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4103341"/>
            <a:ext cx="1790586" cy="457200"/>
          </a:xfrm>
          <a:custGeom xmlns:a="http://schemas.openxmlformats.org/drawingml/2006/main">
            <a:pathLst>
              <a:path w="1790586" h="457200">
                <a:moveTo>
                  <a:pt x="0" y="0"/>
                </a:moveTo>
                <a:lnTo>
                  <a:pt x="19031" y="0"/>
                </a:lnTo>
                <a:lnTo>
                  <a:pt x="38062" y="0"/>
                </a:lnTo>
                <a:lnTo>
                  <a:pt x="57093" y="0"/>
                </a:lnTo>
                <a:lnTo>
                  <a:pt x="76124" y="0"/>
                </a:lnTo>
                <a:lnTo>
                  <a:pt x="95155" y="0"/>
                </a:lnTo>
                <a:lnTo>
                  <a:pt x="114195" y="0"/>
                </a:lnTo>
                <a:lnTo>
                  <a:pt x="133226" y="0"/>
                </a:lnTo>
                <a:lnTo>
                  <a:pt x="152257" y="0"/>
                </a:lnTo>
                <a:lnTo>
                  <a:pt x="171288" y="0"/>
                </a:lnTo>
                <a:lnTo>
                  <a:pt x="190319" y="0"/>
                </a:lnTo>
                <a:lnTo>
                  <a:pt x="209350" y="0"/>
                </a:lnTo>
                <a:lnTo>
                  <a:pt x="228381" y="0"/>
                </a:lnTo>
                <a:lnTo>
                  <a:pt x="247412" y="0"/>
                </a:lnTo>
                <a:lnTo>
                  <a:pt x="266443" y="0"/>
                </a:lnTo>
                <a:lnTo>
                  <a:pt x="285474" y="0"/>
                </a:lnTo>
                <a:lnTo>
                  <a:pt x="304514" y="0"/>
                </a:lnTo>
                <a:lnTo>
                  <a:pt x="323545" y="0"/>
                </a:lnTo>
                <a:lnTo>
                  <a:pt x="342576" y="0"/>
                </a:lnTo>
                <a:lnTo>
                  <a:pt x="361607" y="0"/>
                </a:lnTo>
                <a:lnTo>
                  <a:pt x="380638" y="0"/>
                </a:lnTo>
                <a:lnTo>
                  <a:pt x="399669" y="0"/>
                </a:lnTo>
                <a:lnTo>
                  <a:pt x="418700" y="0"/>
                </a:lnTo>
                <a:lnTo>
                  <a:pt x="437731" y="0"/>
                </a:lnTo>
                <a:lnTo>
                  <a:pt x="456762" y="0"/>
                </a:lnTo>
                <a:lnTo>
                  <a:pt x="475793" y="0"/>
                </a:lnTo>
                <a:lnTo>
                  <a:pt x="494833" y="0"/>
                </a:lnTo>
                <a:lnTo>
                  <a:pt x="513864" y="0"/>
                </a:lnTo>
                <a:lnTo>
                  <a:pt x="532895" y="0"/>
                </a:lnTo>
                <a:lnTo>
                  <a:pt x="551926" y="0"/>
                </a:lnTo>
                <a:lnTo>
                  <a:pt x="570957" y="0"/>
                </a:lnTo>
                <a:lnTo>
                  <a:pt x="589988" y="0"/>
                </a:lnTo>
                <a:lnTo>
                  <a:pt x="609019" y="0"/>
                </a:lnTo>
                <a:lnTo>
                  <a:pt x="628050" y="0"/>
                </a:lnTo>
                <a:lnTo>
                  <a:pt x="647081" y="0"/>
                </a:lnTo>
                <a:lnTo>
                  <a:pt x="666112" y="0"/>
                </a:lnTo>
                <a:lnTo>
                  <a:pt x="685143" y="0"/>
                </a:lnTo>
                <a:lnTo>
                  <a:pt x="704183" y="0"/>
                </a:lnTo>
                <a:lnTo>
                  <a:pt x="723214" y="0"/>
                </a:lnTo>
                <a:lnTo>
                  <a:pt x="742245" y="0"/>
                </a:lnTo>
                <a:lnTo>
                  <a:pt x="761276" y="0"/>
                </a:lnTo>
                <a:lnTo>
                  <a:pt x="780307" y="0"/>
                </a:lnTo>
                <a:lnTo>
                  <a:pt x="799338" y="0"/>
                </a:lnTo>
                <a:lnTo>
                  <a:pt x="818369" y="0"/>
                </a:lnTo>
                <a:lnTo>
                  <a:pt x="837400" y="0"/>
                </a:lnTo>
                <a:lnTo>
                  <a:pt x="856431" y="0"/>
                </a:lnTo>
                <a:lnTo>
                  <a:pt x="875462" y="0"/>
                </a:lnTo>
                <a:lnTo>
                  <a:pt x="894502" y="0"/>
                </a:lnTo>
                <a:lnTo>
                  <a:pt x="913533" y="0"/>
                </a:lnTo>
                <a:lnTo>
                  <a:pt x="932564" y="0"/>
                </a:lnTo>
                <a:lnTo>
                  <a:pt x="951595" y="0"/>
                </a:lnTo>
                <a:lnTo>
                  <a:pt x="970626" y="0"/>
                </a:lnTo>
                <a:lnTo>
                  <a:pt x="989657" y="0"/>
                </a:lnTo>
                <a:lnTo>
                  <a:pt x="1008688" y="0"/>
                </a:lnTo>
                <a:lnTo>
                  <a:pt x="1027719" y="0"/>
                </a:lnTo>
                <a:lnTo>
                  <a:pt x="1046750" y="0"/>
                </a:lnTo>
                <a:lnTo>
                  <a:pt x="1065781" y="0"/>
                </a:lnTo>
                <a:lnTo>
                  <a:pt x="1084812" y="0"/>
                </a:lnTo>
                <a:lnTo>
                  <a:pt x="1103852" y="0"/>
                </a:lnTo>
                <a:lnTo>
                  <a:pt x="1122883" y="0"/>
                </a:lnTo>
                <a:lnTo>
                  <a:pt x="1141914" y="0"/>
                </a:lnTo>
                <a:lnTo>
                  <a:pt x="1160945" y="0"/>
                </a:lnTo>
                <a:lnTo>
                  <a:pt x="1179976" y="0"/>
                </a:lnTo>
                <a:lnTo>
                  <a:pt x="1199007" y="0"/>
                </a:lnTo>
                <a:lnTo>
                  <a:pt x="1218038" y="0"/>
                </a:lnTo>
                <a:lnTo>
                  <a:pt x="1237069" y="0"/>
                </a:lnTo>
                <a:lnTo>
                  <a:pt x="1256100" y="0"/>
                </a:lnTo>
                <a:lnTo>
                  <a:pt x="1275131" y="0"/>
                </a:lnTo>
                <a:lnTo>
                  <a:pt x="1294171" y="0"/>
                </a:lnTo>
                <a:lnTo>
                  <a:pt x="1313202" y="0"/>
                </a:lnTo>
                <a:lnTo>
                  <a:pt x="1332233" y="0"/>
                </a:lnTo>
                <a:lnTo>
                  <a:pt x="1351264" y="0"/>
                </a:lnTo>
                <a:lnTo>
                  <a:pt x="1370295" y="0"/>
                </a:lnTo>
                <a:lnTo>
                  <a:pt x="1389326" y="0"/>
                </a:lnTo>
                <a:lnTo>
                  <a:pt x="1408357" y="0"/>
                </a:lnTo>
                <a:lnTo>
                  <a:pt x="1427388" y="0"/>
                </a:lnTo>
                <a:lnTo>
                  <a:pt x="1446419" y="0"/>
                </a:lnTo>
                <a:lnTo>
                  <a:pt x="1465450" y="0"/>
                </a:lnTo>
                <a:lnTo>
                  <a:pt x="1484490" y="0"/>
                </a:lnTo>
                <a:lnTo>
                  <a:pt x="1503521" y="0"/>
                </a:lnTo>
                <a:lnTo>
                  <a:pt x="1522552" y="0"/>
                </a:lnTo>
                <a:lnTo>
                  <a:pt x="1541583" y="0"/>
                </a:lnTo>
                <a:lnTo>
                  <a:pt x="1560614" y="0"/>
                </a:lnTo>
                <a:lnTo>
                  <a:pt x="1579645" y="0"/>
                </a:lnTo>
                <a:lnTo>
                  <a:pt x="1598676" y="0"/>
                </a:lnTo>
                <a:lnTo>
                  <a:pt x="1617707" y="0"/>
                </a:lnTo>
                <a:lnTo>
                  <a:pt x="1636738" y="0"/>
                </a:lnTo>
                <a:lnTo>
                  <a:pt x="1655769" y="0"/>
                </a:lnTo>
                <a:lnTo>
                  <a:pt x="1666142" y="15078"/>
                </a:lnTo>
                <a:lnTo>
                  <a:pt x="1675733" y="31518"/>
                </a:lnTo>
                <a:lnTo>
                  <a:pt x="1685325" y="47958"/>
                </a:lnTo>
                <a:lnTo>
                  <a:pt x="1694917" y="64399"/>
                </a:lnTo>
                <a:lnTo>
                  <a:pt x="1704499" y="80839"/>
                </a:lnTo>
                <a:lnTo>
                  <a:pt x="1714090" y="97269"/>
                </a:lnTo>
                <a:lnTo>
                  <a:pt x="1723682" y="113709"/>
                </a:lnTo>
                <a:lnTo>
                  <a:pt x="1733274" y="130150"/>
                </a:lnTo>
                <a:lnTo>
                  <a:pt x="1742865" y="146590"/>
                </a:lnTo>
                <a:lnTo>
                  <a:pt x="1752448" y="163030"/>
                </a:lnTo>
                <a:lnTo>
                  <a:pt x="1762039" y="179470"/>
                </a:lnTo>
                <a:lnTo>
                  <a:pt x="1771631" y="195910"/>
                </a:lnTo>
                <a:lnTo>
                  <a:pt x="1781223" y="212350"/>
                </a:lnTo>
                <a:lnTo>
                  <a:pt x="1790586" y="228791"/>
                </a:lnTo>
                <a:lnTo>
                  <a:pt x="1781004" y="245231"/>
                </a:lnTo>
                <a:lnTo>
                  <a:pt x="1771412" y="261671"/>
                </a:lnTo>
                <a:lnTo>
                  <a:pt x="1761820" y="278101"/>
                </a:lnTo>
                <a:lnTo>
                  <a:pt x="1752229" y="294542"/>
                </a:lnTo>
                <a:lnTo>
                  <a:pt x="1742646" y="310982"/>
                </a:lnTo>
                <a:lnTo>
                  <a:pt x="1733055" y="327422"/>
                </a:lnTo>
                <a:lnTo>
                  <a:pt x="1723463" y="343862"/>
                </a:lnTo>
                <a:lnTo>
                  <a:pt x="1713871" y="360302"/>
                </a:lnTo>
                <a:lnTo>
                  <a:pt x="1704280" y="376742"/>
                </a:lnTo>
                <a:lnTo>
                  <a:pt x="1694698" y="393182"/>
                </a:lnTo>
                <a:lnTo>
                  <a:pt x="1685106" y="409623"/>
                </a:lnTo>
                <a:lnTo>
                  <a:pt x="1675514" y="426063"/>
                </a:lnTo>
                <a:lnTo>
                  <a:pt x="1665923" y="442503"/>
                </a:lnTo>
                <a:lnTo>
                  <a:pt x="1655340" y="457200"/>
                </a:lnTo>
                <a:lnTo>
                  <a:pt x="1636309" y="457200"/>
                </a:lnTo>
                <a:lnTo>
                  <a:pt x="1617269" y="457200"/>
                </a:lnTo>
                <a:lnTo>
                  <a:pt x="1598238" y="457200"/>
                </a:lnTo>
                <a:lnTo>
                  <a:pt x="1579207" y="457200"/>
                </a:lnTo>
                <a:lnTo>
                  <a:pt x="1560176" y="457200"/>
                </a:lnTo>
                <a:lnTo>
                  <a:pt x="1541145" y="457200"/>
                </a:lnTo>
                <a:lnTo>
                  <a:pt x="1522114" y="457200"/>
                </a:lnTo>
                <a:lnTo>
                  <a:pt x="1503083" y="457200"/>
                </a:lnTo>
                <a:lnTo>
                  <a:pt x="1484052" y="457200"/>
                </a:lnTo>
                <a:lnTo>
                  <a:pt x="1465021" y="457200"/>
                </a:lnTo>
                <a:lnTo>
                  <a:pt x="1445990" y="457200"/>
                </a:lnTo>
                <a:lnTo>
                  <a:pt x="1426959" y="457200"/>
                </a:lnTo>
                <a:lnTo>
                  <a:pt x="1407919" y="457200"/>
                </a:lnTo>
                <a:lnTo>
                  <a:pt x="1388888" y="457200"/>
                </a:lnTo>
                <a:lnTo>
                  <a:pt x="1369857" y="457200"/>
                </a:lnTo>
                <a:lnTo>
                  <a:pt x="1350826" y="457200"/>
                </a:lnTo>
                <a:lnTo>
                  <a:pt x="1331795" y="457200"/>
                </a:lnTo>
                <a:lnTo>
                  <a:pt x="1312764" y="457200"/>
                </a:lnTo>
                <a:lnTo>
                  <a:pt x="1293733" y="457200"/>
                </a:lnTo>
                <a:lnTo>
                  <a:pt x="1274702" y="457200"/>
                </a:lnTo>
                <a:lnTo>
                  <a:pt x="1255671" y="457200"/>
                </a:lnTo>
                <a:lnTo>
                  <a:pt x="1236640" y="457200"/>
                </a:lnTo>
                <a:lnTo>
                  <a:pt x="1217600" y="457200"/>
                </a:lnTo>
                <a:lnTo>
                  <a:pt x="1198569" y="457200"/>
                </a:lnTo>
                <a:lnTo>
                  <a:pt x="1179538" y="457200"/>
                </a:lnTo>
                <a:lnTo>
                  <a:pt x="1160507" y="457200"/>
                </a:lnTo>
                <a:lnTo>
                  <a:pt x="1141476" y="457200"/>
                </a:lnTo>
                <a:lnTo>
                  <a:pt x="1122445" y="457200"/>
                </a:lnTo>
                <a:lnTo>
                  <a:pt x="1103414" y="457200"/>
                </a:lnTo>
                <a:lnTo>
                  <a:pt x="1084383" y="457200"/>
                </a:lnTo>
                <a:lnTo>
                  <a:pt x="1065352" y="457200"/>
                </a:lnTo>
                <a:lnTo>
                  <a:pt x="1046321" y="457200"/>
                </a:lnTo>
                <a:lnTo>
                  <a:pt x="1027290" y="457200"/>
                </a:lnTo>
                <a:lnTo>
                  <a:pt x="1008250" y="457200"/>
                </a:lnTo>
                <a:lnTo>
                  <a:pt x="989219" y="457200"/>
                </a:lnTo>
                <a:lnTo>
                  <a:pt x="970188" y="457200"/>
                </a:lnTo>
                <a:lnTo>
                  <a:pt x="951157" y="457200"/>
                </a:lnTo>
                <a:lnTo>
                  <a:pt x="932126" y="457200"/>
                </a:lnTo>
                <a:lnTo>
                  <a:pt x="913095" y="457200"/>
                </a:lnTo>
                <a:lnTo>
                  <a:pt x="894064" y="457200"/>
                </a:lnTo>
                <a:lnTo>
                  <a:pt x="875033" y="457200"/>
                </a:lnTo>
                <a:lnTo>
                  <a:pt x="856002" y="457200"/>
                </a:lnTo>
                <a:lnTo>
                  <a:pt x="836971" y="457200"/>
                </a:lnTo>
                <a:lnTo>
                  <a:pt x="817931" y="457200"/>
                </a:lnTo>
                <a:lnTo>
                  <a:pt x="798900" y="457200"/>
                </a:lnTo>
                <a:lnTo>
                  <a:pt x="779869" y="457200"/>
                </a:lnTo>
                <a:lnTo>
                  <a:pt x="760838" y="457200"/>
                </a:lnTo>
                <a:lnTo>
                  <a:pt x="741807" y="457200"/>
                </a:lnTo>
                <a:lnTo>
                  <a:pt x="722776" y="457200"/>
                </a:lnTo>
                <a:lnTo>
                  <a:pt x="703745" y="457200"/>
                </a:lnTo>
                <a:lnTo>
                  <a:pt x="684714" y="457200"/>
                </a:lnTo>
                <a:lnTo>
                  <a:pt x="665683" y="457200"/>
                </a:lnTo>
                <a:lnTo>
                  <a:pt x="646652" y="457200"/>
                </a:lnTo>
                <a:lnTo>
                  <a:pt x="627612" y="457200"/>
                </a:lnTo>
                <a:lnTo>
                  <a:pt x="608581" y="457200"/>
                </a:lnTo>
                <a:lnTo>
                  <a:pt x="589550" y="457200"/>
                </a:lnTo>
                <a:lnTo>
                  <a:pt x="570519" y="457200"/>
                </a:lnTo>
                <a:lnTo>
                  <a:pt x="551488" y="457200"/>
                </a:lnTo>
                <a:lnTo>
                  <a:pt x="532457" y="457200"/>
                </a:lnTo>
                <a:lnTo>
                  <a:pt x="513426" y="457200"/>
                </a:lnTo>
                <a:lnTo>
                  <a:pt x="494395" y="457200"/>
                </a:lnTo>
                <a:lnTo>
                  <a:pt x="475364" y="457200"/>
                </a:lnTo>
                <a:lnTo>
                  <a:pt x="456333" y="457200"/>
                </a:lnTo>
                <a:lnTo>
                  <a:pt x="437302" y="457200"/>
                </a:lnTo>
                <a:lnTo>
                  <a:pt x="418262" y="457200"/>
                </a:lnTo>
                <a:lnTo>
                  <a:pt x="399231" y="457200"/>
                </a:lnTo>
                <a:lnTo>
                  <a:pt x="380200" y="457200"/>
                </a:lnTo>
                <a:lnTo>
                  <a:pt x="361169" y="457200"/>
                </a:lnTo>
                <a:lnTo>
                  <a:pt x="342138" y="457200"/>
                </a:lnTo>
                <a:lnTo>
                  <a:pt x="323107" y="457200"/>
                </a:lnTo>
                <a:lnTo>
                  <a:pt x="304076" y="457200"/>
                </a:lnTo>
                <a:lnTo>
                  <a:pt x="285045" y="457200"/>
                </a:lnTo>
                <a:lnTo>
                  <a:pt x="266014" y="457200"/>
                </a:lnTo>
                <a:lnTo>
                  <a:pt x="246983" y="457200"/>
                </a:lnTo>
                <a:lnTo>
                  <a:pt x="227943" y="457200"/>
                </a:lnTo>
                <a:lnTo>
                  <a:pt x="208912" y="457200"/>
                </a:lnTo>
                <a:lnTo>
                  <a:pt x="189881" y="457200"/>
                </a:lnTo>
                <a:lnTo>
                  <a:pt x="170850" y="457200"/>
                </a:lnTo>
                <a:lnTo>
                  <a:pt x="151819" y="457200"/>
                </a:lnTo>
                <a:lnTo>
                  <a:pt x="132788" y="457200"/>
                </a:lnTo>
                <a:lnTo>
                  <a:pt x="113757" y="457200"/>
                </a:lnTo>
                <a:lnTo>
                  <a:pt x="94726" y="457200"/>
                </a:lnTo>
                <a:lnTo>
                  <a:pt x="75695" y="457200"/>
                </a:lnTo>
                <a:lnTo>
                  <a:pt x="56664" y="457200"/>
                </a:lnTo>
                <a:lnTo>
                  <a:pt x="37633" y="457200"/>
                </a:lnTo>
                <a:lnTo>
                  <a:pt x="18593" y="457200"/>
                </a:lnTo>
                <a:lnTo>
                  <a:pt x="0" y="456762"/>
                </a:lnTo>
                <a:lnTo>
                  <a:pt x="0" y="437731"/>
                </a:lnTo>
                <a:lnTo>
                  <a:pt x="0" y="418700"/>
                </a:lnTo>
                <a:lnTo>
                  <a:pt x="0" y="399669"/>
                </a:lnTo>
                <a:lnTo>
                  <a:pt x="0" y="380638"/>
                </a:lnTo>
                <a:lnTo>
                  <a:pt x="0" y="361607"/>
                </a:lnTo>
                <a:lnTo>
                  <a:pt x="0" y="342576"/>
                </a:lnTo>
                <a:lnTo>
                  <a:pt x="0" y="323545"/>
                </a:lnTo>
                <a:lnTo>
                  <a:pt x="0" y="304514"/>
                </a:lnTo>
                <a:lnTo>
                  <a:pt x="0" y="285474"/>
                </a:lnTo>
                <a:lnTo>
                  <a:pt x="0" y="266443"/>
                </a:lnTo>
                <a:lnTo>
                  <a:pt x="0" y="247412"/>
                </a:lnTo>
                <a:lnTo>
                  <a:pt x="0" y="228381"/>
                </a:lnTo>
                <a:lnTo>
                  <a:pt x="0" y="209350"/>
                </a:lnTo>
                <a:lnTo>
                  <a:pt x="0" y="190319"/>
                </a:lnTo>
                <a:lnTo>
                  <a:pt x="0" y="171288"/>
                </a:lnTo>
                <a:lnTo>
                  <a:pt x="0" y="152257"/>
                </a:lnTo>
                <a:lnTo>
                  <a:pt x="0" y="133226"/>
                </a:lnTo>
                <a:lnTo>
                  <a:pt x="0" y="114195"/>
                </a:lnTo>
                <a:lnTo>
                  <a:pt x="0" y="95155"/>
                </a:lnTo>
                <a:lnTo>
                  <a:pt x="0" y="76124"/>
                </a:lnTo>
                <a:lnTo>
                  <a:pt x="0" y="57093"/>
                </a:lnTo>
                <a:lnTo>
                  <a:pt x="0" y="38062"/>
                </a:lnTo>
                <a:lnTo>
                  <a:pt x="0" y="190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3F6"/>
          </a:solidFill>
          <a:ln xmlns:a="http://schemas.openxmlformats.org/drawingml/2006/main" w="15240">
            <a:solidFill>
              <a:srgbClr val="6795B2"/>
            </a:solidFill>
            <a:prstDash val="solid"/>
          </a:ln>
        </p:spPr>
      </p:sp>
      <p:sp>
        <p:nvSpPr>
          <p:cNvPr id="50" name="hierarchy-node-accent-level-3-node-4">
            <a:extLst xmlns:a="http://schemas.openxmlformats.org/drawingml/2006/main">
              <a:ext uri="{FF2B5EF4-FFF2-40B4-BE49-F238E27FC236}">
                <a16:creationId xmlns:a16="http://schemas.microsoft.com/office/drawing/2014/main" id="{BAEB5328-1BED-4DD8-98B4-96E80A80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4103341"/>
            <a:ext cx="95250" cy="457200"/>
          </a:xfrm>
          <a:custGeom xmlns:a="http://schemas.openxmlformats.org/drawingml/2006/main">
            <a:pathLst>
              <a:path w="95250" h="4572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95250" y="400050"/>
                </a:lnTo>
                <a:lnTo>
                  <a:pt x="95250" y="419100"/>
                </a:lnTo>
                <a:lnTo>
                  <a:pt x="95250" y="438150"/>
                </a:lnTo>
                <a:lnTo>
                  <a:pt x="95250" y="457200"/>
                </a:lnTo>
                <a:lnTo>
                  <a:pt x="76200" y="457200"/>
                </a:lnTo>
                <a:lnTo>
                  <a:pt x="57150" y="457200"/>
                </a:lnTo>
                <a:lnTo>
                  <a:pt x="38100" y="45720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438150"/>
                </a:lnTo>
                <a:lnTo>
                  <a:pt x="0" y="419100"/>
                </a:lnTo>
                <a:lnTo>
                  <a:pt x="0" y="40005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95B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1" name="hierarchy-node-surface-level-3-node-5">
            <a:extLst xmlns:a="http://schemas.openxmlformats.org/drawingml/2006/main">
              <a:ext uri="{FF2B5EF4-FFF2-40B4-BE49-F238E27FC236}">
                <a16:creationId xmlns:a16="http://schemas.microsoft.com/office/drawing/2014/main" id="{790D9B05-E7D7-42BD-916A-05D73396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4918624"/>
            <a:ext cx="1790586" cy="457200"/>
          </a:xfrm>
          <a:custGeom xmlns:a="http://schemas.openxmlformats.org/drawingml/2006/main">
            <a:pathLst>
              <a:path w="1790586" h="457200">
                <a:moveTo>
                  <a:pt x="0" y="0"/>
                </a:moveTo>
                <a:lnTo>
                  <a:pt x="19031" y="0"/>
                </a:lnTo>
                <a:lnTo>
                  <a:pt x="38062" y="0"/>
                </a:lnTo>
                <a:lnTo>
                  <a:pt x="57093" y="0"/>
                </a:lnTo>
                <a:lnTo>
                  <a:pt x="76124" y="0"/>
                </a:lnTo>
                <a:lnTo>
                  <a:pt x="95155" y="0"/>
                </a:lnTo>
                <a:lnTo>
                  <a:pt x="114195" y="0"/>
                </a:lnTo>
                <a:lnTo>
                  <a:pt x="133226" y="0"/>
                </a:lnTo>
                <a:lnTo>
                  <a:pt x="152257" y="0"/>
                </a:lnTo>
                <a:lnTo>
                  <a:pt x="171288" y="0"/>
                </a:lnTo>
                <a:lnTo>
                  <a:pt x="190319" y="0"/>
                </a:lnTo>
                <a:lnTo>
                  <a:pt x="209350" y="0"/>
                </a:lnTo>
                <a:lnTo>
                  <a:pt x="228381" y="0"/>
                </a:lnTo>
                <a:lnTo>
                  <a:pt x="247412" y="0"/>
                </a:lnTo>
                <a:lnTo>
                  <a:pt x="266443" y="0"/>
                </a:lnTo>
                <a:lnTo>
                  <a:pt x="285474" y="0"/>
                </a:lnTo>
                <a:lnTo>
                  <a:pt x="304514" y="0"/>
                </a:lnTo>
                <a:lnTo>
                  <a:pt x="323545" y="0"/>
                </a:lnTo>
                <a:lnTo>
                  <a:pt x="342576" y="0"/>
                </a:lnTo>
                <a:lnTo>
                  <a:pt x="361607" y="0"/>
                </a:lnTo>
                <a:lnTo>
                  <a:pt x="380638" y="0"/>
                </a:lnTo>
                <a:lnTo>
                  <a:pt x="399669" y="0"/>
                </a:lnTo>
                <a:lnTo>
                  <a:pt x="418700" y="0"/>
                </a:lnTo>
                <a:lnTo>
                  <a:pt x="437731" y="0"/>
                </a:lnTo>
                <a:lnTo>
                  <a:pt x="456762" y="0"/>
                </a:lnTo>
                <a:lnTo>
                  <a:pt x="475793" y="0"/>
                </a:lnTo>
                <a:lnTo>
                  <a:pt x="494833" y="0"/>
                </a:lnTo>
                <a:lnTo>
                  <a:pt x="513864" y="0"/>
                </a:lnTo>
                <a:lnTo>
                  <a:pt x="532895" y="0"/>
                </a:lnTo>
                <a:lnTo>
                  <a:pt x="551926" y="0"/>
                </a:lnTo>
                <a:lnTo>
                  <a:pt x="570957" y="0"/>
                </a:lnTo>
                <a:lnTo>
                  <a:pt x="589988" y="0"/>
                </a:lnTo>
                <a:lnTo>
                  <a:pt x="609019" y="0"/>
                </a:lnTo>
                <a:lnTo>
                  <a:pt x="628050" y="0"/>
                </a:lnTo>
                <a:lnTo>
                  <a:pt x="647081" y="0"/>
                </a:lnTo>
                <a:lnTo>
                  <a:pt x="666112" y="0"/>
                </a:lnTo>
                <a:lnTo>
                  <a:pt x="685143" y="0"/>
                </a:lnTo>
                <a:lnTo>
                  <a:pt x="704183" y="0"/>
                </a:lnTo>
                <a:lnTo>
                  <a:pt x="723214" y="0"/>
                </a:lnTo>
                <a:lnTo>
                  <a:pt x="742245" y="0"/>
                </a:lnTo>
                <a:lnTo>
                  <a:pt x="761276" y="0"/>
                </a:lnTo>
                <a:lnTo>
                  <a:pt x="780307" y="0"/>
                </a:lnTo>
                <a:lnTo>
                  <a:pt x="799338" y="0"/>
                </a:lnTo>
                <a:lnTo>
                  <a:pt x="818369" y="0"/>
                </a:lnTo>
                <a:lnTo>
                  <a:pt x="837400" y="0"/>
                </a:lnTo>
                <a:lnTo>
                  <a:pt x="856431" y="0"/>
                </a:lnTo>
                <a:lnTo>
                  <a:pt x="875462" y="0"/>
                </a:lnTo>
                <a:lnTo>
                  <a:pt x="894502" y="0"/>
                </a:lnTo>
                <a:lnTo>
                  <a:pt x="913533" y="0"/>
                </a:lnTo>
                <a:lnTo>
                  <a:pt x="932564" y="0"/>
                </a:lnTo>
                <a:lnTo>
                  <a:pt x="951595" y="0"/>
                </a:lnTo>
                <a:lnTo>
                  <a:pt x="970626" y="0"/>
                </a:lnTo>
                <a:lnTo>
                  <a:pt x="989657" y="0"/>
                </a:lnTo>
                <a:lnTo>
                  <a:pt x="1008688" y="0"/>
                </a:lnTo>
                <a:lnTo>
                  <a:pt x="1027719" y="0"/>
                </a:lnTo>
                <a:lnTo>
                  <a:pt x="1046750" y="0"/>
                </a:lnTo>
                <a:lnTo>
                  <a:pt x="1065781" y="0"/>
                </a:lnTo>
                <a:lnTo>
                  <a:pt x="1084812" y="0"/>
                </a:lnTo>
                <a:lnTo>
                  <a:pt x="1103852" y="0"/>
                </a:lnTo>
                <a:lnTo>
                  <a:pt x="1122883" y="0"/>
                </a:lnTo>
                <a:lnTo>
                  <a:pt x="1141914" y="0"/>
                </a:lnTo>
                <a:lnTo>
                  <a:pt x="1160945" y="0"/>
                </a:lnTo>
                <a:lnTo>
                  <a:pt x="1179976" y="0"/>
                </a:lnTo>
                <a:lnTo>
                  <a:pt x="1199007" y="0"/>
                </a:lnTo>
                <a:lnTo>
                  <a:pt x="1218038" y="0"/>
                </a:lnTo>
                <a:lnTo>
                  <a:pt x="1237069" y="0"/>
                </a:lnTo>
                <a:lnTo>
                  <a:pt x="1256100" y="0"/>
                </a:lnTo>
                <a:lnTo>
                  <a:pt x="1275131" y="0"/>
                </a:lnTo>
                <a:lnTo>
                  <a:pt x="1294171" y="0"/>
                </a:lnTo>
                <a:lnTo>
                  <a:pt x="1313202" y="0"/>
                </a:lnTo>
                <a:lnTo>
                  <a:pt x="1332233" y="0"/>
                </a:lnTo>
                <a:lnTo>
                  <a:pt x="1351264" y="0"/>
                </a:lnTo>
                <a:lnTo>
                  <a:pt x="1370295" y="0"/>
                </a:lnTo>
                <a:lnTo>
                  <a:pt x="1389326" y="0"/>
                </a:lnTo>
                <a:lnTo>
                  <a:pt x="1408357" y="0"/>
                </a:lnTo>
                <a:lnTo>
                  <a:pt x="1427388" y="0"/>
                </a:lnTo>
                <a:lnTo>
                  <a:pt x="1446419" y="0"/>
                </a:lnTo>
                <a:lnTo>
                  <a:pt x="1465450" y="0"/>
                </a:lnTo>
                <a:lnTo>
                  <a:pt x="1484490" y="0"/>
                </a:lnTo>
                <a:lnTo>
                  <a:pt x="1503521" y="0"/>
                </a:lnTo>
                <a:lnTo>
                  <a:pt x="1522552" y="0"/>
                </a:lnTo>
                <a:lnTo>
                  <a:pt x="1541583" y="0"/>
                </a:lnTo>
                <a:lnTo>
                  <a:pt x="1560614" y="0"/>
                </a:lnTo>
                <a:lnTo>
                  <a:pt x="1579645" y="0"/>
                </a:lnTo>
                <a:lnTo>
                  <a:pt x="1598676" y="0"/>
                </a:lnTo>
                <a:lnTo>
                  <a:pt x="1617707" y="0"/>
                </a:lnTo>
                <a:lnTo>
                  <a:pt x="1636738" y="0"/>
                </a:lnTo>
                <a:lnTo>
                  <a:pt x="1655769" y="0"/>
                </a:lnTo>
                <a:lnTo>
                  <a:pt x="1666142" y="15078"/>
                </a:lnTo>
                <a:lnTo>
                  <a:pt x="1675733" y="31518"/>
                </a:lnTo>
                <a:lnTo>
                  <a:pt x="1685325" y="47958"/>
                </a:lnTo>
                <a:lnTo>
                  <a:pt x="1694917" y="64399"/>
                </a:lnTo>
                <a:lnTo>
                  <a:pt x="1704499" y="80839"/>
                </a:lnTo>
                <a:lnTo>
                  <a:pt x="1714090" y="97269"/>
                </a:lnTo>
                <a:lnTo>
                  <a:pt x="1723682" y="113709"/>
                </a:lnTo>
                <a:lnTo>
                  <a:pt x="1733274" y="130150"/>
                </a:lnTo>
                <a:lnTo>
                  <a:pt x="1742865" y="146590"/>
                </a:lnTo>
                <a:lnTo>
                  <a:pt x="1752448" y="163030"/>
                </a:lnTo>
                <a:lnTo>
                  <a:pt x="1762039" y="179470"/>
                </a:lnTo>
                <a:lnTo>
                  <a:pt x="1771631" y="195910"/>
                </a:lnTo>
                <a:lnTo>
                  <a:pt x="1781223" y="212350"/>
                </a:lnTo>
                <a:lnTo>
                  <a:pt x="1790586" y="228791"/>
                </a:lnTo>
                <a:lnTo>
                  <a:pt x="1781004" y="245231"/>
                </a:lnTo>
                <a:lnTo>
                  <a:pt x="1771412" y="261671"/>
                </a:lnTo>
                <a:lnTo>
                  <a:pt x="1761820" y="278101"/>
                </a:lnTo>
                <a:lnTo>
                  <a:pt x="1752229" y="294542"/>
                </a:lnTo>
                <a:lnTo>
                  <a:pt x="1742646" y="310982"/>
                </a:lnTo>
                <a:lnTo>
                  <a:pt x="1733055" y="327422"/>
                </a:lnTo>
                <a:lnTo>
                  <a:pt x="1723463" y="343862"/>
                </a:lnTo>
                <a:lnTo>
                  <a:pt x="1713871" y="360302"/>
                </a:lnTo>
                <a:lnTo>
                  <a:pt x="1704280" y="376742"/>
                </a:lnTo>
                <a:lnTo>
                  <a:pt x="1694698" y="393182"/>
                </a:lnTo>
                <a:lnTo>
                  <a:pt x="1685106" y="409623"/>
                </a:lnTo>
                <a:lnTo>
                  <a:pt x="1675514" y="426063"/>
                </a:lnTo>
                <a:lnTo>
                  <a:pt x="1665923" y="442503"/>
                </a:lnTo>
                <a:lnTo>
                  <a:pt x="1655340" y="457200"/>
                </a:lnTo>
                <a:lnTo>
                  <a:pt x="1636309" y="457200"/>
                </a:lnTo>
                <a:lnTo>
                  <a:pt x="1617269" y="457200"/>
                </a:lnTo>
                <a:lnTo>
                  <a:pt x="1598238" y="457200"/>
                </a:lnTo>
                <a:lnTo>
                  <a:pt x="1579207" y="457200"/>
                </a:lnTo>
                <a:lnTo>
                  <a:pt x="1560176" y="457200"/>
                </a:lnTo>
                <a:lnTo>
                  <a:pt x="1541145" y="457200"/>
                </a:lnTo>
                <a:lnTo>
                  <a:pt x="1522114" y="457200"/>
                </a:lnTo>
                <a:lnTo>
                  <a:pt x="1503083" y="457200"/>
                </a:lnTo>
                <a:lnTo>
                  <a:pt x="1484052" y="457200"/>
                </a:lnTo>
                <a:lnTo>
                  <a:pt x="1465021" y="457200"/>
                </a:lnTo>
                <a:lnTo>
                  <a:pt x="1445990" y="457200"/>
                </a:lnTo>
                <a:lnTo>
                  <a:pt x="1426959" y="457200"/>
                </a:lnTo>
                <a:lnTo>
                  <a:pt x="1407919" y="457200"/>
                </a:lnTo>
                <a:lnTo>
                  <a:pt x="1388888" y="457200"/>
                </a:lnTo>
                <a:lnTo>
                  <a:pt x="1369857" y="457200"/>
                </a:lnTo>
                <a:lnTo>
                  <a:pt x="1350826" y="457200"/>
                </a:lnTo>
                <a:lnTo>
                  <a:pt x="1331795" y="457200"/>
                </a:lnTo>
                <a:lnTo>
                  <a:pt x="1312764" y="457200"/>
                </a:lnTo>
                <a:lnTo>
                  <a:pt x="1293733" y="457200"/>
                </a:lnTo>
                <a:lnTo>
                  <a:pt x="1274702" y="457200"/>
                </a:lnTo>
                <a:lnTo>
                  <a:pt x="1255671" y="457200"/>
                </a:lnTo>
                <a:lnTo>
                  <a:pt x="1236640" y="457200"/>
                </a:lnTo>
                <a:lnTo>
                  <a:pt x="1217600" y="457200"/>
                </a:lnTo>
                <a:lnTo>
                  <a:pt x="1198569" y="457200"/>
                </a:lnTo>
                <a:lnTo>
                  <a:pt x="1179538" y="457200"/>
                </a:lnTo>
                <a:lnTo>
                  <a:pt x="1160507" y="457200"/>
                </a:lnTo>
                <a:lnTo>
                  <a:pt x="1141476" y="457200"/>
                </a:lnTo>
                <a:lnTo>
                  <a:pt x="1122445" y="457200"/>
                </a:lnTo>
                <a:lnTo>
                  <a:pt x="1103414" y="457200"/>
                </a:lnTo>
                <a:lnTo>
                  <a:pt x="1084383" y="457200"/>
                </a:lnTo>
                <a:lnTo>
                  <a:pt x="1065352" y="457200"/>
                </a:lnTo>
                <a:lnTo>
                  <a:pt x="1046321" y="457200"/>
                </a:lnTo>
                <a:lnTo>
                  <a:pt x="1027290" y="457200"/>
                </a:lnTo>
                <a:lnTo>
                  <a:pt x="1008250" y="457200"/>
                </a:lnTo>
                <a:lnTo>
                  <a:pt x="989219" y="457200"/>
                </a:lnTo>
                <a:lnTo>
                  <a:pt x="970188" y="457200"/>
                </a:lnTo>
                <a:lnTo>
                  <a:pt x="951157" y="457200"/>
                </a:lnTo>
                <a:lnTo>
                  <a:pt x="932126" y="457200"/>
                </a:lnTo>
                <a:lnTo>
                  <a:pt x="913095" y="457200"/>
                </a:lnTo>
                <a:lnTo>
                  <a:pt x="894064" y="457200"/>
                </a:lnTo>
                <a:lnTo>
                  <a:pt x="875033" y="457200"/>
                </a:lnTo>
                <a:lnTo>
                  <a:pt x="856002" y="457200"/>
                </a:lnTo>
                <a:lnTo>
                  <a:pt x="836971" y="457200"/>
                </a:lnTo>
                <a:lnTo>
                  <a:pt x="817931" y="457200"/>
                </a:lnTo>
                <a:lnTo>
                  <a:pt x="798900" y="457200"/>
                </a:lnTo>
                <a:lnTo>
                  <a:pt x="779869" y="457200"/>
                </a:lnTo>
                <a:lnTo>
                  <a:pt x="760838" y="457200"/>
                </a:lnTo>
                <a:lnTo>
                  <a:pt x="741807" y="457200"/>
                </a:lnTo>
                <a:lnTo>
                  <a:pt x="722776" y="457200"/>
                </a:lnTo>
                <a:lnTo>
                  <a:pt x="703745" y="457200"/>
                </a:lnTo>
                <a:lnTo>
                  <a:pt x="684714" y="457200"/>
                </a:lnTo>
                <a:lnTo>
                  <a:pt x="665683" y="457200"/>
                </a:lnTo>
                <a:lnTo>
                  <a:pt x="646652" y="457200"/>
                </a:lnTo>
                <a:lnTo>
                  <a:pt x="627612" y="457200"/>
                </a:lnTo>
                <a:lnTo>
                  <a:pt x="608581" y="457200"/>
                </a:lnTo>
                <a:lnTo>
                  <a:pt x="589550" y="457200"/>
                </a:lnTo>
                <a:lnTo>
                  <a:pt x="570519" y="457200"/>
                </a:lnTo>
                <a:lnTo>
                  <a:pt x="551488" y="457200"/>
                </a:lnTo>
                <a:lnTo>
                  <a:pt x="532457" y="457200"/>
                </a:lnTo>
                <a:lnTo>
                  <a:pt x="513426" y="457200"/>
                </a:lnTo>
                <a:lnTo>
                  <a:pt x="494395" y="457200"/>
                </a:lnTo>
                <a:lnTo>
                  <a:pt x="475364" y="457200"/>
                </a:lnTo>
                <a:lnTo>
                  <a:pt x="456333" y="457200"/>
                </a:lnTo>
                <a:lnTo>
                  <a:pt x="437302" y="457200"/>
                </a:lnTo>
                <a:lnTo>
                  <a:pt x="418262" y="457200"/>
                </a:lnTo>
                <a:lnTo>
                  <a:pt x="399231" y="457200"/>
                </a:lnTo>
                <a:lnTo>
                  <a:pt x="380200" y="457200"/>
                </a:lnTo>
                <a:lnTo>
                  <a:pt x="361169" y="457200"/>
                </a:lnTo>
                <a:lnTo>
                  <a:pt x="342138" y="457200"/>
                </a:lnTo>
                <a:lnTo>
                  <a:pt x="323107" y="457200"/>
                </a:lnTo>
                <a:lnTo>
                  <a:pt x="304076" y="457200"/>
                </a:lnTo>
                <a:lnTo>
                  <a:pt x="285045" y="457200"/>
                </a:lnTo>
                <a:lnTo>
                  <a:pt x="266014" y="457200"/>
                </a:lnTo>
                <a:lnTo>
                  <a:pt x="246983" y="457200"/>
                </a:lnTo>
                <a:lnTo>
                  <a:pt x="227943" y="457200"/>
                </a:lnTo>
                <a:lnTo>
                  <a:pt x="208912" y="457200"/>
                </a:lnTo>
                <a:lnTo>
                  <a:pt x="189881" y="457200"/>
                </a:lnTo>
                <a:lnTo>
                  <a:pt x="170850" y="457200"/>
                </a:lnTo>
                <a:lnTo>
                  <a:pt x="151819" y="457200"/>
                </a:lnTo>
                <a:lnTo>
                  <a:pt x="132788" y="457200"/>
                </a:lnTo>
                <a:lnTo>
                  <a:pt x="113757" y="457200"/>
                </a:lnTo>
                <a:lnTo>
                  <a:pt x="94726" y="457200"/>
                </a:lnTo>
                <a:lnTo>
                  <a:pt x="75695" y="457200"/>
                </a:lnTo>
                <a:lnTo>
                  <a:pt x="56664" y="457200"/>
                </a:lnTo>
                <a:lnTo>
                  <a:pt x="37633" y="457200"/>
                </a:lnTo>
                <a:lnTo>
                  <a:pt x="18593" y="457200"/>
                </a:lnTo>
                <a:lnTo>
                  <a:pt x="0" y="456762"/>
                </a:lnTo>
                <a:lnTo>
                  <a:pt x="0" y="437731"/>
                </a:lnTo>
                <a:lnTo>
                  <a:pt x="0" y="418700"/>
                </a:lnTo>
                <a:lnTo>
                  <a:pt x="0" y="399669"/>
                </a:lnTo>
                <a:lnTo>
                  <a:pt x="0" y="380638"/>
                </a:lnTo>
                <a:lnTo>
                  <a:pt x="0" y="361607"/>
                </a:lnTo>
                <a:lnTo>
                  <a:pt x="0" y="342576"/>
                </a:lnTo>
                <a:lnTo>
                  <a:pt x="0" y="323545"/>
                </a:lnTo>
                <a:lnTo>
                  <a:pt x="0" y="304514"/>
                </a:lnTo>
                <a:lnTo>
                  <a:pt x="0" y="285474"/>
                </a:lnTo>
                <a:lnTo>
                  <a:pt x="0" y="266443"/>
                </a:lnTo>
                <a:lnTo>
                  <a:pt x="0" y="247412"/>
                </a:lnTo>
                <a:lnTo>
                  <a:pt x="0" y="228381"/>
                </a:lnTo>
                <a:lnTo>
                  <a:pt x="0" y="209350"/>
                </a:lnTo>
                <a:lnTo>
                  <a:pt x="0" y="190319"/>
                </a:lnTo>
                <a:lnTo>
                  <a:pt x="0" y="171288"/>
                </a:lnTo>
                <a:lnTo>
                  <a:pt x="0" y="152257"/>
                </a:lnTo>
                <a:lnTo>
                  <a:pt x="0" y="133226"/>
                </a:lnTo>
                <a:lnTo>
                  <a:pt x="0" y="114195"/>
                </a:lnTo>
                <a:lnTo>
                  <a:pt x="0" y="95155"/>
                </a:lnTo>
                <a:lnTo>
                  <a:pt x="0" y="76124"/>
                </a:lnTo>
                <a:lnTo>
                  <a:pt x="0" y="57093"/>
                </a:lnTo>
                <a:lnTo>
                  <a:pt x="0" y="38062"/>
                </a:lnTo>
                <a:lnTo>
                  <a:pt x="0" y="190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3F6"/>
          </a:solidFill>
          <a:ln xmlns:a="http://schemas.openxmlformats.org/drawingml/2006/main" w="15240">
            <a:solidFill>
              <a:srgbClr val="6795B2"/>
            </a:solidFill>
            <a:prstDash val="solid"/>
          </a:ln>
        </p:spPr>
      </p:sp>
      <p:sp>
        <p:nvSpPr>
          <p:cNvPr id="52" name="hierarchy-node-accent-level-3-node-5">
            <a:extLst xmlns:a="http://schemas.openxmlformats.org/drawingml/2006/main">
              <a:ext uri="{FF2B5EF4-FFF2-40B4-BE49-F238E27FC236}">
                <a16:creationId xmlns:a16="http://schemas.microsoft.com/office/drawing/2014/main" id="{FC69758D-7346-4262-9D94-37C48F7E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4918624"/>
            <a:ext cx="95250" cy="457200"/>
          </a:xfrm>
          <a:custGeom xmlns:a="http://schemas.openxmlformats.org/drawingml/2006/main">
            <a:pathLst>
              <a:path w="95250" h="4572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95250" y="400050"/>
                </a:lnTo>
                <a:lnTo>
                  <a:pt x="95250" y="419100"/>
                </a:lnTo>
                <a:lnTo>
                  <a:pt x="95250" y="438150"/>
                </a:lnTo>
                <a:lnTo>
                  <a:pt x="95250" y="457200"/>
                </a:lnTo>
                <a:lnTo>
                  <a:pt x="76200" y="457200"/>
                </a:lnTo>
                <a:lnTo>
                  <a:pt x="57150" y="457200"/>
                </a:lnTo>
                <a:lnTo>
                  <a:pt x="38100" y="45720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438150"/>
                </a:lnTo>
                <a:lnTo>
                  <a:pt x="0" y="419100"/>
                </a:lnTo>
                <a:lnTo>
                  <a:pt x="0" y="40005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95B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hierarchy-node-surface-level-3-node-6">
            <a:extLst xmlns:a="http://schemas.openxmlformats.org/drawingml/2006/main">
              <a:ext uri="{FF2B5EF4-FFF2-40B4-BE49-F238E27FC236}">
                <a16:creationId xmlns:a16="http://schemas.microsoft.com/office/drawing/2014/main" id="{99EF4FBB-3DD6-4900-8886-7044BE8B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5734050"/>
            <a:ext cx="1790586" cy="457200"/>
          </a:xfrm>
          <a:custGeom xmlns:a="http://schemas.openxmlformats.org/drawingml/2006/main">
            <a:pathLst>
              <a:path w="1790586" h="457200">
                <a:moveTo>
                  <a:pt x="0" y="0"/>
                </a:moveTo>
                <a:lnTo>
                  <a:pt x="19031" y="0"/>
                </a:lnTo>
                <a:lnTo>
                  <a:pt x="38062" y="0"/>
                </a:lnTo>
                <a:lnTo>
                  <a:pt x="57093" y="0"/>
                </a:lnTo>
                <a:lnTo>
                  <a:pt x="76124" y="0"/>
                </a:lnTo>
                <a:lnTo>
                  <a:pt x="95155" y="0"/>
                </a:lnTo>
                <a:lnTo>
                  <a:pt x="114195" y="0"/>
                </a:lnTo>
                <a:lnTo>
                  <a:pt x="133226" y="0"/>
                </a:lnTo>
                <a:lnTo>
                  <a:pt x="152257" y="0"/>
                </a:lnTo>
                <a:lnTo>
                  <a:pt x="171288" y="0"/>
                </a:lnTo>
                <a:lnTo>
                  <a:pt x="190319" y="0"/>
                </a:lnTo>
                <a:lnTo>
                  <a:pt x="209350" y="0"/>
                </a:lnTo>
                <a:lnTo>
                  <a:pt x="228381" y="0"/>
                </a:lnTo>
                <a:lnTo>
                  <a:pt x="247412" y="0"/>
                </a:lnTo>
                <a:lnTo>
                  <a:pt x="266443" y="0"/>
                </a:lnTo>
                <a:lnTo>
                  <a:pt x="285474" y="0"/>
                </a:lnTo>
                <a:lnTo>
                  <a:pt x="304514" y="0"/>
                </a:lnTo>
                <a:lnTo>
                  <a:pt x="323545" y="0"/>
                </a:lnTo>
                <a:lnTo>
                  <a:pt x="342576" y="0"/>
                </a:lnTo>
                <a:lnTo>
                  <a:pt x="361607" y="0"/>
                </a:lnTo>
                <a:lnTo>
                  <a:pt x="380638" y="0"/>
                </a:lnTo>
                <a:lnTo>
                  <a:pt x="399669" y="0"/>
                </a:lnTo>
                <a:lnTo>
                  <a:pt x="418700" y="0"/>
                </a:lnTo>
                <a:lnTo>
                  <a:pt x="437731" y="0"/>
                </a:lnTo>
                <a:lnTo>
                  <a:pt x="456762" y="0"/>
                </a:lnTo>
                <a:lnTo>
                  <a:pt x="475793" y="0"/>
                </a:lnTo>
                <a:lnTo>
                  <a:pt x="494833" y="0"/>
                </a:lnTo>
                <a:lnTo>
                  <a:pt x="513864" y="0"/>
                </a:lnTo>
                <a:lnTo>
                  <a:pt x="532895" y="0"/>
                </a:lnTo>
                <a:lnTo>
                  <a:pt x="551926" y="0"/>
                </a:lnTo>
                <a:lnTo>
                  <a:pt x="570957" y="0"/>
                </a:lnTo>
                <a:lnTo>
                  <a:pt x="589988" y="0"/>
                </a:lnTo>
                <a:lnTo>
                  <a:pt x="609019" y="0"/>
                </a:lnTo>
                <a:lnTo>
                  <a:pt x="628050" y="0"/>
                </a:lnTo>
                <a:lnTo>
                  <a:pt x="647081" y="0"/>
                </a:lnTo>
                <a:lnTo>
                  <a:pt x="666112" y="0"/>
                </a:lnTo>
                <a:lnTo>
                  <a:pt x="685143" y="0"/>
                </a:lnTo>
                <a:lnTo>
                  <a:pt x="704183" y="0"/>
                </a:lnTo>
                <a:lnTo>
                  <a:pt x="723214" y="0"/>
                </a:lnTo>
                <a:lnTo>
                  <a:pt x="742245" y="0"/>
                </a:lnTo>
                <a:lnTo>
                  <a:pt x="761276" y="0"/>
                </a:lnTo>
                <a:lnTo>
                  <a:pt x="780307" y="0"/>
                </a:lnTo>
                <a:lnTo>
                  <a:pt x="799338" y="0"/>
                </a:lnTo>
                <a:lnTo>
                  <a:pt x="818369" y="0"/>
                </a:lnTo>
                <a:lnTo>
                  <a:pt x="837400" y="0"/>
                </a:lnTo>
                <a:lnTo>
                  <a:pt x="856431" y="0"/>
                </a:lnTo>
                <a:lnTo>
                  <a:pt x="875462" y="0"/>
                </a:lnTo>
                <a:lnTo>
                  <a:pt x="894502" y="0"/>
                </a:lnTo>
                <a:lnTo>
                  <a:pt x="913533" y="0"/>
                </a:lnTo>
                <a:lnTo>
                  <a:pt x="932564" y="0"/>
                </a:lnTo>
                <a:lnTo>
                  <a:pt x="951595" y="0"/>
                </a:lnTo>
                <a:lnTo>
                  <a:pt x="970626" y="0"/>
                </a:lnTo>
                <a:lnTo>
                  <a:pt x="989657" y="0"/>
                </a:lnTo>
                <a:lnTo>
                  <a:pt x="1008688" y="0"/>
                </a:lnTo>
                <a:lnTo>
                  <a:pt x="1027719" y="0"/>
                </a:lnTo>
                <a:lnTo>
                  <a:pt x="1046750" y="0"/>
                </a:lnTo>
                <a:lnTo>
                  <a:pt x="1065781" y="0"/>
                </a:lnTo>
                <a:lnTo>
                  <a:pt x="1084812" y="0"/>
                </a:lnTo>
                <a:lnTo>
                  <a:pt x="1103852" y="0"/>
                </a:lnTo>
                <a:lnTo>
                  <a:pt x="1122883" y="0"/>
                </a:lnTo>
                <a:lnTo>
                  <a:pt x="1141914" y="0"/>
                </a:lnTo>
                <a:lnTo>
                  <a:pt x="1160945" y="0"/>
                </a:lnTo>
                <a:lnTo>
                  <a:pt x="1179976" y="0"/>
                </a:lnTo>
                <a:lnTo>
                  <a:pt x="1199007" y="0"/>
                </a:lnTo>
                <a:lnTo>
                  <a:pt x="1218038" y="0"/>
                </a:lnTo>
                <a:lnTo>
                  <a:pt x="1237069" y="0"/>
                </a:lnTo>
                <a:lnTo>
                  <a:pt x="1256100" y="0"/>
                </a:lnTo>
                <a:lnTo>
                  <a:pt x="1275131" y="0"/>
                </a:lnTo>
                <a:lnTo>
                  <a:pt x="1294171" y="0"/>
                </a:lnTo>
                <a:lnTo>
                  <a:pt x="1313202" y="0"/>
                </a:lnTo>
                <a:lnTo>
                  <a:pt x="1332233" y="0"/>
                </a:lnTo>
                <a:lnTo>
                  <a:pt x="1351264" y="0"/>
                </a:lnTo>
                <a:lnTo>
                  <a:pt x="1370295" y="0"/>
                </a:lnTo>
                <a:lnTo>
                  <a:pt x="1389326" y="0"/>
                </a:lnTo>
                <a:lnTo>
                  <a:pt x="1408357" y="0"/>
                </a:lnTo>
                <a:lnTo>
                  <a:pt x="1427388" y="0"/>
                </a:lnTo>
                <a:lnTo>
                  <a:pt x="1446419" y="0"/>
                </a:lnTo>
                <a:lnTo>
                  <a:pt x="1465450" y="0"/>
                </a:lnTo>
                <a:lnTo>
                  <a:pt x="1484490" y="0"/>
                </a:lnTo>
                <a:lnTo>
                  <a:pt x="1503521" y="0"/>
                </a:lnTo>
                <a:lnTo>
                  <a:pt x="1522552" y="0"/>
                </a:lnTo>
                <a:lnTo>
                  <a:pt x="1541583" y="0"/>
                </a:lnTo>
                <a:lnTo>
                  <a:pt x="1560614" y="0"/>
                </a:lnTo>
                <a:lnTo>
                  <a:pt x="1579645" y="0"/>
                </a:lnTo>
                <a:lnTo>
                  <a:pt x="1598676" y="0"/>
                </a:lnTo>
                <a:lnTo>
                  <a:pt x="1617707" y="0"/>
                </a:lnTo>
                <a:lnTo>
                  <a:pt x="1636738" y="0"/>
                </a:lnTo>
                <a:lnTo>
                  <a:pt x="1655769" y="0"/>
                </a:lnTo>
                <a:lnTo>
                  <a:pt x="1666142" y="15078"/>
                </a:lnTo>
                <a:lnTo>
                  <a:pt x="1675733" y="31518"/>
                </a:lnTo>
                <a:lnTo>
                  <a:pt x="1685325" y="47958"/>
                </a:lnTo>
                <a:lnTo>
                  <a:pt x="1694917" y="64399"/>
                </a:lnTo>
                <a:lnTo>
                  <a:pt x="1704499" y="80839"/>
                </a:lnTo>
                <a:lnTo>
                  <a:pt x="1714090" y="97269"/>
                </a:lnTo>
                <a:lnTo>
                  <a:pt x="1723682" y="113709"/>
                </a:lnTo>
                <a:lnTo>
                  <a:pt x="1733274" y="130150"/>
                </a:lnTo>
                <a:lnTo>
                  <a:pt x="1742865" y="146590"/>
                </a:lnTo>
                <a:lnTo>
                  <a:pt x="1752448" y="163030"/>
                </a:lnTo>
                <a:lnTo>
                  <a:pt x="1762039" y="179470"/>
                </a:lnTo>
                <a:lnTo>
                  <a:pt x="1771631" y="195910"/>
                </a:lnTo>
                <a:lnTo>
                  <a:pt x="1781223" y="212350"/>
                </a:lnTo>
                <a:lnTo>
                  <a:pt x="1790586" y="228791"/>
                </a:lnTo>
                <a:lnTo>
                  <a:pt x="1781004" y="245231"/>
                </a:lnTo>
                <a:lnTo>
                  <a:pt x="1771412" y="261671"/>
                </a:lnTo>
                <a:lnTo>
                  <a:pt x="1761820" y="278101"/>
                </a:lnTo>
                <a:lnTo>
                  <a:pt x="1752229" y="294542"/>
                </a:lnTo>
                <a:lnTo>
                  <a:pt x="1742646" y="310982"/>
                </a:lnTo>
                <a:lnTo>
                  <a:pt x="1733055" y="327422"/>
                </a:lnTo>
                <a:lnTo>
                  <a:pt x="1723463" y="343862"/>
                </a:lnTo>
                <a:lnTo>
                  <a:pt x="1713871" y="360302"/>
                </a:lnTo>
                <a:lnTo>
                  <a:pt x="1704280" y="376742"/>
                </a:lnTo>
                <a:lnTo>
                  <a:pt x="1694698" y="393182"/>
                </a:lnTo>
                <a:lnTo>
                  <a:pt x="1685106" y="409623"/>
                </a:lnTo>
                <a:lnTo>
                  <a:pt x="1675514" y="426063"/>
                </a:lnTo>
                <a:lnTo>
                  <a:pt x="1665923" y="442503"/>
                </a:lnTo>
                <a:lnTo>
                  <a:pt x="1655340" y="457200"/>
                </a:lnTo>
                <a:lnTo>
                  <a:pt x="1636309" y="457200"/>
                </a:lnTo>
                <a:lnTo>
                  <a:pt x="1617269" y="457200"/>
                </a:lnTo>
                <a:lnTo>
                  <a:pt x="1598238" y="457200"/>
                </a:lnTo>
                <a:lnTo>
                  <a:pt x="1579207" y="457200"/>
                </a:lnTo>
                <a:lnTo>
                  <a:pt x="1560176" y="457200"/>
                </a:lnTo>
                <a:lnTo>
                  <a:pt x="1541145" y="457200"/>
                </a:lnTo>
                <a:lnTo>
                  <a:pt x="1522114" y="457200"/>
                </a:lnTo>
                <a:lnTo>
                  <a:pt x="1503083" y="457200"/>
                </a:lnTo>
                <a:lnTo>
                  <a:pt x="1484052" y="457200"/>
                </a:lnTo>
                <a:lnTo>
                  <a:pt x="1465021" y="457200"/>
                </a:lnTo>
                <a:lnTo>
                  <a:pt x="1445990" y="457200"/>
                </a:lnTo>
                <a:lnTo>
                  <a:pt x="1426959" y="457200"/>
                </a:lnTo>
                <a:lnTo>
                  <a:pt x="1407919" y="457200"/>
                </a:lnTo>
                <a:lnTo>
                  <a:pt x="1388888" y="457200"/>
                </a:lnTo>
                <a:lnTo>
                  <a:pt x="1369857" y="457200"/>
                </a:lnTo>
                <a:lnTo>
                  <a:pt x="1350826" y="457200"/>
                </a:lnTo>
                <a:lnTo>
                  <a:pt x="1331795" y="457200"/>
                </a:lnTo>
                <a:lnTo>
                  <a:pt x="1312764" y="457200"/>
                </a:lnTo>
                <a:lnTo>
                  <a:pt x="1293733" y="457200"/>
                </a:lnTo>
                <a:lnTo>
                  <a:pt x="1274702" y="457200"/>
                </a:lnTo>
                <a:lnTo>
                  <a:pt x="1255671" y="457200"/>
                </a:lnTo>
                <a:lnTo>
                  <a:pt x="1236640" y="457200"/>
                </a:lnTo>
                <a:lnTo>
                  <a:pt x="1217600" y="457200"/>
                </a:lnTo>
                <a:lnTo>
                  <a:pt x="1198569" y="457200"/>
                </a:lnTo>
                <a:lnTo>
                  <a:pt x="1179538" y="457200"/>
                </a:lnTo>
                <a:lnTo>
                  <a:pt x="1160507" y="457200"/>
                </a:lnTo>
                <a:lnTo>
                  <a:pt x="1141476" y="457200"/>
                </a:lnTo>
                <a:lnTo>
                  <a:pt x="1122445" y="457200"/>
                </a:lnTo>
                <a:lnTo>
                  <a:pt x="1103414" y="457200"/>
                </a:lnTo>
                <a:lnTo>
                  <a:pt x="1084383" y="457200"/>
                </a:lnTo>
                <a:lnTo>
                  <a:pt x="1065352" y="457200"/>
                </a:lnTo>
                <a:lnTo>
                  <a:pt x="1046321" y="457200"/>
                </a:lnTo>
                <a:lnTo>
                  <a:pt x="1027290" y="457200"/>
                </a:lnTo>
                <a:lnTo>
                  <a:pt x="1008250" y="457200"/>
                </a:lnTo>
                <a:lnTo>
                  <a:pt x="989219" y="457200"/>
                </a:lnTo>
                <a:lnTo>
                  <a:pt x="970188" y="457200"/>
                </a:lnTo>
                <a:lnTo>
                  <a:pt x="951157" y="457200"/>
                </a:lnTo>
                <a:lnTo>
                  <a:pt x="932126" y="457200"/>
                </a:lnTo>
                <a:lnTo>
                  <a:pt x="913095" y="457200"/>
                </a:lnTo>
                <a:lnTo>
                  <a:pt x="894064" y="457200"/>
                </a:lnTo>
                <a:lnTo>
                  <a:pt x="875033" y="457200"/>
                </a:lnTo>
                <a:lnTo>
                  <a:pt x="856002" y="457200"/>
                </a:lnTo>
                <a:lnTo>
                  <a:pt x="836971" y="457200"/>
                </a:lnTo>
                <a:lnTo>
                  <a:pt x="817931" y="457200"/>
                </a:lnTo>
                <a:lnTo>
                  <a:pt x="798900" y="457200"/>
                </a:lnTo>
                <a:lnTo>
                  <a:pt x="779869" y="457200"/>
                </a:lnTo>
                <a:lnTo>
                  <a:pt x="760838" y="457200"/>
                </a:lnTo>
                <a:lnTo>
                  <a:pt x="741807" y="457200"/>
                </a:lnTo>
                <a:lnTo>
                  <a:pt x="722776" y="457200"/>
                </a:lnTo>
                <a:lnTo>
                  <a:pt x="703745" y="457200"/>
                </a:lnTo>
                <a:lnTo>
                  <a:pt x="684714" y="457200"/>
                </a:lnTo>
                <a:lnTo>
                  <a:pt x="665683" y="457200"/>
                </a:lnTo>
                <a:lnTo>
                  <a:pt x="646652" y="457200"/>
                </a:lnTo>
                <a:lnTo>
                  <a:pt x="627612" y="457200"/>
                </a:lnTo>
                <a:lnTo>
                  <a:pt x="608581" y="457200"/>
                </a:lnTo>
                <a:lnTo>
                  <a:pt x="589550" y="457200"/>
                </a:lnTo>
                <a:lnTo>
                  <a:pt x="570519" y="457200"/>
                </a:lnTo>
                <a:lnTo>
                  <a:pt x="551488" y="457200"/>
                </a:lnTo>
                <a:lnTo>
                  <a:pt x="532457" y="457200"/>
                </a:lnTo>
                <a:lnTo>
                  <a:pt x="513426" y="457200"/>
                </a:lnTo>
                <a:lnTo>
                  <a:pt x="494395" y="457200"/>
                </a:lnTo>
                <a:lnTo>
                  <a:pt x="475364" y="457200"/>
                </a:lnTo>
                <a:lnTo>
                  <a:pt x="456333" y="457200"/>
                </a:lnTo>
                <a:lnTo>
                  <a:pt x="437302" y="457200"/>
                </a:lnTo>
                <a:lnTo>
                  <a:pt x="418262" y="457200"/>
                </a:lnTo>
                <a:lnTo>
                  <a:pt x="399231" y="457200"/>
                </a:lnTo>
                <a:lnTo>
                  <a:pt x="380200" y="457200"/>
                </a:lnTo>
                <a:lnTo>
                  <a:pt x="361169" y="457200"/>
                </a:lnTo>
                <a:lnTo>
                  <a:pt x="342138" y="457200"/>
                </a:lnTo>
                <a:lnTo>
                  <a:pt x="323107" y="457200"/>
                </a:lnTo>
                <a:lnTo>
                  <a:pt x="304076" y="457200"/>
                </a:lnTo>
                <a:lnTo>
                  <a:pt x="285045" y="457200"/>
                </a:lnTo>
                <a:lnTo>
                  <a:pt x="266014" y="457200"/>
                </a:lnTo>
                <a:lnTo>
                  <a:pt x="246983" y="457200"/>
                </a:lnTo>
                <a:lnTo>
                  <a:pt x="227943" y="457200"/>
                </a:lnTo>
                <a:lnTo>
                  <a:pt x="208912" y="457200"/>
                </a:lnTo>
                <a:lnTo>
                  <a:pt x="189881" y="457200"/>
                </a:lnTo>
                <a:lnTo>
                  <a:pt x="170850" y="457200"/>
                </a:lnTo>
                <a:lnTo>
                  <a:pt x="151819" y="457200"/>
                </a:lnTo>
                <a:lnTo>
                  <a:pt x="132788" y="457200"/>
                </a:lnTo>
                <a:lnTo>
                  <a:pt x="113757" y="457200"/>
                </a:lnTo>
                <a:lnTo>
                  <a:pt x="94726" y="457200"/>
                </a:lnTo>
                <a:lnTo>
                  <a:pt x="75695" y="457200"/>
                </a:lnTo>
                <a:lnTo>
                  <a:pt x="56664" y="457200"/>
                </a:lnTo>
                <a:lnTo>
                  <a:pt x="37633" y="457200"/>
                </a:lnTo>
                <a:lnTo>
                  <a:pt x="18593" y="457200"/>
                </a:lnTo>
                <a:lnTo>
                  <a:pt x="0" y="456762"/>
                </a:lnTo>
                <a:lnTo>
                  <a:pt x="0" y="437731"/>
                </a:lnTo>
                <a:lnTo>
                  <a:pt x="0" y="418700"/>
                </a:lnTo>
                <a:lnTo>
                  <a:pt x="0" y="399669"/>
                </a:lnTo>
                <a:lnTo>
                  <a:pt x="0" y="380638"/>
                </a:lnTo>
                <a:lnTo>
                  <a:pt x="0" y="361607"/>
                </a:lnTo>
                <a:lnTo>
                  <a:pt x="0" y="342576"/>
                </a:lnTo>
                <a:lnTo>
                  <a:pt x="0" y="323545"/>
                </a:lnTo>
                <a:lnTo>
                  <a:pt x="0" y="304514"/>
                </a:lnTo>
                <a:lnTo>
                  <a:pt x="0" y="285474"/>
                </a:lnTo>
                <a:lnTo>
                  <a:pt x="0" y="266443"/>
                </a:lnTo>
                <a:lnTo>
                  <a:pt x="0" y="247412"/>
                </a:lnTo>
                <a:lnTo>
                  <a:pt x="0" y="228381"/>
                </a:lnTo>
                <a:lnTo>
                  <a:pt x="0" y="209350"/>
                </a:lnTo>
                <a:lnTo>
                  <a:pt x="0" y="190319"/>
                </a:lnTo>
                <a:lnTo>
                  <a:pt x="0" y="171288"/>
                </a:lnTo>
                <a:lnTo>
                  <a:pt x="0" y="152257"/>
                </a:lnTo>
                <a:lnTo>
                  <a:pt x="0" y="133226"/>
                </a:lnTo>
                <a:lnTo>
                  <a:pt x="0" y="114195"/>
                </a:lnTo>
                <a:lnTo>
                  <a:pt x="0" y="95155"/>
                </a:lnTo>
                <a:lnTo>
                  <a:pt x="0" y="76124"/>
                </a:lnTo>
                <a:lnTo>
                  <a:pt x="0" y="57093"/>
                </a:lnTo>
                <a:lnTo>
                  <a:pt x="0" y="38062"/>
                </a:lnTo>
                <a:lnTo>
                  <a:pt x="0" y="190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3F6"/>
          </a:solidFill>
          <a:ln xmlns:a="http://schemas.openxmlformats.org/drawingml/2006/main" w="15240">
            <a:solidFill>
              <a:srgbClr val="6795B2"/>
            </a:solidFill>
            <a:prstDash val="solid"/>
          </a:ln>
        </p:spPr>
      </p:sp>
      <p:sp>
        <p:nvSpPr>
          <p:cNvPr id="54" name="hierarchy-node-accent-level-3-node-6">
            <a:extLst xmlns:a="http://schemas.openxmlformats.org/drawingml/2006/main">
              <a:ext uri="{FF2B5EF4-FFF2-40B4-BE49-F238E27FC236}">
                <a16:creationId xmlns:a16="http://schemas.microsoft.com/office/drawing/2014/main" id="{8B2D2BB4-23DB-4FF3-AC2C-A704A105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5734050"/>
            <a:ext cx="95250" cy="457200"/>
          </a:xfrm>
          <a:custGeom xmlns:a="http://schemas.openxmlformats.org/drawingml/2006/main">
            <a:pathLst>
              <a:path w="95250" h="4572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95250" y="400050"/>
                </a:lnTo>
                <a:lnTo>
                  <a:pt x="95250" y="419100"/>
                </a:lnTo>
                <a:lnTo>
                  <a:pt x="95250" y="438150"/>
                </a:lnTo>
                <a:lnTo>
                  <a:pt x="95250" y="457200"/>
                </a:lnTo>
                <a:lnTo>
                  <a:pt x="76200" y="457200"/>
                </a:lnTo>
                <a:lnTo>
                  <a:pt x="57150" y="457200"/>
                </a:lnTo>
                <a:lnTo>
                  <a:pt x="38100" y="45720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438150"/>
                </a:lnTo>
                <a:lnTo>
                  <a:pt x="0" y="419100"/>
                </a:lnTo>
                <a:lnTo>
                  <a:pt x="0" y="40005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95B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hierarchy-node-surface-level-4-node-1">
            <a:extLst xmlns:a="http://schemas.openxmlformats.org/drawingml/2006/main">
              <a:ext uri="{FF2B5EF4-FFF2-40B4-BE49-F238E27FC236}">
                <a16:creationId xmlns:a16="http://schemas.microsoft.com/office/drawing/2014/main" id="{14141762-450A-4AC3-A5D7-6BD3740F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1657350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56" name="hierarchy-node-accent-level-4-node-1">
            <a:extLst xmlns:a="http://schemas.openxmlformats.org/drawingml/2006/main">
              <a:ext uri="{FF2B5EF4-FFF2-40B4-BE49-F238E27FC236}">
                <a16:creationId xmlns:a16="http://schemas.microsoft.com/office/drawing/2014/main" id="{064694AA-CEF5-4844-9067-AD0530BA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1657350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hierarchy-node-surface-level-4-node-2">
            <a:extLst xmlns:a="http://schemas.openxmlformats.org/drawingml/2006/main">
              <a:ext uri="{FF2B5EF4-FFF2-40B4-BE49-F238E27FC236}">
                <a16:creationId xmlns:a16="http://schemas.microsoft.com/office/drawing/2014/main" id="{61D3813D-47DB-4A90-85BF-8F8B88EB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250577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58" name="hierarchy-node-accent-level-4-node-2">
            <a:extLst xmlns:a="http://schemas.openxmlformats.org/drawingml/2006/main">
              <a:ext uri="{FF2B5EF4-FFF2-40B4-BE49-F238E27FC236}">
                <a16:creationId xmlns:a16="http://schemas.microsoft.com/office/drawing/2014/main" id="{E29BC921-70BC-4A3F-A78B-1DE60F0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250577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hierarchy-node-surface-level-4-node-3">
            <a:extLst xmlns:a="http://schemas.openxmlformats.org/drawingml/2006/main">
              <a:ext uri="{FF2B5EF4-FFF2-40B4-BE49-F238E27FC236}">
                <a16:creationId xmlns:a16="http://schemas.microsoft.com/office/drawing/2014/main" id="{B3612B90-D86B-4A1C-BA2F-0E0E7F65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843813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60" name="hierarchy-node-accent-level-4-node-3">
            <a:extLst xmlns:a="http://schemas.openxmlformats.org/drawingml/2006/main">
              <a:ext uri="{FF2B5EF4-FFF2-40B4-BE49-F238E27FC236}">
                <a16:creationId xmlns:a16="http://schemas.microsoft.com/office/drawing/2014/main" id="{7DE9964E-D437-4B7F-99B0-31CC5EE3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843813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1" name="hierarchy-node-surface-level-4-node-4">
            <a:extLst xmlns:a="http://schemas.openxmlformats.org/drawingml/2006/main">
              <a:ext uri="{FF2B5EF4-FFF2-40B4-BE49-F238E27FC236}">
                <a16:creationId xmlns:a16="http://schemas.microsoft.com/office/drawing/2014/main" id="{0BAA733D-7674-42AB-898B-1ADD50F8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437039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62" name="hierarchy-node-accent-level-4-node-4">
            <a:extLst xmlns:a="http://schemas.openxmlformats.org/drawingml/2006/main">
              <a:ext uri="{FF2B5EF4-FFF2-40B4-BE49-F238E27FC236}">
                <a16:creationId xmlns:a16="http://schemas.microsoft.com/office/drawing/2014/main" id="{C4168461-B0E4-4F1C-97CB-1FFEDCBD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437039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hierarchy-node-surface-level-4-node-5">
            <a:extLst xmlns:a="http://schemas.openxmlformats.org/drawingml/2006/main">
              <a:ext uri="{FF2B5EF4-FFF2-40B4-BE49-F238E27FC236}">
                <a16:creationId xmlns:a16="http://schemas.microsoft.com/office/drawing/2014/main" id="{71B0D74A-ED64-4C50-A52F-B2E1B1D6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030418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64" name="hierarchy-node-accent-level-4-node-5">
            <a:extLst xmlns:a="http://schemas.openxmlformats.org/drawingml/2006/main">
              <a:ext uri="{FF2B5EF4-FFF2-40B4-BE49-F238E27FC236}">
                <a16:creationId xmlns:a16="http://schemas.microsoft.com/office/drawing/2014/main" id="{F9D772B6-84E7-4081-970F-E99918D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030418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hierarchy-node-surface-level-4-node-6">
            <a:extLst xmlns:a="http://schemas.openxmlformats.org/drawingml/2006/main">
              <a:ext uri="{FF2B5EF4-FFF2-40B4-BE49-F238E27FC236}">
                <a16:creationId xmlns:a16="http://schemas.microsoft.com/office/drawing/2014/main" id="{B8ECB684-0BC3-4C03-A058-58A2BD1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623645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66" name="hierarchy-node-accent-level-4-node-6">
            <a:extLst xmlns:a="http://schemas.openxmlformats.org/drawingml/2006/main">
              <a:ext uri="{FF2B5EF4-FFF2-40B4-BE49-F238E27FC236}">
                <a16:creationId xmlns:a16="http://schemas.microsoft.com/office/drawing/2014/main" id="{4AEC7E0B-0704-46FB-A0AC-6B98A1D5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623645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hierarchy-node-surface-level-4-node-7">
            <a:extLst xmlns:a="http://schemas.openxmlformats.org/drawingml/2006/main">
              <a:ext uri="{FF2B5EF4-FFF2-40B4-BE49-F238E27FC236}">
                <a16:creationId xmlns:a16="http://schemas.microsoft.com/office/drawing/2014/main" id="{F41E7D26-E703-4831-B493-BFCFA9C7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216871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68" name="hierarchy-node-accent-level-4-node-7">
            <a:extLst xmlns:a="http://schemas.openxmlformats.org/drawingml/2006/main">
              <a:ext uri="{FF2B5EF4-FFF2-40B4-BE49-F238E27FC236}">
                <a16:creationId xmlns:a16="http://schemas.microsoft.com/office/drawing/2014/main" id="{9F33F87C-AD18-4202-B3C8-7E7D6482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216871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hierarchy-node-surface-level-4-node-8">
            <a:extLst xmlns:a="http://schemas.openxmlformats.org/drawingml/2006/main">
              <a:ext uri="{FF2B5EF4-FFF2-40B4-BE49-F238E27FC236}">
                <a16:creationId xmlns:a16="http://schemas.microsoft.com/office/drawing/2014/main" id="{6E33C8E0-675B-40DA-BBA3-502C26DC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810250"/>
            <a:ext cx="3036389" cy="381000"/>
          </a:xfrm>
          <a:custGeom xmlns:a="http://schemas.openxmlformats.org/drawingml/2006/main">
            <a:pathLst>
              <a:path w="3036389" h="381000">
                <a:moveTo>
                  <a:pt x="0" y="0"/>
                </a:moveTo>
                <a:lnTo>
                  <a:pt x="27737" y="0"/>
                </a:lnTo>
                <a:lnTo>
                  <a:pt x="55474" y="0"/>
                </a:lnTo>
                <a:lnTo>
                  <a:pt x="83201" y="0"/>
                </a:lnTo>
                <a:lnTo>
                  <a:pt x="110938" y="0"/>
                </a:lnTo>
                <a:lnTo>
                  <a:pt x="138674" y="0"/>
                </a:lnTo>
                <a:lnTo>
                  <a:pt x="166411" y="0"/>
                </a:lnTo>
                <a:lnTo>
                  <a:pt x="194139" y="0"/>
                </a:lnTo>
                <a:lnTo>
                  <a:pt x="221875" y="0"/>
                </a:lnTo>
                <a:lnTo>
                  <a:pt x="249612" y="0"/>
                </a:lnTo>
                <a:lnTo>
                  <a:pt x="277349" y="0"/>
                </a:lnTo>
                <a:lnTo>
                  <a:pt x="305086" y="0"/>
                </a:lnTo>
                <a:lnTo>
                  <a:pt x="332813" y="0"/>
                </a:lnTo>
                <a:lnTo>
                  <a:pt x="360550" y="0"/>
                </a:lnTo>
                <a:lnTo>
                  <a:pt x="388287" y="0"/>
                </a:lnTo>
                <a:lnTo>
                  <a:pt x="416023" y="0"/>
                </a:lnTo>
                <a:lnTo>
                  <a:pt x="443751" y="0"/>
                </a:lnTo>
                <a:lnTo>
                  <a:pt x="471488" y="0"/>
                </a:lnTo>
                <a:lnTo>
                  <a:pt x="499224" y="0"/>
                </a:lnTo>
                <a:lnTo>
                  <a:pt x="526961" y="0"/>
                </a:lnTo>
                <a:lnTo>
                  <a:pt x="554698" y="0"/>
                </a:lnTo>
                <a:lnTo>
                  <a:pt x="582425" y="0"/>
                </a:lnTo>
                <a:lnTo>
                  <a:pt x="610162" y="0"/>
                </a:lnTo>
                <a:lnTo>
                  <a:pt x="637899" y="0"/>
                </a:lnTo>
                <a:lnTo>
                  <a:pt x="665636" y="0"/>
                </a:lnTo>
                <a:lnTo>
                  <a:pt x="693363" y="0"/>
                </a:lnTo>
                <a:lnTo>
                  <a:pt x="721100" y="0"/>
                </a:lnTo>
                <a:lnTo>
                  <a:pt x="748836" y="0"/>
                </a:lnTo>
                <a:lnTo>
                  <a:pt x="776573" y="0"/>
                </a:lnTo>
                <a:lnTo>
                  <a:pt x="804301" y="0"/>
                </a:lnTo>
                <a:lnTo>
                  <a:pt x="832037" y="0"/>
                </a:lnTo>
                <a:lnTo>
                  <a:pt x="859774" y="0"/>
                </a:lnTo>
                <a:lnTo>
                  <a:pt x="887511" y="0"/>
                </a:lnTo>
                <a:lnTo>
                  <a:pt x="915248" y="0"/>
                </a:lnTo>
                <a:lnTo>
                  <a:pt x="942975" y="0"/>
                </a:lnTo>
                <a:lnTo>
                  <a:pt x="970712" y="0"/>
                </a:lnTo>
                <a:lnTo>
                  <a:pt x="998449" y="0"/>
                </a:lnTo>
                <a:lnTo>
                  <a:pt x="1026185" y="0"/>
                </a:lnTo>
                <a:lnTo>
                  <a:pt x="1053913" y="0"/>
                </a:lnTo>
                <a:lnTo>
                  <a:pt x="1081649" y="0"/>
                </a:lnTo>
                <a:lnTo>
                  <a:pt x="1109386" y="0"/>
                </a:lnTo>
                <a:lnTo>
                  <a:pt x="1137123" y="0"/>
                </a:lnTo>
                <a:lnTo>
                  <a:pt x="1164860" y="0"/>
                </a:lnTo>
                <a:lnTo>
                  <a:pt x="1192587" y="0"/>
                </a:lnTo>
                <a:lnTo>
                  <a:pt x="1220324" y="0"/>
                </a:lnTo>
                <a:lnTo>
                  <a:pt x="1248061" y="0"/>
                </a:lnTo>
                <a:lnTo>
                  <a:pt x="1275798" y="0"/>
                </a:lnTo>
                <a:lnTo>
                  <a:pt x="1303525" y="0"/>
                </a:lnTo>
                <a:lnTo>
                  <a:pt x="1331262" y="0"/>
                </a:lnTo>
                <a:lnTo>
                  <a:pt x="1358998" y="0"/>
                </a:lnTo>
                <a:lnTo>
                  <a:pt x="1386735" y="0"/>
                </a:lnTo>
                <a:lnTo>
                  <a:pt x="1414472" y="0"/>
                </a:lnTo>
                <a:lnTo>
                  <a:pt x="1442199" y="0"/>
                </a:lnTo>
                <a:lnTo>
                  <a:pt x="1469936" y="0"/>
                </a:lnTo>
                <a:lnTo>
                  <a:pt x="1497673" y="0"/>
                </a:lnTo>
                <a:lnTo>
                  <a:pt x="1525410" y="0"/>
                </a:lnTo>
                <a:lnTo>
                  <a:pt x="1553137" y="0"/>
                </a:lnTo>
                <a:lnTo>
                  <a:pt x="1580874" y="0"/>
                </a:lnTo>
                <a:lnTo>
                  <a:pt x="1608611" y="0"/>
                </a:lnTo>
                <a:lnTo>
                  <a:pt x="1636347" y="0"/>
                </a:lnTo>
                <a:lnTo>
                  <a:pt x="1664084" y="0"/>
                </a:lnTo>
                <a:lnTo>
                  <a:pt x="1691811" y="0"/>
                </a:lnTo>
                <a:lnTo>
                  <a:pt x="1719548" y="0"/>
                </a:lnTo>
                <a:lnTo>
                  <a:pt x="1747285" y="0"/>
                </a:lnTo>
                <a:lnTo>
                  <a:pt x="1775022" y="0"/>
                </a:lnTo>
                <a:lnTo>
                  <a:pt x="1802749" y="0"/>
                </a:lnTo>
                <a:lnTo>
                  <a:pt x="1830486" y="0"/>
                </a:lnTo>
                <a:lnTo>
                  <a:pt x="1858223" y="0"/>
                </a:lnTo>
                <a:lnTo>
                  <a:pt x="1885960" y="0"/>
                </a:lnTo>
                <a:lnTo>
                  <a:pt x="1913696" y="0"/>
                </a:lnTo>
                <a:lnTo>
                  <a:pt x="1941424" y="0"/>
                </a:lnTo>
                <a:lnTo>
                  <a:pt x="1969160" y="0"/>
                </a:lnTo>
                <a:lnTo>
                  <a:pt x="1996897" y="0"/>
                </a:lnTo>
                <a:lnTo>
                  <a:pt x="2024634" y="0"/>
                </a:lnTo>
                <a:lnTo>
                  <a:pt x="2052361" y="0"/>
                </a:lnTo>
                <a:lnTo>
                  <a:pt x="2080098" y="0"/>
                </a:lnTo>
                <a:lnTo>
                  <a:pt x="2107835" y="0"/>
                </a:lnTo>
                <a:lnTo>
                  <a:pt x="2135572" y="0"/>
                </a:lnTo>
                <a:lnTo>
                  <a:pt x="2163308" y="0"/>
                </a:lnTo>
                <a:lnTo>
                  <a:pt x="2191036" y="0"/>
                </a:lnTo>
                <a:lnTo>
                  <a:pt x="2218773" y="0"/>
                </a:lnTo>
                <a:lnTo>
                  <a:pt x="2246509" y="0"/>
                </a:lnTo>
                <a:lnTo>
                  <a:pt x="2274246" y="0"/>
                </a:lnTo>
                <a:lnTo>
                  <a:pt x="2301973" y="0"/>
                </a:lnTo>
                <a:lnTo>
                  <a:pt x="2329710" y="0"/>
                </a:lnTo>
                <a:lnTo>
                  <a:pt x="2357447" y="0"/>
                </a:lnTo>
                <a:lnTo>
                  <a:pt x="2385184" y="0"/>
                </a:lnTo>
                <a:lnTo>
                  <a:pt x="2412921" y="0"/>
                </a:lnTo>
                <a:lnTo>
                  <a:pt x="2440648" y="0"/>
                </a:lnTo>
                <a:lnTo>
                  <a:pt x="2468385" y="0"/>
                </a:lnTo>
                <a:lnTo>
                  <a:pt x="2496122" y="0"/>
                </a:lnTo>
                <a:lnTo>
                  <a:pt x="2523858" y="0"/>
                </a:lnTo>
                <a:lnTo>
                  <a:pt x="2551586" y="0"/>
                </a:lnTo>
                <a:lnTo>
                  <a:pt x="2579322" y="0"/>
                </a:lnTo>
                <a:lnTo>
                  <a:pt x="2607059" y="0"/>
                </a:lnTo>
                <a:lnTo>
                  <a:pt x="2634796" y="0"/>
                </a:lnTo>
                <a:lnTo>
                  <a:pt x="2662523" y="0"/>
                </a:lnTo>
                <a:lnTo>
                  <a:pt x="2690260" y="0"/>
                </a:lnTo>
                <a:lnTo>
                  <a:pt x="2717997" y="0"/>
                </a:lnTo>
                <a:lnTo>
                  <a:pt x="2745734" y="0"/>
                </a:lnTo>
                <a:lnTo>
                  <a:pt x="2773470" y="0"/>
                </a:lnTo>
                <a:lnTo>
                  <a:pt x="2801198" y="0"/>
                </a:lnTo>
                <a:lnTo>
                  <a:pt x="2828935" y="0"/>
                </a:lnTo>
                <a:lnTo>
                  <a:pt x="2856671" y="0"/>
                </a:lnTo>
                <a:lnTo>
                  <a:pt x="2884408" y="0"/>
                </a:lnTo>
                <a:lnTo>
                  <a:pt x="2909145" y="5744"/>
                </a:lnTo>
                <a:lnTo>
                  <a:pt x="2925051" y="28470"/>
                </a:lnTo>
                <a:lnTo>
                  <a:pt x="2940958" y="51187"/>
                </a:lnTo>
                <a:lnTo>
                  <a:pt x="2956865" y="73914"/>
                </a:lnTo>
                <a:lnTo>
                  <a:pt x="2972772" y="96631"/>
                </a:lnTo>
                <a:lnTo>
                  <a:pt x="2988669" y="119348"/>
                </a:lnTo>
                <a:lnTo>
                  <a:pt x="3004576" y="142075"/>
                </a:lnTo>
                <a:lnTo>
                  <a:pt x="3020482" y="164792"/>
                </a:lnTo>
                <a:lnTo>
                  <a:pt x="3036389" y="187519"/>
                </a:lnTo>
                <a:lnTo>
                  <a:pt x="3024654" y="210236"/>
                </a:lnTo>
                <a:lnTo>
                  <a:pt x="3008757" y="232962"/>
                </a:lnTo>
                <a:lnTo>
                  <a:pt x="2992850" y="255680"/>
                </a:lnTo>
                <a:lnTo>
                  <a:pt x="2976944" y="278397"/>
                </a:lnTo>
                <a:lnTo>
                  <a:pt x="2961037" y="301123"/>
                </a:lnTo>
                <a:lnTo>
                  <a:pt x="2945140" y="323840"/>
                </a:lnTo>
                <a:lnTo>
                  <a:pt x="2929233" y="346567"/>
                </a:lnTo>
                <a:lnTo>
                  <a:pt x="2913326" y="369284"/>
                </a:lnTo>
                <a:lnTo>
                  <a:pt x="2891695" y="381000"/>
                </a:lnTo>
                <a:lnTo>
                  <a:pt x="2863958" y="381000"/>
                </a:lnTo>
                <a:lnTo>
                  <a:pt x="2836221" y="381000"/>
                </a:lnTo>
                <a:lnTo>
                  <a:pt x="2808484" y="381000"/>
                </a:lnTo>
                <a:lnTo>
                  <a:pt x="2780748" y="381000"/>
                </a:lnTo>
                <a:lnTo>
                  <a:pt x="2753020" y="381000"/>
                </a:lnTo>
                <a:lnTo>
                  <a:pt x="2725283" y="381000"/>
                </a:lnTo>
                <a:lnTo>
                  <a:pt x="2697547" y="381000"/>
                </a:lnTo>
                <a:lnTo>
                  <a:pt x="2669810" y="381000"/>
                </a:lnTo>
                <a:lnTo>
                  <a:pt x="2642083" y="381000"/>
                </a:lnTo>
                <a:lnTo>
                  <a:pt x="2614346" y="381000"/>
                </a:lnTo>
                <a:lnTo>
                  <a:pt x="2586609" y="381000"/>
                </a:lnTo>
                <a:lnTo>
                  <a:pt x="2558872" y="381000"/>
                </a:lnTo>
                <a:lnTo>
                  <a:pt x="2531135" y="381000"/>
                </a:lnTo>
                <a:lnTo>
                  <a:pt x="2503408" y="381000"/>
                </a:lnTo>
                <a:lnTo>
                  <a:pt x="2475671" y="381000"/>
                </a:lnTo>
                <a:lnTo>
                  <a:pt x="2447935" y="381000"/>
                </a:lnTo>
                <a:lnTo>
                  <a:pt x="2420198" y="381000"/>
                </a:lnTo>
                <a:lnTo>
                  <a:pt x="2392470" y="381000"/>
                </a:lnTo>
                <a:lnTo>
                  <a:pt x="2364734" y="381000"/>
                </a:lnTo>
                <a:lnTo>
                  <a:pt x="2336997" y="381000"/>
                </a:lnTo>
                <a:lnTo>
                  <a:pt x="2309260" y="381000"/>
                </a:lnTo>
                <a:lnTo>
                  <a:pt x="2281523" y="381000"/>
                </a:lnTo>
                <a:lnTo>
                  <a:pt x="2253796" y="381000"/>
                </a:lnTo>
                <a:lnTo>
                  <a:pt x="2226059" y="381000"/>
                </a:lnTo>
                <a:lnTo>
                  <a:pt x="2198322" y="381000"/>
                </a:lnTo>
                <a:lnTo>
                  <a:pt x="2170586" y="381000"/>
                </a:lnTo>
                <a:lnTo>
                  <a:pt x="2142858" y="381000"/>
                </a:lnTo>
                <a:lnTo>
                  <a:pt x="2115122" y="381000"/>
                </a:lnTo>
                <a:lnTo>
                  <a:pt x="2087385" y="381000"/>
                </a:lnTo>
                <a:lnTo>
                  <a:pt x="2059648" y="381000"/>
                </a:lnTo>
                <a:lnTo>
                  <a:pt x="2031921" y="381000"/>
                </a:lnTo>
                <a:lnTo>
                  <a:pt x="2004184" y="381000"/>
                </a:lnTo>
                <a:lnTo>
                  <a:pt x="1976447" y="381000"/>
                </a:lnTo>
                <a:lnTo>
                  <a:pt x="1948710" y="381000"/>
                </a:lnTo>
                <a:lnTo>
                  <a:pt x="1920973" y="381000"/>
                </a:lnTo>
                <a:lnTo>
                  <a:pt x="1893246" y="381000"/>
                </a:lnTo>
                <a:lnTo>
                  <a:pt x="1865509" y="381000"/>
                </a:lnTo>
                <a:lnTo>
                  <a:pt x="1837773" y="381000"/>
                </a:lnTo>
                <a:lnTo>
                  <a:pt x="1810036" y="381000"/>
                </a:lnTo>
                <a:lnTo>
                  <a:pt x="1782308" y="381000"/>
                </a:lnTo>
                <a:lnTo>
                  <a:pt x="1754572" y="381000"/>
                </a:lnTo>
                <a:lnTo>
                  <a:pt x="1726835" y="381000"/>
                </a:lnTo>
                <a:lnTo>
                  <a:pt x="1699098" y="381000"/>
                </a:lnTo>
                <a:lnTo>
                  <a:pt x="1671361" y="381000"/>
                </a:lnTo>
                <a:lnTo>
                  <a:pt x="1643634" y="381000"/>
                </a:lnTo>
                <a:lnTo>
                  <a:pt x="1615897" y="381000"/>
                </a:lnTo>
                <a:lnTo>
                  <a:pt x="1588160" y="381000"/>
                </a:lnTo>
                <a:lnTo>
                  <a:pt x="1560424" y="381000"/>
                </a:lnTo>
                <a:lnTo>
                  <a:pt x="1532696" y="381000"/>
                </a:lnTo>
                <a:lnTo>
                  <a:pt x="1504960" y="381000"/>
                </a:lnTo>
                <a:lnTo>
                  <a:pt x="1477223" y="381000"/>
                </a:lnTo>
                <a:lnTo>
                  <a:pt x="1449486" y="381000"/>
                </a:lnTo>
                <a:lnTo>
                  <a:pt x="1421749" y="381000"/>
                </a:lnTo>
                <a:lnTo>
                  <a:pt x="1394022" y="381000"/>
                </a:lnTo>
                <a:lnTo>
                  <a:pt x="1366285" y="381000"/>
                </a:lnTo>
                <a:lnTo>
                  <a:pt x="1338548" y="381000"/>
                </a:lnTo>
                <a:lnTo>
                  <a:pt x="1310811" y="381000"/>
                </a:lnTo>
                <a:lnTo>
                  <a:pt x="1283084" y="381000"/>
                </a:lnTo>
                <a:lnTo>
                  <a:pt x="1255347" y="381000"/>
                </a:lnTo>
                <a:lnTo>
                  <a:pt x="1227611" y="381000"/>
                </a:lnTo>
                <a:lnTo>
                  <a:pt x="1199874" y="381000"/>
                </a:lnTo>
                <a:lnTo>
                  <a:pt x="1172137" y="381000"/>
                </a:lnTo>
                <a:lnTo>
                  <a:pt x="1144410" y="381000"/>
                </a:lnTo>
                <a:lnTo>
                  <a:pt x="1116673" y="381000"/>
                </a:lnTo>
                <a:lnTo>
                  <a:pt x="1088936" y="381000"/>
                </a:lnTo>
                <a:lnTo>
                  <a:pt x="1061199" y="381000"/>
                </a:lnTo>
                <a:lnTo>
                  <a:pt x="1033472" y="381000"/>
                </a:lnTo>
                <a:lnTo>
                  <a:pt x="1005735" y="381000"/>
                </a:lnTo>
                <a:lnTo>
                  <a:pt x="977998" y="381000"/>
                </a:lnTo>
                <a:lnTo>
                  <a:pt x="950262" y="381000"/>
                </a:lnTo>
                <a:lnTo>
                  <a:pt x="922525" y="381000"/>
                </a:lnTo>
                <a:lnTo>
                  <a:pt x="894798" y="381000"/>
                </a:lnTo>
                <a:lnTo>
                  <a:pt x="867061" y="381000"/>
                </a:lnTo>
                <a:lnTo>
                  <a:pt x="839324" y="381000"/>
                </a:lnTo>
                <a:lnTo>
                  <a:pt x="811587" y="381000"/>
                </a:lnTo>
                <a:lnTo>
                  <a:pt x="783860" y="381000"/>
                </a:lnTo>
                <a:lnTo>
                  <a:pt x="756123" y="381000"/>
                </a:lnTo>
                <a:lnTo>
                  <a:pt x="728386" y="381000"/>
                </a:lnTo>
                <a:lnTo>
                  <a:pt x="700649" y="381000"/>
                </a:lnTo>
                <a:lnTo>
                  <a:pt x="672913" y="381000"/>
                </a:lnTo>
                <a:lnTo>
                  <a:pt x="645185" y="381000"/>
                </a:lnTo>
                <a:lnTo>
                  <a:pt x="617449" y="381000"/>
                </a:lnTo>
                <a:lnTo>
                  <a:pt x="589712" y="381000"/>
                </a:lnTo>
                <a:lnTo>
                  <a:pt x="561975" y="381000"/>
                </a:lnTo>
                <a:lnTo>
                  <a:pt x="534248" y="381000"/>
                </a:lnTo>
                <a:lnTo>
                  <a:pt x="506511" y="381000"/>
                </a:lnTo>
                <a:lnTo>
                  <a:pt x="478774" y="381000"/>
                </a:lnTo>
                <a:lnTo>
                  <a:pt x="451037" y="381000"/>
                </a:lnTo>
                <a:lnTo>
                  <a:pt x="423310" y="381000"/>
                </a:lnTo>
                <a:lnTo>
                  <a:pt x="395573" y="381000"/>
                </a:lnTo>
                <a:lnTo>
                  <a:pt x="367836" y="381000"/>
                </a:lnTo>
                <a:lnTo>
                  <a:pt x="340100" y="381000"/>
                </a:lnTo>
                <a:lnTo>
                  <a:pt x="312363" y="381000"/>
                </a:lnTo>
                <a:lnTo>
                  <a:pt x="284636" y="381000"/>
                </a:lnTo>
                <a:lnTo>
                  <a:pt x="256899" y="381000"/>
                </a:lnTo>
                <a:lnTo>
                  <a:pt x="229162" y="381000"/>
                </a:lnTo>
                <a:lnTo>
                  <a:pt x="201425" y="381000"/>
                </a:lnTo>
                <a:lnTo>
                  <a:pt x="173698" y="381000"/>
                </a:lnTo>
                <a:lnTo>
                  <a:pt x="145961" y="381000"/>
                </a:lnTo>
                <a:lnTo>
                  <a:pt x="118224" y="381000"/>
                </a:lnTo>
                <a:lnTo>
                  <a:pt x="90488" y="381000"/>
                </a:lnTo>
                <a:lnTo>
                  <a:pt x="62751" y="381000"/>
                </a:lnTo>
                <a:lnTo>
                  <a:pt x="35023" y="381000"/>
                </a:lnTo>
                <a:lnTo>
                  <a:pt x="7287" y="381000"/>
                </a:lnTo>
                <a:lnTo>
                  <a:pt x="0" y="360550"/>
                </a:lnTo>
                <a:lnTo>
                  <a:pt x="0" y="332813"/>
                </a:lnTo>
                <a:lnTo>
                  <a:pt x="0" y="305086"/>
                </a:lnTo>
                <a:lnTo>
                  <a:pt x="0" y="277349"/>
                </a:lnTo>
                <a:lnTo>
                  <a:pt x="0" y="249612"/>
                </a:lnTo>
                <a:lnTo>
                  <a:pt x="0" y="221875"/>
                </a:lnTo>
                <a:lnTo>
                  <a:pt x="0" y="194139"/>
                </a:lnTo>
                <a:lnTo>
                  <a:pt x="0" y="166411"/>
                </a:lnTo>
                <a:lnTo>
                  <a:pt x="0" y="138674"/>
                </a:lnTo>
                <a:lnTo>
                  <a:pt x="0" y="110938"/>
                </a:lnTo>
                <a:lnTo>
                  <a:pt x="0" y="83201"/>
                </a:lnTo>
                <a:lnTo>
                  <a:pt x="0" y="55474"/>
                </a:lnTo>
                <a:lnTo>
                  <a:pt x="0" y="27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5240">
            <a:solidFill>
              <a:srgbClr val="90B2C7"/>
            </a:solidFill>
            <a:prstDash val="solid"/>
          </a:ln>
        </p:spPr>
      </p:sp>
      <p:sp>
        <p:nvSpPr>
          <p:cNvPr id="70" name="hierarchy-node-accent-level-4-node-8">
            <a:extLst xmlns:a="http://schemas.openxmlformats.org/drawingml/2006/main">
              <a:ext uri="{FF2B5EF4-FFF2-40B4-BE49-F238E27FC236}">
                <a16:creationId xmlns:a16="http://schemas.microsoft.com/office/drawing/2014/main" id="{56890564-8E63-441A-847F-24091F7B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810250"/>
            <a:ext cx="95250" cy="381000"/>
          </a:xfrm>
          <a:custGeom xmlns:a="http://schemas.openxmlformats.org/drawingml/2006/main">
            <a:pathLst>
              <a:path w="95250" h="381000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50"/>
                </a:lnTo>
                <a:lnTo>
                  <a:pt x="95250" y="38100"/>
                </a:lnTo>
                <a:lnTo>
                  <a:pt x="95250" y="57150"/>
                </a:lnTo>
                <a:lnTo>
                  <a:pt x="95250" y="76200"/>
                </a:lnTo>
                <a:lnTo>
                  <a:pt x="95250" y="95250"/>
                </a:lnTo>
                <a:lnTo>
                  <a:pt x="95250" y="114300"/>
                </a:lnTo>
                <a:lnTo>
                  <a:pt x="95250" y="133350"/>
                </a:lnTo>
                <a:lnTo>
                  <a:pt x="95250" y="152400"/>
                </a:lnTo>
                <a:lnTo>
                  <a:pt x="95250" y="171450"/>
                </a:lnTo>
                <a:lnTo>
                  <a:pt x="95250" y="190500"/>
                </a:lnTo>
                <a:lnTo>
                  <a:pt x="95250" y="209550"/>
                </a:lnTo>
                <a:lnTo>
                  <a:pt x="95250" y="228600"/>
                </a:lnTo>
                <a:lnTo>
                  <a:pt x="95250" y="247650"/>
                </a:lnTo>
                <a:lnTo>
                  <a:pt x="95250" y="266700"/>
                </a:lnTo>
                <a:lnTo>
                  <a:pt x="95250" y="285750"/>
                </a:lnTo>
                <a:lnTo>
                  <a:pt x="95250" y="304800"/>
                </a:lnTo>
                <a:lnTo>
                  <a:pt x="95250" y="323850"/>
                </a:lnTo>
                <a:lnTo>
                  <a:pt x="95250" y="342900"/>
                </a:lnTo>
                <a:lnTo>
                  <a:pt x="95250" y="361950"/>
                </a:lnTo>
                <a:lnTo>
                  <a:pt x="95250" y="381000"/>
                </a:lnTo>
                <a:lnTo>
                  <a:pt x="76200" y="381000"/>
                </a:lnTo>
                <a:lnTo>
                  <a:pt x="57150" y="381000"/>
                </a:lnTo>
                <a:lnTo>
                  <a:pt x="38100" y="38100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361950"/>
                </a:lnTo>
                <a:lnTo>
                  <a:pt x="0" y="342900"/>
                </a:lnTo>
                <a:lnTo>
                  <a:pt x="0" y="323850"/>
                </a:lnTo>
                <a:lnTo>
                  <a:pt x="0" y="304800"/>
                </a:lnTo>
                <a:lnTo>
                  <a:pt x="0" y="285750"/>
                </a:lnTo>
                <a:lnTo>
                  <a:pt x="0" y="266700"/>
                </a:lnTo>
                <a:lnTo>
                  <a:pt x="0" y="247650"/>
                </a:lnTo>
                <a:lnTo>
                  <a:pt x="0" y="228600"/>
                </a:lnTo>
                <a:lnTo>
                  <a:pt x="0" y="209550"/>
                </a:lnTo>
                <a:lnTo>
                  <a:pt x="0" y="190500"/>
                </a:lnTo>
                <a:lnTo>
                  <a:pt x="0" y="171450"/>
                </a:lnTo>
                <a:lnTo>
                  <a:pt x="0" y="152400"/>
                </a:lnTo>
                <a:lnTo>
                  <a:pt x="0" y="133350"/>
                </a:lnTo>
                <a:lnTo>
                  <a:pt x="0" y="114300"/>
                </a:lnTo>
                <a:lnTo>
                  <a:pt x="0" y="95250"/>
                </a:lnTo>
                <a:lnTo>
                  <a:pt x="0" y="76200"/>
                </a:lnTo>
                <a:lnTo>
                  <a:pt x="0" y="57150"/>
                </a:lnTo>
                <a:lnTo>
                  <a:pt x="0" y="3810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B2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hierarchy-index-level-2-node-1">
            <a:extLst xmlns:a="http://schemas.openxmlformats.org/drawingml/2006/main">
              <a:ext uri="{FF2B5EF4-FFF2-40B4-BE49-F238E27FC236}">
                <a16:creationId xmlns:a16="http://schemas.microsoft.com/office/drawing/2014/main" id="{370B2C02-E35A-4491-ADBF-42B2407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2076450"/>
            <a:ext cx="21237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2" name="hierarchy-index-level-2-node-2">
            <a:extLst xmlns:a="http://schemas.openxmlformats.org/drawingml/2006/main">
              <a:ext uri="{FF2B5EF4-FFF2-40B4-BE49-F238E27FC236}">
                <a16:creationId xmlns:a16="http://schemas.microsoft.com/office/drawing/2014/main" id="{D3E3AF88-6728-4ECB-8B93-D6E836E8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3733800"/>
            <a:ext cx="21237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3" name="hierarchy-index-level-2-node-3">
            <a:extLst xmlns:a="http://schemas.openxmlformats.org/drawingml/2006/main">
              <a:ext uri="{FF2B5EF4-FFF2-40B4-BE49-F238E27FC236}">
                <a16:creationId xmlns:a16="http://schemas.microsoft.com/office/drawing/2014/main" id="{8FDF112C-46B9-4CEB-87EA-E5C95169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5391150"/>
            <a:ext cx="21237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4" name="hierarchy-marker-level-3-node-1">
            <a:extLst xmlns:a="http://schemas.openxmlformats.org/drawingml/2006/main">
              <a:ext uri="{FF2B5EF4-FFF2-40B4-BE49-F238E27FC236}">
                <a16:creationId xmlns:a16="http://schemas.microsoft.com/office/drawing/2014/main" id="{EF8EFBA1-807F-407B-95C5-60466FC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184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ierarchy-marker-level-3-node-2">
            <a:extLst xmlns:a="http://schemas.openxmlformats.org/drawingml/2006/main">
              <a:ext uri="{FF2B5EF4-FFF2-40B4-BE49-F238E27FC236}">
                <a16:creationId xmlns:a16="http://schemas.microsoft.com/office/drawing/2014/main" id="{BDE5F0C4-0D9E-447B-B4F7-38AE4FB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265837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ierarchy-marker-level-3-node-3">
            <a:extLst xmlns:a="http://schemas.openxmlformats.org/drawingml/2006/main">
              <a:ext uri="{FF2B5EF4-FFF2-40B4-BE49-F238E27FC236}">
                <a16:creationId xmlns:a16="http://schemas.microsoft.com/office/drawing/2014/main" id="{576D4E91-8245-44C4-BA03-A31E5C6F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347365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ierarchy-marker-level-3-node-4">
            <a:extLst xmlns:a="http://schemas.openxmlformats.org/drawingml/2006/main">
              <a:ext uri="{FF2B5EF4-FFF2-40B4-BE49-F238E27FC236}">
                <a16:creationId xmlns:a16="http://schemas.microsoft.com/office/drawing/2014/main" id="{41FED4FC-1F13-4F82-82E3-654405B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428907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ierarchy-marker-level-3-node-5">
            <a:extLst xmlns:a="http://schemas.openxmlformats.org/drawingml/2006/main">
              <a:ext uri="{FF2B5EF4-FFF2-40B4-BE49-F238E27FC236}">
                <a16:creationId xmlns:a16="http://schemas.microsoft.com/office/drawing/2014/main" id="{FCEC6419-0FF0-423A-9654-ED12B3A1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510436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ierarchy-marker-level-3-node-6">
            <a:extLst xmlns:a="http://schemas.openxmlformats.org/drawingml/2006/main">
              <a:ext uri="{FF2B5EF4-FFF2-40B4-BE49-F238E27FC236}">
                <a16:creationId xmlns:a16="http://schemas.microsoft.com/office/drawing/2014/main" id="{B1FE7AC0-27A2-43BB-BDB9-9E37667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5919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ierarchy-marker-level-4-node-1">
            <a:extLst xmlns:a="http://schemas.openxmlformats.org/drawingml/2006/main">
              <a:ext uri="{FF2B5EF4-FFF2-40B4-BE49-F238E27FC236}">
                <a16:creationId xmlns:a16="http://schemas.microsoft.com/office/drawing/2014/main" id="{B77454D2-0E75-4AAA-967B-97AF862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804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ierarchy-marker-level-4-node-2">
            <a:extLst xmlns:a="http://schemas.openxmlformats.org/drawingml/2006/main">
              <a:ext uri="{FF2B5EF4-FFF2-40B4-BE49-F238E27FC236}">
                <a16:creationId xmlns:a16="http://schemas.microsoft.com/office/drawing/2014/main" id="{C53DEA2C-86EF-446B-801B-334A629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239821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ierarchy-marker-level-4-node-3">
            <a:extLst xmlns:a="http://schemas.openxmlformats.org/drawingml/2006/main">
              <a:ext uri="{FF2B5EF4-FFF2-40B4-BE49-F238E27FC236}">
                <a16:creationId xmlns:a16="http://schemas.microsoft.com/office/drawing/2014/main" id="{8D81DC64-8A0F-4724-9893-D5F12D5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2991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ierarchy-marker-level-4-node-4">
            <a:extLst xmlns:a="http://schemas.openxmlformats.org/drawingml/2006/main">
              <a:ext uri="{FF2B5EF4-FFF2-40B4-BE49-F238E27FC236}">
                <a16:creationId xmlns:a16="http://schemas.microsoft.com/office/drawing/2014/main" id="{E71A6F23-7587-459E-968C-6E211377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58467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ierarchy-marker-level-4-node-5">
            <a:extLst xmlns:a="http://schemas.openxmlformats.org/drawingml/2006/main">
              <a:ext uri="{FF2B5EF4-FFF2-40B4-BE49-F238E27FC236}">
                <a16:creationId xmlns:a16="http://schemas.microsoft.com/office/drawing/2014/main" id="{80658133-AB21-425C-8524-953C5E6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417805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ierarchy-marker-level-4-node-6">
            <a:extLst xmlns:a="http://schemas.openxmlformats.org/drawingml/2006/main">
              <a:ext uri="{FF2B5EF4-FFF2-40B4-BE49-F238E27FC236}">
                <a16:creationId xmlns:a16="http://schemas.microsoft.com/office/drawing/2014/main" id="{0F219DEC-A978-46AF-A324-862E595B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477128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ierarchy-marker-level-4-node-7">
            <a:extLst xmlns:a="http://schemas.openxmlformats.org/drawingml/2006/main">
              <a:ext uri="{FF2B5EF4-FFF2-40B4-BE49-F238E27FC236}">
                <a16:creationId xmlns:a16="http://schemas.microsoft.com/office/drawing/2014/main" id="{6462F93E-B3BA-4134-A95B-FCBF2B5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536450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ierarchy-marker-level-4-node-8">
            <a:extLst xmlns:a="http://schemas.openxmlformats.org/drawingml/2006/main">
              <a:ext uri="{FF2B5EF4-FFF2-40B4-BE49-F238E27FC236}">
                <a16:creationId xmlns:a16="http://schemas.microsoft.com/office/drawing/2014/main" id="{0081BAC5-D821-4341-B405-C0B6CDB8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5957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ierarchy-node-text-system">
            <a:extLst xmlns:a="http://schemas.openxmlformats.org/drawingml/2006/main">
              <a:ext uri="{FF2B5EF4-FFF2-40B4-BE49-F238E27FC236}">
                <a16:creationId xmlns:a16="http://schemas.microsoft.com/office/drawing/2014/main" id="{68C72CA3-1E90-4F01-931C-0CBAD27A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3804495"/>
            <a:ext cx="1495425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可靠生成体系</a:t>
            </a:r>
          </a:p>
        </p:txBody>
      </p:sp>
      <p:sp>
        <p:nvSpPr>
          <p:cNvPr id="89" name="hierarchy-node-text-level-2-node-1">
            <a:extLst xmlns:a="http://schemas.openxmlformats.org/drawingml/2006/main">
              <a:ext uri="{FF2B5EF4-FFF2-40B4-BE49-F238E27FC236}">
                <a16:creationId xmlns:a16="http://schemas.microsoft.com/office/drawing/2014/main" id="{D6EA331D-4C64-4228-9917-C153804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2185245"/>
            <a:ext cx="14097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内容组织</a:t>
            </a:r>
          </a:p>
        </p:txBody>
      </p:sp>
      <p:sp>
        <p:nvSpPr>
          <p:cNvPr id="90" name="hierarchy-node-text-level-2-node-2">
            <a:extLst xmlns:a="http://schemas.openxmlformats.org/drawingml/2006/main">
              <a:ext uri="{FF2B5EF4-FFF2-40B4-BE49-F238E27FC236}">
                <a16:creationId xmlns:a16="http://schemas.microsoft.com/office/drawing/2014/main" id="{801AD4C6-B6A2-4C5E-A2E8-BBAB3BE5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842595"/>
            <a:ext cx="14097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视觉组织</a:t>
            </a:r>
          </a:p>
        </p:txBody>
      </p:sp>
      <p:sp>
        <p:nvSpPr>
          <p:cNvPr id="91" name="hierarchy-node-text-level-2-node-3">
            <a:extLst xmlns:a="http://schemas.openxmlformats.org/drawingml/2006/main">
              <a:ext uri="{FF2B5EF4-FFF2-40B4-BE49-F238E27FC236}">
                <a16:creationId xmlns:a16="http://schemas.microsoft.com/office/drawing/2014/main" id="{71B95CCC-FEC0-42F2-83F6-D5269D0E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5499945"/>
            <a:ext cx="14097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稳定交付</a:t>
            </a:r>
          </a:p>
        </p:txBody>
      </p:sp>
      <p:sp>
        <p:nvSpPr>
          <p:cNvPr id="92" name="hierarchy-node-text-level-3-node-1">
            <a:extLst xmlns:a="http://schemas.openxmlformats.org/drawingml/2006/main">
              <a:ext uri="{FF2B5EF4-FFF2-40B4-BE49-F238E27FC236}">
                <a16:creationId xmlns:a16="http://schemas.microsoft.com/office/drawing/2014/main" id="{91006D92-A3A2-4513-92EE-8571CA85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1796063"/>
            <a:ext cx="1247775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稿件理解</a:t>
            </a:r>
          </a:p>
        </p:txBody>
      </p:sp>
      <p:sp>
        <p:nvSpPr>
          <p:cNvPr id="93" name="hierarchy-node-text-level-3-node-2">
            <a:extLst xmlns:a="http://schemas.openxmlformats.org/drawingml/2006/main">
              <a:ext uri="{FF2B5EF4-FFF2-40B4-BE49-F238E27FC236}">
                <a16:creationId xmlns:a16="http://schemas.microsoft.com/office/drawing/2014/main" id="{577023E0-2678-4715-8A29-B25531F3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2611336"/>
            <a:ext cx="1247775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叙事编排</a:t>
            </a:r>
          </a:p>
        </p:txBody>
      </p:sp>
      <p:sp>
        <p:nvSpPr>
          <p:cNvPr id="94" name="hierarchy-node-text-level-3-node-3">
            <a:extLst xmlns:a="http://schemas.openxmlformats.org/drawingml/2006/main">
              <a:ext uri="{FF2B5EF4-FFF2-40B4-BE49-F238E27FC236}">
                <a16:creationId xmlns:a16="http://schemas.microsoft.com/office/drawing/2014/main" id="{9A8A0487-DC56-4FBC-A1FC-C6FCAE5C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3426619"/>
            <a:ext cx="1247775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Logic 判断</a:t>
            </a:r>
          </a:p>
        </p:txBody>
      </p:sp>
      <p:sp>
        <p:nvSpPr>
          <p:cNvPr id="95" name="hierarchy-node-text-level-3-node-4">
            <a:extLst xmlns:a="http://schemas.openxmlformats.org/drawingml/2006/main">
              <a:ext uri="{FF2B5EF4-FFF2-40B4-BE49-F238E27FC236}">
                <a16:creationId xmlns:a16="http://schemas.microsoft.com/office/drawing/2014/main" id="{2C97873C-1AA3-4788-BB6E-2EC44A3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4242044"/>
            <a:ext cx="1247775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内容绑定</a:t>
            </a:r>
          </a:p>
        </p:txBody>
      </p:sp>
      <p:sp>
        <p:nvSpPr>
          <p:cNvPr id="96" name="hierarchy-node-text-level-3-node-5">
            <a:extLst xmlns:a="http://schemas.openxmlformats.org/drawingml/2006/main">
              <a:ext uri="{FF2B5EF4-FFF2-40B4-BE49-F238E27FC236}">
                <a16:creationId xmlns:a16="http://schemas.microsoft.com/office/drawing/2014/main" id="{2458CE45-F5E7-4529-9CCA-907D5B9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5057327"/>
            <a:ext cx="1247775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原生编译</a:t>
            </a:r>
          </a:p>
        </p:txBody>
      </p:sp>
      <p:sp>
        <p:nvSpPr>
          <p:cNvPr id="97" name="hierarchy-node-text-level-3-node-6">
            <a:extLst xmlns:a="http://schemas.openxmlformats.org/drawingml/2006/main">
              <a:ext uri="{FF2B5EF4-FFF2-40B4-BE49-F238E27FC236}">
                <a16:creationId xmlns:a16="http://schemas.microsoft.com/office/drawing/2014/main" id="{E33FF3B7-D682-41BA-833B-ABC3787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5872763"/>
            <a:ext cx="1247775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质量校准</a:t>
            </a:r>
          </a:p>
        </p:txBody>
      </p:sp>
      <p:sp>
        <p:nvSpPr>
          <p:cNvPr id="98" name="hierarchy-node-text-level-4-node-1">
            <a:extLst xmlns:a="http://schemas.openxmlformats.org/drawingml/2006/main">
              <a:ext uri="{FF2B5EF4-FFF2-40B4-BE49-F238E27FC236}">
                <a16:creationId xmlns:a16="http://schemas.microsoft.com/office/drawing/2014/main" id="{A8EFAD07-19D9-484E-9999-B23BE85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1757963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事实边界</a:t>
            </a:r>
          </a:p>
        </p:txBody>
      </p:sp>
      <p:sp>
        <p:nvSpPr>
          <p:cNvPr id="99" name="hierarchy-node-text-level-4-node-2">
            <a:extLst xmlns:a="http://schemas.openxmlformats.org/drawingml/2006/main">
              <a:ext uri="{FF2B5EF4-FFF2-40B4-BE49-F238E27FC236}">
                <a16:creationId xmlns:a16="http://schemas.microsoft.com/office/drawing/2014/main" id="{606E4570-1A51-4A14-B5FD-11106569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2351189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主题提炼</a:t>
            </a:r>
          </a:p>
        </p:txBody>
      </p:sp>
      <p:sp>
        <p:nvSpPr>
          <p:cNvPr id="100" name="hierarchy-node-text-level-4-node-3">
            <a:extLst xmlns:a="http://schemas.openxmlformats.org/drawingml/2006/main">
              <a:ext uri="{FF2B5EF4-FFF2-40B4-BE49-F238E27FC236}">
                <a16:creationId xmlns:a16="http://schemas.microsoft.com/office/drawing/2014/main" id="{F82756AF-A14B-4F4A-A7A6-63491A45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2944416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页面节奏</a:t>
            </a:r>
          </a:p>
        </p:txBody>
      </p:sp>
      <p:sp>
        <p:nvSpPr>
          <p:cNvPr id="101" name="hierarchy-node-text-level-4-node-4">
            <a:extLst xmlns:a="http://schemas.openxmlformats.org/drawingml/2006/main">
              <a:ext uri="{FF2B5EF4-FFF2-40B4-BE49-F238E27FC236}">
                <a16:creationId xmlns:a16="http://schemas.microsoft.com/office/drawing/2014/main" id="{653550BB-E9AE-45BC-A8B8-138667AE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3537642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结构选择</a:t>
            </a:r>
          </a:p>
        </p:txBody>
      </p:sp>
      <p:sp>
        <p:nvSpPr>
          <p:cNvPr id="102" name="hierarchy-node-text-level-4-node-5">
            <a:extLst xmlns:a="http://schemas.openxmlformats.org/drawingml/2006/main">
              <a:ext uri="{FF2B5EF4-FFF2-40B4-BE49-F238E27FC236}">
                <a16:creationId xmlns:a16="http://schemas.microsoft.com/office/drawing/2014/main" id="{4754F898-978F-4771-8DAD-C9D0B76B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4131021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文字排版</a:t>
            </a:r>
          </a:p>
        </p:txBody>
      </p:sp>
      <p:sp>
        <p:nvSpPr>
          <p:cNvPr id="103" name="hierarchy-node-text-level-4-node-6">
            <a:extLst xmlns:a="http://schemas.openxmlformats.org/drawingml/2006/main">
              <a:ext uri="{FF2B5EF4-FFF2-40B4-BE49-F238E27FC236}">
                <a16:creationId xmlns:a16="http://schemas.microsoft.com/office/drawing/2014/main" id="{C4B98F37-7717-4D76-B61B-1D9B2726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4724248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媒体匹配</a:t>
            </a:r>
          </a:p>
        </p:txBody>
      </p:sp>
      <p:sp>
        <p:nvSpPr>
          <p:cNvPr id="104" name="hierarchy-node-text-level-4-node-7">
            <a:extLst xmlns:a="http://schemas.openxmlformats.org/drawingml/2006/main">
              <a:ext uri="{FF2B5EF4-FFF2-40B4-BE49-F238E27FC236}">
                <a16:creationId xmlns:a16="http://schemas.microsoft.com/office/drawing/2014/main" id="{DECE0F4C-01C0-47A4-B4C2-3E5C455A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5317484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对象编辑</a:t>
            </a:r>
          </a:p>
        </p:txBody>
      </p:sp>
      <p:sp>
        <p:nvSpPr>
          <p:cNvPr id="105" name="hierarchy-node-text-level-4-node-8">
            <a:extLst xmlns:a="http://schemas.openxmlformats.org/drawingml/2006/main">
              <a:ext uri="{FF2B5EF4-FFF2-40B4-BE49-F238E27FC236}">
                <a16:creationId xmlns:a16="http://schemas.microsoft.com/office/drawing/2014/main" id="{5EE8F3AD-D88A-4DE8-8D73-91354DC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5910863"/>
            <a:ext cx="2495550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86A"/>
                </a:solidFill>
                <a:latin typeface="Microsoft YaHei"/>
                <a:ea typeface="Microsoft YaHei"/>
                <a:cs typeface="Microsoft YaHei"/>
              </a:rPr>
              <a:t>结果核对</a:t>
            </a:r>
          </a:p>
        </p:txBody>
      </p:sp>
    </p:spTree>
    <p:extLst>
      <p:ext uri="{BB962C8B-B14F-4D97-AF65-F5344CB8AC3E}">
        <p14:creationId xmlns:p14="http://schemas.microsoft.com/office/powerpoint/2010/main" val="964329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0" dist="47625" dir="5400000">
              <a:srgbClr val="E7EDF5"/>
            </a:outerShdw>
          </a:effectLst>
        </a:effectStyle>
        <a:effectStyle>
          <a:effectLst>
            <a:outerShdw blurRad="15240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228600" dist="95250" dir="5400000">
              <a:srgbClr val="2F5EA8">
                <a:alpha val="13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2026-08-27T01:35:37.3350000Z</dcterms:created>
  <dcterms:modified xsi:type="dcterms:W3CDTF">2026-08-27T01:35:37.3350000Z</dcterms:modified>
</coreProperties>
</file>