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f910cc7d9460b" /><Relationship Type="http://schemas.openxmlformats.org/officeDocument/2006/relationships/extended-properties" Target="/docProps/app.xml" Id="Reabc79c0b9864c28" /><Relationship Type="http://schemas.openxmlformats.org/officeDocument/2006/relationships/officeDocument" Target="/ppt/presentation.xml" Id="Rfd46d965c73e4c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c228259ba44e52"/>
  </p:sldMasterIdLst>
  <p:notesMasterIdLst>
    <p:notesMasterId xmlns:r="http://schemas.openxmlformats.org/officeDocument/2006/relationships" r:id="R7ee0340238bb4767"/>
  </p:notesMasterIdLst>
  <p:sldIdLst>
    <p:sldId xmlns:r="http://schemas.openxmlformats.org/officeDocument/2006/relationships" id="256" r:id="R84fc1a307dc247ad"/>
    <p:sldId xmlns:r="http://schemas.openxmlformats.org/officeDocument/2006/relationships" id="257" r:id="R4bfe5fe9e8bb4825"/>
    <p:sldId xmlns:r="http://schemas.openxmlformats.org/officeDocument/2006/relationships" id="258" r:id="R2bc8998aad144552"/>
    <p:sldId xmlns:r="http://schemas.openxmlformats.org/officeDocument/2006/relationships" id="259" r:id="Rffb248368e87463e"/>
    <p:sldId xmlns:r="http://schemas.openxmlformats.org/officeDocument/2006/relationships" id="260" r:id="Re2353452207c42c1"/>
    <p:sldId xmlns:r="http://schemas.openxmlformats.org/officeDocument/2006/relationships" id="261" r:id="R4acc9d3f4dd14e5e"/>
    <p:sldId xmlns:r="http://schemas.openxmlformats.org/officeDocument/2006/relationships" id="262" r:id="R3dc1204336794c82"/>
    <p:sldId xmlns:r="http://schemas.openxmlformats.org/officeDocument/2006/relationships" id="263" r:id="Re20a2ca2b666446f"/>
    <p:sldId xmlns:r="http://schemas.openxmlformats.org/officeDocument/2006/relationships" id="264" r:id="Rf9dc4c3fd30c48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871a50d90a440d" /><Relationship Type="http://schemas.openxmlformats.org/officeDocument/2006/relationships/slideMaster" Target="/ppt/slideMasters/slideMaster1.xml" Id="Rdbc228259ba44e52" /><Relationship Type="http://schemas.openxmlformats.org/officeDocument/2006/relationships/notesMaster" Target="/ppt/notesMasters/notesMaster1.xml" Id="R7ee0340238bb4767" /><Relationship Type="http://schemas.openxmlformats.org/officeDocument/2006/relationships/presProps" Target="/ppt/presProps.xml" Id="Rab6d737a37934d37" /><Relationship Type="http://schemas.openxmlformats.org/officeDocument/2006/relationships/tableStyles" Target="/ppt/tableStyles.xml" Id="Re959b0a811414bc4" /><Relationship Type="http://schemas.openxmlformats.org/officeDocument/2006/relationships/slide" Target="/ppt/slides/slide1.xml" Id="R84fc1a307dc247ad" /><Relationship Type="http://schemas.openxmlformats.org/officeDocument/2006/relationships/slide" Target="/ppt/slides/slide2.xml" Id="R4bfe5fe9e8bb4825" /><Relationship Type="http://schemas.openxmlformats.org/officeDocument/2006/relationships/slide" Target="/ppt/slides/slide3.xml" Id="R2bc8998aad144552" /><Relationship Type="http://schemas.openxmlformats.org/officeDocument/2006/relationships/slide" Target="/ppt/slides/slide4.xml" Id="Rffb248368e87463e" /><Relationship Type="http://schemas.openxmlformats.org/officeDocument/2006/relationships/slide" Target="/ppt/slides/slide5.xml" Id="Re2353452207c42c1" /><Relationship Type="http://schemas.openxmlformats.org/officeDocument/2006/relationships/slide" Target="/ppt/slides/slide6.xml" Id="R4acc9d3f4dd14e5e" /><Relationship Type="http://schemas.openxmlformats.org/officeDocument/2006/relationships/slide" Target="/ppt/slides/slide7.xml" Id="R3dc1204336794c82" /><Relationship Type="http://schemas.openxmlformats.org/officeDocument/2006/relationships/slide" Target="/ppt/slides/slide8.xml" Id="Re20a2ca2b666446f" /><Relationship Type="http://schemas.openxmlformats.org/officeDocument/2006/relationships/slide" Target="/ppt/slides/slide9.xml" Id="Rf9dc4c3fd30c48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af220764a246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beeda8b8764507" /><Relationship Type="http://schemas.openxmlformats.org/officeDocument/2006/relationships/notesMaster" Target="/ppt/notesMasters/notesMaster1.xml" Id="R83a569f5955948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b9f2fba201482f" /><Relationship Type="http://schemas.openxmlformats.org/officeDocument/2006/relationships/notesMaster" Target="/ppt/notesMasters/notesMaster1.xml" Id="R0389443d3f714b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712d27585e4eac" /><Relationship Type="http://schemas.openxmlformats.org/officeDocument/2006/relationships/notesMaster" Target="/ppt/notesMasters/notesMaster1.xml" Id="R71303f3d53a343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d0a8ea80f7402f" /><Relationship Type="http://schemas.openxmlformats.org/officeDocument/2006/relationships/notesMaster" Target="/ppt/notesMasters/notesMaster1.xml" Id="Rf3fcaabe41e641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891d400c7447f7" /><Relationship Type="http://schemas.openxmlformats.org/officeDocument/2006/relationships/notesMaster" Target="/ppt/notesMasters/notesMaster1.xml" Id="R7cf5a79d0f174d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1b72e12dcc4e8d" /><Relationship Type="http://schemas.openxmlformats.org/officeDocument/2006/relationships/notesMaster" Target="/ppt/notesMasters/notesMaster1.xml" Id="Rc9eaed19295241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1ae5886da54850" /><Relationship Type="http://schemas.openxmlformats.org/officeDocument/2006/relationships/notesMaster" Target="/ppt/notesMasters/notesMaster1.xml" Id="R4e7fba8158cb47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ccd32678454cf0" /><Relationship Type="http://schemas.openxmlformats.org/officeDocument/2006/relationships/notesMaster" Target="/ppt/notesMasters/notesMaster1.xml" Id="Rfe676bc2008642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317d7044d447f9" /><Relationship Type="http://schemas.openxmlformats.org/officeDocument/2006/relationships/notesMaster" Target="/ppt/notesMasters/notesMaster1.xml" Id="Ra07f57289820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57c607fb142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38e113b4d94a6e" /><Relationship Type="http://schemas.openxmlformats.org/officeDocument/2006/relationships/slideLayout" Target="/ppt/slideLayouts/slideLayout1.xml" Id="R47fa58f470e043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fa58f470e043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a10e1f91b4d0e" /><Relationship Type="http://schemas.openxmlformats.org/officeDocument/2006/relationships/notesSlide" Target="/ppt/notesSlides/notesSlide1.xml" Id="Rabe1e7aec81242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f9127901c429f" /><Relationship Type="http://schemas.openxmlformats.org/officeDocument/2006/relationships/notesSlide" Target="/ppt/notesSlides/notesSlide2.xml" Id="Rf9204df6195347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dbe11c59b4e59" /><Relationship Type="http://schemas.openxmlformats.org/officeDocument/2006/relationships/notesSlide" Target="/ppt/notesSlides/notesSlide3.xml" Id="R83bc64f1614f4d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96a962ac24574" /><Relationship Type="http://schemas.openxmlformats.org/officeDocument/2006/relationships/notesSlide" Target="/ppt/notesSlides/notesSlide4.xml" Id="Rb8c18d32869b43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a359e9ebf4eb1" /><Relationship Type="http://schemas.openxmlformats.org/officeDocument/2006/relationships/notesSlide" Target="/ppt/notesSlides/notesSlide5.xml" Id="Rc46e7fde494545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b74fc68224bb6" /><Relationship Type="http://schemas.openxmlformats.org/officeDocument/2006/relationships/notesSlide" Target="/ppt/notesSlides/notesSlide6.xml" Id="R6ae6da14aa6b45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f39025dd347c4" /><Relationship Type="http://schemas.openxmlformats.org/officeDocument/2006/relationships/notesSlide" Target="/ppt/notesSlides/notesSlide7.xml" Id="R125e144f0ab94d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ffb97c83e4efa" /><Relationship Type="http://schemas.openxmlformats.org/officeDocument/2006/relationships/notesSlide" Target="/ppt/notesSlides/notesSlide8.xml" Id="Ra24ad04e862a4c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fc73ebe74430f" /><Relationship Type="http://schemas.openxmlformats.org/officeDocument/2006/relationships/notesSlide" Target="/ppt/notesSlides/notesSlide9.xml" Id="Rdb09d7934d1248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network-zone-internal">
            <a:extLst xmlns:a="http://schemas.openxmlformats.org/drawingml/2006/main">
              <a:ext uri="{FF2B5EF4-FFF2-40B4-BE49-F238E27FC236}">
                <a16:creationId xmlns:a16="http://schemas.microsoft.com/office/drawing/2014/main" id="{86EA12D5-BDC5-42D7-9E83-B1474469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71450">
            <a:solidFill>
              <a:srgbClr val="E1EBF8"/>
            </a:solidFill>
            <a:prstDash val="solid"/>
          </a:ln>
        </p:spPr>
      </p:sp>
      <p:sp>
        <p:nvSpPr>
          <p:cNvPr id="2" name="network-zone-external">
            <a:extLst xmlns:a="http://schemas.openxmlformats.org/drawingml/2006/main">
              <a:ext uri="{FF2B5EF4-FFF2-40B4-BE49-F238E27FC236}">
                <a16:creationId xmlns:a16="http://schemas.microsoft.com/office/drawing/2014/main" id="{8B224EFD-FF5D-48D0-936F-95C9DFAF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171450">
            <a:solidFill>
              <a:srgbClr val="E1F1F6"/>
            </a:solidFill>
            <a:prstDash val="solid"/>
          </a:ln>
        </p:spPr>
      </p:sp>
      <p:sp>
        <p:nvSpPr>
          <p:cNvPr id="3" name="network-zone-ring-internal">
            <a:extLst xmlns:a="http://schemas.openxmlformats.org/drawingml/2006/main">
              <a:ext uri="{FF2B5EF4-FFF2-40B4-BE49-F238E27FC236}">
                <a16:creationId xmlns:a16="http://schemas.microsoft.com/office/drawing/2014/main" id="{8D393417-88FF-4281-ACCB-444D251E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E8"/>
            </a:solidFill>
            <a:prstDash val="solid"/>
          </a:ln>
        </p:spPr>
      </p:sp>
      <p:sp>
        <p:nvSpPr>
          <p:cNvPr id="4" name="network-zone-ring-external">
            <a:extLst xmlns:a="http://schemas.openxmlformats.org/drawingml/2006/main">
              <a:ext uri="{FF2B5EF4-FFF2-40B4-BE49-F238E27FC236}">
                <a16:creationId xmlns:a16="http://schemas.microsoft.com/office/drawing/2014/main" id="{18ADA5E1-C9E9-41D7-A6A5-CD144067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CE8"/>
            </a:solidFill>
            <a:prstDash val="solid"/>
          </a:ln>
        </p:spPr>
      </p:sp>
      <p:sp>
        <p:nvSpPr>
          <p:cNvPr id="5" name="network-shared-bridge">
            <a:extLst xmlns:a="http://schemas.openxmlformats.org/drawingml/2006/main">
              <a:ext uri="{FF2B5EF4-FFF2-40B4-BE49-F238E27FC236}">
                <a16:creationId xmlns:a16="http://schemas.microsoft.com/office/drawing/2014/main" id="{3F250A2F-3D7E-46A0-9253-30001738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705225"/>
            <a:ext cx="2152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6" name="network-relation-0">
            <a:extLst xmlns:a="http://schemas.openxmlformats.org/drawingml/2006/main">
              <a:ext uri="{FF2B5EF4-FFF2-40B4-BE49-F238E27FC236}">
                <a16:creationId xmlns:a16="http://schemas.microsoft.com/office/drawing/2014/main" id="{0056CC6C-6259-4953-BBE5-2E20E378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357" y="37528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7" name="network-relation-1">
            <a:extLst xmlns:a="http://schemas.openxmlformats.org/drawingml/2006/main">
              <a:ext uri="{FF2B5EF4-FFF2-40B4-BE49-F238E27FC236}">
                <a16:creationId xmlns:a16="http://schemas.microsoft.com/office/drawing/2014/main" id="{395652E8-4BB0-4A76-B810-72F4AF7F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7643" y="37528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8" name="network-relation-2">
            <a:extLst xmlns:a="http://schemas.openxmlformats.org/drawingml/2006/main">
              <a:ext uri="{FF2B5EF4-FFF2-40B4-BE49-F238E27FC236}">
                <a16:creationId xmlns:a16="http://schemas.microsoft.com/office/drawing/2014/main" id="{CC9083DB-6228-43D6-8BB7-B44343DA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7282" y="3209925"/>
            <a:ext cx="53974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9" name="network-relation-3">
            <a:extLst xmlns:a="http://schemas.openxmlformats.org/drawingml/2006/main">
              <a:ext uri="{FF2B5EF4-FFF2-40B4-BE49-F238E27FC236}">
                <a16:creationId xmlns:a16="http://schemas.microsoft.com/office/drawing/2014/main" id="{17E0F2F1-5F9E-410B-88C4-A3B0B9C5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4518" y="3326797"/>
            <a:ext cx="5422964" cy="11950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0" name="network-core-link-0">
            <a:extLst xmlns:a="http://schemas.openxmlformats.org/drawingml/2006/main">
              <a:ext uri="{FF2B5EF4-FFF2-40B4-BE49-F238E27FC236}">
                <a16:creationId xmlns:a16="http://schemas.microsoft.com/office/drawing/2014/main" id="{D59D80FE-A431-461A-A56B-4D0B9F9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4518" y="3326797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1" name="network-core-link-1">
            <a:extLst xmlns:a="http://schemas.openxmlformats.org/drawingml/2006/main">
              <a:ext uri="{FF2B5EF4-FFF2-40B4-BE49-F238E27FC236}">
                <a16:creationId xmlns:a16="http://schemas.microsoft.com/office/drawing/2014/main" id="{50B21637-AC2D-4F31-8BC6-EDDD3EF5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4518" y="4071938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2" name="network-core-link-2">
            <a:extLst xmlns:a="http://schemas.openxmlformats.org/drawingml/2006/main">
              <a:ext uri="{FF2B5EF4-FFF2-40B4-BE49-F238E27FC236}">
                <a16:creationId xmlns:a16="http://schemas.microsoft.com/office/drawing/2014/main" id="{2A5AFC9E-537B-4923-8F96-B095FE03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5703" y="3326797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3" name="network-core-link-3">
            <a:extLst xmlns:a="http://schemas.openxmlformats.org/drawingml/2006/main">
              <a:ext uri="{FF2B5EF4-FFF2-40B4-BE49-F238E27FC236}">
                <a16:creationId xmlns:a16="http://schemas.microsoft.com/office/drawing/2014/main" id="{D82324E0-5352-46B9-B1DE-9CBEAD2A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5703" y="4071938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4" name="internal-group-title">
            <a:extLst xmlns:a="http://schemas.openxmlformats.org/drawingml/2006/main">
              <a:ext uri="{FF2B5EF4-FFF2-40B4-BE49-F238E27FC236}">
                <a16:creationId xmlns:a16="http://schemas.microsoft.com/office/drawing/2014/main" id="{0B9837A9-C6D5-45DC-ADFF-9C99373D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rPr>
              <a:t>内部协同</a:t>
            </a:r>
          </a:p>
        </p:txBody>
      </p:sp>
      <p:sp>
        <p:nvSpPr>
          <p:cNvPr id="15" name="external-group-title">
            <a:extLst xmlns:a="http://schemas.openxmlformats.org/drawingml/2006/main">
              <a:ext uri="{FF2B5EF4-FFF2-40B4-BE49-F238E27FC236}">
                <a16:creationId xmlns:a16="http://schemas.microsoft.com/office/drawing/2014/main" id="{5E1D1A0A-0B40-4905-BA98-9906DC15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rPr>
              <a:t>外部生态</a:t>
            </a:r>
          </a:p>
        </p:txBody>
      </p:sp>
      <p:sp>
        <p:nvSpPr>
          <p:cNvPr id="16" name="network-node-halo-0">
            <a:extLst xmlns:a="http://schemas.openxmlformats.org/drawingml/2006/main">
              <a:ext uri="{FF2B5EF4-FFF2-40B4-BE49-F238E27FC236}">
                <a16:creationId xmlns:a16="http://schemas.microsoft.com/office/drawing/2014/main" id="{343429D7-115B-4CF9-9B6A-BCD407ED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3198" y="26289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17" name="network-node-surface-0">
            <a:extLst xmlns:a="http://schemas.openxmlformats.org/drawingml/2006/main">
              <a:ext uri="{FF2B5EF4-FFF2-40B4-BE49-F238E27FC236}">
                <a16:creationId xmlns:a16="http://schemas.microsoft.com/office/drawing/2014/main" id="{995A0BE4-9A39-4233-A8C2-DF96F88E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9873" y="269557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" name="network-node-halo-1">
            <a:extLst xmlns:a="http://schemas.openxmlformats.org/drawingml/2006/main">
              <a:ext uri="{FF2B5EF4-FFF2-40B4-BE49-F238E27FC236}">
                <a16:creationId xmlns:a16="http://schemas.microsoft.com/office/drawing/2014/main" id="{A3333118-BE25-46A4-A961-E64431C1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3198" y="40576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19" name="network-node-surface-1">
            <a:extLst xmlns:a="http://schemas.openxmlformats.org/drawingml/2006/main">
              <a:ext uri="{FF2B5EF4-FFF2-40B4-BE49-F238E27FC236}">
                <a16:creationId xmlns:a16="http://schemas.microsoft.com/office/drawing/2014/main" id="{F34E9FD0-147E-4730-9155-A51AE12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9873" y="41243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network-node-halo-external-0">
            <a:extLst xmlns:a="http://schemas.openxmlformats.org/drawingml/2006/main">
              <a:ext uri="{FF2B5EF4-FFF2-40B4-BE49-F238E27FC236}">
                <a16:creationId xmlns:a16="http://schemas.microsoft.com/office/drawing/2014/main" id="{03226760-D6A7-4356-AA68-9D1F4CC3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6599" y="26289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21" name="network-node-surface-external-0">
            <a:extLst xmlns:a="http://schemas.openxmlformats.org/drawingml/2006/main">
              <a:ext uri="{FF2B5EF4-FFF2-40B4-BE49-F238E27FC236}">
                <a16:creationId xmlns:a16="http://schemas.microsoft.com/office/drawing/2014/main" id="{464CB075-2C62-42BB-9764-AFBE5DA4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3274" y="269557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network-node-halo-external-1">
            <a:extLst xmlns:a="http://schemas.openxmlformats.org/drawingml/2006/main">
              <a:ext uri="{FF2B5EF4-FFF2-40B4-BE49-F238E27FC236}">
                <a16:creationId xmlns:a16="http://schemas.microsoft.com/office/drawing/2014/main" id="{1D07E073-3478-4B6E-AD46-3B3811A1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6599" y="40576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23" name="network-node-surface-external-1">
            <a:extLst xmlns:a="http://schemas.openxmlformats.org/drawingml/2006/main">
              <a:ext uri="{FF2B5EF4-FFF2-40B4-BE49-F238E27FC236}">
                <a16:creationId xmlns:a16="http://schemas.microsoft.com/office/drawing/2014/main" id="{3C74650A-5282-42C2-A524-A5A5DCF2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3274" y="41243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network-node-title-0">
            <a:extLst xmlns:a="http://schemas.openxmlformats.org/drawingml/2006/main">
              <a:ext uri="{FF2B5EF4-FFF2-40B4-BE49-F238E27FC236}">
                <a16:creationId xmlns:a16="http://schemas.microsoft.com/office/drawing/2014/main" id="{D25E57E4-EA74-4FC1-BBA7-4F68AD29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5123" y="309012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组织治理</a:t>
            </a:r>
          </a:p>
        </p:txBody>
      </p:sp>
      <p:sp>
        <p:nvSpPr>
          <p:cNvPr id="25" name="network-node-title-1">
            <a:extLst xmlns:a="http://schemas.openxmlformats.org/drawingml/2006/main">
              <a:ext uri="{FF2B5EF4-FFF2-40B4-BE49-F238E27FC236}">
                <a16:creationId xmlns:a16="http://schemas.microsoft.com/office/drawing/2014/main" id="{2EC91E16-71E9-491F-BC06-1577037E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5123" y="451887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数据能力</a:t>
            </a:r>
          </a:p>
        </p:txBody>
      </p:sp>
      <p:sp>
        <p:nvSpPr>
          <p:cNvPr id="26" name="network-node-title-external-0">
            <a:extLst xmlns:a="http://schemas.openxmlformats.org/drawingml/2006/main">
              <a:ext uri="{FF2B5EF4-FFF2-40B4-BE49-F238E27FC236}">
                <a16:creationId xmlns:a16="http://schemas.microsoft.com/office/drawing/2014/main" id="{EC1D1936-57E2-4B28-8945-D93D85A5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8524" y="309012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高校伙伴</a:t>
            </a:r>
          </a:p>
        </p:txBody>
      </p:sp>
      <p:sp>
        <p:nvSpPr>
          <p:cNvPr id="27" name="network-node-title-external-1">
            <a:extLst xmlns:a="http://schemas.openxmlformats.org/drawingml/2006/main">
              <a:ext uri="{FF2B5EF4-FFF2-40B4-BE49-F238E27FC236}">
                <a16:creationId xmlns:a16="http://schemas.microsoft.com/office/drawing/2014/main" id="{1170CA65-96C2-4F6B-83EE-20A97FE9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8524" y="451887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行业企业</a:t>
            </a:r>
          </a:p>
        </p:txBody>
      </p:sp>
      <p:sp>
        <p:nvSpPr>
          <p:cNvPr id="28" name="network-core-halo">
            <a:extLst xmlns:a="http://schemas.openxmlformats.org/drawingml/2006/main">
              <a:ext uri="{FF2B5EF4-FFF2-40B4-BE49-F238E27FC236}">
                <a16:creationId xmlns:a16="http://schemas.microsoft.com/office/drawing/2014/main" id="{BA4900EC-B12C-4E51-AB8B-765A224C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2981325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network-core-ring">
            <a:extLst xmlns:a="http://schemas.openxmlformats.org/drawingml/2006/main">
              <a:ext uri="{FF2B5EF4-FFF2-40B4-BE49-F238E27FC236}">
                <a16:creationId xmlns:a16="http://schemas.microsoft.com/office/drawing/2014/main" id="{B4F0DC72-3D1A-45D6-8ACE-D233344F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2EC"/>
            </a:solidFill>
            <a:prstDash val="solid"/>
          </a:ln>
        </p:spPr>
      </p:sp>
      <p:sp>
        <p:nvSpPr>
          <p:cNvPr id="30" name="network-core-surface">
            <a:extLst xmlns:a="http://schemas.openxmlformats.org/drawingml/2006/main">
              <a:ext uri="{FF2B5EF4-FFF2-40B4-BE49-F238E27FC236}">
                <a16:creationId xmlns:a16="http://schemas.microsoft.com/office/drawing/2014/main" id="{E5AFC44C-E376-47AD-B21A-4BF29FE2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81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44F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network-core-title">
            <a:extLst xmlns:a="http://schemas.openxmlformats.org/drawingml/2006/main">
              <a:ext uri="{FF2B5EF4-FFF2-40B4-BE49-F238E27FC236}">
                <a16:creationId xmlns:a16="http://schemas.microsoft.com/office/drawing/2014/main" id="{DCF62A31-CF63-47B3-9C29-C0E40F09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514725"/>
            <a:ext cx="123825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共建共享</a:t>
            </a:r>
          </a:p>
        </p:txBody>
      </p:sp>
      <p:sp>
        <p:nvSpPr>
          <p:cNvPr id="32" name="network-core-body">
            <a:extLst xmlns:a="http://schemas.openxmlformats.org/drawingml/2006/main">
              <a:ext uri="{FF2B5EF4-FFF2-40B4-BE49-F238E27FC236}">
                <a16:creationId xmlns:a16="http://schemas.microsoft.com/office/drawing/2014/main" id="{940855C9-F1F4-4125-B612-4C971F4B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907041"/>
            <a:ext cx="12382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资源 · 能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力 · 价值</a:t>
            </a:r>
          </a:p>
        </p:txBody>
      </p:sp>
    </p:spTree>
    <p:extLst>
      <p:ext uri="{BB962C8B-B14F-4D97-AF65-F5344CB8AC3E}">
        <p14:creationId xmlns:p14="http://schemas.microsoft.com/office/powerpoint/2010/main" val="1396022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network-zone-internal">
            <a:extLst xmlns:a="http://schemas.openxmlformats.org/drawingml/2006/main">
              <a:ext uri="{FF2B5EF4-FFF2-40B4-BE49-F238E27FC236}">
                <a16:creationId xmlns:a16="http://schemas.microsoft.com/office/drawing/2014/main" id="{956C5824-BEC3-4D6C-AC55-CC73EF94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71450">
            <a:solidFill>
              <a:srgbClr val="E1EBF8"/>
            </a:solidFill>
            <a:prstDash val="solid"/>
          </a:ln>
        </p:spPr>
      </p:sp>
      <p:sp>
        <p:nvSpPr>
          <p:cNvPr id="2" name="network-zone-external">
            <a:extLst xmlns:a="http://schemas.openxmlformats.org/drawingml/2006/main">
              <a:ext uri="{FF2B5EF4-FFF2-40B4-BE49-F238E27FC236}">
                <a16:creationId xmlns:a16="http://schemas.microsoft.com/office/drawing/2014/main" id="{939AFAAD-BFFC-4652-8667-67567247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171450">
            <a:solidFill>
              <a:srgbClr val="E1F1F6"/>
            </a:solidFill>
            <a:prstDash val="solid"/>
          </a:ln>
        </p:spPr>
      </p:sp>
      <p:sp>
        <p:nvSpPr>
          <p:cNvPr id="3" name="network-zone-ring-internal">
            <a:extLst xmlns:a="http://schemas.openxmlformats.org/drawingml/2006/main">
              <a:ext uri="{FF2B5EF4-FFF2-40B4-BE49-F238E27FC236}">
                <a16:creationId xmlns:a16="http://schemas.microsoft.com/office/drawing/2014/main" id="{A39EFD40-7AE4-412D-8E72-A35F641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E8"/>
            </a:solidFill>
            <a:prstDash val="solid"/>
          </a:ln>
        </p:spPr>
      </p:sp>
      <p:sp>
        <p:nvSpPr>
          <p:cNvPr id="4" name="network-zone-ring-external">
            <a:extLst xmlns:a="http://schemas.openxmlformats.org/drawingml/2006/main">
              <a:ext uri="{FF2B5EF4-FFF2-40B4-BE49-F238E27FC236}">
                <a16:creationId xmlns:a16="http://schemas.microsoft.com/office/drawing/2014/main" id="{09E73D57-7F70-4E8E-98F6-F522A432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CE8"/>
            </a:solidFill>
            <a:prstDash val="solid"/>
          </a:ln>
        </p:spPr>
      </p:sp>
      <p:sp>
        <p:nvSpPr>
          <p:cNvPr id="5" name="network-shared-bridge">
            <a:extLst xmlns:a="http://schemas.openxmlformats.org/drawingml/2006/main">
              <a:ext uri="{FF2B5EF4-FFF2-40B4-BE49-F238E27FC236}">
                <a16:creationId xmlns:a16="http://schemas.microsoft.com/office/drawing/2014/main" id="{E21F6F13-F36E-4C34-9C5D-41BD8F59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705225"/>
            <a:ext cx="2152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6" name="network-relation-0">
            <a:extLst xmlns:a="http://schemas.openxmlformats.org/drawingml/2006/main">
              <a:ext uri="{FF2B5EF4-FFF2-40B4-BE49-F238E27FC236}">
                <a16:creationId xmlns:a16="http://schemas.microsoft.com/office/drawing/2014/main" id="{6C3B41B6-F714-48EE-AAE0-D8D06672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357" y="37528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7" name="network-relation-1">
            <a:extLst xmlns:a="http://schemas.openxmlformats.org/drawingml/2006/main">
              <a:ext uri="{FF2B5EF4-FFF2-40B4-BE49-F238E27FC236}">
                <a16:creationId xmlns:a16="http://schemas.microsoft.com/office/drawing/2014/main" id="{F4F0EFD2-6DD9-4123-986A-BC3BBB8E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503" y="3442430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8" name="network-relation-2">
            <a:extLst xmlns:a="http://schemas.openxmlformats.org/drawingml/2006/main">
              <a:ext uri="{FF2B5EF4-FFF2-40B4-BE49-F238E27FC236}">
                <a16:creationId xmlns:a16="http://schemas.microsoft.com/office/drawing/2014/main" id="{A5F602AC-B7CD-4A7E-A253-5E10A9D7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503" y="4360831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9" name="network-relation-3">
            <a:extLst xmlns:a="http://schemas.openxmlformats.org/drawingml/2006/main">
              <a:ext uri="{FF2B5EF4-FFF2-40B4-BE49-F238E27FC236}">
                <a16:creationId xmlns:a16="http://schemas.microsoft.com/office/drawing/2014/main" id="{2F506BD1-188F-4553-835E-C9DFDC68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3808" y="3548825"/>
            <a:ext cx="0" cy="7509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0" name="network-relation-4">
            <a:extLst xmlns:a="http://schemas.openxmlformats.org/drawingml/2006/main">
              <a:ext uri="{FF2B5EF4-FFF2-40B4-BE49-F238E27FC236}">
                <a16:creationId xmlns:a16="http://schemas.microsoft.com/office/drawing/2014/main" id="{BD48DC8A-3F3A-473E-A1F3-3513D285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6996" y="3023521"/>
            <a:ext cx="5194173" cy="1687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1" name="network-relation-5">
            <a:extLst xmlns:a="http://schemas.openxmlformats.org/drawingml/2006/main">
              <a:ext uri="{FF2B5EF4-FFF2-40B4-BE49-F238E27FC236}">
                <a16:creationId xmlns:a16="http://schemas.microsoft.com/office/drawing/2014/main" id="{96B21421-35F5-450F-B295-C252A6C9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6996" y="4656296"/>
            <a:ext cx="5194173" cy="1687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2" name="network-core-link-0">
            <a:extLst xmlns:a="http://schemas.openxmlformats.org/drawingml/2006/main">
              <a:ext uri="{FF2B5EF4-FFF2-40B4-BE49-F238E27FC236}">
                <a16:creationId xmlns:a16="http://schemas.microsoft.com/office/drawing/2014/main" id="{15B2E332-C594-433B-864E-E24140DC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4518" y="3326797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3" name="network-core-link-1">
            <a:extLst xmlns:a="http://schemas.openxmlformats.org/drawingml/2006/main">
              <a:ext uri="{FF2B5EF4-FFF2-40B4-BE49-F238E27FC236}">
                <a16:creationId xmlns:a16="http://schemas.microsoft.com/office/drawing/2014/main" id="{64BCAD8B-559D-49B9-9D02-A6A7B30A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4518" y="4071938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4" name="network-core-link-2">
            <a:extLst xmlns:a="http://schemas.openxmlformats.org/drawingml/2006/main">
              <a:ext uri="{FF2B5EF4-FFF2-40B4-BE49-F238E27FC236}">
                <a16:creationId xmlns:a16="http://schemas.microsoft.com/office/drawing/2014/main" id="{6F202148-6D22-49CF-9475-46E2BD0C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2463" y="3163062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5" name="network-core-link-3">
            <a:extLst xmlns:a="http://schemas.openxmlformats.org/drawingml/2006/main">
              <a:ext uri="{FF2B5EF4-FFF2-40B4-BE49-F238E27FC236}">
                <a16:creationId xmlns:a16="http://schemas.microsoft.com/office/drawing/2014/main" id="{E313B50F-1320-4977-AF3D-78C973CE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39243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6" name="network-core-link-4">
            <a:extLst xmlns:a="http://schemas.openxmlformats.org/drawingml/2006/main">
              <a:ext uri="{FF2B5EF4-FFF2-40B4-BE49-F238E27FC236}">
                <a16:creationId xmlns:a16="http://schemas.microsoft.com/office/drawing/2014/main" id="{F157A8F2-BD4A-48BE-A97C-E7FF01B9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2463" y="4122801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7" name="internal-group-title">
            <a:extLst xmlns:a="http://schemas.openxmlformats.org/drawingml/2006/main">
              <a:ext uri="{FF2B5EF4-FFF2-40B4-BE49-F238E27FC236}">
                <a16:creationId xmlns:a16="http://schemas.microsoft.com/office/drawing/2014/main" id="{A976EF96-6623-4828-B779-7F87166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rPr>
              <a:t>内部协同</a:t>
            </a:r>
          </a:p>
        </p:txBody>
      </p:sp>
      <p:sp>
        <p:nvSpPr>
          <p:cNvPr id="18" name="external-group-title">
            <a:extLst xmlns:a="http://schemas.openxmlformats.org/drawingml/2006/main">
              <a:ext uri="{FF2B5EF4-FFF2-40B4-BE49-F238E27FC236}">
                <a16:creationId xmlns:a16="http://schemas.microsoft.com/office/drawing/2014/main" id="{6C8B25EF-B920-4B0E-90C3-0EDCE4F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rPr>
              <a:t>外部生态</a:t>
            </a:r>
          </a:p>
        </p:txBody>
      </p:sp>
      <p:sp>
        <p:nvSpPr>
          <p:cNvPr id="19" name="network-node-halo-0">
            <a:extLst xmlns:a="http://schemas.openxmlformats.org/drawingml/2006/main">
              <a:ext uri="{FF2B5EF4-FFF2-40B4-BE49-F238E27FC236}">
                <a16:creationId xmlns:a16="http://schemas.microsoft.com/office/drawing/2014/main" id="{0AF5F20F-A937-41E8-BE6C-455125BF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3198" y="26289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0" name="network-node-surface-0">
            <a:extLst xmlns:a="http://schemas.openxmlformats.org/drawingml/2006/main">
              <a:ext uri="{FF2B5EF4-FFF2-40B4-BE49-F238E27FC236}">
                <a16:creationId xmlns:a16="http://schemas.microsoft.com/office/drawing/2014/main" id="{E400BC08-95F7-47FE-A8ED-70075ED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9873" y="269557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network-node-halo-1">
            <a:extLst xmlns:a="http://schemas.openxmlformats.org/drawingml/2006/main">
              <a:ext uri="{FF2B5EF4-FFF2-40B4-BE49-F238E27FC236}">
                <a16:creationId xmlns:a16="http://schemas.microsoft.com/office/drawing/2014/main" id="{7DFDD885-8463-4F6F-8892-B241039E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3198" y="40576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2" name="network-node-surface-1">
            <a:extLst xmlns:a="http://schemas.openxmlformats.org/drawingml/2006/main">
              <a:ext uri="{FF2B5EF4-FFF2-40B4-BE49-F238E27FC236}">
                <a16:creationId xmlns:a16="http://schemas.microsoft.com/office/drawing/2014/main" id="{A05D3BF8-9DF9-4CD5-AFAB-74D477A2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9873" y="41243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network-node-halo-external-0">
            <a:extLst xmlns:a="http://schemas.openxmlformats.org/drawingml/2006/main">
              <a:ext uri="{FF2B5EF4-FFF2-40B4-BE49-F238E27FC236}">
                <a16:creationId xmlns:a16="http://schemas.microsoft.com/office/drawing/2014/main" id="{0AA21609-3A25-4AEB-BB54-F2D9145A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707" y="24248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24" name="network-node-surface-external-0">
            <a:extLst xmlns:a="http://schemas.openxmlformats.org/drawingml/2006/main">
              <a:ext uri="{FF2B5EF4-FFF2-40B4-BE49-F238E27FC236}">
                <a16:creationId xmlns:a16="http://schemas.microsoft.com/office/drawing/2014/main" id="{3D3B82C3-1304-488F-B37D-C9081810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382" y="24915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network-node-halo-external-1">
            <a:extLst xmlns:a="http://schemas.openxmlformats.org/drawingml/2006/main">
              <a:ext uri="{FF2B5EF4-FFF2-40B4-BE49-F238E27FC236}">
                <a16:creationId xmlns:a16="http://schemas.microsoft.com/office/drawing/2014/main" id="{6F1FCE59-88ED-496B-9403-413EF3BE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3432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26" name="network-node-surface-external-1">
            <a:extLst xmlns:a="http://schemas.openxmlformats.org/drawingml/2006/main">
              <a:ext uri="{FF2B5EF4-FFF2-40B4-BE49-F238E27FC236}">
                <a16:creationId xmlns:a16="http://schemas.microsoft.com/office/drawing/2014/main" id="{DD2B9976-FB64-4D83-AF1E-351B6D4B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3409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network-node-halo-external-2">
            <a:extLst xmlns:a="http://schemas.openxmlformats.org/drawingml/2006/main">
              <a:ext uri="{FF2B5EF4-FFF2-40B4-BE49-F238E27FC236}">
                <a16:creationId xmlns:a16="http://schemas.microsoft.com/office/drawing/2014/main" id="{9AAF6E2F-A891-4F5A-9D07-FE7DF516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707" y="4261542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28" name="network-node-surface-external-2">
            <a:extLst xmlns:a="http://schemas.openxmlformats.org/drawingml/2006/main">
              <a:ext uri="{FF2B5EF4-FFF2-40B4-BE49-F238E27FC236}">
                <a16:creationId xmlns:a16="http://schemas.microsoft.com/office/drawing/2014/main" id="{2C9DD2B8-0679-47B8-9A6A-4659820E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382" y="4328217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network-node-title-0">
            <a:extLst xmlns:a="http://schemas.openxmlformats.org/drawingml/2006/main">
              <a:ext uri="{FF2B5EF4-FFF2-40B4-BE49-F238E27FC236}">
                <a16:creationId xmlns:a16="http://schemas.microsoft.com/office/drawing/2014/main" id="{34A6E786-ED88-4A46-8611-52E75446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5123" y="309012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组织治理</a:t>
            </a:r>
          </a:p>
        </p:txBody>
      </p:sp>
      <p:sp>
        <p:nvSpPr>
          <p:cNvPr id="30" name="network-node-title-1">
            <a:extLst xmlns:a="http://schemas.openxmlformats.org/drawingml/2006/main">
              <a:ext uri="{FF2B5EF4-FFF2-40B4-BE49-F238E27FC236}">
                <a16:creationId xmlns:a16="http://schemas.microsoft.com/office/drawing/2014/main" id="{FF63775F-0D3C-48FA-B61D-201A1807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5123" y="451887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数据能力</a:t>
            </a:r>
          </a:p>
        </p:txBody>
      </p:sp>
      <p:sp>
        <p:nvSpPr>
          <p:cNvPr id="31" name="network-node-title-external-0">
            <a:extLst xmlns:a="http://schemas.openxmlformats.org/drawingml/2006/main">
              <a:ext uri="{FF2B5EF4-FFF2-40B4-BE49-F238E27FC236}">
                <a16:creationId xmlns:a16="http://schemas.microsoft.com/office/drawing/2014/main" id="{580F6D36-9B34-4A9B-82B6-53CB1A67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632" y="288607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高校伙伴</a:t>
            </a:r>
          </a:p>
        </p:txBody>
      </p:sp>
      <p:sp>
        <p:nvSpPr>
          <p:cNvPr id="32" name="network-node-title-external-1">
            <a:extLst xmlns:a="http://schemas.openxmlformats.org/drawingml/2006/main">
              <a:ext uri="{FF2B5EF4-FFF2-40B4-BE49-F238E27FC236}">
                <a16:creationId xmlns:a16="http://schemas.microsoft.com/office/drawing/2014/main" id="{DE607744-D917-4D6F-9025-9419095F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380449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行业企业</a:t>
            </a:r>
          </a:p>
        </p:txBody>
      </p:sp>
      <p:sp>
        <p:nvSpPr>
          <p:cNvPr id="33" name="network-node-title-external-2">
            <a:extLst xmlns:a="http://schemas.openxmlformats.org/drawingml/2006/main">
              <a:ext uri="{FF2B5EF4-FFF2-40B4-BE49-F238E27FC236}">
                <a16:creationId xmlns:a16="http://schemas.microsoft.com/office/drawing/2014/main" id="{1AF553F3-476B-4BB8-AE26-E7672F91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632" y="4722762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服务机构</a:t>
            </a:r>
          </a:p>
        </p:txBody>
      </p:sp>
      <p:sp>
        <p:nvSpPr>
          <p:cNvPr id="34" name="network-core-halo">
            <a:extLst xmlns:a="http://schemas.openxmlformats.org/drawingml/2006/main">
              <a:ext uri="{FF2B5EF4-FFF2-40B4-BE49-F238E27FC236}">
                <a16:creationId xmlns:a16="http://schemas.microsoft.com/office/drawing/2014/main" id="{19A9E74A-093F-4C41-A4C3-85A129C8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2981325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network-core-ring">
            <a:extLst xmlns:a="http://schemas.openxmlformats.org/drawingml/2006/main">
              <a:ext uri="{FF2B5EF4-FFF2-40B4-BE49-F238E27FC236}">
                <a16:creationId xmlns:a16="http://schemas.microsoft.com/office/drawing/2014/main" id="{3E1A822B-D839-4FB3-BF0D-8A92425A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2EC"/>
            </a:solidFill>
            <a:prstDash val="solid"/>
          </a:ln>
        </p:spPr>
      </p:sp>
      <p:sp>
        <p:nvSpPr>
          <p:cNvPr id="36" name="network-core-surface">
            <a:extLst xmlns:a="http://schemas.openxmlformats.org/drawingml/2006/main">
              <a:ext uri="{FF2B5EF4-FFF2-40B4-BE49-F238E27FC236}">
                <a16:creationId xmlns:a16="http://schemas.microsoft.com/office/drawing/2014/main" id="{3C5920A0-9744-4EF8-B569-0696D32D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81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44F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7" name="network-core-title">
            <a:extLst xmlns:a="http://schemas.openxmlformats.org/drawingml/2006/main">
              <a:ext uri="{FF2B5EF4-FFF2-40B4-BE49-F238E27FC236}">
                <a16:creationId xmlns:a16="http://schemas.microsoft.com/office/drawing/2014/main" id="{C0C5AC96-5562-4E38-AAF5-398FB9B1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514725"/>
            <a:ext cx="123825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共建共享</a:t>
            </a:r>
          </a:p>
        </p:txBody>
      </p:sp>
      <p:sp>
        <p:nvSpPr>
          <p:cNvPr id="38" name="network-core-body">
            <a:extLst xmlns:a="http://schemas.openxmlformats.org/drawingml/2006/main">
              <a:ext uri="{FF2B5EF4-FFF2-40B4-BE49-F238E27FC236}">
                <a16:creationId xmlns:a16="http://schemas.microsoft.com/office/drawing/2014/main" id="{BB3A2EEC-7389-4FF2-946A-C1B21A92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907041"/>
            <a:ext cx="12382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资源 · 能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力 · 价值</a:t>
            </a:r>
          </a:p>
        </p:txBody>
      </p:sp>
    </p:spTree>
    <p:extLst>
      <p:ext uri="{BB962C8B-B14F-4D97-AF65-F5344CB8AC3E}">
        <p14:creationId xmlns:p14="http://schemas.microsoft.com/office/powerpoint/2010/main" val="2121201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network-zone-internal">
            <a:extLst xmlns:a="http://schemas.openxmlformats.org/drawingml/2006/main">
              <a:ext uri="{FF2B5EF4-FFF2-40B4-BE49-F238E27FC236}">
                <a16:creationId xmlns:a16="http://schemas.microsoft.com/office/drawing/2014/main" id="{314510ED-DBD5-46E0-9C8E-4A2EF290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71450">
            <a:solidFill>
              <a:srgbClr val="E1EBF8"/>
            </a:solidFill>
            <a:prstDash val="solid"/>
          </a:ln>
        </p:spPr>
      </p:sp>
      <p:sp>
        <p:nvSpPr>
          <p:cNvPr id="2" name="network-zone-external">
            <a:extLst xmlns:a="http://schemas.openxmlformats.org/drawingml/2006/main">
              <a:ext uri="{FF2B5EF4-FFF2-40B4-BE49-F238E27FC236}">
                <a16:creationId xmlns:a16="http://schemas.microsoft.com/office/drawing/2014/main" id="{677567D5-9117-4854-8050-82BAAEDD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171450">
            <a:solidFill>
              <a:srgbClr val="E1F1F6"/>
            </a:solidFill>
            <a:prstDash val="solid"/>
          </a:ln>
        </p:spPr>
      </p:sp>
      <p:sp>
        <p:nvSpPr>
          <p:cNvPr id="3" name="network-zone-ring-internal">
            <a:extLst xmlns:a="http://schemas.openxmlformats.org/drawingml/2006/main">
              <a:ext uri="{FF2B5EF4-FFF2-40B4-BE49-F238E27FC236}">
                <a16:creationId xmlns:a16="http://schemas.microsoft.com/office/drawing/2014/main" id="{663DA2FD-BAB2-48D5-B9AE-12A27BFE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E8"/>
            </a:solidFill>
            <a:prstDash val="solid"/>
          </a:ln>
        </p:spPr>
      </p:sp>
      <p:sp>
        <p:nvSpPr>
          <p:cNvPr id="4" name="network-zone-ring-external">
            <a:extLst xmlns:a="http://schemas.openxmlformats.org/drawingml/2006/main">
              <a:ext uri="{FF2B5EF4-FFF2-40B4-BE49-F238E27FC236}">
                <a16:creationId xmlns:a16="http://schemas.microsoft.com/office/drawing/2014/main" id="{C4ADE8E3-DC82-4E7A-BB6B-82057B3B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CE8"/>
            </a:solidFill>
            <a:prstDash val="solid"/>
          </a:ln>
        </p:spPr>
      </p:sp>
      <p:sp>
        <p:nvSpPr>
          <p:cNvPr id="5" name="network-shared-bridge">
            <a:extLst xmlns:a="http://schemas.openxmlformats.org/drawingml/2006/main">
              <a:ext uri="{FF2B5EF4-FFF2-40B4-BE49-F238E27FC236}">
                <a16:creationId xmlns:a16="http://schemas.microsoft.com/office/drawing/2014/main" id="{F57716CE-3044-4165-B618-DA615A0F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705225"/>
            <a:ext cx="2152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6" name="network-relation-0">
            <a:extLst xmlns:a="http://schemas.openxmlformats.org/drawingml/2006/main">
              <a:ext uri="{FF2B5EF4-FFF2-40B4-BE49-F238E27FC236}">
                <a16:creationId xmlns:a16="http://schemas.microsoft.com/office/drawing/2014/main" id="{A0E4C11C-61C3-48A9-9AE5-3E1ABE99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357" y="37528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7" name="network-relation-1">
            <a:extLst xmlns:a="http://schemas.openxmlformats.org/drawingml/2006/main">
              <a:ext uri="{FF2B5EF4-FFF2-40B4-BE49-F238E27FC236}">
                <a16:creationId xmlns:a16="http://schemas.microsoft.com/office/drawing/2014/main" id="{323E6EFD-BC20-43F5-BF5E-9445044D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6099" y="3152775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8" name="network-relation-2">
            <a:extLst xmlns:a="http://schemas.openxmlformats.org/drawingml/2006/main">
              <a:ext uri="{FF2B5EF4-FFF2-40B4-BE49-F238E27FC236}">
                <a16:creationId xmlns:a16="http://schemas.microsoft.com/office/drawing/2014/main" id="{2B2B5C53-DABD-4280-999E-D175553E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1288" y="3751136"/>
            <a:ext cx="0" cy="3463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9" name="network-relation-3">
            <a:extLst xmlns:a="http://schemas.openxmlformats.org/drawingml/2006/main">
              <a:ext uri="{FF2B5EF4-FFF2-40B4-BE49-F238E27FC236}">
                <a16:creationId xmlns:a16="http://schemas.microsoft.com/office/drawing/2014/main" id="{12BEBFE1-582C-4E7D-BB50-61A9E21C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6099" y="4617053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0" name="network-relation-4">
            <a:extLst xmlns:a="http://schemas.openxmlformats.org/drawingml/2006/main">
              <a:ext uri="{FF2B5EF4-FFF2-40B4-BE49-F238E27FC236}">
                <a16:creationId xmlns:a16="http://schemas.microsoft.com/office/drawing/2014/main" id="{42455ADE-B433-4FEA-84E1-2D6FF33E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2634" y="3372707"/>
            <a:ext cx="0" cy="11031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1" name="network-relation-5">
            <a:extLst xmlns:a="http://schemas.openxmlformats.org/drawingml/2006/main">
              <a:ext uri="{FF2B5EF4-FFF2-40B4-BE49-F238E27FC236}">
                <a16:creationId xmlns:a16="http://schemas.microsoft.com/office/drawing/2014/main" id="{E48B9F99-597C-470B-887A-B59FAC21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6234" y="2863977"/>
            <a:ext cx="4944523" cy="3117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2" name="network-relation-6">
            <a:extLst xmlns:a="http://schemas.openxmlformats.org/drawingml/2006/main">
              <a:ext uri="{FF2B5EF4-FFF2-40B4-BE49-F238E27FC236}">
                <a16:creationId xmlns:a16="http://schemas.microsoft.com/office/drawing/2014/main" id="{EAD39A25-2CEC-42A1-98BB-BEA1B0B9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6615" y="4322064"/>
            <a:ext cx="5602414" cy="2887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3" name="network-core-link-0">
            <a:extLst xmlns:a="http://schemas.openxmlformats.org/drawingml/2006/main">
              <a:ext uri="{FF2B5EF4-FFF2-40B4-BE49-F238E27FC236}">
                <a16:creationId xmlns:a16="http://schemas.microsoft.com/office/drawing/2014/main" id="{6F38D0A6-6177-4690-BB8C-79FCBD79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4518" y="3326797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4" name="network-core-link-1">
            <a:extLst xmlns:a="http://schemas.openxmlformats.org/drawingml/2006/main">
              <a:ext uri="{FF2B5EF4-FFF2-40B4-BE49-F238E27FC236}">
                <a16:creationId xmlns:a16="http://schemas.microsoft.com/office/drawing/2014/main" id="{9E15E368-2DDE-4668-ADBE-3C0A756D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4518" y="4071938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5" name="network-core-link-2">
            <a:extLst xmlns:a="http://schemas.openxmlformats.org/drawingml/2006/main">
              <a:ext uri="{FF2B5EF4-FFF2-40B4-BE49-F238E27FC236}">
                <a16:creationId xmlns:a16="http://schemas.microsoft.com/office/drawing/2014/main" id="{0E05372A-A583-4AA1-9884-393DB0AE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366" y="3028283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6" name="network-core-link-3">
            <a:extLst xmlns:a="http://schemas.openxmlformats.org/drawingml/2006/main">
              <a:ext uri="{FF2B5EF4-FFF2-40B4-BE49-F238E27FC236}">
                <a16:creationId xmlns:a16="http://schemas.microsoft.com/office/drawing/2014/main" id="{83A106B6-5C00-4142-AF89-1A941798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895" y="3612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7" name="network-core-link-4">
            <a:extLst xmlns:a="http://schemas.openxmlformats.org/drawingml/2006/main">
              <a:ext uri="{FF2B5EF4-FFF2-40B4-BE49-F238E27FC236}">
                <a16:creationId xmlns:a16="http://schemas.microsoft.com/office/drawing/2014/main" id="{07C37F75-BF5F-4C43-A38C-07FE9F2B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895" y="3997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8" name="network-core-link-5">
            <a:extLst xmlns:a="http://schemas.openxmlformats.org/drawingml/2006/main">
              <a:ext uri="{FF2B5EF4-FFF2-40B4-BE49-F238E27FC236}">
                <a16:creationId xmlns:a16="http://schemas.microsoft.com/office/drawing/2014/main" id="{500DDA07-587B-432E-82F5-C825B6E1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366" y="4174998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9" name="internal-group-title">
            <a:extLst xmlns:a="http://schemas.openxmlformats.org/drawingml/2006/main">
              <a:ext uri="{FF2B5EF4-FFF2-40B4-BE49-F238E27FC236}">
                <a16:creationId xmlns:a16="http://schemas.microsoft.com/office/drawing/2014/main" id="{279C3CF6-22BD-466C-824A-FFF74AB0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rPr>
              <a:t>内部协同</a:t>
            </a:r>
          </a:p>
        </p:txBody>
      </p:sp>
      <p:sp>
        <p:nvSpPr>
          <p:cNvPr id="20" name="external-group-title">
            <a:extLst xmlns:a="http://schemas.openxmlformats.org/drawingml/2006/main">
              <a:ext uri="{FF2B5EF4-FFF2-40B4-BE49-F238E27FC236}">
                <a16:creationId xmlns:a16="http://schemas.microsoft.com/office/drawing/2014/main" id="{92A5534B-BEA5-4657-B4E6-52DB037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rPr>
              <a:t>外部生态</a:t>
            </a:r>
          </a:p>
        </p:txBody>
      </p:sp>
      <p:sp>
        <p:nvSpPr>
          <p:cNvPr id="21" name="network-node-halo-0">
            <a:extLst xmlns:a="http://schemas.openxmlformats.org/drawingml/2006/main">
              <a:ext uri="{FF2B5EF4-FFF2-40B4-BE49-F238E27FC236}">
                <a16:creationId xmlns:a16="http://schemas.microsoft.com/office/drawing/2014/main" id="{63CBA2A2-7817-448B-B42A-E427B550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3198" y="26289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2" name="network-node-surface-0">
            <a:extLst xmlns:a="http://schemas.openxmlformats.org/drawingml/2006/main">
              <a:ext uri="{FF2B5EF4-FFF2-40B4-BE49-F238E27FC236}">
                <a16:creationId xmlns:a16="http://schemas.microsoft.com/office/drawing/2014/main" id="{AEADE712-DFA3-49C8-B170-82B84CF6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9873" y="269557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network-node-halo-1">
            <a:extLst xmlns:a="http://schemas.openxmlformats.org/drawingml/2006/main">
              <a:ext uri="{FF2B5EF4-FFF2-40B4-BE49-F238E27FC236}">
                <a16:creationId xmlns:a16="http://schemas.microsoft.com/office/drawing/2014/main" id="{8F3644BF-18E5-439A-ACFE-5A0B4B77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3198" y="40576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4" name="network-node-surface-1">
            <a:extLst xmlns:a="http://schemas.openxmlformats.org/drawingml/2006/main">
              <a:ext uri="{FF2B5EF4-FFF2-40B4-BE49-F238E27FC236}">
                <a16:creationId xmlns:a16="http://schemas.microsoft.com/office/drawing/2014/main" id="{D85DF5E5-56FB-4A03-8180-A8E2464C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9873" y="41243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network-node-halo-external-0">
            <a:extLst xmlns:a="http://schemas.openxmlformats.org/drawingml/2006/main">
              <a:ext uri="{FF2B5EF4-FFF2-40B4-BE49-F238E27FC236}">
                <a16:creationId xmlns:a16="http://schemas.microsoft.com/office/drawing/2014/main" id="{369EA34F-83C4-4F2B-8010-E1E969EE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485" y="2248643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26" name="network-node-surface-external-0">
            <a:extLst xmlns:a="http://schemas.openxmlformats.org/drawingml/2006/main">
              <a:ext uri="{FF2B5EF4-FFF2-40B4-BE49-F238E27FC236}">
                <a16:creationId xmlns:a16="http://schemas.microsoft.com/office/drawing/2014/main" id="{44B4DD19-159F-437E-A17B-CADEFA3C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8160" y="2315318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network-node-halo-external-1">
            <a:extLst xmlns:a="http://schemas.openxmlformats.org/drawingml/2006/main">
              <a:ext uri="{FF2B5EF4-FFF2-40B4-BE49-F238E27FC236}">
                <a16:creationId xmlns:a16="http://schemas.microsoft.com/office/drawing/2014/main" id="{C304B2B7-489C-41E9-95C2-1C3597C0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0196" y="2973438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28" name="network-node-surface-external-1">
            <a:extLst xmlns:a="http://schemas.openxmlformats.org/drawingml/2006/main">
              <a:ext uri="{FF2B5EF4-FFF2-40B4-BE49-F238E27FC236}">
                <a16:creationId xmlns:a16="http://schemas.microsoft.com/office/drawing/2014/main" id="{C878C213-117F-4E27-8382-B2F10ACB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6871" y="3040113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network-node-halo-external-2">
            <a:extLst xmlns:a="http://schemas.openxmlformats.org/drawingml/2006/main">
              <a:ext uri="{FF2B5EF4-FFF2-40B4-BE49-F238E27FC236}">
                <a16:creationId xmlns:a16="http://schemas.microsoft.com/office/drawing/2014/main" id="{BB0FA0C7-D63A-45CA-BB0D-9617EC9B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0196" y="3712969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0" name="network-node-surface-external-2">
            <a:extLst xmlns:a="http://schemas.openxmlformats.org/drawingml/2006/main">
              <a:ext uri="{FF2B5EF4-FFF2-40B4-BE49-F238E27FC236}">
                <a16:creationId xmlns:a16="http://schemas.microsoft.com/office/drawing/2014/main" id="{B5CF73A3-66EE-466F-9AA3-51BEE3A4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6871" y="3779644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network-node-halo-external-3">
            <a:extLst xmlns:a="http://schemas.openxmlformats.org/drawingml/2006/main">
              <a:ext uri="{FF2B5EF4-FFF2-40B4-BE49-F238E27FC236}">
                <a16:creationId xmlns:a16="http://schemas.microsoft.com/office/drawing/2014/main" id="{CBED079A-8236-443D-A6E1-33A30087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485" y="44377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2" name="network-node-surface-external-3">
            <a:extLst xmlns:a="http://schemas.openxmlformats.org/drawingml/2006/main">
              <a:ext uri="{FF2B5EF4-FFF2-40B4-BE49-F238E27FC236}">
                <a16:creationId xmlns:a16="http://schemas.microsoft.com/office/drawing/2014/main" id="{3F4237C5-1486-4664-8899-301FDC10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8160" y="45044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network-node-title-0">
            <a:extLst xmlns:a="http://schemas.openxmlformats.org/drawingml/2006/main">
              <a:ext uri="{FF2B5EF4-FFF2-40B4-BE49-F238E27FC236}">
                <a16:creationId xmlns:a16="http://schemas.microsoft.com/office/drawing/2014/main" id="{ABE97F6B-AC86-42F8-B691-668BDC76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5123" y="309012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组织治理</a:t>
            </a:r>
          </a:p>
        </p:txBody>
      </p:sp>
      <p:sp>
        <p:nvSpPr>
          <p:cNvPr id="34" name="network-node-title-1">
            <a:extLst xmlns:a="http://schemas.openxmlformats.org/drawingml/2006/main">
              <a:ext uri="{FF2B5EF4-FFF2-40B4-BE49-F238E27FC236}">
                <a16:creationId xmlns:a16="http://schemas.microsoft.com/office/drawing/2014/main" id="{E15A5BA7-1AD4-459A-87F7-816116DD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5123" y="451887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数据能力</a:t>
            </a:r>
          </a:p>
        </p:txBody>
      </p:sp>
      <p:sp>
        <p:nvSpPr>
          <p:cNvPr id="35" name="network-node-title-external-0">
            <a:extLst xmlns:a="http://schemas.openxmlformats.org/drawingml/2006/main">
              <a:ext uri="{FF2B5EF4-FFF2-40B4-BE49-F238E27FC236}">
                <a16:creationId xmlns:a16="http://schemas.microsoft.com/office/drawing/2014/main" id="{1B542C5C-0410-4E66-90F2-CE38DDEF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410" y="2709863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高校伙伴</a:t>
            </a:r>
          </a:p>
        </p:txBody>
      </p:sp>
      <p:sp>
        <p:nvSpPr>
          <p:cNvPr id="36" name="network-node-title-external-1">
            <a:extLst xmlns:a="http://schemas.openxmlformats.org/drawingml/2006/main">
              <a:ext uri="{FF2B5EF4-FFF2-40B4-BE49-F238E27FC236}">
                <a16:creationId xmlns:a16="http://schemas.microsoft.com/office/drawing/2014/main" id="{B2C3B3B2-245C-4ED6-A679-4DB71FD2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2121" y="3434658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行业企业</a:t>
            </a:r>
          </a:p>
        </p:txBody>
      </p:sp>
      <p:sp>
        <p:nvSpPr>
          <p:cNvPr id="37" name="network-node-title-external-2">
            <a:extLst xmlns:a="http://schemas.openxmlformats.org/drawingml/2006/main">
              <a:ext uri="{FF2B5EF4-FFF2-40B4-BE49-F238E27FC236}">
                <a16:creationId xmlns:a16="http://schemas.microsoft.com/office/drawing/2014/main" id="{B7B3E3AB-100A-484A-8DD1-5743D776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2121" y="4174179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服务机构</a:t>
            </a:r>
          </a:p>
        </p:txBody>
      </p:sp>
      <p:sp>
        <p:nvSpPr>
          <p:cNvPr id="38" name="network-node-title-external-3">
            <a:extLst xmlns:a="http://schemas.openxmlformats.org/drawingml/2006/main">
              <a:ext uri="{FF2B5EF4-FFF2-40B4-BE49-F238E27FC236}">
                <a16:creationId xmlns:a16="http://schemas.microsoft.com/office/drawing/2014/main" id="{3D9E11E8-5AD9-406A-9F26-21ACDB51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410" y="4898974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社区公众</a:t>
            </a:r>
          </a:p>
        </p:txBody>
      </p:sp>
      <p:sp>
        <p:nvSpPr>
          <p:cNvPr id="39" name="network-core-halo">
            <a:extLst xmlns:a="http://schemas.openxmlformats.org/drawingml/2006/main">
              <a:ext uri="{FF2B5EF4-FFF2-40B4-BE49-F238E27FC236}">
                <a16:creationId xmlns:a16="http://schemas.microsoft.com/office/drawing/2014/main" id="{1F81E14A-695F-4330-9375-62FF1786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2981325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network-core-ring">
            <a:extLst xmlns:a="http://schemas.openxmlformats.org/drawingml/2006/main">
              <a:ext uri="{FF2B5EF4-FFF2-40B4-BE49-F238E27FC236}">
                <a16:creationId xmlns:a16="http://schemas.microsoft.com/office/drawing/2014/main" id="{5D54AD3B-1835-44BF-96DD-B0AD21E2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2EC"/>
            </a:solidFill>
            <a:prstDash val="solid"/>
          </a:ln>
        </p:spPr>
      </p:sp>
      <p:sp>
        <p:nvSpPr>
          <p:cNvPr id="41" name="network-core-surface">
            <a:extLst xmlns:a="http://schemas.openxmlformats.org/drawingml/2006/main">
              <a:ext uri="{FF2B5EF4-FFF2-40B4-BE49-F238E27FC236}">
                <a16:creationId xmlns:a16="http://schemas.microsoft.com/office/drawing/2014/main" id="{F1E187D5-2F16-4103-A5E7-C27EC319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81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44F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2" name="network-core-title">
            <a:extLst xmlns:a="http://schemas.openxmlformats.org/drawingml/2006/main">
              <a:ext uri="{FF2B5EF4-FFF2-40B4-BE49-F238E27FC236}">
                <a16:creationId xmlns:a16="http://schemas.microsoft.com/office/drawing/2014/main" id="{274C5DF0-5D08-43FB-B1E9-2A06179B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514725"/>
            <a:ext cx="123825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共建共享</a:t>
            </a:r>
          </a:p>
        </p:txBody>
      </p:sp>
      <p:sp>
        <p:nvSpPr>
          <p:cNvPr id="43" name="network-core-body">
            <a:extLst xmlns:a="http://schemas.openxmlformats.org/drawingml/2006/main">
              <a:ext uri="{FF2B5EF4-FFF2-40B4-BE49-F238E27FC236}">
                <a16:creationId xmlns:a16="http://schemas.microsoft.com/office/drawing/2014/main" id="{C0926D2B-BA78-4C69-A3D7-EDFAE93F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907041"/>
            <a:ext cx="12382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资源 · 能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力 · 价值</a:t>
            </a:r>
          </a:p>
        </p:txBody>
      </p:sp>
    </p:spTree>
    <p:extLst>
      <p:ext uri="{BB962C8B-B14F-4D97-AF65-F5344CB8AC3E}">
        <p14:creationId xmlns:p14="http://schemas.microsoft.com/office/powerpoint/2010/main" val="272945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network-zone-internal">
            <a:extLst xmlns:a="http://schemas.openxmlformats.org/drawingml/2006/main">
              <a:ext uri="{FF2B5EF4-FFF2-40B4-BE49-F238E27FC236}">
                <a16:creationId xmlns:a16="http://schemas.microsoft.com/office/drawing/2014/main" id="{756840A3-2792-4D51-A349-0B2FC3CB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71450">
            <a:solidFill>
              <a:srgbClr val="E1EBF8"/>
            </a:solidFill>
            <a:prstDash val="solid"/>
          </a:ln>
        </p:spPr>
      </p:sp>
      <p:sp>
        <p:nvSpPr>
          <p:cNvPr id="2" name="network-zone-external">
            <a:extLst xmlns:a="http://schemas.openxmlformats.org/drawingml/2006/main">
              <a:ext uri="{FF2B5EF4-FFF2-40B4-BE49-F238E27FC236}">
                <a16:creationId xmlns:a16="http://schemas.microsoft.com/office/drawing/2014/main" id="{4533CE16-85D7-46A5-8B0F-68440796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171450">
            <a:solidFill>
              <a:srgbClr val="E1F1F6"/>
            </a:solidFill>
            <a:prstDash val="solid"/>
          </a:ln>
        </p:spPr>
      </p:sp>
      <p:sp>
        <p:nvSpPr>
          <p:cNvPr id="3" name="network-zone-ring-internal">
            <a:extLst xmlns:a="http://schemas.openxmlformats.org/drawingml/2006/main">
              <a:ext uri="{FF2B5EF4-FFF2-40B4-BE49-F238E27FC236}">
                <a16:creationId xmlns:a16="http://schemas.microsoft.com/office/drawing/2014/main" id="{DCD09122-BA97-4128-A6EB-AF5D51D8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E8"/>
            </a:solidFill>
            <a:prstDash val="solid"/>
          </a:ln>
        </p:spPr>
      </p:sp>
      <p:sp>
        <p:nvSpPr>
          <p:cNvPr id="4" name="network-zone-ring-external">
            <a:extLst xmlns:a="http://schemas.openxmlformats.org/drawingml/2006/main">
              <a:ext uri="{FF2B5EF4-FFF2-40B4-BE49-F238E27FC236}">
                <a16:creationId xmlns:a16="http://schemas.microsoft.com/office/drawing/2014/main" id="{D3544802-EF18-45E6-B693-0499F3CE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CE8"/>
            </a:solidFill>
            <a:prstDash val="solid"/>
          </a:ln>
        </p:spPr>
      </p:sp>
      <p:sp>
        <p:nvSpPr>
          <p:cNvPr id="5" name="network-shared-bridge">
            <a:extLst xmlns:a="http://schemas.openxmlformats.org/drawingml/2006/main">
              <a:ext uri="{FF2B5EF4-FFF2-40B4-BE49-F238E27FC236}">
                <a16:creationId xmlns:a16="http://schemas.microsoft.com/office/drawing/2014/main" id="{AC9E0C1F-1F39-498F-B57C-C19FD593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705225"/>
            <a:ext cx="2152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6" name="network-relation-0">
            <a:extLst xmlns:a="http://schemas.openxmlformats.org/drawingml/2006/main">
              <a:ext uri="{FF2B5EF4-FFF2-40B4-BE49-F238E27FC236}">
                <a16:creationId xmlns:a16="http://schemas.microsoft.com/office/drawing/2014/main" id="{7B24F0F9-C7CE-4515-9919-A4E0B936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3442430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7" name="network-relation-1">
            <a:extLst xmlns:a="http://schemas.openxmlformats.org/drawingml/2006/main">
              <a:ext uri="{FF2B5EF4-FFF2-40B4-BE49-F238E27FC236}">
                <a16:creationId xmlns:a16="http://schemas.microsoft.com/office/drawing/2014/main" id="{35E5812A-9B40-43DC-BFDF-C5D4D912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4360831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8" name="network-relation-2">
            <a:extLst xmlns:a="http://schemas.openxmlformats.org/drawingml/2006/main">
              <a:ext uri="{FF2B5EF4-FFF2-40B4-BE49-F238E27FC236}">
                <a16:creationId xmlns:a16="http://schemas.microsoft.com/office/drawing/2014/main" id="{7232A8D7-66DA-452C-A2C2-97F5424E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8192" y="3548825"/>
            <a:ext cx="0" cy="7509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9" name="network-relation-3">
            <a:extLst xmlns:a="http://schemas.openxmlformats.org/drawingml/2006/main">
              <a:ext uri="{FF2B5EF4-FFF2-40B4-BE49-F238E27FC236}">
                <a16:creationId xmlns:a16="http://schemas.microsoft.com/office/drawing/2014/main" id="{FDE9F82E-7348-4BC7-A4C0-466914CC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7643" y="37528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0" name="network-relation-4">
            <a:extLst xmlns:a="http://schemas.openxmlformats.org/drawingml/2006/main">
              <a:ext uri="{FF2B5EF4-FFF2-40B4-BE49-F238E27FC236}">
                <a16:creationId xmlns:a16="http://schemas.microsoft.com/office/drawing/2014/main" id="{8B32C128-FD41-4AB4-B254-E362C0E1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831" y="3023521"/>
            <a:ext cx="5194173" cy="1687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1" name="network-relation-5">
            <a:extLst xmlns:a="http://schemas.openxmlformats.org/drawingml/2006/main">
              <a:ext uri="{FF2B5EF4-FFF2-40B4-BE49-F238E27FC236}">
                <a16:creationId xmlns:a16="http://schemas.microsoft.com/office/drawing/2014/main" id="{B8F6D641-B987-4442-8738-4EB0AC50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1152" y="3266980"/>
            <a:ext cx="5676614" cy="600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2" name="network-core-link-0">
            <a:extLst xmlns:a="http://schemas.openxmlformats.org/drawingml/2006/main">
              <a:ext uri="{FF2B5EF4-FFF2-40B4-BE49-F238E27FC236}">
                <a16:creationId xmlns:a16="http://schemas.microsoft.com/office/drawing/2014/main" id="{05C95E3C-28A5-47E2-8460-1E008AFD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876" y="3163062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3" name="network-core-link-1">
            <a:extLst xmlns:a="http://schemas.openxmlformats.org/drawingml/2006/main">
              <a:ext uri="{FF2B5EF4-FFF2-40B4-BE49-F238E27FC236}">
                <a16:creationId xmlns:a16="http://schemas.microsoft.com/office/drawing/2014/main" id="{1DD88F74-656E-4EAE-9C28-4DB84191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39243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4" name="network-core-link-2">
            <a:extLst xmlns:a="http://schemas.openxmlformats.org/drawingml/2006/main">
              <a:ext uri="{FF2B5EF4-FFF2-40B4-BE49-F238E27FC236}">
                <a16:creationId xmlns:a16="http://schemas.microsoft.com/office/drawing/2014/main" id="{9D976A7D-8642-417C-BD34-E470B19F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876" y="4122801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5" name="network-core-link-3">
            <a:extLst xmlns:a="http://schemas.openxmlformats.org/drawingml/2006/main">
              <a:ext uri="{FF2B5EF4-FFF2-40B4-BE49-F238E27FC236}">
                <a16:creationId xmlns:a16="http://schemas.microsoft.com/office/drawing/2014/main" id="{C23387ED-F691-4E82-9C8F-1B549FC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5703" y="3326797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6" name="network-core-link-4">
            <a:extLst xmlns:a="http://schemas.openxmlformats.org/drawingml/2006/main">
              <a:ext uri="{FF2B5EF4-FFF2-40B4-BE49-F238E27FC236}">
                <a16:creationId xmlns:a16="http://schemas.microsoft.com/office/drawing/2014/main" id="{E408359B-F13A-4584-99FD-49CD3489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5703" y="4071938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7" name="internal-group-title">
            <a:extLst xmlns:a="http://schemas.openxmlformats.org/drawingml/2006/main">
              <a:ext uri="{FF2B5EF4-FFF2-40B4-BE49-F238E27FC236}">
                <a16:creationId xmlns:a16="http://schemas.microsoft.com/office/drawing/2014/main" id="{FE6814E8-51C7-438A-BE5E-51D6A0E4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rPr>
              <a:t>内部协同</a:t>
            </a:r>
          </a:p>
        </p:txBody>
      </p:sp>
      <p:sp>
        <p:nvSpPr>
          <p:cNvPr id="18" name="external-group-title">
            <a:extLst xmlns:a="http://schemas.openxmlformats.org/drawingml/2006/main">
              <a:ext uri="{FF2B5EF4-FFF2-40B4-BE49-F238E27FC236}">
                <a16:creationId xmlns:a16="http://schemas.microsoft.com/office/drawing/2014/main" id="{E5525A7A-58E1-40E9-B059-20EED918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rPr>
              <a:t>外部生态</a:t>
            </a:r>
          </a:p>
        </p:txBody>
      </p:sp>
      <p:sp>
        <p:nvSpPr>
          <p:cNvPr id="19" name="network-node-halo-0">
            <a:extLst xmlns:a="http://schemas.openxmlformats.org/drawingml/2006/main">
              <a:ext uri="{FF2B5EF4-FFF2-40B4-BE49-F238E27FC236}">
                <a16:creationId xmlns:a16="http://schemas.microsoft.com/office/drawing/2014/main" id="{527D1519-0238-40AE-85FD-0076B4F2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100" y="24248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0" name="network-node-surface-0">
            <a:extLst xmlns:a="http://schemas.openxmlformats.org/drawingml/2006/main">
              <a:ext uri="{FF2B5EF4-FFF2-40B4-BE49-F238E27FC236}">
                <a16:creationId xmlns:a16="http://schemas.microsoft.com/office/drawing/2014/main" id="{26AD9D4E-95F6-41FE-BA9E-45AA90C2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775" y="24915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network-node-halo-1">
            <a:extLst xmlns:a="http://schemas.openxmlformats.org/drawingml/2006/main">
              <a:ext uri="{FF2B5EF4-FFF2-40B4-BE49-F238E27FC236}">
                <a16:creationId xmlns:a16="http://schemas.microsoft.com/office/drawing/2014/main" id="{1A0F7EE1-7F4F-46C7-9EF7-2947B96B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33432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2" name="network-node-surface-1">
            <a:extLst xmlns:a="http://schemas.openxmlformats.org/drawingml/2006/main">
              <a:ext uri="{FF2B5EF4-FFF2-40B4-BE49-F238E27FC236}">
                <a16:creationId xmlns:a16="http://schemas.microsoft.com/office/drawing/2014/main" id="{176B2F09-BC0E-42BB-8127-04B9C847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3409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network-node-halo-2">
            <a:extLst xmlns:a="http://schemas.openxmlformats.org/drawingml/2006/main">
              <a:ext uri="{FF2B5EF4-FFF2-40B4-BE49-F238E27FC236}">
                <a16:creationId xmlns:a16="http://schemas.microsoft.com/office/drawing/2014/main" id="{AD9D950C-96CA-4547-A51B-20CBF7F2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100" y="4261542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4" name="network-node-surface-2">
            <a:extLst xmlns:a="http://schemas.openxmlformats.org/drawingml/2006/main">
              <a:ext uri="{FF2B5EF4-FFF2-40B4-BE49-F238E27FC236}">
                <a16:creationId xmlns:a16="http://schemas.microsoft.com/office/drawing/2014/main" id="{484A0F96-DAD3-4CB8-8F32-16A72E47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775" y="4328217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network-node-halo-external-0">
            <a:extLst xmlns:a="http://schemas.openxmlformats.org/drawingml/2006/main">
              <a:ext uri="{FF2B5EF4-FFF2-40B4-BE49-F238E27FC236}">
                <a16:creationId xmlns:a16="http://schemas.microsoft.com/office/drawing/2014/main" id="{8F3ABF85-A719-4295-9809-C699CC46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6599" y="26289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26" name="network-node-surface-external-0">
            <a:extLst xmlns:a="http://schemas.openxmlformats.org/drawingml/2006/main">
              <a:ext uri="{FF2B5EF4-FFF2-40B4-BE49-F238E27FC236}">
                <a16:creationId xmlns:a16="http://schemas.microsoft.com/office/drawing/2014/main" id="{D2AEE47C-07E4-469B-88B8-90719F8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3274" y="269557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network-node-halo-external-1">
            <a:extLst xmlns:a="http://schemas.openxmlformats.org/drawingml/2006/main">
              <a:ext uri="{FF2B5EF4-FFF2-40B4-BE49-F238E27FC236}">
                <a16:creationId xmlns:a16="http://schemas.microsoft.com/office/drawing/2014/main" id="{3CF1EDF7-E4D4-49C7-943F-46A76C5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6599" y="40576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28" name="network-node-surface-external-1">
            <a:extLst xmlns:a="http://schemas.openxmlformats.org/drawingml/2006/main">
              <a:ext uri="{FF2B5EF4-FFF2-40B4-BE49-F238E27FC236}">
                <a16:creationId xmlns:a16="http://schemas.microsoft.com/office/drawing/2014/main" id="{28F5AD86-F3F5-4D58-86B0-242B6066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3274" y="41243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network-node-title-0">
            <a:extLst xmlns:a="http://schemas.openxmlformats.org/drawingml/2006/main">
              <a:ext uri="{FF2B5EF4-FFF2-40B4-BE49-F238E27FC236}">
                <a16:creationId xmlns:a16="http://schemas.microsoft.com/office/drawing/2014/main" id="{F2AE7B76-5A84-413F-BA73-A2FBAF90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288607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组织治理</a:t>
            </a:r>
          </a:p>
        </p:txBody>
      </p:sp>
      <p:sp>
        <p:nvSpPr>
          <p:cNvPr id="30" name="network-node-title-1">
            <a:extLst xmlns:a="http://schemas.openxmlformats.org/drawingml/2006/main">
              <a:ext uri="{FF2B5EF4-FFF2-40B4-BE49-F238E27FC236}">
                <a16:creationId xmlns:a16="http://schemas.microsoft.com/office/drawing/2014/main" id="{8FF6EAF0-B091-405D-9CEB-24422A7C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175" y="380449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数据能力</a:t>
            </a:r>
          </a:p>
        </p:txBody>
      </p:sp>
      <p:sp>
        <p:nvSpPr>
          <p:cNvPr id="31" name="network-node-title-2">
            <a:extLst xmlns:a="http://schemas.openxmlformats.org/drawingml/2006/main">
              <a:ext uri="{FF2B5EF4-FFF2-40B4-BE49-F238E27FC236}">
                <a16:creationId xmlns:a16="http://schemas.microsoft.com/office/drawing/2014/main" id="{B6A9DA41-5C7B-44C1-A685-6F40809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4722762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专业团队</a:t>
            </a:r>
          </a:p>
        </p:txBody>
      </p:sp>
      <p:sp>
        <p:nvSpPr>
          <p:cNvPr id="32" name="network-node-title-external-0">
            <a:extLst xmlns:a="http://schemas.openxmlformats.org/drawingml/2006/main">
              <a:ext uri="{FF2B5EF4-FFF2-40B4-BE49-F238E27FC236}">
                <a16:creationId xmlns:a16="http://schemas.microsoft.com/office/drawing/2014/main" id="{97F70226-47EE-4B14-961A-FAF3B23B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8524" y="309012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高校伙伴</a:t>
            </a:r>
          </a:p>
        </p:txBody>
      </p:sp>
      <p:sp>
        <p:nvSpPr>
          <p:cNvPr id="33" name="network-node-title-external-1">
            <a:extLst xmlns:a="http://schemas.openxmlformats.org/drawingml/2006/main">
              <a:ext uri="{FF2B5EF4-FFF2-40B4-BE49-F238E27FC236}">
                <a16:creationId xmlns:a16="http://schemas.microsoft.com/office/drawing/2014/main" id="{6B4172C8-4944-428D-B74C-45E8DE3F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8524" y="451887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行业企业</a:t>
            </a:r>
          </a:p>
        </p:txBody>
      </p:sp>
      <p:sp>
        <p:nvSpPr>
          <p:cNvPr id="34" name="network-core-halo">
            <a:extLst xmlns:a="http://schemas.openxmlformats.org/drawingml/2006/main">
              <a:ext uri="{FF2B5EF4-FFF2-40B4-BE49-F238E27FC236}">
                <a16:creationId xmlns:a16="http://schemas.microsoft.com/office/drawing/2014/main" id="{0350DFF1-9F45-4D98-B164-B879AA8E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2981325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network-core-ring">
            <a:extLst xmlns:a="http://schemas.openxmlformats.org/drawingml/2006/main">
              <a:ext uri="{FF2B5EF4-FFF2-40B4-BE49-F238E27FC236}">
                <a16:creationId xmlns:a16="http://schemas.microsoft.com/office/drawing/2014/main" id="{4353509D-4D25-4EA1-AB61-E5B05B9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2EC"/>
            </a:solidFill>
            <a:prstDash val="solid"/>
          </a:ln>
        </p:spPr>
      </p:sp>
      <p:sp>
        <p:nvSpPr>
          <p:cNvPr id="36" name="network-core-surface">
            <a:extLst xmlns:a="http://schemas.openxmlformats.org/drawingml/2006/main">
              <a:ext uri="{FF2B5EF4-FFF2-40B4-BE49-F238E27FC236}">
                <a16:creationId xmlns:a16="http://schemas.microsoft.com/office/drawing/2014/main" id="{40517FDA-0057-47BF-9E84-33F1AEE0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81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44F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7" name="network-core-title">
            <a:extLst xmlns:a="http://schemas.openxmlformats.org/drawingml/2006/main">
              <a:ext uri="{FF2B5EF4-FFF2-40B4-BE49-F238E27FC236}">
                <a16:creationId xmlns:a16="http://schemas.microsoft.com/office/drawing/2014/main" id="{A8FCDBA4-40F0-406F-85ED-B7BA9F6D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514725"/>
            <a:ext cx="123825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共建共享</a:t>
            </a:r>
          </a:p>
        </p:txBody>
      </p:sp>
      <p:sp>
        <p:nvSpPr>
          <p:cNvPr id="38" name="network-core-body">
            <a:extLst xmlns:a="http://schemas.openxmlformats.org/drawingml/2006/main">
              <a:ext uri="{FF2B5EF4-FFF2-40B4-BE49-F238E27FC236}">
                <a16:creationId xmlns:a16="http://schemas.microsoft.com/office/drawing/2014/main" id="{DC7DE864-51B7-46DD-99DA-8CD83690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907041"/>
            <a:ext cx="12382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资源 · 能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力 · 价值</a:t>
            </a:r>
          </a:p>
        </p:txBody>
      </p:sp>
    </p:spTree>
    <p:extLst>
      <p:ext uri="{BB962C8B-B14F-4D97-AF65-F5344CB8AC3E}">
        <p14:creationId xmlns:p14="http://schemas.microsoft.com/office/powerpoint/2010/main" val="1432645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network-zone-internal">
            <a:extLst xmlns:a="http://schemas.openxmlformats.org/drawingml/2006/main">
              <a:ext uri="{FF2B5EF4-FFF2-40B4-BE49-F238E27FC236}">
                <a16:creationId xmlns:a16="http://schemas.microsoft.com/office/drawing/2014/main" id="{687BE2EF-D574-46AE-A948-40B99F2A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71450">
            <a:solidFill>
              <a:srgbClr val="E1EBF8"/>
            </a:solidFill>
            <a:prstDash val="solid"/>
          </a:ln>
        </p:spPr>
      </p:sp>
      <p:sp>
        <p:nvSpPr>
          <p:cNvPr id="2" name="network-zone-external">
            <a:extLst xmlns:a="http://schemas.openxmlformats.org/drawingml/2006/main">
              <a:ext uri="{FF2B5EF4-FFF2-40B4-BE49-F238E27FC236}">
                <a16:creationId xmlns:a16="http://schemas.microsoft.com/office/drawing/2014/main" id="{EB779DE8-A780-49C5-9E0A-1D1BC80D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171450">
            <a:solidFill>
              <a:srgbClr val="E1F1F6"/>
            </a:solidFill>
            <a:prstDash val="solid"/>
          </a:ln>
        </p:spPr>
      </p:sp>
      <p:sp>
        <p:nvSpPr>
          <p:cNvPr id="3" name="network-zone-ring-internal">
            <a:extLst xmlns:a="http://schemas.openxmlformats.org/drawingml/2006/main">
              <a:ext uri="{FF2B5EF4-FFF2-40B4-BE49-F238E27FC236}">
                <a16:creationId xmlns:a16="http://schemas.microsoft.com/office/drawing/2014/main" id="{EC87D5C9-1972-4BCF-869E-5EB127D5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E8"/>
            </a:solidFill>
            <a:prstDash val="solid"/>
          </a:ln>
        </p:spPr>
      </p:sp>
      <p:sp>
        <p:nvSpPr>
          <p:cNvPr id="4" name="network-zone-ring-external">
            <a:extLst xmlns:a="http://schemas.openxmlformats.org/drawingml/2006/main">
              <a:ext uri="{FF2B5EF4-FFF2-40B4-BE49-F238E27FC236}">
                <a16:creationId xmlns:a16="http://schemas.microsoft.com/office/drawing/2014/main" id="{B49BDC2F-2662-40F9-9D6F-82A377D6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CE8"/>
            </a:solidFill>
            <a:prstDash val="solid"/>
          </a:ln>
        </p:spPr>
      </p:sp>
      <p:sp>
        <p:nvSpPr>
          <p:cNvPr id="5" name="network-shared-bridge">
            <a:extLst xmlns:a="http://schemas.openxmlformats.org/drawingml/2006/main">
              <a:ext uri="{FF2B5EF4-FFF2-40B4-BE49-F238E27FC236}">
                <a16:creationId xmlns:a16="http://schemas.microsoft.com/office/drawing/2014/main" id="{2E283E72-0977-4B63-8AD3-25E296FA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705225"/>
            <a:ext cx="2152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6" name="network-relation-0">
            <a:extLst xmlns:a="http://schemas.openxmlformats.org/drawingml/2006/main">
              <a:ext uri="{FF2B5EF4-FFF2-40B4-BE49-F238E27FC236}">
                <a16:creationId xmlns:a16="http://schemas.microsoft.com/office/drawing/2014/main" id="{9096F2DC-78DF-4772-B3B8-4DD44766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3442430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7" name="network-relation-1">
            <a:extLst xmlns:a="http://schemas.openxmlformats.org/drawingml/2006/main">
              <a:ext uri="{FF2B5EF4-FFF2-40B4-BE49-F238E27FC236}">
                <a16:creationId xmlns:a16="http://schemas.microsoft.com/office/drawing/2014/main" id="{807DAA2D-BAD8-4021-8FAC-1D93336B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4360831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8" name="network-relation-2">
            <a:extLst xmlns:a="http://schemas.openxmlformats.org/drawingml/2006/main">
              <a:ext uri="{FF2B5EF4-FFF2-40B4-BE49-F238E27FC236}">
                <a16:creationId xmlns:a16="http://schemas.microsoft.com/office/drawing/2014/main" id="{4EA3C2DF-F9C4-4D17-BB4A-D133A34B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8192" y="3548825"/>
            <a:ext cx="0" cy="7509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9" name="network-relation-3">
            <a:extLst xmlns:a="http://schemas.openxmlformats.org/drawingml/2006/main">
              <a:ext uri="{FF2B5EF4-FFF2-40B4-BE49-F238E27FC236}">
                <a16:creationId xmlns:a16="http://schemas.microsoft.com/office/drawing/2014/main" id="{878E796E-A0C1-4A1A-BFAB-F119B58B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503" y="3442430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0" name="network-relation-4">
            <a:extLst xmlns:a="http://schemas.openxmlformats.org/drawingml/2006/main">
              <a:ext uri="{FF2B5EF4-FFF2-40B4-BE49-F238E27FC236}">
                <a16:creationId xmlns:a16="http://schemas.microsoft.com/office/drawing/2014/main" id="{7F5F15DD-6C6F-4489-823A-0378713C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503" y="4360831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1" name="network-relation-5">
            <a:extLst xmlns:a="http://schemas.openxmlformats.org/drawingml/2006/main">
              <a:ext uri="{FF2B5EF4-FFF2-40B4-BE49-F238E27FC236}">
                <a16:creationId xmlns:a16="http://schemas.microsoft.com/office/drawing/2014/main" id="{121E2DA1-C6A2-4F50-8A6E-66D94150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3808" y="3548825"/>
            <a:ext cx="0" cy="7509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2" name="network-relation-6">
            <a:extLst xmlns:a="http://schemas.openxmlformats.org/drawingml/2006/main">
              <a:ext uri="{FF2B5EF4-FFF2-40B4-BE49-F238E27FC236}">
                <a16:creationId xmlns:a16="http://schemas.microsoft.com/office/drawing/2014/main" id="{8B58FFCF-36C0-49DA-B6EF-DB75281A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1117" y="3005900"/>
            <a:ext cx="498976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3" name="network-relation-7">
            <a:extLst xmlns:a="http://schemas.openxmlformats.org/drawingml/2006/main">
              <a:ext uri="{FF2B5EF4-FFF2-40B4-BE49-F238E27FC236}">
                <a16:creationId xmlns:a16="http://schemas.microsoft.com/office/drawing/2014/main" id="{9F86AAE3-3C79-4B32-9374-46985216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8961" y="3999643"/>
            <a:ext cx="5477256" cy="7677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4" name="network-relation-8">
            <a:extLst xmlns:a="http://schemas.openxmlformats.org/drawingml/2006/main">
              <a:ext uri="{FF2B5EF4-FFF2-40B4-BE49-F238E27FC236}">
                <a16:creationId xmlns:a16="http://schemas.microsoft.com/office/drawing/2014/main" id="{66FA3426-6B1A-484A-9DBD-E9D1387B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5783" y="3999643"/>
            <a:ext cx="5477256" cy="7677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5" name="network-core-link-0">
            <a:extLst xmlns:a="http://schemas.openxmlformats.org/drawingml/2006/main">
              <a:ext uri="{FF2B5EF4-FFF2-40B4-BE49-F238E27FC236}">
                <a16:creationId xmlns:a16="http://schemas.microsoft.com/office/drawing/2014/main" id="{113ABD15-4D6E-4A80-B0FC-3827C42E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876" y="3163062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6" name="network-core-link-1">
            <a:extLst xmlns:a="http://schemas.openxmlformats.org/drawingml/2006/main">
              <a:ext uri="{FF2B5EF4-FFF2-40B4-BE49-F238E27FC236}">
                <a16:creationId xmlns:a16="http://schemas.microsoft.com/office/drawing/2014/main" id="{FD5BA9A4-4C89-454D-8B7D-0718E5E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39243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7" name="network-core-link-2">
            <a:extLst xmlns:a="http://schemas.openxmlformats.org/drawingml/2006/main">
              <a:ext uri="{FF2B5EF4-FFF2-40B4-BE49-F238E27FC236}">
                <a16:creationId xmlns:a16="http://schemas.microsoft.com/office/drawing/2014/main" id="{94CA6217-8FE9-435C-9E5D-54BC97C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876" y="4122801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8" name="network-core-link-3">
            <a:extLst xmlns:a="http://schemas.openxmlformats.org/drawingml/2006/main">
              <a:ext uri="{FF2B5EF4-FFF2-40B4-BE49-F238E27FC236}">
                <a16:creationId xmlns:a16="http://schemas.microsoft.com/office/drawing/2014/main" id="{8476FCB4-93C5-4387-A43C-307B2745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2463" y="3163062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9" name="network-core-link-4">
            <a:extLst xmlns:a="http://schemas.openxmlformats.org/drawingml/2006/main">
              <a:ext uri="{FF2B5EF4-FFF2-40B4-BE49-F238E27FC236}">
                <a16:creationId xmlns:a16="http://schemas.microsoft.com/office/drawing/2014/main" id="{AD087552-C54F-4819-9FFC-B697F2CD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39243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0" name="network-core-link-5">
            <a:extLst xmlns:a="http://schemas.openxmlformats.org/drawingml/2006/main">
              <a:ext uri="{FF2B5EF4-FFF2-40B4-BE49-F238E27FC236}">
                <a16:creationId xmlns:a16="http://schemas.microsoft.com/office/drawing/2014/main" id="{00007B47-4F12-48A4-9E97-85F356CC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2463" y="4122801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1" name="internal-group-title">
            <a:extLst xmlns:a="http://schemas.openxmlformats.org/drawingml/2006/main">
              <a:ext uri="{FF2B5EF4-FFF2-40B4-BE49-F238E27FC236}">
                <a16:creationId xmlns:a16="http://schemas.microsoft.com/office/drawing/2014/main" id="{BC4D4FD2-5C15-4D49-A1D2-2AA2DD92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rPr>
              <a:t>内部协同</a:t>
            </a:r>
          </a:p>
        </p:txBody>
      </p:sp>
      <p:sp>
        <p:nvSpPr>
          <p:cNvPr id="22" name="external-group-title">
            <a:extLst xmlns:a="http://schemas.openxmlformats.org/drawingml/2006/main">
              <a:ext uri="{FF2B5EF4-FFF2-40B4-BE49-F238E27FC236}">
                <a16:creationId xmlns:a16="http://schemas.microsoft.com/office/drawing/2014/main" id="{72C92ED7-7E88-4F41-A37E-8E69C392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rPr>
              <a:t>外部生态</a:t>
            </a:r>
          </a:p>
        </p:txBody>
      </p:sp>
      <p:sp>
        <p:nvSpPr>
          <p:cNvPr id="23" name="network-node-halo-0">
            <a:extLst xmlns:a="http://schemas.openxmlformats.org/drawingml/2006/main">
              <a:ext uri="{FF2B5EF4-FFF2-40B4-BE49-F238E27FC236}">
                <a16:creationId xmlns:a16="http://schemas.microsoft.com/office/drawing/2014/main" id="{6E064A3A-B60B-49D0-B758-F3ABB91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100" y="24248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4" name="network-node-surface-0">
            <a:extLst xmlns:a="http://schemas.openxmlformats.org/drawingml/2006/main">
              <a:ext uri="{FF2B5EF4-FFF2-40B4-BE49-F238E27FC236}">
                <a16:creationId xmlns:a16="http://schemas.microsoft.com/office/drawing/2014/main" id="{811C3E5E-92F6-4A15-9B04-7F79429A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775" y="24915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network-node-halo-1">
            <a:extLst xmlns:a="http://schemas.openxmlformats.org/drawingml/2006/main">
              <a:ext uri="{FF2B5EF4-FFF2-40B4-BE49-F238E27FC236}">
                <a16:creationId xmlns:a16="http://schemas.microsoft.com/office/drawing/2014/main" id="{EF02568B-A820-461B-81B2-FDE3C8D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33432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6" name="network-node-surface-1">
            <a:extLst xmlns:a="http://schemas.openxmlformats.org/drawingml/2006/main">
              <a:ext uri="{FF2B5EF4-FFF2-40B4-BE49-F238E27FC236}">
                <a16:creationId xmlns:a16="http://schemas.microsoft.com/office/drawing/2014/main" id="{F3FC7F36-FC69-4081-B5C5-29708A24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3409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network-node-halo-2">
            <a:extLst xmlns:a="http://schemas.openxmlformats.org/drawingml/2006/main">
              <a:ext uri="{FF2B5EF4-FFF2-40B4-BE49-F238E27FC236}">
                <a16:creationId xmlns:a16="http://schemas.microsoft.com/office/drawing/2014/main" id="{C06399AB-31B8-4FCC-BE3E-F94EE59A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100" y="4261542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8" name="network-node-surface-2">
            <a:extLst xmlns:a="http://schemas.openxmlformats.org/drawingml/2006/main">
              <a:ext uri="{FF2B5EF4-FFF2-40B4-BE49-F238E27FC236}">
                <a16:creationId xmlns:a16="http://schemas.microsoft.com/office/drawing/2014/main" id="{2F42BBB2-01D0-4992-AA15-E6CAF4F5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775" y="4328217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network-node-halo-external-0">
            <a:extLst xmlns:a="http://schemas.openxmlformats.org/drawingml/2006/main">
              <a:ext uri="{FF2B5EF4-FFF2-40B4-BE49-F238E27FC236}">
                <a16:creationId xmlns:a16="http://schemas.microsoft.com/office/drawing/2014/main" id="{B5BFD847-9885-4165-AAE8-7ECEC791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707" y="24248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0" name="network-node-surface-external-0">
            <a:extLst xmlns:a="http://schemas.openxmlformats.org/drawingml/2006/main">
              <a:ext uri="{FF2B5EF4-FFF2-40B4-BE49-F238E27FC236}">
                <a16:creationId xmlns:a16="http://schemas.microsoft.com/office/drawing/2014/main" id="{3FD6640E-15B9-4425-86B0-C0A62E54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382" y="24915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network-node-halo-external-1">
            <a:extLst xmlns:a="http://schemas.openxmlformats.org/drawingml/2006/main">
              <a:ext uri="{FF2B5EF4-FFF2-40B4-BE49-F238E27FC236}">
                <a16:creationId xmlns:a16="http://schemas.microsoft.com/office/drawing/2014/main" id="{4EB3A957-ED12-4D70-81C5-79D2D1AA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3432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2" name="network-node-surface-external-1">
            <a:extLst xmlns:a="http://schemas.openxmlformats.org/drawingml/2006/main">
              <a:ext uri="{FF2B5EF4-FFF2-40B4-BE49-F238E27FC236}">
                <a16:creationId xmlns:a16="http://schemas.microsoft.com/office/drawing/2014/main" id="{8C1C09E9-4C87-4BAA-A00C-BAD166F8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3409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network-node-halo-external-2">
            <a:extLst xmlns:a="http://schemas.openxmlformats.org/drawingml/2006/main">
              <a:ext uri="{FF2B5EF4-FFF2-40B4-BE49-F238E27FC236}">
                <a16:creationId xmlns:a16="http://schemas.microsoft.com/office/drawing/2014/main" id="{BCC67566-C984-400A-A79F-E1C653F4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707" y="4261542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4" name="network-node-surface-external-2">
            <a:extLst xmlns:a="http://schemas.openxmlformats.org/drawingml/2006/main">
              <a:ext uri="{FF2B5EF4-FFF2-40B4-BE49-F238E27FC236}">
                <a16:creationId xmlns:a16="http://schemas.microsoft.com/office/drawing/2014/main" id="{E0F5EADD-5FED-44E4-A770-56C45BD9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382" y="4328217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" name="network-node-title-0">
            <a:extLst xmlns:a="http://schemas.openxmlformats.org/drawingml/2006/main">
              <a:ext uri="{FF2B5EF4-FFF2-40B4-BE49-F238E27FC236}">
                <a16:creationId xmlns:a16="http://schemas.microsoft.com/office/drawing/2014/main" id="{17B9FD4B-6C91-4A24-9623-5BC8257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288607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组织治理</a:t>
            </a:r>
          </a:p>
        </p:txBody>
      </p:sp>
      <p:sp>
        <p:nvSpPr>
          <p:cNvPr id="36" name="network-node-title-1">
            <a:extLst xmlns:a="http://schemas.openxmlformats.org/drawingml/2006/main">
              <a:ext uri="{FF2B5EF4-FFF2-40B4-BE49-F238E27FC236}">
                <a16:creationId xmlns:a16="http://schemas.microsoft.com/office/drawing/2014/main" id="{0A2CE0F8-00DC-44BD-8172-829D29E5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175" y="380449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数据能力</a:t>
            </a:r>
          </a:p>
        </p:txBody>
      </p:sp>
      <p:sp>
        <p:nvSpPr>
          <p:cNvPr id="37" name="network-node-title-2">
            <a:extLst xmlns:a="http://schemas.openxmlformats.org/drawingml/2006/main">
              <a:ext uri="{FF2B5EF4-FFF2-40B4-BE49-F238E27FC236}">
                <a16:creationId xmlns:a16="http://schemas.microsoft.com/office/drawing/2014/main" id="{0E1D20E1-0873-47DB-9C9C-BCA658C2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4722762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专业团队</a:t>
            </a:r>
          </a:p>
        </p:txBody>
      </p:sp>
      <p:sp>
        <p:nvSpPr>
          <p:cNvPr id="38" name="network-node-title-external-0">
            <a:extLst xmlns:a="http://schemas.openxmlformats.org/drawingml/2006/main">
              <a:ext uri="{FF2B5EF4-FFF2-40B4-BE49-F238E27FC236}">
                <a16:creationId xmlns:a16="http://schemas.microsoft.com/office/drawing/2014/main" id="{B1587001-C5C5-42EB-AE5C-1C215A3A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632" y="288607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高校伙伴</a:t>
            </a:r>
          </a:p>
        </p:txBody>
      </p:sp>
      <p:sp>
        <p:nvSpPr>
          <p:cNvPr id="39" name="network-node-title-external-1">
            <a:extLst xmlns:a="http://schemas.openxmlformats.org/drawingml/2006/main">
              <a:ext uri="{FF2B5EF4-FFF2-40B4-BE49-F238E27FC236}">
                <a16:creationId xmlns:a16="http://schemas.microsoft.com/office/drawing/2014/main" id="{ADA960DC-2D2C-4862-9380-2FDE0D99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380449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行业企业</a:t>
            </a:r>
          </a:p>
        </p:txBody>
      </p:sp>
      <p:sp>
        <p:nvSpPr>
          <p:cNvPr id="40" name="network-node-title-external-2">
            <a:extLst xmlns:a="http://schemas.openxmlformats.org/drawingml/2006/main">
              <a:ext uri="{FF2B5EF4-FFF2-40B4-BE49-F238E27FC236}">
                <a16:creationId xmlns:a16="http://schemas.microsoft.com/office/drawing/2014/main" id="{896A04ED-F38C-41F5-8747-63456B6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632" y="4722762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服务机构</a:t>
            </a:r>
          </a:p>
        </p:txBody>
      </p:sp>
      <p:sp>
        <p:nvSpPr>
          <p:cNvPr id="41" name="network-core-halo">
            <a:extLst xmlns:a="http://schemas.openxmlformats.org/drawingml/2006/main">
              <a:ext uri="{FF2B5EF4-FFF2-40B4-BE49-F238E27FC236}">
                <a16:creationId xmlns:a16="http://schemas.microsoft.com/office/drawing/2014/main" id="{ABC22B77-7E7F-4184-88B6-DD37D0D6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2981325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network-core-ring">
            <a:extLst xmlns:a="http://schemas.openxmlformats.org/drawingml/2006/main">
              <a:ext uri="{FF2B5EF4-FFF2-40B4-BE49-F238E27FC236}">
                <a16:creationId xmlns:a16="http://schemas.microsoft.com/office/drawing/2014/main" id="{8B4A9026-D0F0-4121-8040-7EE39978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2EC"/>
            </a:solidFill>
            <a:prstDash val="solid"/>
          </a:ln>
        </p:spPr>
      </p:sp>
      <p:sp>
        <p:nvSpPr>
          <p:cNvPr id="43" name="network-core-surface">
            <a:extLst xmlns:a="http://schemas.openxmlformats.org/drawingml/2006/main">
              <a:ext uri="{FF2B5EF4-FFF2-40B4-BE49-F238E27FC236}">
                <a16:creationId xmlns:a16="http://schemas.microsoft.com/office/drawing/2014/main" id="{708209BB-95E6-4C0F-B37D-BA54F4B3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81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44F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4" name="network-core-title">
            <a:extLst xmlns:a="http://schemas.openxmlformats.org/drawingml/2006/main">
              <a:ext uri="{FF2B5EF4-FFF2-40B4-BE49-F238E27FC236}">
                <a16:creationId xmlns:a16="http://schemas.microsoft.com/office/drawing/2014/main" id="{4B27E967-5BEB-4713-89AF-8F36F0F5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514725"/>
            <a:ext cx="123825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共建共享</a:t>
            </a:r>
          </a:p>
        </p:txBody>
      </p:sp>
      <p:sp>
        <p:nvSpPr>
          <p:cNvPr id="45" name="network-core-body">
            <a:extLst xmlns:a="http://schemas.openxmlformats.org/drawingml/2006/main">
              <a:ext uri="{FF2B5EF4-FFF2-40B4-BE49-F238E27FC236}">
                <a16:creationId xmlns:a16="http://schemas.microsoft.com/office/drawing/2014/main" id="{8837782A-AA37-434C-8459-8D470264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907041"/>
            <a:ext cx="12382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资源 · 能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力 · 价值</a:t>
            </a:r>
          </a:p>
        </p:txBody>
      </p:sp>
    </p:spTree>
    <p:extLst>
      <p:ext uri="{BB962C8B-B14F-4D97-AF65-F5344CB8AC3E}">
        <p14:creationId xmlns:p14="http://schemas.microsoft.com/office/powerpoint/2010/main" val="773161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network-zone-internal">
            <a:extLst xmlns:a="http://schemas.openxmlformats.org/drawingml/2006/main">
              <a:ext uri="{FF2B5EF4-FFF2-40B4-BE49-F238E27FC236}">
                <a16:creationId xmlns:a16="http://schemas.microsoft.com/office/drawing/2014/main" id="{6478E6B9-1F1B-4307-B9C3-F77636CB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71450">
            <a:solidFill>
              <a:srgbClr val="E1EBF8"/>
            </a:solidFill>
            <a:prstDash val="solid"/>
          </a:ln>
        </p:spPr>
      </p:sp>
      <p:sp>
        <p:nvSpPr>
          <p:cNvPr id="2" name="network-zone-external">
            <a:extLst xmlns:a="http://schemas.openxmlformats.org/drawingml/2006/main">
              <a:ext uri="{FF2B5EF4-FFF2-40B4-BE49-F238E27FC236}">
                <a16:creationId xmlns:a16="http://schemas.microsoft.com/office/drawing/2014/main" id="{67048D1A-5F51-4E62-82B8-A900267B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171450">
            <a:solidFill>
              <a:srgbClr val="E1F1F6"/>
            </a:solidFill>
            <a:prstDash val="solid"/>
          </a:ln>
        </p:spPr>
      </p:sp>
      <p:sp>
        <p:nvSpPr>
          <p:cNvPr id="3" name="network-zone-ring-internal">
            <a:extLst xmlns:a="http://schemas.openxmlformats.org/drawingml/2006/main">
              <a:ext uri="{FF2B5EF4-FFF2-40B4-BE49-F238E27FC236}">
                <a16:creationId xmlns:a16="http://schemas.microsoft.com/office/drawing/2014/main" id="{08075F1F-B918-4515-9309-121A2A57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E8"/>
            </a:solidFill>
            <a:prstDash val="solid"/>
          </a:ln>
        </p:spPr>
      </p:sp>
      <p:sp>
        <p:nvSpPr>
          <p:cNvPr id="4" name="network-zone-ring-external">
            <a:extLst xmlns:a="http://schemas.openxmlformats.org/drawingml/2006/main">
              <a:ext uri="{FF2B5EF4-FFF2-40B4-BE49-F238E27FC236}">
                <a16:creationId xmlns:a16="http://schemas.microsoft.com/office/drawing/2014/main" id="{DADCC2ED-D668-472D-BE01-5E794417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CE8"/>
            </a:solidFill>
            <a:prstDash val="solid"/>
          </a:ln>
        </p:spPr>
      </p:sp>
      <p:sp>
        <p:nvSpPr>
          <p:cNvPr id="5" name="network-shared-bridge">
            <a:extLst xmlns:a="http://schemas.openxmlformats.org/drawingml/2006/main">
              <a:ext uri="{FF2B5EF4-FFF2-40B4-BE49-F238E27FC236}">
                <a16:creationId xmlns:a16="http://schemas.microsoft.com/office/drawing/2014/main" id="{06F249DC-104D-4949-8019-794F2F14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705225"/>
            <a:ext cx="2152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6" name="network-relation-0">
            <a:extLst xmlns:a="http://schemas.openxmlformats.org/drawingml/2006/main">
              <a:ext uri="{FF2B5EF4-FFF2-40B4-BE49-F238E27FC236}">
                <a16:creationId xmlns:a16="http://schemas.microsoft.com/office/drawing/2014/main" id="{46FBB94E-A21A-4C29-94D1-7A275176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3442430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7" name="network-relation-1">
            <a:extLst xmlns:a="http://schemas.openxmlformats.org/drawingml/2006/main">
              <a:ext uri="{FF2B5EF4-FFF2-40B4-BE49-F238E27FC236}">
                <a16:creationId xmlns:a16="http://schemas.microsoft.com/office/drawing/2014/main" id="{E4AFF6D8-18FF-4C12-AF9D-96B32C09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4360831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8" name="network-relation-2">
            <a:extLst xmlns:a="http://schemas.openxmlformats.org/drawingml/2006/main">
              <a:ext uri="{FF2B5EF4-FFF2-40B4-BE49-F238E27FC236}">
                <a16:creationId xmlns:a16="http://schemas.microsoft.com/office/drawing/2014/main" id="{256B8A5F-4B73-4F45-9E97-24D6071C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8192" y="3548825"/>
            <a:ext cx="0" cy="7509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9" name="network-relation-3">
            <a:extLst xmlns:a="http://schemas.openxmlformats.org/drawingml/2006/main">
              <a:ext uri="{FF2B5EF4-FFF2-40B4-BE49-F238E27FC236}">
                <a16:creationId xmlns:a16="http://schemas.microsoft.com/office/drawing/2014/main" id="{BC20C441-F95A-4FD3-934E-1078CCAF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6099" y="3152775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0" name="network-relation-4">
            <a:extLst xmlns:a="http://schemas.openxmlformats.org/drawingml/2006/main">
              <a:ext uri="{FF2B5EF4-FFF2-40B4-BE49-F238E27FC236}">
                <a16:creationId xmlns:a16="http://schemas.microsoft.com/office/drawing/2014/main" id="{85DE53B7-5675-4170-965F-E027DA33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1288" y="3751136"/>
            <a:ext cx="0" cy="3463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1" name="network-relation-5">
            <a:extLst xmlns:a="http://schemas.openxmlformats.org/drawingml/2006/main">
              <a:ext uri="{FF2B5EF4-FFF2-40B4-BE49-F238E27FC236}">
                <a16:creationId xmlns:a16="http://schemas.microsoft.com/office/drawing/2014/main" id="{FEDE350E-0C21-45E8-A6B7-D3E6FC62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6099" y="4617053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2" name="network-relation-6">
            <a:extLst xmlns:a="http://schemas.openxmlformats.org/drawingml/2006/main">
              <a:ext uri="{FF2B5EF4-FFF2-40B4-BE49-F238E27FC236}">
                <a16:creationId xmlns:a16="http://schemas.microsoft.com/office/drawing/2014/main" id="{E8DF56FB-0499-44A9-BDFC-861D0FC5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2634" y="3372707"/>
            <a:ext cx="0" cy="11031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3" name="network-relation-7">
            <a:extLst xmlns:a="http://schemas.openxmlformats.org/drawingml/2006/main">
              <a:ext uri="{FF2B5EF4-FFF2-40B4-BE49-F238E27FC236}">
                <a16:creationId xmlns:a16="http://schemas.microsoft.com/office/drawing/2014/main" id="{F22330EA-3791-481E-B907-A416706E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831" y="2846261"/>
            <a:ext cx="4739069" cy="1432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4" name="network-relation-8">
            <a:extLst xmlns:a="http://schemas.openxmlformats.org/drawingml/2006/main">
              <a:ext uri="{FF2B5EF4-FFF2-40B4-BE49-F238E27FC236}">
                <a16:creationId xmlns:a16="http://schemas.microsoft.com/office/drawing/2014/main" id="{0313EE53-4922-49FE-93A4-15028697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3438" y="3953066"/>
            <a:ext cx="5875687" cy="312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5" name="network-relation-9">
            <a:extLst xmlns:a="http://schemas.openxmlformats.org/drawingml/2006/main">
              <a:ext uri="{FF2B5EF4-FFF2-40B4-BE49-F238E27FC236}">
                <a16:creationId xmlns:a16="http://schemas.microsoft.com/office/drawing/2014/main" id="{E83FAB8E-CCB4-424D-A3EC-23FA88FE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304" y="3007138"/>
            <a:ext cx="4798124" cy="16582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6" name="network-core-link-0">
            <a:extLst xmlns:a="http://schemas.openxmlformats.org/drawingml/2006/main">
              <a:ext uri="{FF2B5EF4-FFF2-40B4-BE49-F238E27FC236}">
                <a16:creationId xmlns:a16="http://schemas.microsoft.com/office/drawing/2014/main" id="{3634E896-69C8-4978-B695-05FC1134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876" y="3163062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7" name="network-core-link-1">
            <a:extLst xmlns:a="http://schemas.openxmlformats.org/drawingml/2006/main">
              <a:ext uri="{FF2B5EF4-FFF2-40B4-BE49-F238E27FC236}">
                <a16:creationId xmlns:a16="http://schemas.microsoft.com/office/drawing/2014/main" id="{06304CC0-FD1D-4D46-BF56-03DD6F29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39243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8" name="network-core-link-2">
            <a:extLst xmlns:a="http://schemas.openxmlformats.org/drawingml/2006/main">
              <a:ext uri="{FF2B5EF4-FFF2-40B4-BE49-F238E27FC236}">
                <a16:creationId xmlns:a16="http://schemas.microsoft.com/office/drawing/2014/main" id="{82E548FF-E9BE-4A56-8060-A0B28047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876" y="4122801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9" name="network-core-link-3">
            <a:extLst xmlns:a="http://schemas.openxmlformats.org/drawingml/2006/main">
              <a:ext uri="{FF2B5EF4-FFF2-40B4-BE49-F238E27FC236}">
                <a16:creationId xmlns:a16="http://schemas.microsoft.com/office/drawing/2014/main" id="{D81A1F9D-DF39-4203-8E67-6456FA8B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366" y="3028283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0" name="network-core-link-4">
            <a:extLst xmlns:a="http://schemas.openxmlformats.org/drawingml/2006/main">
              <a:ext uri="{FF2B5EF4-FFF2-40B4-BE49-F238E27FC236}">
                <a16:creationId xmlns:a16="http://schemas.microsoft.com/office/drawing/2014/main" id="{CBF83735-28CC-4107-A07B-AE028714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895" y="3612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1" name="network-core-link-5">
            <a:extLst xmlns:a="http://schemas.openxmlformats.org/drawingml/2006/main">
              <a:ext uri="{FF2B5EF4-FFF2-40B4-BE49-F238E27FC236}">
                <a16:creationId xmlns:a16="http://schemas.microsoft.com/office/drawing/2014/main" id="{F592852B-C2E7-4F4C-B50F-8B507366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895" y="3997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2" name="network-core-link-6">
            <a:extLst xmlns:a="http://schemas.openxmlformats.org/drawingml/2006/main">
              <a:ext uri="{FF2B5EF4-FFF2-40B4-BE49-F238E27FC236}">
                <a16:creationId xmlns:a16="http://schemas.microsoft.com/office/drawing/2014/main" id="{0EC2CF2D-EA6E-4BC6-997E-31789DCC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366" y="4174998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3" name="internal-group-title">
            <a:extLst xmlns:a="http://schemas.openxmlformats.org/drawingml/2006/main">
              <a:ext uri="{FF2B5EF4-FFF2-40B4-BE49-F238E27FC236}">
                <a16:creationId xmlns:a16="http://schemas.microsoft.com/office/drawing/2014/main" id="{CCEF8AF9-AFE1-4789-A4EE-C04FADDA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rPr>
              <a:t>内部协同</a:t>
            </a:r>
          </a:p>
        </p:txBody>
      </p:sp>
      <p:sp>
        <p:nvSpPr>
          <p:cNvPr id="24" name="external-group-title">
            <a:extLst xmlns:a="http://schemas.openxmlformats.org/drawingml/2006/main">
              <a:ext uri="{FF2B5EF4-FFF2-40B4-BE49-F238E27FC236}">
                <a16:creationId xmlns:a16="http://schemas.microsoft.com/office/drawing/2014/main" id="{F71510E6-EB1E-4461-85B9-9A4654A1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rPr>
              <a:t>外部生态</a:t>
            </a:r>
          </a:p>
        </p:txBody>
      </p:sp>
      <p:sp>
        <p:nvSpPr>
          <p:cNvPr id="25" name="network-node-halo-0">
            <a:extLst xmlns:a="http://schemas.openxmlformats.org/drawingml/2006/main">
              <a:ext uri="{FF2B5EF4-FFF2-40B4-BE49-F238E27FC236}">
                <a16:creationId xmlns:a16="http://schemas.microsoft.com/office/drawing/2014/main" id="{E16A9824-4883-4264-9403-C237CEAD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100" y="24248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6" name="network-node-surface-0">
            <a:extLst xmlns:a="http://schemas.openxmlformats.org/drawingml/2006/main">
              <a:ext uri="{FF2B5EF4-FFF2-40B4-BE49-F238E27FC236}">
                <a16:creationId xmlns:a16="http://schemas.microsoft.com/office/drawing/2014/main" id="{0681B459-B644-4B54-B95F-E8A7B11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775" y="24915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network-node-halo-1">
            <a:extLst xmlns:a="http://schemas.openxmlformats.org/drawingml/2006/main">
              <a:ext uri="{FF2B5EF4-FFF2-40B4-BE49-F238E27FC236}">
                <a16:creationId xmlns:a16="http://schemas.microsoft.com/office/drawing/2014/main" id="{F0A65158-0AE3-4F34-9D69-27E5D809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33432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8" name="network-node-surface-1">
            <a:extLst xmlns:a="http://schemas.openxmlformats.org/drawingml/2006/main">
              <a:ext uri="{FF2B5EF4-FFF2-40B4-BE49-F238E27FC236}">
                <a16:creationId xmlns:a16="http://schemas.microsoft.com/office/drawing/2014/main" id="{971C1102-2533-4593-A5CD-85651B90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3409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network-node-halo-2">
            <a:extLst xmlns:a="http://schemas.openxmlformats.org/drawingml/2006/main">
              <a:ext uri="{FF2B5EF4-FFF2-40B4-BE49-F238E27FC236}">
                <a16:creationId xmlns:a16="http://schemas.microsoft.com/office/drawing/2014/main" id="{41FF4B7C-655F-4687-B768-5C5A6E5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100" y="4261542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30" name="network-node-surface-2">
            <a:extLst xmlns:a="http://schemas.openxmlformats.org/drawingml/2006/main">
              <a:ext uri="{FF2B5EF4-FFF2-40B4-BE49-F238E27FC236}">
                <a16:creationId xmlns:a16="http://schemas.microsoft.com/office/drawing/2014/main" id="{3F340CD2-5172-4860-B797-386279F4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775" y="4328217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network-node-halo-external-0">
            <a:extLst xmlns:a="http://schemas.openxmlformats.org/drawingml/2006/main">
              <a:ext uri="{FF2B5EF4-FFF2-40B4-BE49-F238E27FC236}">
                <a16:creationId xmlns:a16="http://schemas.microsoft.com/office/drawing/2014/main" id="{0A65CEA6-2063-444E-8657-69B6D0D3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485" y="2248643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2" name="network-node-surface-external-0">
            <a:extLst xmlns:a="http://schemas.openxmlformats.org/drawingml/2006/main">
              <a:ext uri="{FF2B5EF4-FFF2-40B4-BE49-F238E27FC236}">
                <a16:creationId xmlns:a16="http://schemas.microsoft.com/office/drawing/2014/main" id="{FD152AB6-830C-4EB7-924A-0E54E361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8160" y="2315318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network-node-halo-external-1">
            <a:extLst xmlns:a="http://schemas.openxmlformats.org/drawingml/2006/main">
              <a:ext uri="{FF2B5EF4-FFF2-40B4-BE49-F238E27FC236}">
                <a16:creationId xmlns:a16="http://schemas.microsoft.com/office/drawing/2014/main" id="{16EEC527-F15E-4EF9-969A-8578D370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0196" y="2973438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4" name="network-node-surface-external-1">
            <a:extLst xmlns:a="http://schemas.openxmlformats.org/drawingml/2006/main">
              <a:ext uri="{FF2B5EF4-FFF2-40B4-BE49-F238E27FC236}">
                <a16:creationId xmlns:a16="http://schemas.microsoft.com/office/drawing/2014/main" id="{A6CC426C-A716-4A57-8CA8-4F782C3E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6871" y="3040113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" name="network-node-halo-external-2">
            <a:extLst xmlns:a="http://schemas.openxmlformats.org/drawingml/2006/main">
              <a:ext uri="{FF2B5EF4-FFF2-40B4-BE49-F238E27FC236}">
                <a16:creationId xmlns:a16="http://schemas.microsoft.com/office/drawing/2014/main" id="{8129090A-63C1-41DC-A448-5790BB0B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0196" y="3712969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6" name="network-node-surface-external-2">
            <a:extLst xmlns:a="http://schemas.openxmlformats.org/drawingml/2006/main">
              <a:ext uri="{FF2B5EF4-FFF2-40B4-BE49-F238E27FC236}">
                <a16:creationId xmlns:a16="http://schemas.microsoft.com/office/drawing/2014/main" id="{0BC66B47-29A2-41F4-8753-561F87B7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6871" y="3779644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network-node-halo-external-3">
            <a:extLst xmlns:a="http://schemas.openxmlformats.org/drawingml/2006/main">
              <a:ext uri="{FF2B5EF4-FFF2-40B4-BE49-F238E27FC236}">
                <a16:creationId xmlns:a16="http://schemas.microsoft.com/office/drawing/2014/main" id="{5480EA50-AC00-4572-B250-0F5FEE1A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485" y="44377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8" name="network-node-surface-external-3">
            <a:extLst xmlns:a="http://schemas.openxmlformats.org/drawingml/2006/main">
              <a:ext uri="{FF2B5EF4-FFF2-40B4-BE49-F238E27FC236}">
                <a16:creationId xmlns:a16="http://schemas.microsoft.com/office/drawing/2014/main" id="{F8FBB2DF-7CB6-4432-8291-AF7042DF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8160" y="45044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network-node-title-0">
            <a:extLst xmlns:a="http://schemas.openxmlformats.org/drawingml/2006/main">
              <a:ext uri="{FF2B5EF4-FFF2-40B4-BE49-F238E27FC236}">
                <a16:creationId xmlns:a16="http://schemas.microsoft.com/office/drawing/2014/main" id="{B025B36D-D8B2-4EE5-B9B9-88DD997D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288607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组织治理</a:t>
            </a:r>
          </a:p>
        </p:txBody>
      </p:sp>
      <p:sp>
        <p:nvSpPr>
          <p:cNvPr id="40" name="network-node-title-1">
            <a:extLst xmlns:a="http://schemas.openxmlformats.org/drawingml/2006/main">
              <a:ext uri="{FF2B5EF4-FFF2-40B4-BE49-F238E27FC236}">
                <a16:creationId xmlns:a16="http://schemas.microsoft.com/office/drawing/2014/main" id="{95CBEBBB-BAED-4C50-BDBD-56BC1743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175" y="380449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数据能力</a:t>
            </a:r>
          </a:p>
        </p:txBody>
      </p:sp>
      <p:sp>
        <p:nvSpPr>
          <p:cNvPr id="41" name="network-node-title-2">
            <a:extLst xmlns:a="http://schemas.openxmlformats.org/drawingml/2006/main">
              <a:ext uri="{FF2B5EF4-FFF2-40B4-BE49-F238E27FC236}">
                <a16:creationId xmlns:a16="http://schemas.microsoft.com/office/drawing/2014/main" id="{C00E68E3-4BCE-4631-84D9-CF6A3C7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025" y="4722762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专业团队</a:t>
            </a:r>
          </a:p>
        </p:txBody>
      </p:sp>
      <p:sp>
        <p:nvSpPr>
          <p:cNvPr id="42" name="network-node-title-external-0">
            <a:extLst xmlns:a="http://schemas.openxmlformats.org/drawingml/2006/main">
              <a:ext uri="{FF2B5EF4-FFF2-40B4-BE49-F238E27FC236}">
                <a16:creationId xmlns:a16="http://schemas.microsoft.com/office/drawing/2014/main" id="{23CE49EB-60FE-4CEB-88B7-9BA1E790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410" y="2709863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高校伙伴</a:t>
            </a:r>
          </a:p>
        </p:txBody>
      </p:sp>
      <p:sp>
        <p:nvSpPr>
          <p:cNvPr id="43" name="network-node-title-external-1">
            <a:extLst xmlns:a="http://schemas.openxmlformats.org/drawingml/2006/main">
              <a:ext uri="{FF2B5EF4-FFF2-40B4-BE49-F238E27FC236}">
                <a16:creationId xmlns:a16="http://schemas.microsoft.com/office/drawing/2014/main" id="{D1634A00-A4E8-4D76-9C8A-D45FF480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2121" y="3434658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行业企业</a:t>
            </a:r>
          </a:p>
        </p:txBody>
      </p:sp>
      <p:sp>
        <p:nvSpPr>
          <p:cNvPr id="44" name="network-node-title-external-2">
            <a:extLst xmlns:a="http://schemas.openxmlformats.org/drawingml/2006/main">
              <a:ext uri="{FF2B5EF4-FFF2-40B4-BE49-F238E27FC236}">
                <a16:creationId xmlns:a16="http://schemas.microsoft.com/office/drawing/2014/main" id="{D4654145-E1AE-47D9-BA71-2486901D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2121" y="4174179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服务机构</a:t>
            </a:r>
          </a:p>
        </p:txBody>
      </p:sp>
      <p:sp>
        <p:nvSpPr>
          <p:cNvPr id="45" name="network-node-title-external-3">
            <a:extLst xmlns:a="http://schemas.openxmlformats.org/drawingml/2006/main">
              <a:ext uri="{FF2B5EF4-FFF2-40B4-BE49-F238E27FC236}">
                <a16:creationId xmlns:a16="http://schemas.microsoft.com/office/drawing/2014/main" id="{B0B9BDF1-2858-466F-A289-02908950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410" y="4898974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社区公众</a:t>
            </a:r>
          </a:p>
        </p:txBody>
      </p:sp>
      <p:sp>
        <p:nvSpPr>
          <p:cNvPr id="46" name="network-core-halo">
            <a:extLst xmlns:a="http://schemas.openxmlformats.org/drawingml/2006/main">
              <a:ext uri="{FF2B5EF4-FFF2-40B4-BE49-F238E27FC236}">
                <a16:creationId xmlns:a16="http://schemas.microsoft.com/office/drawing/2014/main" id="{30635773-6678-4E1C-B8F3-B9B65C17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2981325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7" name="network-core-ring">
            <a:extLst xmlns:a="http://schemas.openxmlformats.org/drawingml/2006/main">
              <a:ext uri="{FF2B5EF4-FFF2-40B4-BE49-F238E27FC236}">
                <a16:creationId xmlns:a16="http://schemas.microsoft.com/office/drawing/2014/main" id="{61007D1C-11B7-4C13-8424-D6EF79F8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2EC"/>
            </a:solidFill>
            <a:prstDash val="solid"/>
          </a:ln>
        </p:spPr>
      </p:sp>
      <p:sp>
        <p:nvSpPr>
          <p:cNvPr id="48" name="network-core-surface">
            <a:extLst xmlns:a="http://schemas.openxmlformats.org/drawingml/2006/main">
              <a:ext uri="{FF2B5EF4-FFF2-40B4-BE49-F238E27FC236}">
                <a16:creationId xmlns:a16="http://schemas.microsoft.com/office/drawing/2014/main" id="{D21C44EB-00CF-4630-A3A7-266B80CB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81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44F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9" name="network-core-title">
            <a:extLst xmlns:a="http://schemas.openxmlformats.org/drawingml/2006/main">
              <a:ext uri="{FF2B5EF4-FFF2-40B4-BE49-F238E27FC236}">
                <a16:creationId xmlns:a16="http://schemas.microsoft.com/office/drawing/2014/main" id="{91A9CED6-D60B-4D77-85D4-86CF80E0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514725"/>
            <a:ext cx="123825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共建共享</a:t>
            </a:r>
          </a:p>
        </p:txBody>
      </p:sp>
      <p:sp>
        <p:nvSpPr>
          <p:cNvPr id="50" name="network-core-body">
            <a:extLst xmlns:a="http://schemas.openxmlformats.org/drawingml/2006/main">
              <a:ext uri="{FF2B5EF4-FFF2-40B4-BE49-F238E27FC236}">
                <a16:creationId xmlns:a16="http://schemas.microsoft.com/office/drawing/2014/main" id="{BCD537FA-1D43-4CE3-8976-EF127FD0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907041"/>
            <a:ext cx="12382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资源 · 能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力 · 价值</a:t>
            </a:r>
          </a:p>
        </p:txBody>
      </p:sp>
    </p:spTree>
    <p:extLst>
      <p:ext uri="{BB962C8B-B14F-4D97-AF65-F5344CB8AC3E}">
        <p14:creationId xmlns:p14="http://schemas.microsoft.com/office/powerpoint/2010/main" val="1095468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network-zone-internal">
            <a:extLst xmlns:a="http://schemas.openxmlformats.org/drawingml/2006/main">
              <a:ext uri="{FF2B5EF4-FFF2-40B4-BE49-F238E27FC236}">
                <a16:creationId xmlns:a16="http://schemas.microsoft.com/office/drawing/2014/main" id="{00C0BAED-2810-4ECE-9308-690B6802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71450">
            <a:solidFill>
              <a:srgbClr val="E1EBF8"/>
            </a:solidFill>
            <a:prstDash val="solid"/>
          </a:ln>
        </p:spPr>
      </p:sp>
      <p:sp>
        <p:nvSpPr>
          <p:cNvPr id="2" name="network-zone-external">
            <a:extLst xmlns:a="http://schemas.openxmlformats.org/drawingml/2006/main">
              <a:ext uri="{FF2B5EF4-FFF2-40B4-BE49-F238E27FC236}">
                <a16:creationId xmlns:a16="http://schemas.microsoft.com/office/drawing/2014/main" id="{D3FD4964-D90B-470B-A4C8-E1C85FD5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171450">
            <a:solidFill>
              <a:srgbClr val="E1F1F6"/>
            </a:solidFill>
            <a:prstDash val="solid"/>
          </a:ln>
        </p:spPr>
      </p:sp>
      <p:sp>
        <p:nvSpPr>
          <p:cNvPr id="3" name="network-zone-ring-internal">
            <a:extLst xmlns:a="http://schemas.openxmlformats.org/drawingml/2006/main">
              <a:ext uri="{FF2B5EF4-FFF2-40B4-BE49-F238E27FC236}">
                <a16:creationId xmlns:a16="http://schemas.microsoft.com/office/drawing/2014/main" id="{FE143D11-2C74-4CF7-9D8D-7AAAFB9D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E8"/>
            </a:solidFill>
            <a:prstDash val="solid"/>
          </a:ln>
        </p:spPr>
      </p:sp>
      <p:sp>
        <p:nvSpPr>
          <p:cNvPr id="4" name="network-zone-ring-external">
            <a:extLst xmlns:a="http://schemas.openxmlformats.org/drawingml/2006/main">
              <a:ext uri="{FF2B5EF4-FFF2-40B4-BE49-F238E27FC236}">
                <a16:creationId xmlns:a16="http://schemas.microsoft.com/office/drawing/2014/main" id="{1DA34B5A-E26A-494C-9DA0-585B8B26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CE8"/>
            </a:solidFill>
            <a:prstDash val="solid"/>
          </a:ln>
        </p:spPr>
      </p:sp>
      <p:sp>
        <p:nvSpPr>
          <p:cNvPr id="5" name="network-shared-bridge">
            <a:extLst xmlns:a="http://schemas.openxmlformats.org/drawingml/2006/main">
              <a:ext uri="{FF2B5EF4-FFF2-40B4-BE49-F238E27FC236}">
                <a16:creationId xmlns:a16="http://schemas.microsoft.com/office/drawing/2014/main" id="{F62D5AD6-7414-4E13-B32E-C99FCA53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705225"/>
            <a:ext cx="2152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6" name="network-relation-0">
            <a:extLst xmlns:a="http://schemas.openxmlformats.org/drawingml/2006/main">
              <a:ext uri="{FF2B5EF4-FFF2-40B4-BE49-F238E27FC236}">
                <a16:creationId xmlns:a16="http://schemas.microsoft.com/office/drawing/2014/main" id="{CE926243-5617-46C2-8372-1AC7466D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4273" y="3152775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7" name="network-relation-1">
            <a:extLst xmlns:a="http://schemas.openxmlformats.org/drawingml/2006/main">
              <a:ext uri="{FF2B5EF4-FFF2-40B4-BE49-F238E27FC236}">
                <a16:creationId xmlns:a16="http://schemas.microsoft.com/office/drawing/2014/main" id="{932650DB-DE9E-4C44-920C-8804D4DB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0712" y="3751136"/>
            <a:ext cx="0" cy="3463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8" name="network-relation-2">
            <a:extLst xmlns:a="http://schemas.openxmlformats.org/drawingml/2006/main">
              <a:ext uri="{FF2B5EF4-FFF2-40B4-BE49-F238E27FC236}">
                <a16:creationId xmlns:a16="http://schemas.microsoft.com/office/drawing/2014/main" id="{BE1271BE-288F-47B7-9377-02147D27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4273" y="4617053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9" name="network-relation-3">
            <a:extLst xmlns:a="http://schemas.openxmlformats.org/drawingml/2006/main">
              <a:ext uri="{FF2B5EF4-FFF2-40B4-BE49-F238E27FC236}">
                <a16:creationId xmlns:a16="http://schemas.microsoft.com/office/drawing/2014/main" id="{B8FF9E8E-85C5-409D-A1B4-C9F3B891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9366" y="3372707"/>
            <a:ext cx="0" cy="11031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10" name="network-relation-4">
            <a:extLst xmlns:a="http://schemas.openxmlformats.org/drawingml/2006/main">
              <a:ext uri="{FF2B5EF4-FFF2-40B4-BE49-F238E27FC236}">
                <a16:creationId xmlns:a16="http://schemas.microsoft.com/office/drawing/2014/main" id="{89361D44-3334-4E9C-95A2-686E583D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7643" y="37528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1" name="network-relation-5">
            <a:extLst xmlns:a="http://schemas.openxmlformats.org/drawingml/2006/main">
              <a:ext uri="{FF2B5EF4-FFF2-40B4-BE49-F238E27FC236}">
                <a16:creationId xmlns:a16="http://schemas.microsoft.com/office/drawing/2014/main" id="{5EBC7E04-DB58-468F-8BFE-6F896E8B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1243" y="2863977"/>
            <a:ext cx="4944523" cy="3117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2" name="network-relation-6">
            <a:extLst xmlns:a="http://schemas.openxmlformats.org/drawingml/2006/main">
              <a:ext uri="{FF2B5EF4-FFF2-40B4-BE49-F238E27FC236}">
                <a16:creationId xmlns:a16="http://schemas.microsoft.com/office/drawing/2014/main" id="{B0856D11-6718-42A6-8379-03B2F26C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2971" y="3237833"/>
            <a:ext cx="5602414" cy="2887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3" name="network-core-link-0">
            <a:extLst xmlns:a="http://schemas.openxmlformats.org/drawingml/2006/main">
              <a:ext uri="{FF2B5EF4-FFF2-40B4-BE49-F238E27FC236}">
                <a16:creationId xmlns:a16="http://schemas.microsoft.com/office/drawing/2014/main" id="{57119D6B-BE5C-4538-B4AA-6CF3C0ED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763" y="3028283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4" name="network-core-link-1">
            <a:extLst xmlns:a="http://schemas.openxmlformats.org/drawingml/2006/main">
              <a:ext uri="{FF2B5EF4-FFF2-40B4-BE49-F238E27FC236}">
                <a16:creationId xmlns:a16="http://schemas.microsoft.com/office/drawing/2014/main" id="{1262CD67-3968-4CD0-B007-025914B7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589" y="3612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5" name="network-core-link-2">
            <a:extLst xmlns:a="http://schemas.openxmlformats.org/drawingml/2006/main">
              <a:ext uri="{FF2B5EF4-FFF2-40B4-BE49-F238E27FC236}">
                <a16:creationId xmlns:a16="http://schemas.microsoft.com/office/drawing/2014/main" id="{AE298F16-6004-4F06-8EBC-0CEF544A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589" y="3997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6" name="network-core-link-3">
            <a:extLst xmlns:a="http://schemas.openxmlformats.org/drawingml/2006/main">
              <a:ext uri="{FF2B5EF4-FFF2-40B4-BE49-F238E27FC236}">
                <a16:creationId xmlns:a16="http://schemas.microsoft.com/office/drawing/2014/main" id="{6222F2C1-6F31-4CB9-8F79-365943AE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763" y="4174998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7" name="network-core-link-4">
            <a:extLst xmlns:a="http://schemas.openxmlformats.org/drawingml/2006/main">
              <a:ext uri="{FF2B5EF4-FFF2-40B4-BE49-F238E27FC236}">
                <a16:creationId xmlns:a16="http://schemas.microsoft.com/office/drawing/2014/main" id="{CEA30B85-F612-4262-B963-14374C2C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5703" y="3326797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8" name="network-core-link-5">
            <a:extLst xmlns:a="http://schemas.openxmlformats.org/drawingml/2006/main">
              <a:ext uri="{FF2B5EF4-FFF2-40B4-BE49-F238E27FC236}">
                <a16:creationId xmlns:a16="http://schemas.microsoft.com/office/drawing/2014/main" id="{DBD23748-E00E-463B-B85E-79403DA9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5703" y="4071938"/>
            <a:ext cx="2041779" cy="449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19" name="internal-group-title">
            <a:extLst xmlns:a="http://schemas.openxmlformats.org/drawingml/2006/main">
              <a:ext uri="{FF2B5EF4-FFF2-40B4-BE49-F238E27FC236}">
                <a16:creationId xmlns:a16="http://schemas.microsoft.com/office/drawing/2014/main" id="{3196135F-6074-4898-A412-60EC801F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rPr>
              <a:t>内部协同</a:t>
            </a:r>
          </a:p>
        </p:txBody>
      </p:sp>
      <p:sp>
        <p:nvSpPr>
          <p:cNvPr id="20" name="external-group-title">
            <a:extLst xmlns:a="http://schemas.openxmlformats.org/drawingml/2006/main">
              <a:ext uri="{FF2B5EF4-FFF2-40B4-BE49-F238E27FC236}">
                <a16:creationId xmlns:a16="http://schemas.microsoft.com/office/drawing/2014/main" id="{410321F2-36AC-4997-9BDB-BA78BB8A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rPr>
              <a:t>外部生态</a:t>
            </a:r>
          </a:p>
        </p:txBody>
      </p:sp>
      <p:sp>
        <p:nvSpPr>
          <p:cNvPr id="21" name="network-node-halo-0">
            <a:extLst xmlns:a="http://schemas.openxmlformats.org/drawingml/2006/main">
              <a:ext uri="{FF2B5EF4-FFF2-40B4-BE49-F238E27FC236}">
                <a16:creationId xmlns:a16="http://schemas.microsoft.com/office/drawing/2014/main" id="{D0C9F6D9-8C85-4BC3-AF82-8E583D35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322" y="2248643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2" name="network-node-surface-0">
            <a:extLst xmlns:a="http://schemas.openxmlformats.org/drawingml/2006/main">
              <a:ext uri="{FF2B5EF4-FFF2-40B4-BE49-F238E27FC236}">
                <a16:creationId xmlns:a16="http://schemas.microsoft.com/office/drawing/2014/main" id="{FB715F84-AB9B-4495-89D6-589B1FF3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997" y="2315318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network-node-halo-1">
            <a:extLst xmlns:a="http://schemas.openxmlformats.org/drawingml/2006/main">
              <a:ext uri="{FF2B5EF4-FFF2-40B4-BE49-F238E27FC236}">
                <a16:creationId xmlns:a16="http://schemas.microsoft.com/office/drawing/2014/main" id="{FE21B345-05A3-4F3A-BA64-226433F5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9602" y="2973438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4" name="network-node-surface-1">
            <a:extLst xmlns:a="http://schemas.openxmlformats.org/drawingml/2006/main">
              <a:ext uri="{FF2B5EF4-FFF2-40B4-BE49-F238E27FC236}">
                <a16:creationId xmlns:a16="http://schemas.microsoft.com/office/drawing/2014/main" id="{F7FECCA7-F7FF-47EC-AE2E-50481604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6277" y="3040113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network-node-halo-2">
            <a:extLst xmlns:a="http://schemas.openxmlformats.org/drawingml/2006/main">
              <a:ext uri="{FF2B5EF4-FFF2-40B4-BE49-F238E27FC236}">
                <a16:creationId xmlns:a16="http://schemas.microsoft.com/office/drawing/2014/main" id="{31A5C6EB-0B52-4751-BB45-53AE3866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9602" y="3712969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6" name="network-node-surface-2">
            <a:extLst xmlns:a="http://schemas.openxmlformats.org/drawingml/2006/main">
              <a:ext uri="{FF2B5EF4-FFF2-40B4-BE49-F238E27FC236}">
                <a16:creationId xmlns:a16="http://schemas.microsoft.com/office/drawing/2014/main" id="{51BF88E1-EEED-42DD-A872-31E939E1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6277" y="3779644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network-node-halo-3">
            <a:extLst xmlns:a="http://schemas.openxmlformats.org/drawingml/2006/main">
              <a:ext uri="{FF2B5EF4-FFF2-40B4-BE49-F238E27FC236}">
                <a16:creationId xmlns:a16="http://schemas.microsoft.com/office/drawing/2014/main" id="{99224B8A-1FE9-4DCC-8DD8-E9F30C57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322" y="44377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8" name="network-node-surface-3">
            <a:extLst xmlns:a="http://schemas.openxmlformats.org/drawingml/2006/main">
              <a:ext uri="{FF2B5EF4-FFF2-40B4-BE49-F238E27FC236}">
                <a16:creationId xmlns:a16="http://schemas.microsoft.com/office/drawing/2014/main" id="{4508A964-B054-449E-B5EA-5725DDD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997" y="45044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network-node-halo-external-0">
            <a:extLst xmlns:a="http://schemas.openxmlformats.org/drawingml/2006/main">
              <a:ext uri="{FF2B5EF4-FFF2-40B4-BE49-F238E27FC236}">
                <a16:creationId xmlns:a16="http://schemas.microsoft.com/office/drawing/2014/main" id="{70410739-B441-44D7-B006-CC35F58C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6599" y="26289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0" name="network-node-surface-external-0">
            <a:extLst xmlns:a="http://schemas.openxmlformats.org/drawingml/2006/main">
              <a:ext uri="{FF2B5EF4-FFF2-40B4-BE49-F238E27FC236}">
                <a16:creationId xmlns:a16="http://schemas.microsoft.com/office/drawing/2014/main" id="{92FACBB3-F9DD-4812-9B98-632C16B1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3274" y="269557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network-node-halo-external-1">
            <a:extLst xmlns:a="http://schemas.openxmlformats.org/drawingml/2006/main">
              <a:ext uri="{FF2B5EF4-FFF2-40B4-BE49-F238E27FC236}">
                <a16:creationId xmlns:a16="http://schemas.microsoft.com/office/drawing/2014/main" id="{C5D89F5E-CA43-4D14-832F-C30D418C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6599" y="40576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2" name="network-node-surface-external-1">
            <a:extLst xmlns:a="http://schemas.openxmlformats.org/drawingml/2006/main">
              <a:ext uri="{FF2B5EF4-FFF2-40B4-BE49-F238E27FC236}">
                <a16:creationId xmlns:a16="http://schemas.microsoft.com/office/drawing/2014/main" id="{454D65B4-1880-491D-BA41-8F23F68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3274" y="41243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network-node-title-0">
            <a:extLst xmlns:a="http://schemas.openxmlformats.org/drawingml/2006/main">
              <a:ext uri="{FF2B5EF4-FFF2-40B4-BE49-F238E27FC236}">
                <a16:creationId xmlns:a16="http://schemas.microsoft.com/office/drawing/2014/main" id="{27C536B8-E384-4E80-A5DD-A279ACB9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0247" y="2709863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组织治理</a:t>
            </a:r>
          </a:p>
        </p:txBody>
      </p:sp>
      <p:sp>
        <p:nvSpPr>
          <p:cNvPr id="34" name="network-node-title-1">
            <a:extLst xmlns:a="http://schemas.openxmlformats.org/drawingml/2006/main">
              <a:ext uri="{FF2B5EF4-FFF2-40B4-BE49-F238E27FC236}">
                <a16:creationId xmlns:a16="http://schemas.microsoft.com/office/drawing/2014/main" id="{1B85632E-ECE7-4B23-97A4-5D6CAA3C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1527" y="3434658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数据能力</a:t>
            </a:r>
          </a:p>
        </p:txBody>
      </p:sp>
      <p:sp>
        <p:nvSpPr>
          <p:cNvPr id="35" name="network-node-title-2">
            <a:extLst xmlns:a="http://schemas.openxmlformats.org/drawingml/2006/main">
              <a:ext uri="{FF2B5EF4-FFF2-40B4-BE49-F238E27FC236}">
                <a16:creationId xmlns:a16="http://schemas.microsoft.com/office/drawing/2014/main" id="{034054AF-B46A-41C1-8247-F26760A0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1527" y="4174179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专业团队</a:t>
            </a:r>
          </a:p>
        </p:txBody>
      </p:sp>
      <p:sp>
        <p:nvSpPr>
          <p:cNvPr id="36" name="network-node-title-3">
            <a:extLst xmlns:a="http://schemas.openxmlformats.org/drawingml/2006/main">
              <a:ext uri="{FF2B5EF4-FFF2-40B4-BE49-F238E27FC236}">
                <a16:creationId xmlns:a16="http://schemas.microsoft.com/office/drawing/2014/main" id="{04D6C5C2-4838-4CBA-B686-83C8C63F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0247" y="4898974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运营机制</a:t>
            </a:r>
          </a:p>
        </p:txBody>
      </p:sp>
      <p:sp>
        <p:nvSpPr>
          <p:cNvPr id="37" name="network-node-title-external-0">
            <a:extLst xmlns:a="http://schemas.openxmlformats.org/drawingml/2006/main">
              <a:ext uri="{FF2B5EF4-FFF2-40B4-BE49-F238E27FC236}">
                <a16:creationId xmlns:a16="http://schemas.microsoft.com/office/drawing/2014/main" id="{D30FEB2C-40F9-4044-AB1D-ADD7E175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8524" y="309012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高校伙伴</a:t>
            </a:r>
          </a:p>
        </p:txBody>
      </p:sp>
      <p:sp>
        <p:nvSpPr>
          <p:cNvPr id="38" name="network-node-title-external-1">
            <a:extLst xmlns:a="http://schemas.openxmlformats.org/drawingml/2006/main">
              <a:ext uri="{FF2B5EF4-FFF2-40B4-BE49-F238E27FC236}">
                <a16:creationId xmlns:a16="http://schemas.microsoft.com/office/drawing/2014/main" id="{FEC09E09-78E4-4752-9254-CEE269F1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8524" y="4518870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行业企业</a:t>
            </a:r>
          </a:p>
        </p:txBody>
      </p:sp>
      <p:sp>
        <p:nvSpPr>
          <p:cNvPr id="39" name="network-core-halo">
            <a:extLst xmlns:a="http://schemas.openxmlformats.org/drawingml/2006/main">
              <a:ext uri="{FF2B5EF4-FFF2-40B4-BE49-F238E27FC236}">
                <a16:creationId xmlns:a16="http://schemas.microsoft.com/office/drawing/2014/main" id="{11F8B3A1-6A51-4DC9-B752-63943A76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2981325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network-core-ring">
            <a:extLst xmlns:a="http://schemas.openxmlformats.org/drawingml/2006/main">
              <a:ext uri="{FF2B5EF4-FFF2-40B4-BE49-F238E27FC236}">
                <a16:creationId xmlns:a16="http://schemas.microsoft.com/office/drawing/2014/main" id="{B0BDF07E-7836-4EA3-B656-DD317B17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2EC"/>
            </a:solidFill>
            <a:prstDash val="solid"/>
          </a:ln>
        </p:spPr>
      </p:sp>
      <p:sp>
        <p:nvSpPr>
          <p:cNvPr id="41" name="network-core-surface">
            <a:extLst xmlns:a="http://schemas.openxmlformats.org/drawingml/2006/main">
              <a:ext uri="{FF2B5EF4-FFF2-40B4-BE49-F238E27FC236}">
                <a16:creationId xmlns:a16="http://schemas.microsoft.com/office/drawing/2014/main" id="{87BDAC44-EE6B-4049-8B6C-BC66D2B2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81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44F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2" name="network-core-title">
            <a:extLst xmlns:a="http://schemas.openxmlformats.org/drawingml/2006/main">
              <a:ext uri="{FF2B5EF4-FFF2-40B4-BE49-F238E27FC236}">
                <a16:creationId xmlns:a16="http://schemas.microsoft.com/office/drawing/2014/main" id="{401D60E3-463E-40B1-9F61-9A8ED3F2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514725"/>
            <a:ext cx="123825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共建共享</a:t>
            </a:r>
          </a:p>
        </p:txBody>
      </p:sp>
      <p:sp>
        <p:nvSpPr>
          <p:cNvPr id="43" name="network-core-body">
            <a:extLst xmlns:a="http://schemas.openxmlformats.org/drawingml/2006/main">
              <a:ext uri="{FF2B5EF4-FFF2-40B4-BE49-F238E27FC236}">
                <a16:creationId xmlns:a16="http://schemas.microsoft.com/office/drawing/2014/main" id="{48551FBC-D4E9-43B1-BC43-B6303E5F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907041"/>
            <a:ext cx="12382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资源 · 能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力 · 价值</a:t>
            </a:r>
          </a:p>
        </p:txBody>
      </p:sp>
    </p:spTree>
    <p:extLst>
      <p:ext uri="{BB962C8B-B14F-4D97-AF65-F5344CB8AC3E}">
        <p14:creationId xmlns:p14="http://schemas.microsoft.com/office/powerpoint/2010/main" val="2395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network-zone-internal">
            <a:extLst xmlns:a="http://schemas.openxmlformats.org/drawingml/2006/main">
              <a:ext uri="{FF2B5EF4-FFF2-40B4-BE49-F238E27FC236}">
                <a16:creationId xmlns:a16="http://schemas.microsoft.com/office/drawing/2014/main" id="{B23C8531-31CA-4A98-B329-467140CB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71450">
            <a:solidFill>
              <a:srgbClr val="E1EBF8"/>
            </a:solidFill>
            <a:prstDash val="solid"/>
          </a:ln>
        </p:spPr>
      </p:sp>
      <p:sp>
        <p:nvSpPr>
          <p:cNvPr id="2" name="network-zone-external">
            <a:extLst xmlns:a="http://schemas.openxmlformats.org/drawingml/2006/main">
              <a:ext uri="{FF2B5EF4-FFF2-40B4-BE49-F238E27FC236}">
                <a16:creationId xmlns:a16="http://schemas.microsoft.com/office/drawing/2014/main" id="{186D1468-AD3D-43A4-8DAF-8DD4A931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171450">
            <a:solidFill>
              <a:srgbClr val="E1F1F6"/>
            </a:solidFill>
            <a:prstDash val="solid"/>
          </a:ln>
        </p:spPr>
      </p:sp>
      <p:sp>
        <p:nvSpPr>
          <p:cNvPr id="3" name="network-zone-ring-internal">
            <a:extLst xmlns:a="http://schemas.openxmlformats.org/drawingml/2006/main">
              <a:ext uri="{FF2B5EF4-FFF2-40B4-BE49-F238E27FC236}">
                <a16:creationId xmlns:a16="http://schemas.microsoft.com/office/drawing/2014/main" id="{F0326C4F-BA05-4D02-989D-20CF0B73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E8"/>
            </a:solidFill>
            <a:prstDash val="solid"/>
          </a:ln>
        </p:spPr>
      </p:sp>
      <p:sp>
        <p:nvSpPr>
          <p:cNvPr id="4" name="network-zone-ring-external">
            <a:extLst xmlns:a="http://schemas.openxmlformats.org/drawingml/2006/main">
              <a:ext uri="{FF2B5EF4-FFF2-40B4-BE49-F238E27FC236}">
                <a16:creationId xmlns:a16="http://schemas.microsoft.com/office/drawing/2014/main" id="{D09A0A0F-2CCE-4FBD-B883-8003B6F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CE8"/>
            </a:solidFill>
            <a:prstDash val="solid"/>
          </a:ln>
        </p:spPr>
      </p:sp>
      <p:sp>
        <p:nvSpPr>
          <p:cNvPr id="5" name="network-shared-bridge">
            <a:extLst xmlns:a="http://schemas.openxmlformats.org/drawingml/2006/main">
              <a:ext uri="{FF2B5EF4-FFF2-40B4-BE49-F238E27FC236}">
                <a16:creationId xmlns:a16="http://schemas.microsoft.com/office/drawing/2014/main" id="{6C629D41-8BCF-4CE0-9B98-BE37EA9C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705225"/>
            <a:ext cx="2152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6" name="network-relation-0">
            <a:extLst xmlns:a="http://schemas.openxmlformats.org/drawingml/2006/main">
              <a:ext uri="{FF2B5EF4-FFF2-40B4-BE49-F238E27FC236}">
                <a16:creationId xmlns:a16="http://schemas.microsoft.com/office/drawing/2014/main" id="{8A1EFEE4-FF85-4A42-9A5B-8CA2B8D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4273" y="3152775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7" name="network-relation-1">
            <a:extLst xmlns:a="http://schemas.openxmlformats.org/drawingml/2006/main">
              <a:ext uri="{FF2B5EF4-FFF2-40B4-BE49-F238E27FC236}">
                <a16:creationId xmlns:a16="http://schemas.microsoft.com/office/drawing/2014/main" id="{0E04BBA4-DDAA-41F2-8698-21F796CC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0712" y="3751136"/>
            <a:ext cx="0" cy="3463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8" name="network-relation-2">
            <a:extLst xmlns:a="http://schemas.openxmlformats.org/drawingml/2006/main">
              <a:ext uri="{FF2B5EF4-FFF2-40B4-BE49-F238E27FC236}">
                <a16:creationId xmlns:a16="http://schemas.microsoft.com/office/drawing/2014/main" id="{374EB37D-202F-493D-B303-05093599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4273" y="4617053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9" name="network-relation-3">
            <a:extLst xmlns:a="http://schemas.openxmlformats.org/drawingml/2006/main">
              <a:ext uri="{FF2B5EF4-FFF2-40B4-BE49-F238E27FC236}">
                <a16:creationId xmlns:a16="http://schemas.microsoft.com/office/drawing/2014/main" id="{329CA0F7-7F42-4CBA-AAD4-3C7BB61E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9366" y="3372707"/>
            <a:ext cx="0" cy="11031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10" name="network-relation-4">
            <a:extLst xmlns:a="http://schemas.openxmlformats.org/drawingml/2006/main">
              <a:ext uri="{FF2B5EF4-FFF2-40B4-BE49-F238E27FC236}">
                <a16:creationId xmlns:a16="http://schemas.microsoft.com/office/drawing/2014/main" id="{3107594A-3B55-4C9E-A8BD-D556C22E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503" y="3442430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1" name="network-relation-5">
            <a:extLst xmlns:a="http://schemas.openxmlformats.org/drawingml/2006/main">
              <a:ext uri="{FF2B5EF4-FFF2-40B4-BE49-F238E27FC236}">
                <a16:creationId xmlns:a16="http://schemas.microsoft.com/office/drawing/2014/main" id="{3E8063B3-8911-4CA8-8587-97F5C239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503" y="4360831"/>
            <a:ext cx="23527" cy="4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2" name="network-relation-6">
            <a:extLst xmlns:a="http://schemas.openxmlformats.org/drawingml/2006/main">
              <a:ext uri="{FF2B5EF4-FFF2-40B4-BE49-F238E27FC236}">
                <a16:creationId xmlns:a16="http://schemas.microsoft.com/office/drawing/2014/main" id="{7C9447EC-6CD5-4A94-A2B6-F315631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3808" y="3548825"/>
            <a:ext cx="0" cy="7509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3" name="network-relation-7">
            <a:extLst xmlns:a="http://schemas.openxmlformats.org/drawingml/2006/main">
              <a:ext uri="{FF2B5EF4-FFF2-40B4-BE49-F238E27FC236}">
                <a16:creationId xmlns:a16="http://schemas.microsoft.com/office/drawing/2014/main" id="{BD9F957B-D80A-423E-8C14-D0EA5037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2101" y="2846261"/>
            <a:ext cx="4739069" cy="1432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4" name="network-relation-8">
            <a:extLst xmlns:a="http://schemas.openxmlformats.org/drawingml/2006/main">
              <a:ext uri="{FF2B5EF4-FFF2-40B4-BE49-F238E27FC236}">
                <a16:creationId xmlns:a16="http://schemas.microsoft.com/office/drawing/2014/main" id="{D437F176-3439-44C9-A52D-F494F22B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3255" y="3660362"/>
            <a:ext cx="5418106" cy="10765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5" name="network-relation-9">
            <a:extLst xmlns:a="http://schemas.openxmlformats.org/drawingml/2006/main">
              <a:ext uri="{FF2B5EF4-FFF2-40B4-BE49-F238E27FC236}">
                <a16:creationId xmlns:a16="http://schemas.microsoft.com/office/drawing/2014/main" id="{2DF8B0C8-80F8-4A4F-9EE7-65B4E7D2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2875" y="3953066"/>
            <a:ext cx="5875687" cy="312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6" name="network-core-link-0">
            <a:extLst xmlns:a="http://schemas.openxmlformats.org/drawingml/2006/main">
              <a:ext uri="{FF2B5EF4-FFF2-40B4-BE49-F238E27FC236}">
                <a16:creationId xmlns:a16="http://schemas.microsoft.com/office/drawing/2014/main" id="{106CC463-024C-4D1C-A38B-8A23DCC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763" y="3028283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7" name="network-core-link-1">
            <a:extLst xmlns:a="http://schemas.openxmlformats.org/drawingml/2006/main">
              <a:ext uri="{FF2B5EF4-FFF2-40B4-BE49-F238E27FC236}">
                <a16:creationId xmlns:a16="http://schemas.microsoft.com/office/drawing/2014/main" id="{A46D8775-4404-4D88-A422-629CC0FE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589" y="3612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8" name="network-core-link-2">
            <a:extLst xmlns:a="http://schemas.openxmlformats.org/drawingml/2006/main">
              <a:ext uri="{FF2B5EF4-FFF2-40B4-BE49-F238E27FC236}">
                <a16:creationId xmlns:a16="http://schemas.microsoft.com/office/drawing/2014/main" id="{7553D9BA-6EF4-494F-89BC-CF2DCB66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589" y="3997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9" name="network-core-link-3">
            <a:extLst xmlns:a="http://schemas.openxmlformats.org/drawingml/2006/main">
              <a:ext uri="{FF2B5EF4-FFF2-40B4-BE49-F238E27FC236}">
                <a16:creationId xmlns:a16="http://schemas.microsoft.com/office/drawing/2014/main" id="{9FA3BF97-0668-4F97-9B91-F11FD5AA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763" y="4174998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20" name="network-core-link-4">
            <a:extLst xmlns:a="http://schemas.openxmlformats.org/drawingml/2006/main">
              <a:ext uri="{FF2B5EF4-FFF2-40B4-BE49-F238E27FC236}">
                <a16:creationId xmlns:a16="http://schemas.microsoft.com/office/drawing/2014/main" id="{4A3377E9-D264-48EF-AD6E-DA143302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2463" y="3163062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1" name="network-core-link-5">
            <a:extLst xmlns:a="http://schemas.openxmlformats.org/drawingml/2006/main">
              <a:ext uri="{FF2B5EF4-FFF2-40B4-BE49-F238E27FC236}">
                <a16:creationId xmlns:a16="http://schemas.microsoft.com/office/drawing/2014/main" id="{9F8EDAAA-3688-4102-9F9D-C99F21DE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39243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2" name="network-core-link-6">
            <a:extLst xmlns:a="http://schemas.openxmlformats.org/drawingml/2006/main">
              <a:ext uri="{FF2B5EF4-FFF2-40B4-BE49-F238E27FC236}">
                <a16:creationId xmlns:a16="http://schemas.microsoft.com/office/drawing/2014/main" id="{6FA499B7-A757-45DE-A0B6-3E88E9E8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2463" y="4122801"/>
            <a:ext cx="1861661" cy="562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3" name="internal-group-title">
            <a:extLst xmlns:a="http://schemas.openxmlformats.org/drawingml/2006/main">
              <a:ext uri="{FF2B5EF4-FFF2-40B4-BE49-F238E27FC236}">
                <a16:creationId xmlns:a16="http://schemas.microsoft.com/office/drawing/2014/main" id="{19035574-CCEA-447F-B798-8664DCF4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rPr>
              <a:t>内部协同</a:t>
            </a:r>
          </a:p>
        </p:txBody>
      </p:sp>
      <p:sp>
        <p:nvSpPr>
          <p:cNvPr id="24" name="external-group-title">
            <a:extLst xmlns:a="http://schemas.openxmlformats.org/drawingml/2006/main">
              <a:ext uri="{FF2B5EF4-FFF2-40B4-BE49-F238E27FC236}">
                <a16:creationId xmlns:a16="http://schemas.microsoft.com/office/drawing/2014/main" id="{4566FF7C-FC90-4DC1-98E4-FC949493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rPr>
              <a:t>外部生态</a:t>
            </a:r>
          </a:p>
        </p:txBody>
      </p:sp>
      <p:sp>
        <p:nvSpPr>
          <p:cNvPr id="25" name="network-node-halo-0">
            <a:extLst xmlns:a="http://schemas.openxmlformats.org/drawingml/2006/main">
              <a:ext uri="{FF2B5EF4-FFF2-40B4-BE49-F238E27FC236}">
                <a16:creationId xmlns:a16="http://schemas.microsoft.com/office/drawing/2014/main" id="{3E0C70D1-2740-48BB-8733-22DA1C3F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322" y="2248643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6" name="network-node-surface-0">
            <a:extLst xmlns:a="http://schemas.openxmlformats.org/drawingml/2006/main">
              <a:ext uri="{FF2B5EF4-FFF2-40B4-BE49-F238E27FC236}">
                <a16:creationId xmlns:a16="http://schemas.microsoft.com/office/drawing/2014/main" id="{8F3A60B6-BDA9-431D-81F2-5E1D04E1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997" y="2315318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network-node-halo-1">
            <a:extLst xmlns:a="http://schemas.openxmlformats.org/drawingml/2006/main">
              <a:ext uri="{FF2B5EF4-FFF2-40B4-BE49-F238E27FC236}">
                <a16:creationId xmlns:a16="http://schemas.microsoft.com/office/drawing/2014/main" id="{192CAEB2-C67F-4656-8B6D-A3C2FD85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9602" y="2973438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8" name="network-node-surface-1">
            <a:extLst xmlns:a="http://schemas.openxmlformats.org/drawingml/2006/main">
              <a:ext uri="{FF2B5EF4-FFF2-40B4-BE49-F238E27FC236}">
                <a16:creationId xmlns:a16="http://schemas.microsoft.com/office/drawing/2014/main" id="{B0C511B5-C69C-40C8-B3CD-9D0C6CC5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6277" y="3040113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network-node-halo-2">
            <a:extLst xmlns:a="http://schemas.openxmlformats.org/drawingml/2006/main">
              <a:ext uri="{FF2B5EF4-FFF2-40B4-BE49-F238E27FC236}">
                <a16:creationId xmlns:a16="http://schemas.microsoft.com/office/drawing/2014/main" id="{E692C2AA-DEB3-4E1F-AD4B-16DC6225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9602" y="3712969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30" name="network-node-surface-2">
            <a:extLst xmlns:a="http://schemas.openxmlformats.org/drawingml/2006/main">
              <a:ext uri="{FF2B5EF4-FFF2-40B4-BE49-F238E27FC236}">
                <a16:creationId xmlns:a16="http://schemas.microsoft.com/office/drawing/2014/main" id="{AA6B138E-3979-45AE-9FAF-BA6286EB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6277" y="3779644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network-node-halo-3">
            <a:extLst xmlns:a="http://schemas.openxmlformats.org/drawingml/2006/main">
              <a:ext uri="{FF2B5EF4-FFF2-40B4-BE49-F238E27FC236}">
                <a16:creationId xmlns:a16="http://schemas.microsoft.com/office/drawing/2014/main" id="{EC84A227-DD25-407E-AAEA-54C3BE9A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322" y="44377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32" name="network-node-surface-3">
            <a:extLst xmlns:a="http://schemas.openxmlformats.org/drawingml/2006/main">
              <a:ext uri="{FF2B5EF4-FFF2-40B4-BE49-F238E27FC236}">
                <a16:creationId xmlns:a16="http://schemas.microsoft.com/office/drawing/2014/main" id="{EA5CBB25-5D94-41B9-AD93-90C95D2F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997" y="45044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network-node-halo-external-0">
            <a:extLst xmlns:a="http://schemas.openxmlformats.org/drawingml/2006/main">
              <a:ext uri="{FF2B5EF4-FFF2-40B4-BE49-F238E27FC236}">
                <a16:creationId xmlns:a16="http://schemas.microsoft.com/office/drawing/2014/main" id="{53C31EE8-B4F1-446D-B1D6-17696267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707" y="24248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4" name="network-node-surface-external-0">
            <a:extLst xmlns:a="http://schemas.openxmlformats.org/drawingml/2006/main">
              <a:ext uri="{FF2B5EF4-FFF2-40B4-BE49-F238E27FC236}">
                <a16:creationId xmlns:a16="http://schemas.microsoft.com/office/drawing/2014/main" id="{38EF775D-CEA4-4F5C-8886-90A52F94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382" y="24915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" name="network-node-halo-external-1">
            <a:extLst xmlns:a="http://schemas.openxmlformats.org/drawingml/2006/main">
              <a:ext uri="{FF2B5EF4-FFF2-40B4-BE49-F238E27FC236}">
                <a16:creationId xmlns:a16="http://schemas.microsoft.com/office/drawing/2014/main" id="{2E0718D7-EC6C-411F-A3CB-622F3EF0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3432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6" name="network-node-surface-external-1">
            <a:extLst xmlns:a="http://schemas.openxmlformats.org/drawingml/2006/main">
              <a:ext uri="{FF2B5EF4-FFF2-40B4-BE49-F238E27FC236}">
                <a16:creationId xmlns:a16="http://schemas.microsoft.com/office/drawing/2014/main" id="{97C084BC-85A4-44EB-8278-54341BD1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3409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network-node-halo-external-2">
            <a:extLst xmlns:a="http://schemas.openxmlformats.org/drawingml/2006/main">
              <a:ext uri="{FF2B5EF4-FFF2-40B4-BE49-F238E27FC236}">
                <a16:creationId xmlns:a16="http://schemas.microsoft.com/office/drawing/2014/main" id="{20A40019-1B77-4D85-BAF8-1393C696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707" y="4261542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8" name="network-node-surface-external-2">
            <a:extLst xmlns:a="http://schemas.openxmlformats.org/drawingml/2006/main">
              <a:ext uri="{FF2B5EF4-FFF2-40B4-BE49-F238E27FC236}">
                <a16:creationId xmlns:a16="http://schemas.microsoft.com/office/drawing/2014/main" id="{53175F53-06F6-49E5-A741-3C596E93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382" y="4328217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network-node-title-0">
            <a:extLst xmlns:a="http://schemas.openxmlformats.org/drawingml/2006/main">
              <a:ext uri="{FF2B5EF4-FFF2-40B4-BE49-F238E27FC236}">
                <a16:creationId xmlns:a16="http://schemas.microsoft.com/office/drawing/2014/main" id="{BBDA36E0-83A9-456C-8DF7-5FA5F87A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0247" y="2709863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组织治理</a:t>
            </a:r>
          </a:p>
        </p:txBody>
      </p:sp>
      <p:sp>
        <p:nvSpPr>
          <p:cNvPr id="40" name="network-node-title-1">
            <a:extLst xmlns:a="http://schemas.openxmlformats.org/drawingml/2006/main">
              <a:ext uri="{FF2B5EF4-FFF2-40B4-BE49-F238E27FC236}">
                <a16:creationId xmlns:a16="http://schemas.microsoft.com/office/drawing/2014/main" id="{485AFD19-5EB1-4860-9231-30A7FF57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1527" y="3434658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数据能力</a:t>
            </a:r>
          </a:p>
        </p:txBody>
      </p:sp>
      <p:sp>
        <p:nvSpPr>
          <p:cNvPr id="41" name="network-node-title-2">
            <a:extLst xmlns:a="http://schemas.openxmlformats.org/drawingml/2006/main">
              <a:ext uri="{FF2B5EF4-FFF2-40B4-BE49-F238E27FC236}">
                <a16:creationId xmlns:a16="http://schemas.microsoft.com/office/drawing/2014/main" id="{CECB66C1-0AAA-402C-B88F-E0CB12B7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1527" y="4174179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专业团队</a:t>
            </a:r>
          </a:p>
        </p:txBody>
      </p:sp>
      <p:sp>
        <p:nvSpPr>
          <p:cNvPr id="42" name="network-node-title-3">
            <a:extLst xmlns:a="http://schemas.openxmlformats.org/drawingml/2006/main">
              <a:ext uri="{FF2B5EF4-FFF2-40B4-BE49-F238E27FC236}">
                <a16:creationId xmlns:a16="http://schemas.microsoft.com/office/drawing/2014/main" id="{D62F01A0-1D2C-4914-A2D1-CDF47FB3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0247" y="4898974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运营机制</a:t>
            </a:r>
          </a:p>
        </p:txBody>
      </p:sp>
      <p:sp>
        <p:nvSpPr>
          <p:cNvPr id="43" name="network-node-title-external-0">
            <a:extLst xmlns:a="http://schemas.openxmlformats.org/drawingml/2006/main">
              <a:ext uri="{FF2B5EF4-FFF2-40B4-BE49-F238E27FC236}">
                <a16:creationId xmlns:a16="http://schemas.microsoft.com/office/drawing/2014/main" id="{D796D781-5586-453C-8EE9-B8DD5979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632" y="288607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高校伙伴</a:t>
            </a:r>
          </a:p>
        </p:txBody>
      </p:sp>
      <p:sp>
        <p:nvSpPr>
          <p:cNvPr id="44" name="network-node-title-external-1">
            <a:extLst xmlns:a="http://schemas.openxmlformats.org/drawingml/2006/main">
              <a:ext uri="{FF2B5EF4-FFF2-40B4-BE49-F238E27FC236}">
                <a16:creationId xmlns:a16="http://schemas.microsoft.com/office/drawing/2014/main" id="{CDE2F1BD-5289-4069-98E9-95653480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3804495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行业企业</a:t>
            </a:r>
          </a:p>
        </p:txBody>
      </p:sp>
      <p:sp>
        <p:nvSpPr>
          <p:cNvPr id="45" name="network-node-title-external-2">
            <a:extLst xmlns:a="http://schemas.openxmlformats.org/drawingml/2006/main">
              <a:ext uri="{FF2B5EF4-FFF2-40B4-BE49-F238E27FC236}">
                <a16:creationId xmlns:a16="http://schemas.microsoft.com/office/drawing/2014/main" id="{4D348BDF-0D31-46BD-B0C9-CC629DCF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632" y="4722762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服务机构</a:t>
            </a:r>
          </a:p>
        </p:txBody>
      </p:sp>
      <p:sp>
        <p:nvSpPr>
          <p:cNvPr id="46" name="network-core-halo">
            <a:extLst xmlns:a="http://schemas.openxmlformats.org/drawingml/2006/main">
              <a:ext uri="{FF2B5EF4-FFF2-40B4-BE49-F238E27FC236}">
                <a16:creationId xmlns:a16="http://schemas.microsoft.com/office/drawing/2014/main" id="{2EBB5FB2-8108-43EF-BCBA-1505A841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2981325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7" name="network-core-ring">
            <a:extLst xmlns:a="http://schemas.openxmlformats.org/drawingml/2006/main">
              <a:ext uri="{FF2B5EF4-FFF2-40B4-BE49-F238E27FC236}">
                <a16:creationId xmlns:a16="http://schemas.microsoft.com/office/drawing/2014/main" id="{B5BFFD28-3198-490C-9F20-460F8EBE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2EC"/>
            </a:solidFill>
            <a:prstDash val="solid"/>
          </a:ln>
        </p:spPr>
      </p:sp>
      <p:sp>
        <p:nvSpPr>
          <p:cNvPr id="48" name="network-core-surface">
            <a:extLst xmlns:a="http://schemas.openxmlformats.org/drawingml/2006/main">
              <a:ext uri="{FF2B5EF4-FFF2-40B4-BE49-F238E27FC236}">
                <a16:creationId xmlns:a16="http://schemas.microsoft.com/office/drawing/2014/main" id="{C563B8B2-E852-4BD5-9164-5D6006D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81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44F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9" name="network-core-title">
            <a:extLst xmlns:a="http://schemas.openxmlformats.org/drawingml/2006/main">
              <a:ext uri="{FF2B5EF4-FFF2-40B4-BE49-F238E27FC236}">
                <a16:creationId xmlns:a16="http://schemas.microsoft.com/office/drawing/2014/main" id="{9D0B7671-1556-464F-9EBF-D335A6BA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514725"/>
            <a:ext cx="123825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共建共享</a:t>
            </a:r>
          </a:p>
        </p:txBody>
      </p:sp>
      <p:sp>
        <p:nvSpPr>
          <p:cNvPr id="50" name="network-core-body">
            <a:extLst xmlns:a="http://schemas.openxmlformats.org/drawingml/2006/main">
              <a:ext uri="{FF2B5EF4-FFF2-40B4-BE49-F238E27FC236}">
                <a16:creationId xmlns:a16="http://schemas.microsoft.com/office/drawing/2014/main" id="{802B20BE-1FFA-4A7D-935E-98ECA59C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907041"/>
            <a:ext cx="12382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资源 · 能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力 · 价值</a:t>
            </a:r>
          </a:p>
        </p:txBody>
      </p:sp>
    </p:spTree>
    <p:extLst>
      <p:ext uri="{BB962C8B-B14F-4D97-AF65-F5344CB8AC3E}">
        <p14:creationId xmlns:p14="http://schemas.microsoft.com/office/powerpoint/2010/main" val="1672910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network-zone-internal">
            <a:extLst xmlns:a="http://schemas.openxmlformats.org/drawingml/2006/main">
              <a:ext uri="{FF2B5EF4-FFF2-40B4-BE49-F238E27FC236}">
                <a16:creationId xmlns:a16="http://schemas.microsoft.com/office/drawing/2014/main" id="{CAD83F69-0E54-4671-B96F-083B8AC1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71450">
            <a:solidFill>
              <a:srgbClr val="E1EBF8"/>
            </a:solidFill>
            <a:prstDash val="solid"/>
          </a:ln>
        </p:spPr>
      </p:sp>
      <p:sp>
        <p:nvSpPr>
          <p:cNvPr id="2" name="network-zone-external">
            <a:extLst xmlns:a="http://schemas.openxmlformats.org/drawingml/2006/main">
              <a:ext uri="{FF2B5EF4-FFF2-40B4-BE49-F238E27FC236}">
                <a16:creationId xmlns:a16="http://schemas.microsoft.com/office/drawing/2014/main" id="{2C21BDD2-1A92-49F2-B79C-E72ADD00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019300"/>
            <a:ext cx="504825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CFD"/>
          </a:solidFill>
          <a:ln xmlns:a="http://schemas.openxmlformats.org/drawingml/2006/main" w="171450">
            <a:solidFill>
              <a:srgbClr val="E1F1F6"/>
            </a:solidFill>
            <a:prstDash val="solid"/>
          </a:ln>
        </p:spPr>
      </p:sp>
      <p:sp>
        <p:nvSpPr>
          <p:cNvPr id="3" name="network-zone-ring-internal">
            <a:extLst xmlns:a="http://schemas.openxmlformats.org/drawingml/2006/main">
              <a:ext uri="{FF2B5EF4-FFF2-40B4-BE49-F238E27FC236}">
                <a16:creationId xmlns:a16="http://schemas.microsoft.com/office/drawing/2014/main" id="{E20540C9-E2B1-4F8F-A6FD-DF351429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E8"/>
            </a:solidFill>
            <a:prstDash val="solid"/>
          </a:ln>
        </p:spPr>
      </p:sp>
      <p:sp>
        <p:nvSpPr>
          <p:cNvPr id="4" name="network-zone-ring-external">
            <a:extLst xmlns:a="http://schemas.openxmlformats.org/drawingml/2006/main">
              <a:ext uri="{FF2B5EF4-FFF2-40B4-BE49-F238E27FC236}">
                <a16:creationId xmlns:a16="http://schemas.microsoft.com/office/drawing/2014/main" id="{BD322A7A-DCA8-4D44-81D2-C22CDA3A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200275"/>
            <a:ext cx="46863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CE8"/>
            </a:solidFill>
            <a:prstDash val="solid"/>
          </a:ln>
        </p:spPr>
      </p:sp>
      <p:sp>
        <p:nvSpPr>
          <p:cNvPr id="5" name="network-shared-bridge">
            <a:extLst xmlns:a="http://schemas.openxmlformats.org/drawingml/2006/main">
              <a:ext uri="{FF2B5EF4-FFF2-40B4-BE49-F238E27FC236}">
                <a16:creationId xmlns:a16="http://schemas.microsoft.com/office/drawing/2014/main" id="{04131582-2B3F-488F-93C5-59411595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705225"/>
            <a:ext cx="2152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6" name="network-relation-0">
            <a:extLst xmlns:a="http://schemas.openxmlformats.org/drawingml/2006/main">
              <a:ext uri="{FF2B5EF4-FFF2-40B4-BE49-F238E27FC236}">
                <a16:creationId xmlns:a16="http://schemas.microsoft.com/office/drawing/2014/main" id="{AEE892F2-A185-489A-9306-17BEA0B7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4273" y="3152775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7" name="network-relation-1">
            <a:extLst xmlns:a="http://schemas.openxmlformats.org/drawingml/2006/main">
              <a:ext uri="{FF2B5EF4-FFF2-40B4-BE49-F238E27FC236}">
                <a16:creationId xmlns:a16="http://schemas.microsoft.com/office/drawing/2014/main" id="{BA7558B7-28C7-4967-AEBC-130D1165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0712" y="3751136"/>
            <a:ext cx="0" cy="3463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8" name="network-relation-2">
            <a:extLst xmlns:a="http://schemas.openxmlformats.org/drawingml/2006/main">
              <a:ext uri="{FF2B5EF4-FFF2-40B4-BE49-F238E27FC236}">
                <a16:creationId xmlns:a16="http://schemas.microsoft.com/office/drawing/2014/main" id="{BC134859-ABE3-450C-8BFC-4763B3F4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4273" y="4617053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9" name="network-relation-3">
            <a:extLst xmlns:a="http://schemas.openxmlformats.org/drawingml/2006/main">
              <a:ext uri="{FF2B5EF4-FFF2-40B4-BE49-F238E27FC236}">
                <a16:creationId xmlns:a16="http://schemas.microsoft.com/office/drawing/2014/main" id="{696AD6B0-1AAA-45C6-8273-DB2B5F75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9366" y="3372707"/>
            <a:ext cx="0" cy="11031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AC9"/>
            </a:solidFill>
            <a:prstDash val="solid"/>
          </a:ln>
        </p:spPr>
      </p:sp>
      <p:sp>
        <p:nvSpPr>
          <p:cNvPr id="10" name="network-relation-4">
            <a:extLst xmlns:a="http://schemas.openxmlformats.org/drawingml/2006/main">
              <a:ext uri="{FF2B5EF4-FFF2-40B4-BE49-F238E27FC236}">
                <a16:creationId xmlns:a16="http://schemas.microsoft.com/office/drawing/2014/main" id="{17E69A70-C795-43F4-BB6C-8D7ECF3C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6099" y="3152775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1" name="network-relation-5">
            <a:extLst xmlns:a="http://schemas.openxmlformats.org/drawingml/2006/main">
              <a:ext uri="{FF2B5EF4-FFF2-40B4-BE49-F238E27FC236}">
                <a16:creationId xmlns:a16="http://schemas.microsoft.com/office/drawing/2014/main" id="{1F143D8E-BBD3-4F7C-AE89-2E6815B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1288" y="3751136"/>
            <a:ext cx="0" cy="3463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2" name="network-relation-6">
            <a:extLst xmlns:a="http://schemas.openxmlformats.org/drawingml/2006/main">
              <a:ext uri="{FF2B5EF4-FFF2-40B4-BE49-F238E27FC236}">
                <a16:creationId xmlns:a16="http://schemas.microsoft.com/office/drawing/2014/main" id="{E430FE21-E589-4428-B63D-91C9EB3B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6099" y="4617053"/>
            <a:ext cx="71628" cy="78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3" name="network-relation-7">
            <a:extLst xmlns:a="http://schemas.openxmlformats.org/drawingml/2006/main">
              <a:ext uri="{FF2B5EF4-FFF2-40B4-BE49-F238E27FC236}">
                <a16:creationId xmlns:a16="http://schemas.microsoft.com/office/drawing/2014/main" id="{46C2CB16-7376-49E1-8B85-AB38D0A9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2634" y="3372707"/>
            <a:ext cx="0" cy="11031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B6CA"/>
            </a:solidFill>
            <a:prstDash val="solid"/>
          </a:ln>
        </p:spPr>
      </p:sp>
      <p:sp>
        <p:nvSpPr>
          <p:cNvPr id="14" name="network-relation-8">
            <a:extLst xmlns:a="http://schemas.openxmlformats.org/drawingml/2006/main">
              <a:ext uri="{FF2B5EF4-FFF2-40B4-BE49-F238E27FC236}">
                <a16:creationId xmlns:a16="http://schemas.microsoft.com/office/drawing/2014/main" id="{E3E72BB0-81C2-48C1-BF4C-8D036837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2291" y="2829782"/>
            <a:ext cx="44874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5" name="network-relation-9">
            <a:extLst xmlns:a="http://schemas.openxmlformats.org/drawingml/2006/main">
              <a:ext uri="{FF2B5EF4-FFF2-40B4-BE49-F238E27FC236}">
                <a16:creationId xmlns:a16="http://schemas.microsoft.com/office/drawing/2014/main" id="{70D7043C-78A2-4B2F-AC3E-F31F54B0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589" y="3612452"/>
            <a:ext cx="5810821" cy="623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6" name="network-relation-10">
            <a:extLst xmlns:a="http://schemas.openxmlformats.org/drawingml/2006/main">
              <a:ext uri="{FF2B5EF4-FFF2-40B4-BE49-F238E27FC236}">
                <a16:creationId xmlns:a16="http://schemas.microsoft.com/office/drawing/2014/main" id="{BC2AF16C-46FE-4ED2-A99A-A43600F5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9254" y="2953988"/>
            <a:ext cx="5174837" cy="1215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7" name="network-relation-11">
            <a:extLst xmlns:a="http://schemas.openxmlformats.org/drawingml/2006/main">
              <a:ext uri="{FF2B5EF4-FFF2-40B4-BE49-F238E27FC236}">
                <a16:creationId xmlns:a16="http://schemas.microsoft.com/office/drawing/2014/main" id="{1A172543-04FA-45B4-98FF-0FB7E8E8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672" y="4356830"/>
            <a:ext cx="5153311" cy="5992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5ABC1"/>
            </a:solidFill>
            <a:prstDash val="solid"/>
          </a:ln>
        </p:spPr>
      </p:sp>
      <p:sp>
        <p:nvSpPr>
          <p:cNvPr id="18" name="network-core-link-0">
            <a:extLst xmlns:a="http://schemas.openxmlformats.org/drawingml/2006/main">
              <a:ext uri="{FF2B5EF4-FFF2-40B4-BE49-F238E27FC236}">
                <a16:creationId xmlns:a16="http://schemas.microsoft.com/office/drawing/2014/main" id="{66577744-5EAF-4DB8-940E-7917E8B4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763" y="3028283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19" name="network-core-link-1">
            <a:extLst xmlns:a="http://schemas.openxmlformats.org/drawingml/2006/main">
              <a:ext uri="{FF2B5EF4-FFF2-40B4-BE49-F238E27FC236}">
                <a16:creationId xmlns:a16="http://schemas.microsoft.com/office/drawing/2014/main" id="{DDB8CAE2-34ED-4BF2-B1B2-2C63DF9A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589" y="3612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20" name="network-core-link-2">
            <a:extLst xmlns:a="http://schemas.openxmlformats.org/drawingml/2006/main">
              <a:ext uri="{FF2B5EF4-FFF2-40B4-BE49-F238E27FC236}">
                <a16:creationId xmlns:a16="http://schemas.microsoft.com/office/drawing/2014/main" id="{9FF26400-967B-42A0-9A2A-D565EA7B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589" y="3997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21" name="network-core-link-3">
            <a:extLst xmlns:a="http://schemas.openxmlformats.org/drawingml/2006/main">
              <a:ext uri="{FF2B5EF4-FFF2-40B4-BE49-F238E27FC236}">
                <a16:creationId xmlns:a16="http://schemas.microsoft.com/office/drawing/2014/main" id="{F748B747-3C36-44CA-841D-9B8AAF73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763" y="4174998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BB5D7">
                <a:alpha val="72000"/>
              </a:srgbClr>
            </a:solidFill>
            <a:prstDash val="solid"/>
          </a:ln>
        </p:spPr>
      </p:sp>
      <p:sp>
        <p:nvSpPr>
          <p:cNvPr id="22" name="network-core-link-4">
            <a:extLst xmlns:a="http://schemas.openxmlformats.org/drawingml/2006/main">
              <a:ext uri="{FF2B5EF4-FFF2-40B4-BE49-F238E27FC236}">
                <a16:creationId xmlns:a16="http://schemas.microsoft.com/office/drawing/2014/main" id="{E4F54A12-FFFE-4930-A0DC-E4815AD2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366" y="3028283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3" name="network-core-link-5">
            <a:extLst xmlns:a="http://schemas.openxmlformats.org/drawingml/2006/main">
              <a:ext uri="{FF2B5EF4-FFF2-40B4-BE49-F238E27FC236}">
                <a16:creationId xmlns:a16="http://schemas.microsoft.com/office/drawing/2014/main" id="{6DDE8DEA-0FD9-432A-8C07-F5E8737D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895" y="3612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4" name="network-core-link-6">
            <a:extLst xmlns:a="http://schemas.openxmlformats.org/drawingml/2006/main">
              <a:ext uri="{FF2B5EF4-FFF2-40B4-BE49-F238E27FC236}">
                <a16:creationId xmlns:a16="http://schemas.microsoft.com/office/drawing/2014/main" id="{09A35917-E04D-498F-8C9D-7F0A94EB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895" y="3997452"/>
            <a:ext cx="2223516" cy="238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5" name="network-core-link-7">
            <a:extLst xmlns:a="http://schemas.openxmlformats.org/drawingml/2006/main">
              <a:ext uri="{FF2B5EF4-FFF2-40B4-BE49-F238E27FC236}">
                <a16:creationId xmlns:a16="http://schemas.microsoft.com/office/drawing/2014/main" id="{0DA38497-44BC-4DC2-8789-8A1D8B26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366" y="4174998"/>
            <a:ext cx="1642872" cy="64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DCBD8">
                <a:alpha val="72000"/>
              </a:srgbClr>
            </a:solidFill>
            <a:prstDash val="solid"/>
          </a:ln>
        </p:spPr>
      </p:sp>
      <p:sp>
        <p:nvSpPr>
          <p:cNvPr id="26" name="internal-group-title">
            <a:extLst xmlns:a="http://schemas.openxmlformats.org/drawingml/2006/main">
              <a:ext uri="{FF2B5EF4-FFF2-40B4-BE49-F238E27FC236}">
                <a16:creationId xmlns:a16="http://schemas.microsoft.com/office/drawing/2014/main" id="{F2DD8879-62BD-4118-A97B-21CFBE53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68D"/>
                </a:solidFill>
                <a:latin typeface="Microsoft YaHei"/>
                <a:ea typeface="Microsoft YaHei"/>
                <a:cs typeface="Microsoft YaHei"/>
              </a:rPr>
              <a:t>内部协同</a:t>
            </a:r>
          </a:p>
        </p:txBody>
      </p:sp>
      <p:sp>
        <p:nvSpPr>
          <p:cNvPr id="27" name="external-group-title">
            <a:extLst xmlns:a="http://schemas.openxmlformats.org/drawingml/2006/main">
              <a:ext uri="{FF2B5EF4-FFF2-40B4-BE49-F238E27FC236}">
                <a16:creationId xmlns:a16="http://schemas.microsoft.com/office/drawing/2014/main" id="{70E18A2D-FEE7-4D1F-9EA2-9966C25C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2306984"/>
            <a:ext cx="1428750" cy="26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7B94"/>
                </a:solidFill>
                <a:latin typeface="Microsoft YaHei"/>
                <a:ea typeface="Microsoft YaHei"/>
                <a:cs typeface="Microsoft YaHei"/>
              </a:rPr>
              <a:t>外部生态</a:t>
            </a:r>
          </a:p>
        </p:txBody>
      </p:sp>
      <p:sp>
        <p:nvSpPr>
          <p:cNvPr id="28" name="network-node-halo-0">
            <a:extLst xmlns:a="http://schemas.openxmlformats.org/drawingml/2006/main">
              <a:ext uri="{FF2B5EF4-FFF2-40B4-BE49-F238E27FC236}">
                <a16:creationId xmlns:a16="http://schemas.microsoft.com/office/drawing/2014/main" id="{B6DF260E-73E4-46CC-A9B4-2633675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322" y="2248643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29" name="network-node-surface-0">
            <a:extLst xmlns:a="http://schemas.openxmlformats.org/drawingml/2006/main">
              <a:ext uri="{FF2B5EF4-FFF2-40B4-BE49-F238E27FC236}">
                <a16:creationId xmlns:a16="http://schemas.microsoft.com/office/drawing/2014/main" id="{4D87B112-5731-45DB-A76D-64FCCEC7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997" y="2315318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0" name="network-node-halo-1">
            <a:extLst xmlns:a="http://schemas.openxmlformats.org/drawingml/2006/main">
              <a:ext uri="{FF2B5EF4-FFF2-40B4-BE49-F238E27FC236}">
                <a16:creationId xmlns:a16="http://schemas.microsoft.com/office/drawing/2014/main" id="{9EF7058A-94B4-4982-9EF7-E4E88EBF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9602" y="2973438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31" name="network-node-surface-1">
            <a:extLst xmlns:a="http://schemas.openxmlformats.org/drawingml/2006/main">
              <a:ext uri="{FF2B5EF4-FFF2-40B4-BE49-F238E27FC236}">
                <a16:creationId xmlns:a16="http://schemas.microsoft.com/office/drawing/2014/main" id="{4846F4FD-87F6-4455-8129-96D5B52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6277" y="3040113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" name="network-node-halo-2">
            <a:extLst xmlns:a="http://schemas.openxmlformats.org/drawingml/2006/main">
              <a:ext uri="{FF2B5EF4-FFF2-40B4-BE49-F238E27FC236}">
                <a16:creationId xmlns:a16="http://schemas.microsoft.com/office/drawing/2014/main" id="{2811EDA8-72A5-47E5-8049-E5194492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9602" y="3712969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33" name="network-node-surface-2">
            <a:extLst xmlns:a="http://schemas.openxmlformats.org/drawingml/2006/main">
              <a:ext uri="{FF2B5EF4-FFF2-40B4-BE49-F238E27FC236}">
                <a16:creationId xmlns:a16="http://schemas.microsoft.com/office/drawing/2014/main" id="{D09DE2CA-4297-4A45-A901-78AD5E4D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6277" y="3779644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network-node-halo-3">
            <a:extLst xmlns:a="http://schemas.openxmlformats.org/drawingml/2006/main">
              <a:ext uri="{FF2B5EF4-FFF2-40B4-BE49-F238E27FC236}">
                <a16:creationId xmlns:a16="http://schemas.microsoft.com/office/drawing/2014/main" id="{500AF62D-9BA9-4058-AECC-6DF5406E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8322" y="44377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6E3F4"/>
            </a:solidFill>
            <a:prstDash val="solid"/>
          </a:ln>
        </p:spPr>
      </p:sp>
      <p:sp>
        <p:nvSpPr>
          <p:cNvPr id="35" name="network-node-surface-3">
            <a:extLst xmlns:a="http://schemas.openxmlformats.org/drawingml/2006/main">
              <a:ext uri="{FF2B5EF4-FFF2-40B4-BE49-F238E27FC236}">
                <a16:creationId xmlns:a16="http://schemas.microsoft.com/office/drawing/2014/main" id="{1D0D887B-EEDD-4E5A-BC47-BD601F85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997" y="45044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6" name="network-node-halo-external-0">
            <a:extLst xmlns:a="http://schemas.openxmlformats.org/drawingml/2006/main">
              <a:ext uri="{FF2B5EF4-FFF2-40B4-BE49-F238E27FC236}">
                <a16:creationId xmlns:a16="http://schemas.microsoft.com/office/drawing/2014/main" id="{6DD1A5C9-E834-4CB7-82F8-C300FABC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485" y="2248643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7" name="network-node-surface-external-0">
            <a:extLst xmlns:a="http://schemas.openxmlformats.org/drawingml/2006/main">
              <a:ext uri="{FF2B5EF4-FFF2-40B4-BE49-F238E27FC236}">
                <a16:creationId xmlns:a16="http://schemas.microsoft.com/office/drawing/2014/main" id="{4213DD29-4ED2-45A2-9624-F2FB026C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8160" y="2315318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8" name="network-node-halo-external-1">
            <a:extLst xmlns:a="http://schemas.openxmlformats.org/drawingml/2006/main">
              <a:ext uri="{FF2B5EF4-FFF2-40B4-BE49-F238E27FC236}">
                <a16:creationId xmlns:a16="http://schemas.microsoft.com/office/drawing/2014/main" id="{25BE3138-CCD5-437C-BB8D-DD397EDC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0196" y="2973438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39" name="network-node-surface-external-1">
            <a:extLst xmlns:a="http://schemas.openxmlformats.org/drawingml/2006/main">
              <a:ext uri="{FF2B5EF4-FFF2-40B4-BE49-F238E27FC236}">
                <a16:creationId xmlns:a16="http://schemas.microsoft.com/office/drawing/2014/main" id="{F8D93AA8-4C5C-4747-B03A-DA8B89C2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6871" y="3040113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network-node-halo-external-2">
            <a:extLst xmlns:a="http://schemas.openxmlformats.org/drawingml/2006/main">
              <a:ext uri="{FF2B5EF4-FFF2-40B4-BE49-F238E27FC236}">
                <a16:creationId xmlns:a16="http://schemas.microsoft.com/office/drawing/2014/main" id="{5CEB8205-75D2-459C-94E3-1E325D10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0196" y="3712969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41" name="network-node-surface-external-2">
            <a:extLst xmlns:a="http://schemas.openxmlformats.org/drawingml/2006/main">
              <a:ext uri="{FF2B5EF4-FFF2-40B4-BE49-F238E27FC236}">
                <a16:creationId xmlns:a16="http://schemas.microsoft.com/office/drawing/2014/main" id="{FA2E6618-276A-425F-BAF5-C382EBF2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6871" y="3779644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network-node-halo-external-3">
            <a:extLst xmlns:a="http://schemas.openxmlformats.org/drawingml/2006/main">
              <a:ext uri="{FF2B5EF4-FFF2-40B4-BE49-F238E27FC236}">
                <a16:creationId xmlns:a16="http://schemas.microsoft.com/office/drawing/2014/main" id="{2B125EA5-DFE1-40E6-A86E-4312440A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485" y="443775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8"/>
          </a:solidFill>
          <a:ln xmlns:a="http://schemas.openxmlformats.org/drawingml/2006/main" w="9525">
            <a:solidFill>
              <a:srgbClr val="D5EDF3"/>
            </a:solidFill>
            <a:prstDash val="solid"/>
          </a:ln>
        </p:spPr>
      </p:sp>
      <p:sp>
        <p:nvSpPr>
          <p:cNvPr id="43" name="network-node-surface-external-3">
            <a:extLst xmlns:a="http://schemas.openxmlformats.org/drawingml/2006/main">
              <a:ext uri="{FF2B5EF4-FFF2-40B4-BE49-F238E27FC236}">
                <a16:creationId xmlns:a16="http://schemas.microsoft.com/office/drawing/2014/main" id="{D89CCD49-52E6-4ADF-A863-3E012C20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8160" y="450443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AA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4" name="network-node-title-0">
            <a:extLst xmlns:a="http://schemas.openxmlformats.org/drawingml/2006/main">
              <a:ext uri="{FF2B5EF4-FFF2-40B4-BE49-F238E27FC236}">
                <a16:creationId xmlns:a16="http://schemas.microsoft.com/office/drawing/2014/main" id="{4D23AA17-3174-498B-A2E3-5D64E36E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0247" y="2709863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组织治理</a:t>
            </a:r>
          </a:p>
        </p:txBody>
      </p:sp>
      <p:sp>
        <p:nvSpPr>
          <p:cNvPr id="45" name="network-node-title-1">
            <a:extLst xmlns:a="http://schemas.openxmlformats.org/drawingml/2006/main">
              <a:ext uri="{FF2B5EF4-FFF2-40B4-BE49-F238E27FC236}">
                <a16:creationId xmlns:a16="http://schemas.microsoft.com/office/drawing/2014/main" id="{9796ACBA-50A0-488C-89E8-F4A0D8AB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1527" y="3434658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数据能力</a:t>
            </a:r>
          </a:p>
        </p:txBody>
      </p:sp>
      <p:sp>
        <p:nvSpPr>
          <p:cNvPr id="46" name="network-node-title-2">
            <a:extLst xmlns:a="http://schemas.openxmlformats.org/drawingml/2006/main">
              <a:ext uri="{FF2B5EF4-FFF2-40B4-BE49-F238E27FC236}">
                <a16:creationId xmlns:a16="http://schemas.microsoft.com/office/drawing/2014/main" id="{9FC9BF65-BD2E-48DE-A79A-7E9047B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1527" y="4174179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专业团队</a:t>
            </a:r>
          </a:p>
        </p:txBody>
      </p:sp>
      <p:sp>
        <p:nvSpPr>
          <p:cNvPr id="47" name="network-node-title-3">
            <a:extLst xmlns:a="http://schemas.openxmlformats.org/drawingml/2006/main">
              <a:ext uri="{FF2B5EF4-FFF2-40B4-BE49-F238E27FC236}">
                <a16:creationId xmlns:a16="http://schemas.microsoft.com/office/drawing/2014/main" id="{B45E9DEA-4286-4247-9C80-7F535E95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0247" y="4898974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85184"/>
                </a:solidFill>
                <a:latin typeface="Microsoft YaHei"/>
                <a:ea typeface="Microsoft YaHei"/>
                <a:cs typeface="Microsoft YaHei"/>
              </a:rPr>
              <a:t>运营机制</a:t>
            </a:r>
          </a:p>
        </p:txBody>
      </p:sp>
      <p:sp>
        <p:nvSpPr>
          <p:cNvPr id="48" name="network-node-title-external-0">
            <a:extLst xmlns:a="http://schemas.openxmlformats.org/drawingml/2006/main">
              <a:ext uri="{FF2B5EF4-FFF2-40B4-BE49-F238E27FC236}">
                <a16:creationId xmlns:a16="http://schemas.microsoft.com/office/drawing/2014/main" id="{0769EB10-1E42-4D32-AB95-74A6EACE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410" y="2709863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高校伙伴</a:t>
            </a:r>
          </a:p>
        </p:txBody>
      </p:sp>
      <p:sp>
        <p:nvSpPr>
          <p:cNvPr id="49" name="network-node-title-external-1">
            <a:extLst xmlns:a="http://schemas.openxmlformats.org/drawingml/2006/main">
              <a:ext uri="{FF2B5EF4-FFF2-40B4-BE49-F238E27FC236}">
                <a16:creationId xmlns:a16="http://schemas.microsoft.com/office/drawing/2014/main" id="{A880E7C3-22DB-4E84-B7F0-6524C3F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2121" y="3434658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行业企业</a:t>
            </a:r>
          </a:p>
        </p:txBody>
      </p:sp>
      <p:sp>
        <p:nvSpPr>
          <p:cNvPr id="50" name="network-node-title-external-2">
            <a:extLst xmlns:a="http://schemas.openxmlformats.org/drawingml/2006/main">
              <a:ext uri="{FF2B5EF4-FFF2-40B4-BE49-F238E27FC236}">
                <a16:creationId xmlns:a16="http://schemas.microsoft.com/office/drawing/2014/main" id="{D8515089-AF50-43F9-BDF1-29F3D750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2121" y="4174179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服务机构</a:t>
            </a:r>
          </a:p>
        </p:txBody>
      </p:sp>
      <p:sp>
        <p:nvSpPr>
          <p:cNvPr id="51" name="network-node-title-external-3">
            <a:extLst xmlns:a="http://schemas.openxmlformats.org/drawingml/2006/main">
              <a:ext uri="{FF2B5EF4-FFF2-40B4-BE49-F238E27FC236}">
                <a16:creationId xmlns:a16="http://schemas.microsoft.com/office/drawing/2014/main" id="{7D81AB46-92E0-42E4-88EA-0A2E6D89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410" y="4898974"/>
            <a:ext cx="8382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33768E"/>
                </a:solidFill>
                <a:latin typeface="Microsoft YaHei"/>
                <a:ea typeface="Microsoft YaHei"/>
                <a:cs typeface="Microsoft YaHei"/>
              </a:rPr>
              <a:t>社区公众</a:t>
            </a:r>
          </a:p>
        </p:txBody>
      </p:sp>
      <p:sp>
        <p:nvSpPr>
          <p:cNvPr id="52" name="network-core-halo">
            <a:extLst xmlns:a="http://schemas.openxmlformats.org/drawingml/2006/main">
              <a:ext uri="{FF2B5EF4-FFF2-40B4-BE49-F238E27FC236}">
                <a16:creationId xmlns:a16="http://schemas.microsoft.com/office/drawing/2014/main" id="{55CAFCC6-8001-4915-89AA-21220597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2981325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3" name="network-core-ring">
            <a:extLst xmlns:a="http://schemas.openxmlformats.org/drawingml/2006/main">
              <a:ext uri="{FF2B5EF4-FFF2-40B4-BE49-F238E27FC236}">
                <a16:creationId xmlns:a16="http://schemas.microsoft.com/office/drawing/2014/main" id="{50465FCA-126C-490E-B4F7-6D658831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2EC"/>
            </a:solidFill>
            <a:prstDash val="solid"/>
          </a:ln>
        </p:spPr>
      </p:sp>
      <p:sp>
        <p:nvSpPr>
          <p:cNvPr id="54" name="network-core-surface">
            <a:extLst xmlns:a="http://schemas.openxmlformats.org/drawingml/2006/main">
              <a:ext uri="{FF2B5EF4-FFF2-40B4-BE49-F238E27FC236}">
                <a16:creationId xmlns:a16="http://schemas.microsoft.com/office/drawing/2014/main" id="{E894596C-36CC-4A9B-8F78-C829AA9E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81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44F8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55" name="network-core-title">
            <a:extLst xmlns:a="http://schemas.openxmlformats.org/drawingml/2006/main">
              <a:ext uri="{FF2B5EF4-FFF2-40B4-BE49-F238E27FC236}">
                <a16:creationId xmlns:a16="http://schemas.microsoft.com/office/drawing/2014/main" id="{BC8CAB68-E9A9-4C8C-9F28-8035303B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514725"/>
            <a:ext cx="1238250" cy="335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共建共享</a:t>
            </a:r>
          </a:p>
        </p:txBody>
      </p:sp>
      <p:sp>
        <p:nvSpPr>
          <p:cNvPr id="56" name="network-core-body">
            <a:extLst xmlns:a="http://schemas.openxmlformats.org/drawingml/2006/main">
              <a:ext uri="{FF2B5EF4-FFF2-40B4-BE49-F238E27FC236}">
                <a16:creationId xmlns:a16="http://schemas.microsoft.com/office/drawing/2014/main" id="{9A841F7D-44C8-4C32-B303-88AAB38D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907041"/>
            <a:ext cx="12382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资源 · 能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DCEAFD"/>
                </a:solidFill>
                <a:latin typeface="Microsoft YaHei"/>
                <a:ea typeface="Microsoft YaHei"/>
                <a:cs typeface="Microsoft YaHei"/>
              </a:rPr>
              <a:t>力 · 价值</a:t>
            </a:r>
          </a:p>
        </p:txBody>
      </p:sp>
    </p:spTree>
    <p:extLst>
      <p:ext uri="{BB962C8B-B14F-4D97-AF65-F5344CB8AC3E}">
        <p14:creationId xmlns:p14="http://schemas.microsoft.com/office/powerpoint/2010/main" val="952232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2026-08-25T11:33:41.9180000Z</dcterms:created>
  <dcterms:modified xsi:type="dcterms:W3CDTF">2026-08-25T11:33:41.9180000Z</dcterms:modified>
</coreProperties>
</file>