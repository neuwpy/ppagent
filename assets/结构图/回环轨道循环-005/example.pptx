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a2abede8704375" /><Relationship Type="http://schemas.openxmlformats.org/officeDocument/2006/relationships/extended-properties" Target="/docProps/app.xml" Id="Ra49c434d265c4e5b" /><Relationship Type="http://schemas.openxmlformats.org/officeDocument/2006/relationships/officeDocument" Target="/ppt/presentation.xml" Id="R81aee8a8940844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bee069b5064508"/>
  </p:sldMasterIdLst>
  <p:notesMasterIdLst>
    <p:notesMasterId xmlns:r="http://schemas.openxmlformats.org/officeDocument/2006/relationships" r:id="R8c4178cf9f634b84"/>
  </p:notesMasterIdLst>
  <p:sldIdLst>
    <p:sldId xmlns:r="http://schemas.openxmlformats.org/officeDocument/2006/relationships" id="256" r:id="R8458acf89e6343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93f340dc9a4326" /><Relationship Type="http://schemas.openxmlformats.org/officeDocument/2006/relationships/slideMaster" Target="/ppt/slideMasters/slideMaster1.xml" Id="R8ebee069b5064508" /><Relationship Type="http://schemas.openxmlformats.org/officeDocument/2006/relationships/notesMaster" Target="/ppt/notesMasters/notesMaster1.xml" Id="R8c4178cf9f634b84" /><Relationship Type="http://schemas.openxmlformats.org/officeDocument/2006/relationships/presProps" Target="/ppt/presProps.xml" Id="R39eda9e6b0974d79" /><Relationship Type="http://schemas.openxmlformats.org/officeDocument/2006/relationships/tableStyles" Target="/ppt/tableStyles.xml" Id="Ra5705d39ce8d4c4a" /><Relationship Type="http://schemas.openxmlformats.org/officeDocument/2006/relationships/slide" Target="/ppt/slides/slide1.xml" Id="R8458acf89e6343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3d1b557cd444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b74e82a7c74b7a" /><Relationship Type="http://schemas.openxmlformats.org/officeDocument/2006/relationships/notesMaster" Target="/ppt/notesMasters/notesMaster1.xml" Id="R32f17c65fbf54e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f62039d8d4f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fd6d14a1da47ba" /><Relationship Type="http://schemas.openxmlformats.org/officeDocument/2006/relationships/slideLayout" Target="/ppt/slideLayouts/slideLayout1.xml" Id="R83520638574549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520638574549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d03f6bde54914" /><Relationship Type="http://schemas.openxmlformats.org/officeDocument/2006/relationships/notesSlide" Target="/ppt/notesSlides/notesSlide1.xml" Id="R6c75b170597549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cycle-copy-band-top">
            <a:extLst xmlns:a="http://schemas.openxmlformats.org/drawingml/2006/main">
              <a:ext uri="{FF2B5EF4-FFF2-40B4-BE49-F238E27FC236}">
                <a16:creationId xmlns:a16="http://schemas.microsoft.com/office/drawing/2014/main" id="{3F068C8A-976E-47EB-A96C-7E5F5A69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581150"/>
            <a:ext cx="111442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</p:sp>
      <p:sp>
        <p:nvSpPr>
          <p:cNvPr id="2" name="cycle-copy-band-bottom">
            <a:extLst xmlns:a="http://schemas.openxmlformats.org/drawingml/2006/main">
              <a:ext uri="{FF2B5EF4-FFF2-40B4-BE49-F238E27FC236}">
                <a16:creationId xmlns:a16="http://schemas.microsoft.com/office/drawing/2014/main" id="{D7BEBE4C-87F2-4E27-814C-6361BCE9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972050"/>
            <a:ext cx="11144250" cy="12954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E5EBF2"/>
            </a:solidFill>
            <a:prstDash val="solid"/>
          </a:ln>
        </p:spPr>
      </p:sp>
      <p:sp>
        <p:nvSpPr>
          <p:cNvPr id="3" name="cycle-track-halo">
            <a:extLst xmlns:a="http://schemas.openxmlformats.org/drawingml/2006/main">
              <a:ext uri="{FF2B5EF4-FFF2-40B4-BE49-F238E27FC236}">
                <a16:creationId xmlns:a16="http://schemas.microsoft.com/office/drawing/2014/main" id="{0A9FFC26-2926-47B1-91BA-24F3FB76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1950">
            <a:solidFill>
              <a:srgbClr val="FFFFFF"/>
            </a:solidFill>
            <a:prstDash val="solid"/>
          </a:ln>
        </p:spPr>
      </p:sp>
      <p:sp>
        <p:nvSpPr>
          <p:cNvPr id="4" name="cycle-track-band">
            <a:extLst xmlns:a="http://schemas.openxmlformats.org/drawingml/2006/main">
              <a:ext uri="{FF2B5EF4-FFF2-40B4-BE49-F238E27FC236}">
                <a16:creationId xmlns:a16="http://schemas.microsoft.com/office/drawing/2014/main" id="{EBB1D505-EBB5-4044-92B5-4C39E472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25">
            <a:solidFill>
              <a:srgbClr val="E3EBF5"/>
            </a:solidFill>
            <a:prstDash val="solid"/>
          </a:ln>
        </p:spPr>
      </p:sp>
      <p:sp>
        <p:nvSpPr>
          <p:cNvPr id="5" name="cycle-track-line">
            <a:extLst xmlns:a="http://schemas.openxmlformats.org/drawingml/2006/main">
              <a:ext uri="{FF2B5EF4-FFF2-40B4-BE49-F238E27FC236}">
                <a16:creationId xmlns:a16="http://schemas.microsoft.com/office/drawing/2014/main" id="{BD4DC9B4-15C2-4593-ABAE-23AF2295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8637" y="3238500"/>
            <a:ext cx="8094726" cy="1371600"/>
          </a:xfrm>
          <a:custGeom xmlns:a="http://schemas.openxmlformats.org/drawingml/2006/main">
            <a:pathLst>
              <a:path w="8094726" h="1371600">
                <a:moveTo>
                  <a:pt x="685038" y="0"/>
                </a:moveTo>
                <a:lnTo>
                  <a:pt x="759038" y="0"/>
                </a:lnTo>
                <a:lnTo>
                  <a:pt x="833028" y="0"/>
                </a:lnTo>
                <a:lnTo>
                  <a:pt x="907028" y="0"/>
                </a:lnTo>
                <a:lnTo>
                  <a:pt x="981018" y="0"/>
                </a:lnTo>
                <a:lnTo>
                  <a:pt x="1055018" y="0"/>
                </a:lnTo>
                <a:lnTo>
                  <a:pt x="1129008" y="0"/>
                </a:lnTo>
                <a:lnTo>
                  <a:pt x="1203008" y="0"/>
                </a:lnTo>
                <a:lnTo>
                  <a:pt x="1277007" y="0"/>
                </a:lnTo>
                <a:lnTo>
                  <a:pt x="1350997" y="0"/>
                </a:lnTo>
                <a:lnTo>
                  <a:pt x="1424997" y="0"/>
                </a:lnTo>
                <a:lnTo>
                  <a:pt x="1498987" y="0"/>
                </a:lnTo>
                <a:lnTo>
                  <a:pt x="1572987" y="0"/>
                </a:lnTo>
                <a:lnTo>
                  <a:pt x="1646977" y="0"/>
                </a:lnTo>
                <a:lnTo>
                  <a:pt x="1720977" y="0"/>
                </a:lnTo>
                <a:lnTo>
                  <a:pt x="1794967" y="0"/>
                </a:lnTo>
                <a:lnTo>
                  <a:pt x="1868967" y="0"/>
                </a:lnTo>
                <a:lnTo>
                  <a:pt x="1942967" y="0"/>
                </a:lnTo>
                <a:lnTo>
                  <a:pt x="2016957" y="0"/>
                </a:lnTo>
                <a:lnTo>
                  <a:pt x="2090957" y="0"/>
                </a:lnTo>
                <a:lnTo>
                  <a:pt x="2164947" y="0"/>
                </a:lnTo>
                <a:lnTo>
                  <a:pt x="2238947" y="0"/>
                </a:lnTo>
                <a:lnTo>
                  <a:pt x="2312937" y="0"/>
                </a:lnTo>
                <a:lnTo>
                  <a:pt x="2386936" y="0"/>
                </a:lnTo>
                <a:lnTo>
                  <a:pt x="2460927" y="0"/>
                </a:lnTo>
                <a:lnTo>
                  <a:pt x="2534926" y="0"/>
                </a:lnTo>
                <a:lnTo>
                  <a:pt x="2608926" y="0"/>
                </a:lnTo>
                <a:lnTo>
                  <a:pt x="2682916" y="0"/>
                </a:lnTo>
                <a:lnTo>
                  <a:pt x="2756916" y="0"/>
                </a:lnTo>
                <a:lnTo>
                  <a:pt x="2830906" y="0"/>
                </a:lnTo>
                <a:lnTo>
                  <a:pt x="2904906" y="0"/>
                </a:lnTo>
                <a:lnTo>
                  <a:pt x="2978896" y="0"/>
                </a:lnTo>
                <a:lnTo>
                  <a:pt x="3052896" y="0"/>
                </a:lnTo>
                <a:lnTo>
                  <a:pt x="3126896" y="0"/>
                </a:lnTo>
                <a:lnTo>
                  <a:pt x="3200886" y="0"/>
                </a:lnTo>
                <a:lnTo>
                  <a:pt x="3274886" y="0"/>
                </a:lnTo>
                <a:lnTo>
                  <a:pt x="3348876" y="0"/>
                </a:lnTo>
                <a:lnTo>
                  <a:pt x="3422875" y="0"/>
                </a:lnTo>
                <a:lnTo>
                  <a:pt x="3496866" y="0"/>
                </a:lnTo>
                <a:lnTo>
                  <a:pt x="3570865" y="0"/>
                </a:lnTo>
                <a:lnTo>
                  <a:pt x="3644856" y="0"/>
                </a:lnTo>
                <a:lnTo>
                  <a:pt x="3718855" y="0"/>
                </a:lnTo>
                <a:lnTo>
                  <a:pt x="3792855" y="0"/>
                </a:lnTo>
                <a:lnTo>
                  <a:pt x="3866845" y="0"/>
                </a:lnTo>
                <a:lnTo>
                  <a:pt x="3940845" y="0"/>
                </a:lnTo>
                <a:lnTo>
                  <a:pt x="4014835" y="0"/>
                </a:lnTo>
                <a:lnTo>
                  <a:pt x="4088835" y="0"/>
                </a:lnTo>
                <a:lnTo>
                  <a:pt x="4162825" y="0"/>
                </a:lnTo>
                <a:lnTo>
                  <a:pt x="4236825" y="0"/>
                </a:lnTo>
                <a:lnTo>
                  <a:pt x="4310815" y="0"/>
                </a:lnTo>
                <a:lnTo>
                  <a:pt x="4384815" y="0"/>
                </a:lnTo>
                <a:lnTo>
                  <a:pt x="4458814" y="0"/>
                </a:lnTo>
                <a:lnTo>
                  <a:pt x="4532805" y="0"/>
                </a:lnTo>
                <a:lnTo>
                  <a:pt x="4606804" y="0"/>
                </a:lnTo>
                <a:lnTo>
                  <a:pt x="4680795" y="0"/>
                </a:lnTo>
                <a:lnTo>
                  <a:pt x="4754794" y="0"/>
                </a:lnTo>
                <a:lnTo>
                  <a:pt x="4828784" y="0"/>
                </a:lnTo>
                <a:lnTo>
                  <a:pt x="4902784" y="0"/>
                </a:lnTo>
                <a:lnTo>
                  <a:pt x="4976774" y="0"/>
                </a:lnTo>
                <a:lnTo>
                  <a:pt x="5050774" y="0"/>
                </a:lnTo>
                <a:lnTo>
                  <a:pt x="5124774" y="0"/>
                </a:lnTo>
                <a:lnTo>
                  <a:pt x="5198764" y="0"/>
                </a:lnTo>
                <a:lnTo>
                  <a:pt x="5272764" y="0"/>
                </a:lnTo>
                <a:lnTo>
                  <a:pt x="5346754" y="0"/>
                </a:lnTo>
                <a:lnTo>
                  <a:pt x="5420754" y="0"/>
                </a:lnTo>
                <a:lnTo>
                  <a:pt x="5494744" y="0"/>
                </a:lnTo>
                <a:lnTo>
                  <a:pt x="5568744" y="0"/>
                </a:lnTo>
                <a:lnTo>
                  <a:pt x="5642734" y="0"/>
                </a:lnTo>
                <a:lnTo>
                  <a:pt x="5716734" y="0"/>
                </a:lnTo>
                <a:lnTo>
                  <a:pt x="5790733" y="0"/>
                </a:lnTo>
                <a:lnTo>
                  <a:pt x="5864723" y="0"/>
                </a:lnTo>
                <a:lnTo>
                  <a:pt x="5938723" y="0"/>
                </a:lnTo>
                <a:lnTo>
                  <a:pt x="6012713" y="0"/>
                </a:lnTo>
                <a:lnTo>
                  <a:pt x="6086713" y="0"/>
                </a:lnTo>
                <a:lnTo>
                  <a:pt x="6160703" y="0"/>
                </a:lnTo>
                <a:lnTo>
                  <a:pt x="6234703" y="0"/>
                </a:lnTo>
                <a:lnTo>
                  <a:pt x="6308693" y="0"/>
                </a:lnTo>
                <a:lnTo>
                  <a:pt x="6382693" y="0"/>
                </a:lnTo>
                <a:lnTo>
                  <a:pt x="6456693" y="0"/>
                </a:lnTo>
                <a:lnTo>
                  <a:pt x="6530683" y="0"/>
                </a:lnTo>
                <a:lnTo>
                  <a:pt x="6604683" y="0"/>
                </a:lnTo>
                <a:lnTo>
                  <a:pt x="6678673" y="0"/>
                </a:lnTo>
                <a:lnTo>
                  <a:pt x="6752673" y="0"/>
                </a:lnTo>
                <a:lnTo>
                  <a:pt x="6826663" y="0"/>
                </a:lnTo>
                <a:lnTo>
                  <a:pt x="6900662" y="0"/>
                </a:lnTo>
                <a:lnTo>
                  <a:pt x="6974653" y="0"/>
                </a:lnTo>
                <a:lnTo>
                  <a:pt x="7048652" y="0"/>
                </a:lnTo>
                <a:lnTo>
                  <a:pt x="7122652" y="0"/>
                </a:lnTo>
                <a:lnTo>
                  <a:pt x="7196642" y="0"/>
                </a:lnTo>
                <a:lnTo>
                  <a:pt x="7270642" y="0"/>
                </a:lnTo>
                <a:lnTo>
                  <a:pt x="7344632" y="0"/>
                </a:lnTo>
                <a:lnTo>
                  <a:pt x="7418632" y="57"/>
                </a:lnTo>
                <a:lnTo>
                  <a:pt x="7492432" y="4943"/>
                </a:lnTo>
                <a:lnTo>
                  <a:pt x="7565269" y="17726"/>
                </a:lnTo>
                <a:lnTo>
                  <a:pt x="7636307" y="38329"/>
                </a:lnTo>
                <a:lnTo>
                  <a:pt x="7704677" y="66513"/>
                </a:lnTo>
                <a:lnTo>
                  <a:pt x="7769609" y="101927"/>
                </a:lnTo>
                <a:lnTo>
                  <a:pt x="7830350" y="144132"/>
                </a:lnTo>
                <a:lnTo>
                  <a:pt x="7886214" y="192596"/>
                </a:lnTo>
                <a:lnTo>
                  <a:pt x="7936563" y="246774"/>
                </a:lnTo>
                <a:lnTo>
                  <a:pt x="7980826" y="306029"/>
                </a:lnTo>
                <a:lnTo>
                  <a:pt x="8018450" y="369694"/>
                </a:lnTo>
                <a:lnTo>
                  <a:pt x="8048987" y="437064"/>
                </a:lnTo>
                <a:lnTo>
                  <a:pt x="8072037" y="507340"/>
                </a:lnTo>
                <a:lnTo>
                  <a:pt x="8087325" y="579692"/>
                </a:lnTo>
                <a:lnTo>
                  <a:pt x="8094726" y="653282"/>
                </a:lnTo>
                <a:lnTo>
                  <a:pt x="8094250" y="727243"/>
                </a:lnTo>
                <a:lnTo>
                  <a:pt x="8085896" y="800729"/>
                </a:lnTo>
                <a:lnTo>
                  <a:pt x="8069656" y="872881"/>
                </a:lnTo>
                <a:lnTo>
                  <a:pt x="8045691" y="942851"/>
                </a:lnTo>
                <a:lnTo>
                  <a:pt x="8014278" y="1009802"/>
                </a:lnTo>
                <a:lnTo>
                  <a:pt x="7975816" y="1072982"/>
                </a:lnTo>
                <a:lnTo>
                  <a:pt x="7930791" y="1131656"/>
                </a:lnTo>
                <a:lnTo>
                  <a:pt x="7879747" y="1185177"/>
                </a:lnTo>
                <a:lnTo>
                  <a:pt x="7823254" y="1232916"/>
                </a:lnTo>
                <a:lnTo>
                  <a:pt x="7761980" y="1274321"/>
                </a:lnTo>
                <a:lnTo>
                  <a:pt x="7696591" y="1308887"/>
                </a:lnTo>
                <a:lnTo>
                  <a:pt x="7627849" y="1336167"/>
                </a:lnTo>
                <a:lnTo>
                  <a:pt x="7556554" y="1355836"/>
                </a:lnTo>
                <a:lnTo>
                  <a:pt x="7483545" y="1367666"/>
                </a:lnTo>
                <a:lnTo>
                  <a:pt x="7409688" y="1371600"/>
                </a:lnTo>
                <a:lnTo>
                  <a:pt x="7335698" y="1371600"/>
                </a:lnTo>
                <a:lnTo>
                  <a:pt x="7261698" y="1371600"/>
                </a:lnTo>
                <a:lnTo>
                  <a:pt x="7187708" y="1371600"/>
                </a:lnTo>
                <a:lnTo>
                  <a:pt x="7113708" y="1371600"/>
                </a:lnTo>
                <a:lnTo>
                  <a:pt x="7039708" y="1371600"/>
                </a:lnTo>
                <a:lnTo>
                  <a:pt x="6965718" y="1371600"/>
                </a:lnTo>
                <a:lnTo>
                  <a:pt x="6891719" y="1371600"/>
                </a:lnTo>
                <a:lnTo>
                  <a:pt x="6817728" y="1371600"/>
                </a:lnTo>
                <a:lnTo>
                  <a:pt x="6743729" y="1371600"/>
                </a:lnTo>
                <a:lnTo>
                  <a:pt x="6669738" y="1371600"/>
                </a:lnTo>
                <a:lnTo>
                  <a:pt x="6595739" y="1371600"/>
                </a:lnTo>
                <a:lnTo>
                  <a:pt x="6521739" y="1371600"/>
                </a:lnTo>
                <a:lnTo>
                  <a:pt x="6447749" y="1371600"/>
                </a:lnTo>
                <a:lnTo>
                  <a:pt x="6373749" y="1371600"/>
                </a:lnTo>
                <a:lnTo>
                  <a:pt x="6299759" y="1371600"/>
                </a:lnTo>
                <a:lnTo>
                  <a:pt x="6225759" y="1371600"/>
                </a:lnTo>
                <a:lnTo>
                  <a:pt x="6151769" y="1371600"/>
                </a:lnTo>
                <a:lnTo>
                  <a:pt x="6077769" y="1371600"/>
                </a:lnTo>
                <a:lnTo>
                  <a:pt x="6003779" y="1371600"/>
                </a:lnTo>
                <a:lnTo>
                  <a:pt x="5929779" y="1371600"/>
                </a:lnTo>
                <a:lnTo>
                  <a:pt x="5855789" y="1371600"/>
                </a:lnTo>
                <a:lnTo>
                  <a:pt x="5781789" y="1371600"/>
                </a:lnTo>
                <a:lnTo>
                  <a:pt x="5707790" y="1371600"/>
                </a:lnTo>
                <a:lnTo>
                  <a:pt x="5633799" y="1371600"/>
                </a:lnTo>
                <a:lnTo>
                  <a:pt x="5559800" y="1371600"/>
                </a:lnTo>
                <a:lnTo>
                  <a:pt x="5485809" y="1371600"/>
                </a:lnTo>
                <a:lnTo>
                  <a:pt x="5411810" y="1371600"/>
                </a:lnTo>
                <a:lnTo>
                  <a:pt x="5337820" y="1371600"/>
                </a:lnTo>
                <a:lnTo>
                  <a:pt x="5263820" y="1371600"/>
                </a:lnTo>
                <a:lnTo>
                  <a:pt x="5189830" y="1371600"/>
                </a:lnTo>
                <a:lnTo>
                  <a:pt x="5115830" y="1371600"/>
                </a:lnTo>
                <a:lnTo>
                  <a:pt x="5041830" y="1371600"/>
                </a:lnTo>
                <a:lnTo>
                  <a:pt x="4967840" y="1371600"/>
                </a:lnTo>
                <a:lnTo>
                  <a:pt x="4893840" y="1371600"/>
                </a:lnTo>
                <a:lnTo>
                  <a:pt x="4819850" y="1371600"/>
                </a:lnTo>
                <a:lnTo>
                  <a:pt x="4745850" y="1371600"/>
                </a:lnTo>
                <a:lnTo>
                  <a:pt x="4671860" y="1371600"/>
                </a:lnTo>
                <a:lnTo>
                  <a:pt x="4597860" y="1371600"/>
                </a:lnTo>
                <a:lnTo>
                  <a:pt x="4523870" y="1371600"/>
                </a:lnTo>
                <a:lnTo>
                  <a:pt x="4449870" y="1371600"/>
                </a:lnTo>
                <a:lnTo>
                  <a:pt x="4375871" y="1371600"/>
                </a:lnTo>
                <a:lnTo>
                  <a:pt x="4301881" y="1371600"/>
                </a:lnTo>
                <a:lnTo>
                  <a:pt x="4227881" y="1371600"/>
                </a:lnTo>
                <a:lnTo>
                  <a:pt x="4153891" y="1371600"/>
                </a:lnTo>
                <a:lnTo>
                  <a:pt x="4079891" y="1371600"/>
                </a:lnTo>
                <a:lnTo>
                  <a:pt x="4005901" y="1371600"/>
                </a:lnTo>
                <a:lnTo>
                  <a:pt x="3931901" y="1371600"/>
                </a:lnTo>
                <a:lnTo>
                  <a:pt x="3857911" y="1371600"/>
                </a:lnTo>
                <a:lnTo>
                  <a:pt x="3783911" y="1371600"/>
                </a:lnTo>
                <a:lnTo>
                  <a:pt x="3709911" y="1371600"/>
                </a:lnTo>
                <a:lnTo>
                  <a:pt x="3635921" y="1371600"/>
                </a:lnTo>
                <a:lnTo>
                  <a:pt x="3561921" y="1371600"/>
                </a:lnTo>
                <a:lnTo>
                  <a:pt x="3487931" y="1371600"/>
                </a:lnTo>
                <a:lnTo>
                  <a:pt x="3413931" y="1371600"/>
                </a:lnTo>
                <a:lnTo>
                  <a:pt x="3339941" y="1371600"/>
                </a:lnTo>
                <a:lnTo>
                  <a:pt x="3265942" y="1371600"/>
                </a:lnTo>
                <a:lnTo>
                  <a:pt x="3191951" y="1371600"/>
                </a:lnTo>
                <a:lnTo>
                  <a:pt x="3117952" y="1371600"/>
                </a:lnTo>
                <a:lnTo>
                  <a:pt x="3043952" y="1371600"/>
                </a:lnTo>
                <a:lnTo>
                  <a:pt x="2969962" y="1371600"/>
                </a:lnTo>
                <a:lnTo>
                  <a:pt x="2895962" y="1371600"/>
                </a:lnTo>
                <a:lnTo>
                  <a:pt x="2821972" y="1371600"/>
                </a:lnTo>
                <a:lnTo>
                  <a:pt x="2747972" y="1371600"/>
                </a:lnTo>
                <a:lnTo>
                  <a:pt x="2673982" y="1371600"/>
                </a:lnTo>
                <a:lnTo>
                  <a:pt x="2599982" y="1371600"/>
                </a:lnTo>
                <a:lnTo>
                  <a:pt x="2525992" y="1371600"/>
                </a:lnTo>
                <a:lnTo>
                  <a:pt x="2451992" y="1371600"/>
                </a:lnTo>
                <a:lnTo>
                  <a:pt x="2377992" y="1371600"/>
                </a:lnTo>
                <a:lnTo>
                  <a:pt x="2304002" y="1371600"/>
                </a:lnTo>
                <a:lnTo>
                  <a:pt x="2230003" y="1371600"/>
                </a:lnTo>
                <a:lnTo>
                  <a:pt x="2156012" y="1371600"/>
                </a:lnTo>
                <a:lnTo>
                  <a:pt x="2082013" y="1371600"/>
                </a:lnTo>
                <a:lnTo>
                  <a:pt x="2008022" y="1371600"/>
                </a:lnTo>
                <a:lnTo>
                  <a:pt x="1934023" y="1371600"/>
                </a:lnTo>
                <a:lnTo>
                  <a:pt x="1860032" y="1371600"/>
                </a:lnTo>
                <a:lnTo>
                  <a:pt x="1786033" y="1371600"/>
                </a:lnTo>
                <a:lnTo>
                  <a:pt x="1712033" y="1371600"/>
                </a:lnTo>
                <a:lnTo>
                  <a:pt x="1638043" y="1371600"/>
                </a:lnTo>
                <a:lnTo>
                  <a:pt x="1564043" y="1371600"/>
                </a:lnTo>
                <a:lnTo>
                  <a:pt x="1490053" y="1371600"/>
                </a:lnTo>
                <a:lnTo>
                  <a:pt x="1416053" y="1371600"/>
                </a:lnTo>
                <a:lnTo>
                  <a:pt x="1342063" y="1371600"/>
                </a:lnTo>
                <a:lnTo>
                  <a:pt x="1268063" y="1371600"/>
                </a:lnTo>
                <a:lnTo>
                  <a:pt x="1194064" y="1371600"/>
                </a:lnTo>
                <a:lnTo>
                  <a:pt x="1120073" y="1371600"/>
                </a:lnTo>
                <a:lnTo>
                  <a:pt x="1046074" y="1371600"/>
                </a:lnTo>
                <a:lnTo>
                  <a:pt x="972083" y="1371600"/>
                </a:lnTo>
                <a:lnTo>
                  <a:pt x="898084" y="1371600"/>
                </a:lnTo>
                <a:lnTo>
                  <a:pt x="824093" y="1371600"/>
                </a:lnTo>
                <a:lnTo>
                  <a:pt x="750094" y="1371600"/>
                </a:lnTo>
                <a:lnTo>
                  <a:pt x="676104" y="1371543"/>
                </a:lnTo>
                <a:lnTo>
                  <a:pt x="602304" y="1366657"/>
                </a:lnTo>
                <a:lnTo>
                  <a:pt x="529457" y="1353874"/>
                </a:lnTo>
                <a:lnTo>
                  <a:pt x="458429" y="1333271"/>
                </a:lnTo>
                <a:lnTo>
                  <a:pt x="390049" y="1305087"/>
                </a:lnTo>
                <a:lnTo>
                  <a:pt x="325117" y="1269673"/>
                </a:lnTo>
                <a:lnTo>
                  <a:pt x="264376" y="1227468"/>
                </a:lnTo>
                <a:lnTo>
                  <a:pt x="208521" y="1179005"/>
                </a:lnTo>
                <a:lnTo>
                  <a:pt x="158163" y="1124826"/>
                </a:lnTo>
                <a:lnTo>
                  <a:pt x="113909" y="1065571"/>
                </a:lnTo>
                <a:lnTo>
                  <a:pt x="76276" y="1001906"/>
                </a:lnTo>
                <a:lnTo>
                  <a:pt x="45739" y="934536"/>
                </a:lnTo>
                <a:lnTo>
                  <a:pt x="22689" y="864260"/>
                </a:lnTo>
                <a:lnTo>
                  <a:pt x="7401" y="791909"/>
                </a:lnTo>
                <a:lnTo>
                  <a:pt x="0" y="718318"/>
                </a:lnTo>
                <a:lnTo>
                  <a:pt x="476" y="644357"/>
                </a:lnTo>
                <a:lnTo>
                  <a:pt x="8830" y="570871"/>
                </a:lnTo>
                <a:lnTo>
                  <a:pt x="25070" y="498719"/>
                </a:lnTo>
                <a:lnTo>
                  <a:pt x="49044" y="428749"/>
                </a:lnTo>
                <a:lnTo>
                  <a:pt x="80458" y="361798"/>
                </a:lnTo>
                <a:lnTo>
                  <a:pt x="118910" y="298618"/>
                </a:lnTo>
                <a:lnTo>
                  <a:pt x="163935" y="239944"/>
                </a:lnTo>
                <a:lnTo>
                  <a:pt x="214989" y="186433"/>
                </a:lnTo>
                <a:lnTo>
                  <a:pt x="271472" y="138684"/>
                </a:lnTo>
                <a:lnTo>
                  <a:pt x="332756" y="97279"/>
                </a:lnTo>
                <a:lnTo>
                  <a:pt x="398135" y="62713"/>
                </a:lnTo>
                <a:lnTo>
                  <a:pt x="466877" y="35423"/>
                </a:lnTo>
                <a:lnTo>
                  <a:pt x="538182" y="15764"/>
                </a:lnTo>
                <a:lnTo>
                  <a:pt x="611181" y="3934"/>
                </a:lnTo>
                <a:lnTo>
                  <a:pt x="685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89BC7"/>
            </a:solidFill>
            <a:prstDash val="solid"/>
          </a:ln>
        </p:spPr>
      </p:sp>
      <p:sp>
        <p:nvSpPr>
          <p:cNvPr id="6" name="cycle-arrow-forward">
            <a:extLst xmlns:a="http://schemas.openxmlformats.org/drawingml/2006/main">
              <a:ext uri="{FF2B5EF4-FFF2-40B4-BE49-F238E27FC236}">
                <a16:creationId xmlns:a16="http://schemas.microsoft.com/office/drawing/2014/main" id="{607D3D84-0624-4F78-A9C0-5620613A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3790950"/>
            <a:ext cx="170250" cy="208998"/>
          </a:xfrm>
          <a:custGeom xmlns:a="http://schemas.openxmlformats.org/drawingml/2006/main">
            <a:pathLst>
              <a:path w="170250" h="208998">
                <a:moveTo>
                  <a:pt x="0" y="0"/>
                </a:moveTo>
                <a:lnTo>
                  <a:pt x="7163" y="17507"/>
                </a:lnTo>
                <a:lnTo>
                  <a:pt x="14326" y="35014"/>
                </a:lnTo>
                <a:lnTo>
                  <a:pt x="21488" y="52530"/>
                </a:lnTo>
                <a:lnTo>
                  <a:pt x="28651" y="70037"/>
                </a:lnTo>
                <a:lnTo>
                  <a:pt x="35814" y="87544"/>
                </a:lnTo>
                <a:lnTo>
                  <a:pt x="42977" y="105051"/>
                </a:lnTo>
                <a:lnTo>
                  <a:pt x="50140" y="122558"/>
                </a:lnTo>
                <a:lnTo>
                  <a:pt x="57302" y="140065"/>
                </a:lnTo>
                <a:lnTo>
                  <a:pt x="64465" y="157582"/>
                </a:lnTo>
                <a:lnTo>
                  <a:pt x="71628" y="175089"/>
                </a:lnTo>
                <a:lnTo>
                  <a:pt x="78791" y="192596"/>
                </a:lnTo>
                <a:lnTo>
                  <a:pt x="85954" y="208998"/>
                </a:lnTo>
                <a:lnTo>
                  <a:pt x="93116" y="191491"/>
                </a:lnTo>
                <a:lnTo>
                  <a:pt x="100279" y="173984"/>
                </a:lnTo>
                <a:lnTo>
                  <a:pt x="107442" y="156467"/>
                </a:lnTo>
                <a:lnTo>
                  <a:pt x="114605" y="138960"/>
                </a:lnTo>
                <a:lnTo>
                  <a:pt x="121768" y="121453"/>
                </a:lnTo>
                <a:lnTo>
                  <a:pt x="128930" y="103946"/>
                </a:lnTo>
                <a:lnTo>
                  <a:pt x="136093" y="86439"/>
                </a:lnTo>
                <a:lnTo>
                  <a:pt x="143256" y="68923"/>
                </a:lnTo>
                <a:lnTo>
                  <a:pt x="150419" y="51416"/>
                </a:lnTo>
                <a:lnTo>
                  <a:pt x="157582" y="33909"/>
                </a:lnTo>
                <a:lnTo>
                  <a:pt x="164744" y="16402"/>
                </a:lnTo>
                <a:lnTo>
                  <a:pt x="170250" y="0"/>
                </a:lnTo>
                <a:lnTo>
                  <a:pt x="151333" y="0"/>
                </a:lnTo>
                <a:lnTo>
                  <a:pt x="132417" y="0"/>
                </a:lnTo>
                <a:lnTo>
                  <a:pt x="113500" y="0"/>
                </a:lnTo>
                <a:lnTo>
                  <a:pt x="94583" y="0"/>
                </a:lnTo>
                <a:lnTo>
                  <a:pt x="75667" y="0"/>
                </a:lnTo>
                <a:lnTo>
                  <a:pt x="56750" y="0"/>
                </a:lnTo>
                <a:lnTo>
                  <a:pt x="37833" y="0"/>
                </a:lnTo>
                <a:lnTo>
                  <a:pt x="1891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67FB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7" name="cycle-arrow-return">
            <a:extLst xmlns:a="http://schemas.openxmlformats.org/drawingml/2006/main">
              <a:ext uri="{FF2B5EF4-FFF2-40B4-BE49-F238E27FC236}">
                <a16:creationId xmlns:a16="http://schemas.microsoft.com/office/drawing/2014/main" id="{F2D1DFA4-9361-429E-8E90-0370E724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62150" y="3848652"/>
            <a:ext cx="170250" cy="208998"/>
          </a:xfrm>
          <a:custGeom xmlns:a="http://schemas.openxmlformats.org/drawingml/2006/main">
            <a:pathLst>
              <a:path w="170250" h="208998">
                <a:moveTo>
                  <a:pt x="0" y="208998"/>
                </a:moveTo>
                <a:lnTo>
                  <a:pt x="7163" y="191491"/>
                </a:lnTo>
                <a:lnTo>
                  <a:pt x="14326" y="173984"/>
                </a:lnTo>
                <a:lnTo>
                  <a:pt x="21488" y="156467"/>
                </a:lnTo>
                <a:lnTo>
                  <a:pt x="28651" y="138960"/>
                </a:lnTo>
                <a:lnTo>
                  <a:pt x="35814" y="121453"/>
                </a:lnTo>
                <a:lnTo>
                  <a:pt x="42977" y="103946"/>
                </a:lnTo>
                <a:lnTo>
                  <a:pt x="50140" y="86439"/>
                </a:lnTo>
                <a:lnTo>
                  <a:pt x="57302" y="68923"/>
                </a:lnTo>
                <a:lnTo>
                  <a:pt x="64465" y="51416"/>
                </a:lnTo>
                <a:lnTo>
                  <a:pt x="71628" y="33909"/>
                </a:lnTo>
                <a:lnTo>
                  <a:pt x="78791" y="16402"/>
                </a:lnTo>
                <a:lnTo>
                  <a:pt x="85954" y="0"/>
                </a:lnTo>
                <a:lnTo>
                  <a:pt x="93116" y="17507"/>
                </a:lnTo>
                <a:lnTo>
                  <a:pt x="100279" y="35014"/>
                </a:lnTo>
                <a:lnTo>
                  <a:pt x="107442" y="52530"/>
                </a:lnTo>
                <a:lnTo>
                  <a:pt x="114605" y="70037"/>
                </a:lnTo>
                <a:lnTo>
                  <a:pt x="121768" y="87544"/>
                </a:lnTo>
                <a:lnTo>
                  <a:pt x="128930" y="105051"/>
                </a:lnTo>
                <a:lnTo>
                  <a:pt x="136093" y="122558"/>
                </a:lnTo>
                <a:lnTo>
                  <a:pt x="143256" y="140065"/>
                </a:lnTo>
                <a:lnTo>
                  <a:pt x="150419" y="157582"/>
                </a:lnTo>
                <a:lnTo>
                  <a:pt x="157582" y="175089"/>
                </a:lnTo>
                <a:lnTo>
                  <a:pt x="164744" y="192596"/>
                </a:lnTo>
                <a:lnTo>
                  <a:pt x="170250" y="208998"/>
                </a:lnTo>
                <a:lnTo>
                  <a:pt x="151333" y="208998"/>
                </a:lnTo>
                <a:lnTo>
                  <a:pt x="132417" y="208998"/>
                </a:lnTo>
                <a:lnTo>
                  <a:pt x="113500" y="208998"/>
                </a:lnTo>
                <a:lnTo>
                  <a:pt x="94583" y="208998"/>
                </a:lnTo>
                <a:lnTo>
                  <a:pt x="75667" y="208998"/>
                </a:lnTo>
                <a:lnTo>
                  <a:pt x="56750" y="208998"/>
                </a:lnTo>
                <a:lnTo>
                  <a:pt x="37833" y="208998"/>
                </a:lnTo>
                <a:lnTo>
                  <a:pt x="18917" y="208998"/>
                </a:lnTo>
                <a:lnTo>
                  <a:pt x="0" y="208998"/>
                </a:lnTo>
                <a:close/>
              </a:path>
            </a:pathLst>
          </a:custGeom>
          <a:solidFill xmlns:a="http://schemas.openxmlformats.org/drawingml/2006/main">
            <a:srgbClr val="567FB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cycle-center-halo">
            <a:extLst xmlns:a="http://schemas.openxmlformats.org/drawingml/2006/main">
              <a:ext uri="{FF2B5EF4-FFF2-40B4-BE49-F238E27FC236}">
                <a16:creationId xmlns:a16="http://schemas.microsoft.com/office/drawing/2014/main" id="{8598BE89-87E7-4DEF-BD4A-01DF6BAE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3533775"/>
            <a:ext cx="30480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0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9" name="cycle-stage-connector-0">
            <a:extLst xmlns:a="http://schemas.openxmlformats.org/drawingml/2006/main">
              <a:ext uri="{FF2B5EF4-FFF2-40B4-BE49-F238E27FC236}">
                <a16:creationId xmlns:a16="http://schemas.microsoft.com/office/drawing/2014/main" id="{19395279-C4CD-40F4-84B2-320F1042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2762250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7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ycle-stage-connector-1">
            <a:extLst xmlns:a="http://schemas.openxmlformats.org/drawingml/2006/main">
              <a:ext uri="{FF2B5EF4-FFF2-40B4-BE49-F238E27FC236}">
                <a16:creationId xmlns:a16="http://schemas.microsoft.com/office/drawing/2014/main" id="{F41ECC2E-8D01-40CF-BE56-CFD524C2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2762250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7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ycle-stage-connector-2">
            <a:extLst xmlns:a="http://schemas.openxmlformats.org/drawingml/2006/main">
              <a:ext uri="{FF2B5EF4-FFF2-40B4-BE49-F238E27FC236}">
                <a16:creationId xmlns:a16="http://schemas.microsoft.com/office/drawing/2014/main" id="{1C69D4EC-D62A-4D5E-89F8-EE9AC55C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4905375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7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ycle-stage-connector-3">
            <a:extLst xmlns:a="http://schemas.openxmlformats.org/drawingml/2006/main">
              <a:ext uri="{FF2B5EF4-FFF2-40B4-BE49-F238E27FC236}">
                <a16:creationId xmlns:a16="http://schemas.microsoft.com/office/drawing/2014/main" id="{8AC2E2C9-1432-4071-9C1F-8870B054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19600" y="4905375"/>
            <a:ext cx="19050" cy="1809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7C8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ycle-center-surface">
            <a:extLst xmlns:a="http://schemas.openxmlformats.org/drawingml/2006/main">
              <a:ext uri="{FF2B5EF4-FFF2-40B4-BE49-F238E27FC236}">
                <a16:creationId xmlns:a16="http://schemas.microsoft.com/office/drawing/2014/main" id="{6298B324-54F0-4F90-BD8D-4906434C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7250" y="3629025"/>
            <a:ext cx="2857500" cy="590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E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4" name="cycle-stage-halo-0">
            <a:extLst xmlns:a="http://schemas.openxmlformats.org/drawingml/2006/main">
              <a:ext uri="{FF2B5EF4-FFF2-40B4-BE49-F238E27FC236}">
                <a16:creationId xmlns:a16="http://schemas.microsoft.com/office/drawing/2014/main" id="{4FBE89FE-6C68-4914-8A33-DD70701F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28670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cycle-stage-title-0">
            <a:extLst xmlns:a="http://schemas.openxmlformats.org/drawingml/2006/main">
              <a:ext uri="{FF2B5EF4-FFF2-40B4-BE49-F238E27FC236}">
                <a16:creationId xmlns:a16="http://schemas.microsoft.com/office/drawing/2014/main" id="{E0772CB3-E589-43BC-A6A2-83599EC1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1857823"/>
            <a:ext cx="20955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rPr>
              <a:t>识别现状</a:t>
            </a:r>
          </a:p>
        </p:txBody>
      </p:sp>
      <p:sp>
        <p:nvSpPr>
          <p:cNvPr id="16" name="cycle-stage-body-0">
            <a:extLst xmlns:a="http://schemas.openxmlformats.org/drawingml/2006/main">
              <a:ext uri="{FF2B5EF4-FFF2-40B4-BE49-F238E27FC236}">
                <a16:creationId xmlns:a16="http://schemas.microsoft.com/office/drawing/2014/main" id="{268C67EC-AC0D-42BC-9FFD-5314E494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2180034"/>
            <a:ext cx="2095500" cy="4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rPr>
              <a:t>明确本轮需要解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rPr>
              <a:t>决的关键问题</a:t>
            </a:r>
          </a:p>
        </p:txBody>
      </p:sp>
      <p:sp>
        <p:nvSpPr>
          <p:cNvPr id="17" name="cycle-stage-halo-1">
            <a:extLst xmlns:a="http://schemas.openxmlformats.org/drawingml/2006/main">
              <a:ext uri="{FF2B5EF4-FFF2-40B4-BE49-F238E27FC236}">
                <a16:creationId xmlns:a16="http://schemas.microsoft.com/office/drawing/2014/main" id="{FAA4C808-975D-4A69-89D6-F18D58BA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28670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cycle-stage-title-1">
            <a:extLst xmlns:a="http://schemas.openxmlformats.org/drawingml/2006/main">
              <a:ext uri="{FF2B5EF4-FFF2-40B4-BE49-F238E27FC236}">
                <a16:creationId xmlns:a16="http://schemas.microsoft.com/office/drawing/2014/main" id="{EDD985C0-0229-425A-BE03-57262C18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1857823"/>
            <a:ext cx="20955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rPr>
              <a:t>形成判断</a:t>
            </a:r>
          </a:p>
        </p:txBody>
      </p:sp>
      <p:sp>
        <p:nvSpPr>
          <p:cNvPr id="19" name="cycle-stage-body-1">
            <a:extLst xmlns:a="http://schemas.openxmlformats.org/drawingml/2006/main">
              <a:ext uri="{FF2B5EF4-FFF2-40B4-BE49-F238E27FC236}">
                <a16:creationId xmlns:a16="http://schemas.microsoft.com/office/drawing/2014/main" id="{5F448751-5419-47C5-B189-AB7F1952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2180034"/>
            <a:ext cx="2095500" cy="4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rPr>
              <a:t>结合目标与约束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rPr>
              <a:t>确定行动重点</a:t>
            </a:r>
          </a:p>
        </p:txBody>
      </p:sp>
      <p:sp>
        <p:nvSpPr>
          <p:cNvPr id="20" name="cycle-stage-halo-2">
            <a:extLst xmlns:a="http://schemas.openxmlformats.org/drawingml/2006/main">
              <a:ext uri="{FF2B5EF4-FFF2-40B4-BE49-F238E27FC236}">
                <a16:creationId xmlns:a16="http://schemas.microsoft.com/office/drawing/2014/main" id="{C859AE35-A3BD-49C2-9084-E3E5ADE5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91400" y="4238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cycle-stage-title-2">
            <a:extLst xmlns:a="http://schemas.openxmlformats.org/drawingml/2006/main">
              <a:ext uri="{FF2B5EF4-FFF2-40B4-BE49-F238E27FC236}">
                <a16:creationId xmlns:a16="http://schemas.microsoft.com/office/drawing/2014/main" id="{79E3983A-8D7C-4A21-A2CE-8EA4654F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353650"/>
            <a:ext cx="20955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rPr>
              <a:t>推进执行</a:t>
            </a:r>
          </a:p>
        </p:txBody>
      </p:sp>
      <p:sp>
        <p:nvSpPr>
          <p:cNvPr id="22" name="cycle-stage-body-2">
            <a:extLst xmlns:a="http://schemas.openxmlformats.org/drawingml/2006/main">
              <a:ext uri="{FF2B5EF4-FFF2-40B4-BE49-F238E27FC236}">
                <a16:creationId xmlns:a16="http://schemas.microsoft.com/office/drawing/2014/main" id="{AF14BD18-D85E-40D5-BE91-8AE45FCC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675862"/>
            <a:ext cx="2095500" cy="209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rPr>
              <a:t>按既定路径落实核心动作</a:t>
            </a:r>
          </a:p>
        </p:txBody>
      </p:sp>
      <p:sp>
        <p:nvSpPr>
          <p:cNvPr id="23" name="cycle-stage-halo-3">
            <a:extLst xmlns:a="http://schemas.openxmlformats.org/drawingml/2006/main">
              <a:ext uri="{FF2B5EF4-FFF2-40B4-BE49-F238E27FC236}">
                <a16:creationId xmlns:a16="http://schemas.microsoft.com/office/drawing/2014/main" id="{A696E515-705D-47A7-9816-0B208655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423862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0F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cycle-stage-title-3">
            <a:extLst xmlns:a="http://schemas.openxmlformats.org/drawingml/2006/main">
              <a:ext uri="{FF2B5EF4-FFF2-40B4-BE49-F238E27FC236}">
                <a16:creationId xmlns:a16="http://schemas.microsoft.com/office/drawing/2014/main" id="{BCE2F22D-D484-4053-84DC-E9415325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5248723"/>
            <a:ext cx="2095500" cy="265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2B527F"/>
                </a:solidFill>
                <a:latin typeface="Microsoft YaHei"/>
                <a:ea typeface="Microsoft YaHei"/>
                <a:cs typeface="Microsoft YaHei"/>
              </a:rPr>
              <a:t>复盘结果</a:t>
            </a:r>
          </a:p>
        </p:txBody>
      </p:sp>
      <p:sp>
        <p:nvSpPr>
          <p:cNvPr id="25" name="cycle-stage-body-3">
            <a:extLst xmlns:a="http://schemas.openxmlformats.org/drawingml/2006/main">
              <a:ext uri="{FF2B5EF4-FFF2-40B4-BE49-F238E27FC236}">
                <a16:creationId xmlns:a16="http://schemas.microsoft.com/office/drawing/2014/main" id="{9B5BB45A-D07D-4DA9-8088-501BF31C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5570934"/>
            <a:ext cx="2095500" cy="41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rPr>
              <a:t>对照预期识别偏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6A788A"/>
                </a:solidFill>
                <a:latin typeface="Microsoft YaHei"/>
                <a:ea typeface="Microsoft YaHei"/>
                <a:cs typeface="Microsoft YaHei"/>
              </a:rPr>
              <a:t>差与有效做法</a:t>
            </a:r>
          </a:p>
        </p:txBody>
      </p:sp>
      <p:sp>
        <p:nvSpPr>
          <p:cNvPr id="26" name="cycle-center-title">
            <a:extLst xmlns:a="http://schemas.openxmlformats.org/drawingml/2006/main">
              <a:ext uri="{FF2B5EF4-FFF2-40B4-BE49-F238E27FC236}">
                <a16:creationId xmlns:a16="http://schemas.microsoft.com/office/drawing/2014/main" id="{A678F9DF-5E81-4FFE-BEED-2D86AEA8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690042"/>
            <a:ext cx="2400300" cy="219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0" b="1" i="0">
                <a:solidFill>
                  <a:srgbClr val="2C56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i="0">
                <a:solidFill>
                  <a:srgbClr val="2C568C"/>
                </a:solidFill>
                <a:latin typeface="Microsoft YaHei"/>
                <a:ea typeface="Microsoft YaHei"/>
                <a:cs typeface="Microsoft YaHei"/>
              </a:rPr>
              <a:t>持续反馈</a:t>
            </a:r>
          </a:p>
        </p:txBody>
      </p:sp>
      <p:sp>
        <p:nvSpPr>
          <p:cNvPr id="27" name="cycle-center-body">
            <a:extLst xmlns:a="http://schemas.openxmlformats.org/drawingml/2006/main">
              <a:ext uri="{FF2B5EF4-FFF2-40B4-BE49-F238E27FC236}">
                <a16:creationId xmlns:a16="http://schemas.microsoft.com/office/drawing/2014/main" id="{C3D307BB-2EFC-4475-BA0B-B148DE6C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95850" y="3966572"/>
            <a:ext cx="2400300" cy="1919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00" b="0" i="0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i="0">
                <a:solidFill>
                  <a:srgbClr val="74849A"/>
                </a:solidFill>
                <a:latin typeface="Microsoft YaHei"/>
                <a:ea typeface="Microsoft YaHei"/>
                <a:cs typeface="Microsoft YaHei"/>
              </a:rPr>
              <a:t>每轮结果进入下一轮</a:t>
            </a:r>
          </a:p>
        </p:txBody>
      </p:sp>
      <p:sp>
        <p:nvSpPr>
          <p:cNvPr id="28" name="cycle-stage-node-0">
            <a:extLst xmlns:a="http://schemas.openxmlformats.org/drawingml/2006/main">
              <a:ext uri="{FF2B5EF4-FFF2-40B4-BE49-F238E27FC236}">
                <a16:creationId xmlns:a16="http://schemas.microsoft.com/office/drawing/2014/main" id="{F7D313E6-5235-4EC1-AD77-2541B8D6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F9F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9" name="cycle-stage-node-1">
            <a:extLst xmlns:a="http://schemas.openxmlformats.org/drawingml/2006/main">
              <a:ext uri="{FF2B5EF4-FFF2-40B4-BE49-F238E27FC236}">
                <a16:creationId xmlns:a16="http://schemas.microsoft.com/office/drawing/2014/main" id="{5D21646D-557F-460C-8E78-743ABB83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29432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74B2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0" name="cycle-stage-node-2">
            <a:extLst xmlns:a="http://schemas.openxmlformats.org/drawingml/2006/main">
              <a:ext uri="{FF2B5EF4-FFF2-40B4-BE49-F238E27FC236}">
                <a16:creationId xmlns:a16="http://schemas.microsoft.com/office/drawing/2014/main" id="{CC053B69-EBC8-4760-BA4D-E1DF5151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7600" y="43148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87C0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cycle-stage-node-3">
            <a:extLst xmlns:a="http://schemas.openxmlformats.org/drawingml/2006/main">
              <a:ext uri="{FF2B5EF4-FFF2-40B4-BE49-F238E27FC236}">
                <a16:creationId xmlns:a16="http://schemas.microsoft.com/office/drawing/2014/main" id="{8D26FF33-70E6-488A-B889-799DF862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3850" y="431482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96C8"/>
          </a:solidFill>
          <a:ln xmlns:a="http://schemas.openxmlformats.org/drawingml/2006/main" w="9525">
            <a:solidFill>
              <a:srgbClr val="FFFFFF">
                <a:alpha val="84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64132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71450" dist="76200" dir="5400000">
              <a:srgbClr val="2A4F7F">
                <a:alpha val="10000"/>
              </a:srgbClr>
            </a:outerShdw>
          </a:effectLst>
        </a:effectStyle>
        <a:effectStyle>
          <a:effectLst>
            <a:outerShdw blurRad="142875" dist="66675" dir="5400000">
              <a:srgbClr val="284D7E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2026-08-25T15:24:35.3030000Z</dcterms:created>
  <dcterms:modified xsi:type="dcterms:W3CDTF">2026-08-25T15:24:35.3040000Z</dcterms:modified>
</coreProperties>
</file>