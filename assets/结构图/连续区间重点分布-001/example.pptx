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c5321dc984f4d24" /><Relationship Type="http://schemas.openxmlformats.org/officeDocument/2006/relationships/extended-properties" Target="/docProps/app.xml" Id="R3289a48daed748b5" /><Relationship Type="http://schemas.openxmlformats.org/officeDocument/2006/relationships/officeDocument" Target="/ppt/presentation.xml" Id="R40c28c3ff55e435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eb7e5a60454558"/>
  </p:sldMasterIdLst>
  <p:notesMasterIdLst>
    <p:notesMasterId xmlns:r="http://schemas.openxmlformats.org/officeDocument/2006/relationships" r:id="R9f5cb90b5d3d4f70"/>
  </p:notesMasterIdLst>
  <p:sldIdLst>
    <p:sldId xmlns:r="http://schemas.openxmlformats.org/officeDocument/2006/relationships" id="256" r:id="R76da919752a6416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cce60b03b44ff2" /><Relationship Type="http://schemas.openxmlformats.org/officeDocument/2006/relationships/slideMaster" Target="/ppt/slideMasters/slideMaster1.xml" Id="R9ceb7e5a60454558" /><Relationship Type="http://schemas.openxmlformats.org/officeDocument/2006/relationships/notesMaster" Target="/ppt/notesMasters/notesMaster1.xml" Id="R9f5cb90b5d3d4f70" /><Relationship Type="http://schemas.openxmlformats.org/officeDocument/2006/relationships/presProps" Target="/ppt/presProps.xml" Id="R80062f3d62ae4459" /><Relationship Type="http://schemas.openxmlformats.org/officeDocument/2006/relationships/tableStyles" Target="/ppt/tableStyles.xml" Id="R572516c779d34dc1" /><Relationship Type="http://schemas.openxmlformats.org/officeDocument/2006/relationships/slide" Target="/ppt/slides/slide1.xml" Id="R76da919752a641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9d0b6eb3f0c46b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0" dist="8572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266700" dist="133350" dir="5400000">
              <a:srgbClr val="2F5EA8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6b47488b70e41ca" /><Relationship Type="http://schemas.openxmlformats.org/officeDocument/2006/relationships/notesMaster" Target="/ppt/notesMasters/notesMaster1.xml" Id="Rc280b9f7647d445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9039b4f564469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0ef9c463e8481d" /><Relationship Type="http://schemas.openxmlformats.org/officeDocument/2006/relationships/slideLayout" Target="/ppt/slideLayouts/slideLayout1.xml" Id="Rfeba506663f54fc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eba506663f54fc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0" dist="8572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266700" dist="133350" dir="5400000">
              <a:srgbClr val="2F5EA8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f4048ac04f4b49" /><Relationship Type="http://schemas.openxmlformats.org/officeDocument/2006/relationships/notesSlide" Target="/ppt/notesSlides/notesSlide1.xml" Id="R17b162349fa344a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pectrum-density-fill">
            <a:extLst xmlns:a="http://schemas.openxmlformats.org/drawingml/2006/main">
              <a:ext uri="{FF2B5EF4-FFF2-40B4-BE49-F238E27FC236}">
                <a16:creationId xmlns:a16="http://schemas.microsoft.com/office/drawing/2014/main" id="{7A74CC55-4B72-49A6-8330-68CC61ECA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1620250"/>
            <a:ext cx="10191750" cy="3599450"/>
          </a:xfrm>
          <a:custGeom xmlns:a="http://schemas.openxmlformats.org/drawingml/2006/main">
            <a:pathLst>
              <a:path w="10191750" h="3599450">
                <a:moveTo>
                  <a:pt x="0" y="3599450"/>
                </a:moveTo>
                <a:lnTo>
                  <a:pt x="0" y="3502752"/>
                </a:lnTo>
                <a:lnTo>
                  <a:pt x="0" y="3406064"/>
                </a:lnTo>
                <a:lnTo>
                  <a:pt x="0" y="3309366"/>
                </a:lnTo>
                <a:lnTo>
                  <a:pt x="0" y="3212668"/>
                </a:lnTo>
                <a:lnTo>
                  <a:pt x="79905" y="3172273"/>
                </a:lnTo>
                <a:lnTo>
                  <a:pt x="170450" y="3138364"/>
                </a:lnTo>
                <a:lnTo>
                  <a:pt x="260385" y="3102854"/>
                </a:lnTo>
                <a:lnTo>
                  <a:pt x="349682" y="3065764"/>
                </a:lnTo>
                <a:lnTo>
                  <a:pt x="438140" y="3026702"/>
                </a:lnTo>
                <a:lnTo>
                  <a:pt x="525770" y="2985840"/>
                </a:lnTo>
                <a:lnTo>
                  <a:pt x="612705" y="2943511"/>
                </a:lnTo>
                <a:lnTo>
                  <a:pt x="698925" y="2899762"/>
                </a:lnTo>
                <a:lnTo>
                  <a:pt x="784308" y="2854376"/>
                </a:lnTo>
                <a:lnTo>
                  <a:pt x="868718" y="2807208"/>
                </a:lnTo>
                <a:lnTo>
                  <a:pt x="952386" y="2758754"/>
                </a:lnTo>
                <a:lnTo>
                  <a:pt x="1035339" y="2709072"/>
                </a:lnTo>
                <a:lnTo>
                  <a:pt x="1117406" y="2657932"/>
                </a:lnTo>
                <a:lnTo>
                  <a:pt x="1198531" y="2605316"/>
                </a:lnTo>
                <a:lnTo>
                  <a:pt x="1278988" y="2551690"/>
                </a:lnTo>
                <a:lnTo>
                  <a:pt x="1358808" y="2497112"/>
                </a:lnTo>
                <a:lnTo>
                  <a:pt x="1437561" y="2441010"/>
                </a:lnTo>
                <a:lnTo>
                  <a:pt x="1515732" y="2384098"/>
                </a:lnTo>
                <a:lnTo>
                  <a:pt x="1593323" y="2326405"/>
                </a:lnTo>
                <a:lnTo>
                  <a:pt x="1670056" y="2267560"/>
                </a:lnTo>
                <a:lnTo>
                  <a:pt x="1746209" y="2207981"/>
                </a:lnTo>
                <a:lnTo>
                  <a:pt x="1821923" y="2147830"/>
                </a:lnTo>
                <a:lnTo>
                  <a:pt x="1896904" y="2086785"/>
                </a:lnTo>
                <a:lnTo>
                  <a:pt x="1971399" y="2025129"/>
                </a:lnTo>
                <a:lnTo>
                  <a:pt x="2045522" y="1963036"/>
                </a:lnTo>
                <a:lnTo>
                  <a:pt x="2119093" y="1900295"/>
                </a:lnTo>
                <a:lnTo>
                  <a:pt x="2192331" y="1837153"/>
                </a:lnTo>
                <a:lnTo>
                  <a:pt x="2265293" y="1773698"/>
                </a:lnTo>
                <a:lnTo>
                  <a:pt x="2337826" y="1709757"/>
                </a:lnTo>
                <a:lnTo>
                  <a:pt x="2410225" y="1645653"/>
                </a:lnTo>
                <a:lnTo>
                  <a:pt x="2482425" y="1581341"/>
                </a:lnTo>
                <a:lnTo>
                  <a:pt x="2554405" y="1516771"/>
                </a:lnTo>
                <a:lnTo>
                  <a:pt x="2626338" y="1452153"/>
                </a:lnTo>
                <a:lnTo>
                  <a:pt x="2698280" y="1387535"/>
                </a:lnTo>
                <a:lnTo>
                  <a:pt x="2770232" y="1322946"/>
                </a:lnTo>
                <a:lnTo>
                  <a:pt x="2842231" y="1258405"/>
                </a:lnTo>
                <a:lnTo>
                  <a:pt x="2914412" y="1194054"/>
                </a:lnTo>
                <a:lnTo>
                  <a:pt x="2986821" y="1129970"/>
                </a:lnTo>
                <a:lnTo>
                  <a:pt x="3059401" y="1066076"/>
                </a:lnTo>
                <a:lnTo>
                  <a:pt x="3132458" y="1002735"/>
                </a:lnTo>
                <a:lnTo>
                  <a:pt x="3205848" y="939775"/>
                </a:lnTo>
                <a:lnTo>
                  <a:pt x="3279600" y="877243"/>
                </a:lnTo>
                <a:lnTo>
                  <a:pt x="3354143" y="815645"/>
                </a:lnTo>
                <a:lnTo>
                  <a:pt x="3429152" y="754637"/>
                </a:lnTo>
                <a:lnTo>
                  <a:pt x="3504762" y="694353"/>
                </a:lnTo>
                <a:lnTo>
                  <a:pt x="3581467" y="635479"/>
                </a:lnTo>
                <a:lnTo>
                  <a:pt x="3658857" y="577529"/>
                </a:lnTo>
                <a:lnTo>
                  <a:pt x="3736991" y="520560"/>
                </a:lnTo>
                <a:lnTo>
                  <a:pt x="3816648" y="465753"/>
                </a:lnTo>
                <a:lnTo>
                  <a:pt x="3897278" y="412385"/>
                </a:lnTo>
                <a:lnTo>
                  <a:pt x="3978926" y="360597"/>
                </a:lnTo>
                <a:lnTo>
                  <a:pt x="4062003" y="311125"/>
                </a:lnTo>
                <a:lnTo>
                  <a:pt x="4146661" y="264424"/>
                </a:lnTo>
                <a:lnTo>
                  <a:pt x="4232596" y="220132"/>
                </a:lnTo>
                <a:lnTo>
                  <a:pt x="4319864" y="178546"/>
                </a:lnTo>
                <a:lnTo>
                  <a:pt x="4408732" y="140427"/>
                </a:lnTo>
                <a:lnTo>
                  <a:pt x="4499324" y="106651"/>
                </a:lnTo>
                <a:lnTo>
                  <a:pt x="4591260" y="76791"/>
                </a:lnTo>
                <a:lnTo>
                  <a:pt x="4684452" y="51168"/>
                </a:lnTo>
                <a:lnTo>
                  <a:pt x="4778797" y="30166"/>
                </a:lnTo>
                <a:lnTo>
                  <a:pt x="4874143" y="14126"/>
                </a:lnTo>
                <a:lnTo>
                  <a:pt x="4970326" y="4181"/>
                </a:lnTo>
                <a:lnTo>
                  <a:pt x="5066909" y="0"/>
                </a:lnTo>
                <a:lnTo>
                  <a:pt x="5163550" y="1334"/>
                </a:lnTo>
                <a:lnTo>
                  <a:pt x="5259943" y="8163"/>
                </a:lnTo>
                <a:lnTo>
                  <a:pt x="5355822" y="20355"/>
                </a:lnTo>
                <a:lnTo>
                  <a:pt x="5450919" y="37700"/>
                </a:lnTo>
                <a:lnTo>
                  <a:pt x="5544969" y="60169"/>
                </a:lnTo>
                <a:lnTo>
                  <a:pt x="5637552" y="88049"/>
                </a:lnTo>
                <a:lnTo>
                  <a:pt x="5728773" y="120015"/>
                </a:lnTo>
                <a:lnTo>
                  <a:pt x="5818613" y="155696"/>
                </a:lnTo>
                <a:lnTo>
                  <a:pt x="5907062" y="194720"/>
                </a:lnTo>
                <a:lnTo>
                  <a:pt x="5993968" y="237115"/>
                </a:lnTo>
                <a:lnTo>
                  <a:pt x="6079131" y="282893"/>
                </a:lnTo>
                <a:lnTo>
                  <a:pt x="6163018" y="330937"/>
                </a:lnTo>
                <a:lnTo>
                  <a:pt x="6245723" y="381019"/>
                </a:lnTo>
                <a:lnTo>
                  <a:pt x="6327048" y="433340"/>
                </a:lnTo>
                <a:lnTo>
                  <a:pt x="6407001" y="487699"/>
                </a:lnTo>
                <a:lnTo>
                  <a:pt x="6486058" y="543373"/>
                </a:lnTo>
                <a:lnTo>
                  <a:pt x="6564182" y="600342"/>
                </a:lnTo>
                <a:lnTo>
                  <a:pt x="6641040" y="659016"/>
                </a:lnTo>
                <a:lnTo>
                  <a:pt x="6717268" y="718499"/>
                </a:lnTo>
                <a:lnTo>
                  <a:pt x="6792878" y="778783"/>
                </a:lnTo>
                <a:lnTo>
                  <a:pt x="6867487" y="840296"/>
                </a:lnTo>
                <a:lnTo>
                  <a:pt x="6941687" y="902294"/>
                </a:lnTo>
                <a:lnTo>
                  <a:pt x="7015448" y="964816"/>
                </a:lnTo>
                <a:lnTo>
                  <a:pt x="7088553" y="1028100"/>
                </a:lnTo>
                <a:lnTo>
                  <a:pt x="7161428" y="1091660"/>
                </a:lnTo>
                <a:lnTo>
                  <a:pt x="7233999" y="1155563"/>
                </a:lnTo>
                <a:lnTo>
                  <a:pt x="7306246" y="1219829"/>
                </a:lnTo>
                <a:lnTo>
                  <a:pt x="7378370" y="1284227"/>
                </a:lnTo>
                <a:lnTo>
                  <a:pt x="7450341" y="1348816"/>
                </a:lnTo>
                <a:lnTo>
                  <a:pt x="7522283" y="1413415"/>
                </a:lnTo>
                <a:lnTo>
                  <a:pt x="7594225" y="1478032"/>
                </a:lnTo>
                <a:lnTo>
                  <a:pt x="7666158" y="1542650"/>
                </a:lnTo>
                <a:lnTo>
                  <a:pt x="7738243" y="1607096"/>
                </a:lnTo>
                <a:lnTo>
                  <a:pt x="7810452" y="1671409"/>
                </a:lnTo>
                <a:lnTo>
                  <a:pt x="7882976" y="1735369"/>
                </a:lnTo>
                <a:lnTo>
                  <a:pt x="7955680" y="1799111"/>
                </a:lnTo>
                <a:lnTo>
                  <a:pt x="8028642" y="1862566"/>
                </a:lnTo>
                <a:lnTo>
                  <a:pt x="8102127" y="1925422"/>
                </a:lnTo>
                <a:lnTo>
                  <a:pt x="8175879" y="1987944"/>
                </a:lnTo>
                <a:lnTo>
                  <a:pt x="8250069" y="2049971"/>
                </a:lnTo>
                <a:lnTo>
                  <a:pt x="8324879" y="2111235"/>
                </a:lnTo>
                <a:lnTo>
                  <a:pt x="8400088" y="2172005"/>
                </a:lnTo>
                <a:lnTo>
                  <a:pt x="8475907" y="2232012"/>
                </a:lnTo>
                <a:lnTo>
                  <a:pt x="8552431" y="2291124"/>
                </a:lnTo>
                <a:lnTo>
                  <a:pt x="8629440" y="2349589"/>
                </a:lnTo>
                <a:lnTo>
                  <a:pt x="8707145" y="2407148"/>
                </a:lnTo>
                <a:lnTo>
                  <a:pt x="8785727" y="2463479"/>
                </a:lnTo>
                <a:lnTo>
                  <a:pt x="8864908" y="2518972"/>
                </a:lnTo>
                <a:lnTo>
                  <a:pt x="8944737" y="2573550"/>
                </a:lnTo>
                <a:lnTo>
                  <a:pt x="9025623" y="2626519"/>
                </a:lnTo>
                <a:lnTo>
                  <a:pt x="9107214" y="2678411"/>
                </a:lnTo>
                <a:lnTo>
                  <a:pt x="9189501" y="2729189"/>
                </a:lnTo>
                <a:lnTo>
                  <a:pt x="9272673" y="2778500"/>
                </a:lnTo>
                <a:lnTo>
                  <a:pt x="9356798" y="2826172"/>
                </a:lnTo>
                <a:lnTo>
                  <a:pt x="9441637" y="2872550"/>
                </a:lnTo>
                <a:lnTo>
                  <a:pt x="9527210" y="2917574"/>
                </a:lnTo>
                <a:lnTo>
                  <a:pt x="9613687" y="2960846"/>
                </a:lnTo>
                <a:lnTo>
                  <a:pt x="9701012" y="3002356"/>
                </a:lnTo>
                <a:lnTo>
                  <a:pt x="9789043" y="3042352"/>
                </a:lnTo>
                <a:lnTo>
                  <a:pt x="9877768" y="3080766"/>
                </a:lnTo>
                <a:lnTo>
                  <a:pt x="9967189" y="3117571"/>
                </a:lnTo>
                <a:lnTo>
                  <a:pt x="10057448" y="3152261"/>
                </a:lnTo>
                <a:lnTo>
                  <a:pt x="10148316" y="3185303"/>
                </a:lnTo>
                <a:lnTo>
                  <a:pt x="10191750" y="3251397"/>
                </a:lnTo>
                <a:lnTo>
                  <a:pt x="10191750" y="3348095"/>
                </a:lnTo>
                <a:lnTo>
                  <a:pt x="10191750" y="3444792"/>
                </a:lnTo>
                <a:lnTo>
                  <a:pt x="10191750" y="3541490"/>
                </a:lnTo>
                <a:lnTo>
                  <a:pt x="10153021" y="3599450"/>
                </a:lnTo>
                <a:lnTo>
                  <a:pt x="10056324" y="3599450"/>
                </a:lnTo>
                <a:lnTo>
                  <a:pt x="9959626" y="3599450"/>
                </a:lnTo>
                <a:lnTo>
                  <a:pt x="9862937" y="3599450"/>
                </a:lnTo>
                <a:lnTo>
                  <a:pt x="9766240" y="3599450"/>
                </a:lnTo>
                <a:lnTo>
                  <a:pt x="9669542" y="3599450"/>
                </a:lnTo>
                <a:lnTo>
                  <a:pt x="9572844" y="3599450"/>
                </a:lnTo>
                <a:lnTo>
                  <a:pt x="9476156" y="3599450"/>
                </a:lnTo>
                <a:lnTo>
                  <a:pt x="9379458" y="3599450"/>
                </a:lnTo>
                <a:lnTo>
                  <a:pt x="9282760" y="3599450"/>
                </a:lnTo>
                <a:lnTo>
                  <a:pt x="9186062" y="3599450"/>
                </a:lnTo>
                <a:lnTo>
                  <a:pt x="9089374" y="3599450"/>
                </a:lnTo>
                <a:lnTo>
                  <a:pt x="8992676" y="3599450"/>
                </a:lnTo>
                <a:lnTo>
                  <a:pt x="8895979" y="3599450"/>
                </a:lnTo>
                <a:lnTo>
                  <a:pt x="8799281" y="3599450"/>
                </a:lnTo>
                <a:lnTo>
                  <a:pt x="8702592" y="3599450"/>
                </a:lnTo>
                <a:lnTo>
                  <a:pt x="8605895" y="3599450"/>
                </a:lnTo>
                <a:lnTo>
                  <a:pt x="8509197" y="3599450"/>
                </a:lnTo>
                <a:lnTo>
                  <a:pt x="8412499" y="3599450"/>
                </a:lnTo>
                <a:lnTo>
                  <a:pt x="8315811" y="3599450"/>
                </a:lnTo>
                <a:lnTo>
                  <a:pt x="8219113" y="3599450"/>
                </a:lnTo>
                <a:lnTo>
                  <a:pt x="8122415" y="3599450"/>
                </a:lnTo>
                <a:lnTo>
                  <a:pt x="8025717" y="3599450"/>
                </a:lnTo>
                <a:lnTo>
                  <a:pt x="7929029" y="3599450"/>
                </a:lnTo>
                <a:lnTo>
                  <a:pt x="7832331" y="3599450"/>
                </a:lnTo>
                <a:lnTo>
                  <a:pt x="7735634" y="3599450"/>
                </a:lnTo>
                <a:lnTo>
                  <a:pt x="7638936" y="3599450"/>
                </a:lnTo>
                <a:lnTo>
                  <a:pt x="7542247" y="3599450"/>
                </a:lnTo>
                <a:lnTo>
                  <a:pt x="7445550" y="3599450"/>
                </a:lnTo>
                <a:lnTo>
                  <a:pt x="7348852" y="3599450"/>
                </a:lnTo>
                <a:lnTo>
                  <a:pt x="7252154" y="3599450"/>
                </a:lnTo>
                <a:lnTo>
                  <a:pt x="7155456" y="3599450"/>
                </a:lnTo>
                <a:lnTo>
                  <a:pt x="7058768" y="3599450"/>
                </a:lnTo>
                <a:lnTo>
                  <a:pt x="6962070" y="3599450"/>
                </a:lnTo>
                <a:lnTo>
                  <a:pt x="6865372" y="3599450"/>
                </a:lnTo>
                <a:lnTo>
                  <a:pt x="6768684" y="3599450"/>
                </a:lnTo>
                <a:lnTo>
                  <a:pt x="6671986" y="3599450"/>
                </a:lnTo>
                <a:lnTo>
                  <a:pt x="6575288" y="3599450"/>
                </a:lnTo>
                <a:lnTo>
                  <a:pt x="6478591" y="3599450"/>
                </a:lnTo>
                <a:lnTo>
                  <a:pt x="6381902" y="3599450"/>
                </a:lnTo>
                <a:lnTo>
                  <a:pt x="6285205" y="3599450"/>
                </a:lnTo>
                <a:lnTo>
                  <a:pt x="6188507" y="3599450"/>
                </a:lnTo>
                <a:lnTo>
                  <a:pt x="6091809" y="3599450"/>
                </a:lnTo>
                <a:lnTo>
                  <a:pt x="5995121" y="3599450"/>
                </a:lnTo>
                <a:lnTo>
                  <a:pt x="5898423" y="3599450"/>
                </a:lnTo>
                <a:lnTo>
                  <a:pt x="5801725" y="3599450"/>
                </a:lnTo>
                <a:lnTo>
                  <a:pt x="5705027" y="3599450"/>
                </a:lnTo>
                <a:lnTo>
                  <a:pt x="5608339" y="3599450"/>
                </a:lnTo>
                <a:lnTo>
                  <a:pt x="5511641" y="3599450"/>
                </a:lnTo>
                <a:lnTo>
                  <a:pt x="5414943" y="3599450"/>
                </a:lnTo>
                <a:lnTo>
                  <a:pt x="5318246" y="3599450"/>
                </a:lnTo>
                <a:lnTo>
                  <a:pt x="5221557" y="3599450"/>
                </a:lnTo>
                <a:lnTo>
                  <a:pt x="5124860" y="3599450"/>
                </a:lnTo>
                <a:lnTo>
                  <a:pt x="5028162" y="3599450"/>
                </a:lnTo>
                <a:lnTo>
                  <a:pt x="4931464" y="3599450"/>
                </a:lnTo>
                <a:lnTo>
                  <a:pt x="4834776" y="3599450"/>
                </a:lnTo>
                <a:lnTo>
                  <a:pt x="4738078" y="3599450"/>
                </a:lnTo>
                <a:lnTo>
                  <a:pt x="4641380" y="3599450"/>
                </a:lnTo>
                <a:lnTo>
                  <a:pt x="4544682" y="3599450"/>
                </a:lnTo>
                <a:lnTo>
                  <a:pt x="4447994" y="3599450"/>
                </a:lnTo>
                <a:lnTo>
                  <a:pt x="4351296" y="3599450"/>
                </a:lnTo>
                <a:lnTo>
                  <a:pt x="4254598" y="3599450"/>
                </a:lnTo>
                <a:lnTo>
                  <a:pt x="4157901" y="3599450"/>
                </a:lnTo>
                <a:lnTo>
                  <a:pt x="4061212" y="3599450"/>
                </a:lnTo>
                <a:lnTo>
                  <a:pt x="3964515" y="3599450"/>
                </a:lnTo>
                <a:lnTo>
                  <a:pt x="3867817" y="3599450"/>
                </a:lnTo>
                <a:lnTo>
                  <a:pt x="3771119" y="3599450"/>
                </a:lnTo>
                <a:lnTo>
                  <a:pt x="3674431" y="3599450"/>
                </a:lnTo>
                <a:lnTo>
                  <a:pt x="3577733" y="3599450"/>
                </a:lnTo>
                <a:lnTo>
                  <a:pt x="3481035" y="3599450"/>
                </a:lnTo>
                <a:lnTo>
                  <a:pt x="3384337" y="3599450"/>
                </a:lnTo>
                <a:lnTo>
                  <a:pt x="3287639" y="3599450"/>
                </a:lnTo>
                <a:lnTo>
                  <a:pt x="3190951" y="3599450"/>
                </a:lnTo>
                <a:lnTo>
                  <a:pt x="3094253" y="3599450"/>
                </a:lnTo>
                <a:lnTo>
                  <a:pt x="2997556" y="3599450"/>
                </a:lnTo>
                <a:lnTo>
                  <a:pt x="2900858" y="3599450"/>
                </a:lnTo>
                <a:lnTo>
                  <a:pt x="2804170" y="3599450"/>
                </a:lnTo>
                <a:lnTo>
                  <a:pt x="2707472" y="3599450"/>
                </a:lnTo>
                <a:lnTo>
                  <a:pt x="2610774" y="3599450"/>
                </a:lnTo>
                <a:lnTo>
                  <a:pt x="2514086" y="3599450"/>
                </a:lnTo>
                <a:lnTo>
                  <a:pt x="2417388" y="3599450"/>
                </a:lnTo>
                <a:lnTo>
                  <a:pt x="2320690" y="3599450"/>
                </a:lnTo>
                <a:lnTo>
                  <a:pt x="2223992" y="3599450"/>
                </a:lnTo>
                <a:lnTo>
                  <a:pt x="2127304" y="3599450"/>
                </a:lnTo>
                <a:lnTo>
                  <a:pt x="2030606" y="3599450"/>
                </a:lnTo>
                <a:lnTo>
                  <a:pt x="1933908" y="3599450"/>
                </a:lnTo>
                <a:lnTo>
                  <a:pt x="1837211" y="3599450"/>
                </a:lnTo>
                <a:lnTo>
                  <a:pt x="1740513" y="3599450"/>
                </a:lnTo>
                <a:lnTo>
                  <a:pt x="1643825" y="3599450"/>
                </a:lnTo>
                <a:lnTo>
                  <a:pt x="1547127" y="3599450"/>
                </a:lnTo>
                <a:lnTo>
                  <a:pt x="1450429" y="3599450"/>
                </a:lnTo>
                <a:lnTo>
                  <a:pt x="1353741" y="3599450"/>
                </a:lnTo>
                <a:lnTo>
                  <a:pt x="1257043" y="3599450"/>
                </a:lnTo>
                <a:lnTo>
                  <a:pt x="1160345" y="3599450"/>
                </a:lnTo>
                <a:lnTo>
                  <a:pt x="1063647" y="3599450"/>
                </a:lnTo>
                <a:lnTo>
                  <a:pt x="966959" y="3599450"/>
                </a:lnTo>
                <a:lnTo>
                  <a:pt x="870261" y="3599450"/>
                </a:lnTo>
                <a:lnTo>
                  <a:pt x="773563" y="3599450"/>
                </a:lnTo>
                <a:lnTo>
                  <a:pt x="676866" y="3599450"/>
                </a:lnTo>
                <a:lnTo>
                  <a:pt x="580168" y="3599450"/>
                </a:lnTo>
                <a:lnTo>
                  <a:pt x="483479" y="3599450"/>
                </a:lnTo>
                <a:lnTo>
                  <a:pt x="386782" y="3599450"/>
                </a:lnTo>
                <a:lnTo>
                  <a:pt x="290084" y="3599450"/>
                </a:lnTo>
                <a:lnTo>
                  <a:pt x="193386" y="3599450"/>
                </a:lnTo>
                <a:lnTo>
                  <a:pt x="96698" y="3599450"/>
                </a:lnTo>
                <a:lnTo>
                  <a:pt x="0" y="3599450"/>
                </a:lnTo>
                <a:close/>
              </a:path>
            </a:pathLst>
          </a:custGeom>
          <a:solidFill xmlns:a="http://schemas.openxmlformats.org/drawingml/2006/main">
            <a:srgbClr val="F2F7FD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spectrum-density-curve">
            <a:extLst xmlns:a="http://schemas.openxmlformats.org/drawingml/2006/main">
              <a:ext uri="{FF2B5EF4-FFF2-40B4-BE49-F238E27FC236}">
                <a16:creationId xmlns:a16="http://schemas.microsoft.com/office/drawing/2014/main" id="{59D4FBF5-F821-467E-9A6B-2461D875F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1619250"/>
            <a:ext cx="10191750" cy="3201829"/>
          </a:xfrm>
          <a:custGeom xmlns:a="http://schemas.openxmlformats.org/drawingml/2006/main">
            <a:pathLst>
              <a:path w="10191750" h="3201829">
                <a:moveTo>
                  <a:pt x="0" y="3201829"/>
                </a:moveTo>
                <a:lnTo>
                  <a:pt x="47939" y="3184693"/>
                </a:lnTo>
                <a:lnTo>
                  <a:pt x="95879" y="3167558"/>
                </a:lnTo>
                <a:lnTo>
                  <a:pt x="143542" y="3149708"/>
                </a:lnTo>
                <a:lnTo>
                  <a:pt x="191062" y="3131439"/>
                </a:lnTo>
                <a:lnTo>
                  <a:pt x="238468" y="3112884"/>
                </a:lnTo>
                <a:lnTo>
                  <a:pt x="285540" y="3093491"/>
                </a:lnTo>
                <a:lnTo>
                  <a:pt x="332603" y="3074089"/>
                </a:lnTo>
                <a:lnTo>
                  <a:pt x="379247" y="3053705"/>
                </a:lnTo>
                <a:lnTo>
                  <a:pt x="425825" y="3033141"/>
                </a:lnTo>
                <a:lnTo>
                  <a:pt x="472173" y="3012110"/>
                </a:lnTo>
                <a:lnTo>
                  <a:pt x="518217" y="2990402"/>
                </a:lnTo>
                <a:lnTo>
                  <a:pt x="564271" y="2968695"/>
                </a:lnTo>
                <a:lnTo>
                  <a:pt x="609819" y="2945959"/>
                </a:lnTo>
                <a:lnTo>
                  <a:pt x="655339" y="2923175"/>
                </a:lnTo>
                <a:lnTo>
                  <a:pt x="700602" y="2899867"/>
                </a:lnTo>
                <a:lnTo>
                  <a:pt x="745550" y="2875969"/>
                </a:lnTo>
                <a:lnTo>
                  <a:pt x="790499" y="2852080"/>
                </a:lnTo>
                <a:lnTo>
                  <a:pt x="834914" y="2827191"/>
                </a:lnTo>
                <a:lnTo>
                  <a:pt x="879300" y="2802255"/>
                </a:lnTo>
                <a:lnTo>
                  <a:pt x="923439" y="2776909"/>
                </a:lnTo>
                <a:lnTo>
                  <a:pt x="967235" y="2750953"/>
                </a:lnTo>
                <a:lnTo>
                  <a:pt x="1011022" y="2724988"/>
                </a:lnTo>
                <a:lnTo>
                  <a:pt x="1054332" y="2698242"/>
                </a:lnTo>
                <a:lnTo>
                  <a:pt x="1097537" y="2671315"/>
                </a:lnTo>
                <a:lnTo>
                  <a:pt x="1140628" y="2644207"/>
                </a:lnTo>
                <a:lnTo>
                  <a:pt x="1183224" y="2616327"/>
                </a:lnTo>
                <a:lnTo>
                  <a:pt x="1225820" y="2588457"/>
                </a:lnTo>
                <a:lnTo>
                  <a:pt x="1268120" y="2560120"/>
                </a:lnTo>
                <a:lnTo>
                  <a:pt x="1310135" y="2531393"/>
                </a:lnTo>
                <a:lnTo>
                  <a:pt x="1352159" y="2502656"/>
                </a:lnTo>
                <a:lnTo>
                  <a:pt x="1393717" y="2473252"/>
                </a:lnTo>
                <a:lnTo>
                  <a:pt x="1435179" y="2443715"/>
                </a:lnTo>
                <a:lnTo>
                  <a:pt x="1476585" y="2414092"/>
                </a:lnTo>
                <a:lnTo>
                  <a:pt x="1517494" y="2383793"/>
                </a:lnTo>
                <a:lnTo>
                  <a:pt x="1558395" y="2353485"/>
                </a:lnTo>
                <a:lnTo>
                  <a:pt x="1599133" y="2322957"/>
                </a:lnTo>
                <a:lnTo>
                  <a:pt x="1639519" y="2291972"/>
                </a:lnTo>
                <a:lnTo>
                  <a:pt x="1679915" y="2260987"/>
                </a:lnTo>
                <a:lnTo>
                  <a:pt x="1720053" y="2229679"/>
                </a:lnTo>
                <a:lnTo>
                  <a:pt x="1759972" y="2198084"/>
                </a:lnTo>
                <a:lnTo>
                  <a:pt x="1799892" y="2166490"/>
                </a:lnTo>
                <a:lnTo>
                  <a:pt x="1839506" y="2134514"/>
                </a:lnTo>
                <a:lnTo>
                  <a:pt x="1878987" y="2102377"/>
                </a:lnTo>
                <a:lnTo>
                  <a:pt x="1918459" y="2070230"/>
                </a:lnTo>
                <a:lnTo>
                  <a:pt x="1957588" y="2037664"/>
                </a:lnTo>
                <a:lnTo>
                  <a:pt x="1996650" y="2005013"/>
                </a:lnTo>
                <a:lnTo>
                  <a:pt x="2035702" y="1972361"/>
                </a:lnTo>
                <a:lnTo>
                  <a:pt x="2074459" y="1939357"/>
                </a:lnTo>
                <a:lnTo>
                  <a:pt x="2113197" y="1906324"/>
                </a:lnTo>
                <a:lnTo>
                  <a:pt x="2151926" y="1873282"/>
                </a:lnTo>
                <a:lnTo>
                  <a:pt x="2190340" y="1839878"/>
                </a:lnTo>
                <a:lnTo>
                  <a:pt x="2228755" y="1806473"/>
                </a:lnTo>
                <a:lnTo>
                  <a:pt x="2267160" y="1773050"/>
                </a:lnTo>
                <a:lnTo>
                  <a:pt x="2305345" y="1739389"/>
                </a:lnTo>
                <a:lnTo>
                  <a:pt x="2343541" y="1705727"/>
                </a:lnTo>
                <a:lnTo>
                  <a:pt x="2381717" y="1672047"/>
                </a:lnTo>
                <a:lnTo>
                  <a:pt x="2419731" y="1638186"/>
                </a:lnTo>
                <a:lnTo>
                  <a:pt x="2457745" y="1604324"/>
                </a:lnTo>
                <a:lnTo>
                  <a:pt x="2495741" y="1570453"/>
                </a:lnTo>
                <a:lnTo>
                  <a:pt x="2533621" y="1536430"/>
                </a:lnTo>
                <a:lnTo>
                  <a:pt x="2571493" y="1502416"/>
                </a:lnTo>
                <a:lnTo>
                  <a:pt x="2609364" y="1468403"/>
                </a:lnTo>
                <a:lnTo>
                  <a:pt x="2647236" y="1434379"/>
                </a:lnTo>
                <a:lnTo>
                  <a:pt x="2685107" y="1400366"/>
                </a:lnTo>
                <a:lnTo>
                  <a:pt x="2722988" y="1366342"/>
                </a:lnTo>
                <a:lnTo>
                  <a:pt x="2760878" y="1332347"/>
                </a:lnTo>
                <a:lnTo>
                  <a:pt x="2798759" y="1298343"/>
                </a:lnTo>
                <a:lnTo>
                  <a:pt x="2836669" y="1264358"/>
                </a:lnTo>
                <a:lnTo>
                  <a:pt x="2874664" y="1230487"/>
                </a:lnTo>
                <a:lnTo>
                  <a:pt x="2912669" y="1196607"/>
                </a:lnTo>
                <a:lnTo>
                  <a:pt x="2950702" y="1162774"/>
                </a:lnTo>
                <a:lnTo>
                  <a:pt x="2988907" y="1129122"/>
                </a:lnTo>
                <a:lnTo>
                  <a:pt x="3027112" y="1095480"/>
                </a:lnTo>
                <a:lnTo>
                  <a:pt x="3065374" y="1061895"/>
                </a:lnTo>
                <a:lnTo>
                  <a:pt x="3103836" y="1028548"/>
                </a:lnTo>
                <a:lnTo>
                  <a:pt x="3142298" y="995201"/>
                </a:lnTo>
                <a:lnTo>
                  <a:pt x="3180855" y="961958"/>
                </a:lnTo>
                <a:lnTo>
                  <a:pt x="3219688" y="929040"/>
                </a:lnTo>
                <a:lnTo>
                  <a:pt x="3258522" y="896122"/>
                </a:lnTo>
                <a:lnTo>
                  <a:pt x="3297498" y="863375"/>
                </a:lnTo>
                <a:lnTo>
                  <a:pt x="3336769" y="830980"/>
                </a:lnTo>
                <a:lnTo>
                  <a:pt x="3376031" y="798576"/>
                </a:lnTo>
                <a:lnTo>
                  <a:pt x="3415551" y="766486"/>
                </a:lnTo>
                <a:lnTo>
                  <a:pt x="3455356" y="734749"/>
                </a:lnTo>
                <a:lnTo>
                  <a:pt x="3495161" y="703012"/>
                </a:lnTo>
                <a:lnTo>
                  <a:pt x="3535347" y="671770"/>
                </a:lnTo>
                <a:lnTo>
                  <a:pt x="3575780" y="640832"/>
                </a:lnTo>
                <a:lnTo>
                  <a:pt x="3616204" y="609895"/>
                </a:lnTo>
                <a:lnTo>
                  <a:pt x="3657209" y="579730"/>
                </a:lnTo>
                <a:lnTo>
                  <a:pt x="3698348" y="549735"/>
                </a:lnTo>
                <a:lnTo>
                  <a:pt x="3739534" y="519808"/>
                </a:lnTo>
                <a:lnTo>
                  <a:pt x="3781473" y="490957"/>
                </a:lnTo>
                <a:lnTo>
                  <a:pt x="3823411" y="462105"/>
                </a:lnTo>
                <a:lnTo>
                  <a:pt x="3865664" y="433721"/>
                </a:lnTo>
                <a:lnTo>
                  <a:pt x="3908479" y="406175"/>
                </a:lnTo>
                <a:lnTo>
                  <a:pt x="3951294" y="378628"/>
                </a:lnTo>
                <a:lnTo>
                  <a:pt x="3994766" y="352158"/>
                </a:lnTo>
                <a:lnTo>
                  <a:pt x="4038505" y="326107"/>
                </a:lnTo>
                <a:lnTo>
                  <a:pt x="4082377" y="300295"/>
                </a:lnTo>
                <a:lnTo>
                  <a:pt x="4127125" y="276015"/>
                </a:lnTo>
                <a:lnTo>
                  <a:pt x="4171874" y="251746"/>
                </a:lnTo>
                <a:lnTo>
                  <a:pt x="4217222" y="228629"/>
                </a:lnTo>
                <a:lnTo>
                  <a:pt x="4262980" y="206312"/>
                </a:lnTo>
                <a:lnTo>
                  <a:pt x="4308853" y="184271"/>
                </a:lnTo>
                <a:lnTo>
                  <a:pt x="4355640" y="164201"/>
                </a:lnTo>
                <a:lnTo>
                  <a:pt x="4402426" y="144132"/>
                </a:lnTo>
                <a:lnTo>
                  <a:pt x="4449909" y="125816"/>
                </a:lnTo>
                <a:lnTo>
                  <a:pt x="4497695" y="108252"/>
                </a:lnTo>
                <a:lnTo>
                  <a:pt x="4545778" y="91602"/>
                </a:lnTo>
                <a:lnTo>
                  <a:pt x="4594489" y="76800"/>
                </a:lnTo>
                <a:lnTo>
                  <a:pt x="4643209" y="62017"/>
                </a:lnTo>
                <a:lnTo>
                  <a:pt x="4692720" y="50197"/>
                </a:lnTo>
                <a:lnTo>
                  <a:pt x="4742231" y="38367"/>
                </a:lnTo>
                <a:lnTo>
                  <a:pt x="4792228" y="28861"/>
                </a:lnTo>
                <a:lnTo>
                  <a:pt x="4842405" y="20250"/>
                </a:lnTo>
                <a:lnTo>
                  <a:pt x="4892792" y="13202"/>
                </a:lnTo>
                <a:lnTo>
                  <a:pt x="4943427" y="7963"/>
                </a:lnTo>
                <a:lnTo>
                  <a:pt x="4994119" y="3505"/>
                </a:lnTo>
                <a:lnTo>
                  <a:pt x="5044992" y="1753"/>
                </a:lnTo>
                <a:lnTo>
                  <a:pt x="5095875" y="0"/>
                </a:lnTo>
                <a:lnTo>
                  <a:pt x="5146748" y="1753"/>
                </a:lnTo>
                <a:lnTo>
                  <a:pt x="5197631" y="3505"/>
                </a:lnTo>
                <a:lnTo>
                  <a:pt x="5248323" y="7963"/>
                </a:lnTo>
                <a:lnTo>
                  <a:pt x="5298958" y="13202"/>
                </a:lnTo>
                <a:lnTo>
                  <a:pt x="5349345" y="20250"/>
                </a:lnTo>
                <a:lnTo>
                  <a:pt x="5399522" y="28861"/>
                </a:lnTo>
                <a:lnTo>
                  <a:pt x="5449510" y="38367"/>
                </a:lnTo>
                <a:lnTo>
                  <a:pt x="5499030" y="50197"/>
                </a:lnTo>
                <a:lnTo>
                  <a:pt x="5548541" y="62017"/>
                </a:lnTo>
                <a:lnTo>
                  <a:pt x="5597261" y="76800"/>
                </a:lnTo>
                <a:lnTo>
                  <a:pt x="5645963" y="91602"/>
                </a:lnTo>
                <a:lnTo>
                  <a:pt x="5694055" y="108252"/>
                </a:lnTo>
                <a:lnTo>
                  <a:pt x="5741841" y="125816"/>
                </a:lnTo>
                <a:lnTo>
                  <a:pt x="5789324" y="144132"/>
                </a:lnTo>
                <a:lnTo>
                  <a:pt x="5836110" y="164201"/>
                </a:lnTo>
                <a:lnTo>
                  <a:pt x="5882897" y="184261"/>
                </a:lnTo>
                <a:lnTo>
                  <a:pt x="5928770" y="206312"/>
                </a:lnTo>
                <a:lnTo>
                  <a:pt x="5974528" y="228629"/>
                </a:lnTo>
                <a:lnTo>
                  <a:pt x="6019876" y="251746"/>
                </a:lnTo>
                <a:lnTo>
                  <a:pt x="6064625" y="276015"/>
                </a:lnTo>
                <a:lnTo>
                  <a:pt x="6109373" y="300295"/>
                </a:lnTo>
                <a:lnTo>
                  <a:pt x="6153236" y="326107"/>
                </a:lnTo>
                <a:lnTo>
                  <a:pt x="6196984" y="352158"/>
                </a:lnTo>
                <a:lnTo>
                  <a:pt x="6240456" y="378628"/>
                </a:lnTo>
                <a:lnTo>
                  <a:pt x="6283271" y="406175"/>
                </a:lnTo>
                <a:lnTo>
                  <a:pt x="6326076" y="433721"/>
                </a:lnTo>
                <a:lnTo>
                  <a:pt x="6368339" y="462096"/>
                </a:lnTo>
                <a:lnTo>
                  <a:pt x="6410277" y="490957"/>
                </a:lnTo>
                <a:lnTo>
                  <a:pt x="6452216" y="519808"/>
                </a:lnTo>
                <a:lnTo>
                  <a:pt x="6493402" y="549735"/>
                </a:lnTo>
                <a:lnTo>
                  <a:pt x="6534531" y="579730"/>
                </a:lnTo>
                <a:lnTo>
                  <a:pt x="6575536" y="609895"/>
                </a:lnTo>
                <a:lnTo>
                  <a:pt x="6615970" y="640832"/>
                </a:lnTo>
                <a:lnTo>
                  <a:pt x="6656403" y="671770"/>
                </a:lnTo>
                <a:lnTo>
                  <a:pt x="6696589" y="703012"/>
                </a:lnTo>
                <a:lnTo>
                  <a:pt x="6736394" y="734749"/>
                </a:lnTo>
                <a:lnTo>
                  <a:pt x="6776199" y="766486"/>
                </a:lnTo>
                <a:lnTo>
                  <a:pt x="6815709" y="798576"/>
                </a:lnTo>
                <a:lnTo>
                  <a:pt x="6854981" y="830980"/>
                </a:lnTo>
                <a:lnTo>
                  <a:pt x="6894252" y="863375"/>
                </a:lnTo>
                <a:lnTo>
                  <a:pt x="6933228" y="896112"/>
                </a:lnTo>
                <a:lnTo>
                  <a:pt x="6972062" y="929040"/>
                </a:lnTo>
                <a:lnTo>
                  <a:pt x="7010895" y="961958"/>
                </a:lnTo>
                <a:lnTo>
                  <a:pt x="7049453" y="995191"/>
                </a:lnTo>
                <a:lnTo>
                  <a:pt x="7087914" y="1028548"/>
                </a:lnTo>
                <a:lnTo>
                  <a:pt x="7126376" y="1061895"/>
                </a:lnTo>
                <a:lnTo>
                  <a:pt x="7164629" y="1095480"/>
                </a:lnTo>
                <a:lnTo>
                  <a:pt x="7202843" y="1129122"/>
                </a:lnTo>
                <a:lnTo>
                  <a:pt x="7241048" y="1162764"/>
                </a:lnTo>
                <a:lnTo>
                  <a:pt x="7279081" y="1196607"/>
                </a:lnTo>
                <a:lnTo>
                  <a:pt x="7317076" y="1230487"/>
                </a:lnTo>
                <a:lnTo>
                  <a:pt x="7355081" y="1264358"/>
                </a:lnTo>
                <a:lnTo>
                  <a:pt x="7392981" y="1298343"/>
                </a:lnTo>
                <a:lnTo>
                  <a:pt x="7430872" y="1332347"/>
                </a:lnTo>
                <a:lnTo>
                  <a:pt x="7468762" y="1366342"/>
                </a:lnTo>
                <a:lnTo>
                  <a:pt x="7506633" y="1400366"/>
                </a:lnTo>
                <a:lnTo>
                  <a:pt x="7544514" y="1434379"/>
                </a:lnTo>
                <a:lnTo>
                  <a:pt x="7582386" y="1468403"/>
                </a:lnTo>
                <a:lnTo>
                  <a:pt x="7620257" y="1502416"/>
                </a:lnTo>
                <a:lnTo>
                  <a:pt x="7658129" y="1536430"/>
                </a:lnTo>
                <a:lnTo>
                  <a:pt x="7696010" y="1570453"/>
                </a:lnTo>
                <a:lnTo>
                  <a:pt x="7734005" y="1604324"/>
                </a:lnTo>
                <a:lnTo>
                  <a:pt x="7772019" y="1638186"/>
                </a:lnTo>
                <a:lnTo>
                  <a:pt x="7810033" y="1672047"/>
                </a:lnTo>
                <a:lnTo>
                  <a:pt x="7848209" y="1705727"/>
                </a:lnTo>
                <a:lnTo>
                  <a:pt x="7886405" y="1739389"/>
                </a:lnTo>
                <a:lnTo>
                  <a:pt x="7924590" y="1773050"/>
                </a:lnTo>
                <a:lnTo>
                  <a:pt x="7962995" y="1806473"/>
                </a:lnTo>
                <a:lnTo>
                  <a:pt x="8001410" y="1839878"/>
                </a:lnTo>
                <a:lnTo>
                  <a:pt x="8039824" y="1873282"/>
                </a:lnTo>
                <a:lnTo>
                  <a:pt x="8078553" y="1906324"/>
                </a:lnTo>
                <a:lnTo>
                  <a:pt x="8117291" y="1939357"/>
                </a:lnTo>
                <a:lnTo>
                  <a:pt x="8156048" y="1972361"/>
                </a:lnTo>
                <a:lnTo>
                  <a:pt x="8195100" y="2005013"/>
                </a:lnTo>
                <a:lnTo>
                  <a:pt x="8234162" y="2037664"/>
                </a:lnTo>
                <a:lnTo>
                  <a:pt x="8273291" y="2070230"/>
                </a:lnTo>
                <a:lnTo>
                  <a:pt x="8312763" y="2102368"/>
                </a:lnTo>
                <a:lnTo>
                  <a:pt x="8352244" y="2134514"/>
                </a:lnTo>
                <a:lnTo>
                  <a:pt x="8391858" y="2166490"/>
                </a:lnTo>
                <a:lnTo>
                  <a:pt x="8431778" y="2198084"/>
                </a:lnTo>
                <a:lnTo>
                  <a:pt x="8471697" y="2229679"/>
                </a:lnTo>
                <a:lnTo>
                  <a:pt x="8511835" y="2260987"/>
                </a:lnTo>
                <a:lnTo>
                  <a:pt x="8552221" y="2291972"/>
                </a:lnTo>
                <a:lnTo>
                  <a:pt x="8592617" y="2322957"/>
                </a:lnTo>
                <a:lnTo>
                  <a:pt x="8633355" y="2353485"/>
                </a:lnTo>
                <a:lnTo>
                  <a:pt x="8674256" y="2383793"/>
                </a:lnTo>
                <a:lnTo>
                  <a:pt x="8715165" y="2414092"/>
                </a:lnTo>
                <a:lnTo>
                  <a:pt x="8756571" y="2443705"/>
                </a:lnTo>
                <a:lnTo>
                  <a:pt x="8798033" y="2473242"/>
                </a:lnTo>
                <a:lnTo>
                  <a:pt x="8839581" y="2502656"/>
                </a:lnTo>
                <a:lnTo>
                  <a:pt x="8881605" y="2531393"/>
                </a:lnTo>
                <a:lnTo>
                  <a:pt x="8923630" y="2560120"/>
                </a:lnTo>
                <a:lnTo>
                  <a:pt x="8965921" y="2588457"/>
                </a:lnTo>
                <a:lnTo>
                  <a:pt x="9008526" y="2616327"/>
                </a:lnTo>
                <a:lnTo>
                  <a:pt x="9051122" y="2644207"/>
                </a:lnTo>
                <a:lnTo>
                  <a:pt x="9094213" y="2671315"/>
                </a:lnTo>
                <a:lnTo>
                  <a:pt x="9137418" y="2698232"/>
                </a:lnTo>
                <a:lnTo>
                  <a:pt x="9180728" y="2724988"/>
                </a:lnTo>
                <a:lnTo>
                  <a:pt x="9224515" y="2750944"/>
                </a:lnTo>
                <a:lnTo>
                  <a:pt x="9268311" y="2776909"/>
                </a:lnTo>
                <a:lnTo>
                  <a:pt x="9312450" y="2802255"/>
                </a:lnTo>
                <a:lnTo>
                  <a:pt x="9356836" y="2827191"/>
                </a:lnTo>
                <a:lnTo>
                  <a:pt x="9401242" y="2852080"/>
                </a:lnTo>
                <a:lnTo>
                  <a:pt x="9446200" y="2875969"/>
                </a:lnTo>
                <a:lnTo>
                  <a:pt x="9491148" y="2899867"/>
                </a:lnTo>
                <a:lnTo>
                  <a:pt x="9536411" y="2923175"/>
                </a:lnTo>
                <a:lnTo>
                  <a:pt x="9581931" y="2945959"/>
                </a:lnTo>
                <a:lnTo>
                  <a:pt x="9627479" y="2968695"/>
                </a:lnTo>
                <a:lnTo>
                  <a:pt x="9673523" y="2990402"/>
                </a:lnTo>
                <a:lnTo>
                  <a:pt x="9719577" y="3012110"/>
                </a:lnTo>
                <a:lnTo>
                  <a:pt x="9765925" y="3033141"/>
                </a:lnTo>
                <a:lnTo>
                  <a:pt x="9812503" y="3053705"/>
                </a:lnTo>
                <a:lnTo>
                  <a:pt x="9859147" y="3074089"/>
                </a:lnTo>
                <a:lnTo>
                  <a:pt x="9906210" y="3093491"/>
                </a:lnTo>
                <a:lnTo>
                  <a:pt x="9953282" y="3112884"/>
                </a:lnTo>
                <a:lnTo>
                  <a:pt x="10000688" y="3131439"/>
                </a:lnTo>
                <a:lnTo>
                  <a:pt x="10048199" y="3149708"/>
                </a:lnTo>
                <a:lnTo>
                  <a:pt x="10095871" y="3167558"/>
                </a:lnTo>
                <a:lnTo>
                  <a:pt x="10143811" y="3184693"/>
                </a:lnTo>
                <a:lnTo>
                  <a:pt x="10191750" y="320182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5DCF4"/>
            </a:solidFill>
            <a:prstDash val="solid"/>
          </a:ln>
        </p:spPr>
      </p:sp>
      <p:sp>
        <p:nvSpPr>
          <p:cNvPr id="3" name="spectrum-underlay-0">
            <a:extLst xmlns:a="http://schemas.openxmlformats.org/drawingml/2006/main">
              <a:ext uri="{FF2B5EF4-FFF2-40B4-BE49-F238E27FC236}">
                <a16:creationId xmlns:a16="http://schemas.microsoft.com/office/drawing/2014/main" id="{02BF7D2B-12FE-4288-9140-A01E1B7CA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0175" y="3000375"/>
            <a:ext cx="2952750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pectrum-card-0">
            <a:extLst xmlns:a="http://schemas.openxmlformats.org/drawingml/2006/main">
              <a:ext uri="{FF2B5EF4-FFF2-40B4-BE49-F238E27FC236}">
                <a16:creationId xmlns:a16="http://schemas.microsoft.com/office/drawing/2014/main" id="{AD80300A-791D-4A2C-A887-A40532FC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0175" y="2933700"/>
            <a:ext cx="2952750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CFDD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5" name="spectrum-order-0">
            <a:extLst xmlns:a="http://schemas.openxmlformats.org/drawingml/2006/main">
              <a:ext uri="{FF2B5EF4-FFF2-40B4-BE49-F238E27FC236}">
                <a16:creationId xmlns:a16="http://schemas.microsoft.com/office/drawing/2014/main" id="{23F1C77E-32F6-4888-A885-6438147A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90675" y="3095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9400"/>
              </a:lnSpc>
              <a:buNone/>
              <a:defRPr sz="1275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spectrum-title-0">
            <a:extLst xmlns:a="http://schemas.openxmlformats.org/drawingml/2006/main">
              <a:ext uri="{FF2B5EF4-FFF2-40B4-BE49-F238E27FC236}">
                <a16:creationId xmlns:a16="http://schemas.microsoft.com/office/drawing/2014/main" id="{F94A4CF6-94DA-41CF-8CD0-7564A2FA1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90675" y="3467100"/>
            <a:ext cx="2571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低要求端</a:t>
            </a:r>
          </a:p>
        </p:txBody>
      </p:sp>
      <p:sp>
        <p:nvSpPr>
          <p:cNvPr id="7" name="spectrum-body-0">
            <a:extLst xmlns:a="http://schemas.openxmlformats.org/drawingml/2006/main">
              <a:ext uri="{FF2B5EF4-FFF2-40B4-BE49-F238E27FC236}">
                <a16:creationId xmlns:a16="http://schemas.microsoft.com/office/drawing/2014/main" id="{636A86F1-CA03-4787-A396-995633AAE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90675" y="3914775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425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不重视版式，直接堆放文字也能接受</a:t>
            </a:r>
          </a:p>
        </p:txBody>
      </p:sp>
      <p:sp>
        <p:nvSpPr>
          <p:cNvPr id="8" name="spectrum-underlay-1">
            <a:extLst xmlns:a="http://schemas.openxmlformats.org/drawingml/2006/main">
              <a:ext uri="{FF2B5EF4-FFF2-40B4-BE49-F238E27FC236}">
                <a16:creationId xmlns:a16="http://schemas.microsoft.com/office/drawing/2014/main" id="{80E16E56-629B-41AB-8973-45B1C693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19625" y="2619375"/>
            <a:ext cx="2952750" cy="2352675"/>
          </a:xfrm>
          <a:prstGeom xmlns:a="http://schemas.openxmlformats.org/drawingml/2006/main" prst="roundRect">
            <a:avLst>
              <a:gd name="adj" fmla="val 7287"/>
            </a:avLst>
          </a:prstGeom>
          <a:solidFill xmlns:a="http://schemas.openxmlformats.org/drawingml/2006/main">
            <a:srgbClr val="9FC2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pectrum-card-1">
            <a:extLst xmlns:a="http://schemas.openxmlformats.org/drawingml/2006/main">
              <a:ext uri="{FF2B5EF4-FFF2-40B4-BE49-F238E27FC236}">
                <a16:creationId xmlns:a16="http://schemas.microsoft.com/office/drawing/2014/main" id="{421ADAA7-2E5D-4896-9F77-E3FDDED4C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19625" y="2552700"/>
            <a:ext cx="2952750" cy="2352675"/>
          </a:xfrm>
          <a:prstGeom xmlns:a="http://schemas.openxmlformats.org/drawingml/2006/main" prst="roundRect">
            <a:avLst>
              <a:gd name="adj" fmla="val 7287"/>
            </a:avLst>
          </a:pr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2F5E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0" name="spectrum-order-1">
            <a:extLst xmlns:a="http://schemas.openxmlformats.org/drawingml/2006/main">
              <a:ext uri="{FF2B5EF4-FFF2-40B4-BE49-F238E27FC236}">
                <a16:creationId xmlns:a16="http://schemas.microsoft.com/office/drawing/2014/main" id="{84EE9851-A89F-4226-85FF-4CF168AAD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0125" y="2714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9400"/>
              </a:lnSpc>
              <a:buNone/>
              <a:defRPr sz="1275" b="1" i="0">
                <a:solidFill>
                  <a:srgbClr val="B9D5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B9D5F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spectrum-title-1">
            <a:extLst xmlns:a="http://schemas.openxmlformats.org/drawingml/2006/main">
              <a:ext uri="{FF2B5EF4-FFF2-40B4-BE49-F238E27FC236}">
                <a16:creationId xmlns:a16="http://schemas.microsoft.com/office/drawing/2014/main" id="{A8BF4A1B-FB61-4CB2-8916-6F37B822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0125" y="3181350"/>
            <a:ext cx="2571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工作型需求</a:t>
            </a:r>
          </a:p>
        </p:txBody>
      </p:sp>
      <p:sp>
        <p:nvSpPr>
          <p:cNvPr id="12" name="spectrum-body-1">
            <a:extLst xmlns:a="http://schemas.openxmlformats.org/drawingml/2006/main">
              <a:ext uri="{FF2B5EF4-FFF2-40B4-BE49-F238E27FC236}">
                <a16:creationId xmlns:a16="http://schemas.microsoft.com/office/drawing/2014/main" id="{834CE5C3-149C-4257-8FD7-450BD0993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0125" y="3629025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42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结构清楚、视觉规范、稳定可靠且可修改</a:t>
            </a:r>
          </a:p>
        </p:txBody>
      </p:sp>
      <p:sp>
        <p:nvSpPr>
          <p:cNvPr id="13" name="spectrum-focus-label-bg">
            <a:extLst xmlns:a="http://schemas.openxmlformats.org/drawingml/2006/main">
              <a:ext uri="{FF2B5EF4-FFF2-40B4-BE49-F238E27FC236}">
                <a16:creationId xmlns:a16="http://schemas.microsoft.com/office/drawing/2014/main" id="{0ABB3A1B-2300-426D-85E1-5C1F31E5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2724150"/>
            <a:ext cx="8382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pectrum-focus-label">
            <a:extLst xmlns:a="http://schemas.openxmlformats.org/drawingml/2006/main">
              <a:ext uri="{FF2B5EF4-FFF2-40B4-BE49-F238E27FC236}">
                <a16:creationId xmlns:a16="http://schemas.microsoft.com/office/drawing/2014/main" id="{844EF175-95D7-4971-94D6-A6BF976F3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2724150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重点区域</a:t>
            </a:r>
          </a:p>
        </p:txBody>
      </p:sp>
      <p:sp>
        <p:nvSpPr>
          <p:cNvPr id="15" name="spectrum-underlay-2">
            <a:extLst xmlns:a="http://schemas.openxmlformats.org/drawingml/2006/main">
              <a:ext uri="{FF2B5EF4-FFF2-40B4-BE49-F238E27FC236}">
                <a16:creationId xmlns:a16="http://schemas.microsoft.com/office/drawing/2014/main" id="{D7D283FB-6269-4DE3-A7C2-760EBDCE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39075" y="3000375"/>
            <a:ext cx="2952750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FEA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spectrum-card-2">
            <a:extLst xmlns:a="http://schemas.openxmlformats.org/drawingml/2006/main">
              <a:ext uri="{FF2B5EF4-FFF2-40B4-BE49-F238E27FC236}">
                <a16:creationId xmlns:a16="http://schemas.microsoft.com/office/drawing/2014/main" id="{CEB1655F-C591-445B-A92C-ABFB60FC4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39075" y="2933700"/>
            <a:ext cx="2952750" cy="1971675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CFDDE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7" name="spectrum-order-2">
            <a:extLst xmlns:a="http://schemas.openxmlformats.org/drawingml/2006/main">
              <a:ext uri="{FF2B5EF4-FFF2-40B4-BE49-F238E27FC236}">
                <a16:creationId xmlns:a16="http://schemas.microsoft.com/office/drawing/2014/main" id="{A56CEFB4-8CC2-458B-ABBA-0B3871AB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9575" y="30956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9400"/>
              </a:lnSpc>
              <a:buNone/>
              <a:defRPr sz="1275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9AB1C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spectrum-title-2">
            <a:extLst xmlns:a="http://schemas.openxmlformats.org/drawingml/2006/main">
              <a:ext uri="{FF2B5EF4-FFF2-40B4-BE49-F238E27FC236}">
                <a16:creationId xmlns:a16="http://schemas.microsoft.com/office/drawing/2014/main" id="{159D7F16-14CF-40AB-8381-FD77D5F1B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9575" y="3467100"/>
            <a:ext cx="2571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254B7C"/>
                </a:solidFill>
                <a:latin typeface="Microsoft YaHei"/>
                <a:ea typeface="Microsoft YaHei"/>
                <a:cs typeface="Microsoft YaHei"/>
              </a:rPr>
              <a:t>高定制端</a:t>
            </a:r>
          </a:p>
        </p:txBody>
      </p:sp>
      <p:sp>
        <p:nvSpPr>
          <p:cNvPr id="19" name="spectrum-body-2">
            <a:extLst xmlns:a="http://schemas.openxmlformats.org/drawingml/2006/main">
              <a:ext uri="{FF2B5EF4-FFF2-40B4-BE49-F238E27FC236}">
                <a16:creationId xmlns:a16="http://schemas.microsoft.com/office/drawing/2014/main" id="{121C5B44-9538-43AB-AE7A-2D088F1E1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9575" y="3914775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6000"/>
              </a:lnSpc>
              <a:buNone/>
              <a:defRPr sz="1425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526174"/>
                </a:solidFill>
                <a:latin typeface="Microsoft YaHei"/>
                <a:ea typeface="Microsoft YaHei"/>
                <a:cs typeface="Microsoft YaHei"/>
              </a:rPr>
              <a:t>发布会、路演和比赛需要高度视觉创意</a:t>
            </a:r>
          </a:p>
        </p:txBody>
      </p:sp>
      <p:sp>
        <p:nvSpPr>
          <p:cNvPr id="20" name="spectrum-axis">
            <a:extLst xmlns:a="http://schemas.openxmlformats.org/drawingml/2006/main">
              <a:ext uri="{FF2B5EF4-FFF2-40B4-BE49-F238E27FC236}">
                <a16:creationId xmlns:a16="http://schemas.microsoft.com/office/drawing/2014/main" id="{644D722B-6D89-44FB-A8D7-F0AAF5A36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71575" y="5381625"/>
            <a:ext cx="98107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FB3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pectrum-axis-arrow">
            <a:extLst xmlns:a="http://schemas.openxmlformats.org/drawingml/2006/main">
              <a:ext uri="{FF2B5EF4-FFF2-40B4-BE49-F238E27FC236}">
                <a16:creationId xmlns:a16="http://schemas.microsoft.com/office/drawing/2014/main" id="{66970D9F-C95E-49C8-8643-039D727E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87088" y="5329238"/>
            <a:ext cx="138113" cy="133350"/>
          </a:xfrm>
          <a:custGeom xmlns:a="http://schemas.openxmlformats.org/drawingml/2006/main">
            <a:pathLst>
              <a:path w="138113" h="133350">
                <a:moveTo>
                  <a:pt x="0" y="0"/>
                </a:moveTo>
                <a:lnTo>
                  <a:pt x="8630" y="4172"/>
                </a:lnTo>
                <a:lnTo>
                  <a:pt x="17269" y="8334"/>
                </a:lnTo>
                <a:lnTo>
                  <a:pt x="25898" y="12506"/>
                </a:lnTo>
                <a:lnTo>
                  <a:pt x="34528" y="16669"/>
                </a:lnTo>
                <a:lnTo>
                  <a:pt x="43158" y="20841"/>
                </a:lnTo>
                <a:lnTo>
                  <a:pt x="51797" y="25003"/>
                </a:lnTo>
                <a:lnTo>
                  <a:pt x="60427" y="29175"/>
                </a:lnTo>
                <a:lnTo>
                  <a:pt x="69056" y="33338"/>
                </a:lnTo>
                <a:lnTo>
                  <a:pt x="77686" y="37509"/>
                </a:lnTo>
                <a:lnTo>
                  <a:pt x="86325" y="41672"/>
                </a:lnTo>
                <a:lnTo>
                  <a:pt x="94955" y="45844"/>
                </a:lnTo>
                <a:lnTo>
                  <a:pt x="103584" y="50006"/>
                </a:lnTo>
                <a:lnTo>
                  <a:pt x="112214" y="54178"/>
                </a:lnTo>
                <a:lnTo>
                  <a:pt x="120853" y="58341"/>
                </a:lnTo>
                <a:lnTo>
                  <a:pt x="129483" y="62513"/>
                </a:lnTo>
                <a:lnTo>
                  <a:pt x="138113" y="66675"/>
                </a:lnTo>
                <a:lnTo>
                  <a:pt x="129483" y="70847"/>
                </a:lnTo>
                <a:lnTo>
                  <a:pt x="120853" y="75009"/>
                </a:lnTo>
                <a:lnTo>
                  <a:pt x="112214" y="79172"/>
                </a:lnTo>
                <a:lnTo>
                  <a:pt x="103584" y="83344"/>
                </a:lnTo>
                <a:lnTo>
                  <a:pt x="94955" y="87516"/>
                </a:lnTo>
                <a:lnTo>
                  <a:pt x="86325" y="91678"/>
                </a:lnTo>
                <a:lnTo>
                  <a:pt x="77686" y="95841"/>
                </a:lnTo>
                <a:lnTo>
                  <a:pt x="69056" y="100013"/>
                </a:lnTo>
                <a:lnTo>
                  <a:pt x="60427" y="104184"/>
                </a:lnTo>
                <a:lnTo>
                  <a:pt x="51797" y="108347"/>
                </a:lnTo>
                <a:lnTo>
                  <a:pt x="43158" y="112519"/>
                </a:lnTo>
                <a:lnTo>
                  <a:pt x="34528" y="116681"/>
                </a:lnTo>
                <a:lnTo>
                  <a:pt x="25898" y="120853"/>
                </a:lnTo>
                <a:lnTo>
                  <a:pt x="17269" y="125016"/>
                </a:lnTo>
                <a:lnTo>
                  <a:pt x="8630" y="129188"/>
                </a:ln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FB3DF"/>
            </a:solidFill>
            <a:prstDash val="solid"/>
          </a:ln>
        </p:spPr>
      </p:sp>
      <p:sp>
        <p:nvSpPr>
          <p:cNvPr id="22" name="spectrum-axis-low">
            <a:extLst xmlns:a="http://schemas.openxmlformats.org/drawingml/2006/main">
              <a:ext uri="{FF2B5EF4-FFF2-40B4-BE49-F238E27FC236}">
                <a16:creationId xmlns:a16="http://schemas.microsoft.com/office/drawing/2014/main" id="{F457DB95-A48C-4918-AC44-BEBA143CE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57275" y="5581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5600"/>
              </a:lnSpc>
              <a:buNone/>
              <a:defRPr sz="135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rPr>
              <a:t>低</a:t>
            </a:r>
          </a:p>
        </p:txBody>
      </p:sp>
      <p:sp>
        <p:nvSpPr>
          <p:cNvPr id="23" name="spectrum-axis-label">
            <a:extLst xmlns:a="http://schemas.openxmlformats.org/drawingml/2006/main">
              <a:ext uri="{FF2B5EF4-FFF2-40B4-BE49-F238E27FC236}">
                <a16:creationId xmlns:a16="http://schemas.microsoft.com/office/drawing/2014/main" id="{FCA0E8FA-0D56-469F-9B8B-7DBB43976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55816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4052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405269"/>
                </a:solidFill>
                <a:latin typeface="Microsoft YaHei"/>
                <a:ea typeface="Microsoft YaHei"/>
                <a:cs typeface="Microsoft YaHei"/>
              </a:rPr>
              <a:t>对视觉复杂度与美观度的需求</a:t>
            </a:r>
          </a:p>
        </p:txBody>
      </p:sp>
      <p:sp>
        <p:nvSpPr>
          <p:cNvPr id="24" name="spectrum-axis-high">
            <a:extLst xmlns:a="http://schemas.openxmlformats.org/drawingml/2006/main">
              <a:ext uri="{FF2B5EF4-FFF2-40B4-BE49-F238E27FC236}">
                <a16:creationId xmlns:a16="http://schemas.microsoft.com/office/drawing/2014/main" id="{99E74CEE-8B72-404B-9F0B-BBA83240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05975" y="5581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55600"/>
              </a:lnSpc>
              <a:buNone/>
              <a:defRPr sz="135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F7D91"/>
                </a:solidFill>
                <a:latin typeface="Microsoft YaHei"/>
                <a:ea typeface="Microsoft YaHei"/>
                <a:cs typeface="Microsoft YaHei"/>
              </a:rPr>
              <a:t>高</a:t>
            </a:r>
          </a:p>
        </p:txBody>
      </p:sp>
    </p:spTree>
    <p:extLst>
      <p:ext uri="{BB962C8B-B14F-4D97-AF65-F5344CB8AC3E}">
        <p14:creationId xmlns:p14="http://schemas.microsoft.com/office/powerpoint/2010/main" val="21008416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0" dist="8572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266700" dist="133350" dir="5400000">
              <a:srgbClr val="2F5EA8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2026-08-22T14:17:48.9180000Z</dcterms:created>
  <dcterms:modified xsi:type="dcterms:W3CDTF">2026-08-22T14:17:48.9190000Z</dcterms:modified>
</coreProperties>
</file>