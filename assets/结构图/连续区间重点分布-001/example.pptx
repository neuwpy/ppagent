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587f4458cdc47c0" /><Relationship Type="http://schemas.openxmlformats.org/officeDocument/2006/relationships/extended-properties" Target="/docProps/app.xml" Id="R7aa772cfd9004f54" /><Relationship Type="http://schemas.openxmlformats.org/officeDocument/2006/relationships/officeDocument" Target="/ppt/presentation.xml" Id="Ra46c1eede672440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2e8dac1dcf64071"/>
  </p:sldMasterIdLst>
  <p:notesMasterIdLst>
    <p:notesMasterId xmlns:r="http://schemas.openxmlformats.org/officeDocument/2006/relationships" r:id="R3ad6920b902c4ed7"/>
  </p:notesMasterIdLst>
  <p:sldIdLst>
    <p:sldId xmlns:r="http://schemas.openxmlformats.org/officeDocument/2006/relationships" id="256" r:id="R10ea7418eb504d84"/>
    <p:sldId xmlns:r="http://schemas.openxmlformats.org/officeDocument/2006/relationships" id="257" r:id="Rc75ffab607fe4d20"/>
    <p:sldId xmlns:r="http://schemas.openxmlformats.org/officeDocument/2006/relationships" id="258" r:id="Ra280f901eebc493f"/>
    <p:sldId xmlns:r="http://schemas.openxmlformats.org/officeDocument/2006/relationships" id="259" r:id="Rf795a25eac0140da"/>
    <p:sldId xmlns:r="http://schemas.openxmlformats.org/officeDocument/2006/relationships" id="260" r:id="R8e27625d2c974a5e"/>
    <p:sldId xmlns:r="http://schemas.openxmlformats.org/officeDocument/2006/relationships" id="261" r:id="R7393a554c22f4f4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cfe0fd705fe45fd" /><Relationship Type="http://schemas.openxmlformats.org/officeDocument/2006/relationships/slideMaster" Target="/ppt/slideMasters/slideMaster1.xml" Id="Ra2e8dac1dcf64071" /><Relationship Type="http://schemas.openxmlformats.org/officeDocument/2006/relationships/notesMaster" Target="/ppt/notesMasters/notesMaster1.xml" Id="R3ad6920b902c4ed7" /><Relationship Type="http://schemas.openxmlformats.org/officeDocument/2006/relationships/presProps" Target="/ppt/presProps.xml" Id="R1f3d56bf3ad04786" /><Relationship Type="http://schemas.openxmlformats.org/officeDocument/2006/relationships/tableStyles" Target="/ppt/tableStyles.xml" Id="Ra185eb0733384cae" /><Relationship Type="http://schemas.openxmlformats.org/officeDocument/2006/relationships/slide" Target="/ppt/slides/slide1.xml" Id="R10ea7418eb504d84" /><Relationship Type="http://schemas.openxmlformats.org/officeDocument/2006/relationships/slide" Target="/ppt/slides/slide2.xml" Id="Rc75ffab607fe4d20" /><Relationship Type="http://schemas.openxmlformats.org/officeDocument/2006/relationships/slide" Target="/ppt/slides/slide3.xml" Id="Ra280f901eebc493f" /><Relationship Type="http://schemas.openxmlformats.org/officeDocument/2006/relationships/slide" Target="/ppt/slides/slide4.xml" Id="Rf795a25eac0140da" /><Relationship Type="http://schemas.openxmlformats.org/officeDocument/2006/relationships/slide" Target="/ppt/slides/slide5.xml" Id="R8e27625d2c974a5e" /><Relationship Type="http://schemas.openxmlformats.org/officeDocument/2006/relationships/slide" Target="/ppt/slides/slide6.xml" Id="R7393a554c22f4f4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f422274e25e41f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190500" dist="85725" dir="5400000">
              <a:srgbClr val="2F5EA8">
                <a:alpha val="9000"/>
              </a:srgbClr>
            </a:outerShdw>
          </a:effectLst>
        </a:effectStyle>
        <a:effectStyle>
          <a:effectLst>
            <a:outerShdw blurRad="266700" dist="133350" dir="5400000">
              <a:srgbClr val="2F5EA8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9aeffe0d2514d34" /><Relationship Type="http://schemas.openxmlformats.org/officeDocument/2006/relationships/notesMaster" Target="/ppt/notesMasters/notesMaster1.xml" Id="Ra66c4ffbb28e4c1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b8ad5371d384736" /><Relationship Type="http://schemas.openxmlformats.org/officeDocument/2006/relationships/notesMaster" Target="/ppt/notesMasters/notesMaster1.xml" Id="R326c6b6196d0424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52d47b43612412f" /><Relationship Type="http://schemas.openxmlformats.org/officeDocument/2006/relationships/notesMaster" Target="/ppt/notesMasters/notesMaster1.xml" Id="R053058ba462c4e6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fca962b173043c2" /><Relationship Type="http://schemas.openxmlformats.org/officeDocument/2006/relationships/notesMaster" Target="/ppt/notesMasters/notesMaster1.xml" Id="Rb083dc165b0b410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5479d0da75e479c" /><Relationship Type="http://schemas.openxmlformats.org/officeDocument/2006/relationships/notesMaster" Target="/ppt/notesMasters/notesMaster1.xml" Id="R7d79d14ae6e046c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10855cb3a2f42a8" /><Relationship Type="http://schemas.openxmlformats.org/officeDocument/2006/relationships/notesMaster" Target="/ppt/notesMasters/notesMaster1.xml" Id="R18150e01863943a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a83862564e347b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fc113da0a284fbd" /><Relationship Type="http://schemas.openxmlformats.org/officeDocument/2006/relationships/slideLayout" Target="/ppt/slideLayouts/slideLayout1.xml" Id="R8c9e942a5c604f4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c9e942a5c604f4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190500" dist="85725" dir="5400000">
              <a:srgbClr val="2F5EA8">
                <a:alpha val="9000"/>
              </a:srgbClr>
            </a:outerShdw>
          </a:effectLst>
        </a:effectStyle>
        <a:effectStyle>
          <a:effectLst>
            <a:outerShdw blurRad="266700" dist="133350" dir="5400000">
              <a:srgbClr val="2F5EA8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e799a7ca4442c9" /><Relationship Type="http://schemas.openxmlformats.org/officeDocument/2006/relationships/notesSlide" Target="/ppt/notesSlides/notesSlide1.xml" Id="Rb14226bab918438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380e6315484d60" /><Relationship Type="http://schemas.openxmlformats.org/officeDocument/2006/relationships/notesSlide" Target="/ppt/notesSlides/notesSlide2.xml" Id="Ra6e8c82974834ca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91ea3e596b495f" /><Relationship Type="http://schemas.openxmlformats.org/officeDocument/2006/relationships/notesSlide" Target="/ppt/notesSlides/notesSlide3.xml" Id="R82aee235e9e44c1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d6649cfe9b4192" /><Relationship Type="http://schemas.openxmlformats.org/officeDocument/2006/relationships/notesSlide" Target="/ppt/notesSlides/notesSlide4.xml" Id="Rf078e81070b54ee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76cda12a024c9a" /><Relationship Type="http://schemas.openxmlformats.org/officeDocument/2006/relationships/notesSlide" Target="/ppt/notesSlides/notesSlide5.xml" Id="R1d276961c6f34fc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f1bc5f59204257" /><Relationship Type="http://schemas.openxmlformats.org/officeDocument/2006/relationships/notesSlide" Target="/ppt/notesSlides/notesSlide6.xml" Id="R44b149971efe4ad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pectrum-density-fill">
            <a:extLst xmlns:a="http://schemas.openxmlformats.org/drawingml/2006/main">
              <a:ext uri="{FF2B5EF4-FFF2-40B4-BE49-F238E27FC236}">
                <a16:creationId xmlns:a16="http://schemas.microsoft.com/office/drawing/2014/main" id="{C80AA402-0436-4925-9702-3BAD5B880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0125" y="1620250"/>
            <a:ext cx="10191750" cy="3599450"/>
          </a:xfrm>
          <a:custGeom xmlns:a="http://schemas.openxmlformats.org/drawingml/2006/main">
            <a:pathLst>
              <a:path w="10191750" h="3599450">
                <a:moveTo>
                  <a:pt x="0" y="3599450"/>
                </a:moveTo>
                <a:lnTo>
                  <a:pt x="0" y="3502752"/>
                </a:lnTo>
                <a:lnTo>
                  <a:pt x="0" y="3406064"/>
                </a:lnTo>
                <a:lnTo>
                  <a:pt x="0" y="3309366"/>
                </a:lnTo>
                <a:lnTo>
                  <a:pt x="0" y="3212668"/>
                </a:lnTo>
                <a:lnTo>
                  <a:pt x="79905" y="3172273"/>
                </a:lnTo>
                <a:lnTo>
                  <a:pt x="170450" y="3138364"/>
                </a:lnTo>
                <a:lnTo>
                  <a:pt x="260385" y="3102854"/>
                </a:lnTo>
                <a:lnTo>
                  <a:pt x="349682" y="3065764"/>
                </a:lnTo>
                <a:lnTo>
                  <a:pt x="438140" y="3026702"/>
                </a:lnTo>
                <a:lnTo>
                  <a:pt x="525770" y="2985840"/>
                </a:lnTo>
                <a:lnTo>
                  <a:pt x="612705" y="2943511"/>
                </a:lnTo>
                <a:lnTo>
                  <a:pt x="698925" y="2899762"/>
                </a:lnTo>
                <a:lnTo>
                  <a:pt x="784308" y="2854376"/>
                </a:lnTo>
                <a:lnTo>
                  <a:pt x="868718" y="2807208"/>
                </a:lnTo>
                <a:lnTo>
                  <a:pt x="952386" y="2758754"/>
                </a:lnTo>
                <a:lnTo>
                  <a:pt x="1035339" y="2709072"/>
                </a:lnTo>
                <a:lnTo>
                  <a:pt x="1117406" y="2657932"/>
                </a:lnTo>
                <a:lnTo>
                  <a:pt x="1198531" y="2605316"/>
                </a:lnTo>
                <a:lnTo>
                  <a:pt x="1278988" y="2551690"/>
                </a:lnTo>
                <a:lnTo>
                  <a:pt x="1358808" y="2497112"/>
                </a:lnTo>
                <a:lnTo>
                  <a:pt x="1437561" y="2441010"/>
                </a:lnTo>
                <a:lnTo>
                  <a:pt x="1515732" y="2384098"/>
                </a:lnTo>
                <a:lnTo>
                  <a:pt x="1593323" y="2326405"/>
                </a:lnTo>
                <a:lnTo>
                  <a:pt x="1670056" y="2267560"/>
                </a:lnTo>
                <a:lnTo>
                  <a:pt x="1746209" y="2207981"/>
                </a:lnTo>
                <a:lnTo>
                  <a:pt x="1821923" y="2147830"/>
                </a:lnTo>
                <a:lnTo>
                  <a:pt x="1896904" y="2086785"/>
                </a:lnTo>
                <a:lnTo>
                  <a:pt x="1971399" y="2025129"/>
                </a:lnTo>
                <a:lnTo>
                  <a:pt x="2045522" y="1963036"/>
                </a:lnTo>
                <a:lnTo>
                  <a:pt x="2119093" y="1900295"/>
                </a:lnTo>
                <a:lnTo>
                  <a:pt x="2192331" y="1837153"/>
                </a:lnTo>
                <a:lnTo>
                  <a:pt x="2265293" y="1773698"/>
                </a:lnTo>
                <a:lnTo>
                  <a:pt x="2337826" y="1709757"/>
                </a:lnTo>
                <a:lnTo>
                  <a:pt x="2410225" y="1645653"/>
                </a:lnTo>
                <a:lnTo>
                  <a:pt x="2482425" y="1581341"/>
                </a:lnTo>
                <a:lnTo>
                  <a:pt x="2554405" y="1516771"/>
                </a:lnTo>
                <a:lnTo>
                  <a:pt x="2626338" y="1452153"/>
                </a:lnTo>
                <a:lnTo>
                  <a:pt x="2698280" y="1387535"/>
                </a:lnTo>
                <a:lnTo>
                  <a:pt x="2770232" y="1322946"/>
                </a:lnTo>
                <a:lnTo>
                  <a:pt x="2842231" y="1258405"/>
                </a:lnTo>
                <a:lnTo>
                  <a:pt x="2914412" y="1194054"/>
                </a:lnTo>
                <a:lnTo>
                  <a:pt x="2986821" y="1129970"/>
                </a:lnTo>
                <a:lnTo>
                  <a:pt x="3059401" y="1066076"/>
                </a:lnTo>
                <a:lnTo>
                  <a:pt x="3132458" y="1002735"/>
                </a:lnTo>
                <a:lnTo>
                  <a:pt x="3205848" y="939775"/>
                </a:lnTo>
                <a:lnTo>
                  <a:pt x="3279600" y="877243"/>
                </a:lnTo>
                <a:lnTo>
                  <a:pt x="3354143" y="815645"/>
                </a:lnTo>
                <a:lnTo>
                  <a:pt x="3429152" y="754637"/>
                </a:lnTo>
                <a:lnTo>
                  <a:pt x="3504762" y="694353"/>
                </a:lnTo>
                <a:lnTo>
                  <a:pt x="3581467" y="635479"/>
                </a:lnTo>
                <a:lnTo>
                  <a:pt x="3658857" y="577529"/>
                </a:lnTo>
                <a:lnTo>
                  <a:pt x="3736991" y="520560"/>
                </a:lnTo>
                <a:lnTo>
                  <a:pt x="3816648" y="465753"/>
                </a:lnTo>
                <a:lnTo>
                  <a:pt x="3897278" y="412385"/>
                </a:lnTo>
                <a:lnTo>
                  <a:pt x="3978926" y="360597"/>
                </a:lnTo>
                <a:lnTo>
                  <a:pt x="4062003" y="311125"/>
                </a:lnTo>
                <a:lnTo>
                  <a:pt x="4146661" y="264424"/>
                </a:lnTo>
                <a:lnTo>
                  <a:pt x="4232596" y="220132"/>
                </a:lnTo>
                <a:lnTo>
                  <a:pt x="4319864" y="178546"/>
                </a:lnTo>
                <a:lnTo>
                  <a:pt x="4408732" y="140427"/>
                </a:lnTo>
                <a:lnTo>
                  <a:pt x="4499324" y="106651"/>
                </a:lnTo>
                <a:lnTo>
                  <a:pt x="4591260" y="76791"/>
                </a:lnTo>
                <a:lnTo>
                  <a:pt x="4684452" y="51168"/>
                </a:lnTo>
                <a:lnTo>
                  <a:pt x="4778797" y="30166"/>
                </a:lnTo>
                <a:lnTo>
                  <a:pt x="4874143" y="14126"/>
                </a:lnTo>
                <a:lnTo>
                  <a:pt x="4970326" y="4181"/>
                </a:lnTo>
                <a:lnTo>
                  <a:pt x="5066909" y="0"/>
                </a:lnTo>
                <a:lnTo>
                  <a:pt x="5163550" y="1334"/>
                </a:lnTo>
                <a:lnTo>
                  <a:pt x="5259943" y="8163"/>
                </a:lnTo>
                <a:lnTo>
                  <a:pt x="5355822" y="20355"/>
                </a:lnTo>
                <a:lnTo>
                  <a:pt x="5450919" y="37700"/>
                </a:lnTo>
                <a:lnTo>
                  <a:pt x="5544969" y="60169"/>
                </a:lnTo>
                <a:lnTo>
                  <a:pt x="5637552" y="88049"/>
                </a:lnTo>
                <a:lnTo>
                  <a:pt x="5728773" y="120015"/>
                </a:lnTo>
                <a:lnTo>
                  <a:pt x="5818613" y="155696"/>
                </a:lnTo>
                <a:lnTo>
                  <a:pt x="5907062" y="194720"/>
                </a:lnTo>
                <a:lnTo>
                  <a:pt x="5993968" y="237115"/>
                </a:lnTo>
                <a:lnTo>
                  <a:pt x="6079131" y="282893"/>
                </a:lnTo>
                <a:lnTo>
                  <a:pt x="6163018" y="330937"/>
                </a:lnTo>
                <a:lnTo>
                  <a:pt x="6245723" y="381019"/>
                </a:lnTo>
                <a:lnTo>
                  <a:pt x="6327048" y="433340"/>
                </a:lnTo>
                <a:lnTo>
                  <a:pt x="6407001" y="487699"/>
                </a:lnTo>
                <a:lnTo>
                  <a:pt x="6486058" y="543373"/>
                </a:lnTo>
                <a:lnTo>
                  <a:pt x="6564182" y="600342"/>
                </a:lnTo>
                <a:lnTo>
                  <a:pt x="6641040" y="659016"/>
                </a:lnTo>
                <a:lnTo>
                  <a:pt x="6717268" y="718499"/>
                </a:lnTo>
                <a:lnTo>
                  <a:pt x="6792878" y="778783"/>
                </a:lnTo>
                <a:lnTo>
                  <a:pt x="6867487" y="840296"/>
                </a:lnTo>
                <a:lnTo>
                  <a:pt x="6941687" y="902294"/>
                </a:lnTo>
                <a:lnTo>
                  <a:pt x="7015448" y="964816"/>
                </a:lnTo>
                <a:lnTo>
                  <a:pt x="7088553" y="1028100"/>
                </a:lnTo>
                <a:lnTo>
                  <a:pt x="7161428" y="1091660"/>
                </a:lnTo>
                <a:lnTo>
                  <a:pt x="7233999" y="1155563"/>
                </a:lnTo>
                <a:lnTo>
                  <a:pt x="7306246" y="1219829"/>
                </a:lnTo>
                <a:lnTo>
                  <a:pt x="7378370" y="1284227"/>
                </a:lnTo>
                <a:lnTo>
                  <a:pt x="7450341" y="1348816"/>
                </a:lnTo>
                <a:lnTo>
                  <a:pt x="7522283" y="1413415"/>
                </a:lnTo>
                <a:lnTo>
                  <a:pt x="7594225" y="1478032"/>
                </a:lnTo>
                <a:lnTo>
                  <a:pt x="7666158" y="1542650"/>
                </a:lnTo>
                <a:lnTo>
                  <a:pt x="7738243" y="1607096"/>
                </a:lnTo>
                <a:lnTo>
                  <a:pt x="7810452" y="1671409"/>
                </a:lnTo>
                <a:lnTo>
                  <a:pt x="7882976" y="1735369"/>
                </a:lnTo>
                <a:lnTo>
                  <a:pt x="7955680" y="1799111"/>
                </a:lnTo>
                <a:lnTo>
                  <a:pt x="8028642" y="1862566"/>
                </a:lnTo>
                <a:lnTo>
                  <a:pt x="8102127" y="1925422"/>
                </a:lnTo>
                <a:lnTo>
                  <a:pt x="8175879" y="1987944"/>
                </a:lnTo>
                <a:lnTo>
                  <a:pt x="8250069" y="2049971"/>
                </a:lnTo>
                <a:lnTo>
                  <a:pt x="8324879" y="2111235"/>
                </a:lnTo>
                <a:lnTo>
                  <a:pt x="8400088" y="2172005"/>
                </a:lnTo>
                <a:lnTo>
                  <a:pt x="8475907" y="2232012"/>
                </a:lnTo>
                <a:lnTo>
                  <a:pt x="8552431" y="2291124"/>
                </a:lnTo>
                <a:lnTo>
                  <a:pt x="8629440" y="2349589"/>
                </a:lnTo>
                <a:lnTo>
                  <a:pt x="8707145" y="2407148"/>
                </a:lnTo>
                <a:lnTo>
                  <a:pt x="8785727" y="2463479"/>
                </a:lnTo>
                <a:lnTo>
                  <a:pt x="8864908" y="2518972"/>
                </a:lnTo>
                <a:lnTo>
                  <a:pt x="8944737" y="2573550"/>
                </a:lnTo>
                <a:lnTo>
                  <a:pt x="9025623" y="2626519"/>
                </a:lnTo>
                <a:lnTo>
                  <a:pt x="9107214" y="2678411"/>
                </a:lnTo>
                <a:lnTo>
                  <a:pt x="9189501" y="2729189"/>
                </a:lnTo>
                <a:lnTo>
                  <a:pt x="9272673" y="2778500"/>
                </a:lnTo>
                <a:lnTo>
                  <a:pt x="9356798" y="2826172"/>
                </a:lnTo>
                <a:lnTo>
                  <a:pt x="9441637" y="2872550"/>
                </a:lnTo>
                <a:lnTo>
                  <a:pt x="9527210" y="2917574"/>
                </a:lnTo>
                <a:lnTo>
                  <a:pt x="9613687" y="2960846"/>
                </a:lnTo>
                <a:lnTo>
                  <a:pt x="9701012" y="3002356"/>
                </a:lnTo>
                <a:lnTo>
                  <a:pt x="9789043" y="3042352"/>
                </a:lnTo>
                <a:lnTo>
                  <a:pt x="9877768" y="3080766"/>
                </a:lnTo>
                <a:lnTo>
                  <a:pt x="9967189" y="3117571"/>
                </a:lnTo>
                <a:lnTo>
                  <a:pt x="10057448" y="3152261"/>
                </a:lnTo>
                <a:lnTo>
                  <a:pt x="10148316" y="3185303"/>
                </a:lnTo>
                <a:lnTo>
                  <a:pt x="10191750" y="3251397"/>
                </a:lnTo>
                <a:lnTo>
                  <a:pt x="10191750" y="3348095"/>
                </a:lnTo>
                <a:lnTo>
                  <a:pt x="10191750" y="3444792"/>
                </a:lnTo>
                <a:lnTo>
                  <a:pt x="10191750" y="3541490"/>
                </a:lnTo>
                <a:lnTo>
                  <a:pt x="10153021" y="3599450"/>
                </a:lnTo>
                <a:lnTo>
                  <a:pt x="10056324" y="3599450"/>
                </a:lnTo>
                <a:lnTo>
                  <a:pt x="9959626" y="3599450"/>
                </a:lnTo>
                <a:lnTo>
                  <a:pt x="9862937" y="3599450"/>
                </a:lnTo>
                <a:lnTo>
                  <a:pt x="9766240" y="3599450"/>
                </a:lnTo>
                <a:lnTo>
                  <a:pt x="9669542" y="3599450"/>
                </a:lnTo>
                <a:lnTo>
                  <a:pt x="9572844" y="3599450"/>
                </a:lnTo>
                <a:lnTo>
                  <a:pt x="9476156" y="3599450"/>
                </a:lnTo>
                <a:lnTo>
                  <a:pt x="9379458" y="3599450"/>
                </a:lnTo>
                <a:lnTo>
                  <a:pt x="9282760" y="3599450"/>
                </a:lnTo>
                <a:lnTo>
                  <a:pt x="9186062" y="3599450"/>
                </a:lnTo>
                <a:lnTo>
                  <a:pt x="9089374" y="3599450"/>
                </a:lnTo>
                <a:lnTo>
                  <a:pt x="8992676" y="3599450"/>
                </a:lnTo>
                <a:lnTo>
                  <a:pt x="8895979" y="3599450"/>
                </a:lnTo>
                <a:lnTo>
                  <a:pt x="8799281" y="3599450"/>
                </a:lnTo>
                <a:lnTo>
                  <a:pt x="8702592" y="3599450"/>
                </a:lnTo>
                <a:lnTo>
                  <a:pt x="8605895" y="3599450"/>
                </a:lnTo>
                <a:lnTo>
                  <a:pt x="8509197" y="3599450"/>
                </a:lnTo>
                <a:lnTo>
                  <a:pt x="8412499" y="3599450"/>
                </a:lnTo>
                <a:lnTo>
                  <a:pt x="8315811" y="3599450"/>
                </a:lnTo>
                <a:lnTo>
                  <a:pt x="8219113" y="3599450"/>
                </a:lnTo>
                <a:lnTo>
                  <a:pt x="8122415" y="3599450"/>
                </a:lnTo>
                <a:lnTo>
                  <a:pt x="8025717" y="3599450"/>
                </a:lnTo>
                <a:lnTo>
                  <a:pt x="7929029" y="3599450"/>
                </a:lnTo>
                <a:lnTo>
                  <a:pt x="7832331" y="3599450"/>
                </a:lnTo>
                <a:lnTo>
                  <a:pt x="7735634" y="3599450"/>
                </a:lnTo>
                <a:lnTo>
                  <a:pt x="7638936" y="3599450"/>
                </a:lnTo>
                <a:lnTo>
                  <a:pt x="7542247" y="3599450"/>
                </a:lnTo>
                <a:lnTo>
                  <a:pt x="7445550" y="3599450"/>
                </a:lnTo>
                <a:lnTo>
                  <a:pt x="7348852" y="3599450"/>
                </a:lnTo>
                <a:lnTo>
                  <a:pt x="7252154" y="3599450"/>
                </a:lnTo>
                <a:lnTo>
                  <a:pt x="7155456" y="3599450"/>
                </a:lnTo>
                <a:lnTo>
                  <a:pt x="7058768" y="3599450"/>
                </a:lnTo>
                <a:lnTo>
                  <a:pt x="6962070" y="3599450"/>
                </a:lnTo>
                <a:lnTo>
                  <a:pt x="6865372" y="3599450"/>
                </a:lnTo>
                <a:lnTo>
                  <a:pt x="6768684" y="3599450"/>
                </a:lnTo>
                <a:lnTo>
                  <a:pt x="6671986" y="3599450"/>
                </a:lnTo>
                <a:lnTo>
                  <a:pt x="6575288" y="3599450"/>
                </a:lnTo>
                <a:lnTo>
                  <a:pt x="6478591" y="3599450"/>
                </a:lnTo>
                <a:lnTo>
                  <a:pt x="6381902" y="3599450"/>
                </a:lnTo>
                <a:lnTo>
                  <a:pt x="6285205" y="3599450"/>
                </a:lnTo>
                <a:lnTo>
                  <a:pt x="6188507" y="3599450"/>
                </a:lnTo>
                <a:lnTo>
                  <a:pt x="6091809" y="3599450"/>
                </a:lnTo>
                <a:lnTo>
                  <a:pt x="5995121" y="3599450"/>
                </a:lnTo>
                <a:lnTo>
                  <a:pt x="5898423" y="3599450"/>
                </a:lnTo>
                <a:lnTo>
                  <a:pt x="5801725" y="3599450"/>
                </a:lnTo>
                <a:lnTo>
                  <a:pt x="5705027" y="3599450"/>
                </a:lnTo>
                <a:lnTo>
                  <a:pt x="5608339" y="3599450"/>
                </a:lnTo>
                <a:lnTo>
                  <a:pt x="5511641" y="3599450"/>
                </a:lnTo>
                <a:lnTo>
                  <a:pt x="5414943" y="3599450"/>
                </a:lnTo>
                <a:lnTo>
                  <a:pt x="5318246" y="3599450"/>
                </a:lnTo>
                <a:lnTo>
                  <a:pt x="5221557" y="3599450"/>
                </a:lnTo>
                <a:lnTo>
                  <a:pt x="5124860" y="3599450"/>
                </a:lnTo>
                <a:lnTo>
                  <a:pt x="5028162" y="3599450"/>
                </a:lnTo>
                <a:lnTo>
                  <a:pt x="4931464" y="3599450"/>
                </a:lnTo>
                <a:lnTo>
                  <a:pt x="4834776" y="3599450"/>
                </a:lnTo>
                <a:lnTo>
                  <a:pt x="4738078" y="3599450"/>
                </a:lnTo>
                <a:lnTo>
                  <a:pt x="4641380" y="3599450"/>
                </a:lnTo>
                <a:lnTo>
                  <a:pt x="4544682" y="3599450"/>
                </a:lnTo>
                <a:lnTo>
                  <a:pt x="4447994" y="3599450"/>
                </a:lnTo>
                <a:lnTo>
                  <a:pt x="4351296" y="3599450"/>
                </a:lnTo>
                <a:lnTo>
                  <a:pt x="4254598" y="3599450"/>
                </a:lnTo>
                <a:lnTo>
                  <a:pt x="4157901" y="3599450"/>
                </a:lnTo>
                <a:lnTo>
                  <a:pt x="4061212" y="3599450"/>
                </a:lnTo>
                <a:lnTo>
                  <a:pt x="3964515" y="3599450"/>
                </a:lnTo>
                <a:lnTo>
                  <a:pt x="3867817" y="3599450"/>
                </a:lnTo>
                <a:lnTo>
                  <a:pt x="3771119" y="3599450"/>
                </a:lnTo>
                <a:lnTo>
                  <a:pt x="3674431" y="3599450"/>
                </a:lnTo>
                <a:lnTo>
                  <a:pt x="3577733" y="3599450"/>
                </a:lnTo>
                <a:lnTo>
                  <a:pt x="3481035" y="3599450"/>
                </a:lnTo>
                <a:lnTo>
                  <a:pt x="3384337" y="3599450"/>
                </a:lnTo>
                <a:lnTo>
                  <a:pt x="3287639" y="3599450"/>
                </a:lnTo>
                <a:lnTo>
                  <a:pt x="3190951" y="3599450"/>
                </a:lnTo>
                <a:lnTo>
                  <a:pt x="3094253" y="3599450"/>
                </a:lnTo>
                <a:lnTo>
                  <a:pt x="2997556" y="3599450"/>
                </a:lnTo>
                <a:lnTo>
                  <a:pt x="2900858" y="3599450"/>
                </a:lnTo>
                <a:lnTo>
                  <a:pt x="2804170" y="3599450"/>
                </a:lnTo>
                <a:lnTo>
                  <a:pt x="2707472" y="3599450"/>
                </a:lnTo>
                <a:lnTo>
                  <a:pt x="2610774" y="3599450"/>
                </a:lnTo>
                <a:lnTo>
                  <a:pt x="2514086" y="3599450"/>
                </a:lnTo>
                <a:lnTo>
                  <a:pt x="2417388" y="3599450"/>
                </a:lnTo>
                <a:lnTo>
                  <a:pt x="2320690" y="3599450"/>
                </a:lnTo>
                <a:lnTo>
                  <a:pt x="2223992" y="3599450"/>
                </a:lnTo>
                <a:lnTo>
                  <a:pt x="2127304" y="3599450"/>
                </a:lnTo>
                <a:lnTo>
                  <a:pt x="2030606" y="3599450"/>
                </a:lnTo>
                <a:lnTo>
                  <a:pt x="1933908" y="3599450"/>
                </a:lnTo>
                <a:lnTo>
                  <a:pt x="1837211" y="3599450"/>
                </a:lnTo>
                <a:lnTo>
                  <a:pt x="1740513" y="3599450"/>
                </a:lnTo>
                <a:lnTo>
                  <a:pt x="1643825" y="3599450"/>
                </a:lnTo>
                <a:lnTo>
                  <a:pt x="1547127" y="3599450"/>
                </a:lnTo>
                <a:lnTo>
                  <a:pt x="1450429" y="3599450"/>
                </a:lnTo>
                <a:lnTo>
                  <a:pt x="1353741" y="3599450"/>
                </a:lnTo>
                <a:lnTo>
                  <a:pt x="1257043" y="3599450"/>
                </a:lnTo>
                <a:lnTo>
                  <a:pt x="1160345" y="3599450"/>
                </a:lnTo>
                <a:lnTo>
                  <a:pt x="1063647" y="3599450"/>
                </a:lnTo>
                <a:lnTo>
                  <a:pt x="966959" y="3599450"/>
                </a:lnTo>
                <a:lnTo>
                  <a:pt x="870261" y="3599450"/>
                </a:lnTo>
                <a:lnTo>
                  <a:pt x="773563" y="3599450"/>
                </a:lnTo>
                <a:lnTo>
                  <a:pt x="676866" y="3599450"/>
                </a:lnTo>
                <a:lnTo>
                  <a:pt x="580168" y="3599450"/>
                </a:lnTo>
                <a:lnTo>
                  <a:pt x="483479" y="3599450"/>
                </a:lnTo>
                <a:lnTo>
                  <a:pt x="386782" y="3599450"/>
                </a:lnTo>
                <a:lnTo>
                  <a:pt x="290084" y="3599450"/>
                </a:lnTo>
                <a:lnTo>
                  <a:pt x="193386" y="3599450"/>
                </a:lnTo>
                <a:lnTo>
                  <a:pt x="96698" y="3599450"/>
                </a:lnTo>
                <a:lnTo>
                  <a:pt x="0" y="3599450"/>
                </a:lnTo>
                <a:close/>
              </a:path>
            </a:pathLst>
          </a:custGeom>
          <a:solidFill xmlns:a="http://schemas.openxmlformats.org/drawingml/2006/main">
            <a:srgbClr val="F2F7FD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" name="spectrum-density-curve">
            <a:extLst xmlns:a="http://schemas.openxmlformats.org/drawingml/2006/main">
              <a:ext uri="{FF2B5EF4-FFF2-40B4-BE49-F238E27FC236}">
                <a16:creationId xmlns:a16="http://schemas.microsoft.com/office/drawing/2014/main" id="{71CDB4DC-14DC-4820-87DF-12C07EEBA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0125" y="1619250"/>
            <a:ext cx="10191750" cy="3201829"/>
          </a:xfrm>
          <a:custGeom xmlns:a="http://schemas.openxmlformats.org/drawingml/2006/main">
            <a:pathLst>
              <a:path w="10191750" h="3201829">
                <a:moveTo>
                  <a:pt x="0" y="3201829"/>
                </a:moveTo>
                <a:lnTo>
                  <a:pt x="47939" y="3184693"/>
                </a:lnTo>
                <a:lnTo>
                  <a:pt x="95879" y="3167558"/>
                </a:lnTo>
                <a:lnTo>
                  <a:pt x="143542" y="3149708"/>
                </a:lnTo>
                <a:lnTo>
                  <a:pt x="191062" y="3131439"/>
                </a:lnTo>
                <a:lnTo>
                  <a:pt x="238468" y="3112884"/>
                </a:lnTo>
                <a:lnTo>
                  <a:pt x="285540" y="3093491"/>
                </a:lnTo>
                <a:lnTo>
                  <a:pt x="332603" y="3074089"/>
                </a:lnTo>
                <a:lnTo>
                  <a:pt x="379247" y="3053705"/>
                </a:lnTo>
                <a:lnTo>
                  <a:pt x="425825" y="3033141"/>
                </a:lnTo>
                <a:lnTo>
                  <a:pt x="472173" y="3012110"/>
                </a:lnTo>
                <a:lnTo>
                  <a:pt x="518217" y="2990402"/>
                </a:lnTo>
                <a:lnTo>
                  <a:pt x="564271" y="2968695"/>
                </a:lnTo>
                <a:lnTo>
                  <a:pt x="609819" y="2945959"/>
                </a:lnTo>
                <a:lnTo>
                  <a:pt x="655339" y="2923175"/>
                </a:lnTo>
                <a:lnTo>
                  <a:pt x="700602" y="2899867"/>
                </a:lnTo>
                <a:lnTo>
                  <a:pt x="745550" y="2875969"/>
                </a:lnTo>
                <a:lnTo>
                  <a:pt x="790499" y="2852080"/>
                </a:lnTo>
                <a:lnTo>
                  <a:pt x="834914" y="2827191"/>
                </a:lnTo>
                <a:lnTo>
                  <a:pt x="879300" y="2802255"/>
                </a:lnTo>
                <a:lnTo>
                  <a:pt x="923439" y="2776909"/>
                </a:lnTo>
                <a:lnTo>
                  <a:pt x="967235" y="2750953"/>
                </a:lnTo>
                <a:lnTo>
                  <a:pt x="1011022" y="2724988"/>
                </a:lnTo>
                <a:lnTo>
                  <a:pt x="1054332" y="2698242"/>
                </a:lnTo>
                <a:lnTo>
                  <a:pt x="1097537" y="2671315"/>
                </a:lnTo>
                <a:lnTo>
                  <a:pt x="1140628" y="2644207"/>
                </a:lnTo>
                <a:lnTo>
                  <a:pt x="1183224" y="2616327"/>
                </a:lnTo>
                <a:lnTo>
                  <a:pt x="1225820" y="2588457"/>
                </a:lnTo>
                <a:lnTo>
                  <a:pt x="1268120" y="2560120"/>
                </a:lnTo>
                <a:lnTo>
                  <a:pt x="1310135" y="2531393"/>
                </a:lnTo>
                <a:lnTo>
                  <a:pt x="1352159" y="2502656"/>
                </a:lnTo>
                <a:lnTo>
                  <a:pt x="1393717" y="2473252"/>
                </a:lnTo>
                <a:lnTo>
                  <a:pt x="1435179" y="2443715"/>
                </a:lnTo>
                <a:lnTo>
                  <a:pt x="1476585" y="2414092"/>
                </a:lnTo>
                <a:lnTo>
                  <a:pt x="1517494" y="2383793"/>
                </a:lnTo>
                <a:lnTo>
                  <a:pt x="1558395" y="2353485"/>
                </a:lnTo>
                <a:lnTo>
                  <a:pt x="1599133" y="2322957"/>
                </a:lnTo>
                <a:lnTo>
                  <a:pt x="1639519" y="2291972"/>
                </a:lnTo>
                <a:lnTo>
                  <a:pt x="1679915" y="2260987"/>
                </a:lnTo>
                <a:lnTo>
                  <a:pt x="1720053" y="2229679"/>
                </a:lnTo>
                <a:lnTo>
                  <a:pt x="1759972" y="2198084"/>
                </a:lnTo>
                <a:lnTo>
                  <a:pt x="1799892" y="2166490"/>
                </a:lnTo>
                <a:lnTo>
                  <a:pt x="1839506" y="2134514"/>
                </a:lnTo>
                <a:lnTo>
                  <a:pt x="1878987" y="2102377"/>
                </a:lnTo>
                <a:lnTo>
                  <a:pt x="1918459" y="2070230"/>
                </a:lnTo>
                <a:lnTo>
                  <a:pt x="1957588" y="2037664"/>
                </a:lnTo>
                <a:lnTo>
                  <a:pt x="1996650" y="2005013"/>
                </a:lnTo>
                <a:lnTo>
                  <a:pt x="2035702" y="1972361"/>
                </a:lnTo>
                <a:lnTo>
                  <a:pt x="2074459" y="1939357"/>
                </a:lnTo>
                <a:lnTo>
                  <a:pt x="2113197" y="1906324"/>
                </a:lnTo>
                <a:lnTo>
                  <a:pt x="2151926" y="1873282"/>
                </a:lnTo>
                <a:lnTo>
                  <a:pt x="2190340" y="1839878"/>
                </a:lnTo>
                <a:lnTo>
                  <a:pt x="2228755" y="1806473"/>
                </a:lnTo>
                <a:lnTo>
                  <a:pt x="2267160" y="1773050"/>
                </a:lnTo>
                <a:lnTo>
                  <a:pt x="2305345" y="1739389"/>
                </a:lnTo>
                <a:lnTo>
                  <a:pt x="2343541" y="1705727"/>
                </a:lnTo>
                <a:lnTo>
                  <a:pt x="2381717" y="1672047"/>
                </a:lnTo>
                <a:lnTo>
                  <a:pt x="2419731" y="1638186"/>
                </a:lnTo>
                <a:lnTo>
                  <a:pt x="2457745" y="1604324"/>
                </a:lnTo>
                <a:lnTo>
                  <a:pt x="2495741" y="1570453"/>
                </a:lnTo>
                <a:lnTo>
                  <a:pt x="2533621" y="1536430"/>
                </a:lnTo>
                <a:lnTo>
                  <a:pt x="2571493" y="1502416"/>
                </a:lnTo>
                <a:lnTo>
                  <a:pt x="2609364" y="1468403"/>
                </a:lnTo>
                <a:lnTo>
                  <a:pt x="2647236" y="1434379"/>
                </a:lnTo>
                <a:lnTo>
                  <a:pt x="2685107" y="1400366"/>
                </a:lnTo>
                <a:lnTo>
                  <a:pt x="2722988" y="1366342"/>
                </a:lnTo>
                <a:lnTo>
                  <a:pt x="2760878" y="1332347"/>
                </a:lnTo>
                <a:lnTo>
                  <a:pt x="2798759" y="1298343"/>
                </a:lnTo>
                <a:lnTo>
                  <a:pt x="2836669" y="1264358"/>
                </a:lnTo>
                <a:lnTo>
                  <a:pt x="2874664" y="1230487"/>
                </a:lnTo>
                <a:lnTo>
                  <a:pt x="2912669" y="1196607"/>
                </a:lnTo>
                <a:lnTo>
                  <a:pt x="2950702" y="1162774"/>
                </a:lnTo>
                <a:lnTo>
                  <a:pt x="2988907" y="1129122"/>
                </a:lnTo>
                <a:lnTo>
                  <a:pt x="3027112" y="1095480"/>
                </a:lnTo>
                <a:lnTo>
                  <a:pt x="3065374" y="1061895"/>
                </a:lnTo>
                <a:lnTo>
                  <a:pt x="3103836" y="1028548"/>
                </a:lnTo>
                <a:lnTo>
                  <a:pt x="3142298" y="995201"/>
                </a:lnTo>
                <a:lnTo>
                  <a:pt x="3180855" y="961958"/>
                </a:lnTo>
                <a:lnTo>
                  <a:pt x="3219688" y="929040"/>
                </a:lnTo>
                <a:lnTo>
                  <a:pt x="3258522" y="896122"/>
                </a:lnTo>
                <a:lnTo>
                  <a:pt x="3297498" y="863375"/>
                </a:lnTo>
                <a:lnTo>
                  <a:pt x="3336769" y="830980"/>
                </a:lnTo>
                <a:lnTo>
                  <a:pt x="3376031" y="798576"/>
                </a:lnTo>
                <a:lnTo>
                  <a:pt x="3415551" y="766486"/>
                </a:lnTo>
                <a:lnTo>
                  <a:pt x="3455356" y="734749"/>
                </a:lnTo>
                <a:lnTo>
                  <a:pt x="3495161" y="703012"/>
                </a:lnTo>
                <a:lnTo>
                  <a:pt x="3535347" y="671770"/>
                </a:lnTo>
                <a:lnTo>
                  <a:pt x="3575780" y="640832"/>
                </a:lnTo>
                <a:lnTo>
                  <a:pt x="3616204" y="609895"/>
                </a:lnTo>
                <a:lnTo>
                  <a:pt x="3657209" y="579730"/>
                </a:lnTo>
                <a:lnTo>
                  <a:pt x="3698348" y="549735"/>
                </a:lnTo>
                <a:lnTo>
                  <a:pt x="3739534" y="519808"/>
                </a:lnTo>
                <a:lnTo>
                  <a:pt x="3781473" y="490957"/>
                </a:lnTo>
                <a:lnTo>
                  <a:pt x="3823411" y="462105"/>
                </a:lnTo>
                <a:lnTo>
                  <a:pt x="3865664" y="433721"/>
                </a:lnTo>
                <a:lnTo>
                  <a:pt x="3908479" y="406175"/>
                </a:lnTo>
                <a:lnTo>
                  <a:pt x="3951294" y="378628"/>
                </a:lnTo>
                <a:lnTo>
                  <a:pt x="3994766" y="352158"/>
                </a:lnTo>
                <a:lnTo>
                  <a:pt x="4038505" y="326107"/>
                </a:lnTo>
                <a:lnTo>
                  <a:pt x="4082377" y="300295"/>
                </a:lnTo>
                <a:lnTo>
                  <a:pt x="4127125" y="276015"/>
                </a:lnTo>
                <a:lnTo>
                  <a:pt x="4171874" y="251746"/>
                </a:lnTo>
                <a:lnTo>
                  <a:pt x="4217222" y="228629"/>
                </a:lnTo>
                <a:lnTo>
                  <a:pt x="4262980" y="206312"/>
                </a:lnTo>
                <a:lnTo>
                  <a:pt x="4308853" y="184271"/>
                </a:lnTo>
                <a:lnTo>
                  <a:pt x="4355640" y="164201"/>
                </a:lnTo>
                <a:lnTo>
                  <a:pt x="4402426" y="144132"/>
                </a:lnTo>
                <a:lnTo>
                  <a:pt x="4449909" y="125816"/>
                </a:lnTo>
                <a:lnTo>
                  <a:pt x="4497695" y="108252"/>
                </a:lnTo>
                <a:lnTo>
                  <a:pt x="4545778" y="91602"/>
                </a:lnTo>
                <a:lnTo>
                  <a:pt x="4594489" y="76800"/>
                </a:lnTo>
                <a:lnTo>
                  <a:pt x="4643209" y="62017"/>
                </a:lnTo>
                <a:lnTo>
                  <a:pt x="4692720" y="50197"/>
                </a:lnTo>
                <a:lnTo>
                  <a:pt x="4742231" y="38367"/>
                </a:lnTo>
                <a:lnTo>
                  <a:pt x="4792228" y="28861"/>
                </a:lnTo>
                <a:lnTo>
                  <a:pt x="4842405" y="20250"/>
                </a:lnTo>
                <a:lnTo>
                  <a:pt x="4892792" y="13202"/>
                </a:lnTo>
                <a:lnTo>
                  <a:pt x="4943427" y="7963"/>
                </a:lnTo>
                <a:lnTo>
                  <a:pt x="4994119" y="3505"/>
                </a:lnTo>
                <a:lnTo>
                  <a:pt x="5044992" y="1753"/>
                </a:lnTo>
                <a:lnTo>
                  <a:pt x="5095875" y="0"/>
                </a:lnTo>
                <a:lnTo>
                  <a:pt x="5146748" y="1753"/>
                </a:lnTo>
                <a:lnTo>
                  <a:pt x="5197631" y="3505"/>
                </a:lnTo>
                <a:lnTo>
                  <a:pt x="5248323" y="7963"/>
                </a:lnTo>
                <a:lnTo>
                  <a:pt x="5298958" y="13202"/>
                </a:lnTo>
                <a:lnTo>
                  <a:pt x="5349345" y="20250"/>
                </a:lnTo>
                <a:lnTo>
                  <a:pt x="5399522" y="28861"/>
                </a:lnTo>
                <a:lnTo>
                  <a:pt x="5449510" y="38367"/>
                </a:lnTo>
                <a:lnTo>
                  <a:pt x="5499030" y="50197"/>
                </a:lnTo>
                <a:lnTo>
                  <a:pt x="5548541" y="62017"/>
                </a:lnTo>
                <a:lnTo>
                  <a:pt x="5597261" y="76800"/>
                </a:lnTo>
                <a:lnTo>
                  <a:pt x="5645963" y="91602"/>
                </a:lnTo>
                <a:lnTo>
                  <a:pt x="5694055" y="108252"/>
                </a:lnTo>
                <a:lnTo>
                  <a:pt x="5741841" y="125816"/>
                </a:lnTo>
                <a:lnTo>
                  <a:pt x="5789324" y="144132"/>
                </a:lnTo>
                <a:lnTo>
                  <a:pt x="5836110" y="164201"/>
                </a:lnTo>
                <a:lnTo>
                  <a:pt x="5882897" y="184261"/>
                </a:lnTo>
                <a:lnTo>
                  <a:pt x="5928770" y="206312"/>
                </a:lnTo>
                <a:lnTo>
                  <a:pt x="5974528" y="228629"/>
                </a:lnTo>
                <a:lnTo>
                  <a:pt x="6019876" y="251746"/>
                </a:lnTo>
                <a:lnTo>
                  <a:pt x="6064625" y="276015"/>
                </a:lnTo>
                <a:lnTo>
                  <a:pt x="6109373" y="300295"/>
                </a:lnTo>
                <a:lnTo>
                  <a:pt x="6153236" y="326107"/>
                </a:lnTo>
                <a:lnTo>
                  <a:pt x="6196984" y="352158"/>
                </a:lnTo>
                <a:lnTo>
                  <a:pt x="6240456" y="378628"/>
                </a:lnTo>
                <a:lnTo>
                  <a:pt x="6283271" y="406175"/>
                </a:lnTo>
                <a:lnTo>
                  <a:pt x="6326076" y="433721"/>
                </a:lnTo>
                <a:lnTo>
                  <a:pt x="6368339" y="462096"/>
                </a:lnTo>
                <a:lnTo>
                  <a:pt x="6410277" y="490957"/>
                </a:lnTo>
                <a:lnTo>
                  <a:pt x="6452216" y="519808"/>
                </a:lnTo>
                <a:lnTo>
                  <a:pt x="6493402" y="549735"/>
                </a:lnTo>
                <a:lnTo>
                  <a:pt x="6534531" y="579730"/>
                </a:lnTo>
                <a:lnTo>
                  <a:pt x="6575536" y="609895"/>
                </a:lnTo>
                <a:lnTo>
                  <a:pt x="6615970" y="640832"/>
                </a:lnTo>
                <a:lnTo>
                  <a:pt x="6656403" y="671770"/>
                </a:lnTo>
                <a:lnTo>
                  <a:pt x="6696589" y="703012"/>
                </a:lnTo>
                <a:lnTo>
                  <a:pt x="6736394" y="734749"/>
                </a:lnTo>
                <a:lnTo>
                  <a:pt x="6776199" y="766486"/>
                </a:lnTo>
                <a:lnTo>
                  <a:pt x="6815709" y="798576"/>
                </a:lnTo>
                <a:lnTo>
                  <a:pt x="6854981" y="830980"/>
                </a:lnTo>
                <a:lnTo>
                  <a:pt x="6894252" y="863375"/>
                </a:lnTo>
                <a:lnTo>
                  <a:pt x="6933228" y="896112"/>
                </a:lnTo>
                <a:lnTo>
                  <a:pt x="6972062" y="929040"/>
                </a:lnTo>
                <a:lnTo>
                  <a:pt x="7010895" y="961958"/>
                </a:lnTo>
                <a:lnTo>
                  <a:pt x="7049453" y="995191"/>
                </a:lnTo>
                <a:lnTo>
                  <a:pt x="7087914" y="1028548"/>
                </a:lnTo>
                <a:lnTo>
                  <a:pt x="7126376" y="1061895"/>
                </a:lnTo>
                <a:lnTo>
                  <a:pt x="7164629" y="1095480"/>
                </a:lnTo>
                <a:lnTo>
                  <a:pt x="7202843" y="1129122"/>
                </a:lnTo>
                <a:lnTo>
                  <a:pt x="7241048" y="1162764"/>
                </a:lnTo>
                <a:lnTo>
                  <a:pt x="7279081" y="1196607"/>
                </a:lnTo>
                <a:lnTo>
                  <a:pt x="7317076" y="1230487"/>
                </a:lnTo>
                <a:lnTo>
                  <a:pt x="7355081" y="1264358"/>
                </a:lnTo>
                <a:lnTo>
                  <a:pt x="7392981" y="1298343"/>
                </a:lnTo>
                <a:lnTo>
                  <a:pt x="7430872" y="1332347"/>
                </a:lnTo>
                <a:lnTo>
                  <a:pt x="7468762" y="1366342"/>
                </a:lnTo>
                <a:lnTo>
                  <a:pt x="7506633" y="1400366"/>
                </a:lnTo>
                <a:lnTo>
                  <a:pt x="7544514" y="1434379"/>
                </a:lnTo>
                <a:lnTo>
                  <a:pt x="7582386" y="1468403"/>
                </a:lnTo>
                <a:lnTo>
                  <a:pt x="7620257" y="1502416"/>
                </a:lnTo>
                <a:lnTo>
                  <a:pt x="7658129" y="1536430"/>
                </a:lnTo>
                <a:lnTo>
                  <a:pt x="7696010" y="1570453"/>
                </a:lnTo>
                <a:lnTo>
                  <a:pt x="7734005" y="1604324"/>
                </a:lnTo>
                <a:lnTo>
                  <a:pt x="7772019" y="1638186"/>
                </a:lnTo>
                <a:lnTo>
                  <a:pt x="7810033" y="1672047"/>
                </a:lnTo>
                <a:lnTo>
                  <a:pt x="7848209" y="1705727"/>
                </a:lnTo>
                <a:lnTo>
                  <a:pt x="7886405" y="1739389"/>
                </a:lnTo>
                <a:lnTo>
                  <a:pt x="7924590" y="1773050"/>
                </a:lnTo>
                <a:lnTo>
                  <a:pt x="7962995" y="1806473"/>
                </a:lnTo>
                <a:lnTo>
                  <a:pt x="8001410" y="1839878"/>
                </a:lnTo>
                <a:lnTo>
                  <a:pt x="8039824" y="1873282"/>
                </a:lnTo>
                <a:lnTo>
                  <a:pt x="8078553" y="1906324"/>
                </a:lnTo>
                <a:lnTo>
                  <a:pt x="8117291" y="1939357"/>
                </a:lnTo>
                <a:lnTo>
                  <a:pt x="8156048" y="1972361"/>
                </a:lnTo>
                <a:lnTo>
                  <a:pt x="8195100" y="2005013"/>
                </a:lnTo>
                <a:lnTo>
                  <a:pt x="8234162" y="2037664"/>
                </a:lnTo>
                <a:lnTo>
                  <a:pt x="8273291" y="2070230"/>
                </a:lnTo>
                <a:lnTo>
                  <a:pt x="8312763" y="2102368"/>
                </a:lnTo>
                <a:lnTo>
                  <a:pt x="8352244" y="2134514"/>
                </a:lnTo>
                <a:lnTo>
                  <a:pt x="8391858" y="2166490"/>
                </a:lnTo>
                <a:lnTo>
                  <a:pt x="8431778" y="2198084"/>
                </a:lnTo>
                <a:lnTo>
                  <a:pt x="8471697" y="2229679"/>
                </a:lnTo>
                <a:lnTo>
                  <a:pt x="8511835" y="2260987"/>
                </a:lnTo>
                <a:lnTo>
                  <a:pt x="8552221" y="2291972"/>
                </a:lnTo>
                <a:lnTo>
                  <a:pt x="8592617" y="2322957"/>
                </a:lnTo>
                <a:lnTo>
                  <a:pt x="8633355" y="2353485"/>
                </a:lnTo>
                <a:lnTo>
                  <a:pt x="8674256" y="2383793"/>
                </a:lnTo>
                <a:lnTo>
                  <a:pt x="8715165" y="2414092"/>
                </a:lnTo>
                <a:lnTo>
                  <a:pt x="8756571" y="2443705"/>
                </a:lnTo>
                <a:lnTo>
                  <a:pt x="8798033" y="2473242"/>
                </a:lnTo>
                <a:lnTo>
                  <a:pt x="8839581" y="2502656"/>
                </a:lnTo>
                <a:lnTo>
                  <a:pt x="8881605" y="2531393"/>
                </a:lnTo>
                <a:lnTo>
                  <a:pt x="8923630" y="2560120"/>
                </a:lnTo>
                <a:lnTo>
                  <a:pt x="8965921" y="2588457"/>
                </a:lnTo>
                <a:lnTo>
                  <a:pt x="9008526" y="2616327"/>
                </a:lnTo>
                <a:lnTo>
                  <a:pt x="9051122" y="2644207"/>
                </a:lnTo>
                <a:lnTo>
                  <a:pt x="9094213" y="2671315"/>
                </a:lnTo>
                <a:lnTo>
                  <a:pt x="9137418" y="2698232"/>
                </a:lnTo>
                <a:lnTo>
                  <a:pt x="9180728" y="2724988"/>
                </a:lnTo>
                <a:lnTo>
                  <a:pt x="9224515" y="2750944"/>
                </a:lnTo>
                <a:lnTo>
                  <a:pt x="9268311" y="2776909"/>
                </a:lnTo>
                <a:lnTo>
                  <a:pt x="9312450" y="2802255"/>
                </a:lnTo>
                <a:lnTo>
                  <a:pt x="9356836" y="2827191"/>
                </a:lnTo>
                <a:lnTo>
                  <a:pt x="9401242" y="2852080"/>
                </a:lnTo>
                <a:lnTo>
                  <a:pt x="9446200" y="2875969"/>
                </a:lnTo>
                <a:lnTo>
                  <a:pt x="9491148" y="2899867"/>
                </a:lnTo>
                <a:lnTo>
                  <a:pt x="9536411" y="2923175"/>
                </a:lnTo>
                <a:lnTo>
                  <a:pt x="9581931" y="2945959"/>
                </a:lnTo>
                <a:lnTo>
                  <a:pt x="9627479" y="2968695"/>
                </a:lnTo>
                <a:lnTo>
                  <a:pt x="9673523" y="2990402"/>
                </a:lnTo>
                <a:lnTo>
                  <a:pt x="9719577" y="3012110"/>
                </a:lnTo>
                <a:lnTo>
                  <a:pt x="9765925" y="3033141"/>
                </a:lnTo>
                <a:lnTo>
                  <a:pt x="9812503" y="3053705"/>
                </a:lnTo>
                <a:lnTo>
                  <a:pt x="9859147" y="3074089"/>
                </a:lnTo>
                <a:lnTo>
                  <a:pt x="9906210" y="3093491"/>
                </a:lnTo>
                <a:lnTo>
                  <a:pt x="9953282" y="3112884"/>
                </a:lnTo>
                <a:lnTo>
                  <a:pt x="10000688" y="3131439"/>
                </a:lnTo>
                <a:lnTo>
                  <a:pt x="10048199" y="3149708"/>
                </a:lnTo>
                <a:lnTo>
                  <a:pt x="10095871" y="3167558"/>
                </a:lnTo>
                <a:lnTo>
                  <a:pt x="10143811" y="3184693"/>
                </a:lnTo>
                <a:lnTo>
                  <a:pt x="10191750" y="3201829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5DCF4"/>
            </a:solidFill>
            <a:prstDash val="solid"/>
          </a:ln>
        </p:spPr>
      </p:sp>
      <p:sp>
        <p:nvSpPr>
          <p:cNvPr id="3" name="spectrum-underlay-0">
            <a:extLst xmlns:a="http://schemas.openxmlformats.org/drawingml/2006/main">
              <a:ext uri="{FF2B5EF4-FFF2-40B4-BE49-F238E27FC236}">
                <a16:creationId xmlns:a16="http://schemas.microsoft.com/office/drawing/2014/main" id="{1C5B182E-81DC-4954-B566-EF12E20C7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0175" y="3000375"/>
            <a:ext cx="2952750" cy="1971675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DFEA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pectrum-card-0">
            <a:extLst xmlns:a="http://schemas.openxmlformats.org/drawingml/2006/main">
              <a:ext uri="{FF2B5EF4-FFF2-40B4-BE49-F238E27FC236}">
                <a16:creationId xmlns:a16="http://schemas.microsoft.com/office/drawing/2014/main" id="{9DDA88F1-874B-45EF-B7C7-A3DEDFC04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0175" y="2933700"/>
            <a:ext cx="2952750" cy="1971675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5F8FC"/>
          </a:solidFill>
          <a:ln xmlns:a="http://schemas.openxmlformats.org/drawingml/2006/main" w="9525">
            <a:solidFill>
              <a:srgbClr val="CFDDE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5" name="spectrum-underlay-1">
            <a:extLst xmlns:a="http://schemas.openxmlformats.org/drawingml/2006/main">
              <a:ext uri="{FF2B5EF4-FFF2-40B4-BE49-F238E27FC236}">
                <a16:creationId xmlns:a16="http://schemas.microsoft.com/office/drawing/2014/main" id="{00C79464-83A3-4AD0-9241-BF2D5F641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19625" y="2619375"/>
            <a:ext cx="2952750" cy="2352675"/>
          </a:xfrm>
          <a:prstGeom xmlns:a="http://schemas.openxmlformats.org/drawingml/2006/main" prst="roundRect">
            <a:avLst>
              <a:gd name="adj" fmla="val 7287"/>
            </a:avLst>
          </a:prstGeom>
          <a:solidFill xmlns:a="http://schemas.openxmlformats.org/drawingml/2006/main">
            <a:srgbClr val="9FC2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spectrum-card-1">
            <a:extLst xmlns:a="http://schemas.openxmlformats.org/drawingml/2006/main">
              <a:ext uri="{FF2B5EF4-FFF2-40B4-BE49-F238E27FC236}">
                <a16:creationId xmlns:a16="http://schemas.microsoft.com/office/drawing/2014/main" id="{1B56F4C3-F8B4-4DE5-946A-F9B66BCED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19625" y="2552700"/>
            <a:ext cx="2952750" cy="2352675"/>
          </a:xfrm>
          <a:prstGeom xmlns:a="http://schemas.openxmlformats.org/drawingml/2006/main" prst="roundRect">
            <a:avLst>
              <a:gd name="adj" fmla="val 7287"/>
            </a:avLst>
          </a:pr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2F5EA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7" name="spectrum-underlay-2">
            <a:extLst xmlns:a="http://schemas.openxmlformats.org/drawingml/2006/main">
              <a:ext uri="{FF2B5EF4-FFF2-40B4-BE49-F238E27FC236}">
                <a16:creationId xmlns:a16="http://schemas.microsoft.com/office/drawing/2014/main" id="{B25A77CD-958F-4869-B368-A6BE258FB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39075" y="3000375"/>
            <a:ext cx="2952750" cy="1971675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DFEA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spectrum-card-2">
            <a:extLst xmlns:a="http://schemas.openxmlformats.org/drawingml/2006/main">
              <a:ext uri="{FF2B5EF4-FFF2-40B4-BE49-F238E27FC236}">
                <a16:creationId xmlns:a16="http://schemas.microsoft.com/office/drawing/2014/main" id="{6CBF1E89-2FA3-4FBA-B12C-959F11CFB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39075" y="2933700"/>
            <a:ext cx="2952750" cy="1971675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5F8FC"/>
          </a:solidFill>
          <a:ln xmlns:a="http://schemas.openxmlformats.org/drawingml/2006/main" w="9525">
            <a:solidFill>
              <a:srgbClr val="CFDDE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9" name="spectrum-axis">
            <a:extLst xmlns:a="http://schemas.openxmlformats.org/drawingml/2006/main">
              <a:ext uri="{FF2B5EF4-FFF2-40B4-BE49-F238E27FC236}">
                <a16:creationId xmlns:a16="http://schemas.microsoft.com/office/drawing/2014/main" id="{1131A34A-E20E-404F-ACA4-7A7EB07E6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71575" y="5381625"/>
            <a:ext cx="98107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FB3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spectrum-axis-arrow">
            <a:extLst xmlns:a="http://schemas.openxmlformats.org/drawingml/2006/main">
              <a:ext uri="{FF2B5EF4-FFF2-40B4-BE49-F238E27FC236}">
                <a16:creationId xmlns:a16="http://schemas.microsoft.com/office/drawing/2014/main" id="{5BF86116-D15E-4D03-9416-66EC967FA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987088" y="5329238"/>
            <a:ext cx="138113" cy="133350"/>
          </a:xfrm>
          <a:custGeom xmlns:a="http://schemas.openxmlformats.org/drawingml/2006/main">
            <a:pathLst>
              <a:path w="138113" h="133350">
                <a:moveTo>
                  <a:pt x="0" y="0"/>
                </a:moveTo>
                <a:lnTo>
                  <a:pt x="8630" y="4172"/>
                </a:lnTo>
                <a:lnTo>
                  <a:pt x="17269" y="8334"/>
                </a:lnTo>
                <a:lnTo>
                  <a:pt x="25898" y="12506"/>
                </a:lnTo>
                <a:lnTo>
                  <a:pt x="34528" y="16669"/>
                </a:lnTo>
                <a:lnTo>
                  <a:pt x="43158" y="20841"/>
                </a:lnTo>
                <a:lnTo>
                  <a:pt x="51797" y="25003"/>
                </a:lnTo>
                <a:lnTo>
                  <a:pt x="60427" y="29175"/>
                </a:lnTo>
                <a:lnTo>
                  <a:pt x="69056" y="33338"/>
                </a:lnTo>
                <a:lnTo>
                  <a:pt x="77686" y="37509"/>
                </a:lnTo>
                <a:lnTo>
                  <a:pt x="86325" y="41672"/>
                </a:lnTo>
                <a:lnTo>
                  <a:pt x="94955" y="45844"/>
                </a:lnTo>
                <a:lnTo>
                  <a:pt x="103584" y="50006"/>
                </a:lnTo>
                <a:lnTo>
                  <a:pt x="112214" y="54178"/>
                </a:lnTo>
                <a:lnTo>
                  <a:pt x="120853" y="58341"/>
                </a:lnTo>
                <a:lnTo>
                  <a:pt x="129483" y="62513"/>
                </a:lnTo>
                <a:lnTo>
                  <a:pt x="138113" y="66675"/>
                </a:lnTo>
                <a:lnTo>
                  <a:pt x="129483" y="70847"/>
                </a:lnTo>
                <a:lnTo>
                  <a:pt x="120853" y="75009"/>
                </a:lnTo>
                <a:lnTo>
                  <a:pt x="112214" y="79172"/>
                </a:lnTo>
                <a:lnTo>
                  <a:pt x="103584" y="83344"/>
                </a:lnTo>
                <a:lnTo>
                  <a:pt x="94955" y="87516"/>
                </a:lnTo>
                <a:lnTo>
                  <a:pt x="86325" y="91678"/>
                </a:lnTo>
                <a:lnTo>
                  <a:pt x="77686" y="95841"/>
                </a:lnTo>
                <a:lnTo>
                  <a:pt x="69056" y="100013"/>
                </a:lnTo>
                <a:lnTo>
                  <a:pt x="60427" y="104184"/>
                </a:lnTo>
                <a:lnTo>
                  <a:pt x="51797" y="108347"/>
                </a:lnTo>
                <a:lnTo>
                  <a:pt x="43158" y="112519"/>
                </a:lnTo>
                <a:lnTo>
                  <a:pt x="34528" y="116681"/>
                </a:lnTo>
                <a:lnTo>
                  <a:pt x="25898" y="120853"/>
                </a:lnTo>
                <a:lnTo>
                  <a:pt x="17269" y="125016"/>
                </a:lnTo>
                <a:lnTo>
                  <a:pt x="8630" y="129188"/>
                </a:ln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8FB3DF"/>
            </a:solidFill>
            <a:prstDash val="solid"/>
          </a:ln>
        </p:spPr>
      </p:sp>
      <p:sp>
        <p:nvSpPr>
          <p:cNvPr id="11" name="spectrum-axis-low">
            <a:extLst xmlns:a="http://schemas.openxmlformats.org/drawingml/2006/main">
              <a:ext uri="{FF2B5EF4-FFF2-40B4-BE49-F238E27FC236}">
                <a16:creationId xmlns:a16="http://schemas.microsoft.com/office/drawing/2014/main" id="{010A9925-6930-4183-AE7A-4659037D2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57275" y="55816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1500" b="0" i="0">
                <a:solidFill>
                  <a:srgbClr val="6F7D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F7D91"/>
                </a:solidFill>
                <a:latin typeface="Microsoft YaHei"/>
                <a:ea typeface="Microsoft YaHei"/>
                <a:cs typeface="Microsoft YaHei"/>
              </a:rPr>
              <a:t>低</a:t>
            </a:r>
          </a:p>
        </p:txBody>
      </p:sp>
      <p:sp>
        <p:nvSpPr>
          <p:cNvPr id="12" name="spectrum-axis-label">
            <a:extLst xmlns:a="http://schemas.openxmlformats.org/drawingml/2006/main">
              <a:ext uri="{FF2B5EF4-FFF2-40B4-BE49-F238E27FC236}">
                <a16:creationId xmlns:a16="http://schemas.microsoft.com/office/drawing/2014/main" id="{31F056D6-3ECE-43F8-8D8B-B8866BBE8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62500" y="558165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4052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405269"/>
                </a:solidFill>
                <a:latin typeface="Microsoft YaHei"/>
                <a:ea typeface="Microsoft YaHei"/>
                <a:cs typeface="Microsoft YaHei"/>
              </a:rPr>
              <a:t>对视觉复杂度与美观度的需求</a:t>
            </a:r>
          </a:p>
        </p:txBody>
      </p:sp>
      <p:sp>
        <p:nvSpPr>
          <p:cNvPr id="13" name="spectrum-axis-high">
            <a:extLst xmlns:a="http://schemas.openxmlformats.org/drawingml/2006/main">
              <a:ext uri="{FF2B5EF4-FFF2-40B4-BE49-F238E27FC236}">
                <a16:creationId xmlns:a16="http://schemas.microsoft.com/office/drawing/2014/main" id="{CB3F50A7-91C0-4A2E-A08B-48671FF6E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05975" y="55816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40000"/>
              </a:lnSpc>
              <a:buNone/>
              <a:defRPr sz="1500" b="0" i="0">
                <a:solidFill>
                  <a:srgbClr val="6F7D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F7D91"/>
                </a:solidFill>
                <a:latin typeface="Microsoft YaHei"/>
                <a:ea typeface="Microsoft YaHei"/>
                <a:cs typeface="Microsoft YaHei"/>
              </a:rPr>
              <a:t>高</a:t>
            </a:r>
          </a:p>
        </p:txBody>
      </p:sp>
      <p:sp>
        <p:nvSpPr>
          <p:cNvPr id="14" name="spectrum-order-0">
            <a:extLst xmlns:a="http://schemas.openxmlformats.org/drawingml/2006/main">
              <a:ext uri="{FF2B5EF4-FFF2-40B4-BE49-F238E27FC236}">
                <a16:creationId xmlns:a16="http://schemas.microsoft.com/office/drawing/2014/main" id="{3A242688-80D8-4236-A98F-87A29F792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90675" y="3095625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 i="0">
                <a:solidFill>
                  <a:srgbClr val="9AB1C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9AB1CA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15" name="spectrum-title-0">
            <a:extLst xmlns:a="http://schemas.openxmlformats.org/drawingml/2006/main">
              <a:ext uri="{FF2B5EF4-FFF2-40B4-BE49-F238E27FC236}">
                <a16:creationId xmlns:a16="http://schemas.microsoft.com/office/drawing/2014/main" id="{32D4C75A-01D7-42FF-99B2-435311123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90675" y="3541519"/>
            <a:ext cx="2571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rPr>
              <a:t>低要求端</a:t>
            </a:r>
          </a:p>
        </p:txBody>
      </p:sp>
      <p:sp>
        <p:nvSpPr>
          <p:cNvPr id="16" name="spectrum-body-0">
            <a:extLst xmlns:a="http://schemas.openxmlformats.org/drawingml/2006/main">
              <a:ext uri="{FF2B5EF4-FFF2-40B4-BE49-F238E27FC236}">
                <a16:creationId xmlns:a16="http://schemas.microsoft.com/office/drawing/2014/main" id="{2A38A936-D2C7-4E2B-8C19-D697E4D37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90675" y="3970144"/>
            <a:ext cx="2571750" cy="51792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6000"/>
              </a:lnSpc>
              <a:buNone/>
              <a:defRPr sz="1500" b="0" i="0">
                <a:solidFill>
                  <a:srgbClr val="52617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526174"/>
                </a:solidFill>
                <a:latin typeface="Microsoft YaHei"/>
                <a:ea typeface="Microsoft YaHei"/>
                <a:cs typeface="Microsoft YaHei"/>
              </a:rPr>
              <a:t>不重视版式，直接堆放文字也</a:t>
            </a:r>
          </a:p>
          <a:p xmlns:a="http://schemas.openxmlformats.org/drawingml/2006/main">
            <a:pPr algn="ctr">
              <a:lnSpc>
                <a:spcPct val="136000"/>
              </a:lnSpc>
              <a:buNone/>
              <a:defRPr sz="1500" b="0" i="0">
                <a:solidFill>
                  <a:srgbClr val="52617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526174"/>
                </a:solidFill>
                <a:latin typeface="Microsoft YaHei"/>
                <a:ea typeface="Microsoft YaHei"/>
                <a:cs typeface="Microsoft YaHei"/>
              </a:rPr>
              <a:t>能接受</a:t>
            </a:r>
          </a:p>
        </p:txBody>
      </p:sp>
      <p:sp>
        <p:nvSpPr>
          <p:cNvPr id="17" name="spectrum-order-1">
            <a:extLst xmlns:a="http://schemas.openxmlformats.org/drawingml/2006/main">
              <a:ext uri="{FF2B5EF4-FFF2-40B4-BE49-F238E27FC236}">
                <a16:creationId xmlns:a16="http://schemas.microsoft.com/office/drawing/2014/main" id="{9B3B1A5C-8B99-4C8A-9EE2-0AF5691C4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10125" y="2714625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 i="0">
                <a:solidFill>
                  <a:srgbClr val="B9D5F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B9D5F6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8" name="spectrum-title-1">
            <a:extLst xmlns:a="http://schemas.openxmlformats.org/drawingml/2006/main">
              <a:ext uri="{FF2B5EF4-FFF2-40B4-BE49-F238E27FC236}">
                <a16:creationId xmlns:a16="http://schemas.microsoft.com/office/drawing/2014/main" id="{61318DA6-DACC-42BF-90C8-A14EB338D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10125" y="3398644"/>
            <a:ext cx="2571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工作型需求</a:t>
            </a:r>
          </a:p>
        </p:txBody>
      </p:sp>
      <p:sp>
        <p:nvSpPr>
          <p:cNvPr id="19" name="spectrum-body-1">
            <a:extLst xmlns:a="http://schemas.openxmlformats.org/drawingml/2006/main">
              <a:ext uri="{FF2B5EF4-FFF2-40B4-BE49-F238E27FC236}">
                <a16:creationId xmlns:a16="http://schemas.microsoft.com/office/drawing/2014/main" id="{A48401D3-37CF-4658-8877-D720E5ACB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10125" y="3827269"/>
            <a:ext cx="2571750" cy="51792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6000"/>
              </a:lnSpc>
              <a:buNone/>
              <a:def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结构清楚、视觉规范、稳定可</a:t>
            </a:r>
          </a:p>
          <a:p xmlns:a="http://schemas.openxmlformats.org/drawingml/2006/main">
            <a:pPr algn="ctr">
              <a:lnSpc>
                <a:spcPct val="136000"/>
              </a:lnSpc>
              <a:buNone/>
              <a:def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靠且可修改</a:t>
            </a:r>
          </a:p>
        </p:txBody>
      </p:sp>
      <p:sp>
        <p:nvSpPr>
          <p:cNvPr id="20" name="spectrum-order-2">
            <a:extLst xmlns:a="http://schemas.openxmlformats.org/drawingml/2006/main">
              <a:ext uri="{FF2B5EF4-FFF2-40B4-BE49-F238E27FC236}">
                <a16:creationId xmlns:a16="http://schemas.microsoft.com/office/drawing/2014/main" id="{5C02A2E0-D22E-446F-B0BD-62E43B104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29575" y="3095625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 i="0">
                <a:solidFill>
                  <a:srgbClr val="9AB1C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9AB1CA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21" name="spectrum-title-2">
            <a:extLst xmlns:a="http://schemas.openxmlformats.org/drawingml/2006/main">
              <a:ext uri="{FF2B5EF4-FFF2-40B4-BE49-F238E27FC236}">
                <a16:creationId xmlns:a16="http://schemas.microsoft.com/office/drawing/2014/main" id="{FF64534A-29E4-40A2-8B22-223F96797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29575" y="3541519"/>
            <a:ext cx="2571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rPr>
              <a:t>高定制端</a:t>
            </a:r>
          </a:p>
        </p:txBody>
      </p:sp>
      <p:sp>
        <p:nvSpPr>
          <p:cNvPr id="22" name="spectrum-body-2">
            <a:extLst xmlns:a="http://schemas.openxmlformats.org/drawingml/2006/main">
              <a:ext uri="{FF2B5EF4-FFF2-40B4-BE49-F238E27FC236}">
                <a16:creationId xmlns:a16="http://schemas.microsoft.com/office/drawing/2014/main" id="{535A8A33-A286-42AF-B486-9AEF1054E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29575" y="3970144"/>
            <a:ext cx="2571750" cy="51792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6000"/>
              </a:lnSpc>
              <a:buNone/>
              <a:defRPr sz="1500" b="0" i="0">
                <a:solidFill>
                  <a:srgbClr val="52617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526174"/>
                </a:solidFill>
                <a:latin typeface="Microsoft YaHei"/>
                <a:ea typeface="Microsoft YaHei"/>
                <a:cs typeface="Microsoft YaHei"/>
              </a:rPr>
              <a:t>发布会、路演和比赛需要高度</a:t>
            </a:r>
          </a:p>
          <a:p xmlns:a="http://schemas.openxmlformats.org/drawingml/2006/main">
            <a:pPr algn="ctr">
              <a:lnSpc>
                <a:spcPct val="136000"/>
              </a:lnSpc>
              <a:buNone/>
              <a:defRPr sz="1500" b="0" i="0">
                <a:solidFill>
                  <a:srgbClr val="52617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526174"/>
                </a:solidFill>
                <a:latin typeface="Microsoft YaHei"/>
                <a:ea typeface="Microsoft YaHei"/>
                <a:cs typeface="Microsoft YaHei"/>
              </a:rPr>
              <a:t>视觉创意</a:t>
            </a:r>
          </a:p>
        </p:txBody>
      </p:sp>
      <p:sp>
        <p:nvSpPr>
          <p:cNvPr id="23" name="spectrum-focus-label-bg">
            <a:extLst xmlns:a="http://schemas.openxmlformats.org/drawingml/2006/main">
              <a:ext uri="{FF2B5EF4-FFF2-40B4-BE49-F238E27FC236}">
                <a16:creationId xmlns:a16="http://schemas.microsoft.com/office/drawing/2014/main" id="{B15C3CEF-2D7E-431F-B3C9-33B67AC23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76900" y="2724150"/>
            <a:ext cx="838200" cy="2476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spectrum-focus-label">
            <a:extLst xmlns:a="http://schemas.openxmlformats.org/drawingml/2006/main">
              <a:ext uri="{FF2B5EF4-FFF2-40B4-BE49-F238E27FC236}">
                <a16:creationId xmlns:a16="http://schemas.microsoft.com/office/drawing/2014/main" id="{04ED6012-6C1E-4DBA-BD55-2CE5E935E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76900" y="2724150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重点区域</a:t>
            </a:r>
          </a:p>
        </p:txBody>
      </p:sp>
    </p:spTree>
    <p:extLst>
      <p:ext uri="{BB962C8B-B14F-4D97-AF65-F5344CB8AC3E}">
        <p14:creationId xmlns:p14="http://schemas.microsoft.com/office/powerpoint/2010/main" val="168513288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pectrum-density-fill">
            <a:extLst xmlns:a="http://schemas.openxmlformats.org/drawingml/2006/main">
              <a:ext uri="{FF2B5EF4-FFF2-40B4-BE49-F238E27FC236}">
                <a16:creationId xmlns:a16="http://schemas.microsoft.com/office/drawing/2014/main" id="{B4222B72-F653-47ED-B562-D7AED7984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0125" y="1620250"/>
            <a:ext cx="10191750" cy="3599450"/>
          </a:xfrm>
          <a:custGeom xmlns:a="http://schemas.openxmlformats.org/drawingml/2006/main">
            <a:pathLst>
              <a:path w="10191750" h="3599450">
                <a:moveTo>
                  <a:pt x="0" y="3599450"/>
                </a:moveTo>
                <a:lnTo>
                  <a:pt x="0" y="3502752"/>
                </a:lnTo>
                <a:lnTo>
                  <a:pt x="0" y="3406064"/>
                </a:lnTo>
                <a:lnTo>
                  <a:pt x="0" y="3309366"/>
                </a:lnTo>
                <a:lnTo>
                  <a:pt x="0" y="3212668"/>
                </a:lnTo>
                <a:lnTo>
                  <a:pt x="79905" y="3172273"/>
                </a:lnTo>
                <a:lnTo>
                  <a:pt x="170450" y="3138364"/>
                </a:lnTo>
                <a:lnTo>
                  <a:pt x="260385" y="3102854"/>
                </a:lnTo>
                <a:lnTo>
                  <a:pt x="349682" y="3065764"/>
                </a:lnTo>
                <a:lnTo>
                  <a:pt x="438140" y="3026702"/>
                </a:lnTo>
                <a:lnTo>
                  <a:pt x="525770" y="2985840"/>
                </a:lnTo>
                <a:lnTo>
                  <a:pt x="612705" y="2943511"/>
                </a:lnTo>
                <a:lnTo>
                  <a:pt x="698925" y="2899762"/>
                </a:lnTo>
                <a:lnTo>
                  <a:pt x="784308" y="2854376"/>
                </a:lnTo>
                <a:lnTo>
                  <a:pt x="868718" y="2807208"/>
                </a:lnTo>
                <a:lnTo>
                  <a:pt x="952386" y="2758754"/>
                </a:lnTo>
                <a:lnTo>
                  <a:pt x="1035339" y="2709072"/>
                </a:lnTo>
                <a:lnTo>
                  <a:pt x="1117406" y="2657932"/>
                </a:lnTo>
                <a:lnTo>
                  <a:pt x="1198531" y="2605316"/>
                </a:lnTo>
                <a:lnTo>
                  <a:pt x="1278988" y="2551690"/>
                </a:lnTo>
                <a:lnTo>
                  <a:pt x="1358808" y="2497112"/>
                </a:lnTo>
                <a:lnTo>
                  <a:pt x="1437561" y="2441010"/>
                </a:lnTo>
                <a:lnTo>
                  <a:pt x="1515732" y="2384098"/>
                </a:lnTo>
                <a:lnTo>
                  <a:pt x="1593323" y="2326405"/>
                </a:lnTo>
                <a:lnTo>
                  <a:pt x="1670056" y="2267560"/>
                </a:lnTo>
                <a:lnTo>
                  <a:pt x="1746209" y="2207981"/>
                </a:lnTo>
                <a:lnTo>
                  <a:pt x="1821923" y="2147830"/>
                </a:lnTo>
                <a:lnTo>
                  <a:pt x="1896904" y="2086785"/>
                </a:lnTo>
                <a:lnTo>
                  <a:pt x="1971399" y="2025129"/>
                </a:lnTo>
                <a:lnTo>
                  <a:pt x="2045522" y="1963036"/>
                </a:lnTo>
                <a:lnTo>
                  <a:pt x="2119093" y="1900295"/>
                </a:lnTo>
                <a:lnTo>
                  <a:pt x="2192331" y="1837153"/>
                </a:lnTo>
                <a:lnTo>
                  <a:pt x="2265293" y="1773698"/>
                </a:lnTo>
                <a:lnTo>
                  <a:pt x="2337826" y="1709757"/>
                </a:lnTo>
                <a:lnTo>
                  <a:pt x="2410225" y="1645653"/>
                </a:lnTo>
                <a:lnTo>
                  <a:pt x="2482425" y="1581341"/>
                </a:lnTo>
                <a:lnTo>
                  <a:pt x="2554405" y="1516771"/>
                </a:lnTo>
                <a:lnTo>
                  <a:pt x="2626338" y="1452153"/>
                </a:lnTo>
                <a:lnTo>
                  <a:pt x="2698280" y="1387535"/>
                </a:lnTo>
                <a:lnTo>
                  <a:pt x="2770232" y="1322946"/>
                </a:lnTo>
                <a:lnTo>
                  <a:pt x="2842231" y="1258405"/>
                </a:lnTo>
                <a:lnTo>
                  <a:pt x="2914412" y="1194054"/>
                </a:lnTo>
                <a:lnTo>
                  <a:pt x="2986821" y="1129970"/>
                </a:lnTo>
                <a:lnTo>
                  <a:pt x="3059401" y="1066076"/>
                </a:lnTo>
                <a:lnTo>
                  <a:pt x="3132458" y="1002735"/>
                </a:lnTo>
                <a:lnTo>
                  <a:pt x="3205848" y="939775"/>
                </a:lnTo>
                <a:lnTo>
                  <a:pt x="3279600" y="877243"/>
                </a:lnTo>
                <a:lnTo>
                  <a:pt x="3354143" y="815645"/>
                </a:lnTo>
                <a:lnTo>
                  <a:pt x="3429152" y="754637"/>
                </a:lnTo>
                <a:lnTo>
                  <a:pt x="3504762" y="694353"/>
                </a:lnTo>
                <a:lnTo>
                  <a:pt x="3581467" y="635479"/>
                </a:lnTo>
                <a:lnTo>
                  <a:pt x="3658857" y="577529"/>
                </a:lnTo>
                <a:lnTo>
                  <a:pt x="3736991" y="520560"/>
                </a:lnTo>
                <a:lnTo>
                  <a:pt x="3816648" y="465753"/>
                </a:lnTo>
                <a:lnTo>
                  <a:pt x="3897278" y="412385"/>
                </a:lnTo>
                <a:lnTo>
                  <a:pt x="3978926" y="360597"/>
                </a:lnTo>
                <a:lnTo>
                  <a:pt x="4062003" y="311125"/>
                </a:lnTo>
                <a:lnTo>
                  <a:pt x="4146661" y="264424"/>
                </a:lnTo>
                <a:lnTo>
                  <a:pt x="4232596" y="220132"/>
                </a:lnTo>
                <a:lnTo>
                  <a:pt x="4319864" y="178546"/>
                </a:lnTo>
                <a:lnTo>
                  <a:pt x="4408732" y="140427"/>
                </a:lnTo>
                <a:lnTo>
                  <a:pt x="4499324" y="106651"/>
                </a:lnTo>
                <a:lnTo>
                  <a:pt x="4591260" y="76791"/>
                </a:lnTo>
                <a:lnTo>
                  <a:pt x="4684452" y="51168"/>
                </a:lnTo>
                <a:lnTo>
                  <a:pt x="4778797" y="30166"/>
                </a:lnTo>
                <a:lnTo>
                  <a:pt x="4874143" y="14126"/>
                </a:lnTo>
                <a:lnTo>
                  <a:pt x="4970326" y="4181"/>
                </a:lnTo>
                <a:lnTo>
                  <a:pt x="5066909" y="0"/>
                </a:lnTo>
                <a:lnTo>
                  <a:pt x="5163550" y="1334"/>
                </a:lnTo>
                <a:lnTo>
                  <a:pt x="5259943" y="8163"/>
                </a:lnTo>
                <a:lnTo>
                  <a:pt x="5355822" y="20355"/>
                </a:lnTo>
                <a:lnTo>
                  <a:pt x="5450919" y="37700"/>
                </a:lnTo>
                <a:lnTo>
                  <a:pt x="5544969" y="60169"/>
                </a:lnTo>
                <a:lnTo>
                  <a:pt x="5637552" y="88049"/>
                </a:lnTo>
                <a:lnTo>
                  <a:pt x="5728773" y="120015"/>
                </a:lnTo>
                <a:lnTo>
                  <a:pt x="5818613" y="155696"/>
                </a:lnTo>
                <a:lnTo>
                  <a:pt x="5907062" y="194720"/>
                </a:lnTo>
                <a:lnTo>
                  <a:pt x="5993968" y="237115"/>
                </a:lnTo>
                <a:lnTo>
                  <a:pt x="6079131" y="282893"/>
                </a:lnTo>
                <a:lnTo>
                  <a:pt x="6163018" y="330937"/>
                </a:lnTo>
                <a:lnTo>
                  <a:pt x="6245723" y="381019"/>
                </a:lnTo>
                <a:lnTo>
                  <a:pt x="6327048" y="433340"/>
                </a:lnTo>
                <a:lnTo>
                  <a:pt x="6407001" y="487699"/>
                </a:lnTo>
                <a:lnTo>
                  <a:pt x="6486058" y="543373"/>
                </a:lnTo>
                <a:lnTo>
                  <a:pt x="6564182" y="600342"/>
                </a:lnTo>
                <a:lnTo>
                  <a:pt x="6641040" y="659016"/>
                </a:lnTo>
                <a:lnTo>
                  <a:pt x="6717268" y="718499"/>
                </a:lnTo>
                <a:lnTo>
                  <a:pt x="6792878" y="778783"/>
                </a:lnTo>
                <a:lnTo>
                  <a:pt x="6867487" y="840296"/>
                </a:lnTo>
                <a:lnTo>
                  <a:pt x="6941687" y="902294"/>
                </a:lnTo>
                <a:lnTo>
                  <a:pt x="7015448" y="964816"/>
                </a:lnTo>
                <a:lnTo>
                  <a:pt x="7088553" y="1028100"/>
                </a:lnTo>
                <a:lnTo>
                  <a:pt x="7161428" y="1091660"/>
                </a:lnTo>
                <a:lnTo>
                  <a:pt x="7233999" y="1155563"/>
                </a:lnTo>
                <a:lnTo>
                  <a:pt x="7306246" y="1219829"/>
                </a:lnTo>
                <a:lnTo>
                  <a:pt x="7378370" y="1284227"/>
                </a:lnTo>
                <a:lnTo>
                  <a:pt x="7450341" y="1348816"/>
                </a:lnTo>
                <a:lnTo>
                  <a:pt x="7522283" y="1413415"/>
                </a:lnTo>
                <a:lnTo>
                  <a:pt x="7594225" y="1478032"/>
                </a:lnTo>
                <a:lnTo>
                  <a:pt x="7666158" y="1542650"/>
                </a:lnTo>
                <a:lnTo>
                  <a:pt x="7738243" y="1607096"/>
                </a:lnTo>
                <a:lnTo>
                  <a:pt x="7810452" y="1671409"/>
                </a:lnTo>
                <a:lnTo>
                  <a:pt x="7882976" y="1735369"/>
                </a:lnTo>
                <a:lnTo>
                  <a:pt x="7955680" y="1799111"/>
                </a:lnTo>
                <a:lnTo>
                  <a:pt x="8028642" y="1862566"/>
                </a:lnTo>
                <a:lnTo>
                  <a:pt x="8102127" y="1925422"/>
                </a:lnTo>
                <a:lnTo>
                  <a:pt x="8175879" y="1987944"/>
                </a:lnTo>
                <a:lnTo>
                  <a:pt x="8250069" y="2049971"/>
                </a:lnTo>
                <a:lnTo>
                  <a:pt x="8324879" y="2111235"/>
                </a:lnTo>
                <a:lnTo>
                  <a:pt x="8400088" y="2172005"/>
                </a:lnTo>
                <a:lnTo>
                  <a:pt x="8475907" y="2232012"/>
                </a:lnTo>
                <a:lnTo>
                  <a:pt x="8552431" y="2291124"/>
                </a:lnTo>
                <a:lnTo>
                  <a:pt x="8629440" y="2349589"/>
                </a:lnTo>
                <a:lnTo>
                  <a:pt x="8707145" y="2407148"/>
                </a:lnTo>
                <a:lnTo>
                  <a:pt x="8785727" y="2463479"/>
                </a:lnTo>
                <a:lnTo>
                  <a:pt x="8864908" y="2518972"/>
                </a:lnTo>
                <a:lnTo>
                  <a:pt x="8944737" y="2573550"/>
                </a:lnTo>
                <a:lnTo>
                  <a:pt x="9025623" y="2626519"/>
                </a:lnTo>
                <a:lnTo>
                  <a:pt x="9107214" y="2678411"/>
                </a:lnTo>
                <a:lnTo>
                  <a:pt x="9189501" y="2729189"/>
                </a:lnTo>
                <a:lnTo>
                  <a:pt x="9272673" y="2778500"/>
                </a:lnTo>
                <a:lnTo>
                  <a:pt x="9356798" y="2826172"/>
                </a:lnTo>
                <a:lnTo>
                  <a:pt x="9441637" y="2872550"/>
                </a:lnTo>
                <a:lnTo>
                  <a:pt x="9527210" y="2917574"/>
                </a:lnTo>
                <a:lnTo>
                  <a:pt x="9613687" y="2960846"/>
                </a:lnTo>
                <a:lnTo>
                  <a:pt x="9701012" y="3002356"/>
                </a:lnTo>
                <a:lnTo>
                  <a:pt x="9789043" y="3042352"/>
                </a:lnTo>
                <a:lnTo>
                  <a:pt x="9877768" y="3080766"/>
                </a:lnTo>
                <a:lnTo>
                  <a:pt x="9967189" y="3117571"/>
                </a:lnTo>
                <a:lnTo>
                  <a:pt x="10057448" y="3152261"/>
                </a:lnTo>
                <a:lnTo>
                  <a:pt x="10148316" y="3185303"/>
                </a:lnTo>
                <a:lnTo>
                  <a:pt x="10191750" y="3251397"/>
                </a:lnTo>
                <a:lnTo>
                  <a:pt x="10191750" y="3348095"/>
                </a:lnTo>
                <a:lnTo>
                  <a:pt x="10191750" y="3444792"/>
                </a:lnTo>
                <a:lnTo>
                  <a:pt x="10191750" y="3541490"/>
                </a:lnTo>
                <a:lnTo>
                  <a:pt x="10153021" y="3599450"/>
                </a:lnTo>
                <a:lnTo>
                  <a:pt x="10056324" y="3599450"/>
                </a:lnTo>
                <a:lnTo>
                  <a:pt x="9959626" y="3599450"/>
                </a:lnTo>
                <a:lnTo>
                  <a:pt x="9862937" y="3599450"/>
                </a:lnTo>
                <a:lnTo>
                  <a:pt x="9766240" y="3599450"/>
                </a:lnTo>
                <a:lnTo>
                  <a:pt x="9669542" y="3599450"/>
                </a:lnTo>
                <a:lnTo>
                  <a:pt x="9572844" y="3599450"/>
                </a:lnTo>
                <a:lnTo>
                  <a:pt x="9476156" y="3599450"/>
                </a:lnTo>
                <a:lnTo>
                  <a:pt x="9379458" y="3599450"/>
                </a:lnTo>
                <a:lnTo>
                  <a:pt x="9282760" y="3599450"/>
                </a:lnTo>
                <a:lnTo>
                  <a:pt x="9186062" y="3599450"/>
                </a:lnTo>
                <a:lnTo>
                  <a:pt x="9089374" y="3599450"/>
                </a:lnTo>
                <a:lnTo>
                  <a:pt x="8992676" y="3599450"/>
                </a:lnTo>
                <a:lnTo>
                  <a:pt x="8895979" y="3599450"/>
                </a:lnTo>
                <a:lnTo>
                  <a:pt x="8799281" y="3599450"/>
                </a:lnTo>
                <a:lnTo>
                  <a:pt x="8702592" y="3599450"/>
                </a:lnTo>
                <a:lnTo>
                  <a:pt x="8605895" y="3599450"/>
                </a:lnTo>
                <a:lnTo>
                  <a:pt x="8509197" y="3599450"/>
                </a:lnTo>
                <a:lnTo>
                  <a:pt x="8412499" y="3599450"/>
                </a:lnTo>
                <a:lnTo>
                  <a:pt x="8315811" y="3599450"/>
                </a:lnTo>
                <a:lnTo>
                  <a:pt x="8219113" y="3599450"/>
                </a:lnTo>
                <a:lnTo>
                  <a:pt x="8122415" y="3599450"/>
                </a:lnTo>
                <a:lnTo>
                  <a:pt x="8025717" y="3599450"/>
                </a:lnTo>
                <a:lnTo>
                  <a:pt x="7929029" y="3599450"/>
                </a:lnTo>
                <a:lnTo>
                  <a:pt x="7832331" y="3599450"/>
                </a:lnTo>
                <a:lnTo>
                  <a:pt x="7735634" y="3599450"/>
                </a:lnTo>
                <a:lnTo>
                  <a:pt x="7638936" y="3599450"/>
                </a:lnTo>
                <a:lnTo>
                  <a:pt x="7542247" y="3599450"/>
                </a:lnTo>
                <a:lnTo>
                  <a:pt x="7445550" y="3599450"/>
                </a:lnTo>
                <a:lnTo>
                  <a:pt x="7348852" y="3599450"/>
                </a:lnTo>
                <a:lnTo>
                  <a:pt x="7252154" y="3599450"/>
                </a:lnTo>
                <a:lnTo>
                  <a:pt x="7155456" y="3599450"/>
                </a:lnTo>
                <a:lnTo>
                  <a:pt x="7058768" y="3599450"/>
                </a:lnTo>
                <a:lnTo>
                  <a:pt x="6962070" y="3599450"/>
                </a:lnTo>
                <a:lnTo>
                  <a:pt x="6865372" y="3599450"/>
                </a:lnTo>
                <a:lnTo>
                  <a:pt x="6768684" y="3599450"/>
                </a:lnTo>
                <a:lnTo>
                  <a:pt x="6671986" y="3599450"/>
                </a:lnTo>
                <a:lnTo>
                  <a:pt x="6575288" y="3599450"/>
                </a:lnTo>
                <a:lnTo>
                  <a:pt x="6478591" y="3599450"/>
                </a:lnTo>
                <a:lnTo>
                  <a:pt x="6381902" y="3599450"/>
                </a:lnTo>
                <a:lnTo>
                  <a:pt x="6285205" y="3599450"/>
                </a:lnTo>
                <a:lnTo>
                  <a:pt x="6188507" y="3599450"/>
                </a:lnTo>
                <a:lnTo>
                  <a:pt x="6091809" y="3599450"/>
                </a:lnTo>
                <a:lnTo>
                  <a:pt x="5995121" y="3599450"/>
                </a:lnTo>
                <a:lnTo>
                  <a:pt x="5898423" y="3599450"/>
                </a:lnTo>
                <a:lnTo>
                  <a:pt x="5801725" y="3599450"/>
                </a:lnTo>
                <a:lnTo>
                  <a:pt x="5705027" y="3599450"/>
                </a:lnTo>
                <a:lnTo>
                  <a:pt x="5608339" y="3599450"/>
                </a:lnTo>
                <a:lnTo>
                  <a:pt x="5511641" y="3599450"/>
                </a:lnTo>
                <a:lnTo>
                  <a:pt x="5414943" y="3599450"/>
                </a:lnTo>
                <a:lnTo>
                  <a:pt x="5318246" y="3599450"/>
                </a:lnTo>
                <a:lnTo>
                  <a:pt x="5221557" y="3599450"/>
                </a:lnTo>
                <a:lnTo>
                  <a:pt x="5124860" y="3599450"/>
                </a:lnTo>
                <a:lnTo>
                  <a:pt x="5028162" y="3599450"/>
                </a:lnTo>
                <a:lnTo>
                  <a:pt x="4931464" y="3599450"/>
                </a:lnTo>
                <a:lnTo>
                  <a:pt x="4834776" y="3599450"/>
                </a:lnTo>
                <a:lnTo>
                  <a:pt x="4738078" y="3599450"/>
                </a:lnTo>
                <a:lnTo>
                  <a:pt x="4641380" y="3599450"/>
                </a:lnTo>
                <a:lnTo>
                  <a:pt x="4544682" y="3599450"/>
                </a:lnTo>
                <a:lnTo>
                  <a:pt x="4447994" y="3599450"/>
                </a:lnTo>
                <a:lnTo>
                  <a:pt x="4351296" y="3599450"/>
                </a:lnTo>
                <a:lnTo>
                  <a:pt x="4254598" y="3599450"/>
                </a:lnTo>
                <a:lnTo>
                  <a:pt x="4157901" y="3599450"/>
                </a:lnTo>
                <a:lnTo>
                  <a:pt x="4061212" y="3599450"/>
                </a:lnTo>
                <a:lnTo>
                  <a:pt x="3964515" y="3599450"/>
                </a:lnTo>
                <a:lnTo>
                  <a:pt x="3867817" y="3599450"/>
                </a:lnTo>
                <a:lnTo>
                  <a:pt x="3771119" y="3599450"/>
                </a:lnTo>
                <a:lnTo>
                  <a:pt x="3674431" y="3599450"/>
                </a:lnTo>
                <a:lnTo>
                  <a:pt x="3577733" y="3599450"/>
                </a:lnTo>
                <a:lnTo>
                  <a:pt x="3481035" y="3599450"/>
                </a:lnTo>
                <a:lnTo>
                  <a:pt x="3384337" y="3599450"/>
                </a:lnTo>
                <a:lnTo>
                  <a:pt x="3287639" y="3599450"/>
                </a:lnTo>
                <a:lnTo>
                  <a:pt x="3190951" y="3599450"/>
                </a:lnTo>
                <a:lnTo>
                  <a:pt x="3094253" y="3599450"/>
                </a:lnTo>
                <a:lnTo>
                  <a:pt x="2997556" y="3599450"/>
                </a:lnTo>
                <a:lnTo>
                  <a:pt x="2900858" y="3599450"/>
                </a:lnTo>
                <a:lnTo>
                  <a:pt x="2804170" y="3599450"/>
                </a:lnTo>
                <a:lnTo>
                  <a:pt x="2707472" y="3599450"/>
                </a:lnTo>
                <a:lnTo>
                  <a:pt x="2610774" y="3599450"/>
                </a:lnTo>
                <a:lnTo>
                  <a:pt x="2514086" y="3599450"/>
                </a:lnTo>
                <a:lnTo>
                  <a:pt x="2417388" y="3599450"/>
                </a:lnTo>
                <a:lnTo>
                  <a:pt x="2320690" y="3599450"/>
                </a:lnTo>
                <a:lnTo>
                  <a:pt x="2223992" y="3599450"/>
                </a:lnTo>
                <a:lnTo>
                  <a:pt x="2127304" y="3599450"/>
                </a:lnTo>
                <a:lnTo>
                  <a:pt x="2030606" y="3599450"/>
                </a:lnTo>
                <a:lnTo>
                  <a:pt x="1933908" y="3599450"/>
                </a:lnTo>
                <a:lnTo>
                  <a:pt x="1837211" y="3599450"/>
                </a:lnTo>
                <a:lnTo>
                  <a:pt x="1740513" y="3599450"/>
                </a:lnTo>
                <a:lnTo>
                  <a:pt x="1643825" y="3599450"/>
                </a:lnTo>
                <a:lnTo>
                  <a:pt x="1547127" y="3599450"/>
                </a:lnTo>
                <a:lnTo>
                  <a:pt x="1450429" y="3599450"/>
                </a:lnTo>
                <a:lnTo>
                  <a:pt x="1353741" y="3599450"/>
                </a:lnTo>
                <a:lnTo>
                  <a:pt x="1257043" y="3599450"/>
                </a:lnTo>
                <a:lnTo>
                  <a:pt x="1160345" y="3599450"/>
                </a:lnTo>
                <a:lnTo>
                  <a:pt x="1063647" y="3599450"/>
                </a:lnTo>
                <a:lnTo>
                  <a:pt x="966959" y="3599450"/>
                </a:lnTo>
                <a:lnTo>
                  <a:pt x="870261" y="3599450"/>
                </a:lnTo>
                <a:lnTo>
                  <a:pt x="773563" y="3599450"/>
                </a:lnTo>
                <a:lnTo>
                  <a:pt x="676866" y="3599450"/>
                </a:lnTo>
                <a:lnTo>
                  <a:pt x="580168" y="3599450"/>
                </a:lnTo>
                <a:lnTo>
                  <a:pt x="483479" y="3599450"/>
                </a:lnTo>
                <a:lnTo>
                  <a:pt x="386782" y="3599450"/>
                </a:lnTo>
                <a:lnTo>
                  <a:pt x="290084" y="3599450"/>
                </a:lnTo>
                <a:lnTo>
                  <a:pt x="193386" y="3599450"/>
                </a:lnTo>
                <a:lnTo>
                  <a:pt x="96698" y="3599450"/>
                </a:lnTo>
                <a:lnTo>
                  <a:pt x="0" y="3599450"/>
                </a:lnTo>
                <a:close/>
              </a:path>
            </a:pathLst>
          </a:custGeom>
          <a:solidFill xmlns:a="http://schemas.openxmlformats.org/drawingml/2006/main">
            <a:srgbClr val="F2F7FD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" name="spectrum-density-curve">
            <a:extLst xmlns:a="http://schemas.openxmlformats.org/drawingml/2006/main">
              <a:ext uri="{FF2B5EF4-FFF2-40B4-BE49-F238E27FC236}">
                <a16:creationId xmlns:a16="http://schemas.microsoft.com/office/drawing/2014/main" id="{3A0DEBE4-F565-46EA-AC7A-3E66C6DE2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0125" y="1619250"/>
            <a:ext cx="10191750" cy="3201829"/>
          </a:xfrm>
          <a:custGeom xmlns:a="http://schemas.openxmlformats.org/drawingml/2006/main">
            <a:pathLst>
              <a:path w="10191750" h="3201829">
                <a:moveTo>
                  <a:pt x="0" y="3201829"/>
                </a:moveTo>
                <a:lnTo>
                  <a:pt x="47939" y="3184693"/>
                </a:lnTo>
                <a:lnTo>
                  <a:pt x="95879" y="3167558"/>
                </a:lnTo>
                <a:lnTo>
                  <a:pt x="143542" y="3149708"/>
                </a:lnTo>
                <a:lnTo>
                  <a:pt x="191062" y="3131439"/>
                </a:lnTo>
                <a:lnTo>
                  <a:pt x="238468" y="3112884"/>
                </a:lnTo>
                <a:lnTo>
                  <a:pt x="285540" y="3093491"/>
                </a:lnTo>
                <a:lnTo>
                  <a:pt x="332603" y="3074089"/>
                </a:lnTo>
                <a:lnTo>
                  <a:pt x="379247" y="3053705"/>
                </a:lnTo>
                <a:lnTo>
                  <a:pt x="425825" y="3033141"/>
                </a:lnTo>
                <a:lnTo>
                  <a:pt x="472173" y="3012110"/>
                </a:lnTo>
                <a:lnTo>
                  <a:pt x="518217" y="2990402"/>
                </a:lnTo>
                <a:lnTo>
                  <a:pt x="564271" y="2968695"/>
                </a:lnTo>
                <a:lnTo>
                  <a:pt x="609819" y="2945959"/>
                </a:lnTo>
                <a:lnTo>
                  <a:pt x="655339" y="2923175"/>
                </a:lnTo>
                <a:lnTo>
                  <a:pt x="700602" y="2899867"/>
                </a:lnTo>
                <a:lnTo>
                  <a:pt x="745550" y="2875969"/>
                </a:lnTo>
                <a:lnTo>
                  <a:pt x="790499" y="2852080"/>
                </a:lnTo>
                <a:lnTo>
                  <a:pt x="834914" y="2827191"/>
                </a:lnTo>
                <a:lnTo>
                  <a:pt x="879300" y="2802255"/>
                </a:lnTo>
                <a:lnTo>
                  <a:pt x="923439" y="2776909"/>
                </a:lnTo>
                <a:lnTo>
                  <a:pt x="967235" y="2750953"/>
                </a:lnTo>
                <a:lnTo>
                  <a:pt x="1011022" y="2724988"/>
                </a:lnTo>
                <a:lnTo>
                  <a:pt x="1054332" y="2698242"/>
                </a:lnTo>
                <a:lnTo>
                  <a:pt x="1097537" y="2671315"/>
                </a:lnTo>
                <a:lnTo>
                  <a:pt x="1140628" y="2644207"/>
                </a:lnTo>
                <a:lnTo>
                  <a:pt x="1183224" y="2616327"/>
                </a:lnTo>
                <a:lnTo>
                  <a:pt x="1225820" y="2588457"/>
                </a:lnTo>
                <a:lnTo>
                  <a:pt x="1268120" y="2560120"/>
                </a:lnTo>
                <a:lnTo>
                  <a:pt x="1310135" y="2531393"/>
                </a:lnTo>
                <a:lnTo>
                  <a:pt x="1352159" y="2502656"/>
                </a:lnTo>
                <a:lnTo>
                  <a:pt x="1393717" y="2473252"/>
                </a:lnTo>
                <a:lnTo>
                  <a:pt x="1435179" y="2443715"/>
                </a:lnTo>
                <a:lnTo>
                  <a:pt x="1476585" y="2414092"/>
                </a:lnTo>
                <a:lnTo>
                  <a:pt x="1517494" y="2383793"/>
                </a:lnTo>
                <a:lnTo>
                  <a:pt x="1558395" y="2353485"/>
                </a:lnTo>
                <a:lnTo>
                  <a:pt x="1599133" y="2322957"/>
                </a:lnTo>
                <a:lnTo>
                  <a:pt x="1639519" y="2291972"/>
                </a:lnTo>
                <a:lnTo>
                  <a:pt x="1679915" y="2260987"/>
                </a:lnTo>
                <a:lnTo>
                  <a:pt x="1720053" y="2229679"/>
                </a:lnTo>
                <a:lnTo>
                  <a:pt x="1759972" y="2198084"/>
                </a:lnTo>
                <a:lnTo>
                  <a:pt x="1799892" y="2166490"/>
                </a:lnTo>
                <a:lnTo>
                  <a:pt x="1839506" y="2134514"/>
                </a:lnTo>
                <a:lnTo>
                  <a:pt x="1878987" y="2102377"/>
                </a:lnTo>
                <a:lnTo>
                  <a:pt x="1918459" y="2070230"/>
                </a:lnTo>
                <a:lnTo>
                  <a:pt x="1957588" y="2037664"/>
                </a:lnTo>
                <a:lnTo>
                  <a:pt x="1996650" y="2005013"/>
                </a:lnTo>
                <a:lnTo>
                  <a:pt x="2035702" y="1972361"/>
                </a:lnTo>
                <a:lnTo>
                  <a:pt x="2074459" y="1939357"/>
                </a:lnTo>
                <a:lnTo>
                  <a:pt x="2113197" y="1906324"/>
                </a:lnTo>
                <a:lnTo>
                  <a:pt x="2151926" y="1873282"/>
                </a:lnTo>
                <a:lnTo>
                  <a:pt x="2190340" y="1839878"/>
                </a:lnTo>
                <a:lnTo>
                  <a:pt x="2228755" y="1806473"/>
                </a:lnTo>
                <a:lnTo>
                  <a:pt x="2267160" y="1773050"/>
                </a:lnTo>
                <a:lnTo>
                  <a:pt x="2305345" y="1739389"/>
                </a:lnTo>
                <a:lnTo>
                  <a:pt x="2343541" y="1705727"/>
                </a:lnTo>
                <a:lnTo>
                  <a:pt x="2381717" y="1672047"/>
                </a:lnTo>
                <a:lnTo>
                  <a:pt x="2419731" y="1638186"/>
                </a:lnTo>
                <a:lnTo>
                  <a:pt x="2457745" y="1604324"/>
                </a:lnTo>
                <a:lnTo>
                  <a:pt x="2495741" y="1570453"/>
                </a:lnTo>
                <a:lnTo>
                  <a:pt x="2533621" y="1536430"/>
                </a:lnTo>
                <a:lnTo>
                  <a:pt x="2571493" y="1502416"/>
                </a:lnTo>
                <a:lnTo>
                  <a:pt x="2609364" y="1468403"/>
                </a:lnTo>
                <a:lnTo>
                  <a:pt x="2647236" y="1434379"/>
                </a:lnTo>
                <a:lnTo>
                  <a:pt x="2685107" y="1400366"/>
                </a:lnTo>
                <a:lnTo>
                  <a:pt x="2722988" y="1366342"/>
                </a:lnTo>
                <a:lnTo>
                  <a:pt x="2760878" y="1332347"/>
                </a:lnTo>
                <a:lnTo>
                  <a:pt x="2798759" y="1298343"/>
                </a:lnTo>
                <a:lnTo>
                  <a:pt x="2836669" y="1264358"/>
                </a:lnTo>
                <a:lnTo>
                  <a:pt x="2874664" y="1230487"/>
                </a:lnTo>
                <a:lnTo>
                  <a:pt x="2912669" y="1196607"/>
                </a:lnTo>
                <a:lnTo>
                  <a:pt x="2950702" y="1162774"/>
                </a:lnTo>
                <a:lnTo>
                  <a:pt x="2988907" y="1129122"/>
                </a:lnTo>
                <a:lnTo>
                  <a:pt x="3027112" y="1095480"/>
                </a:lnTo>
                <a:lnTo>
                  <a:pt x="3065374" y="1061895"/>
                </a:lnTo>
                <a:lnTo>
                  <a:pt x="3103836" y="1028548"/>
                </a:lnTo>
                <a:lnTo>
                  <a:pt x="3142298" y="995201"/>
                </a:lnTo>
                <a:lnTo>
                  <a:pt x="3180855" y="961958"/>
                </a:lnTo>
                <a:lnTo>
                  <a:pt x="3219688" y="929040"/>
                </a:lnTo>
                <a:lnTo>
                  <a:pt x="3258522" y="896122"/>
                </a:lnTo>
                <a:lnTo>
                  <a:pt x="3297498" y="863375"/>
                </a:lnTo>
                <a:lnTo>
                  <a:pt x="3336769" y="830980"/>
                </a:lnTo>
                <a:lnTo>
                  <a:pt x="3376031" y="798576"/>
                </a:lnTo>
                <a:lnTo>
                  <a:pt x="3415551" y="766486"/>
                </a:lnTo>
                <a:lnTo>
                  <a:pt x="3455356" y="734749"/>
                </a:lnTo>
                <a:lnTo>
                  <a:pt x="3495161" y="703012"/>
                </a:lnTo>
                <a:lnTo>
                  <a:pt x="3535347" y="671770"/>
                </a:lnTo>
                <a:lnTo>
                  <a:pt x="3575780" y="640832"/>
                </a:lnTo>
                <a:lnTo>
                  <a:pt x="3616204" y="609895"/>
                </a:lnTo>
                <a:lnTo>
                  <a:pt x="3657209" y="579730"/>
                </a:lnTo>
                <a:lnTo>
                  <a:pt x="3698348" y="549735"/>
                </a:lnTo>
                <a:lnTo>
                  <a:pt x="3739534" y="519808"/>
                </a:lnTo>
                <a:lnTo>
                  <a:pt x="3781473" y="490957"/>
                </a:lnTo>
                <a:lnTo>
                  <a:pt x="3823411" y="462105"/>
                </a:lnTo>
                <a:lnTo>
                  <a:pt x="3865664" y="433721"/>
                </a:lnTo>
                <a:lnTo>
                  <a:pt x="3908479" y="406175"/>
                </a:lnTo>
                <a:lnTo>
                  <a:pt x="3951294" y="378628"/>
                </a:lnTo>
                <a:lnTo>
                  <a:pt x="3994766" y="352158"/>
                </a:lnTo>
                <a:lnTo>
                  <a:pt x="4038505" y="326107"/>
                </a:lnTo>
                <a:lnTo>
                  <a:pt x="4082377" y="300295"/>
                </a:lnTo>
                <a:lnTo>
                  <a:pt x="4127125" y="276015"/>
                </a:lnTo>
                <a:lnTo>
                  <a:pt x="4171874" y="251746"/>
                </a:lnTo>
                <a:lnTo>
                  <a:pt x="4217222" y="228629"/>
                </a:lnTo>
                <a:lnTo>
                  <a:pt x="4262980" y="206312"/>
                </a:lnTo>
                <a:lnTo>
                  <a:pt x="4308853" y="184271"/>
                </a:lnTo>
                <a:lnTo>
                  <a:pt x="4355640" y="164201"/>
                </a:lnTo>
                <a:lnTo>
                  <a:pt x="4402426" y="144132"/>
                </a:lnTo>
                <a:lnTo>
                  <a:pt x="4449909" y="125816"/>
                </a:lnTo>
                <a:lnTo>
                  <a:pt x="4497695" y="108252"/>
                </a:lnTo>
                <a:lnTo>
                  <a:pt x="4545778" y="91602"/>
                </a:lnTo>
                <a:lnTo>
                  <a:pt x="4594489" y="76800"/>
                </a:lnTo>
                <a:lnTo>
                  <a:pt x="4643209" y="62017"/>
                </a:lnTo>
                <a:lnTo>
                  <a:pt x="4692720" y="50197"/>
                </a:lnTo>
                <a:lnTo>
                  <a:pt x="4742231" y="38367"/>
                </a:lnTo>
                <a:lnTo>
                  <a:pt x="4792228" y="28861"/>
                </a:lnTo>
                <a:lnTo>
                  <a:pt x="4842405" y="20250"/>
                </a:lnTo>
                <a:lnTo>
                  <a:pt x="4892792" y="13202"/>
                </a:lnTo>
                <a:lnTo>
                  <a:pt x="4943427" y="7963"/>
                </a:lnTo>
                <a:lnTo>
                  <a:pt x="4994119" y="3505"/>
                </a:lnTo>
                <a:lnTo>
                  <a:pt x="5044992" y="1753"/>
                </a:lnTo>
                <a:lnTo>
                  <a:pt x="5095875" y="0"/>
                </a:lnTo>
                <a:lnTo>
                  <a:pt x="5146748" y="1753"/>
                </a:lnTo>
                <a:lnTo>
                  <a:pt x="5197631" y="3505"/>
                </a:lnTo>
                <a:lnTo>
                  <a:pt x="5248323" y="7963"/>
                </a:lnTo>
                <a:lnTo>
                  <a:pt x="5298958" y="13202"/>
                </a:lnTo>
                <a:lnTo>
                  <a:pt x="5349345" y="20250"/>
                </a:lnTo>
                <a:lnTo>
                  <a:pt x="5399522" y="28861"/>
                </a:lnTo>
                <a:lnTo>
                  <a:pt x="5449510" y="38367"/>
                </a:lnTo>
                <a:lnTo>
                  <a:pt x="5499030" y="50197"/>
                </a:lnTo>
                <a:lnTo>
                  <a:pt x="5548541" y="62017"/>
                </a:lnTo>
                <a:lnTo>
                  <a:pt x="5597261" y="76800"/>
                </a:lnTo>
                <a:lnTo>
                  <a:pt x="5645963" y="91602"/>
                </a:lnTo>
                <a:lnTo>
                  <a:pt x="5694055" y="108252"/>
                </a:lnTo>
                <a:lnTo>
                  <a:pt x="5741841" y="125816"/>
                </a:lnTo>
                <a:lnTo>
                  <a:pt x="5789324" y="144132"/>
                </a:lnTo>
                <a:lnTo>
                  <a:pt x="5836110" y="164201"/>
                </a:lnTo>
                <a:lnTo>
                  <a:pt x="5882897" y="184261"/>
                </a:lnTo>
                <a:lnTo>
                  <a:pt x="5928770" y="206312"/>
                </a:lnTo>
                <a:lnTo>
                  <a:pt x="5974528" y="228629"/>
                </a:lnTo>
                <a:lnTo>
                  <a:pt x="6019876" y="251746"/>
                </a:lnTo>
                <a:lnTo>
                  <a:pt x="6064625" y="276015"/>
                </a:lnTo>
                <a:lnTo>
                  <a:pt x="6109373" y="300295"/>
                </a:lnTo>
                <a:lnTo>
                  <a:pt x="6153236" y="326107"/>
                </a:lnTo>
                <a:lnTo>
                  <a:pt x="6196984" y="352158"/>
                </a:lnTo>
                <a:lnTo>
                  <a:pt x="6240456" y="378628"/>
                </a:lnTo>
                <a:lnTo>
                  <a:pt x="6283271" y="406175"/>
                </a:lnTo>
                <a:lnTo>
                  <a:pt x="6326076" y="433721"/>
                </a:lnTo>
                <a:lnTo>
                  <a:pt x="6368339" y="462096"/>
                </a:lnTo>
                <a:lnTo>
                  <a:pt x="6410277" y="490957"/>
                </a:lnTo>
                <a:lnTo>
                  <a:pt x="6452216" y="519808"/>
                </a:lnTo>
                <a:lnTo>
                  <a:pt x="6493402" y="549735"/>
                </a:lnTo>
                <a:lnTo>
                  <a:pt x="6534531" y="579730"/>
                </a:lnTo>
                <a:lnTo>
                  <a:pt x="6575536" y="609895"/>
                </a:lnTo>
                <a:lnTo>
                  <a:pt x="6615970" y="640832"/>
                </a:lnTo>
                <a:lnTo>
                  <a:pt x="6656403" y="671770"/>
                </a:lnTo>
                <a:lnTo>
                  <a:pt x="6696589" y="703012"/>
                </a:lnTo>
                <a:lnTo>
                  <a:pt x="6736394" y="734749"/>
                </a:lnTo>
                <a:lnTo>
                  <a:pt x="6776199" y="766486"/>
                </a:lnTo>
                <a:lnTo>
                  <a:pt x="6815709" y="798576"/>
                </a:lnTo>
                <a:lnTo>
                  <a:pt x="6854981" y="830980"/>
                </a:lnTo>
                <a:lnTo>
                  <a:pt x="6894252" y="863375"/>
                </a:lnTo>
                <a:lnTo>
                  <a:pt x="6933228" y="896112"/>
                </a:lnTo>
                <a:lnTo>
                  <a:pt x="6972062" y="929040"/>
                </a:lnTo>
                <a:lnTo>
                  <a:pt x="7010895" y="961958"/>
                </a:lnTo>
                <a:lnTo>
                  <a:pt x="7049453" y="995191"/>
                </a:lnTo>
                <a:lnTo>
                  <a:pt x="7087914" y="1028548"/>
                </a:lnTo>
                <a:lnTo>
                  <a:pt x="7126376" y="1061895"/>
                </a:lnTo>
                <a:lnTo>
                  <a:pt x="7164629" y="1095480"/>
                </a:lnTo>
                <a:lnTo>
                  <a:pt x="7202843" y="1129122"/>
                </a:lnTo>
                <a:lnTo>
                  <a:pt x="7241048" y="1162764"/>
                </a:lnTo>
                <a:lnTo>
                  <a:pt x="7279081" y="1196607"/>
                </a:lnTo>
                <a:lnTo>
                  <a:pt x="7317076" y="1230487"/>
                </a:lnTo>
                <a:lnTo>
                  <a:pt x="7355081" y="1264358"/>
                </a:lnTo>
                <a:lnTo>
                  <a:pt x="7392981" y="1298343"/>
                </a:lnTo>
                <a:lnTo>
                  <a:pt x="7430872" y="1332347"/>
                </a:lnTo>
                <a:lnTo>
                  <a:pt x="7468762" y="1366342"/>
                </a:lnTo>
                <a:lnTo>
                  <a:pt x="7506633" y="1400366"/>
                </a:lnTo>
                <a:lnTo>
                  <a:pt x="7544514" y="1434379"/>
                </a:lnTo>
                <a:lnTo>
                  <a:pt x="7582386" y="1468403"/>
                </a:lnTo>
                <a:lnTo>
                  <a:pt x="7620257" y="1502416"/>
                </a:lnTo>
                <a:lnTo>
                  <a:pt x="7658129" y="1536430"/>
                </a:lnTo>
                <a:lnTo>
                  <a:pt x="7696010" y="1570453"/>
                </a:lnTo>
                <a:lnTo>
                  <a:pt x="7734005" y="1604324"/>
                </a:lnTo>
                <a:lnTo>
                  <a:pt x="7772019" y="1638186"/>
                </a:lnTo>
                <a:lnTo>
                  <a:pt x="7810033" y="1672047"/>
                </a:lnTo>
                <a:lnTo>
                  <a:pt x="7848209" y="1705727"/>
                </a:lnTo>
                <a:lnTo>
                  <a:pt x="7886405" y="1739389"/>
                </a:lnTo>
                <a:lnTo>
                  <a:pt x="7924590" y="1773050"/>
                </a:lnTo>
                <a:lnTo>
                  <a:pt x="7962995" y="1806473"/>
                </a:lnTo>
                <a:lnTo>
                  <a:pt x="8001410" y="1839878"/>
                </a:lnTo>
                <a:lnTo>
                  <a:pt x="8039824" y="1873282"/>
                </a:lnTo>
                <a:lnTo>
                  <a:pt x="8078553" y="1906324"/>
                </a:lnTo>
                <a:lnTo>
                  <a:pt x="8117291" y="1939357"/>
                </a:lnTo>
                <a:lnTo>
                  <a:pt x="8156048" y="1972361"/>
                </a:lnTo>
                <a:lnTo>
                  <a:pt x="8195100" y="2005013"/>
                </a:lnTo>
                <a:lnTo>
                  <a:pt x="8234162" y="2037664"/>
                </a:lnTo>
                <a:lnTo>
                  <a:pt x="8273291" y="2070230"/>
                </a:lnTo>
                <a:lnTo>
                  <a:pt x="8312763" y="2102368"/>
                </a:lnTo>
                <a:lnTo>
                  <a:pt x="8352244" y="2134514"/>
                </a:lnTo>
                <a:lnTo>
                  <a:pt x="8391858" y="2166490"/>
                </a:lnTo>
                <a:lnTo>
                  <a:pt x="8431778" y="2198084"/>
                </a:lnTo>
                <a:lnTo>
                  <a:pt x="8471697" y="2229679"/>
                </a:lnTo>
                <a:lnTo>
                  <a:pt x="8511835" y="2260987"/>
                </a:lnTo>
                <a:lnTo>
                  <a:pt x="8552221" y="2291972"/>
                </a:lnTo>
                <a:lnTo>
                  <a:pt x="8592617" y="2322957"/>
                </a:lnTo>
                <a:lnTo>
                  <a:pt x="8633355" y="2353485"/>
                </a:lnTo>
                <a:lnTo>
                  <a:pt x="8674256" y="2383793"/>
                </a:lnTo>
                <a:lnTo>
                  <a:pt x="8715165" y="2414092"/>
                </a:lnTo>
                <a:lnTo>
                  <a:pt x="8756571" y="2443705"/>
                </a:lnTo>
                <a:lnTo>
                  <a:pt x="8798033" y="2473242"/>
                </a:lnTo>
                <a:lnTo>
                  <a:pt x="8839581" y="2502656"/>
                </a:lnTo>
                <a:lnTo>
                  <a:pt x="8881605" y="2531393"/>
                </a:lnTo>
                <a:lnTo>
                  <a:pt x="8923630" y="2560120"/>
                </a:lnTo>
                <a:lnTo>
                  <a:pt x="8965921" y="2588457"/>
                </a:lnTo>
                <a:lnTo>
                  <a:pt x="9008526" y="2616327"/>
                </a:lnTo>
                <a:lnTo>
                  <a:pt x="9051122" y="2644207"/>
                </a:lnTo>
                <a:lnTo>
                  <a:pt x="9094213" y="2671315"/>
                </a:lnTo>
                <a:lnTo>
                  <a:pt x="9137418" y="2698232"/>
                </a:lnTo>
                <a:lnTo>
                  <a:pt x="9180728" y="2724988"/>
                </a:lnTo>
                <a:lnTo>
                  <a:pt x="9224515" y="2750944"/>
                </a:lnTo>
                <a:lnTo>
                  <a:pt x="9268311" y="2776909"/>
                </a:lnTo>
                <a:lnTo>
                  <a:pt x="9312450" y="2802255"/>
                </a:lnTo>
                <a:lnTo>
                  <a:pt x="9356836" y="2827191"/>
                </a:lnTo>
                <a:lnTo>
                  <a:pt x="9401242" y="2852080"/>
                </a:lnTo>
                <a:lnTo>
                  <a:pt x="9446200" y="2875969"/>
                </a:lnTo>
                <a:lnTo>
                  <a:pt x="9491148" y="2899867"/>
                </a:lnTo>
                <a:lnTo>
                  <a:pt x="9536411" y="2923175"/>
                </a:lnTo>
                <a:lnTo>
                  <a:pt x="9581931" y="2945959"/>
                </a:lnTo>
                <a:lnTo>
                  <a:pt x="9627479" y="2968695"/>
                </a:lnTo>
                <a:lnTo>
                  <a:pt x="9673523" y="2990402"/>
                </a:lnTo>
                <a:lnTo>
                  <a:pt x="9719577" y="3012110"/>
                </a:lnTo>
                <a:lnTo>
                  <a:pt x="9765925" y="3033141"/>
                </a:lnTo>
                <a:lnTo>
                  <a:pt x="9812503" y="3053705"/>
                </a:lnTo>
                <a:lnTo>
                  <a:pt x="9859147" y="3074089"/>
                </a:lnTo>
                <a:lnTo>
                  <a:pt x="9906210" y="3093491"/>
                </a:lnTo>
                <a:lnTo>
                  <a:pt x="9953282" y="3112884"/>
                </a:lnTo>
                <a:lnTo>
                  <a:pt x="10000688" y="3131439"/>
                </a:lnTo>
                <a:lnTo>
                  <a:pt x="10048199" y="3149708"/>
                </a:lnTo>
                <a:lnTo>
                  <a:pt x="10095871" y="3167558"/>
                </a:lnTo>
                <a:lnTo>
                  <a:pt x="10143811" y="3184693"/>
                </a:lnTo>
                <a:lnTo>
                  <a:pt x="10191750" y="3201829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5DCF4"/>
            </a:solidFill>
            <a:prstDash val="solid"/>
          </a:ln>
        </p:spPr>
      </p:sp>
      <p:sp>
        <p:nvSpPr>
          <p:cNvPr id="3" name="spectrum-underlay-0">
            <a:extLst xmlns:a="http://schemas.openxmlformats.org/drawingml/2006/main">
              <a:ext uri="{FF2B5EF4-FFF2-40B4-BE49-F238E27FC236}">
                <a16:creationId xmlns:a16="http://schemas.microsoft.com/office/drawing/2014/main" id="{CB503D0D-3E10-4CF0-A0FC-19A5DE14E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0175" y="3000375"/>
            <a:ext cx="2952750" cy="1971675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DFEA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pectrum-card-0">
            <a:extLst xmlns:a="http://schemas.openxmlformats.org/drawingml/2006/main">
              <a:ext uri="{FF2B5EF4-FFF2-40B4-BE49-F238E27FC236}">
                <a16:creationId xmlns:a16="http://schemas.microsoft.com/office/drawing/2014/main" id="{8C4BD16D-0F09-4861-9AE2-0346D9ABA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0175" y="2933700"/>
            <a:ext cx="2952750" cy="1971675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5F8FC"/>
          </a:solidFill>
          <a:ln xmlns:a="http://schemas.openxmlformats.org/drawingml/2006/main" w="9525">
            <a:solidFill>
              <a:srgbClr val="CFDDE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5" name="spectrum-underlay-1">
            <a:extLst xmlns:a="http://schemas.openxmlformats.org/drawingml/2006/main">
              <a:ext uri="{FF2B5EF4-FFF2-40B4-BE49-F238E27FC236}">
                <a16:creationId xmlns:a16="http://schemas.microsoft.com/office/drawing/2014/main" id="{DE4B41C8-A55D-421A-AF5C-5EA6A0164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19625" y="2619375"/>
            <a:ext cx="2952750" cy="2352675"/>
          </a:xfrm>
          <a:prstGeom xmlns:a="http://schemas.openxmlformats.org/drawingml/2006/main" prst="roundRect">
            <a:avLst>
              <a:gd name="adj" fmla="val 7287"/>
            </a:avLst>
          </a:prstGeom>
          <a:solidFill xmlns:a="http://schemas.openxmlformats.org/drawingml/2006/main">
            <a:srgbClr val="9FC2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spectrum-card-1">
            <a:extLst xmlns:a="http://schemas.openxmlformats.org/drawingml/2006/main">
              <a:ext uri="{FF2B5EF4-FFF2-40B4-BE49-F238E27FC236}">
                <a16:creationId xmlns:a16="http://schemas.microsoft.com/office/drawing/2014/main" id="{9F41CB47-576E-41EE-BC3F-08696A05D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19625" y="2552700"/>
            <a:ext cx="2952750" cy="2352675"/>
          </a:xfrm>
          <a:prstGeom xmlns:a="http://schemas.openxmlformats.org/drawingml/2006/main" prst="roundRect">
            <a:avLst>
              <a:gd name="adj" fmla="val 7287"/>
            </a:avLst>
          </a:pr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2F5EA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7" name="spectrum-underlay-2">
            <a:extLst xmlns:a="http://schemas.openxmlformats.org/drawingml/2006/main">
              <a:ext uri="{FF2B5EF4-FFF2-40B4-BE49-F238E27FC236}">
                <a16:creationId xmlns:a16="http://schemas.microsoft.com/office/drawing/2014/main" id="{C81BD797-C2A8-4F8D-A02F-F341A368D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39075" y="3000375"/>
            <a:ext cx="2952750" cy="1971675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DFEA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spectrum-card-2">
            <a:extLst xmlns:a="http://schemas.openxmlformats.org/drawingml/2006/main">
              <a:ext uri="{FF2B5EF4-FFF2-40B4-BE49-F238E27FC236}">
                <a16:creationId xmlns:a16="http://schemas.microsoft.com/office/drawing/2014/main" id="{36533DEE-F7FA-4CB5-AD52-4E2AE8A5B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39075" y="2933700"/>
            <a:ext cx="2952750" cy="1971675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5F8FC"/>
          </a:solidFill>
          <a:ln xmlns:a="http://schemas.openxmlformats.org/drawingml/2006/main" w="9525">
            <a:solidFill>
              <a:srgbClr val="CFDDE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9" name="spectrum-axis">
            <a:extLst xmlns:a="http://schemas.openxmlformats.org/drawingml/2006/main">
              <a:ext uri="{FF2B5EF4-FFF2-40B4-BE49-F238E27FC236}">
                <a16:creationId xmlns:a16="http://schemas.microsoft.com/office/drawing/2014/main" id="{CD473331-F99B-43B6-AFC6-174B79F1E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71575" y="5381625"/>
            <a:ext cx="98107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FB3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spectrum-axis-arrow">
            <a:extLst xmlns:a="http://schemas.openxmlformats.org/drawingml/2006/main">
              <a:ext uri="{FF2B5EF4-FFF2-40B4-BE49-F238E27FC236}">
                <a16:creationId xmlns:a16="http://schemas.microsoft.com/office/drawing/2014/main" id="{1BCFE054-09DC-403D-911C-52EA163B5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987088" y="5329238"/>
            <a:ext cx="138113" cy="133350"/>
          </a:xfrm>
          <a:custGeom xmlns:a="http://schemas.openxmlformats.org/drawingml/2006/main">
            <a:pathLst>
              <a:path w="138113" h="133350">
                <a:moveTo>
                  <a:pt x="0" y="0"/>
                </a:moveTo>
                <a:lnTo>
                  <a:pt x="8630" y="4172"/>
                </a:lnTo>
                <a:lnTo>
                  <a:pt x="17269" y="8334"/>
                </a:lnTo>
                <a:lnTo>
                  <a:pt x="25898" y="12506"/>
                </a:lnTo>
                <a:lnTo>
                  <a:pt x="34528" y="16669"/>
                </a:lnTo>
                <a:lnTo>
                  <a:pt x="43158" y="20841"/>
                </a:lnTo>
                <a:lnTo>
                  <a:pt x="51797" y="25003"/>
                </a:lnTo>
                <a:lnTo>
                  <a:pt x="60427" y="29175"/>
                </a:lnTo>
                <a:lnTo>
                  <a:pt x="69056" y="33338"/>
                </a:lnTo>
                <a:lnTo>
                  <a:pt x="77686" y="37509"/>
                </a:lnTo>
                <a:lnTo>
                  <a:pt x="86325" y="41672"/>
                </a:lnTo>
                <a:lnTo>
                  <a:pt x="94955" y="45844"/>
                </a:lnTo>
                <a:lnTo>
                  <a:pt x="103584" y="50006"/>
                </a:lnTo>
                <a:lnTo>
                  <a:pt x="112214" y="54178"/>
                </a:lnTo>
                <a:lnTo>
                  <a:pt x="120853" y="58341"/>
                </a:lnTo>
                <a:lnTo>
                  <a:pt x="129483" y="62513"/>
                </a:lnTo>
                <a:lnTo>
                  <a:pt x="138113" y="66675"/>
                </a:lnTo>
                <a:lnTo>
                  <a:pt x="129483" y="70847"/>
                </a:lnTo>
                <a:lnTo>
                  <a:pt x="120853" y="75009"/>
                </a:lnTo>
                <a:lnTo>
                  <a:pt x="112214" y="79172"/>
                </a:lnTo>
                <a:lnTo>
                  <a:pt x="103584" y="83344"/>
                </a:lnTo>
                <a:lnTo>
                  <a:pt x="94955" y="87516"/>
                </a:lnTo>
                <a:lnTo>
                  <a:pt x="86325" y="91678"/>
                </a:lnTo>
                <a:lnTo>
                  <a:pt x="77686" y="95841"/>
                </a:lnTo>
                <a:lnTo>
                  <a:pt x="69056" y="100013"/>
                </a:lnTo>
                <a:lnTo>
                  <a:pt x="60427" y="104184"/>
                </a:lnTo>
                <a:lnTo>
                  <a:pt x="51797" y="108347"/>
                </a:lnTo>
                <a:lnTo>
                  <a:pt x="43158" y="112519"/>
                </a:lnTo>
                <a:lnTo>
                  <a:pt x="34528" y="116681"/>
                </a:lnTo>
                <a:lnTo>
                  <a:pt x="25898" y="120853"/>
                </a:lnTo>
                <a:lnTo>
                  <a:pt x="17269" y="125016"/>
                </a:lnTo>
                <a:lnTo>
                  <a:pt x="8630" y="129188"/>
                </a:ln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8FB3DF"/>
            </a:solidFill>
            <a:prstDash val="solid"/>
          </a:ln>
        </p:spPr>
      </p:sp>
      <p:sp>
        <p:nvSpPr>
          <p:cNvPr id="11" name="spectrum-axis-low">
            <a:extLst xmlns:a="http://schemas.openxmlformats.org/drawingml/2006/main">
              <a:ext uri="{FF2B5EF4-FFF2-40B4-BE49-F238E27FC236}">
                <a16:creationId xmlns:a16="http://schemas.microsoft.com/office/drawing/2014/main" id="{F0D8C465-ECE5-461C-A53D-E177E8BB7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57275" y="55816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1500" b="0" i="0">
                <a:solidFill>
                  <a:srgbClr val="6F7D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F7D91"/>
                </a:solidFill>
                <a:latin typeface="Microsoft YaHei"/>
                <a:ea typeface="Microsoft YaHei"/>
                <a:cs typeface="Microsoft YaHei"/>
              </a:rPr>
              <a:t>低</a:t>
            </a:r>
          </a:p>
        </p:txBody>
      </p:sp>
      <p:sp>
        <p:nvSpPr>
          <p:cNvPr id="12" name="spectrum-axis-label">
            <a:extLst xmlns:a="http://schemas.openxmlformats.org/drawingml/2006/main">
              <a:ext uri="{FF2B5EF4-FFF2-40B4-BE49-F238E27FC236}">
                <a16:creationId xmlns:a16="http://schemas.microsoft.com/office/drawing/2014/main" id="{4A2D51BB-10D4-4BEA-82C2-ACA57E82D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62500" y="558165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4052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405269"/>
                </a:solidFill>
                <a:latin typeface="Microsoft YaHei"/>
                <a:ea typeface="Microsoft YaHei"/>
                <a:cs typeface="Microsoft YaHei"/>
              </a:rPr>
              <a:t>对视觉复杂度与美观度的需求</a:t>
            </a:r>
          </a:p>
        </p:txBody>
      </p:sp>
      <p:sp>
        <p:nvSpPr>
          <p:cNvPr id="13" name="spectrum-axis-high">
            <a:extLst xmlns:a="http://schemas.openxmlformats.org/drawingml/2006/main">
              <a:ext uri="{FF2B5EF4-FFF2-40B4-BE49-F238E27FC236}">
                <a16:creationId xmlns:a16="http://schemas.microsoft.com/office/drawing/2014/main" id="{DF393E80-612A-47A9-9234-19BB9B13E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05975" y="55816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40000"/>
              </a:lnSpc>
              <a:buNone/>
              <a:defRPr sz="1500" b="0" i="0">
                <a:solidFill>
                  <a:srgbClr val="6F7D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F7D91"/>
                </a:solidFill>
                <a:latin typeface="Microsoft YaHei"/>
                <a:ea typeface="Microsoft YaHei"/>
                <a:cs typeface="Microsoft YaHei"/>
              </a:rPr>
              <a:t>高</a:t>
            </a:r>
          </a:p>
        </p:txBody>
      </p:sp>
      <p:sp>
        <p:nvSpPr>
          <p:cNvPr id="14" name="spectrum-order-0">
            <a:extLst xmlns:a="http://schemas.openxmlformats.org/drawingml/2006/main">
              <a:ext uri="{FF2B5EF4-FFF2-40B4-BE49-F238E27FC236}">
                <a16:creationId xmlns:a16="http://schemas.microsoft.com/office/drawing/2014/main" id="{998784DE-A79D-4134-BB4B-0F0E36FA7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90675" y="3095625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 i="0">
                <a:solidFill>
                  <a:srgbClr val="9AB1C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9AB1CA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15" name="spectrum-title-0">
            <a:extLst xmlns:a="http://schemas.openxmlformats.org/drawingml/2006/main">
              <a:ext uri="{FF2B5EF4-FFF2-40B4-BE49-F238E27FC236}">
                <a16:creationId xmlns:a16="http://schemas.microsoft.com/office/drawing/2014/main" id="{BE0E7F79-C339-431F-93FF-8E4FB1C1E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90675" y="3541519"/>
            <a:ext cx="2571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rPr>
              <a:t>低要求端</a:t>
            </a:r>
          </a:p>
        </p:txBody>
      </p:sp>
      <p:sp>
        <p:nvSpPr>
          <p:cNvPr id="16" name="spectrum-body-0">
            <a:extLst xmlns:a="http://schemas.openxmlformats.org/drawingml/2006/main">
              <a:ext uri="{FF2B5EF4-FFF2-40B4-BE49-F238E27FC236}">
                <a16:creationId xmlns:a16="http://schemas.microsoft.com/office/drawing/2014/main" id="{F24C21DC-16A7-4F10-993E-FE854A842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90675" y="3970144"/>
            <a:ext cx="2571750" cy="51792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6000"/>
              </a:lnSpc>
              <a:buNone/>
              <a:defRPr sz="1500" b="0" i="0">
                <a:solidFill>
                  <a:srgbClr val="52617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526174"/>
                </a:solidFill>
                <a:latin typeface="Microsoft YaHei"/>
                <a:ea typeface="Microsoft YaHei"/>
                <a:cs typeface="Microsoft YaHei"/>
              </a:rPr>
              <a:t>不重视版式，直接堆放文字也</a:t>
            </a:r>
          </a:p>
          <a:p xmlns:a="http://schemas.openxmlformats.org/drawingml/2006/main">
            <a:pPr algn="ctr">
              <a:lnSpc>
                <a:spcPct val="136000"/>
              </a:lnSpc>
              <a:buNone/>
              <a:defRPr sz="1500" b="0" i="0">
                <a:solidFill>
                  <a:srgbClr val="52617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526174"/>
                </a:solidFill>
                <a:latin typeface="Microsoft YaHei"/>
                <a:ea typeface="Microsoft YaHei"/>
                <a:cs typeface="Microsoft YaHei"/>
              </a:rPr>
              <a:t>能接受</a:t>
            </a:r>
          </a:p>
        </p:txBody>
      </p:sp>
      <p:sp>
        <p:nvSpPr>
          <p:cNvPr id="17" name="spectrum-order-1">
            <a:extLst xmlns:a="http://schemas.openxmlformats.org/drawingml/2006/main">
              <a:ext uri="{FF2B5EF4-FFF2-40B4-BE49-F238E27FC236}">
                <a16:creationId xmlns:a16="http://schemas.microsoft.com/office/drawing/2014/main" id="{D7325F80-C1D2-4018-BEB4-1C98CCE2A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10125" y="2714625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 i="0">
                <a:solidFill>
                  <a:srgbClr val="B9D5F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B9D5F6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8" name="spectrum-title-1">
            <a:extLst xmlns:a="http://schemas.openxmlformats.org/drawingml/2006/main">
              <a:ext uri="{FF2B5EF4-FFF2-40B4-BE49-F238E27FC236}">
                <a16:creationId xmlns:a16="http://schemas.microsoft.com/office/drawing/2014/main" id="{BBFE21B5-800B-43A2-8E23-36496A0FE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10125" y="3398644"/>
            <a:ext cx="2571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工作型需求</a:t>
            </a:r>
          </a:p>
        </p:txBody>
      </p:sp>
      <p:sp>
        <p:nvSpPr>
          <p:cNvPr id="19" name="spectrum-body-1">
            <a:extLst xmlns:a="http://schemas.openxmlformats.org/drawingml/2006/main">
              <a:ext uri="{FF2B5EF4-FFF2-40B4-BE49-F238E27FC236}">
                <a16:creationId xmlns:a16="http://schemas.microsoft.com/office/drawing/2014/main" id="{CAEC52FB-923C-4458-A548-2202FC7C0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10125" y="3827269"/>
            <a:ext cx="2571750" cy="51792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6000"/>
              </a:lnSpc>
              <a:buNone/>
              <a:def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结构清楚、视觉规范、稳定可</a:t>
            </a:r>
          </a:p>
          <a:p xmlns:a="http://schemas.openxmlformats.org/drawingml/2006/main">
            <a:pPr algn="ctr">
              <a:lnSpc>
                <a:spcPct val="136000"/>
              </a:lnSpc>
              <a:buNone/>
              <a:def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靠且可修改</a:t>
            </a:r>
          </a:p>
        </p:txBody>
      </p:sp>
      <p:sp>
        <p:nvSpPr>
          <p:cNvPr id="20" name="spectrum-order-2">
            <a:extLst xmlns:a="http://schemas.openxmlformats.org/drawingml/2006/main">
              <a:ext uri="{FF2B5EF4-FFF2-40B4-BE49-F238E27FC236}">
                <a16:creationId xmlns:a16="http://schemas.microsoft.com/office/drawing/2014/main" id="{D1248E2B-9715-4638-B64C-B073A6FA7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29575" y="3095625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 i="0">
                <a:solidFill>
                  <a:srgbClr val="9AB1C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9AB1CA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21" name="spectrum-title-2">
            <a:extLst xmlns:a="http://schemas.openxmlformats.org/drawingml/2006/main">
              <a:ext uri="{FF2B5EF4-FFF2-40B4-BE49-F238E27FC236}">
                <a16:creationId xmlns:a16="http://schemas.microsoft.com/office/drawing/2014/main" id="{6A7EF2D1-6A4B-49C7-AF20-F684FA3A2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29575" y="3541519"/>
            <a:ext cx="2571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rPr>
              <a:t>高定制端</a:t>
            </a:r>
          </a:p>
        </p:txBody>
      </p:sp>
      <p:sp>
        <p:nvSpPr>
          <p:cNvPr id="22" name="spectrum-body-2">
            <a:extLst xmlns:a="http://schemas.openxmlformats.org/drawingml/2006/main">
              <a:ext uri="{FF2B5EF4-FFF2-40B4-BE49-F238E27FC236}">
                <a16:creationId xmlns:a16="http://schemas.microsoft.com/office/drawing/2014/main" id="{9A83095B-E8AA-48E5-BB70-529F2BB48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29575" y="3970144"/>
            <a:ext cx="2571750" cy="51792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6000"/>
              </a:lnSpc>
              <a:buNone/>
              <a:defRPr sz="1500" b="0" i="0">
                <a:solidFill>
                  <a:srgbClr val="52617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526174"/>
                </a:solidFill>
                <a:latin typeface="Microsoft YaHei"/>
                <a:ea typeface="Microsoft YaHei"/>
                <a:cs typeface="Microsoft YaHei"/>
              </a:rPr>
              <a:t>发布会、路演和比赛需要高度</a:t>
            </a:r>
          </a:p>
          <a:p xmlns:a="http://schemas.openxmlformats.org/drawingml/2006/main">
            <a:pPr algn="ctr">
              <a:lnSpc>
                <a:spcPct val="136000"/>
              </a:lnSpc>
              <a:buNone/>
              <a:defRPr sz="1500" b="0" i="0">
                <a:solidFill>
                  <a:srgbClr val="52617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526174"/>
                </a:solidFill>
                <a:latin typeface="Microsoft YaHei"/>
                <a:ea typeface="Microsoft YaHei"/>
                <a:cs typeface="Microsoft YaHei"/>
              </a:rPr>
              <a:t>视觉创意</a:t>
            </a:r>
          </a:p>
        </p:txBody>
      </p:sp>
      <p:sp>
        <p:nvSpPr>
          <p:cNvPr id="23" name="spectrum-focus-label-bg">
            <a:extLst xmlns:a="http://schemas.openxmlformats.org/drawingml/2006/main">
              <a:ext uri="{FF2B5EF4-FFF2-40B4-BE49-F238E27FC236}">
                <a16:creationId xmlns:a16="http://schemas.microsoft.com/office/drawing/2014/main" id="{57F05593-DFB3-4CE4-BA0F-BDA2B40EF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76900" y="2724150"/>
            <a:ext cx="838200" cy="2476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spectrum-focus-label">
            <a:extLst xmlns:a="http://schemas.openxmlformats.org/drawingml/2006/main">
              <a:ext uri="{FF2B5EF4-FFF2-40B4-BE49-F238E27FC236}">
                <a16:creationId xmlns:a16="http://schemas.microsoft.com/office/drawing/2014/main" id="{B890378A-0200-4820-99C7-7C2EAD8EC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76900" y="2724150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重点区域</a:t>
            </a:r>
          </a:p>
        </p:txBody>
      </p:sp>
    </p:spTree>
    <p:extLst>
      <p:ext uri="{BB962C8B-B14F-4D97-AF65-F5344CB8AC3E}">
        <p14:creationId xmlns:p14="http://schemas.microsoft.com/office/powerpoint/2010/main" val="212856440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spectrum-density-fill">
            <a:extLst xmlns:a="http://schemas.openxmlformats.org/drawingml/2006/main">
              <a:ext uri="{FF2B5EF4-FFF2-40B4-BE49-F238E27FC236}">
                <a16:creationId xmlns:a16="http://schemas.microsoft.com/office/drawing/2014/main" id="{22692338-FBAC-495D-8245-011D21DAA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0125" y="1620250"/>
            <a:ext cx="10191750" cy="3599450"/>
          </a:xfrm>
          <a:custGeom xmlns:a="http://schemas.openxmlformats.org/drawingml/2006/main">
            <a:pathLst>
              <a:path w="10191750" h="3599450">
                <a:moveTo>
                  <a:pt x="0" y="3599450"/>
                </a:moveTo>
                <a:lnTo>
                  <a:pt x="0" y="3502752"/>
                </a:lnTo>
                <a:lnTo>
                  <a:pt x="0" y="3406064"/>
                </a:lnTo>
                <a:lnTo>
                  <a:pt x="0" y="3309366"/>
                </a:lnTo>
                <a:lnTo>
                  <a:pt x="0" y="3212668"/>
                </a:lnTo>
                <a:lnTo>
                  <a:pt x="79905" y="3172273"/>
                </a:lnTo>
                <a:lnTo>
                  <a:pt x="170450" y="3138364"/>
                </a:lnTo>
                <a:lnTo>
                  <a:pt x="260385" y="3102854"/>
                </a:lnTo>
                <a:lnTo>
                  <a:pt x="349682" y="3065764"/>
                </a:lnTo>
                <a:lnTo>
                  <a:pt x="438140" y="3026702"/>
                </a:lnTo>
                <a:lnTo>
                  <a:pt x="525770" y="2985840"/>
                </a:lnTo>
                <a:lnTo>
                  <a:pt x="612705" y="2943511"/>
                </a:lnTo>
                <a:lnTo>
                  <a:pt x="698925" y="2899762"/>
                </a:lnTo>
                <a:lnTo>
                  <a:pt x="784308" y="2854376"/>
                </a:lnTo>
                <a:lnTo>
                  <a:pt x="868718" y="2807208"/>
                </a:lnTo>
                <a:lnTo>
                  <a:pt x="952386" y="2758754"/>
                </a:lnTo>
                <a:lnTo>
                  <a:pt x="1035339" y="2709072"/>
                </a:lnTo>
                <a:lnTo>
                  <a:pt x="1117406" y="2657932"/>
                </a:lnTo>
                <a:lnTo>
                  <a:pt x="1198531" y="2605316"/>
                </a:lnTo>
                <a:lnTo>
                  <a:pt x="1278988" y="2551690"/>
                </a:lnTo>
                <a:lnTo>
                  <a:pt x="1358808" y="2497112"/>
                </a:lnTo>
                <a:lnTo>
                  <a:pt x="1437561" y="2441010"/>
                </a:lnTo>
                <a:lnTo>
                  <a:pt x="1515732" y="2384098"/>
                </a:lnTo>
                <a:lnTo>
                  <a:pt x="1593323" y="2326405"/>
                </a:lnTo>
                <a:lnTo>
                  <a:pt x="1670056" y="2267560"/>
                </a:lnTo>
                <a:lnTo>
                  <a:pt x="1746209" y="2207981"/>
                </a:lnTo>
                <a:lnTo>
                  <a:pt x="1821923" y="2147830"/>
                </a:lnTo>
                <a:lnTo>
                  <a:pt x="1896904" y="2086785"/>
                </a:lnTo>
                <a:lnTo>
                  <a:pt x="1971399" y="2025129"/>
                </a:lnTo>
                <a:lnTo>
                  <a:pt x="2045522" y="1963036"/>
                </a:lnTo>
                <a:lnTo>
                  <a:pt x="2119093" y="1900295"/>
                </a:lnTo>
                <a:lnTo>
                  <a:pt x="2192331" y="1837153"/>
                </a:lnTo>
                <a:lnTo>
                  <a:pt x="2265293" y="1773698"/>
                </a:lnTo>
                <a:lnTo>
                  <a:pt x="2337826" y="1709757"/>
                </a:lnTo>
                <a:lnTo>
                  <a:pt x="2410225" y="1645653"/>
                </a:lnTo>
                <a:lnTo>
                  <a:pt x="2482425" y="1581341"/>
                </a:lnTo>
                <a:lnTo>
                  <a:pt x="2554405" y="1516771"/>
                </a:lnTo>
                <a:lnTo>
                  <a:pt x="2626338" y="1452153"/>
                </a:lnTo>
                <a:lnTo>
                  <a:pt x="2698280" y="1387535"/>
                </a:lnTo>
                <a:lnTo>
                  <a:pt x="2770232" y="1322946"/>
                </a:lnTo>
                <a:lnTo>
                  <a:pt x="2842231" y="1258405"/>
                </a:lnTo>
                <a:lnTo>
                  <a:pt x="2914412" y="1194054"/>
                </a:lnTo>
                <a:lnTo>
                  <a:pt x="2986821" y="1129970"/>
                </a:lnTo>
                <a:lnTo>
                  <a:pt x="3059401" y="1066076"/>
                </a:lnTo>
                <a:lnTo>
                  <a:pt x="3132458" y="1002735"/>
                </a:lnTo>
                <a:lnTo>
                  <a:pt x="3205848" y="939775"/>
                </a:lnTo>
                <a:lnTo>
                  <a:pt x="3279600" y="877243"/>
                </a:lnTo>
                <a:lnTo>
                  <a:pt x="3354143" y="815645"/>
                </a:lnTo>
                <a:lnTo>
                  <a:pt x="3429152" y="754637"/>
                </a:lnTo>
                <a:lnTo>
                  <a:pt x="3504762" y="694353"/>
                </a:lnTo>
                <a:lnTo>
                  <a:pt x="3581467" y="635479"/>
                </a:lnTo>
                <a:lnTo>
                  <a:pt x="3658857" y="577529"/>
                </a:lnTo>
                <a:lnTo>
                  <a:pt x="3736991" y="520560"/>
                </a:lnTo>
                <a:lnTo>
                  <a:pt x="3816648" y="465753"/>
                </a:lnTo>
                <a:lnTo>
                  <a:pt x="3897278" y="412385"/>
                </a:lnTo>
                <a:lnTo>
                  <a:pt x="3978926" y="360597"/>
                </a:lnTo>
                <a:lnTo>
                  <a:pt x="4062003" y="311125"/>
                </a:lnTo>
                <a:lnTo>
                  <a:pt x="4146661" y="264424"/>
                </a:lnTo>
                <a:lnTo>
                  <a:pt x="4232596" y="220132"/>
                </a:lnTo>
                <a:lnTo>
                  <a:pt x="4319864" y="178546"/>
                </a:lnTo>
                <a:lnTo>
                  <a:pt x="4408732" y="140427"/>
                </a:lnTo>
                <a:lnTo>
                  <a:pt x="4499324" y="106651"/>
                </a:lnTo>
                <a:lnTo>
                  <a:pt x="4591260" y="76791"/>
                </a:lnTo>
                <a:lnTo>
                  <a:pt x="4684452" y="51168"/>
                </a:lnTo>
                <a:lnTo>
                  <a:pt x="4778797" y="30166"/>
                </a:lnTo>
                <a:lnTo>
                  <a:pt x="4874143" y="14126"/>
                </a:lnTo>
                <a:lnTo>
                  <a:pt x="4970326" y="4181"/>
                </a:lnTo>
                <a:lnTo>
                  <a:pt x="5066909" y="0"/>
                </a:lnTo>
                <a:lnTo>
                  <a:pt x="5163550" y="1334"/>
                </a:lnTo>
                <a:lnTo>
                  <a:pt x="5259943" y="8163"/>
                </a:lnTo>
                <a:lnTo>
                  <a:pt x="5355822" y="20355"/>
                </a:lnTo>
                <a:lnTo>
                  <a:pt x="5450919" y="37700"/>
                </a:lnTo>
                <a:lnTo>
                  <a:pt x="5544969" y="60169"/>
                </a:lnTo>
                <a:lnTo>
                  <a:pt x="5637552" y="88049"/>
                </a:lnTo>
                <a:lnTo>
                  <a:pt x="5728773" y="120015"/>
                </a:lnTo>
                <a:lnTo>
                  <a:pt x="5818613" y="155696"/>
                </a:lnTo>
                <a:lnTo>
                  <a:pt x="5907062" y="194720"/>
                </a:lnTo>
                <a:lnTo>
                  <a:pt x="5993968" y="237115"/>
                </a:lnTo>
                <a:lnTo>
                  <a:pt x="6079131" y="282893"/>
                </a:lnTo>
                <a:lnTo>
                  <a:pt x="6163018" y="330937"/>
                </a:lnTo>
                <a:lnTo>
                  <a:pt x="6245723" y="381019"/>
                </a:lnTo>
                <a:lnTo>
                  <a:pt x="6327048" y="433340"/>
                </a:lnTo>
                <a:lnTo>
                  <a:pt x="6407001" y="487699"/>
                </a:lnTo>
                <a:lnTo>
                  <a:pt x="6486058" y="543373"/>
                </a:lnTo>
                <a:lnTo>
                  <a:pt x="6564182" y="600342"/>
                </a:lnTo>
                <a:lnTo>
                  <a:pt x="6641040" y="659016"/>
                </a:lnTo>
                <a:lnTo>
                  <a:pt x="6717268" y="718499"/>
                </a:lnTo>
                <a:lnTo>
                  <a:pt x="6792878" y="778783"/>
                </a:lnTo>
                <a:lnTo>
                  <a:pt x="6867487" y="840296"/>
                </a:lnTo>
                <a:lnTo>
                  <a:pt x="6941687" y="902294"/>
                </a:lnTo>
                <a:lnTo>
                  <a:pt x="7015448" y="964816"/>
                </a:lnTo>
                <a:lnTo>
                  <a:pt x="7088553" y="1028100"/>
                </a:lnTo>
                <a:lnTo>
                  <a:pt x="7161428" y="1091660"/>
                </a:lnTo>
                <a:lnTo>
                  <a:pt x="7233999" y="1155563"/>
                </a:lnTo>
                <a:lnTo>
                  <a:pt x="7306246" y="1219829"/>
                </a:lnTo>
                <a:lnTo>
                  <a:pt x="7378370" y="1284227"/>
                </a:lnTo>
                <a:lnTo>
                  <a:pt x="7450341" y="1348816"/>
                </a:lnTo>
                <a:lnTo>
                  <a:pt x="7522283" y="1413415"/>
                </a:lnTo>
                <a:lnTo>
                  <a:pt x="7594225" y="1478032"/>
                </a:lnTo>
                <a:lnTo>
                  <a:pt x="7666158" y="1542650"/>
                </a:lnTo>
                <a:lnTo>
                  <a:pt x="7738243" y="1607096"/>
                </a:lnTo>
                <a:lnTo>
                  <a:pt x="7810452" y="1671409"/>
                </a:lnTo>
                <a:lnTo>
                  <a:pt x="7882976" y="1735369"/>
                </a:lnTo>
                <a:lnTo>
                  <a:pt x="7955680" y="1799111"/>
                </a:lnTo>
                <a:lnTo>
                  <a:pt x="8028642" y="1862566"/>
                </a:lnTo>
                <a:lnTo>
                  <a:pt x="8102127" y="1925422"/>
                </a:lnTo>
                <a:lnTo>
                  <a:pt x="8175879" y="1987944"/>
                </a:lnTo>
                <a:lnTo>
                  <a:pt x="8250069" y="2049971"/>
                </a:lnTo>
                <a:lnTo>
                  <a:pt x="8324879" y="2111235"/>
                </a:lnTo>
                <a:lnTo>
                  <a:pt x="8400088" y="2172005"/>
                </a:lnTo>
                <a:lnTo>
                  <a:pt x="8475907" y="2232012"/>
                </a:lnTo>
                <a:lnTo>
                  <a:pt x="8552431" y="2291124"/>
                </a:lnTo>
                <a:lnTo>
                  <a:pt x="8629440" y="2349589"/>
                </a:lnTo>
                <a:lnTo>
                  <a:pt x="8707145" y="2407148"/>
                </a:lnTo>
                <a:lnTo>
                  <a:pt x="8785727" y="2463479"/>
                </a:lnTo>
                <a:lnTo>
                  <a:pt x="8864908" y="2518972"/>
                </a:lnTo>
                <a:lnTo>
                  <a:pt x="8944737" y="2573550"/>
                </a:lnTo>
                <a:lnTo>
                  <a:pt x="9025623" y="2626519"/>
                </a:lnTo>
                <a:lnTo>
                  <a:pt x="9107214" y="2678411"/>
                </a:lnTo>
                <a:lnTo>
                  <a:pt x="9189501" y="2729189"/>
                </a:lnTo>
                <a:lnTo>
                  <a:pt x="9272673" y="2778500"/>
                </a:lnTo>
                <a:lnTo>
                  <a:pt x="9356798" y="2826172"/>
                </a:lnTo>
                <a:lnTo>
                  <a:pt x="9441637" y="2872550"/>
                </a:lnTo>
                <a:lnTo>
                  <a:pt x="9527210" y="2917574"/>
                </a:lnTo>
                <a:lnTo>
                  <a:pt x="9613687" y="2960846"/>
                </a:lnTo>
                <a:lnTo>
                  <a:pt x="9701012" y="3002356"/>
                </a:lnTo>
                <a:lnTo>
                  <a:pt x="9789043" y="3042352"/>
                </a:lnTo>
                <a:lnTo>
                  <a:pt x="9877768" y="3080766"/>
                </a:lnTo>
                <a:lnTo>
                  <a:pt x="9967189" y="3117571"/>
                </a:lnTo>
                <a:lnTo>
                  <a:pt x="10057448" y="3152261"/>
                </a:lnTo>
                <a:lnTo>
                  <a:pt x="10148316" y="3185303"/>
                </a:lnTo>
                <a:lnTo>
                  <a:pt x="10191750" y="3251397"/>
                </a:lnTo>
                <a:lnTo>
                  <a:pt x="10191750" y="3348095"/>
                </a:lnTo>
                <a:lnTo>
                  <a:pt x="10191750" y="3444792"/>
                </a:lnTo>
                <a:lnTo>
                  <a:pt x="10191750" y="3541490"/>
                </a:lnTo>
                <a:lnTo>
                  <a:pt x="10153021" y="3599450"/>
                </a:lnTo>
                <a:lnTo>
                  <a:pt x="10056324" y="3599450"/>
                </a:lnTo>
                <a:lnTo>
                  <a:pt x="9959626" y="3599450"/>
                </a:lnTo>
                <a:lnTo>
                  <a:pt x="9862937" y="3599450"/>
                </a:lnTo>
                <a:lnTo>
                  <a:pt x="9766240" y="3599450"/>
                </a:lnTo>
                <a:lnTo>
                  <a:pt x="9669542" y="3599450"/>
                </a:lnTo>
                <a:lnTo>
                  <a:pt x="9572844" y="3599450"/>
                </a:lnTo>
                <a:lnTo>
                  <a:pt x="9476156" y="3599450"/>
                </a:lnTo>
                <a:lnTo>
                  <a:pt x="9379458" y="3599450"/>
                </a:lnTo>
                <a:lnTo>
                  <a:pt x="9282760" y="3599450"/>
                </a:lnTo>
                <a:lnTo>
                  <a:pt x="9186062" y="3599450"/>
                </a:lnTo>
                <a:lnTo>
                  <a:pt x="9089374" y="3599450"/>
                </a:lnTo>
                <a:lnTo>
                  <a:pt x="8992676" y="3599450"/>
                </a:lnTo>
                <a:lnTo>
                  <a:pt x="8895979" y="3599450"/>
                </a:lnTo>
                <a:lnTo>
                  <a:pt x="8799281" y="3599450"/>
                </a:lnTo>
                <a:lnTo>
                  <a:pt x="8702592" y="3599450"/>
                </a:lnTo>
                <a:lnTo>
                  <a:pt x="8605895" y="3599450"/>
                </a:lnTo>
                <a:lnTo>
                  <a:pt x="8509197" y="3599450"/>
                </a:lnTo>
                <a:lnTo>
                  <a:pt x="8412499" y="3599450"/>
                </a:lnTo>
                <a:lnTo>
                  <a:pt x="8315811" y="3599450"/>
                </a:lnTo>
                <a:lnTo>
                  <a:pt x="8219113" y="3599450"/>
                </a:lnTo>
                <a:lnTo>
                  <a:pt x="8122415" y="3599450"/>
                </a:lnTo>
                <a:lnTo>
                  <a:pt x="8025717" y="3599450"/>
                </a:lnTo>
                <a:lnTo>
                  <a:pt x="7929029" y="3599450"/>
                </a:lnTo>
                <a:lnTo>
                  <a:pt x="7832331" y="3599450"/>
                </a:lnTo>
                <a:lnTo>
                  <a:pt x="7735634" y="3599450"/>
                </a:lnTo>
                <a:lnTo>
                  <a:pt x="7638936" y="3599450"/>
                </a:lnTo>
                <a:lnTo>
                  <a:pt x="7542247" y="3599450"/>
                </a:lnTo>
                <a:lnTo>
                  <a:pt x="7445550" y="3599450"/>
                </a:lnTo>
                <a:lnTo>
                  <a:pt x="7348852" y="3599450"/>
                </a:lnTo>
                <a:lnTo>
                  <a:pt x="7252154" y="3599450"/>
                </a:lnTo>
                <a:lnTo>
                  <a:pt x="7155456" y="3599450"/>
                </a:lnTo>
                <a:lnTo>
                  <a:pt x="7058768" y="3599450"/>
                </a:lnTo>
                <a:lnTo>
                  <a:pt x="6962070" y="3599450"/>
                </a:lnTo>
                <a:lnTo>
                  <a:pt x="6865372" y="3599450"/>
                </a:lnTo>
                <a:lnTo>
                  <a:pt x="6768684" y="3599450"/>
                </a:lnTo>
                <a:lnTo>
                  <a:pt x="6671986" y="3599450"/>
                </a:lnTo>
                <a:lnTo>
                  <a:pt x="6575288" y="3599450"/>
                </a:lnTo>
                <a:lnTo>
                  <a:pt x="6478591" y="3599450"/>
                </a:lnTo>
                <a:lnTo>
                  <a:pt x="6381902" y="3599450"/>
                </a:lnTo>
                <a:lnTo>
                  <a:pt x="6285205" y="3599450"/>
                </a:lnTo>
                <a:lnTo>
                  <a:pt x="6188507" y="3599450"/>
                </a:lnTo>
                <a:lnTo>
                  <a:pt x="6091809" y="3599450"/>
                </a:lnTo>
                <a:lnTo>
                  <a:pt x="5995121" y="3599450"/>
                </a:lnTo>
                <a:lnTo>
                  <a:pt x="5898423" y="3599450"/>
                </a:lnTo>
                <a:lnTo>
                  <a:pt x="5801725" y="3599450"/>
                </a:lnTo>
                <a:lnTo>
                  <a:pt x="5705027" y="3599450"/>
                </a:lnTo>
                <a:lnTo>
                  <a:pt x="5608339" y="3599450"/>
                </a:lnTo>
                <a:lnTo>
                  <a:pt x="5511641" y="3599450"/>
                </a:lnTo>
                <a:lnTo>
                  <a:pt x="5414943" y="3599450"/>
                </a:lnTo>
                <a:lnTo>
                  <a:pt x="5318246" y="3599450"/>
                </a:lnTo>
                <a:lnTo>
                  <a:pt x="5221557" y="3599450"/>
                </a:lnTo>
                <a:lnTo>
                  <a:pt x="5124860" y="3599450"/>
                </a:lnTo>
                <a:lnTo>
                  <a:pt x="5028162" y="3599450"/>
                </a:lnTo>
                <a:lnTo>
                  <a:pt x="4931464" y="3599450"/>
                </a:lnTo>
                <a:lnTo>
                  <a:pt x="4834776" y="3599450"/>
                </a:lnTo>
                <a:lnTo>
                  <a:pt x="4738078" y="3599450"/>
                </a:lnTo>
                <a:lnTo>
                  <a:pt x="4641380" y="3599450"/>
                </a:lnTo>
                <a:lnTo>
                  <a:pt x="4544682" y="3599450"/>
                </a:lnTo>
                <a:lnTo>
                  <a:pt x="4447994" y="3599450"/>
                </a:lnTo>
                <a:lnTo>
                  <a:pt x="4351296" y="3599450"/>
                </a:lnTo>
                <a:lnTo>
                  <a:pt x="4254598" y="3599450"/>
                </a:lnTo>
                <a:lnTo>
                  <a:pt x="4157901" y="3599450"/>
                </a:lnTo>
                <a:lnTo>
                  <a:pt x="4061212" y="3599450"/>
                </a:lnTo>
                <a:lnTo>
                  <a:pt x="3964515" y="3599450"/>
                </a:lnTo>
                <a:lnTo>
                  <a:pt x="3867817" y="3599450"/>
                </a:lnTo>
                <a:lnTo>
                  <a:pt x="3771119" y="3599450"/>
                </a:lnTo>
                <a:lnTo>
                  <a:pt x="3674431" y="3599450"/>
                </a:lnTo>
                <a:lnTo>
                  <a:pt x="3577733" y="3599450"/>
                </a:lnTo>
                <a:lnTo>
                  <a:pt x="3481035" y="3599450"/>
                </a:lnTo>
                <a:lnTo>
                  <a:pt x="3384337" y="3599450"/>
                </a:lnTo>
                <a:lnTo>
                  <a:pt x="3287639" y="3599450"/>
                </a:lnTo>
                <a:lnTo>
                  <a:pt x="3190951" y="3599450"/>
                </a:lnTo>
                <a:lnTo>
                  <a:pt x="3094253" y="3599450"/>
                </a:lnTo>
                <a:lnTo>
                  <a:pt x="2997556" y="3599450"/>
                </a:lnTo>
                <a:lnTo>
                  <a:pt x="2900858" y="3599450"/>
                </a:lnTo>
                <a:lnTo>
                  <a:pt x="2804170" y="3599450"/>
                </a:lnTo>
                <a:lnTo>
                  <a:pt x="2707472" y="3599450"/>
                </a:lnTo>
                <a:lnTo>
                  <a:pt x="2610774" y="3599450"/>
                </a:lnTo>
                <a:lnTo>
                  <a:pt x="2514086" y="3599450"/>
                </a:lnTo>
                <a:lnTo>
                  <a:pt x="2417388" y="3599450"/>
                </a:lnTo>
                <a:lnTo>
                  <a:pt x="2320690" y="3599450"/>
                </a:lnTo>
                <a:lnTo>
                  <a:pt x="2223992" y="3599450"/>
                </a:lnTo>
                <a:lnTo>
                  <a:pt x="2127304" y="3599450"/>
                </a:lnTo>
                <a:lnTo>
                  <a:pt x="2030606" y="3599450"/>
                </a:lnTo>
                <a:lnTo>
                  <a:pt x="1933908" y="3599450"/>
                </a:lnTo>
                <a:lnTo>
                  <a:pt x="1837211" y="3599450"/>
                </a:lnTo>
                <a:lnTo>
                  <a:pt x="1740513" y="3599450"/>
                </a:lnTo>
                <a:lnTo>
                  <a:pt x="1643825" y="3599450"/>
                </a:lnTo>
                <a:lnTo>
                  <a:pt x="1547127" y="3599450"/>
                </a:lnTo>
                <a:lnTo>
                  <a:pt x="1450429" y="3599450"/>
                </a:lnTo>
                <a:lnTo>
                  <a:pt x="1353741" y="3599450"/>
                </a:lnTo>
                <a:lnTo>
                  <a:pt x="1257043" y="3599450"/>
                </a:lnTo>
                <a:lnTo>
                  <a:pt x="1160345" y="3599450"/>
                </a:lnTo>
                <a:lnTo>
                  <a:pt x="1063647" y="3599450"/>
                </a:lnTo>
                <a:lnTo>
                  <a:pt x="966959" y="3599450"/>
                </a:lnTo>
                <a:lnTo>
                  <a:pt x="870261" y="3599450"/>
                </a:lnTo>
                <a:lnTo>
                  <a:pt x="773563" y="3599450"/>
                </a:lnTo>
                <a:lnTo>
                  <a:pt x="676866" y="3599450"/>
                </a:lnTo>
                <a:lnTo>
                  <a:pt x="580168" y="3599450"/>
                </a:lnTo>
                <a:lnTo>
                  <a:pt x="483479" y="3599450"/>
                </a:lnTo>
                <a:lnTo>
                  <a:pt x="386782" y="3599450"/>
                </a:lnTo>
                <a:lnTo>
                  <a:pt x="290084" y="3599450"/>
                </a:lnTo>
                <a:lnTo>
                  <a:pt x="193386" y="3599450"/>
                </a:lnTo>
                <a:lnTo>
                  <a:pt x="96698" y="3599450"/>
                </a:lnTo>
                <a:lnTo>
                  <a:pt x="0" y="3599450"/>
                </a:lnTo>
                <a:close/>
              </a:path>
            </a:pathLst>
          </a:custGeom>
          <a:solidFill xmlns:a="http://schemas.openxmlformats.org/drawingml/2006/main">
            <a:srgbClr val="F2F7FD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" name="spectrum-density-curve">
            <a:extLst xmlns:a="http://schemas.openxmlformats.org/drawingml/2006/main">
              <a:ext uri="{FF2B5EF4-FFF2-40B4-BE49-F238E27FC236}">
                <a16:creationId xmlns:a16="http://schemas.microsoft.com/office/drawing/2014/main" id="{0E03F5D3-6120-434C-B738-4A04A02FA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0125" y="1619250"/>
            <a:ext cx="10191750" cy="3201829"/>
          </a:xfrm>
          <a:custGeom xmlns:a="http://schemas.openxmlformats.org/drawingml/2006/main">
            <a:pathLst>
              <a:path w="10191750" h="3201829">
                <a:moveTo>
                  <a:pt x="0" y="3201829"/>
                </a:moveTo>
                <a:lnTo>
                  <a:pt x="47939" y="3184693"/>
                </a:lnTo>
                <a:lnTo>
                  <a:pt x="95879" y="3167558"/>
                </a:lnTo>
                <a:lnTo>
                  <a:pt x="143542" y="3149708"/>
                </a:lnTo>
                <a:lnTo>
                  <a:pt x="191062" y="3131439"/>
                </a:lnTo>
                <a:lnTo>
                  <a:pt x="238468" y="3112884"/>
                </a:lnTo>
                <a:lnTo>
                  <a:pt x="285540" y="3093491"/>
                </a:lnTo>
                <a:lnTo>
                  <a:pt x="332603" y="3074089"/>
                </a:lnTo>
                <a:lnTo>
                  <a:pt x="379247" y="3053705"/>
                </a:lnTo>
                <a:lnTo>
                  <a:pt x="425825" y="3033141"/>
                </a:lnTo>
                <a:lnTo>
                  <a:pt x="472173" y="3012110"/>
                </a:lnTo>
                <a:lnTo>
                  <a:pt x="518217" y="2990402"/>
                </a:lnTo>
                <a:lnTo>
                  <a:pt x="564271" y="2968695"/>
                </a:lnTo>
                <a:lnTo>
                  <a:pt x="609819" y="2945959"/>
                </a:lnTo>
                <a:lnTo>
                  <a:pt x="655339" y="2923175"/>
                </a:lnTo>
                <a:lnTo>
                  <a:pt x="700602" y="2899867"/>
                </a:lnTo>
                <a:lnTo>
                  <a:pt x="745550" y="2875969"/>
                </a:lnTo>
                <a:lnTo>
                  <a:pt x="790499" y="2852080"/>
                </a:lnTo>
                <a:lnTo>
                  <a:pt x="834914" y="2827191"/>
                </a:lnTo>
                <a:lnTo>
                  <a:pt x="879300" y="2802255"/>
                </a:lnTo>
                <a:lnTo>
                  <a:pt x="923439" y="2776909"/>
                </a:lnTo>
                <a:lnTo>
                  <a:pt x="967235" y="2750953"/>
                </a:lnTo>
                <a:lnTo>
                  <a:pt x="1011022" y="2724988"/>
                </a:lnTo>
                <a:lnTo>
                  <a:pt x="1054332" y="2698242"/>
                </a:lnTo>
                <a:lnTo>
                  <a:pt x="1097537" y="2671315"/>
                </a:lnTo>
                <a:lnTo>
                  <a:pt x="1140628" y="2644207"/>
                </a:lnTo>
                <a:lnTo>
                  <a:pt x="1183224" y="2616327"/>
                </a:lnTo>
                <a:lnTo>
                  <a:pt x="1225820" y="2588457"/>
                </a:lnTo>
                <a:lnTo>
                  <a:pt x="1268120" y="2560120"/>
                </a:lnTo>
                <a:lnTo>
                  <a:pt x="1310135" y="2531393"/>
                </a:lnTo>
                <a:lnTo>
                  <a:pt x="1352159" y="2502656"/>
                </a:lnTo>
                <a:lnTo>
                  <a:pt x="1393717" y="2473252"/>
                </a:lnTo>
                <a:lnTo>
                  <a:pt x="1435179" y="2443715"/>
                </a:lnTo>
                <a:lnTo>
                  <a:pt x="1476585" y="2414092"/>
                </a:lnTo>
                <a:lnTo>
                  <a:pt x="1517494" y="2383793"/>
                </a:lnTo>
                <a:lnTo>
                  <a:pt x="1558395" y="2353485"/>
                </a:lnTo>
                <a:lnTo>
                  <a:pt x="1599133" y="2322957"/>
                </a:lnTo>
                <a:lnTo>
                  <a:pt x="1639519" y="2291972"/>
                </a:lnTo>
                <a:lnTo>
                  <a:pt x="1679915" y="2260987"/>
                </a:lnTo>
                <a:lnTo>
                  <a:pt x="1720053" y="2229679"/>
                </a:lnTo>
                <a:lnTo>
                  <a:pt x="1759972" y="2198084"/>
                </a:lnTo>
                <a:lnTo>
                  <a:pt x="1799892" y="2166490"/>
                </a:lnTo>
                <a:lnTo>
                  <a:pt x="1839506" y="2134514"/>
                </a:lnTo>
                <a:lnTo>
                  <a:pt x="1878987" y="2102377"/>
                </a:lnTo>
                <a:lnTo>
                  <a:pt x="1918459" y="2070230"/>
                </a:lnTo>
                <a:lnTo>
                  <a:pt x="1957588" y="2037664"/>
                </a:lnTo>
                <a:lnTo>
                  <a:pt x="1996650" y="2005013"/>
                </a:lnTo>
                <a:lnTo>
                  <a:pt x="2035702" y="1972361"/>
                </a:lnTo>
                <a:lnTo>
                  <a:pt x="2074459" y="1939357"/>
                </a:lnTo>
                <a:lnTo>
                  <a:pt x="2113197" y="1906324"/>
                </a:lnTo>
                <a:lnTo>
                  <a:pt x="2151926" y="1873282"/>
                </a:lnTo>
                <a:lnTo>
                  <a:pt x="2190340" y="1839878"/>
                </a:lnTo>
                <a:lnTo>
                  <a:pt x="2228755" y="1806473"/>
                </a:lnTo>
                <a:lnTo>
                  <a:pt x="2267160" y="1773050"/>
                </a:lnTo>
                <a:lnTo>
                  <a:pt x="2305345" y="1739389"/>
                </a:lnTo>
                <a:lnTo>
                  <a:pt x="2343541" y="1705727"/>
                </a:lnTo>
                <a:lnTo>
                  <a:pt x="2381717" y="1672047"/>
                </a:lnTo>
                <a:lnTo>
                  <a:pt x="2419731" y="1638186"/>
                </a:lnTo>
                <a:lnTo>
                  <a:pt x="2457745" y="1604324"/>
                </a:lnTo>
                <a:lnTo>
                  <a:pt x="2495741" y="1570453"/>
                </a:lnTo>
                <a:lnTo>
                  <a:pt x="2533621" y="1536430"/>
                </a:lnTo>
                <a:lnTo>
                  <a:pt x="2571493" y="1502416"/>
                </a:lnTo>
                <a:lnTo>
                  <a:pt x="2609364" y="1468403"/>
                </a:lnTo>
                <a:lnTo>
                  <a:pt x="2647236" y="1434379"/>
                </a:lnTo>
                <a:lnTo>
                  <a:pt x="2685107" y="1400366"/>
                </a:lnTo>
                <a:lnTo>
                  <a:pt x="2722988" y="1366342"/>
                </a:lnTo>
                <a:lnTo>
                  <a:pt x="2760878" y="1332347"/>
                </a:lnTo>
                <a:lnTo>
                  <a:pt x="2798759" y="1298343"/>
                </a:lnTo>
                <a:lnTo>
                  <a:pt x="2836669" y="1264358"/>
                </a:lnTo>
                <a:lnTo>
                  <a:pt x="2874664" y="1230487"/>
                </a:lnTo>
                <a:lnTo>
                  <a:pt x="2912669" y="1196607"/>
                </a:lnTo>
                <a:lnTo>
                  <a:pt x="2950702" y="1162774"/>
                </a:lnTo>
                <a:lnTo>
                  <a:pt x="2988907" y="1129122"/>
                </a:lnTo>
                <a:lnTo>
                  <a:pt x="3027112" y="1095480"/>
                </a:lnTo>
                <a:lnTo>
                  <a:pt x="3065374" y="1061895"/>
                </a:lnTo>
                <a:lnTo>
                  <a:pt x="3103836" y="1028548"/>
                </a:lnTo>
                <a:lnTo>
                  <a:pt x="3142298" y="995201"/>
                </a:lnTo>
                <a:lnTo>
                  <a:pt x="3180855" y="961958"/>
                </a:lnTo>
                <a:lnTo>
                  <a:pt x="3219688" y="929040"/>
                </a:lnTo>
                <a:lnTo>
                  <a:pt x="3258522" y="896122"/>
                </a:lnTo>
                <a:lnTo>
                  <a:pt x="3297498" y="863375"/>
                </a:lnTo>
                <a:lnTo>
                  <a:pt x="3336769" y="830980"/>
                </a:lnTo>
                <a:lnTo>
                  <a:pt x="3376031" y="798576"/>
                </a:lnTo>
                <a:lnTo>
                  <a:pt x="3415551" y="766486"/>
                </a:lnTo>
                <a:lnTo>
                  <a:pt x="3455356" y="734749"/>
                </a:lnTo>
                <a:lnTo>
                  <a:pt x="3495161" y="703012"/>
                </a:lnTo>
                <a:lnTo>
                  <a:pt x="3535347" y="671770"/>
                </a:lnTo>
                <a:lnTo>
                  <a:pt x="3575780" y="640832"/>
                </a:lnTo>
                <a:lnTo>
                  <a:pt x="3616204" y="609895"/>
                </a:lnTo>
                <a:lnTo>
                  <a:pt x="3657209" y="579730"/>
                </a:lnTo>
                <a:lnTo>
                  <a:pt x="3698348" y="549735"/>
                </a:lnTo>
                <a:lnTo>
                  <a:pt x="3739534" y="519808"/>
                </a:lnTo>
                <a:lnTo>
                  <a:pt x="3781473" y="490957"/>
                </a:lnTo>
                <a:lnTo>
                  <a:pt x="3823411" y="462105"/>
                </a:lnTo>
                <a:lnTo>
                  <a:pt x="3865664" y="433721"/>
                </a:lnTo>
                <a:lnTo>
                  <a:pt x="3908479" y="406175"/>
                </a:lnTo>
                <a:lnTo>
                  <a:pt x="3951294" y="378628"/>
                </a:lnTo>
                <a:lnTo>
                  <a:pt x="3994766" y="352158"/>
                </a:lnTo>
                <a:lnTo>
                  <a:pt x="4038505" y="326107"/>
                </a:lnTo>
                <a:lnTo>
                  <a:pt x="4082377" y="300295"/>
                </a:lnTo>
                <a:lnTo>
                  <a:pt x="4127125" y="276015"/>
                </a:lnTo>
                <a:lnTo>
                  <a:pt x="4171874" y="251746"/>
                </a:lnTo>
                <a:lnTo>
                  <a:pt x="4217222" y="228629"/>
                </a:lnTo>
                <a:lnTo>
                  <a:pt x="4262980" y="206312"/>
                </a:lnTo>
                <a:lnTo>
                  <a:pt x="4308853" y="184271"/>
                </a:lnTo>
                <a:lnTo>
                  <a:pt x="4355640" y="164201"/>
                </a:lnTo>
                <a:lnTo>
                  <a:pt x="4402426" y="144132"/>
                </a:lnTo>
                <a:lnTo>
                  <a:pt x="4449909" y="125816"/>
                </a:lnTo>
                <a:lnTo>
                  <a:pt x="4497695" y="108252"/>
                </a:lnTo>
                <a:lnTo>
                  <a:pt x="4545778" y="91602"/>
                </a:lnTo>
                <a:lnTo>
                  <a:pt x="4594489" y="76800"/>
                </a:lnTo>
                <a:lnTo>
                  <a:pt x="4643209" y="62017"/>
                </a:lnTo>
                <a:lnTo>
                  <a:pt x="4692720" y="50197"/>
                </a:lnTo>
                <a:lnTo>
                  <a:pt x="4742231" y="38367"/>
                </a:lnTo>
                <a:lnTo>
                  <a:pt x="4792228" y="28861"/>
                </a:lnTo>
                <a:lnTo>
                  <a:pt x="4842405" y="20250"/>
                </a:lnTo>
                <a:lnTo>
                  <a:pt x="4892792" y="13202"/>
                </a:lnTo>
                <a:lnTo>
                  <a:pt x="4943427" y="7963"/>
                </a:lnTo>
                <a:lnTo>
                  <a:pt x="4994119" y="3505"/>
                </a:lnTo>
                <a:lnTo>
                  <a:pt x="5044992" y="1753"/>
                </a:lnTo>
                <a:lnTo>
                  <a:pt x="5095875" y="0"/>
                </a:lnTo>
                <a:lnTo>
                  <a:pt x="5146748" y="1753"/>
                </a:lnTo>
                <a:lnTo>
                  <a:pt x="5197631" y="3505"/>
                </a:lnTo>
                <a:lnTo>
                  <a:pt x="5248323" y="7963"/>
                </a:lnTo>
                <a:lnTo>
                  <a:pt x="5298958" y="13202"/>
                </a:lnTo>
                <a:lnTo>
                  <a:pt x="5349345" y="20250"/>
                </a:lnTo>
                <a:lnTo>
                  <a:pt x="5399522" y="28861"/>
                </a:lnTo>
                <a:lnTo>
                  <a:pt x="5449510" y="38367"/>
                </a:lnTo>
                <a:lnTo>
                  <a:pt x="5499030" y="50197"/>
                </a:lnTo>
                <a:lnTo>
                  <a:pt x="5548541" y="62017"/>
                </a:lnTo>
                <a:lnTo>
                  <a:pt x="5597261" y="76800"/>
                </a:lnTo>
                <a:lnTo>
                  <a:pt x="5645963" y="91602"/>
                </a:lnTo>
                <a:lnTo>
                  <a:pt x="5694055" y="108252"/>
                </a:lnTo>
                <a:lnTo>
                  <a:pt x="5741841" y="125816"/>
                </a:lnTo>
                <a:lnTo>
                  <a:pt x="5789324" y="144132"/>
                </a:lnTo>
                <a:lnTo>
                  <a:pt x="5836110" y="164201"/>
                </a:lnTo>
                <a:lnTo>
                  <a:pt x="5882897" y="184261"/>
                </a:lnTo>
                <a:lnTo>
                  <a:pt x="5928770" y="206312"/>
                </a:lnTo>
                <a:lnTo>
                  <a:pt x="5974528" y="228629"/>
                </a:lnTo>
                <a:lnTo>
                  <a:pt x="6019876" y="251746"/>
                </a:lnTo>
                <a:lnTo>
                  <a:pt x="6064625" y="276015"/>
                </a:lnTo>
                <a:lnTo>
                  <a:pt x="6109373" y="300295"/>
                </a:lnTo>
                <a:lnTo>
                  <a:pt x="6153236" y="326107"/>
                </a:lnTo>
                <a:lnTo>
                  <a:pt x="6196984" y="352158"/>
                </a:lnTo>
                <a:lnTo>
                  <a:pt x="6240456" y="378628"/>
                </a:lnTo>
                <a:lnTo>
                  <a:pt x="6283271" y="406175"/>
                </a:lnTo>
                <a:lnTo>
                  <a:pt x="6326076" y="433721"/>
                </a:lnTo>
                <a:lnTo>
                  <a:pt x="6368339" y="462096"/>
                </a:lnTo>
                <a:lnTo>
                  <a:pt x="6410277" y="490957"/>
                </a:lnTo>
                <a:lnTo>
                  <a:pt x="6452216" y="519808"/>
                </a:lnTo>
                <a:lnTo>
                  <a:pt x="6493402" y="549735"/>
                </a:lnTo>
                <a:lnTo>
                  <a:pt x="6534531" y="579730"/>
                </a:lnTo>
                <a:lnTo>
                  <a:pt x="6575536" y="609895"/>
                </a:lnTo>
                <a:lnTo>
                  <a:pt x="6615970" y="640832"/>
                </a:lnTo>
                <a:lnTo>
                  <a:pt x="6656403" y="671770"/>
                </a:lnTo>
                <a:lnTo>
                  <a:pt x="6696589" y="703012"/>
                </a:lnTo>
                <a:lnTo>
                  <a:pt x="6736394" y="734749"/>
                </a:lnTo>
                <a:lnTo>
                  <a:pt x="6776199" y="766486"/>
                </a:lnTo>
                <a:lnTo>
                  <a:pt x="6815709" y="798576"/>
                </a:lnTo>
                <a:lnTo>
                  <a:pt x="6854981" y="830980"/>
                </a:lnTo>
                <a:lnTo>
                  <a:pt x="6894252" y="863375"/>
                </a:lnTo>
                <a:lnTo>
                  <a:pt x="6933228" y="896112"/>
                </a:lnTo>
                <a:lnTo>
                  <a:pt x="6972062" y="929040"/>
                </a:lnTo>
                <a:lnTo>
                  <a:pt x="7010895" y="961958"/>
                </a:lnTo>
                <a:lnTo>
                  <a:pt x="7049453" y="995191"/>
                </a:lnTo>
                <a:lnTo>
                  <a:pt x="7087914" y="1028548"/>
                </a:lnTo>
                <a:lnTo>
                  <a:pt x="7126376" y="1061895"/>
                </a:lnTo>
                <a:lnTo>
                  <a:pt x="7164629" y="1095480"/>
                </a:lnTo>
                <a:lnTo>
                  <a:pt x="7202843" y="1129122"/>
                </a:lnTo>
                <a:lnTo>
                  <a:pt x="7241048" y="1162764"/>
                </a:lnTo>
                <a:lnTo>
                  <a:pt x="7279081" y="1196607"/>
                </a:lnTo>
                <a:lnTo>
                  <a:pt x="7317076" y="1230487"/>
                </a:lnTo>
                <a:lnTo>
                  <a:pt x="7355081" y="1264358"/>
                </a:lnTo>
                <a:lnTo>
                  <a:pt x="7392981" y="1298343"/>
                </a:lnTo>
                <a:lnTo>
                  <a:pt x="7430872" y="1332347"/>
                </a:lnTo>
                <a:lnTo>
                  <a:pt x="7468762" y="1366342"/>
                </a:lnTo>
                <a:lnTo>
                  <a:pt x="7506633" y="1400366"/>
                </a:lnTo>
                <a:lnTo>
                  <a:pt x="7544514" y="1434379"/>
                </a:lnTo>
                <a:lnTo>
                  <a:pt x="7582386" y="1468403"/>
                </a:lnTo>
                <a:lnTo>
                  <a:pt x="7620257" y="1502416"/>
                </a:lnTo>
                <a:lnTo>
                  <a:pt x="7658129" y="1536430"/>
                </a:lnTo>
                <a:lnTo>
                  <a:pt x="7696010" y="1570453"/>
                </a:lnTo>
                <a:lnTo>
                  <a:pt x="7734005" y="1604324"/>
                </a:lnTo>
                <a:lnTo>
                  <a:pt x="7772019" y="1638186"/>
                </a:lnTo>
                <a:lnTo>
                  <a:pt x="7810033" y="1672047"/>
                </a:lnTo>
                <a:lnTo>
                  <a:pt x="7848209" y="1705727"/>
                </a:lnTo>
                <a:lnTo>
                  <a:pt x="7886405" y="1739389"/>
                </a:lnTo>
                <a:lnTo>
                  <a:pt x="7924590" y="1773050"/>
                </a:lnTo>
                <a:lnTo>
                  <a:pt x="7962995" y="1806473"/>
                </a:lnTo>
                <a:lnTo>
                  <a:pt x="8001410" y="1839878"/>
                </a:lnTo>
                <a:lnTo>
                  <a:pt x="8039824" y="1873282"/>
                </a:lnTo>
                <a:lnTo>
                  <a:pt x="8078553" y="1906324"/>
                </a:lnTo>
                <a:lnTo>
                  <a:pt x="8117291" y="1939357"/>
                </a:lnTo>
                <a:lnTo>
                  <a:pt x="8156048" y="1972361"/>
                </a:lnTo>
                <a:lnTo>
                  <a:pt x="8195100" y="2005013"/>
                </a:lnTo>
                <a:lnTo>
                  <a:pt x="8234162" y="2037664"/>
                </a:lnTo>
                <a:lnTo>
                  <a:pt x="8273291" y="2070230"/>
                </a:lnTo>
                <a:lnTo>
                  <a:pt x="8312763" y="2102368"/>
                </a:lnTo>
                <a:lnTo>
                  <a:pt x="8352244" y="2134514"/>
                </a:lnTo>
                <a:lnTo>
                  <a:pt x="8391858" y="2166490"/>
                </a:lnTo>
                <a:lnTo>
                  <a:pt x="8431778" y="2198084"/>
                </a:lnTo>
                <a:lnTo>
                  <a:pt x="8471697" y="2229679"/>
                </a:lnTo>
                <a:lnTo>
                  <a:pt x="8511835" y="2260987"/>
                </a:lnTo>
                <a:lnTo>
                  <a:pt x="8552221" y="2291972"/>
                </a:lnTo>
                <a:lnTo>
                  <a:pt x="8592617" y="2322957"/>
                </a:lnTo>
                <a:lnTo>
                  <a:pt x="8633355" y="2353485"/>
                </a:lnTo>
                <a:lnTo>
                  <a:pt x="8674256" y="2383793"/>
                </a:lnTo>
                <a:lnTo>
                  <a:pt x="8715165" y="2414092"/>
                </a:lnTo>
                <a:lnTo>
                  <a:pt x="8756571" y="2443705"/>
                </a:lnTo>
                <a:lnTo>
                  <a:pt x="8798033" y="2473242"/>
                </a:lnTo>
                <a:lnTo>
                  <a:pt x="8839581" y="2502656"/>
                </a:lnTo>
                <a:lnTo>
                  <a:pt x="8881605" y="2531393"/>
                </a:lnTo>
                <a:lnTo>
                  <a:pt x="8923630" y="2560120"/>
                </a:lnTo>
                <a:lnTo>
                  <a:pt x="8965921" y="2588457"/>
                </a:lnTo>
                <a:lnTo>
                  <a:pt x="9008526" y="2616327"/>
                </a:lnTo>
                <a:lnTo>
                  <a:pt x="9051122" y="2644207"/>
                </a:lnTo>
                <a:lnTo>
                  <a:pt x="9094213" y="2671315"/>
                </a:lnTo>
                <a:lnTo>
                  <a:pt x="9137418" y="2698232"/>
                </a:lnTo>
                <a:lnTo>
                  <a:pt x="9180728" y="2724988"/>
                </a:lnTo>
                <a:lnTo>
                  <a:pt x="9224515" y="2750944"/>
                </a:lnTo>
                <a:lnTo>
                  <a:pt x="9268311" y="2776909"/>
                </a:lnTo>
                <a:lnTo>
                  <a:pt x="9312450" y="2802255"/>
                </a:lnTo>
                <a:lnTo>
                  <a:pt x="9356836" y="2827191"/>
                </a:lnTo>
                <a:lnTo>
                  <a:pt x="9401242" y="2852080"/>
                </a:lnTo>
                <a:lnTo>
                  <a:pt x="9446200" y="2875969"/>
                </a:lnTo>
                <a:lnTo>
                  <a:pt x="9491148" y="2899867"/>
                </a:lnTo>
                <a:lnTo>
                  <a:pt x="9536411" y="2923175"/>
                </a:lnTo>
                <a:lnTo>
                  <a:pt x="9581931" y="2945959"/>
                </a:lnTo>
                <a:lnTo>
                  <a:pt x="9627479" y="2968695"/>
                </a:lnTo>
                <a:lnTo>
                  <a:pt x="9673523" y="2990402"/>
                </a:lnTo>
                <a:lnTo>
                  <a:pt x="9719577" y="3012110"/>
                </a:lnTo>
                <a:lnTo>
                  <a:pt x="9765925" y="3033141"/>
                </a:lnTo>
                <a:lnTo>
                  <a:pt x="9812503" y="3053705"/>
                </a:lnTo>
                <a:lnTo>
                  <a:pt x="9859147" y="3074089"/>
                </a:lnTo>
                <a:lnTo>
                  <a:pt x="9906210" y="3093491"/>
                </a:lnTo>
                <a:lnTo>
                  <a:pt x="9953282" y="3112884"/>
                </a:lnTo>
                <a:lnTo>
                  <a:pt x="10000688" y="3131439"/>
                </a:lnTo>
                <a:lnTo>
                  <a:pt x="10048199" y="3149708"/>
                </a:lnTo>
                <a:lnTo>
                  <a:pt x="10095871" y="3167558"/>
                </a:lnTo>
                <a:lnTo>
                  <a:pt x="10143811" y="3184693"/>
                </a:lnTo>
                <a:lnTo>
                  <a:pt x="10191750" y="3201829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5DCF4"/>
            </a:solidFill>
            <a:prstDash val="solid"/>
          </a:ln>
        </p:spPr>
      </p:sp>
      <p:sp>
        <p:nvSpPr>
          <p:cNvPr id="3" name="spectrum-underlay-0">
            <a:extLst xmlns:a="http://schemas.openxmlformats.org/drawingml/2006/main">
              <a:ext uri="{FF2B5EF4-FFF2-40B4-BE49-F238E27FC236}">
                <a16:creationId xmlns:a16="http://schemas.microsoft.com/office/drawing/2014/main" id="{C626DD6A-D431-475A-B886-836F62C35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76325" y="3000375"/>
            <a:ext cx="2366963" cy="1971675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DFEA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pectrum-card-0">
            <a:extLst xmlns:a="http://schemas.openxmlformats.org/drawingml/2006/main">
              <a:ext uri="{FF2B5EF4-FFF2-40B4-BE49-F238E27FC236}">
                <a16:creationId xmlns:a16="http://schemas.microsoft.com/office/drawing/2014/main" id="{BA2B4EEA-41C8-406C-B1AD-C8113A56D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76325" y="2933700"/>
            <a:ext cx="2366963" cy="1971675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5F8FC"/>
          </a:solidFill>
          <a:ln xmlns:a="http://schemas.openxmlformats.org/drawingml/2006/main" w="9525">
            <a:solidFill>
              <a:srgbClr val="CFDDE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5" name="spectrum-underlay-1">
            <a:extLst xmlns:a="http://schemas.openxmlformats.org/drawingml/2006/main">
              <a:ext uri="{FF2B5EF4-FFF2-40B4-BE49-F238E27FC236}">
                <a16:creationId xmlns:a16="http://schemas.microsoft.com/office/drawing/2014/main" id="{5A58902D-6956-4767-B699-DCE5127A2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33788" y="2619375"/>
            <a:ext cx="2366963" cy="2352675"/>
          </a:xfrm>
          <a:prstGeom xmlns:a="http://schemas.openxmlformats.org/drawingml/2006/main" prst="roundRect">
            <a:avLst>
              <a:gd name="adj" fmla="val 7287"/>
            </a:avLst>
          </a:prstGeom>
          <a:solidFill xmlns:a="http://schemas.openxmlformats.org/drawingml/2006/main">
            <a:srgbClr val="9FC2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spectrum-card-1">
            <a:extLst xmlns:a="http://schemas.openxmlformats.org/drawingml/2006/main">
              <a:ext uri="{FF2B5EF4-FFF2-40B4-BE49-F238E27FC236}">
                <a16:creationId xmlns:a16="http://schemas.microsoft.com/office/drawing/2014/main" id="{4F93AE9E-6D5C-4666-8B06-E187E5365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33788" y="2552700"/>
            <a:ext cx="2366963" cy="2352675"/>
          </a:xfrm>
          <a:prstGeom xmlns:a="http://schemas.openxmlformats.org/drawingml/2006/main" prst="roundRect">
            <a:avLst>
              <a:gd name="adj" fmla="val 7287"/>
            </a:avLst>
          </a:pr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2F5EA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7" name="spectrum-underlay-2">
            <a:extLst xmlns:a="http://schemas.openxmlformats.org/drawingml/2006/main">
              <a:ext uri="{FF2B5EF4-FFF2-40B4-BE49-F238E27FC236}">
                <a16:creationId xmlns:a16="http://schemas.microsoft.com/office/drawing/2014/main" id="{5067A77C-CCE5-491E-A1E8-510BDD9F2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191250" y="3000375"/>
            <a:ext cx="2366963" cy="1971675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DFEA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spectrum-card-2">
            <a:extLst xmlns:a="http://schemas.openxmlformats.org/drawingml/2006/main">
              <a:ext uri="{FF2B5EF4-FFF2-40B4-BE49-F238E27FC236}">
                <a16:creationId xmlns:a16="http://schemas.microsoft.com/office/drawing/2014/main" id="{C035703C-D853-434B-8613-10ED01F19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191250" y="2933700"/>
            <a:ext cx="2366963" cy="1971675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5F8FC"/>
          </a:solidFill>
          <a:ln xmlns:a="http://schemas.openxmlformats.org/drawingml/2006/main" w="9525">
            <a:solidFill>
              <a:srgbClr val="CFDDE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9" name="spectrum-underlay-3">
            <a:extLst xmlns:a="http://schemas.openxmlformats.org/drawingml/2006/main">
              <a:ext uri="{FF2B5EF4-FFF2-40B4-BE49-F238E27FC236}">
                <a16:creationId xmlns:a16="http://schemas.microsoft.com/office/drawing/2014/main" id="{16824C26-73AC-4C59-81D4-80631CBC4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748713" y="3000375"/>
            <a:ext cx="2366963" cy="1971675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DFEA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spectrum-card-3">
            <a:extLst xmlns:a="http://schemas.openxmlformats.org/drawingml/2006/main">
              <a:ext uri="{FF2B5EF4-FFF2-40B4-BE49-F238E27FC236}">
                <a16:creationId xmlns:a16="http://schemas.microsoft.com/office/drawing/2014/main" id="{F6417434-A1C6-4DA7-B806-24DABDD0F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748713" y="2933700"/>
            <a:ext cx="2366963" cy="1971675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5F8FC"/>
          </a:solidFill>
          <a:ln xmlns:a="http://schemas.openxmlformats.org/drawingml/2006/main" w="9525">
            <a:solidFill>
              <a:srgbClr val="CFDDE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1" name="spectrum-axis">
            <a:extLst xmlns:a="http://schemas.openxmlformats.org/drawingml/2006/main">
              <a:ext uri="{FF2B5EF4-FFF2-40B4-BE49-F238E27FC236}">
                <a16:creationId xmlns:a16="http://schemas.microsoft.com/office/drawing/2014/main" id="{6B8EF5FD-A859-4B94-A207-CDB9FD5F3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71575" y="5381625"/>
            <a:ext cx="98107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FB3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spectrum-axis-arrow">
            <a:extLst xmlns:a="http://schemas.openxmlformats.org/drawingml/2006/main">
              <a:ext uri="{FF2B5EF4-FFF2-40B4-BE49-F238E27FC236}">
                <a16:creationId xmlns:a16="http://schemas.microsoft.com/office/drawing/2014/main" id="{58D26DF8-653E-467D-ABF1-3D39153C9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987088" y="5329238"/>
            <a:ext cx="138113" cy="133350"/>
          </a:xfrm>
          <a:custGeom xmlns:a="http://schemas.openxmlformats.org/drawingml/2006/main">
            <a:pathLst>
              <a:path w="138113" h="133350">
                <a:moveTo>
                  <a:pt x="0" y="0"/>
                </a:moveTo>
                <a:lnTo>
                  <a:pt x="8630" y="4172"/>
                </a:lnTo>
                <a:lnTo>
                  <a:pt x="17269" y="8334"/>
                </a:lnTo>
                <a:lnTo>
                  <a:pt x="25898" y="12506"/>
                </a:lnTo>
                <a:lnTo>
                  <a:pt x="34528" y="16669"/>
                </a:lnTo>
                <a:lnTo>
                  <a:pt x="43158" y="20841"/>
                </a:lnTo>
                <a:lnTo>
                  <a:pt x="51797" y="25003"/>
                </a:lnTo>
                <a:lnTo>
                  <a:pt x="60427" y="29175"/>
                </a:lnTo>
                <a:lnTo>
                  <a:pt x="69056" y="33338"/>
                </a:lnTo>
                <a:lnTo>
                  <a:pt x="77686" y="37509"/>
                </a:lnTo>
                <a:lnTo>
                  <a:pt x="86325" y="41672"/>
                </a:lnTo>
                <a:lnTo>
                  <a:pt x="94955" y="45844"/>
                </a:lnTo>
                <a:lnTo>
                  <a:pt x="103584" y="50006"/>
                </a:lnTo>
                <a:lnTo>
                  <a:pt x="112214" y="54178"/>
                </a:lnTo>
                <a:lnTo>
                  <a:pt x="120853" y="58341"/>
                </a:lnTo>
                <a:lnTo>
                  <a:pt x="129483" y="62513"/>
                </a:lnTo>
                <a:lnTo>
                  <a:pt x="138113" y="66675"/>
                </a:lnTo>
                <a:lnTo>
                  <a:pt x="129483" y="70847"/>
                </a:lnTo>
                <a:lnTo>
                  <a:pt x="120853" y="75009"/>
                </a:lnTo>
                <a:lnTo>
                  <a:pt x="112214" y="79172"/>
                </a:lnTo>
                <a:lnTo>
                  <a:pt x="103584" y="83344"/>
                </a:lnTo>
                <a:lnTo>
                  <a:pt x="94955" y="87516"/>
                </a:lnTo>
                <a:lnTo>
                  <a:pt x="86325" y="91678"/>
                </a:lnTo>
                <a:lnTo>
                  <a:pt x="77686" y="95841"/>
                </a:lnTo>
                <a:lnTo>
                  <a:pt x="69056" y="100013"/>
                </a:lnTo>
                <a:lnTo>
                  <a:pt x="60427" y="104184"/>
                </a:lnTo>
                <a:lnTo>
                  <a:pt x="51797" y="108347"/>
                </a:lnTo>
                <a:lnTo>
                  <a:pt x="43158" y="112519"/>
                </a:lnTo>
                <a:lnTo>
                  <a:pt x="34528" y="116681"/>
                </a:lnTo>
                <a:lnTo>
                  <a:pt x="25898" y="120853"/>
                </a:lnTo>
                <a:lnTo>
                  <a:pt x="17269" y="125016"/>
                </a:lnTo>
                <a:lnTo>
                  <a:pt x="8630" y="129188"/>
                </a:ln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8FB3DF"/>
            </a:solidFill>
            <a:prstDash val="solid"/>
          </a:ln>
        </p:spPr>
      </p:sp>
      <p:sp>
        <p:nvSpPr>
          <p:cNvPr id="13" name="spectrum-axis-low">
            <a:extLst xmlns:a="http://schemas.openxmlformats.org/drawingml/2006/main">
              <a:ext uri="{FF2B5EF4-FFF2-40B4-BE49-F238E27FC236}">
                <a16:creationId xmlns:a16="http://schemas.microsoft.com/office/drawing/2014/main" id="{DCE8CB22-4B8B-493D-9C14-0B0905064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57275" y="55816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1500" b="0" i="0">
                <a:solidFill>
                  <a:srgbClr val="6F7D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F7D91"/>
                </a:solidFill>
                <a:latin typeface="Microsoft YaHei"/>
                <a:ea typeface="Microsoft YaHei"/>
                <a:cs typeface="Microsoft YaHei"/>
              </a:rPr>
              <a:t>低</a:t>
            </a:r>
          </a:p>
        </p:txBody>
      </p:sp>
      <p:sp>
        <p:nvSpPr>
          <p:cNvPr id="14" name="spectrum-axis-label">
            <a:extLst xmlns:a="http://schemas.openxmlformats.org/drawingml/2006/main">
              <a:ext uri="{FF2B5EF4-FFF2-40B4-BE49-F238E27FC236}">
                <a16:creationId xmlns:a16="http://schemas.microsoft.com/office/drawing/2014/main" id="{7A301F02-8C4E-490E-B2F4-94EC7BEEA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62500" y="558165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4052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405269"/>
                </a:solidFill>
                <a:latin typeface="Microsoft YaHei"/>
                <a:ea typeface="Microsoft YaHei"/>
                <a:cs typeface="Microsoft YaHei"/>
              </a:rPr>
              <a:t>对视觉复杂度与美观度的需求</a:t>
            </a:r>
          </a:p>
        </p:txBody>
      </p:sp>
      <p:sp>
        <p:nvSpPr>
          <p:cNvPr id="15" name="spectrum-axis-high">
            <a:extLst xmlns:a="http://schemas.openxmlformats.org/drawingml/2006/main">
              <a:ext uri="{FF2B5EF4-FFF2-40B4-BE49-F238E27FC236}">
                <a16:creationId xmlns:a16="http://schemas.microsoft.com/office/drawing/2014/main" id="{A842E004-18E7-4B37-98A5-EDE54512D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05975" y="55816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40000"/>
              </a:lnSpc>
              <a:buNone/>
              <a:defRPr sz="1500" b="0" i="0">
                <a:solidFill>
                  <a:srgbClr val="6F7D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F7D91"/>
                </a:solidFill>
                <a:latin typeface="Microsoft YaHei"/>
                <a:ea typeface="Microsoft YaHei"/>
                <a:cs typeface="Microsoft YaHei"/>
              </a:rPr>
              <a:t>高</a:t>
            </a:r>
          </a:p>
        </p:txBody>
      </p:sp>
      <p:sp>
        <p:nvSpPr>
          <p:cNvPr id="16" name="spectrum-order-0">
            <a:extLst xmlns:a="http://schemas.openxmlformats.org/drawingml/2006/main">
              <a:ext uri="{FF2B5EF4-FFF2-40B4-BE49-F238E27FC236}">
                <a16:creationId xmlns:a16="http://schemas.microsoft.com/office/drawing/2014/main" id="{6D7A4D1E-50E1-4624-A1E3-373819443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266825" y="3095625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 i="0">
                <a:solidFill>
                  <a:srgbClr val="9AB1C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9AB1CA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17" name="spectrum-title-0">
            <a:extLst xmlns:a="http://schemas.openxmlformats.org/drawingml/2006/main">
              <a:ext uri="{FF2B5EF4-FFF2-40B4-BE49-F238E27FC236}">
                <a16:creationId xmlns:a16="http://schemas.microsoft.com/office/drawing/2014/main" id="{3C1E1832-4CC8-43A9-859F-3132FF168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266825" y="3541519"/>
            <a:ext cx="1985963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rPr>
              <a:t>低要求端</a:t>
            </a:r>
          </a:p>
        </p:txBody>
      </p:sp>
      <p:sp>
        <p:nvSpPr>
          <p:cNvPr id="18" name="spectrum-body-0">
            <a:extLst xmlns:a="http://schemas.openxmlformats.org/drawingml/2006/main">
              <a:ext uri="{FF2B5EF4-FFF2-40B4-BE49-F238E27FC236}">
                <a16:creationId xmlns:a16="http://schemas.microsoft.com/office/drawing/2014/main" id="{380059D9-4765-44BE-A7A3-945353D2D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266825" y="3970144"/>
            <a:ext cx="1985963" cy="51792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6000"/>
              </a:lnSpc>
              <a:buNone/>
              <a:defRPr sz="1500" b="0" i="0">
                <a:solidFill>
                  <a:srgbClr val="52617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526174"/>
                </a:solidFill>
                <a:latin typeface="Microsoft YaHei"/>
                <a:ea typeface="Microsoft YaHei"/>
                <a:cs typeface="Microsoft YaHei"/>
              </a:rPr>
              <a:t>不重视版式，直接堆放</a:t>
            </a:r>
          </a:p>
          <a:p xmlns:a="http://schemas.openxmlformats.org/drawingml/2006/main">
            <a:pPr algn="ctr">
              <a:lnSpc>
                <a:spcPct val="136000"/>
              </a:lnSpc>
              <a:buNone/>
              <a:defRPr sz="1500" b="0" i="0">
                <a:solidFill>
                  <a:srgbClr val="52617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526174"/>
                </a:solidFill>
                <a:latin typeface="Microsoft YaHei"/>
                <a:ea typeface="Microsoft YaHei"/>
                <a:cs typeface="Microsoft YaHei"/>
              </a:rPr>
              <a:t>文字也能接受</a:t>
            </a:r>
          </a:p>
        </p:txBody>
      </p:sp>
      <p:sp>
        <p:nvSpPr>
          <p:cNvPr id="19" name="spectrum-order-1">
            <a:extLst xmlns:a="http://schemas.openxmlformats.org/drawingml/2006/main">
              <a:ext uri="{FF2B5EF4-FFF2-40B4-BE49-F238E27FC236}">
                <a16:creationId xmlns:a16="http://schemas.microsoft.com/office/drawing/2014/main" id="{5625E979-5485-4A24-AC5A-0A68E942C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24288" y="2714625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 i="0">
                <a:solidFill>
                  <a:srgbClr val="B9D5F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B9D5F6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20" name="spectrum-title-1">
            <a:extLst xmlns:a="http://schemas.openxmlformats.org/drawingml/2006/main">
              <a:ext uri="{FF2B5EF4-FFF2-40B4-BE49-F238E27FC236}">
                <a16:creationId xmlns:a16="http://schemas.microsoft.com/office/drawing/2014/main" id="{49B9EC7D-45A4-49E8-8ABA-96D3F2BF8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24288" y="3398644"/>
            <a:ext cx="1985963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工作型需求</a:t>
            </a:r>
          </a:p>
        </p:txBody>
      </p:sp>
      <p:sp>
        <p:nvSpPr>
          <p:cNvPr id="21" name="spectrum-body-1">
            <a:extLst xmlns:a="http://schemas.openxmlformats.org/drawingml/2006/main">
              <a:ext uri="{FF2B5EF4-FFF2-40B4-BE49-F238E27FC236}">
                <a16:creationId xmlns:a16="http://schemas.microsoft.com/office/drawing/2014/main" id="{33B68788-7DE6-4AFE-AD81-C61500A9F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24288" y="3827269"/>
            <a:ext cx="1985963" cy="51792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6000"/>
              </a:lnSpc>
              <a:buNone/>
              <a:def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结构清楚、视觉规范、</a:t>
            </a:r>
          </a:p>
          <a:p xmlns:a="http://schemas.openxmlformats.org/drawingml/2006/main">
            <a:pPr algn="ctr">
              <a:lnSpc>
                <a:spcPct val="136000"/>
              </a:lnSpc>
              <a:buNone/>
              <a:def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稳定可靠且可修改</a:t>
            </a:r>
          </a:p>
        </p:txBody>
      </p:sp>
      <p:sp>
        <p:nvSpPr>
          <p:cNvPr id="22" name="spectrum-order-2">
            <a:extLst xmlns:a="http://schemas.openxmlformats.org/drawingml/2006/main">
              <a:ext uri="{FF2B5EF4-FFF2-40B4-BE49-F238E27FC236}">
                <a16:creationId xmlns:a16="http://schemas.microsoft.com/office/drawing/2014/main" id="{1F030D5A-0B36-45A5-975D-C021D8CA9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81750" y="3095625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 i="0">
                <a:solidFill>
                  <a:srgbClr val="9AB1C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9AB1CA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23" name="spectrum-title-2">
            <a:extLst xmlns:a="http://schemas.openxmlformats.org/drawingml/2006/main">
              <a:ext uri="{FF2B5EF4-FFF2-40B4-BE49-F238E27FC236}">
                <a16:creationId xmlns:a16="http://schemas.microsoft.com/office/drawing/2014/main" id="{F54C6AAD-DB5D-48D9-B026-9A2DF6B78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81750" y="3541519"/>
            <a:ext cx="1985963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rPr>
              <a:t>高定制端</a:t>
            </a:r>
          </a:p>
        </p:txBody>
      </p:sp>
      <p:sp>
        <p:nvSpPr>
          <p:cNvPr id="24" name="spectrum-body-2">
            <a:extLst xmlns:a="http://schemas.openxmlformats.org/drawingml/2006/main">
              <a:ext uri="{FF2B5EF4-FFF2-40B4-BE49-F238E27FC236}">
                <a16:creationId xmlns:a16="http://schemas.microsoft.com/office/drawing/2014/main" id="{DF2F715B-B6E7-4098-8A54-B31E067C9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81750" y="3970144"/>
            <a:ext cx="1985963" cy="51792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6000"/>
              </a:lnSpc>
              <a:buNone/>
              <a:defRPr sz="1500" b="0" i="0">
                <a:solidFill>
                  <a:srgbClr val="52617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526174"/>
                </a:solidFill>
                <a:latin typeface="Microsoft YaHei"/>
                <a:ea typeface="Microsoft YaHei"/>
                <a:cs typeface="Microsoft YaHei"/>
              </a:rPr>
              <a:t>发布会、路演和比赛需</a:t>
            </a:r>
          </a:p>
          <a:p xmlns:a="http://schemas.openxmlformats.org/drawingml/2006/main">
            <a:pPr algn="ctr">
              <a:lnSpc>
                <a:spcPct val="136000"/>
              </a:lnSpc>
              <a:buNone/>
              <a:defRPr sz="1500" b="0" i="0">
                <a:solidFill>
                  <a:srgbClr val="52617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526174"/>
                </a:solidFill>
                <a:latin typeface="Microsoft YaHei"/>
                <a:ea typeface="Microsoft YaHei"/>
                <a:cs typeface="Microsoft YaHei"/>
              </a:rPr>
              <a:t>要高度视觉创意</a:t>
            </a:r>
          </a:p>
        </p:txBody>
      </p:sp>
      <p:sp>
        <p:nvSpPr>
          <p:cNvPr id="25" name="spectrum-order-3">
            <a:extLst xmlns:a="http://schemas.openxmlformats.org/drawingml/2006/main">
              <a:ext uri="{FF2B5EF4-FFF2-40B4-BE49-F238E27FC236}">
                <a16:creationId xmlns:a16="http://schemas.microsoft.com/office/drawing/2014/main" id="{AB7D3B9A-39E5-4C19-B5BD-50D2D3680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39213" y="3095625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 i="0">
                <a:solidFill>
                  <a:srgbClr val="9AB1C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9AB1CA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6" name="spectrum-title-3">
            <a:extLst xmlns:a="http://schemas.openxmlformats.org/drawingml/2006/main">
              <a:ext uri="{FF2B5EF4-FFF2-40B4-BE49-F238E27FC236}">
                <a16:creationId xmlns:a16="http://schemas.microsoft.com/office/drawing/2014/main" id="{CACF14D9-7402-4919-844C-E7B8D3349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39213" y="3541519"/>
            <a:ext cx="1985963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rPr>
              <a:t>专业表达</a:t>
            </a:r>
          </a:p>
        </p:txBody>
      </p:sp>
      <p:sp>
        <p:nvSpPr>
          <p:cNvPr id="27" name="spectrum-body-3">
            <a:extLst xmlns:a="http://schemas.openxmlformats.org/drawingml/2006/main">
              <a:ext uri="{FF2B5EF4-FFF2-40B4-BE49-F238E27FC236}">
                <a16:creationId xmlns:a16="http://schemas.microsoft.com/office/drawing/2014/main" id="{7F751567-2798-4B61-A5C6-B65FE70A7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39213" y="3970144"/>
            <a:ext cx="1985963" cy="51792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6000"/>
              </a:lnSpc>
              <a:buNone/>
              <a:defRPr sz="1500" b="0" i="0">
                <a:solidFill>
                  <a:srgbClr val="52617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526174"/>
                </a:solidFill>
                <a:latin typeface="Microsoft YaHei"/>
                <a:ea typeface="Microsoft YaHei"/>
                <a:cs typeface="Microsoft YaHei"/>
              </a:rPr>
              <a:t>需要专门设计与品牌化</a:t>
            </a:r>
          </a:p>
          <a:p xmlns:a="http://schemas.openxmlformats.org/drawingml/2006/main">
            <a:pPr algn="ctr">
              <a:lnSpc>
                <a:spcPct val="136000"/>
              </a:lnSpc>
              <a:buNone/>
              <a:defRPr sz="1500" b="0" i="0">
                <a:solidFill>
                  <a:srgbClr val="52617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526174"/>
                </a:solidFill>
                <a:latin typeface="Microsoft YaHei"/>
                <a:ea typeface="Microsoft YaHei"/>
                <a:cs typeface="Microsoft YaHei"/>
              </a:rPr>
              <a:t>表达</a:t>
            </a:r>
          </a:p>
        </p:txBody>
      </p:sp>
      <p:sp>
        <p:nvSpPr>
          <p:cNvPr id="28" name="spectrum-focus-label-bg">
            <a:extLst xmlns:a="http://schemas.openxmlformats.org/drawingml/2006/main">
              <a:ext uri="{FF2B5EF4-FFF2-40B4-BE49-F238E27FC236}">
                <a16:creationId xmlns:a16="http://schemas.microsoft.com/office/drawing/2014/main" id="{56A38AC6-88C7-41F1-A251-703005329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98169" y="2724150"/>
            <a:ext cx="838200" cy="2476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spectrum-focus-label">
            <a:extLst xmlns:a="http://schemas.openxmlformats.org/drawingml/2006/main">
              <a:ext uri="{FF2B5EF4-FFF2-40B4-BE49-F238E27FC236}">
                <a16:creationId xmlns:a16="http://schemas.microsoft.com/office/drawing/2014/main" id="{30D205F9-738B-4566-8FD7-F1A41DA1B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98169" y="2724150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重点区域</a:t>
            </a:r>
          </a:p>
        </p:txBody>
      </p:sp>
    </p:spTree>
    <p:extLst>
      <p:ext uri="{BB962C8B-B14F-4D97-AF65-F5344CB8AC3E}">
        <p14:creationId xmlns:p14="http://schemas.microsoft.com/office/powerpoint/2010/main" val="55480075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spectrum-density-fill">
            <a:extLst xmlns:a="http://schemas.openxmlformats.org/drawingml/2006/main">
              <a:ext uri="{FF2B5EF4-FFF2-40B4-BE49-F238E27FC236}">
                <a16:creationId xmlns:a16="http://schemas.microsoft.com/office/drawing/2014/main" id="{646D3DAD-B098-41A4-A009-66F1B8CEF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0125" y="1620250"/>
            <a:ext cx="10191750" cy="3599450"/>
          </a:xfrm>
          <a:custGeom xmlns:a="http://schemas.openxmlformats.org/drawingml/2006/main">
            <a:pathLst>
              <a:path w="10191750" h="3599450">
                <a:moveTo>
                  <a:pt x="0" y="3599450"/>
                </a:moveTo>
                <a:lnTo>
                  <a:pt x="0" y="3502752"/>
                </a:lnTo>
                <a:lnTo>
                  <a:pt x="0" y="3406064"/>
                </a:lnTo>
                <a:lnTo>
                  <a:pt x="0" y="3309366"/>
                </a:lnTo>
                <a:lnTo>
                  <a:pt x="0" y="3212668"/>
                </a:lnTo>
                <a:lnTo>
                  <a:pt x="79905" y="3172273"/>
                </a:lnTo>
                <a:lnTo>
                  <a:pt x="170450" y="3138364"/>
                </a:lnTo>
                <a:lnTo>
                  <a:pt x="260385" y="3102854"/>
                </a:lnTo>
                <a:lnTo>
                  <a:pt x="349682" y="3065764"/>
                </a:lnTo>
                <a:lnTo>
                  <a:pt x="438140" y="3026702"/>
                </a:lnTo>
                <a:lnTo>
                  <a:pt x="525770" y="2985840"/>
                </a:lnTo>
                <a:lnTo>
                  <a:pt x="612705" y="2943511"/>
                </a:lnTo>
                <a:lnTo>
                  <a:pt x="698925" y="2899762"/>
                </a:lnTo>
                <a:lnTo>
                  <a:pt x="784308" y="2854376"/>
                </a:lnTo>
                <a:lnTo>
                  <a:pt x="868718" y="2807208"/>
                </a:lnTo>
                <a:lnTo>
                  <a:pt x="952386" y="2758754"/>
                </a:lnTo>
                <a:lnTo>
                  <a:pt x="1035339" y="2709072"/>
                </a:lnTo>
                <a:lnTo>
                  <a:pt x="1117406" y="2657932"/>
                </a:lnTo>
                <a:lnTo>
                  <a:pt x="1198531" y="2605316"/>
                </a:lnTo>
                <a:lnTo>
                  <a:pt x="1278988" y="2551690"/>
                </a:lnTo>
                <a:lnTo>
                  <a:pt x="1358808" y="2497112"/>
                </a:lnTo>
                <a:lnTo>
                  <a:pt x="1437561" y="2441010"/>
                </a:lnTo>
                <a:lnTo>
                  <a:pt x="1515732" y="2384098"/>
                </a:lnTo>
                <a:lnTo>
                  <a:pt x="1593323" y="2326405"/>
                </a:lnTo>
                <a:lnTo>
                  <a:pt x="1670056" y="2267560"/>
                </a:lnTo>
                <a:lnTo>
                  <a:pt x="1746209" y="2207981"/>
                </a:lnTo>
                <a:lnTo>
                  <a:pt x="1821923" y="2147830"/>
                </a:lnTo>
                <a:lnTo>
                  <a:pt x="1896904" y="2086785"/>
                </a:lnTo>
                <a:lnTo>
                  <a:pt x="1971399" y="2025129"/>
                </a:lnTo>
                <a:lnTo>
                  <a:pt x="2045522" y="1963036"/>
                </a:lnTo>
                <a:lnTo>
                  <a:pt x="2119093" y="1900295"/>
                </a:lnTo>
                <a:lnTo>
                  <a:pt x="2192331" y="1837153"/>
                </a:lnTo>
                <a:lnTo>
                  <a:pt x="2265293" y="1773698"/>
                </a:lnTo>
                <a:lnTo>
                  <a:pt x="2337826" y="1709757"/>
                </a:lnTo>
                <a:lnTo>
                  <a:pt x="2410225" y="1645653"/>
                </a:lnTo>
                <a:lnTo>
                  <a:pt x="2482425" y="1581341"/>
                </a:lnTo>
                <a:lnTo>
                  <a:pt x="2554405" y="1516771"/>
                </a:lnTo>
                <a:lnTo>
                  <a:pt x="2626338" y="1452153"/>
                </a:lnTo>
                <a:lnTo>
                  <a:pt x="2698280" y="1387535"/>
                </a:lnTo>
                <a:lnTo>
                  <a:pt x="2770232" y="1322946"/>
                </a:lnTo>
                <a:lnTo>
                  <a:pt x="2842231" y="1258405"/>
                </a:lnTo>
                <a:lnTo>
                  <a:pt x="2914412" y="1194054"/>
                </a:lnTo>
                <a:lnTo>
                  <a:pt x="2986821" y="1129970"/>
                </a:lnTo>
                <a:lnTo>
                  <a:pt x="3059401" y="1066076"/>
                </a:lnTo>
                <a:lnTo>
                  <a:pt x="3132458" y="1002735"/>
                </a:lnTo>
                <a:lnTo>
                  <a:pt x="3205848" y="939775"/>
                </a:lnTo>
                <a:lnTo>
                  <a:pt x="3279600" y="877243"/>
                </a:lnTo>
                <a:lnTo>
                  <a:pt x="3354143" y="815645"/>
                </a:lnTo>
                <a:lnTo>
                  <a:pt x="3429152" y="754637"/>
                </a:lnTo>
                <a:lnTo>
                  <a:pt x="3504762" y="694353"/>
                </a:lnTo>
                <a:lnTo>
                  <a:pt x="3581467" y="635479"/>
                </a:lnTo>
                <a:lnTo>
                  <a:pt x="3658857" y="577529"/>
                </a:lnTo>
                <a:lnTo>
                  <a:pt x="3736991" y="520560"/>
                </a:lnTo>
                <a:lnTo>
                  <a:pt x="3816648" y="465753"/>
                </a:lnTo>
                <a:lnTo>
                  <a:pt x="3897278" y="412385"/>
                </a:lnTo>
                <a:lnTo>
                  <a:pt x="3978926" y="360597"/>
                </a:lnTo>
                <a:lnTo>
                  <a:pt x="4062003" y="311125"/>
                </a:lnTo>
                <a:lnTo>
                  <a:pt x="4146661" y="264424"/>
                </a:lnTo>
                <a:lnTo>
                  <a:pt x="4232596" y="220132"/>
                </a:lnTo>
                <a:lnTo>
                  <a:pt x="4319864" y="178546"/>
                </a:lnTo>
                <a:lnTo>
                  <a:pt x="4408732" y="140427"/>
                </a:lnTo>
                <a:lnTo>
                  <a:pt x="4499324" y="106651"/>
                </a:lnTo>
                <a:lnTo>
                  <a:pt x="4591260" y="76791"/>
                </a:lnTo>
                <a:lnTo>
                  <a:pt x="4684452" y="51168"/>
                </a:lnTo>
                <a:lnTo>
                  <a:pt x="4778797" y="30166"/>
                </a:lnTo>
                <a:lnTo>
                  <a:pt x="4874143" y="14126"/>
                </a:lnTo>
                <a:lnTo>
                  <a:pt x="4970326" y="4181"/>
                </a:lnTo>
                <a:lnTo>
                  <a:pt x="5066909" y="0"/>
                </a:lnTo>
                <a:lnTo>
                  <a:pt x="5163550" y="1334"/>
                </a:lnTo>
                <a:lnTo>
                  <a:pt x="5259943" y="8163"/>
                </a:lnTo>
                <a:lnTo>
                  <a:pt x="5355822" y="20355"/>
                </a:lnTo>
                <a:lnTo>
                  <a:pt x="5450919" y="37700"/>
                </a:lnTo>
                <a:lnTo>
                  <a:pt x="5544969" y="60169"/>
                </a:lnTo>
                <a:lnTo>
                  <a:pt x="5637552" y="88049"/>
                </a:lnTo>
                <a:lnTo>
                  <a:pt x="5728773" y="120015"/>
                </a:lnTo>
                <a:lnTo>
                  <a:pt x="5818613" y="155696"/>
                </a:lnTo>
                <a:lnTo>
                  <a:pt x="5907062" y="194720"/>
                </a:lnTo>
                <a:lnTo>
                  <a:pt x="5993968" y="237115"/>
                </a:lnTo>
                <a:lnTo>
                  <a:pt x="6079131" y="282893"/>
                </a:lnTo>
                <a:lnTo>
                  <a:pt x="6163018" y="330937"/>
                </a:lnTo>
                <a:lnTo>
                  <a:pt x="6245723" y="381019"/>
                </a:lnTo>
                <a:lnTo>
                  <a:pt x="6327048" y="433340"/>
                </a:lnTo>
                <a:lnTo>
                  <a:pt x="6407001" y="487699"/>
                </a:lnTo>
                <a:lnTo>
                  <a:pt x="6486058" y="543373"/>
                </a:lnTo>
                <a:lnTo>
                  <a:pt x="6564182" y="600342"/>
                </a:lnTo>
                <a:lnTo>
                  <a:pt x="6641040" y="659016"/>
                </a:lnTo>
                <a:lnTo>
                  <a:pt x="6717268" y="718499"/>
                </a:lnTo>
                <a:lnTo>
                  <a:pt x="6792878" y="778783"/>
                </a:lnTo>
                <a:lnTo>
                  <a:pt x="6867487" y="840296"/>
                </a:lnTo>
                <a:lnTo>
                  <a:pt x="6941687" y="902294"/>
                </a:lnTo>
                <a:lnTo>
                  <a:pt x="7015448" y="964816"/>
                </a:lnTo>
                <a:lnTo>
                  <a:pt x="7088553" y="1028100"/>
                </a:lnTo>
                <a:lnTo>
                  <a:pt x="7161428" y="1091660"/>
                </a:lnTo>
                <a:lnTo>
                  <a:pt x="7233999" y="1155563"/>
                </a:lnTo>
                <a:lnTo>
                  <a:pt x="7306246" y="1219829"/>
                </a:lnTo>
                <a:lnTo>
                  <a:pt x="7378370" y="1284227"/>
                </a:lnTo>
                <a:lnTo>
                  <a:pt x="7450341" y="1348816"/>
                </a:lnTo>
                <a:lnTo>
                  <a:pt x="7522283" y="1413415"/>
                </a:lnTo>
                <a:lnTo>
                  <a:pt x="7594225" y="1478032"/>
                </a:lnTo>
                <a:lnTo>
                  <a:pt x="7666158" y="1542650"/>
                </a:lnTo>
                <a:lnTo>
                  <a:pt x="7738243" y="1607096"/>
                </a:lnTo>
                <a:lnTo>
                  <a:pt x="7810452" y="1671409"/>
                </a:lnTo>
                <a:lnTo>
                  <a:pt x="7882976" y="1735369"/>
                </a:lnTo>
                <a:lnTo>
                  <a:pt x="7955680" y="1799111"/>
                </a:lnTo>
                <a:lnTo>
                  <a:pt x="8028642" y="1862566"/>
                </a:lnTo>
                <a:lnTo>
                  <a:pt x="8102127" y="1925422"/>
                </a:lnTo>
                <a:lnTo>
                  <a:pt x="8175879" y="1987944"/>
                </a:lnTo>
                <a:lnTo>
                  <a:pt x="8250069" y="2049971"/>
                </a:lnTo>
                <a:lnTo>
                  <a:pt x="8324879" y="2111235"/>
                </a:lnTo>
                <a:lnTo>
                  <a:pt x="8400088" y="2172005"/>
                </a:lnTo>
                <a:lnTo>
                  <a:pt x="8475907" y="2232012"/>
                </a:lnTo>
                <a:lnTo>
                  <a:pt x="8552431" y="2291124"/>
                </a:lnTo>
                <a:lnTo>
                  <a:pt x="8629440" y="2349589"/>
                </a:lnTo>
                <a:lnTo>
                  <a:pt x="8707145" y="2407148"/>
                </a:lnTo>
                <a:lnTo>
                  <a:pt x="8785727" y="2463479"/>
                </a:lnTo>
                <a:lnTo>
                  <a:pt x="8864908" y="2518972"/>
                </a:lnTo>
                <a:lnTo>
                  <a:pt x="8944737" y="2573550"/>
                </a:lnTo>
                <a:lnTo>
                  <a:pt x="9025623" y="2626519"/>
                </a:lnTo>
                <a:lnTo>
                  <a:pt x="9107214" y="2678411"/>
                </a:lnTo>
                <a:lnTo>
                  <a:pt x="9189501" y="2729189"/>
                </a:lnTo>
                <a:lnTo>
                  <a:pt x="9272673" y="2778500"/>
                </a:lnTo>
                <a:lnTo>
                  <a:pt x="9356798" y="2826172"/>
                </a:lnTo>
                <a:lnTo>
                  <a:pt x="9441637" y="2872550"/>
                </a:lnTo>
                <a:lnTo>
                  <a:pt x="9527210" y="2917574"/>
                </a:lnTo>
                <a:lnTo>
                  <a:pt x="9613687" y="2960846"/>
                </a:lnTo>
                <a:lnTo>
                  <a:pt x="9701012" y="3002356"/>
                </a:lnTo>
                <a:lnTo>
                  <a:pt x="9789043" y="3042352"/>
                </a:lnTo>
                <a:lnTo>
                  <a:pt x="9877768" y="3080766"/>
                </a:lnTo>
                <a:lnTo>
                  <a:pt x="9967189" y="3117571"/>
                </a:lnTo>
                <a:lnTo>
                  <a:pt x="10057448" y="3152261"/>
                </a:lnTo>
                <a:lnTo>
                  <a:pt x="10148316" y="3185303"/>
                </a:lnTo>
                <a:lnTo>
                  <a:pt x="10191750" y="3251397"/>
                </a:lnTo>
                <a:lnTo>
                  <a:pt x="10191750" y="3348095"/>
                </a:lnTo>
                <a:lnTo>
                  <a:pt x="10191750" y="3444792"/>
                </a:lnTo>
                <a:lnTo>
                  <a:pt x="10191750" y="3541490"/>
                </a:lnTo>
                <a:lnTo>
                  <a:pt x="10153021" y="3599450"/>
                </a:lnTo>
                <a:lnTo>
                  <a:pt x="10056324" y="3599450"/>
                </a:lnTo>
                <a:lnTo>
                  <a:pt x="9959626" y="3599450"/>
                </a:lnTo>
                <a:lnTo>
                  <a:pt x="9862937" y="3599450"/>
                </a:lnTo>
                <a:lnTo>
                  <a:pt x="9766240" y="3599450"/>
                </a:lnTo>
                <a:lnTo>
                  <a:pt x="9669542" y="3599450"/>
                </a:lnTo>
                <a:lnTo>
                  <a:pt x="9572844" y="3599450"/>
                </a:lnTo>
                <a:lnTo>
                  <a:pt x="9476156" y="3599450"/>
                </a:lnTo>
                <a:lnTo>
                  <a:pt x="9379458" y="3599450"/>
                </a:lnTo>
                <a:lnTo>
                  <a:pt x="9282760" y="3599450"/>
                </a:lnTo>
                <a:lnTo>
                  <a:pt x="9186062" y="3599450"/>
                </a:lnTo>
                <a:lnTo>
                  <a:pt x="9089374" y="3599450"/>
                </a:lnTo>
                <a:lnTo>
                  <a:pt x="8992676" y="3599450"/>
                </a:lnTo>
                <a:lnTo>
                  <a:pt x="8895979" y="3599450"/>
                </a:lnTo>
                <a:lnTo>
                  <a:pt x="8799281" y="3599450"/>
                </a:lnTo>
                <a:lnTo>
                  <a:pt x="8702592" y="3599450"/>
                </a:lnTo>
                <a:lnTo>
                  <a:pt x="8605895" y="3599450"/>
                </a:lnTo>
                <a:lnTo>
                  <a:pt x="8509197" y="3599450"/>
                </a:lnTo>
                <a:lnTo>
                  <a:pt x="8412499" y="3599450"/>
                </a:lnTo>
                <a:lnTo>
                  <a:pt x="8315811" y="3599450"/>
                </a:lnTo>
                <a:lnTo>
                  <a:pt x="8219113" y="3599450"/>
                </a:lnTo>
                <a:lnTo>
                  <a:pt x="8122415" y="3599450"/>
                </a:lnTo>
                <a:lnTo>
                  <a:pt x="8025717" y="3599450"/>
                </a:lnTo>
                <a:lnTo>
                  <a:pt x="7929029" y="3599450"/>
                </a:lnTo>
                <a:lnTo>
                  <a:pt x="7832331" y="3599450"/>
                </a:lnTo>
                <a:lnTo>
                  <a:pt x="7735634" y="3599450"/>
                </a:lnTo>
                <a:lnTo>
                  <a:pt x="7638936" y="3599450"/>
                </a:lnTo>
                <a:lnTo>
                  <a:pt x="7542247" y="3599450"/>
                </a:lnTo>
                <a:lnTo>
                  <a:pt x="7445550" y="3599450"/>
                </a:lnTo>
                <a:lnTo>
                  <a:pt x="7348852" y="3599450"/>
                </a:lnTo>
                <a:lnTo>
                  <a:pt x="7252154" y="3599450"/>
                </a:lnTo>
                <a:lnTo>
                  <a:pt x="7155456" y="3599450"/>
                </a:lnTo>
                <a:lnTo>
                  <a:pt x="7058768" y="3599450"/>
                </a:lnTo>
                <a:lnTo>
                  <a:pt x="6962070" y="3599450"/>
                </a:lnTo>
                <a:lnTo>
                  <a:pt x="6865372" y="3599450"/>
                </a:lnTo>
                <a:lnTo>
                  <a:pt x="6768684" y="3599450"/>
                </a:lnTo>
                <a:lnTo>
                  <a:pt x="6671986" y="3599450"/>
                </a:lnTo>
                <a:lnTo>
                  <a:pt x="6575288" y="3599450"/>
                </a:lnTo>
                <a:lnTo>
                  <a:pt x="6478591" y="3599450"/>
                </a:lnTo>
                <a:lnTo>
                  <a:pt x="6381902" y="3599450"/>
                </a:lnTo>
                <a:lnTo>
                  <a:pt x="6285205" y="3599450"/>
                </a:lnTo>
                <a:lnTo>
                  <a:pt x="6188507" y="3599450"/>
                </a:lnTo>
                <a:lnTo>
                  <a:pt x="6091809" y="3599450"/>
                </a:lnTo>
                <a:lnTo>
                  <a:pt x="5995121" y="3599450"/>
                </a:lnTo>
                <a:lnTo>
                  <a:pt x="5898423" y="3599450"/>
                </a:lnTo>
                <a:lnTo>
                  <a:pt x="5801725" y="3599450"/>
                </a:lnTo>
                <a:lnTo>
                  <a:pt x="5705027" y="3599450"/>
                </a:lnTo>
                <a:lnTo>
                  <a:pt x="5608339" y="3599450"/>
                </a:lnTo>
                <a:lnTo>
                  <a:pt x="5511641" y="3599450"/>
                </a:lnTo>
                <a:lnTo>
                  <a:pt x="5414943" y="3599450"/>
                </a:lnTo>
                <a:lnTo>
                  <a:pt x="5318246" y="3599450"/>
                </a:lnTo>
                <a:lnTo>
                  <a:pt x="5221557" y="3599450"/>
                </a:lnTo>
                <a:lnTo>
                  <a:pt x="5124860" y="3599450"/>
                </a:lnTo>
                <a:lnTo>
                  <a:pt x="5028162" y="3599450"/>
                </a:lnTo>
                <a:lnTo>
                  <a:pt x="4931464" y="3599450"/>
                </a:lnTo>
                <a:lnTo>
                  <a:pt x="4834776" y="3599450"/>
                </a:lnTo>
                <a:lnTo>
                  <a:pt x="4738078" y="3599450"/>
                </a:lnTo>
                <a:lnTo>
                  <a:pt x="4641380" y="3599450"/>
                </a:lnTo>
                <a:lnTo>
                  <a:pt x="4544682" y="3599450"/>
                </a:lnTo>
                <a:lnTo>
                  <a:pt x="4447994" y="3599450"/>
                </a:lnTo>
                <a:lnTo>
                  <a:pt x="4351296" y="3599450"/>
                </a:lnTo>
                <a:lnTo>
                  <a:pt x="4254598" y="3599450"/>
                </a:lnTo>
                <a:lnTo>
                  <a:pt x="4157901" y="3599450"/>
                </a:lnTo>
                <a:lnTo>
                  <a:pt x="4061212" y="3599450"/>
                </a:lnTo>
                <a:lnTo>
                  <a:pt x="3964515" y="3599450"/>
                </a:lnTo>
                <a:lnTo>
                  <a:pt x="3867817" y="3599450"/>
                </a:lnTo>
                <a:lnTo>
                  <a:pt x="3771119" y="3599450"/>
                </a:lnTo>
                <a:lnTo>
                  <a:pt x="3674431" y="3599450"/>
                </a:lnTo>
                <a:lnTo>
                  <a:pt x="3577733" y="3599450"/>
                </a:lnTo>
                <a:lnTo>
                  <a:pt x="3481035" y="3599450"/>
                </a:lnTo>
                <a:lnTo>
                  <a:pt x="3384337" y="3599450"/>
                </a:lnTo>
                <a:lnTo>
                  <a:pt x="3287639" y="3599450"/>
                </a:lnTo>
                <a:lnTo>
                  <a:pt x="3190951" y="3599450"/>
                </a:lnTo>
                <a:lnTo>
                  <a:pt x="3094253" y="3599450"/>
                </a:lnTo>
                <a:lnTo>
                  <a:pt x="2997556" y="3599450"/>
                </a:lnTo>
                <a:lnTo>
                  <a:pt x="2900858" y="3599450"/>
                </a:lnTo>
                <a:lnTo>
                  <a:pt x="2804170" y="3599450"/>
                </a:lnTo>
                <a:lnTo>
                  <a:pt x="2707472" y="3599450"/>
                </a:lnTo>
                <a:lnTo>
                  <a:pt x="2610774" y="3599450"/>
                </a:lnTo>
                <a:lnTo>
                  <a:pt x="2514086" y="3599450"/>
                </a:lnTo>
                <a:lnTo>
                  <a:pt x="2417388" y="3599450"/>
                </a:lnTo>
                <a:lnTo>
                  <a:pt x="2320690" y="3599450"/>
                </a:lnTo>
                <a:lnTo>
                  <a:pt x="2223992" y="3599450"/>
                </a:lnTo>
                <a:lnTo>
                  <a:pt x="2127304" y="3599450"/>
                </a:lnTo>
                <a:lnTo>
                  <a:pt x="2030606" y="3599450"/>
                </a:lnTo>
                <a:lnTo>
                  <a:pt x="1933908" y="3599450"/>
                </a:lnTo>
                <a:lnTo>
                  <a:pt x="1837211" y="3599450"/>
                </a:lnTo>
                <a:lnTo>
                  <a:pt x="1740513" y="3599450"/>
                </a:lnTo>
                <a:lnTo>
                  <a:pt x="1643825" y="3599450"/>
                </a:lnTo>
                <a:lnTo>
                  <a:pt x="1547127" y="3599450"/>
                </a:lnTo>
                <a:lnTo>
                  <a:pt x="1450429" y="3599450"/>
                </a:lnTo>
                <a:lnTo>
                  <a:pt x="1353741" y="3599450"/>
                </a:lnTo>
                <a:lnTo>
                  <a:pt x="1257043" y="3599450"/>
                </a:lnTo>
                <a:lnTo>
                  <a:pt x="1160345" y="3599450"/>
                </a:lnTo>
                <a:lnTo>
                  <a:pt x="1063647" y="3599450"/>
                </a:lnTo>
                <a:lnTo>
                  <a:pt x="966959" y="3599450"/>
                </a:lnTo>
                <a:lnTo>
                  <a:pt x="870261" y="3599450"/>
                </a:lnTo>
                <a:lnTo>
                  <a:pt x="773563" y="3599450"/>
                </a:lnTo>
                <a:lnTo>
                  <a:pt x="676866" y="3599450"/>
                </a:lnTo>
                <a:lnTo>
                  <a:pt x="580168" y="3599450"/>
                </a:lnTo>
                <a:lnTo>
                  <a:pt x="483479" y="3599450"/>
                </a:lnTo>
                <a:lnTo>
                  <a:pt x="386782" y="3599450"/>
                </a:lnTo>
                <a:lnTo>
                  <a:pt x="290084" y="3599450"/>
                </a:lnTo>
                <a:lnTo>
                  <a:pt x="193386" y="3599450"/>
                </a:lnTo>
                <a:lnTo>
                  <a:pt x="96698" y="3599450"/>
                </a:lnTo>
                <a:lnTo>
                  <a:pt x="0" y="3599450"/>
                </a:lnTo>
                <a:close/>
              </a:path>
            </a:pathLst>
          </a:custGeom>
          <a:solidFill xmlns:a="http://schemas.openxmlformats.org/drawingml/2006/main">
            <a:srgbClr val="F2F7FD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" name="spectrum-density-curve">
            <a:extLst xmlns:a="http://schemas.openxmlformats.org/drawingml/2006/main">
              <a:ext uri="{FF2B5EF4-FFF2-40B4-BE49-F238E27FC236}">
                <a16:creationId xmlns:a16="http://schemas.microsoft.com/office/drawing/2014/main" id="{ECC67C52-BFED-4738-A08D-762EBEB00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0125" y="1619250"/>
            <a:ext cx="10191750" cy="3201829"/>
          </a:xfrm>
          <a:custGeom xmlns:a="http://schemas.openxmlformats.org/drawingml/2006/main">
            <a:pathLst>
              <a:path w="10191750" h="3201829">
                <a:moveTo>
                  <a:pt x="0" y="3201829"/>
                </a:moveTo>
                <a:lnTo>
                  <a:pt x="47939" y="3184693"/>
                </a:lnTo>
                <a:lnTo>
                  <a:pt x="95879" y="3167558"/>
                </a:lnTo>
                <a:lnTo>
                  <a:pt x="143542" y="3149708"/>
                </a:lnTo>
                <a:lnTo>
                  <a:pt x="191062" y="3131439"/>
                </a:lnTo>
                <a:lnTo>
                  <a:pt x="238468" y="3112884"/>
                </a:lnTo>
                <a:lnTo>
                  <a:pt x="285540" y="3093491"/>
                </a:lnTo>
                <a:lnTo>
                  <a:pt x="332603" y="3074089"/>
                </a:lnTo>
                <a:lnTo>
                  <a:pt x="379247" y="3053705"/>
                </a:lnTo>
                <a:lnTo>
                  <a:pt x="425825" y="3033141"/>
                </a:lnTo>
                <a:lnTo>
                  <a:pt x="472173" y="3012110"/>
                </a:lnTo>
                <a:lnTo>
                  <a:pt x="518217" y="2990402"/>
                </a:lnTo>
                <a:lnTo>
                  <a:pt x="564271" y="2968695"/>
                </a:lnTo>
                <a:lnTo>
                  <a:pt x="609819" y="2945959"/>
                </a:lnTo>
                <a:lnTo>
                  <a:pt x="655339" y="2923175"/>
                </a:lnTo>
                <a:lnTo>
                  <a:pt x="700602" y="2899867"/>
                </a:lnTo>
                <a:lnTo>
                  <a:pt x="745550" y="2875969"/>
                </a:lnTo>
                <a:lnTo>
                  <a:pt x="790499" y="2852080"/>
                </a:lnTo>
                <a:lnTo>
                  <a:pt x="834914" y="2827191"/>
                </a:lnTo>
                <a:lnTo>
                  <a:pt x="879300" y="2802255"/>
                </a:lnTo>
                <a:lnTo>
                  <a:pt x="923439" y="2776909"/>
                </a:lnTo>
                <a:lnTo>
                  <a:pt x="967235" y="2750953"/>
                </a:lnTo>
                <a:lnTo>
                  <a:pt x="1011022" y="2724988"/>
                </a:lnTo>
                <a:lnTo>
                  <a:pt x="1054332" y="2698242"/>
                </a:lnTo>
                <a:lnTo>
                  <a:pt x="1097537" y="2671315"/>
                </a:lnTo>
                <a:lnTo>
                  <a:pt x="1140628" y="2644207"/>
                </a:lnTo>
                <a:lnTo>
                  <a:pt x="1183224" y="2616327"/>
                </a:lnTo>
                <a:lnTo>
                  <a:pt x="1225820" y="2588457"/>
                </a:lnTo>
                <a:lnTo>
                  <a:pt x="1268120" y="2560120"/>
                </a:lnTo>
                <a:lnTo>
                  <a:pt x="1310135" y="2531393"/>
                </a:lnTo>
                <a:lnTo>
                  <a:pt x="1352159" y="2502656"/>
                </a:lnTo>
                <a:lnTo>
                  <a:pt x="1393717" y="2473252"/>
                </a:lnTo>
                <a:lnTo>
                  <a:pt x="1435179" y="2443715"/>
                </a:lnTo>
                <a:lnTo>
                  <a:pt x="1476585" y="2414092"/>
                </a:lnTo>
                <a:lnTo>
                  <a:pt x="1517494" y="2383793"/>
                </a:lnTo>
                <a:lnTo>
                  <a:pt x="1558395" y="2353485"/>
                </a:lnTo>
                <a:lnTo>
                  <a:pt x="1599133" y="2322957"/>
                </a:lnTo>
                <a:lnTo>
                  <a:pt x="1639519" y="2291972"/>
                </a:lnTo>
                <a:lnTo>
                  <a:pt x="1679915" y="2260987"/>
                </a:lnTo>
                <a:lnTo>
                  <a:pt x="1720053" y="2229679"/>
                </a:lnTo>
                <a:lnTo>
                  <a:pt x="1759972" y="2198084"/>
                </a:lnTo>
                <a:lnTo>
                  <a:pt x="1799892" y="2166490"/>
                </a:lnTo>
                <a:lnTo>
                  <a:pt x="1839506" y="2134514"/>
                </a:lnTo>
                <a:lnTo>
                  <a:pt x="1878987" y="2102377"/>
                </a:lnTo>
                <a:lnTo>
                  <a:pt x="1918459" y="2070230"/>
                </a:lnTo>
                <a:lnTo>
                  <a:pt x="1957588" y="2037664"/>
                </a:lnTo>
                <a:lnTo>
                  <a:pt x="1996650" y="2005013"/>
                </a:lnTo>
                <a:lnTo>
                  <a:pt x="2035702" y="1972361"/>
                </a:lnTo>
                <a:lnTo>
                  <a:pt x="2074459" y="1939357"/>
                </a:lnTo>
                <a:lnTo>
                  <a:pt x="2113197" y="1906324"/>
                </a:lnTo>
                <a:lnTo>
                  <a:pt x="2151926" y="1873282"/>
                </a:lnTo>
                <a:lnTo>
                  <a:pt x="2190340" y="1839878"/>
                </a:lnTo>
                <a:lnTo>
                  <a:pt x="2228755" y="1806473"/>
                </a:lnTo>
                <a:lnTo>
                  <a:pt x="2267160" y="1773050"/>
                </a:lnTo>
                <a:lnTo>
                  <a:pt x="2305345" y="1739389"/>
                </a:lnTo>
                <a:lnTo>
                  <a:pt x="2343541" y="1705727"/>
                </a:lnTo>
                <a:lnTo>
                  <a:pt x="2381717" y="1672047"/>
                </a:lnTo>
                <a:lnTo>
                  <a:pt x="2419731" y="1638186"/>
                </a:lnTo>
                <a:lnTo>
                  <a:pt x="2457745" y="1604324"/>
                </a:lnTo>
                <a:lnTo>
                  <a:pt x="2495741" y="1570453"/>
                </a:lnTo>
                <a:lnTo>
                  <a:pt x="2533621" y="1536430"/>
                </a:lnTo>
                <a:lnTo>
                  <a:pt x="2571493" y="1502416"/>
                </a:lnTo>
                <a:lnTo>
                  <a:pt x="2609364" y="1468403"/>
                </a:lnTo>
                <a:lnTo>
                  <a:pt x="2647236" y="1434379"/>
                </a:lnTo>
                <a:lnTo>
                  <a:pt x="2685107" y="1400366"/>
                </a:lnTo>
                <a:lnTo>
                  <a:pt x="2722988" y="1366342"/>
                </a:lnTo>
                <a:lnTo>
                  <a:pt x="2760878" y="1332347"/>
                </a:lnTo>
                <a:lnTo>
                  <a:pt x="2798759" y="1298343"/>
                </a:lnTo>
                <a:lnTo>
                  <a:pt x="2836669" y="1264358"/>
                </a:lnTo>
                <a:lnTo>
                  <a:pt x="2874664" y="1230487"/>
                </a:lnTo>
                <a:lnTo>
                  <a:pt x="2912669" y="1196607"/>
                </a:lnTo>
                <a:lnTo>
                  <a:pt x="2950702" y="1162774"/>
                </a:lnTo>
                <a:lnTo>
                  <a:pt x="2988907" y="1129122"/>
                </a:lnTo>
                <a:lnTo>
                  <a:pt x="3027112" y="1095480"/>
                </a:lnTo>
                <a:lnTo>
                  <a:pt x="3065374" y="1061895"/>
                </a:lnTo>
                <a:lnTo>
                  <a:pt x="3103836" y="1028548"/>
                </a:lnTo>
                <a:lnTo>
                  <a:pt x="3142298" y="995201"/>
                </a:lnTo>
                <a:lnTo>
                  <a:pt x="3180855" y="961958"/>
                </a:lnTo>
                <a:lnTo>
                  <a:pt x="3219688" y="929040"/>
                </a:lnTo>
                <a:lnTo>
                  <a:pt x="3258522" y="896122"/>
                </a:lnTo>
                <a:lnTo>
                  <a:pt x="3297498" y="863375"/>
                </a:lnTo>
                <a:lnTo>
                  <a:pt x="3336769" y="830980"/>
                </a:lnTo>
                <a:lnTo>
                  <a:pt x="3376031" y="798576"/>
                </a:lnTo>
                <a:lnTo>
                  <a:pt x="3415551" y="766486"/>
                </a:lnTo>
                <a:lnTo>
                  <a:pt x="3455356" y="734749"/>
                </a:lnTo>
                <a:lnTo>
                  <a:pt x="3495161" y="703012"/>
                </a:lnTo>
                <a:lnTo>
                  <a:pt x="3535347" y="671770"/>
                </a:lnTo>
                <a:lnTo>
                  <a:pt x="3575780" y="640832"/>
                </a:lnTo>
                <a:lnTo>
                  <a:pt x="3616204" y="609895"/>
                </a:lnTo>
                <a:lnTo>
                  <a:pt x="3657209" y="579730"/>
                </a:lnTo>
                <a:lnTo>
                  <a:pt x="3698348" y="549735"/>
                </a:lnTo>
                <a:lnTo>
                  <a:pt x="3739534" y="519808"/>
                </a:lnTo>
                <a:lnTo>
                  <a:pt x="3781473" y="490957"/>
                </a:lnTo>
                <a:lnTo>
                  <a:pt x="3823411" y="462105"/>
                </a:lnTo>
                <a:lnTo>
                  <a:pt x="3865664" y="433721"/>
                </a:lnTo>
                <a:lnTo>
                  <a:pt x="3908479" y="406175"/>
                </a:lnTo>
                <a:lnTo>
                  <a:pt x="3951294" y="378628"/>
                </a:lnTo>
                <a:lnTo>
                  <a:pt x="3994766" y="352158"/>
                </a:lnTo>
                <a:lnTo>
                  <a:pt x="4038505" y="326107"/>
                </a:lnTo>
                <a:lnTo>
                  <a:pt x="4082377" y="300295"/>
                </a:lnTo>
                <a:lnTo>
                  <a:pt x="4127125" y="276015"/>
                </a:lnTo>
                <a:lnTo>
                  <a:pt x="4171874" y="251746"/>
                </a:lnTo>
                <a:lnTo>
                  <a:pt x="4217222" y="228629"/>
                </a:lnTo>
                <a:lnTo>
                  <a:pt x="4262980" y="206312"/>
                </a:lnTo>
                <a:lnTo>
                  <a:pt x="4308853" y="184271"/>
                </a:lnTo>
                <a:lnTo>
                  <a:pt x="4355640" y="164201"/>
                </a:lnTo>
                <a:lnTo>
                  <a:pt x="4402426" y="144132"/>
                </a:lnTo>
                <a:lnTo>
                  <a:pt x="4449909" y="125816"/>
                </a:lnTo>
                <a:lnTo>
                  <a:pt x="4497695" y="108252"/>
                </a:lnTo>
                <a:lnTo>
                  <a:pt x="4545778" y="91602"/>
                </a:lnTo>
                <a:lnTo>
                  <a:pt x="4594489" y="76800"/>
                </a:lnTo>
                <a:lnTo>
                  <a:pt x="4643209" y="62017"/>
                </a:lnTo>
                <a:lnTo>
                  <a:pt x="4692720" y="50197"/>
                </a:lnTo>
                <a:lnTo>
                  <a:pt x="4742231" y="38367"/>
                </a:lnTo>
                <a:lnTo>
                  <a:pt x="4792228" y="28861"/>
                </a:lnTo>
                <a:lnTo>
                  <a:pt x="4842405" y="20250"/>
                </a:lnTo>
                <a:lnTo>
                  <a:pt x="4892792" y="13202"/>
                </a:lnTo>
                <a:lnTo>
                  <a:pt x="4943427" y="7963"/>
                </a:lnTo>
                <a:lnTo>
                  <a:pt x="4994119" y="3505"/>
                </a:lnTo>
                <a:lnTo>
                  <a:pt x="5044992" y="1753"/>
                </a:lnTo>
                <a:lnTo>
                  <a:pt x="5095875" y="0"/>
                </a:lnTo>
                <a:lnTo>
                  <a:pt x="5146748" y="1753"/>
                </a:lnTo>
                <a:lnTo>
                  <a:pt x="5197631" y="3505"/>
                </a:lnTo>
                <a:lnTo>
                  <a:pt x="5248323" y="7963"/>
                </a:lnTo>
                <a:lnTo>
                  <a:pt x="5298958" y="13202"/>
                </a:lnTo>
                <a:lnTo>
                  <a:pt x="5349345" y="20250"/>
                </a:lnTo>
                <a:lnTo>
                  <a:pt x="5399522" y="28861"/>
                </a:lnTo>
                <a:lnTo>
                  <a:pt x="5449510" y="38367"/>
                </a:lnTo>
                <a:lnTo>
                  <a:pt x="5499030" y="50197"/>
                </a:lnTo>
                <a:lnTo>
                  <a:pt x="5548541" y="62017"/>
                </a:lnTo>
                <a:lnTo>
                  <a:pt x="5597261" y="76800"/>
                </a:lnTo>
                <a:lnTo>
                  <a:pt x="5645963" y="91602"/>
                </a:lnTo>
                <a:lnTo>
                  <a:pt x="5694055" y="108252"/>
                </a:lnTo>
                <a:lnTo>
                  <a:pt x="5741841" y="125816"/>
                </a:lnTo>
                <a:lnTo>
                  <a:pt x="5789324" y="144132"/>
                </a:lnTo>
                <a:lnTo>
                  <a:pt x="5836110" y="164201"/>
                </a:lnTo>
                <a:lnTo>
                  <a:pt x="5882897" y="184261"/>
                </a:lnTo>
                <a:lnTo>
                  <a:pt x="5928770" y="206312"/>
                </a:lnTo>
                <a:lnTo>
                  <a:pt x="5974528" y="228629"/>
                </a:lnTo>
                <a:lnTo>
                  <a:pt x="6019876" y="251746"/>
                </a:lnTo>
                <a:lnTo>
                  <a:pt x="6064625" y="276015"/>
                </a:lnTo>
                <a:lnTo>
                  <a:pt x="6109373" y="300295"/>
                </a:lnTo>
                <a:lnTo>
                  <a:pt x="6153236" y="326107"/>
                </a:lnTo>
                <a:lnTo>
                  <a:pt x="6196984" y="352158"/>
                </a:lnTo>
                <a:lnTo>
                  <a:pt x="6240456" y="378628"/>
                </a:lnTo>
                <a:lnTo>
                  <a:pt x="6283271" y="406175"/>
                </a:lnTo>
                <a:lnTo>
                  <a:pt x="6326076" y="433721"/>
                </a:lnTo>
                <a:lnTo>
                  <a:pt x="6368339" y="462096"/>
                </a:lnTo>
                <a:lnTo>
                  <a:pt x="6410277" y="490957"/>
                </a:lnTo>
                <a:lnTo>
                  <a:pt x="6452216" y="519808"/>
                </a:lnTo>
                <a:lnTo>
                  <a:pt x="6493402" y="549735"/>
                </a:lnTo>
                <a:lnTo>
                  <a:pt x="6534531" y="579730"/>
                </a:lnTo>
                <a:lnTo>
                  <a:pt x="6575536" y="609895"/>
                </a:lnTo>
                <a:lnTo>
                  <a:pt x="6615970" y="640832"/>
                </a:lnTo>
                <a:lnTo>
                  <a:pt x="6656403" y="671770"/>
                </a:lnTo>
                <a:lnTo>
                  <a:pt x="6696589" y="703012"/>
                </a:lnTo>
                <a:lnTo>
                  <a:pt x="6736394" y="734749"/>
                </a:lnTo>
                <a:lnTo>
                  <a:pt x="6776199" y="766486"/>
                </a:lnTo>
                <a:lnTo>
                  <a:pt x="6815709" y="798576"/>
                </a:lnTo>
                <a:lnTo>
                  <a:pt x="6854981" y="830980"/>
                </a:lnTo>
                <a:lnTo>
                  <a:pt x="6894252" y="863375"/>
                </a:lnTo>
                <a:lnTo>
                  <a:pt x="6933228" y="896112"/>
                </a:lnTo>
                <a:lnTo>
                  <a:pt x="6972062" y="929040"/>
                </a:lnTo>
                <a:lnTo>
                  <a:pt x="7010895" y="961958"/>
                </a:lnTo>
                <a:lnTo>
                  <a:pt x="7049453" y="995191"/>
                </a:lnTo>
                <a:lnTo>
                  <a:pt x="7087914" y="1028548"/>
                </a:lnTo>
                <a:lnTo>
                  <a:pt x="7126376" y="1061895"/>
                </a:lnTo>
                <a:lnTo>
                  <a:pt x="7164629" y="1095480"/>
                </a:lnTo>
                <a:lnTo>
                  <a:pt x="7202843" y="1129122"/>
                </a:lnTo>
                <a:lnTo>
                  <a:pt x="7241048" y="1162764"/>
                </a:lnTo>
                <a:lnTo>
                  <a:pt x="7279081" y="1196607"/>
                </a:lnTo>
                <a:lnTo>
                  <a:pt x="7317076" y="1230487"/>
                </a:lnTo>
                <a:lnTo>
                  <a:pt x="7355081" y="1264358"/>
                </a:lnTo>
                <a:lnTo>
                  <a:pt x="7392981" y="1298343"/>
                </a:lnTo>
                <a:lnTo>
                  <a:pt x="7430872" y="1332347"/>
                </a:lnTo>
                <a:lnTo>
                  <a:pt x="7468762" y="1366342"/>
                </a:lnTo>
                <a:lnTo>
                  <a:pt x="7506633" y="1400366"/>
                </a:lnTo>
                <a:lnTo>
                  <a:pt x="7544514" y="1434379"/>
                </a:lnTo>
                <a:lnTo>
                  <a:pt x="7582386" y="1468403"/>
                </a:lnTo>
                <a:lnTo>
                  <a:pt x="7620257" y="1502416"/>
                </a:lnTo>
                <a:lnTo>
                  <a:pt x="7658129" y="1536430"/>
                </a:lnTo>
                <a:lnTo>
                  <a:pt x="7696010" y="1570453"/>
                </a:lnTo>
                <a:lnTo>
                  <a:pt x="7734005" y="1604324"/>
                </a:lnTo>
                <a:lnTo>
                  <a:pt x="7772019" y="1638186"/>
                </a:lnTo>
                <a:lnTo>
                  <a:pt x="7810033" y="1672047"/>
                </a:lnTo>
                <a:lnTo>
                  <a:pt x="7848209" y="1705727"/>
                </a:lnTo>
                <a:lnTo>
                  <a:pt x="7886405" y="1739389"/>
                </a:lnTo>
                <a:lnTo>
                  <a:pt x="7924590" y="1773050"/>
                </a:lnTo>
                <a:lnTo>
                  <a:pt x="7962995" y="1806473"/>
                </a:lnTo>
                <a:lnTo>
                  <a:pt x="8001410" y="1839878"/>
                </a:lnTo>
                <a:lnTo>
                  <a:pt x="8039824" y="1873282"/>
                </a:lnTo>
                <a:lnTo>
                  <a:pt x="8078553" y="1906324"/>
                </a:lnTo>
                <a:lnTo>
                  <a:pt x="8117291" y="1939357"/>
                </a:lnTo>
                <a:lnTo>
                  <a:pt x="8156048" y="1972361"/>
                </a:lnTo>
                <a:lnTo>
                  <a:pt x="8195100" y="2005013"/>
                </a:lnTo>
                <a:lnTo>
                  <a:pt x="8234162" y="2037664"/>
                </a:lnTo>
                <a:lnTo>
                  <a:pt x="8273291" y="2070230"/>
                </a:lnTo>
                <a:lnTo>
                  <a:pt x="8312763" y="2102368"/>
                </a:lnTo>
                <a:lnTo>
                  <a:pt x="8352244" y="2134514"/>
                </a:lnTo>
                <a:lnTo>
                  <a:pt x="8391858" y="2166490"/>
                </a:lnTo>
                <a:lnTo>
                  <a:pt x="8431778" y="2198084"/>
                </a:lnTo>
                <a:lnTo>
                  <a:pt x="8471697" y="2229679"/>
                </a:lnTo>
                <a:lnTo>
                  <a:pt x="8511835" y="2260987"/>
                </a:lnTo>
                <a:lnTo>
                  <a:pt x="8552221" y="2291972"/>
                </a:lnTo>
                <a:lnTo>
                  <a:pt x="8592617" y="2322957"/>
                </a:lnTo>
                <a:lnTo>
                  <a:pt x="8633355" y="2353485"/>
                </a:lnTo>
                <a:lnTo>
                  <a:pt x="8674256" y="2383793"/>
                </a:lnTo>
                <a:lnTo>
                  <a:pt x="8715165" y="2414092"/>
                </a:lnTo>
                <a:lnTo>
                  <a:pt x="8756571" y="2443705"/>
                </a:lnTo>
                <a:lnTo>
                  <a:pt x="8798033" y="2473242"/>
                </a:lnTo>
                <a:lnTo>
                  <a:pt x="8839581" y="2502656"/>
                </a:lnTo>
                <a:lnTo>
                  <a:pt x="8881605" y="2531393"/>
                </a:lnTo>
                <a:lnTo>
                  <a:pt x="8923630" y="2560120"/>
                </a:lnTo>
                <a:lnTo>
                  <a:pt x="8965921" y="2588457"/>
                </a:lnTo>
                <a:lnTo>
                  <a:pt x="9008526" y="2616327"/>
                </a:lnTo>
                <a:lnTo>
                  <a:pt x="9051122" y="2644207"/>
                </a:lnTo>
                <a:lnTo>
                  <a:pt x="9094213" y="2671315"/>
                </a:lnTo>
                <a:lnTo>
                  <a:pt x="9137418" y="2698232"/>
                </a:lnTo>
                <a:lnTo>
                  <a:pt x="9180728" y="2724988"/>
                </a:lnTo>
                <a:lnTo>
                  <a:pt x="9224515" y="2750944"/>
                </a:lnTo>
                <a:lnTo>
                  <a:pt x="9268311" y="2776909"/>
                </a:lnTo>
                <a:lnTo>
                  <a:pt x="9312450" y="2802255"/>
                </a:lnTo>
                <a:lnTo>
                  <a:pt x="9356836" y="2827191"/>
                </a:lnTo>
                <a:lnTo>
                  <a:pt x="9401242" y="2852080"/>
                </a:lnTo>
                <a:lnTo>
                  <a:pt x="9446200" y="2875969"/>
                </a:lnTo>
                <a:lnTo>
                  <a:pt x="9491148" y="2899867"/>
                </a:lnTo>
                <a:lnTo>
                  <a:pt x="9536411" y="2923175"/>
                </a:lnTo>
                <a:lnTo>
                  <a:pt x="9581931" y="2945959"/>
                </a:lnTo>
                <a:lnTo>
                  <a:pt x="9627479" y="2968695"/>
                </a:lnTo>
                <a:lnTo>
                  <a:pt x="9673523" y="2990402"/>
                </a:lnTo>
                <a:lnTo>
                  <a:pt x="9719577" y="3012110"/>
                </a:lnTo>
                <a:lnTo>
                  <a:pt x="9765925" y="3033141"/>
                </a:lnTo>
                <a:lnTo>
                  <a:pt x="9812503" y="3053705"/>
                </a:lnTo>
                <a:lnTo>
                  <a:pt x="9859147" y="3074089"/>
                </a:lnTo>
                <a:lnTo>
                  <a:pt x="9906210" y="3093491"/>
                </a:lnTo>
                <a:lnTo>
                  <a:pt x="9953282" y="3112884"/>
                </a:lnTo>
                <a:lnTo>
                  <a:pt x="10000688" y="3131439"/>
                </a:lnTo>
                <a:lnTo>
                  <a:pt x="10048199" y="3149708"/>
                </a:lnTo>
                <a:lnTo>
                  <a:pt x="10095871" y="3167558"/>
                </a:lnTo>
                <a:lnTo>
                  <a:pt x="10143811" y="3184693"/>
                </a:lnTo>
                <a:lnTo>
                  <a:pt x="10191750" y="3201829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5DCF4"/>
            </a:solidFill>
            <a:prstDash val="solid"/>
          </a:ln>
        </p:spPr>
      </p:sp>
      <p:sp>
        <p:nvSpPr>
          <p:cNvPr id="3" name="spectrum-underlay-0">
            <a:extLst xmlns:a="http://schemas.openxmlformats.org/drawingml/2006/main">
              <a:ext uri="{FF2B5EF4-FFF2-40B4-BE49-F238E27FC236}">
                <a16:creationId xmlns:a16="http://schemas.microsoft.com/office/drawing/2014/main" id="{4672AF8D-C49B-4AEE-A862-F651F0DD7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76325" y="3000375"/>
            <a:ext cx="2366963" cy="1971675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DFEA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pectrum-card-0">
            <a:extLst xmlns:a="http://schemas.openxmlformats.org/drawingml/2006/main">
              <a:ext uri="{FF2B5EF4-FFF2-40B4-BE49-F238E27FC236}">
                <a16:creationId xmlns:a16="http://schemas.microsoft.com/office/drawing/2014/main" id="{D2DBD11A-666E-4A28-950E-9791057FB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76325" y="2933700"/>
            <a:ext cx="2366963" cy="1971675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5F8FC"/>
          </a:solidFill>
          <a:ln xmlns:a="http://schemas.openxmlformats.org/drawingml/2006/main" w="9525">
            <a:solidFill>
              <a:srgbClr val="CFDDE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5" name="spectrum-underlay-1">
            <a:extLst xmlns:a="http://schemas.openxmlformats.org/drawingml/2006/main">
              <a:ext uri="{FF2B5EF4-FFF2-40B4-BE49-F238E27FC236}">
                <a16:creationId xmlns:a16="http://schemas.microsoft.com/office/drawing/2014/main" id="{2F4E7303-D4FD-4F65-BFD4-A3AA73E75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33788" y="3000375"/>
            <a:ext cx="2366963" cy="1971675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DFEA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spectrum-card-1">
            <a:extLst xmlns:a="http://schemas.openxmlformats.org/drawingml/2006/main">
              <a:ext uri="{FF2B5EF4-FFF2-40B4-BE49-F238E27FC236}">
                <a16:creationId xmlns:a16="http://schemas.microsoft.com/office/drawing/2014/main" id="{1996BAD8-B73C-433C-9AAD-F01E47381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33788" y="2933700"/>
            <a:ext cx="2366963" cy="1971675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5F8FC"/>
          </a:solidFill>
          <a:ln xmlns:a="http://schemas.openxmlformats.org/drawingml/2006/main" w="9525">
            <a:solidFill>
              <a:srgbClr val="CFDDE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7" name="spectrum-underlay-2">
            <a:extLst xmlns:a="http://schemas.openxmlformats.org/drawingml/2006/main">
              <a:ext uri="{FF2B5EF4-FFF2-40B4-BE49-F238E27FC236}">
                <a16:creationId xmlns:a16="http://schemas.microsoft.com/office/drawing/2014/main" id="{0F2079A9-E3C1-476B-956E-DA85F45D3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191250" y="2619375"/>
            <a:ext cx="2366963" cy="2352675"/>
          </a:xfrm>
          <a:prstGeom xmlns:a="http://schemas.openxmlformats.org/drawingml/2006/main" prst="roundRect">
            <a:avLst>
              <a:gd name="adj" fmla="val 7287"/>
            </a:avLst>
          </a:prstGeom>
          <a:solidFill xmlns:a="http://schemas.openxmlformats.org/drawingml/2006/main">
            <a:srgbClr val="9FC2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spectrum-card-2">
            <a:extLst xmlns:a="http://schemas.openxmlformats.org/drawingml/2006/main">
              <a:ext uri="{FF2B5EF4-FFF2-40B4-BE49-F238E27FC236}">
                <a16:creationId xmlns:a16="http://schemas.microsoft.com/office/drawing/2014/main" id="{FB570CB1-A8F7-4EE6-9AA3-6D65FB49E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191250" y="2552700"/>
            <a:ext cx="2366963" cy="2352675"/>
          </a:xfrm>
          <a:prstGeom xmlns:a="http://schemas.openxmlformats.org/drawingml/2006/main" prst="roundRect">
            <a:avLst>
              <a:gd name="adj" fmla="val 7287"/>
            </a:avLst>
          </a:pr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2F5EA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9" name="spectrum-underlay-3">
            <a:extLst xmlns:a="http://schemas.openxmlformats.org/drawingml/2006/main">
              <a:ext uri="{FF2B5EF4-FFF2-40B4-BE49-F238E27FC236}">
                <a16:creationId xmlns:a16="http://schemas.microsoft.com/office/drawing/2014/main" id="{57DD1D90-75ED-4E9B-8779-EC1542132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748713" y="3000375"/>
            <a:ext cx="2366963" cy="1971675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DFEA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spectrum-card-3">
            <a:extLst xmlns:a="http://schemas.openxmlformats.org/drawingml/2006/main">
              <a:ext uri="{FF2B5EF4-FFF2-40B4-BE49-F238E27FC236}">
                <a16:creationId xmlns:a16="http://schemas.microsoft.com/office/drawing/2014/main" id="{94AF91E6-CFF8-4B1D-89BF-19701A242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748713" y="2933700"/>
            <a:ext cx="2366963" cy="1971675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5F8FC"/>
          </a:solidFill>
          <a:ln xmlns:a="http://schemas.openxmlformats.org/drawingml/2006/main" w="9525">
            <a:solidFill>
              <a:srgbClr val="CFDDE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1" name="spectrum-axis">
            <a:extLst xmlns:a="http://schemas.openxmlformats.org/drawingml/2006/main">
              <a:ext uri="{FF2B5EF4-FFF2-40B4-BE49-F238E27FC236}">
                <a16:creationId xmlns:a16="http://schemas.microsoft.com/office/drawing/2014/main" id="{3DAB5A60-5A3A-4450-AB47-CA6FE8DB0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71575" y="5381625"/>
            <a:ext cx="98107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FB3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spectrum-axis-arrow">
            <a:extLst xmlns:a="http://schemas.openxmlformats.org/drawingml/2006/main">
              <a:ext uri="{FF2B5EF4-FFF2-40B4-BE49-F238E27FC236}">
                <a16:creationId xmlns:a16="http://schemas.microsoft.com/office/drawing/2014/main" id="{4053C243-7984-4C6E-BB02-ACA814BA7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987088" y="5329238"/>
            <a:ext cx="138113" cy="133350"/>
          </a:xfrm>
          <a:custGeom xmlns:a="http://schemas.openxmlformats.org/drawingml/2006/main">
            <a:pathLst>
              <a:path w="138113" h="133350">
                <a:moveTo>
                  <a:pt x="0" y="0"/>
                </a:moveTo>
                <a:lnTo>
                  <a:pt x="8630" y="4172"/>
                </a:lnTo>
                <a:lnTo>
                  <a:pt x="17269" y="8334"/>
                </a:lnTo>
                <a:lnTo>
                  <a:pt x="25898" y="12506"/>
                </a:lnTo>
                <a:lnTo>
                  <a:pt x="34528" y="16669"/>
                </a:lnTo>
                <a:lnTo>
                  <a:pt x="43158" y="20841"/>
                </a:lnTo>
                <a:lnTo>
                  <a:pt x="51797" y="25003"/>
                </a:lnTo>
                <a:lnTo>
                  <a:pt x="60427" y="29175"/>
                </a:lnTo>
                <a:lnTo>
                  <a:pt x="69056" y="33338"/>
                </a:lnTo>
                <a:lnTo>
                  <a:pt x="77686" y="37509"/>
                </a:lnTo>
                <a:lnTo>
                  <a:pt x="86325" y="41672"/>
                </a:lnTo>
                <a:lnTo>
                  <a:pt x="94955" y="45844"/>
                </a:lnTo>
                <a:lnTo>
                  <a:pt x="103584" y="50006"/>
                </a:lnTo>
                <a:lnTo>
                  <a:pt x="112214" y="54178"/>
                </a:lnTo>
                <a:lnTo>
                  <a:pt x="120853" y="58341"/>
                </a:lnTo>
                <a:lnTo>
                  <a:pt x="129483" y="62513"/>
                </a:lnTo>
                <a:lnTo>
                  <a:pt x="138113" y="66675"/>
                </a:lnTo>
                <a:lnTo>
                  <a:pt x="129483" y="70847"/>
                </a:lnTo>
                <a:lnTo>
                  <a:pt x="120853" y="75009"/>
                </a:lnTo>
                <a:lnTo>
                  <a:pt x="112214" y="79172"/>
                </a:lnTo>
                <a:lnTo>
                  <a:pt x="103584" y="83344"/>
                </a:lnTo>
                <a:lnTo>
                  <a:pt x="94955" y="87516"/>
                </a:lnTo>
                <a:lnTo>
                  <a:pt x="86325" y="91678"/>
                </a:lnTo>
                <a:lnTo>
                  <a:pt x="77686" y="95841"/>
                </a:lnTo>
                <a:lnTo>
                  <a:pt x="69056" y="100013"/>
                </a:lnTo>
                <a:lnTo>
                  <a:pt x="60427" y="104184"/>
                </a:lnTo>
                <a:lnTo>
                  <a:pt x="51797" y="108347"/>
                </a:lnTo>
                <a:lnTo>
                  <a:pt x="43158" y="112519"/>
                </a:lnTo>
                <a:lnTo>
                  <a:pt x="34528" y="116681"/>
                </a:lnTo>
                <a:lnTo>
                  <a:pt x="25898" y="120853"/>
                </a:lnTo>
                <a:lnTo>
                  <a:pt x="17269" y="125016"/>
                </a:lnTo>
                <a:lnTo>
                  <a:pt x="8630" y="129188"/>
                </a:ln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8FB3DF"/>
            </a:solidFill>
            <a:prstDash val="solid"/>
          </a:ln>
        </p:spPr>
      </p:sp>
      <p:sp>
        <p:nvSpPr>
          <p:cNvPr id="13" name="spectrum-axis-low">
            <a:extLst xmlns:a="http://schemas.openxmlformats.org/drawingml/2006/main">
              <a:ext uri="{FF2B5EF4-FFF2-40B4-BE49-F238E27FC236}">
                <a16:creationId xmlns:a16="http://schemas.microsoft.com/office/drawing/2014/main" id="{B6D1D48D-B416-4716-88CB-69C15608B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57275" y="55816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1500" b="0" i="0">
                <a:solidFill>
                  <a:srgbClr val="6F7D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F7D91"/>
                </a:solidFill>
                <a:latin typeface="Microsoft YaHei"/>
                <a:ea typeface="Microsoft YaHei"/>
                <a:cs typeface="Microsoft YaHei"/>
              </a:rPr>
              <a:t>低</a:t>
            </a:r>
          </a:p>
        </p:txBody>
      </p:sp>
      <p:sp>
        <p:nvSpPr>
          <p:cNvPr id="14" name="spectrum-axis-label">
            <a:extLst xmlns:a="http://schemas.openxmlformats.org/drawingml/2006/main">
              <a:ext uri="{FF2B5EF4-FFF2-40B4-BE49-F238E27FC236}">
                <a16:creationId xmlns:a16="http://schemas.microsoft.com/office/drawing/2014/main" id="{EB064BE2-1D73-4627-AEDC-42AF54B9C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62500" y="558165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4052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405269"/>
                </a:solidFill>
                <a:latin typeface="Microsoft YaHei"/>
                <a:ea typeface="Microsoft YaHei"/>
                <a:cs typeface="Microsoft YaHei"/>
              </a:rPr>
              <a:t>对视觉复杂度与美观度的需求</a:t>
            </a:r>
          </a:p>
        </p:txBody>
      </p:sp>
      <p:sp>
        <p:nvSpPr>
          <p:cNvPr id="15" name="spectrum-axis-high">
            <a:extLst xmlns:a="http://schemas.openxmlformats.org/drawingml/2006/main">
              <a:ext uri="{FF2B5EF4-FFF2-40B4-BE49-F238E27FC236}">
                <a16:creationId xmlns:a16="http://schemas.microsoft.com/office/drawing/2014/main" id="{A61756A6-4B0C-4276-B98E-6DB1FDA11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05975" y="55816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40000"/>
              </a:lnSpc>
              <a:buNone/>
              <a:defRPr sz="1500" b="0" i="0">
                <a:solidFill>
                  <a:srgbClr val="6F7D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F7D91"/>
                </a:solidFill>
                <a:latin typeface="Microsoft YaHei"/>
                <a:ea typeface="Microsoft YaHei"/>
                <a:cs typeface="Microsoft YaHei"/>
              </a:rPr>
              <a:t>高</a:t>
            </a:r>
          </a:p>
        </p:txBody>
      </p:sp>
      <p:sp>
        <p:nvSpPr>
          <p:cNvPr id="16" name="spectrum-order-0">
            <a:extLst xmlns:a="http://schemas.openxmlformats.org/drawingml/2006/main">
              <a:ext uri="{FF2B5EF4-FFF2-40B4-BE49-F238E27FC236}">
                <a16:creationId xmlns:a16="http://schemas.microsoft.com/office/drawing/2014/main" id="{7A7EF8A1-9AA9-4A3A-88AA-D490B215B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266825" y="3095625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 i="0">
                <a:solidFill>
                  <a:srgbClr val="9AB1C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9AB1CA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17" name="spectrum-title-0">
            <a:extLst xmlns:a="http://schemas.openxmlformats.org/drawingml/2006/main">
              <a:ext uri="{FF2B5EF4-FFF2-40B4-BE49-F238E27FC236}">
                <a16:creationId xmlns:a16="http://schemas.microsoft.com/office/drawing/2014/main" id="{37A1270A-589F-45F8-828A-1C8BE7617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266825" y="3541519"/>
            <a:ext cx="1985963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rPr>
              <a:t>低要求端</a:t>
            </a:r>
          </a:p>
        </p:txBody>
      </p:sp>
      <p:sp>
        <p:nvSpPr>
          <p:cNvPr id="18" name="spectrum-body-0">
            <a:extLst xmlns:a="http://schemas.openxmlformats.org/drawingml/2006/main">
              <a:ext uri="{FF2B5EF4-FFF2-40B4-BE49-F238E27FC236}">
                <a16:creationId xmlns:a16="http://schemas.microsoft.com/office/drawing/2014/main" id="{6337B4DE-88F5-425A-8B9E-740CFA450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266825" y="3970144"/>
            <a:ext cx="1985963" cy="51792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6000"/>
              </a:lnSpc>
              <a:buNone/>
              <a:defRPr sz="1500" b="0" i="0">
                <a:solidFill>
                  <a:srgbClr val="52617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526174"/>
                </a:solidFill>
                <a:latin typeface="Microsoft YaHei"/>
                <a:ea typeface="Microsoft YaHei"/>
                <a:cs typeface="Microsoft YaHei"/>
              </a:rPr>
              <a:t>不重视版式，直接堆放</a:t>
            </a:r>
          </a:p>
          <a:p xmlns:a="http://schemas.openxmlformats.org/drawingml/2006/main">
            <a:pPr algn="ctr">
              <a:lnSpc>
                <a:spcPct val="136000"/>
              </a:lnSpc>
              <a:buNone/>
              <a:defRPr sz="1500" b="0" i="0">
                <a:solidFill>
                  <a:srgbClr val="52617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526174"/>
                </a:solidFill>
                <a:latin typeface="Microsoft YaHei"/>
                <a:ea typeface="Microsoft YaHei"/>
                <a:cs typeface="Microsoft YaHei"/>
              </a:rPr>
              <a:t>文字也能接受</a:t>
            </a:r>
          </a:p>
        </p:txBody>
      </p:sp>
      <p:sp>
        <p:nvSpPr>
          <p:cNvPr id="19" name="spectrum-order-1">
            <a:extLst xmlns:a="http://schemas.openxmlformats.org/drawingml/2006/main">
              <a:ext uri="{FF2B5EF4-FFF2-40B4-BE49-F238E27FC236}">
                <a16:creationId xmlns:a16="http://schemas.microsoft.com/office/drawing/2014/main" id="{C1C2CE42-7351-419D-A93F-BD7041F7C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24288" y="3095625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 i="0">
                <a:solidFill>
                  <a:srgbClr val="9AB1C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9AB1CA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20" name="spectrum-title-1">
            <a:extLst xmlns:a="http://schemas.openxmlformats.org/drawingml/2006/main">
              <a:ext uri="{FF2B5EF4-FFF2-40B4-BE49-F238E27FC236}">
                <a16:creationId xmlns:a16="http://schemas.microsoft.com/office/drawing/2014/main" id="{D5487D95-4EC4-4E6C-B3FD-E6D8A371F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24288" y="3541519"/>
            <a:ext cx="1985963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rPr>
              <a:t>工作型需求</a:t>
            </a:r>
          </a:p>
        </p:txBody>
      </p:sp>
      <p:sp>
        <p:nvSpPr>
          <p:cNvPr id="21" name="spectrum-body-1">
            <a:extLst xmlns:a="http://schemas.openxmlformats.org/drawingml/2006/main">
              <a:ext uri="{FF2B5EF4-FFF2-40B4-BE49-F238E27FC236}">
                <a16:creationId xmlns:a16="http://schemas.microsoft.com/office/drawing/2014/main" id="{0FE5DF9A-1B1F-4D91-8553-980F90191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24288" y="3970144"/>
            <a:ext cx="1985963" cy="51792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6000"/>
              </a:lnSpc>
              <a:buNone/>
              <a:defRPr sz="1500" b="0" i="0">
                <a:solidFill>
                  <a:srgbClr val="52617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526174"/>
                </a:solidFill>
                <a:latin typeface="Microsoft YaHei"/>
                <a:ea typeface="Microsoft YaHei"/>
                <a:cs typeface="Microsoft YaHei"/>
              </a:rPr>
              <a:t>结构清楚、视觉规范、</a:t>
            </a:r>
          </a:p>
          <a:p xmlns:a="http://schemas.openxmlformats.org/drawingml/2006/main">
            <a:pPr algn="ctr">
              <a:lnSpc>
                <a:spcPct val="136000"/>
              </a:lnSpc>
              <a:buNone/>
              <a:defRPr sz="1500" b="0" i="0">
                <a:solidFill>
                  <a:srgbClr val="52617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526174"/>
                </a:solidFill>
                <a:latin typeface="Microsoft YaHei"/>
                <a:ea typeface="Microsoft YaHei"/>
                <a:cs typeface="Microsoft YaHei"/>
              </a:rPr>
              <a:t>稳定可靠且可修改</a:t>
            </a:r>
          </a:p>
        </p:txBody>
      </p:sp>
      <p:sp>
        <p:nvSpPr>
          <p:cNvPr id="22" name="spectrum-order-2">
            <a:extLst xmlns:a="http://schemas.openxmlformats.org/drawingml/2006/main">
              <a:ext uri="{FF2B5EF4-FFF2-40B4-BE49-F238E27FC236}">
                <a16:creationId xmlns:a16="http://schemas.microsoft.com/office/drawing/2014/main" id="{7D07136F-DE97-4096-BA3F-BED00FA21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81750" y="2714625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 i="0">
                <a:solidFill>
                  <a:srgbClr val="B9D5F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B9D5F6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23" name="spectrum-title-2">
            <a:extLst xmlns:a="http://schemas.openxmlformats.org/drawingml/2006/main">
              <a:ext uri="{FF2B5EF4-FFF2-40B4-BE49-F238E27FC236}">
                <a16:creationId xmlns:a16="http://schemas.microsoft.com/office/drawing/2014/main" id="{045B07DC-AE5C-4A44-A8DA-1F3CEE6F8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81750" y="3398644"/>
            <a:ext cx="1985963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高定制端</a:t>
            </a:r>
          </a:p>
        </p:txBody>
      </p:sp>
      <p:sp>
        <p:nvSpPr>
          <p:cNvPr id="24" name="spectrum-body-2">
            <a:extLst xmlns:a="http://schemas.openxmlformats.org/drawingml/2006/main">
              <a:ext uri="{FF2B5EF4-FFF2-40B4-BE49-F238E27FC236}">
                <a16:creationId xmlns:a16="http://schemas.microsoft.com/office/drawing/2014/main" id="{3DF0E153-AF97-4DFC-8F36-3C261E00A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81750" y="3827269"/>
            <a:ext cx="1985963" cy="51792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6000"/>
              </a:lnSpc>
              <a:buNone/>
              <a:def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发布会、路演和比赛需</a:t>
            </a:r>
          </a:p>
          <a:p xmlns:a="http://schemas.openxmlformats.org/drawingml/2006/main">
            <a:pPr algn="ctr">
              <a:lnSpc>
                <a:spcPct val="136000"/>
              </a:lnSpc>
              <a:buNone/>
              <a:def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要高度视觉创意</a:t>
            </a:r>
          </a:p>
        </p:txBody>
      </p:sp>
      <p:sp>
        <p:nvSpPr>
          <p:cNvPr id="25" name="spectrum-order-3">
            <a:extLst xmlns:a="http://schemas.openxmlformats.org/drawingml/2006/main">
              <a:ext uri="{FF2B5EF4-FFF2-40B4-BE49-F238E27FC236}">
                <a16:creationId xmlns:a16="http://schemas.microsoft.com/office/drawing/2014/main" id="{7129F124-412B-44C7-B1E4-1377FDB3F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39213" y="3095625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 i="0">
                <a:solidFill>
                  <a:srgbClr val="9AB1C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9AB1CA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6" name="spectrum-title-3">
            <a:extLst xmlns:a="http://schemas.openxmlformats.org/drawingml/2006/main">
              <a:ext uri="{FF2B5EF4-FFF2-40B4-BE49-F238E27FC236}">
                <a16:creationId xmlns:a16="http://schemas.microsoft.com/office/drawing/2014/main" id="{1F5D9C94-B490-4996-8A37-96A2F4A73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39213" y="3541519"/>
            <a:ext cx="1985963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rPr>
              <a:t>专业表达</a:t>
            </a:r>
          </a:p>
        </p:txBody>
      </p:sp>
      <p:sp>
        <p:nvSpPr>
          <p:cNvPr id="27" name="spectrum-body-3">
            <a:extLst xmlns:a="http://schemas.openxmlformats.org/drawingml/2006/main">
              <a:ext uri="{FF2B5EF4-FFF2-40B4-BE49-F238E27FC236}">
                <a16:creationId xmlns:a16="http://schemas.microsoft.com/office/drawing/2014/main" id="{0D35C9EC-27A9-4F1D-8CE0-9554162E5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39213" y="3970144"/>
            <a:ext cx="1985963" cy="51792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6000"/>
              </a:lnSpc>
              <a:buNone/>
              <a:defRPr sz="1500" b="0" i="0">
                <a:solidFill>
                  <a:srgbClr val="52617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526174"/>
                </a:solidFill>
                <a:latin typeface="Microsoft YaHei"/>
                <a:ea typeface="Microsoft YaHei"/>
                <a:cs typeface="Microsoft YaHei"/>
              </a:rPr>
              <a:t>需要专门设计与品牌化</a:t>
            </a:r>
          </a:p>
          <a:p xmlns:a="http://schemas.openxmlformats.org/drawingml/2006/main">
            <a:pPr algn="ctr">
              <a:lnSpc>
                <a:spcPct val="136000"/>
              </a:lnSpc>
              <a:buNone/>
              <a:defRPr sz="1500" b="0" i="0">
                <a:solidFill>
                  <a:srgbClr val="52617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526174"/>
                </a:solidFill>
                <a:latin typeface="Microsoft YaHei"/>
                <a:ea typeface="Microsoft YaHei"/>
                <a:cs typeface="Microsoft YaHei"/>
              </a:rPr>
              <a:t>表达</a:t>
            </a:r>
          </a:p>
        </p:txBody>
      </p:sp>
      <p:sp>
        <p:nvSpPr>
          <p:cNvPr id="28" name="spectrum-focus-label-bg">
            <a:extLst xmlns:a="http://schemas.openxmlformats.org/drawingml/2006/main">
              <a:ext uri="{FF2B5EF4-FFF2-40B4-BE49-F238E27FC236}">
                <a16:creationId xmlns:a16="http://schemas.microsoft.com/office/drawing/2014/main" id="{E7930BB7-2D15-409B-AA00-3800F4E14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55631" y="2724150"/>
            <a:ext cx="838200" cy="2476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spectrum-focus-label">
            <a:extLst xmlns:a="http://schemas.openxmlformats.org/drawingml/2006/main">
              <a:ext uri="{FF2B5EF4-FFF2-40B4-BE49-F238E27FC236}">
                <a16:creationId xmlns:a16="http://schemas.microsoft.com/office/drawing/2014/main" id="{9BFAE2DC-9BA5-45AB-92C8-BCEEFE5FA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55631" y="2724150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重点区域</a:t>
            </a:r>
          </a:p>
        </p:txBody>
      </p:sp>
    </p:spTree>
    <p:extLst>
      <p:ext uri="{BB962C8B-B14F-4D97-AF65-F5344CB8AC3E}">
        <p14:creationId xmlns:p14="http://schemas.microsoft.com/office/powerpoint/2010/main" val="205708244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spectrum-density-fill">
            <a:extLst xmlns:a="http://schemas.openxmlformats.org/drawingml/2006/main">
              <a:ext uri="{FF2B5EF4-FFF2-40B4-BE49-F238E27FC236}">
                <a16:creationId xmlns:a16="http://schemas.microsoft.com/office/drawing/2014/main" id="{53EC02AB-A6BD-46DE-ADBD-6B213D811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0125" y="1620250"/>
            <a:ext cx="10191750" cy="3599450"/>
          </a:xfrm>
          <a:custGeom xmlns:a="http://schemas.openxmlformats.org/drawingml/2006/main">
            <a:pathLst>
              <a:path w="10191750" h="3599450">
                <a:moveTo>
                  <a:pt x="0" y="3599450"/>
                </a:moveTo>
                <a:lnTo>
                  <a:pt x="0" y="3502752"/>
                </a:lnTo>
                <a:lnTo>
                  <a:pt x="0" y="3406064"/>
                </a:lnTo>
                <a:lnTo>
                  <a:pt x="0" y="3309366"/>
                </a:lnTo>
                <a:lnTo>
                  <a:pt x="0" y="3212668"/>
                </a:lnTo>
                <a:lnTo>
                  <a:pt x="79905" y="3172273"/>
                </a:lnTo>
                <a:lnTo>
                  <a:pt x="170450" y="3138364"/>
                </a:lnTo>
                <a:lnTo>
                  <a:pt x="260385" y="3102854"/>
                </a:lnTo>
                <a:lnTo>
                  <a:pt x="349682" y="3065764"/>
                </a:lnTo>
                <a:lnTo>
                  <a:pt x="438140" y="3026702"/>
                </a:lnTo>
                <a:lnTo>
                  <a:pt x="525770" y="2985840"/>
                </a:lnTo>
                <a:lnTo>
                  <a:pt x="612705" y="2943511"/>
                </a:lnTo>
                <a:lnTo>
                  <a:pt x="698925" y="2899762"/>
                </a:lnTo>
                <a:lnTo>
                  <a:pt x="784308" y="2854376"/>
                </a:lnTo>
                <a:lnTo>
                  <a:pt x="868718" y="2807208"/>
                </a:lnTo>
                <a:lnTo>
                  <a:pt x="952386" y="2758754"/>
                </a:lnTo>
                <a:lnTo>
                  <a:pt x="1035339" y="2709072"/>
                </a:lnTo>
                <a:lnTo>
                  <a:pt x="1117406" y="2657932"/>
                </a:lnTo>
                <a:lnTo>
                  <a:pt x="1198531" y="2605316"/>
                </a:lnTo>
                <a:lnTo>
                  <a:pt x="1278988" y="2551690"/>
                </a:lnTo>
                <a:lnTo>
                  <a:pt x="1358808" y="2497112"/>
                </a:lnTo>
                <a:lnTo>
                  <a:pt x="1437561" y="2441010"/>
                </a:lnTo>
                <a:lnTo>
                  <a:pt x="1515732" y="2384098"/>
                </a:lnTo>
                <a:lnTo>
                  <a:pt x="1593323" y="2326405"/>
                </a:lnTo>
                <a:lnTo>
                  <a:pt x="1670056" y="2267560"/>
                </a:lnTo>
                <a:lnTo>
                  <a:pt x="1746209" y="2207981"/>
                </a:lnTo>
                <a:lnTo>
                  <a:pt x="1821923" y="2147830"/>
                </a:lnTo>
                <a:lnTo>
                  <a:pt x="1896904" y="2086785"/>
                </a:lnTo>
                <a:lnTo>
                  <a:pt x="1971399" y="2025129"/>
                </a:lnTo>
                <a:lnTo>
                  <a:pt x="2045522" y="1963036"/>
                </a:lnTo>
                <a:lnTo>
                  <a:pt x="2119093" y="1900295"/>
                </a:lnTo>
                <a:lnTo>
                  <a:pt x="2192331" y="1837153"/>
                </a:lnTo>
                <a:lnTo>
                  <a:pt x="2265293" y="1773698"/>
                </a:lnTo>
                <a:lnTo>
                  <a:pt x="2337826" y="1709757"/>
                </a:lnTo>
                <a:lnTo>
                  <a:pt x="2410225" y="1645653"/>
                </a:lnTo>
                <a:lnTo>
                  <a:pt x="2482425" y="1581341"/>
                </a:lnTo>
                <a:lnTo>
                  <a:pt x="2554405" y="1516771"/>
                </a:lnTo>
                <a:lnTo>
                  <a:pt x="2626338" y="1452153"/>
                </a:lnTo>
                <a:lnTo>
                  <a:pt x="2698280" y="1387535"/>
                </a:lnTo>
                <a:lnTo>
                  <a:pt x="2770232" y="1322946"/>
                </a:lnTo>
                <a:lnTo>
                  <a:pt x="2842231" y="1258405"/>
                </a:lnTo>
                <a:lnTo>
                  <a:pt x="2914412" y="1194054"/>
                </a:lnTo>
                <a:lnTo>
                  <a:pt x="2986821" y="1129970"/>
                </a:lnTo>
                <a:lnTo>
                  <a:pt x="3059401" y="1066076"/>
                </a:lnTo>
                <a:lnTo>
                  <a:pt x="3132458" y="1002735"/>
                </a:lnTo>
                <a:lnTo>
                  <a:pt x="3205848" y="939775"/>
                </a:lnTo>
                <a:lnTo>
                  <a:pt x="3279600" y="877243"/>
                </a:lnTo>
                <a:lnTo>
                  <a:pt x="3354143" y="815645"/>
                </a:lnTo>
                <a:lnTo>
                  <a:pt x="3429152" y="754637"/>
                </a:lnTo>
                <a:lnTo>
                  <a:pt x="3504762" y="694353"/>
                </a:lnTo>
                <a:lnTo>
                  <a:pt x="3581467" y="635479"/>
                </a:lnTo>
                <a:lnTo>
                  <a:pt x="3658857" y="577529"/>
                </a:lnTo>
                <a:lnTo>
                  <a:pt x="3736991" y="520560"/>
                </a:lnTo>
                <a:lnTo>
                  <a:pt x="3816648" y="465753"/>
                </a:lnTo>
                <a:lnTo>
                  <a:pt x="3897278" y="412385"/>
                </a:lnTo>
                <a:lnTo>
                  <a:pt x="3978926" y="360597"/>
                </a:lnTo>
                <a:lnTo>
                  <a:pt x="4062003" y="311125"/>
                </a:lnTo>
                <a:lnTo>
                  <a:pt x="4146661" y="264424"/>
                </a:lnTo>
                <a:lnTo>
                  <a:pt x="4232596" y="220132"/>
                </a:lnTo>
                <a:lnTo>
                  <a:pt x="4319864" y="178546"/>
                </a:lnTo>
                <a:lnTo>
                  <a:pt x="4408732" y="140427"/>
                </a:lnTo>
                <a:lnTo>
                  <a:pt x="4499324" y="106651"/>
                </a:lnTo>
                <a:lnTo>
                  <a:pt x="4591260" y="76791"/>
                </a:lnTo>
                <a:lnTo>
                  <a:pt x="4684452" y="51168"/>
                </a:lnTo>
                <a:lnTo>
                  <a:pt x="4778797" y="30166"/>
                </a:lnTo>
                <a:lnTo>
                  <a:pt x="4874143" y="14126"/>
                </a:lnTo>
                <a:lnTo>
                  <a:pt x="4970326" y="4181"/>
                </a:lnTo>
                <a:lnTo>
                  <a:pt x="5066909" y="0"/>
                </a:lnTo>
                <a:lnTo>
                  <a:pt x="5163550" y="1334"/>
                </a:lnTo>
                <a:lnTo>
                  <a:pt x="5259943" y="8163"/>
                </a:lnTo>
                <a:lnTo>
                  <a:pt x="5355822" y="20355"/>
                </a:lnTo>
                <a:lnTo>
                  <a:pt x="5450919" y="37700"/>
                </a:lnTo>
                <a:lnTo>
                  <a:pt x="5544969" y="60169"/>
                </a:lnTo>
                <a:lnTo>
                  <a:pt x="5637552" y="88049"/>
                </a:lnTo>
                <a:lnTo>
                  <a:pt x="5728773" y="120015"/>
                </a:lnTo>
                <a:lnTo>
                  <a:pt x="5818613" y="155696"/>
                </a:lnTo>
                <a:lnTo>
                  <a:pt x="5907062" y="194720"/>
                </a:lnTo>
                <a:lnTo>
                  <a:pt x="5993968" y="237115"/>
                </a:lnTo>
                <a:lnTo>
                  <a:pt x="6079131" y="282893"/>
                </a:lnTo>
                <a:lnTo>
                  <a:pt x="6163018" y="330937"/>
                </a:lnTo>
                <a:lnTo>
                  <a:pt x="6245723" y="381019"/>
                </a:lnTo>
                <a:lnTo>
                  <a:pt x="6327048" y="433340"/>
                </a:lnTo>
                <a:lnTo>
                  <a:pt x="6407001" y="487699"/>
                </a:lnTo>
                <a:lnTo>
                  <a:pt x="6486058" y="543373"/>
                </a:lnTo>
                <a:lnTo>
                  <a:pt x="6564182" y="600342"/>
                </a:lnTo>
                <a:lnTo>
                  <a:pt x="6641040" y="659016"/>
                </a:lnTo>
                <a:lnTo>
                  <a:pt x="6717268" y="718499"/>
                </a:lnTo>
                <a:lnTo>
                  <a:pt x="6792878" y="778783"/>
                </a:lnTo>
                <a:lnTo>
                  <a:pt x="6867487" y="840296"/>
                </a:lnTo>
                <a:lnTo>
                  <a:pt x="6941687" y="902294"/>
                </a:lnTo>
                <a:lnTo>
                  <a:pt x="7015448" y="964816"/>
                </a:lnTo>
                <a:lnTo>
                  <a:pt x="7088553" y="1028100"/>
                </a:lnTo>
                <a:lnTo>
                  <a:pt x="7161428" y="1091660"/>
                </a:lnTo>
                <a:lnTo>
                  <a:pt x="7233999" y="1155563"/>
                </a:lnTo>
                <a:lnTo>
                  <a:pt x="7306246" y="1219829"/>
                </a:lnTo>
                <a:lnTo>
                  <a:pt x="7378370" y="1284227"/>
                </a:lnTo>
                <a:lnTo>
                  <a:pt x="7450341" y="1348816"/>
                </a:lnTo>
                <a:lnTo>
                  <a:pt x="7522283" y="1413415"/>
                </a:lnTo>
                <a:lnTo>
                  <a:pt x="7594225" y="1478032"/>
                </a:lnTo>
                <a:lnTo>
                  <a:pt x="7666158" y="1542650"/>
                </a:lnTo>
                <a:lnTo>
                  <a:pt x="7738243" y="1607096"/>
                </a:lnTo>
                <a:lnTo>
                  <a:pt x="7810452" y="1671409"/>
                </a:lnTo>
                <a:lnTo>
                  <a:pt x="7882976" y="1735369"/>
                </a:lnTo>
                <a:lnTo>
                  <a:pt x="7955680" y="1799111"/>
                </a:lnTo>
                <a:lnTo>
                  <a:pt x="8028642" y="1862566"/>
                </a:lnTo>
                <a:lnTo>
                  <a:pt x="8102127" y="1925422"/>
                </a:lnTo>
                <a:lnTo>
                  <a:pt x="8175879" y="1987944"/>
                </a:lnTo>
                <a:lnTo>
                  <a:pt x="8250069" y="2049971"/>
                </a:lnTo>
                <a:lnTo>
                  <a:pt x="8324879" y="2111235"/>
                </a:lnTo>
                <a:lnTo>
                  <a:pt x="8400088" y="2172005"/>
                </a:lnTo>
                <a:lnTo>
                  <a:pt x="8475907" y="2232012"/>
                </a:lnTo>
                <a:lnTo>
                  <a:pt x="8552431" y="2291124"/>
                </a:lnTo>
                <a:lnTo>
                  <a:pt x="8629440" y="2349589"/>
                </a:lnTo>
                <a:lnTo>
                  <a:pt x="8707145" y="2407148"/>
                </a:lnTo>
                <a:lnTo>
                  <a:pt x="8785727" y="2463479"/>
                </a:lnTo>
                <a:lnTo>
                  <a:pt x="8864908" y="2518972"/>
                </a:lnTo>
                <a:lnTo>
                  <a:pt x="8944737" y="2573550"/>
                </a:lnTo>
                <a:lnTo>
                  <a:pt x="9025623" y="2626519"/>
                </a:lnTo>
                <a:lnTo>
                  <a:pt x="9107214" y="2678411"/>
                </a:lnTo>
                <a:lnTo>
                  <a:pt x="9189501" y="2729189"/>
                </a:lnTo>
                <a:lnTo>
                  <a:pt x="9272673" y="2778500"/>
                </a:lnTo>
                <a:lnTo>
                  <a:pt x="9356798" y="2826172"/>
                </a:lnTo>
                <a:lnTo>
                  <a:pt x="9441637" y="2872550"/>
                </a:lnTo>
                <a:lnTo>
                  <a:pt x="9527210" y="2917574"/>
                </a:lnTo>
                <a:lnTo>
                  <a:pt x="9613687" y="2960846"/>
                </a:lnTo>
                <a:lnTo>
                  <a:pt x="9701012" y="3002356"/>
                </a:lnTo>
                <a:lnTo>
                  <a:pt x="9789043" y="3042352"/>
                </a:lnTo>
                <a:lnTo>
                  <a:pt x="9877768" y="3080766"/>
                </a:lnTo>
                <a:lnTo>
                  <a:pt x="9967189" y="3117571"/>
                </a:lnTo>
                <a:lnTo>
                  <a:pt x="10057448" y="3152261"/>
                </a:lnTo>
                <a:lnTo>
                  <a:pt x="10148316" y="3185303"/>
                </a:lnTo>
                <a:lnTo>
                  <a:pt x="10191750" y="3251397"/>
                </a:lnTo>
                <a:lnTo>
                  <a:pt x="10191750" y="3348095"/>
                </a:lnTo>
                <a:lnTo>
                  <a:pt x="10191750" y="3444792"/>
                </a:lnTo>
                <a:lnTo>
                  <a:pt x="10191750" y="3541490"/>
                </a:lnTo>
                <a:lnTo>
                  <a:pt x="10153021" y="3599450"/>
                </a:lnTo>
                <a:lnTo>
                  <a:pt x="10056324" y="3599450"/>
                </a:lnTo>
                <a:lnTo>
                  <a:pt x="9959626" y="3599450"/>
                </a:lnTo>
                <a:lnTo>
                  <a:pt x="9862937" y="3599450"/>
                </a:lnTo>
                <a:lnTo>
                  <a:pt x="9766240" y="3599450"/>
                </a:lnTo>
                <a:lnTo>
                  <a:pt x="9669542" y="3599450"/>
                </a:lnTo>
                <a:lnTo>
                  <a:pt x="9572844" y="3599450"/>
                </a:lnTo>
                <a:lnTo>
                  <a:pt x="9476156" y="3599450"/>
                </a:lnTo>
                <a:lnTo>
                  <a:pt x="9379458" y="3599450"/>
                </a:lnTo>
                <a:lnTo>
                  <a:pt x="9282760" y="3599450"/>
                </a:lnTo>
                <a:lnTo>
                  <a:pt x="9186062" y="3599450"/>
                </a:lnTo>
                <a:lnTo>
                  <a:pt x="9089374" y="3599450"/>
                </a:lnTo>
                <a:lnTo>
                  <a:pt x="8992676" y="3599450"/>
                </a:lnTo>
                <a:lnTo>
                  <a:pt x="8895979" y="3599450"/>
                </a:lnTo>
                <a:lnTo>
                  <a:pt x="8799281" y="3599450"/>
                </a:lnTo>
                <a:lnTo>
                  <a:pt x="8702592" y="3599450"/>
                </a:lnTo>
                <a:lnTo>
                  <a:pt x="8605895" y="3599450"/>
                </a:lnTo>
                <a:lnTo>
                  <a:pt x="8509197" y="3599450"/>
                </a:lnTo>
                <a:lnTo>
                  <a:pt x="8412499" y="3599450"/>
                </a:lnTo>
                <a:lnTo>
                  <a:pt x="8315811" y="3599450"/>
                </a:lnTo>
                <a:lnTo>
                  <a:pt x="8219113" y="3599450"/>
                </a:lnTo>
                <a:lnTo>
                  <a:pt x="8122415" y="3599450"/>
                </a:lnTo>
                <a:lnTo>
                  <a:pt x="8025717" y="3599450"/>
                </a:lnTo>
                <a:lnTo>
                  <a:pt x="7929029" y="3599450"/>
                </a:lnTo>
                <a:lnTo>
                  <a:pt x="7832331" y="3599450"/>
                </a:lnTo>
                <a:lnTo>
                  <a:pt x="7735634" y="3599450"/>
                </a:lnTo>
                <a:lnTo>
                  <a:pt x="7638936" y="3599450"/>
                </a:lnTo>
                <a:lnTo>
                  <a:pt x="7542247" y="3599450"/>
                </a:lnTo>
                <a:lnTo>
                  <a:pt x="7445550" y="3599450"/>
                </a:lnTo>
                <a:lnTo>
                  <a:pt x="7348852" y="3599450"/>
                </a:lnTo>
                <a:lnTo>
                  <a:pt x="7252154" y="3599450"/>
                </a:lnTo>
                <a:lnTo>
                  <a:pt x="7155456" y="3599450"/>
                </a:lnTo>
                <a:lnTo>
                  <a:pt x="7058768" y="3599450"/>
                </a:lnTo>
                <a:lnTo>
                  <a:pt x="6962070" y="3599450"/>
                </a:lnTo>
                <a:lnTo>
                  <a:pt x="6865372" y="3599450"/>
                </a:lnTo>
                <a:lnTo>
                  <a:pt x="6768684" y="3599450"/>
                </a:lnTo>
                <a:lnTo>
                  <a:pt x="6671986" y="3599450"/>
                </a:lnTo>
                <a:lnTo>
                  <a:pt x="6575288" y="3599450"/>
                </a:lnTo>
                <a:lnTo>
                  <a:pt x="6478591" y="3599450"/>
                </a:lnTo>
                <a:lnTo>
                  <a:pt x="6381902" y="3599450"/>
                </a:lnTo>
                <a:lnTo>
                  <a:pt x="6285205" y="3599450"/>
                </a:lnTo>
                <a:lnTo>
                  <a:pt x="6188507" y="3599450"/>
                </a:lnTo>
                <a:lnTo>
                  <a:pt x="6091809" y="3599450"/>
                </a:lnTo>
                <a:lnTo>
                  <a:pt x="5995121" y="3599450"/>
                </a:lnTo>
                <a:lnTo>
                  <a:pt x="5898423" y="3599450"/>
                </a:lnTo>
                <a:lnTo>
                  <a:pt x="5801725" y="3599450"/>
                </a:lnTo>
                <a:lnTo>
                  <a:pt x="5705027" y="3599450"/>
                </a:lnTo>
                <a:lnTo>
                  <a:pt x="5608339" y="3599450"/>
                </a:lnTo>
                <a:lnTo>
                  <a:pt x="5511641" y="3599450"/>
                </a:lnTo>
                <a:lnTo>
                  <a:pt x="5414943" y="3599450"/>
                </a:lnTo>
                <a:lnTo>
                  <a:pt x="5318246" y="3599450"/>
                </a:lnTo>
                <a:lnTo>
                  <a:pt x="5221557" y="3599450"/>
                </a:lnTo>
                <a:lnTo>
                  <a:pt x="5124860" y="3599450"/>
                </a:lnTo>
                <a:lnTo>
                  <a:pt x="5028162" y="3599450"/>
                </a:lnTo>
                <a:lnTo>
                  <a:pt x="4931464" y="3599450"/>
                </a:lnTo>
                <a:lnTo>
                  <a:pt x="4834776" y="3599450"/>
                </a:lnTo>
                <a:lnTo>
                  <a:pt x="4738078" y="3599450"/>
                </a:lnTo>
                <a:lnTo>
                  <a:pt x="4641380" y="3599450"/>
                </a:lnTo>
                <a:lnTo>
                  <a:pt x="4544682" y="3599450"/>
                </a:lnTo>
                <a:lnTo>
                  <a:pt x="4447994" y="3599450"/>
                </a:lnTo>
                <a:lnTo>
                  <a:pt x="4351296" y="3599450"/>
                </a:lnTo>
                <a:lnTo>
                  <a:pt x="4254598" y="3599450"/>
                </a:lnTo>
                <a:lnTo>
                  <a:pt x="4157901" y="3599450"/>
                </a:lnTo>
                <a:lnTo>
                  <a:pt x="4061212" y="3599450"/>
                </a:lnTo>
                <a:lnTo>
                  <a:pt x="3964515" y="3599450"/>
                </a:lnTo>
                <a:lnTo>
                  <a:pt x="3867817" y="3599450"/>
                </a:lnTo>
                <a:lnTo>
                  <a:pt x="3771119" y="3599450"/>
                </a:lnTo>
                <a:lnTo>
                  <a:pt x="3674431" y="3599450"/>
                </a:lnTo>
                <a:lnTo>
                  <a:pt x="3577733" y="3599450"/>
                </a:lnTo>
                <a:lnTo>
                  <a:pt x="3481035" y="3599450"/>
                </a:lnTo>
                <a:lnTo>
                  <a:pt x="3384337" y="3599450"/>
                </a:lnTo>
                <a:lnTo>
                  <a:pt x="3287639" y="3599450"/>
                </a:lnTo>
                <a:lnTo>
                  <a:pt x="3190951" y="3599450"/>
                </a:lnTo>
                <a:lnTo>
                  <a:pt x="3094253" y="3599450"/>
                </a:lnTo>
                <a:lnTo>
                  <a:pt x="2997556" y="3599450"/>
                </a:lnTo>
                <a:lnTo>
                  <a:pt x="2900858" y="3599450"/>
                </a:lnTo>
                <a:lnTo>
                  <a:pt x="2804170" y="3599450"/>
                </a:lnTo>
                <a:lnTo>
                  <a:pt x="2707472" y="3599450"/>
                </a:lnTo>
                <a:lnTo>
                  <a:pt x="2610774" y="3599450"/>
                </a:lnTo>
                <a:lnTo>
                  <a:pt x="2514086" y="3599450"/>
                </a:lnTo>
                <a:lnTo>
                  <a:pt x="2417388" y="3599450"/>
                </a:lnTo>
                <a:lnTo>
                  <a:pt x="2320690" y="3599450"/>
                </a:lnTo>
                <a:lnTo>
                  <a:pt x="2223992" y="3599450"/>
                </a:lnTo>
                <a:lnTo>
                  <a:pt x="2127304" y="3599450"/>
                </a:lnTo>
                <a:lnTo>
                  <a:pt x="2030606" y="3599450"/>
                </a:lnTo>
                <a:lnTo>
                  <a:pt x="1933908" y="3599450"/>
                </a:lnTo>
                <a:lnTo>
                  <a:pt x="1837211" y="3599450"/>
                </a:lnTo>
                <a:lnTo>
                  <a:pt x="1740513" y="3599450"/>
                </a:lnTo>
                <a:lnTo>
                  <a:pt x="1643825" y="3599450"/>
                </a:lnTo>
                <a:lnTo>
                  <a:pt x="1547127" y="3599450"/>
                </a:lnTo>
                <a:lnTo>
                  <a:pt x="1450429" y="3599450"/>
                </a:lnTo>
                <a:lnTo>
                  <a:pt x="1353741" y="3599450"/>
                </a:lnTo>
                <a:lnTo>
                  <a:pt x="1257043" y="3599450"/>
                </a:lnTo>
                <a:lnTo>
                  <a:pt x="1160345" y="3599450"/>
                </a:lnTo>
                <a:lnTo>
                  <a:pt x="1063647" y="3599450"/>
                </a:lnTo>
                <a:lnTo>
                  <a:pt x="966959" y="3599450"/>
                </a:lnTo>
                <a:lnTo>
                  <a:pt x="870261" y="3599450"/>
                </a:lnTo>
                <a:lnTo>
                  <a:pt x="773563" y="3599450"/>
                </a:lnTo>
                <a:lnTo>
                  <a:pt x="676866" y="3599450"/>
                </a:lnTo>
                <a:lnTo>
                  <a:pt x="580168" y="3599450"/>
                </a:lnTo>
                <a:lnTo>
                  <a:pt x="483479" y="3599450"/>
                </a:lnTo>
                <a:lnTo>
                  <a:pt x="386782" y="3599450"/>
                </a:lnTo>
                <a:lnTo>
                  <a:pt x="290084" y="3599450"/>
                </a:lnTo>
                <a:lnTo>
                  <a:pt x="193386" y="3599450"/>
                </a:lnTo>
                <a:lnTo>
                  <a:pt x="96698" y="3599450"/>
                </a:lnTo>
                <a:lnTo>
                  <a:pt x="0" y="3599450"/>
                </a:lnTo>
                <a:close/>
              </a:path>
            </a:pathLst>
          </a:custGeom>
          <a:solidFill xmlns:a="http://schemas.openxmlformats.org/drawingml/2006/main">
            <a:srgbClr val="F2F7FD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" name="spectrum-density-curve">
            <a:extLst xmlns:a="http://schemas.openxmlformats.org/drawingml/2006/main">
              <a:ext uri="{FF2B5EF4-FFF2-40B4-BE49-F238E27FC236}">
                <a16:creationId xmlns:a16="http://schemas.microsoft.com/office/drawing/2014/main" id="{AE6CC814-A8DF-4B7B-B85B-5616610DA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0125" y="1619250"/>
            <a:ext cx="10191750" cy="3201829"/>
          </a:xfrm>
          <a:custGeom xmlns:a="http://schemas.openxmlformats.org/drawingml/2006/main">
            <a:pathLst>
              <a:path w="10191750" h="3201829">
                <a:moveTo>
                  <a:pt x="0" y="3201829"/>
                </a:moveTo>
                <a:lnTo>
                  <a:pt x="47939" y="3184693"/>
                </a:lnTo>
                <a:lnTo>
                  <a:pt x="95879" y="3167558"/>
                </a:lnTo>
                <a:lnTo>
                  <a:pt x="143542" y="3149708"/>
                </a:lnTo>
                <a:lnTo>
                  <a:pt x="191062" y="3131439"/>
                </a:lnTo>
                <a:lnTo>
                  <a:pt x="238468" y="3112884"/>
                </a:lnTo>
                <a:lnTo>
                  <a:pt x="285540" y="3093491"/>
                </a:lnTo>
                <a:lnTo>
                  <a:pt x="332603" y="3074089"/>
                </a:lnTo>
                <a:lnTo>
                  <a:pt x="379247" y="3053705"/>
                </a:lnTo>
                <a:lnTo>
                  <a:pt x="425825" y="3033141"/>
                </a:lnTo>
                <a:lnTo>
                  <a:pt x="472173" y="3012110"/>
                </a:lnTo>
                <a:lnTo>
                  <a:pt x="518217" y="2990402"/>
                </a:lnTo>
                <a:lnTo>
                  <a:pt x="564271" y="2968695"/>
                </a:lnTo>
                <a:lnTo>
                  <a:pt x="609819" y="2945959"/>
                </a:lnTo>
                <a:lnTo>
                  <a:pt x="655339" y="2923175"/>
                </a:lnTo>
                <a:lnTo>
                  <a:pt x="700602" y="2899867"/>
                </a:lnTo>
                <a:lnTo>
                  <a:pt x="745550" y="2875969"/>
                </a:lnTo>
                <a:lnTo>
                  <a:pt x="790499" y="2852080"/>
                </a:lnTo>
                <a:lnTo>
                  <a:pt x="834914" y="2827191"/>
                </a:lnTo>
                <a:lnTo>
                  <a:pt x="879300" y="2802255"/>
                </a:lnTo>
                <a:lnTo>
                  <a:pt x="923439" y="2776909"/>
                </a:lnTo>
                <a:lnTo>
                  <a:pt x="967235" y="2750953"/>
                </a:lnTo>
                <a:lnTo>
                  <a:pt x="1011022" y="2724988"/>
                </a:lnTo>
                <a:lnTo>
                  <a:pt x="1054332" y="2698242"/>
                </a:lnTo>
                <a:lnTo>
                  <a:pt x="1097537" y="2671315"/>
                </a:lnTo>
                <a:lnTo>
                  <a:pt x="1140628" y="2644207"/>
                </a:lnTo>
                <a:lnTo>
                  <a:pt x="1183224" y="2616327"/>
                </a:lnTo>
                <a:lnTo>
                  <a:pt x="1225820" y="2588457"/>
                </a:lnTo>
                <a:lnTo>
                  <a:pt x="1268120" y="2560120"/>
                </a:lnTo>
                <a:lnTo>
                  <a:pt x="1310135" y="2531393"/>
                </a:lnTo>
                <a:lnTo>
                  <a:pt x="1352159" y="2502656"/>
                </a:lnTo>
                <a:lnTo>
                  <a:pt x="1393717" y="2473252"/>
                </a:lnTo>
                <a:lnTo>
                  <a:pt x="1435179" y="2443715"/>
                </a:lnTo>
                <a:lnTo>
                  <a:pt x="1476585" y="2414092"/>
                </a:lnTo>
                <a:lnTo>
                  <a:pt x="1517494" y="2383793"/>
                </a:lnTo>
                <a:lnTo>
                  <a:pt x="1558395" y="2353485"/>
                </a:lnTo>
                <a:lnTo>
                  <a:pt x="1599133" y="2322957"/>
                </a:lnTo>
                <a:lnTo>
                  <a:pt x="1639519" y="2291972"/>
                </a:lnTo>
                <a:lnTo>
                  <a:pt x="1679915" y="2260987"/>
                </a:lnTo>
                <a:lnTo>
                  <a:pt x="1720053" y="2229679"/>
                </a:lnTo>
                <a:lnTo>
                  <a:pt x="1759972" y="2198084"/>
                </a:lnTo>
                <a:lnTo>
                  <a:pt x="1799892" y="2166490"/>
                </a:lnTo>
                <a:lnTo>
                  <a:pt x="1839506" y="2134514"/>
                </a:lnTo>
                <a:lnTo>
                  <a:pt x="1878987" y="2102377"/>
                </a:lnTo>
                <a:lnTo>
                  <a:pt x="1918459" y="2070230"/>
                </a:lnTo>
                <a:lnTo>
                  <a:pt x="1957588" y="2037664"/>
                </a:lnTo>
                <a:lnTo>
                  <a:pt x="1996650" y="2005013"/>
                </a:lnTo>
                <a:lnTo>
                  <a:pt x="2035702" y="1972361"/>
                </a:lnTo>
                <a:lnTo>
                  <a:pt x="2074459" y="1939357"/>
                </a:lnTo>
                <a:lnTo>
                  <a:pt x="2113197" y="1906324"/>
                </a:lnTo>
                <a:lnTo>
                  <a:pt x="2151926" y="1873282"/>
                </a:lnTo>
                <a:lnTo>
                  <a:pt x="2190340" y="1839878"/>
                </a:lnTo>
                <a:lnTo>
                  <a:pt x="2228755" y="1806473"/>
                </a:lnTo>
                <a:lnTo>
                  <a:pt x="2267160" y="1773050"/>
                </a:lnTo>
                <a:lnTo>
                  <a:pt x="2305345" y="1739389"/>
                </a:lnTo>
                <a:lnTo>
                  <a:pt x="2343541" y="1705727"/>
                </a:lnTo>
                <a:lnTo>
                  <a:pt x="2381717" y="1672047"/>
                </a:lnTo>
                <a:lnTo>
                  <a:pt x="2419731" y="1638186"/>
                </a:lnTo>
                <a:lnTo>
                  <a:pt x="2457745" y="1604324"/>
                </a:lnTo>
                <a:lnTo>
                  <a:pt x="2495741" y="1570453"/>
                </a:lnTo>
                <a:lnTo>
                  <a:pt x="2533621" y="1536430"/>
                </a:lnTo>
                <a:lnTo>
                  <a:pt x="2571493" y="1502416"/>
                </a:lnTo>
                <a:lnTo>
                  <a:pt x="2609364" y="1468403"/>
                </a:lnTo>
                <a:lnTo>
                  <a:pt x="2647236" y="1434379"/>
                </a:lnTo>
                <a:lnTo>
                  <a:pt x="2685107" y="1400366"/>
                </a:lnTo>
                <a:lnTo>
                  <a:pt x="2722988" y="1366342"/>
                </a:lnTo>
                <a:lnTo>
                  <a:pt x="2760878" y="1332347"/>
                </a:lnTo>
                <a:lnTo>
                  <a:pt x="2798759" y="1298343"/>
                </a:lnTo>
                <a:lnTo>
                  <a:pt x="2836669" y="1264358"/>
                </a:lnTo>
                <a:lnTo>
                  <a:pt x="2874664" y="1230487"/>
                </a:lnTo>
                <a:lnTo>
                  <a:pt x="2912669" y="1196607"/>
                </a:lnTo>
                <a:lnTo>
                  <a:pt x="2950702" y="1162774"/>
                </a:lnTo>
                <a:lnTo>
                  <a:pt x="2988907" y="1129122"/>
                </a:lnTo>
                <a:lnTo>
                  <a:pt x="3027112" y="1095480"/>
                </a:lnTo>
                <a:lnTo>
                  <a:pt x="3065374" y="1061895"/>
                </a:lnTo>
                <a:lnTo>
                  <a:pt x="3103836" y="1028548"/>
                </a:lnTo>
                <a:lnTo>
                  <a:pt x="3142298" y="995201"/>
                </a:lnTo>
                <a:lnTo>
                  <a:pt x="3180855" y="961958"/>
                </a:lnTo>
                <a:lnTo>
                  <a:pt x="3219688" y="929040"/>
                </a:lnTo>
                <a:lnTo>
                  <a:pt x="3258522" y="896122"/>
                </a:lnTo>
                <a:lnTo>
                  <a:pt x="3297498" y="863375"/>
                </a:lnTo>
                <a:lnTo>
                  <a:pt x="3336769" y="830980"/>
                </a:lnTo>
                <a:lnTo>
                  <a:pt x="3376031" y="798576"/>
                </a:lnTo>
                <a:lnTo>
                  <a:pt x="3415551" y="766486"/>
                </a:lnTo>
                <a:lnTo>
                  <a:pt x="3455356" y="734749"/>
                </a:lnTo>
                <a:lnTo>
                  <a:pt x="3495161" y="703012"/>
                </a:lnTo>
                <a:lnTo>
                  <a:pt x="3535347" y="671770"/>
                </a:lnTo>
                <a:lnTo>
                  <a:pt x="3575780" y="640832"/>
                </a:lnTo>
                <a:lnTo>
                  <a:pt x="3616204" y="609895"/>
                </a:lnTo>
                <a:lnTo>
                  <a:pt x="3657209" y="579730"/>
                </a:lnTo>
                <a:lnTo>
                  <a:pt x="3698348" y="549735"/>
                </a:lnTo>
                <a:lnTo>
                  <a:pt x="3739534" y="519808"/>
                </a:lnTo>
                <a:lnTo>
                  <a:pt x="3781473" y="490957"/>
                </a:lnTo>
                <a:lnTo>
                  <a:pt x="3823411" y="462105"/>
                </a:lnTo>
                <a:lnTo>
                  <a:pt x="3865664" y="433721"/>
                </a:lnTo>
                <a:lnTo>
                  <a:pt x="3908479" y="406175"/>
                </a:lnTo>
                <a:lnTo>
                  <a:pt x="3951294" y="378628"/>
                </a:lnTo>
                <a:lnTo>
                  <a:pt x="3994766" y="352158"/>
                </a:lnTo>
                <a:lnTo>
                  <a:pt x="4038505" y="326107"/>
                </a:lnTo>
                <a:lnTo>
                  <a:pt x="4082377" y="300295"/>
                </a:lnTo>
                <a:lnTo>
                  <a:pt x="4127125" y="276015"/>
                </a:lnTo>
                <a:lnTo>
                  <a:pt x="4171874" y="251746"/>
                </a:lnTo>
                <a:lnTo>
                  <a:pt x="4217222" y="228629"/>
                </a:lnTo>
                <a:lnTo>
                  <a:pt x="4262980" y="206312"/>
                </a:lnTo>
                <a:lnTo>
                  <a:pt x="4308853" y="184271"/>
                </a:lnTo>
                <a:lnTo>
                  <a:pt x="4355640" y="164201"/>
                </a:lnTo>
                <a:lnTo>
                  <a:pt x="4402426" y="144132"/>
                </a:lnTo>
                <a:lnTo>
                  <a:pt x="4449909" y="125816"/>
                </a:lnTo>
                <a:lnTo>
                  <a:pt x="4497695" y="108252"/>
                </a:lnTo>
                <a:lnTo>
                  <a:pt x="4545778" y="91602"/>
                </a:lnTo>
                <a:lnTo>
                  <a:pt x="4594489" y="76800"/>
                </a:lnTo>
                <a:lnTo>
                  <a:pt x="4643209" y="62017"/>
                </a:lnTo>
                <a:lnTo>
                  <a:pt x="4692720" y="50197"/>
                </a:lnTo>
                <a:lnTo>
                  <a:pt x="4742231" y="38367"/>
                </a:lnTo>
                <a:lnTo>
                  <a:pt x="4792228" y="28861"/>
                </a:lnTo>
                <a:lnTo>
                  <a:pt x="4842405" y="20250"/>
                </a:lnTo>
                <a:lnTo>
                  <a:pt x="4892792" y="13202"/>
                </a:lnTo>
                <a:lnTo>
                  <a:pt x="4943427" y="7963"/>
                </a:lnTo>
                <a:lnTo>
                  <a:pt x="4994119" y="3505"/>
                </a:lnTo>
                <a:lnTo>
                  <a:pt x="5044992" y="1753"/>
                </a:lnTo>
                <a:lnTo>
                  <a:pt x="5095875" y="0"/>
                </a:lnTo>
                <a:lnTo>
                  <a:pt x="5146748" y="1753"/>
                </a:lnTo>
                <a:lnTo>
                  <a:pt x="5197631" y="3505"/>
                </a:lnTo>
                <a:lnTo>
                  <a:pt x="5248323" y="7963"/>
                </a:lnTo>
                <a:lnTo>
                  <a:pt x="5298958" y="13202"/>
                </a:lnTo>
                <a:lnTo>
                  <a:pt x="5349345" y="20250"/>
                </a:lnTo>
                <a:lnTo>
                  <a:pt x="5399522" y="28861"/>
                </a:lnTo>
                <a:lnTo>
                  <a:pt x="5449510" y="38367"/>
                </a:lnTo>
                <a:lnTo>
                  <a:pt x="5499030" y="50197"/>
                </a:lnTo>
                <a:lnTo>
                  <a:pt x="5548541" y="62017"/>
                </a:lnTo>
                <a:lnTo>
                  <a:pt x="5597261" y="76800"/>
                </a:lnTo>
                <a:lnTo>
                  <a:pt x="5645963" y="91602"/>
                </a:lnTo>
                <a:lnTo>
                  <a:pt x="5694055" y="108252"/>
                </a:lnTo>
                <a:lnTo>
                  <a:pt x="5741841" y="125816"/>
                </a:lnTo>
                <a:lnTo>
                  <a:pt x="5789324" y="144132"/>
                </a:lnTo>
                <a:lnTo>
                  <a:pt x="5836110" y="164201"/>
                </a:lnTo>
                <a:lnTo>
                  <a:pt x="5882897" y="184261"/>
                </a:lnTo>
                <a:lnTo>
                  <a:pt x="5928770" y="206312"/>
                </a:lnTo>
                <a:lnTo>
                  <a:pt x="5974528" y="228629"/>
                </a:lnTo>
                <a:lnTo>
                  <a:pt x="6019876" y="251746"/>
                </a:lnTo>
                <a:lnTo>
                  <a:pt x="6064625" y="276015"/>
                </a:lnTo>
                <a:lnTo>
                  <a:pt x="6109373" y="300295"/>
                </a:lnTo>
                <a:lnTo>
                  <a:pt x="6153236" y="326107"/>
                </a:lnTo>
                <a:lnTo>
                  <a:pt x="6196984" y="352158"/>
                </a:lnTo>
                <a:lnTo>
                  <a:pt x="6240456" y="378628"/>
                </a:lnTo>
                <a:lnTo>
                  <a:pt x="6283271" y="406175"/>
                </a:lnTo>
                <a:lnTo>
                  <a:pt x="6326076" y="433721"/>
                </a:lnTo>
                <a:lnTo>
                  <a:pt x="6368339" y="462096"/>
                </a:lnTo>
                <a:lnTo>
                  <a:pt x="6410277" y="490957"/>
                </a:lnTo>
                <a:lnTo>
                  <a:pt x="6452216" y="519808"/>
                </a:lnTo>
                <a:lnTo>
                  <a:pt x="6493402" y="549735"/>
                </a:lnTo>
                <a:lnTo>
                  <a:pt x="6534531" y="579730"/>
                </a:lnTo>
                <a:lnTo>
                  <a:pt x="6575536" y="609895"/>
                </a:lnTo>
                <a:lnTo>
                  <a:pt x="6615970" y="640832"/>
                </a:lnTo>
                <a:lnTo>
                  <a:pt x="6656403" y="671770"/>
                </a:lnTo>
                <a:lnTo>
                  <a:pt x="6696589" y="703012"/>
                </a:lnTo>
                <a:lnTo>
                  <a:pt x="6736394" y="734749"/>
                </a:lnTo>
                <a:lnTo>
                  <a:pt x="6776199" y="766486"/>
                </a:lnTo>
                <a:lnTo>
                  <a:pt x="6815709" y="798576"/>
                </a:lnTo>
                <a:lnTo>
                  <a:pt x="6854981" y="830980"/>
                </a:lnTo>
                <a:lnTo>
                  <a:pt x="6894252" y="863375"/>
                </a:lnTo>
                <a:lnTo>
                  <a:pt x="6933228" y="896112"/>
                </a:lnTo>
                <a:lnTo>
                  <a:pt x="6972062" y="929040"/>
                </a:lnTo>
                <a:lnTo>
                  <a:pt x="7010895" y="961958"/>
                </a:lnTo>
                <a:lnTo>
                  <a:pt x="7049453" y="995191"/>
                </a:lnTo>
                <a:lnTo>
                  <a:pt x="7087914" y="1028548"/>
                </a:lnTo>
                <a:lnTo>
                  <a:pt x="7126376" y="1061895"/>
                </a:lnTo>
                <a:lnTo>
                  <a:pt x="7164629" y="1095480"/>
                </a:lnTo>
                <a:lnTo>
                  <a:pt x="7202843" y="1129122"/>
                </a:lnTo>
                <a:lnTo>
                  <a:pt x="7241048" y="1162764"/>
                </a:lnTo>
                <a:lnTo>
                  <a:pt x="7279081" y="1196607"/>
                </a:lnTo>
                <a:lnTo>
                  <a:pt x="7317076" y="1230487"/>
                </a:lnTo>
                <a:lnTo>
                  <a:pt x="7355081" y="1264358"/>
                </a:lnTo>
                <a:lnTo>
                  <a:pt x="7392981" y="1298343"/>
                </a:lnTo>
                <a:lnTo>
                  <a:pt x="7430872" y="1332347"/>
                </a:lnTo>
                <a:lnTo>
                  <a:pt x="7468762" y="1366342"/>
                </a:lnTo>
                <a:lnTo>
                  <a:pt x="7506633" y="1400366"/>
                </a:lnTo>
                <a:lnTo>
                  <a:pt x="7544514" y="1434379"/>
                </a:lnTo>
                <a:lnTo>
                  <a:pt x="7582386" y="1468403"/>
                </a:lnTo>
                <a:lnTo>
                  <a:pt x="7620257" y="1502416"/>
                </a:lnTo>
                <a:lnTo>
                  <a:pt x="7658129" y="1536430"/>
                </a:lnTo>
                <a:lnTo>
                  <a:pt x="7696010" y="1570453"/>
                </a:lnTo>
                <a:lnTo>
                  <a:pt x="7734005" y="1604324"/>
                </a:lnTo>
                <a:lnTo>
                  <a:pt x="7772019" y="1638186"/>
                </a:lnTo>
                <a:lnTo>
                  <a:pt x="7810033" y="1672047"/>
                </a:lnTo>
                <a:lnTo>
                  <a:pt x="7848209" y="1705727"/>
                </a:lnTo>
                <a:lnTo>
                  <a:pt x="7886405" y="1739389"/>
                </a:lnTo>
                <a:lnTo>
                  <a:pt x="7924590" y="1773050"/>
                </a:lnTo>
                <a:lnTo>
                  <a:pt x="7962995" y="1806473"/>
                </a:lnTo>
                <a:lnTo>
                  <a:pt x="8001410" y="1839878"/>
                </a:lnTo>
                <a:lnTo>
                  <a:pt x="8039824" y="1873282"/>
                </a:lnTo>
                <a:lnTo>
                  <a:pt x="8078553" y="1906324"/>
                </a:lnTo>
                <a:lnTo>
                  <a:pt x="8117291" y="1939357"/>
                </a:lnTo>
                <a:lnTo>
                  <a:pt x="8156048" y="1972361"/>
                </a:lnTo>
                <a:lnTo>
                  <a:pt x="8195100" y="2005013"/>
                </a:lnTo>
                <a:lnTo>
                  <a:pt x="8234162" y="2037664"/>
                </a:lnTo>
                <a:lnTo>
                  <a:pt x="8273291" y="2070230"/>
                </a:lnTo>
                <a:lnTo>
                  <a:pt x="8312763" y="2102368"/>
                </a:lnTo>
                <a:lnTo>
                  <a:pt x="8352244" y="2134514"/>
                </a:lnTo>
                <a:lnTo>
                  <a:pt x="8391858" y="2166490"/>
                </a:lnTo>
                <a:lnTo>
                  <a:pt x="8431778" y="2198084"/>
                </a:lnTo>
                <a:lnTo>
                  <a:pt x="8471697" y="2229679"/>
                </a:lnTo>
                <a:lnTo>
                  <a:pt x="8511835" y="2260987"/>
                </a:lnTo>
                <a:lnTo>
                  <a:pt x="8552221" y="2291972"/>
                </a:lnTo>
                <a:lnTo>
                  <a:pt x="8592617" y="2322957"/>
                </a:lnTo>
                <a:lnTo>
                  <a:pt x="8633355" y="2353485"/>
                </a:lnTo>
                <a:lnTo>
                  <a:pt x="8674256" y="2383793"/>
                </a:lnTo>
                <a:lnTo>
                  <a:pt x="8715165" y="2414092"/>
                </a:lnTo>
                <a:lnTo>
                  <a:pt x="8756571" y="2443705"/>
                </a:lnTo>
                <a:lnTo>
                  <a:pt x="8798033" y="2473242"/>
                </a:lnTo>
                <a:lnTo>
                  <a:pt x="8839581" y="2502656"/>
                </a:lnTo>
                <a:lnTo>
                  <a:pt x="8881605" y="2531393"/>
                </a:lnTo>
                <a:lnTo>
                  <a:pt x="8923630" y="2560120"/>
                </a:lnTo>
                <a:lnTo>
                  <a:pt x="8965921" y="2588457"/>
                </a:lnTo>
                <a:lnTo>
                  <a:pt x="9008526" y="2616327"/>
                </a:lnTo>
                <a:lnTo>
                  <a:pt x="9051122" y="2644207"/>
                </a:lnTo>
                <a:lnTo>
                  <a:pt x="9094213" y="2671315"/>
                </a:lnTo>
                <a:lnTo>
                  <a:pt x="9137418" y="2698232"/>
                </a:lnTo>
                <a:lnTo>
                  <a:pt x="9180728" y="2724988"/>
                </a:lnTo>
                <a:lnTo>
                  <a:pt x="9224515" y="2750944"/>
                </a:lnTo>
                <a:lnTo>
                  <a:pt x="9268311" y="2776909"/>
                </a:lnTo>
                <a:lnTo>
                  <a:pt x="9312450" y="2802255"/>
                </a:lnTo>
                <a:lnTo>
                  <a:pt x="9356836" y="2827191"/>
                </a:lnTo>
                <a:lnTo>
                  <a:pt x="9401242" y="2852080"/>
                </a:lnTo>
                <a:lnTo>
                  <a:pt x="9446200" y="2875969"/>
                </a:lnTo>
                <a:lnTo>
                  <a:pt x="9491148" y="2899867"/>
                </a:lnTo>
                <a:lnTo>
                  <a:pt x="9536411" y="2923175"/>
                </a:lnTo>
                <a:lnTo>
                  <a:pt x="9581931" y="2945959"/>
                </a:lnTo>
                <a:lnTo>
                  <a:pt x="9627479" y="2968695"/>
                </a:lnTo>
                <a:lnTo>
                  <a:pt x="9673523" y="2990402"/>
                </a:lnTo>
                <a:lnTo>
                  <a:pt x="9719577" y="3012110"/>
                </a:lnTo>
                <a:lnTo>
                  <a:pt x="9765925" y="3033141"/>
                </a:lnTo>
                <a:lnTo>
                  <a:pt x="9812503" y="3053705"/>
                </a:lnTo>
                <a:lnTo>
                  <a:pt x="9859147" y="3074089"/>
                </a:lnTo>
                <a:lnTo>
                  <a:pt x="9906210" y="3093491"/>
                </a:lnTo>
                <a:lnTo>
                  <a:pt x="9953282" y="3112884"/>
                </a:lnTo>
                <a:lnTo>
                  <a:pt x="10000688" y="3131439"/>
                </a:lnTo>
                <a:lnTo>
                  <a:pt x="10048199" y="3149708"/>
                </a:lnTo>
                <a:lnTo>
                  <a:pt x="10095871" y="3167558"/>
                </a:lnTo>
                <a:lnTo>
                  <a:pt x="10143811" y="3184693"/>
                </a:lnTo>
                <a:lnTo>
                  <a:pt x="10191750" y="3201829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5DCF4"/>
            </a:solidFill>
            <a:prstDash val="solid"/>
          </a:ln>
        </p:spPr>
      </p:sp>
      <p:sp>
        <p:nvSpPr>
          <p:cNvPr id="3" name="spectrum-underlay-0">
            <a:extLst xmlns:a="http://schemas.openxmlformats.org/drawingml/2006/main">
              <a:ext uri="{FF2B5EF4-FFF2-40B4-BE49-F238E27FC236}">
                <a16:creationId xmlns:a16="http://schemas.microsoft.com/office/drawing/2014/main" id="{A3DF64D3-6C67-477A-8A71-89551E665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9625" y="3000375"/>
            <a:ext cx="1992516" cy="1971675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DFEA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pectrum-card-0">
            <a:extLst xmlns:a="http://schemas.openxmlformats.org/drawingml/2006/main">
              <a:ext uri="{FF2B5EF4-FFF2-40B4-BE49-F238E27FC236}">
                <a16:creationId xmlns:a16="http://schemas.microsoft.com/office/drawing/2014/main" id="{5C1B2DC2-CB48-4748-A567-FDDFEA03E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9625" y="2933700"/>
            <a:ext cx="1992516" cy="1971675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5F8FC"/>
          </a:solidFill>
          <a:ln xmlns:a="http://schemas.openxmlformats.org/drawingml/2006/main" w="9525">
            <a:solidFill>
              <a:srgbClr val="CFDDE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5" name="spectrum-underlay-1">
            <a:extLst xmlns:a="http://schemas.openxmlformats.org/drawingml/2006/main">
              <a:ext uri="{FF2B5EF4-FFF2-40B4-BE49-F238E27FC236}">
                <a16:creationId xmlns:a16="http://schemas.microsoft.com/office/drawing/2014/main" id="{FCD60210-A253-40B0-9F63-564BCD1AF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4541" y="3000375"/>
            <a:ext cx="1992659" cy="1971675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DFEA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spectrum-card-1">
            <a:extLst xmlns:a="http://schemas.openxmlformats.org/drawingml/2006/main">
              <a:ext uri="{FF2B5EF4-FFF2-40B4-BE49-F238E27FC236}">
                <a16:creationId xmlns:a16="http://schemas.microsoft.com/office/drawing/2014/main" id="{C58BF99C-5C6E-4362-A5B3-BF7AFD5A1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4541" y="2933700"/>
            <a:ext cx="1992659" cy="1971675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5F8FC"/>
          </a:solidFill>
          <a:ln xmlns:a="http://schemas.openxmlformats.org/drawingml/2006/main" w="9525">
            <a:solidFill>
              <a:srgbClr val="CFDDE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7" name="spectrum-underlay-2">
            <a:extLst xmlns:a="http://schemas.openxmlformats.org/drawingml/2006/main">
              <a:ext uri="{FF2B5EF4-FFF2-40B4-BE49-F238E27FC236}">
                <a16:creationId xmlns:a16="http://schemas.microsoft.com/office/drawing/2014/main" id="{FA6A56C4-925A-4CE7-B7D5-249FF7918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99599" y="2619375"/>
            <a:ext cx="1992659" cy="2352675"/>
          </a:xfrm>
          <a:prstGeom xmlns:a="http://schemas.openxmlformats.org/drawingml/2006/main" prst="roundRect">
            <a:avLst>
              <a:gd name="adj" fmla="val 8604"/>
            </a:avLst>
          </a:prstGeom>
          <a:solidFill xmlns:a="http://schemas.openxmlformats.org/drawingml/2006/main">
            <a:srgbClr val="9FC2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spectrum-card-2">
            <a:extLst xmlns:a="http://schemas.openxmlformats.org/drawingml/2006/main">
              <a:ext uri="{FF2B5EF4-FFF2-40B4-BE49-F238E27FC236}">
                <a16:creationId xmlns:a16="http://schemas.microsoft.com/office/drawing/2014/main" id="{9C709CC8-570A-4C82-A901-42D677796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99599" y="2552700"/>
            <a:ext cx="1992659" cy="2352675"/>
          </a:xfrm>
          <a:prstGeom xmlns:a="http://schemas.openxmlformats.org/drawingml/2006/main" prst="roundRect">
            <a:avLst>
              <a:gd name="adj" fmla="val 8604"/>
            </a:avLst>
          </a:pr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2F5EA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9" name="spectrum-underlay-3">
            <a:extLst xmlns:a="http://schemas.openxmlformats.org/drawingml/2006/main">
              <a:ext uri="{FF2B5EF4-FFF2-40B4-BE49-F238E27FC236}">
                <a16:creationId xmlns:a16="http://schemas.microsoft.com/office/drawing/2014/main" id="{39E1C07E-63F0-4FCD-B031-787F99DC7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44658" y="3000375"/>
            <a:ext cx="1992659" cy="1971675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DFEA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spectrum-card-3">
            <a:extLst xmlns:a="http://schemas.openxmlformats.org/drawingml/2006/main">
              <a:ext uri="{FF2B5EF4-FFF2-40B4-BE49-F238E27FC236}">
                <a16:creationId xmlns:a16="http://schemas.microsoft.com/office/drawing/2014/main" id="{4FB85913-C58C-4B12-8B95-645823FB6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44658" y="2933700"/>
            <a:ext cx="1992659" cy="1971675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5F8FC"/>
          </a:solidFill>
          <a:ln xmlns:a="http://schemas.openxmlformats.org/drawingml/2006/main" w="9525">
            <a:solidFill>
              <a:srgbClr val="CFDDE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1" name="spectrum-underlay-4">
            <a:extLst xmlns:a="http://schemas.openxmlformats.org/drawingml/2006/main">
              <a:ext uri="{FF2B5EF4-FFF2-40B4-BE49-F238E27FC236}">
                <a16:creationId xmlns:a16="http://schemas.microsoft.com/office/drawing/2014/main" id="{08C6E52A-DEEE-4DB7-9AB8-8BC6F5152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389716" y="3000375"/>
            <a:ext cx="1992516" cy="1971675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DFEA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spectrum-card-4">
            <a:extLst xmlns:a="http://schemas.openxmlformats.org/drawingml/2006/main">
              <a:ext uri="{FF2B5EF4-FFF2-40B4-BE49-F238E27FC236}">
                <a16:creationId xmlns:a16="http://schemas.microsoft.com/office/drawing/2014/main" id="{0E951B4F-D674-4F2D-B8FF-D2B5E870D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389716" y="2933700"/>
            <a:ext cx="1992516" cy="1971675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5F8FC"/>
          </a:solidFill>
          <a:ln xmlns:a="http://schemas.openxmlformats.org/drawingml/2006/main" w="9525">
            <a:solidFill>
              <a:srgbClr val="CFDDE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3" name="spectrum-axis">
            <a:extLst xmlns:a="http://schemas.openxmlformats.org/drawingml/2006/main">
              <a:ext uri="{FF2B5EF4-FFF2-40B4-BE49-F238E27FC236}">
                <a16:creationId xmlns:a16="http://schemas.microsoft.com/office/drawing/2014/main" id="{FD35C707-53FA-4413-A610-645C9C188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71575" y="5381625"/>
            <a:ext cx="98107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FB3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spectrum-axis-arrow">
            <a:extLst xmlns:a="http://schemas.openxmlformats.org/drawingml/2006/main">
              <a:ext uri="{FF2B5EF4-FFF2-40B4-BE49-F238E27FC236}">
                <a16:creationId xmlns:a16="http://schemas.microsoft.com/office/drawing/2014/main" id="{EB412F05-5C7E-48FB-A002-9888EB328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987088" y="5329238"/>
            <a:ext cx="138113" cy="133350"/>
          </a:xfrm>
          <a:custGeom xmlns:a="http://schemas.openxmlformats.org/drawingml/2006/main">
            <a:pathLst>
              <a:path w="138113" h="133350">
                <a:moveTo>
                  <a:pt x="0" y="0"/>
                </a:moveTo>
                <a:lnTo>
                  <a:pt x="8630" y="4172"/>
                </a:lnTo>
                <a:lnTo>
                  <a:pt x="17269" y="8334"/>
                </a:lnTo>
                <a:lnTo>
                  <a:pt x="25898" y="12506"/>
                </a:lnTo>
                <a:lnTo>
                  <a:pt x="34528" y="16669"/>
                </a:lnTo>
                <a:lnTo>
                  <a:pt x="43158" y="20841"/>
                </a:lnTo>
                <a:lnTo>
                  <a:pt x="51797" y="25003"/>
                </a:lnTo>
                <a:lnTo>
                  <a:pt x="60427" y="29175"/>
                </a:lnTo>
                <a:lnTo>
                  <a:pt x="69056" y="33338"/>
                </a:lnTo>
                <a:lnTo>
                  <a:pt x="77686" y="37509"/>
                </a:lnTo>
                <a:lnTo>
                  <a:pt x="86325" y="41672"/>
                </a:lnTo>
                <a:lnTo>
                  <a:pt x="94955" y="45844"/>
                </a:lnTo>
                <a:lnTo>
                  <a:pt x="103584" y="50006"/>
                </a:lnTo>
                <a:lnTo>
                  <a:pt x="112214" y="54178"/>
                </a:lnTo>
                <a:lnTo>
                  <a:pt x="120853" y="58341"/>
                </a:lnTo>
                <a:lnTo>
                  <a:pt x="129483" y="62513"/>
                </a:lnTo>
                <a:lnTo>
                  <a:pt x="138113" y="66675"/>
                </a:lnTo>
                <a:lnTo>
                  <a:pt x="129483" y="70847"/>
                </a:lnTo>
                <a:lnTo>
                  <a:pt x="120853" y="75009"/>
                </a:lnTo>
                <a:lnTo>
                  <a:pt x="112214" y="79172"/>
                </a:lnTo>
                <a:lnTo>
                  <a:pt x="103584" y="83344"/>
                </a:lnTo>
                <a:lnTo>
                  <a:pt x="94955" y="87516"/>
                </a:lnTo>
                <a:lnTo>
                  <a:pt x="86325" y="91678"/>
                </a:lnTo>
                <a:lnTo>
                  <a:pt x="77686" y="95841"/>
                </a:lnTo>
                <a:lnTo>
                  <a:pt x="69056" y="100013"/>
                </a:lnTo>
                <a:lnTo>
                  <a:pt x="60427" y="104184"/>
                </a:lnTo>
                <a:lnTo>
                  <a:pt x="51797" y="108347"/>
                </a:lnTo>
                <a:lnTo>
                  <a:pt x="43158" y="112519"/>
                </a:lnTo>
                <a:lnTo>
                  <a:pt x="34528" y="116681"/>
                </a:lnTo>
                <a:lnTo>
                  <a:pt x="25898" y="120853"/>
                </a:lnTo>
                <a:lnTo>
                  <a:pt x="17269" y="125016"/>
                </a:lnTo>
                <a:lnTo>
                  <a:pt x="8630" y="129188"/>
                </a:ln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8FB3DF"/>
            </a:solidFill>
            <a:prstDash val="solid"/>
          </a:ln>
        </p:spPr>
      </p:sp>
      <p:sp>
        <p:nvSpPr>
          <p:cNvPr id="15" name="spectrum-axis-low">
            <a:extLst xmlns:a="http://schemas.openxmlformats.org/drawingml/2006/main">
              <a:ext uri="{FF2B5EF4-FFF2-40B4-BE49-F238E27FC236}">
                <a16:creationId xmlns:a16="http://schemas.microsoft.com/office/drawing/2014/main" id="{FC12A7E6-25BC-490C-9FAF-3DC694F54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57275" y="55816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1500" b="0" i="0">
                <a:solidFill>
                  <a:srgbClr val="6F7D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F7D91"/>
                </a:solidFill>
                <a:latin typeface="Microsoft YaHei"/>
                <a:ea typeface="Microsoft YaHei"/>
                <a:cs typeface="Microsoft YaHei"/>
              </a:rPr>
              <a:t>低</a:t>
            </a:r>
          </a:p>
        </p:txBody>
      </p:sp>
      <p:sp>
        <p:nvSpPr>
          <p:cNvPr id="16" name="spectrum-axis-label">
            <a:extLst xmlns:a="http://schemas.openxmlformats.org/drawingml/2006/main">
              <a:ext uri="{FF2B5EF4-FFF2-40B4-BE49-F238E27FC236}">
                <a16:creationId xmlns:a16="http://schemas.microsoft.com/office/drawing/2014/main" id="{3ECC056A-7BFD-49D6-8FC5-D8AC1BB65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62500" y="558165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4052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405269"/>
                </a:solidFill>
                <a:latin typeface="Microsoft YaHei"/>
                <a:ea typeface="Microsoft YaHei"/>
                <a:cs typeface="Microsoft YaHei"/>
              </a:rPr>
              <a:t>对视觉复杂度与美观度的需求</a:t>
            </a:r>
          </a:p>
        </p:txBody>
      </p:sp>
      <p:sp>
        <p:nvSpPr>
          <p:cNvPr id="17" name="spectrum-axis-high">
            <a:extLst xmlns:a="http://schemas.openxmlformats.org/drawingml/2006/main">
              <a:ext uri="{FF2B5EF4-FFF2-40B4-BE49-F238E27FC236}">
                <a16:creationId xmlns:a16="http://schemas.microsoft.com/office/drawing/2014/main" id="{082CC4C2-F308-4043-99CD-063167BFD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05975" y="55816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40000"/>
              </a:lnSpc>
              <a:buNone/>
              <a:defRPr sz="1500" b="0" i="0">
                <a:solidFill>
                  <a:srgbClr val="6F7D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F7D91"/>
                </a:solidFill>
                <a:latin typeface="Microsoft YaHei"/>
                <a:ea typeface="Microsoft YaHei"/>
                <a:cs typeface="Microsoft YaHei"/>
              </a:rPr>
              <a:t>高</a:t>
            </a:r>
          </a:p>
        </p:txBody>
      </p:sp>
      <p:sp>
        <p:nvSpPr>
          <p:cNvPr id="18" name="spectrum-order-0">
            <a:extLst xmlns:a="http://schemas.openxmlformats.org/drawingml/2006/main">
              <a:ext uri="{FF2B5EF4-FFF2-40B4-BE49-F238E27FC236}">
                <a16:creationId xmlns:a16="http://schemas.microsoft.com/office/drawing/2014/main" id="{5392D60D-F6F1-41AF-9EAD-21551C718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0125" y="3095625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 i="0">
                <a:solidFill>
                  <a:srgbClr val="9AB1C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9AB1CA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19" name="spectrum-title-0">
            <a:extLst xmlns:a="http://schemas.openxmlformats.org/drawingml/2006/main">
              <a:ext uri="{FF2B5EF4-FFF2-40B4-BE49-F238E27FC236}">
                <a16:creationId xmlns:a16="http://schemas.microsoft.com/office/drawing/2014/main" id="{E6C0770D-B884-47F6-AFD0-81B5BB89F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0125" y="3541519"/>
            <a:ext cx="1611516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rPr>
              <a:t>低要求端</a:t>
            </a:r>
          </a:p>
        </p:txBody>
      </p:sp>
      <p:sp>
        <p:nvSpPr>
          <p:cNvPr id="20" name="spectrum-body-0">
            <a:extLst xmlns:a="http://schemas.openxmlformats.org/drawingml/2006/main">
              <a:ext uri="{FF2B5EF4-FFF2-40B4-BE49-F238E27FC236}">
                <a16:creationId xmlns:a16="http://schemas.microsoft.com/office/drawing/2014/main" id="{156E06A2-58BA-4981-B985-ED62F1EAE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0125" y="3970144"/>
            <a:ext cx="1611516" cy="51792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6000"/>
              </a:lnSpc>
              <a:buNone/>
              <a:defRPr sz="1500" b="0" i="0">
                <a:solidFill>
                  <a:srgbClr val="52617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526174"/>
                </a:solidFill>
                <a:latin typeface="Microsoft YaHei"/>
                <a:ea typeface="Microsoft YaHei"/>
                <a:cs typeface="Microsoft YaHei"/>
              </a:rPr>
              <a:t>不重视版式，直接</a:t>
            </a:r>
          </a:p>
          <a:p xmlns:a="http://schemas.openxmlformats.org/drawingml/2006/main">
            <a:pPr algn="ctr">
              <a:lnSpc>
                <a:spcPct val="136000"/>
              </a:lnSpc>
              <a:buNone/>
              <a:defRPr sz="1500" b="0" i="0">
                <a:solidFill>
                  <a:srgbClr val="52617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526174"/>
                </a:solidFill>
                <a:latin typeface="Microsoft YaHei"/>
                <a:ea typeface="Microsoft YaHei"/>
                <a:cs typeface="Microsoft YaHei"/>
              </a:rPr>
              <a:t>堆放文字也能接受</a:t>
            </a:r>
          </a:p>
        </p:txBody>
      </p:sp>
      <p:sp>
        <p:nvSpPr>
          <p:cNvPr id="21" name="spectrum-order-1">
            <a:extLst xmlns:a="http://schemas.openxmlformats.org/drawingml/2006/main">
              <a:ext uri="{FF2B5EF4-FFF2-40B4-BE49-F238E27FC236}">
                <a16:creationId xmlns:a16="http://schemas.microsoft.com/office/drawing/2014/main" id="{5682E08D-1CDF-4614-83D1-A44BAEEDB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145041" y="3095625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 i="0">
                <a:solidFill>
                  <a:srgbClr val="9AB1C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9AB1CA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22" name="spectrum-title-1">
            <a:extLst xmlns:a="http://schemas.openxmlformats.org/drawingml/2006/main">
              <a:ext uri="{FF2B5EF4-FFF2-40B4-BE49-F238E27FC236}">
                <a16:creationId xmlns:a16="http://schemas.microsoft.com/office/drawing/2014/main" id="{74FB0683-BFE2-46C8-9BB0-230CB7351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145041" y="3412036"/>
            <a:ext cx="1611659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rPr>
              <a:t>工作型需求</a:t>
            </a:r>
          </a:p>
        </p:txBody>
      </p:sp>
      <p:sp>
        <p:nvSpPr>
          <p:cNvPr id="23" name="spectrum-body-1">
            <a:extLst xmlns:a="http://schemas.openxmlformats.org/drawingml/2006/main">
              <a:ext uri="{FF2B5EF4-FFF2-40B4-BE49-F238E27FC236}">
                <a16:creationId xmlns:a16="http://schemas.microsoft.com/office/drawing/2014/main" id="{2DFCFA5D-BA99-467C-93F9-D7B26F73B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145041" y="3840661"/>
            <a:ext cx="1611659" cy="776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6000"/>
              </a:lnSpc>
              <a:buNone/>
              <a:defRPr sz="1500" b="0" i="0">
                <a:solidFill>
                  <a:srgbClr val="52617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526174"/>
                </a:solidFill>
                <a:latin typeface="Microsoft YaHei"/>
                <a:ea typeface="Microsoft YaHei"/>
                <a:cs typeface="Microsoft YaHei"/>
              </a:rPr>
              <a:t>结构清楚、视觉规</a:t>
            </a:r>
          </a:p>
          <a:p xmlns:a="http://schemas.openxmlformats.org/drawingml/2006/main">
            <a:pPr algn="ctr">
              <a:lnSpc>
                <a:spcPct val="136000"/>
              </a:lnSpc>
              <a:buNone/>
              <a:defRPr sz="1500" b="0" i="0">
                <a:solidFill>
                  <a:srgbClr val="52617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526174"/>
                </a:solidFill>
                <a:latin typeface="Microsoft YaHei"/>
                <a:ea typeface="Microsoft YaHei"/>
                <a:cs typeface="Microsoft YaHei"/>
              </a:rPr>
              <a:t>范、稳定可靠且可</a:t>
            </a:r>
          </a:p>
          <a:p xmlns:a="http://schemas.openxmlformats.org/drawingml/2006/main">
            <a:pPr algn="ctr">
              <a:lnSpc>
                <a:spcPct val="136000"/>
              </a:lnSpc>
              <a:buNone/>
              <a:defRPr sz="1500" b="0" i="0">
                <a:solidFill>
                  <a:srgbClr val="52617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526174"/>
                </a:solidFill>
                <a:latin typeface="Microsoft YaHei"/>
                <a:ea typeface="Microsoft YaHei"/>
                <a:cs typeface="Microsoft YaHei"/>
              </a:rPr>
              <a:t>修改</a:t>
            </a:r>
          </a:p>
        </p:txBody>
      </p:sp>
      <p:sp>
        <p:nvSpPr>
          <p:cNvPr id="24" name="spectrum-order-2">
            <a:extLst xmlns:a="http://schemas.openxmlformats.org/drawingml/2006/main">
              <a:ext uri="{FF2B5EF4-FFF2-40B4-BE49-F238E27FC236}">
                <a16:creationId xmlns:a16="http://schemas.microsoft.com/office/drawing/2014/main" id="{ACEF4608-4C07-4FB7-B842-CA23F5D57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90099" y="2714625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 i="0">
                <a:solidFill>
                  <a:srgbClr val="B9D5F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B9D5F6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25" name="spectrum-title-2">
            <a:extLst xmlns:a="http://schemas.openxmlformats.org/drawingml/2006/main">
              <a:ext uri="{FF2B5EF4-FFF2-40B4-BE49-F238E27FC236}">
                <a16:creationId xmlns:a16="http://schemas.microsoft.com/office/drawing/2014/main" id="{3C1F7CBD-33BE-4698-B49E-C39904DE7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90099" y="3269161"/>
            <a:ext cx="1611659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高定制端</a:t>
            </a:r>
          </a:p>
        </p:txBody>
      </p:sp>
      <p:sp>
        <p:nvSpPr>
          <p:cNvPr id="26" name="spectrum-body-2">
            <a:extLst xmlns:a="http://schemas.openxmlformats.org/drawingml/2006/main">
              <a:ext uri="{FF2B5EF4-FFF2-40B4-BE49-F238E27FC236}">
                <a16:creationId xmlns:a16="http://schemas.microsoft.com/office/drawing/2014/main" id="{232A1B2C-63C0-4533-80F6-34DE92D26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90099" y="3697786"/>
            <a:ext cx="1611659" cy="776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6000"/>
              </a:lnSpc>
              <a:buNone/>
              <a:def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发布会、路演和比</a:t>
            </a:r>
          </a:p>
          <a:p xmlns:a="http://schemas.openxmlformats.org/drawingml/2006/main">
            <a:pPr algn="ctr">
              <a:lnSpc>
                <a:spcPct val="136000"/>
              </a:lnSpc>
              <a:buNone/>
              <a:def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赛需要高度视觉创</a:t>
            </a:r>
          </a:p>
          <a:p xmlns:a="http://schemas.openxmlformats.org/drawingml/2006/main">
            <a:pPr algn="ctr">
              <a:lnSpc>
                <a:spcPct val="136000"/>
              </a:lnSpc>
              <a:buNone/>
              <a:def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</a:t>
            </a:r>
          </a:p>
        </p:txBody>
      </p:sp>
      <p:sp>
        <p:nvSpPr>
          <p:cNvPr id="27" name="spectrum-order-3">
            <a:extLst xmlns:a="http://schemas.openxmlformats.org/drawingml/2006/main">
              <a:ext uri="{FF2B5EF4-FFF2-40B4-BE49-F238E27FC236}">
                <a16:creationId xmlns:a16="http://schemas.microsoft.com/office/drawing/2014/main" id="{54B66A9E-8A8A-43D6-8B8D-C5AD05917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35158" y="3095625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 i="0">
                <a:solidFill>
                  <a:srgbClr val="9AB1C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9AB1CA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8" name="spectrum-title-3">
            <a:extLst xmlns:a="http://schemas.openxmlformats.org/drawingml/2006/main">
              <a:ext uri="{FF2B5EF4-FFF2-40B4-BE49-F238E27FC236}">
                <a16:creationId xmlns:a16="http://schemas.microsoft.com/office/drawing/2014/main" id="{8583388F-FA68-4B62-B33C-32290042D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35158" y="3541519"/>
            <a:ext cx="1611659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rPr>
              <a:t>专业表达</a:t>
            </a:r>
          </a:p>
        </p:txBody>
      </p:sp>
      <p:sp>
        <p:nvSpPr>
          <p:cNvPr id="29" name="spectrum-body-3">
            <a:extLst xmlns:a="http://schemas.openxmlformats.org/drawingml/2006/main">
              <a:ext uri="{FF2B5EF4-FFF2-40B4-BE49-F238E27FC236}">
                <a16:creationId xmlns:a16="http://schemas.microsoft.com/office/drawing/2014/main" id="{A5FE4E0C-A3EE-4A3B-8A6D-48BF72F9C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35158" y="3970144"/>
            <a:ext cx="1611659" cy="51792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6000"/>
              </a:lnSpc>
              <a:buNone/>
              <a:defRPr sz="1500" b="0" i="0">
                <a:solidFill>
                  <a:srgbClr val="52617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526174"/>
                </a:solidFill>
                <a:latin typeface="Microsoft YaHei"/>
                <a:ea typeface="Microsoft YaHei"/>
                <a:cs typeface="Microsoft YaHei"/>
              </a:rPr>
              <a:t>需要专门设计与品</a:t>
            </a:r>
          </a:p>
          <a:p xmlns:a="http://schemas.openxmlformats.org/drawingml/2006/main">
            <a:pPr algn="ctr">
              <a:lnSpc>
                <a:spcPct val="136000"/>
              </a:lnSpc>
              <a:buNone/>
              <a:defRPr sz="1500" b="0" i="0">
                <a:solidFill>
                  <a:srgbClr val="52617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526174"/>
                </a:solidFill>
                <a:latin typeface="Microsoft YaHei"/>
                <a:ea typeface="Microsoft YaHei"/>
                <a:cs typeface="Microsoft YaHei"/>
              </a:rPr>
              <a:t>牌化表达</a:t>
            </a:r>
          </a:p>
        </p:txBody>
      </p:sp>
      <p:sp>
        <p:nvSpPr>
          <p:cNvPr id="30" name="spectrum-order-4">
            <a:extLst xmlns:a="http://schemas.openxmlformats.org/drawingml/2006/main">
              <a:ext uri="{FF2B5EF4-FFF2-40B4-BE49-F238E27FC236}">
                <a16:creationId xmlns:a16="http://schemas.microsoft.com/office/drawing/2014/main" id="{4AE92DD9-0376-4A65-87BA-4DA7AE1BE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80216" y="3095625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 i="0">
                <a:solidFill>
                  <a:srgbClr val="9AB1C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9AB1CA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31" name="spectrum-title-4">
            <a:extLst xmlns:a="http://schemas.openxmlformats.org/drawingml/2006/main">
              <a:ext uri="{FF2B5EF4-FFF2-40B4-BE49-F238E27FC236}">
                <a16:creationId xmlns:a16="http://schemas.microsoft.com/office/drawing/2014/main" id="{EBEDD3E2-1182-4A0C-AA18-51C6D814A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80216" y="3541519"/>
            <a:ext cx="1611516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rPr>
              <a:t>极致展示</a:t>
            </a:r>
          </a:p>
        </p:txBody>
      </p:sp>
      <p:sp>
        <p:nvSpPr>
          <p:cNvPr id="32" name="spectrum-body-4">
            <a:extLst xmlns:a="http://schemas.openxmlformats.org/drawingml/2006/main">
              <a:ext uri="{FF2B5EF4-FFF2-40B4-BE49-F238E27FC236}">
                <a16:creationId xmlns:a16="http://schemas.microsoft.com/office/drawing/2014/main" id="{4BEAEE6A-1D8F-4F1E-8BF0-B931D7892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80216" y="3970144"/>
            <a:ext cx="1611516" cy="51792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6000"/>
              </a:lnSpc>
              <a:buNone/>
              <a:defRPr sz="1500" b="0" i="0">
                <a:solidFill>
                  <a:srgbClr val="52617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526174"/>
                </a:solidFill>
                <a:latin typeface="Microsoft YaHei"/>
                <a:ea typeface="Microsoft YaHei"/>
                <a:cs typeface="Microsoft YaHei"/>
              </a:rPr>
              <a:t>以独特视觉体验为</a:t>
            </a:r>
          </a:p>
          <a:p xmlns:a="http://schemas.openxmlformats.org/drawingml/2006/main">
            <a:pPr algn="ctr">
              <a:lnSpc>
                <a:spcPct val="136000"/>
              </a:lnSpc>
              <a:buNone/>
              <a:defRPr sz="1500" b="0" i="0">
                <a:solidFill>
                  <a:srgbClr val="52617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526174"/>
                </a:solidFill>
                <a:latin typeface="Microsoft YaHei"/>
                <a:ea typeface="Microsoft YaHei"/>
                <a:cs typeface="Microsoft YaHei"/>
              </a:rPr>
              <a:t>首要目标</a:t>
            </a:r>
          </a:p>
        </p:txBody>
      </p:sp>
      <p:sp>
        <p:nvSpPr>
          <p:cNvPr id="33" name="spectrum-focus-label-bg">
            <a:extLst xmlns:a="http://schemas.openxmlformats.org/drawingml/2006/main">
              <a:ext uri="{FF2B5EF4-FFF2-40B4-BE49-F238E27FC236}">
                <a16:creationId xmlns:a16="http://schemas.microsoft.com/office/drawing/2014/main" id="{FED684D0-4054-469C-AC1B-3A0EFF064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76748" y="2724150"/>
            <a:ext cx="838200" cy="2476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spectrum-focus-label">
            <a:extLst xmlns:a="http://schemas.openxmlformats.org/drawingml/2006/main">
              <a:ext uri="{FF2B5EF4-FFF2-40B4-BE49-F238E27FC236}">
                <a16:creationId xmlns:a16="http://schemas.microsoft.com/office/drawing/2014/main" id="{0C920421-03E5-4B3D-8899-A691D55B5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76748" y="2724150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重点区域</a:t>
            </a:r>
          </a:p>
        </p:txBody>
      </p:sp>
    </p:spTree>
    <p:extLst>
      <p:ext uri="{BB962C8B-B14F-4D97-AF65-F5344CB8AC3E}">
        <p14:creationId xmlns:p14="http://schemas.microsoft.com/office/powerpoint/2010/main" val="79355210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spectrum-density-fill">
            <a:extLst xmlns:a="http://schemas.openxmlformats.org/drawingml/2006/main">
              <a:ext uri="{FF2B5EF4-FFF2-40B4-BE49-F238E27FC236}">
                <a16:creationId xmlns:a16="http://schemas.microsoft.com/office/drawing/2014/main" id="{0EC313C1-BB69-4D4C-89CF-5C6866824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0125" y="1620250"/>
            <a:ext cx="10191750" cy="3599450"/>
          </a:xfrm>
          <a:custGeom xmlns:a="http://schemas.openxmlformats.org/drawingml/2006/main">
            <a:pathLst>
              <a:path w="10191750" h="3599450">
                <a:moveTo>
                  <a:pt x="0" y="3599450"/>
                </a:moveTo>
                <a:lnTo>
                  <a:pt x="0" y="3502752"/>
                </a:lnTo>
                <a:lnTo>
                  <a:pt x="0" y="3406064"/>
                </a:lnTo>
                <a:lnTo>
                  <a:pt x="0" y="3309366"/>
                </a:lnTo>
                <a:lnTo>
                  <a:pt x="0" y="3212668"/>
                </a:lnTo>
                <a:lnTo>
                  <a:pt x="79905" y="3172273"/>
                </a:lnTo>
                <a:lnTo>
                  <a:pt x="170450" y="3138364"/>
                </a:lnTo>
                <a:lnTo>
                  <a:pt x="260385" y="3102854"/>
                </a:lnTo>
                <a:lnTo>
                  <a:pt x="349682" y="3065764"/>
                </a:lnTo>
                <a:lnTo>
                  <a:pt x="438140" y="3026702"/>
                </a:lnTo>
                <a:lnTo>
                  <a:pt x="525770" y="2985840"/>
                </a:lnTo>
                <a:lnTo>
                  <a:pt x="612705" y="2943511"/>
                </a:lnTo>
                <a:lnTo>
                  <a:pt x="698925" y="2899762"/>
                </a:lnTo>
                <a:lnTo>
                  <a:pt x="784308" y="2854376"/>
                </a:lnTo>
                <a:lnTo>
                  <a:pt x="868718" y="2807208"/>
                </a:lnTo>
                <a:lnTo>
                  <a:pt x="952386" y="2758754"/>
                </a:lnTo>
                <a:lnTo>
                  <a:pt x="1035339" y="2709072"/>
                </a:lnTo>
                <a:lnTo>
                  <a:pt x="1117406" y="2657932"/>
                </a:lnTo>
                <a:lnTo>
                  <a:pt x="1198531" y="2605316"/>
                </a:lnTo>
                <a:lnTo>
                  <a:pt x="1278988" y="2551690"/>
                </a:lnTo>
                <a:lnTo>
                  <a:pt x="1358808" y="2497112"/>
                </a:lnTo>
                <a:lnTo>
                  <a:pt x="1437561" y="2441010"/>
                </a:lnTo>
                <a:lnTo>
                  <a:pt x="1515732" y="2384098"/>
                </a:lnTo>
                <a:lnTo>
                  <a:pt x="1593323" y="2326405"/>
                </a:lnTo>
                <a:lnTo>
                  <a:pt x="1670056" y="2267560"/>
                </a:lnTo>
                <a:lnTo>
                  <a:pt x="1746209" y="2207981"/>
                </a:lnTo>
                <a:lnTo>
                  <a:pt x="1821923" y="2147830"/>
                </a:lnTo>
                <a:lnTo>
                  <a:pt x="1896904" y="2086785"/>
                </a:lnTo>
                <a:lnTo>
                  <a:pt x="1971399" y="2025129"/>
                </a:lnTo>
                <a:lnTo>
                  <a:pt x="2045522" y="1963036"/>
                </a:lnTo>
                <a:lnTo>
                  <a:pt x="2119093" y="1900295"/>
                </a:lnTo>
                <a:lnTo>
                  <a:pt x="2192331" y="1837153"/>
                </a:lnTo>
                <a:lnTo>
                  <a:pt x="2265293" y="1773698"/>
                </a:lnTo>
                <a:lnTo>
                  <a:pt x="2337826" y="1709757"/>
                </a:lnTo>
                <a:lnTo>
                  <a:pt x="2410225" y="1645653"/>
                </a:lnTo>
                <a:lnTo>
                  <a:pt x="2482425" y="1581341"/>
                </a:lnTo>
                <a:lnTo>
                  <a:pt x="2554405" y="1516771"/>
                </a:lnTo>
                <a:lnTo>
                  <a:pt x="2626338" y="1452153"/>
                </a:lnTo>
                <a:lnTo>
                  <a:pt x="2698280" y="1387535"/>
                </a:lnTo>
                <a:lnTo>
                  <a:pt x="2770232" y="1322946"/>
                </a:lnTo>
                <a:lnTo>
                  <a:pt x="2842231" y="1258405"/>
                </a:lnTo>
                <a:lnTo>
                  <a:pt x="2914412" y="1194054"/>
                </a:lnTo>
                <a:lnTo>
                  <a:pt x="2986821" y="1129970"/>
                </a:lnTo>
                <a:lnTo>
                  <a:pt x="3059401" y="1066076"/>
                </a:lnTo>
                <a:lnTo>
                  <a:pt x="3132458" y="1002735"/>
                </a:lnTo>
                <a:lnTo>
                  <a:pt x="3205848" y="939775"/>
                </a:lnTo>
                <a:lnTo>
                  <a:pt x="3279600" y="877243"/>
                </a:lnTo>
                <a:lnTo>
                  <a:pt x="3354143" y="815645"/>
                </a:lnTo>
                <a:lnTo>
                  <a:pt x="3429152" y="754637"/>
                </a:lnTo>
                <a:lnTo>
                  <a:pt x="3504762" y="694353"/>
                </a:lnTo>
                <a:lnTo>
                  <a:pt x="3581467" y="635479"/>
                </a:lnTo>
                <a:lnTo>
                  <a:pt x="3658857" y="577529"/>
                </a:lnTo>
                <a:lnTo>
                  <a:pt x="3736991" y="520560"/>
                </a:lnTo>
                <a:lnTo>
                  <a:pt x="3816648" y="465753"/>
                </a:lnTo>
                <a:lnTo>
                  <a:pt x="3897278" y="412385"/>
                </a:lnTo>
                <a:lnTo>
                  <a:pt x="3978926" y="360597"/>
                </a:lnTo>
                <a:lnTo>
                  <a:pt x="4062003" y="311125"/>
                </a:lnTo>
                <a:lnTo>
                  <a:pt x="4146661" y="264424"/>
                </a:lnTo>
                <a:lnTo>
                  <a:pt x="4232596" y="220132"/>
                </a:lnTo>
                <a:lnTo>
                  <a:pt x="4319864" y="178546"/>
                </a:lnTo>
                <a:lnTo>
                  <a:pt x="4408732" y="140427"/>
                </a:lnTo>
                <a:lnTo>
                  <a:pt x="4499324" y="106651"/>
                </a:lnTo>
                <a:lnTo>
                  <a:pt x="4591260" y="76791"/>
                </a:lnTo>
                <a:lnTo>
                  <a:pt x="4684452" y="51168"/>
                </a:lnTo>
                <a:lnTo>
                  <a:pt x="4778797" y="30166"/>
                </a:lnTo>
                <a:lnTo>
                  <a:pt x="4874143" y="14126"/>
                </a:lnTo>
                <a:lnTo>
                  <a:pt x="4970326" y="4181"/>
                </a:lnTo>
                <a:lnTo>
                  <a:pt x="5066909" y="0"/>
                </a:lnTo>
                <a:lnTo>
                  <a:pt x="5163550" y="1334"/>
                </a:lnTo>
                <a:lnTo>
                  <a:pt x="5259943" y="8163"/>
                </a:lnTo>
                <a:lnTo>
                  <a:pt x="5355822" y="20355"/>
                </a:lnTo>
                <a:lnTo>
                  <a:pt x="5450919" y="37700"/>
                </a:lnTo>
                <a:lnTo>
                  <a:pt x="5544969" y="60169"/>
                </a:lnTo>
                <a:lnTo>
                  <a:pt x="5637552" y="88049"/>
                </a:lnTo>
                <a:lnTo>
                  <a:pt x="5728773" y="120015"/>
                </a:lnTo>
                <a:lnTo>
                  <a:pt x="5818613" y="155696"/>
                </a:lnTo>
                <a:lnTo>
                  <a:pt x="5907062" y="194720"/>
                </a:lnTo>
                <a:lnTo>
                  <a:pt x="5993968" y="237115"/>
                </a:lnTo>
                <a:lnTo>
                  <a:pt x="6079131" y="282893"/>
                </a:lnTo>
                <a:lnTo>
                  <a:pt x="6163018" y="330937"/>
                </a:lnTo>
                <a:lnTo>
                  <a:pt x="6245723" y="381019"/>
                </a:lnTo>
                <a:lnTo>
                  <a:pt x="6327048" y="433340"/>
                </a:lnTo>
                <a:lnTo>
                  <a:pt x="6407001" y="487699"/>
                </a:lnTo>
                <a:lnTo>
                  <a:pt x="6486058" y="543373"/>
                </a:lnTo>
                <a:lnTo>
                  <a:pt x="6564182" y="600342"/>
                </a:lnTo>
                <a:lnTo>
                  <a:pt x="6641040" y="659016"/>
                </a:lnTo>
                <a:lnTo>
                  <a:pt x="6717268" y="718499"/>
                </a:lnTo>
                <a:lnTo>
                  <a:pt x="6792878" y="778783"/>
                </a:lnTo>
                <a:lnTo>
                  <a:pt x="6867487" y="840296"/>
                </a:lnTo>
                <a:lnTo>
                  <a:pt x="6941687" y="902294"/>
                </a:lnTo>
                <a:lnTo>
                  <a:pt x="7015448" y="964816"/>
                </a:lnTo>
                <a:lnTo>
                  <a:pt x="7088553" y="1028100"/>
                </a:lnTo>
                <a:lnTo>
                  <a:pt x="7161428" y="1091660"/>
                </a:lnTo>
                <a:lnTo>
                  <a:pt x="7233999" y="1155563"/>
                </a:lnTo>
                <a:lnTo>
                  <a:pt x="7306246" y="1219829"/>
                </a:lnTo>
                <a:lnTo>
                  <a:pt x="7378370" y="1284227"/>
                </a:lnTo>
                <a:lnTo>
                  <a:pt x="7450341" y="1348816"/>
                </a:lnTo>
                <a:lnTo>
                  <a:pt x="7522283" y="1413415"/>
                </a:lnTo>
                <a:lnTo>
                  <a:pt x="7594225" y="1478032"/>
                </a:lnTo>
                <a:lnTo>
                  <a:pt x="7666158" y="1542650"/>
                </a:lnTo>
                <a:lnTo>
                  <a:pt x="7738243" y="1607096"/>
                </a:lnTo>
                <a:lnTo>
                  <a:pt x="7810452" y="1671409"/>
                </a:lnTo>
                <a:lnTo>
                  <a:pt x="7882976" y="1735369"/>
                </a:lnTo>
                <a:lnTo>
                  <a:pt x="7955680" y="1799111"/>
                </a:lnTo>
                <a:lnTo>
                  <a:pt x="8028642" y="1862566"/>
                </a:lnTo>
                <a:lnTo>
                  <a:pt x="8102127" y="1925422"/>
                </a:lnTo>
                <a:lnTo>
                  <a:pt x="8175879" y="1987944"/>
                </a:lnTo>
                <a:lnTo>
                  <a:pt x="8250069" y="2049971"/>
                </a:lnTo>
                <a:lnTo>
                  <a:pt x="8324879" y="2111235"/>
                </a:lnTo>
                <a:lnTo>
                  <a:pt x="8400088" y="2172005"/>
                </a:lnTo>
                <a:lnTo>
                  <a:pt x="8475907" y="2232012"/>
                </a:lnTo>
                <a:lnTo>
                  <a:pt x="8552431" y="2291124"/>
                </a:lnTo>
                <a:lnTo>
                  <a:pt x="8629440" y="2349589"/>
                </a:lnTo>
                <a:lnTo>
                  <a:pt x="8707145" y="2407148"/>
                </a:lnTo>
                <a:lnTo>
                  <a:pt x="8785727" y="2463479"/>
                </a:lnTo>
                <a:lnTo>
                  <a:pt x="8864908" y="2518972"/>
                </a:lnTo>
                <a:lnTo>
                  <a:pt x="8944737" y="2573550"/>
                </a:lnTo>
                <a:lnTo>
                  <a:pt x="9025623" y="2626519"/>
                </a:lnTo>
                <a:lnTo>
                  <a:pt x="9107214" y="2678411"/>
                </a:lnTo>
                <a:lnTo>
                  <a:pt x="9189501" y="2729189"/>
                </a:lnTo>
                <a:lnTo>
                  <a:pt x="9272673" y="2778500"/>
                </a:lnTo>
                <a:lnTo>
                  <a:pt x="9356798" y="2826172"/>
                </a:lnTo>
                <a:lnTo>
                  <a:pt x="9441637" y="2872550"/>
                </a:lnTo>
                <a:lnTo>
                  <a:pt x="9527210" y="2917574"/>
                </a:lnTo>
                <a:lnTo>
                  <a:pt x="9613687" y="2960846"/>
                </a:lnTo>
                <a:lnTo>
                  <a:pt x="9701012" y="3002356"/>
                </a:lnTo>
                <a:lnTo>
                  <a:pt x="9789043" y="3042352"/>
                </a:lnTo>
                <a:lnTo>
                  <a:pt x="9877768" y="3080766"/>
                </a:lnTo>
                <a:lnTo>
                  <a:pt x="9967189" y="3117571"/>
                </a:lnTo>
                <a:lnTo>
                  <a:pt x="10057448" y="3152261"/>
                </a:lnTo>
                <a:lnTo>
                  <a:pt x="10148316" y="3185303"/>
                </a:lnTo>
                <a:lnTo>
                  <a:pt x="10191750" y="3251397"/>
                </a:lnTo>
                <a:lnTo>
                  <a:pt x="10191750" y="3348095"/>
                </a:lnTo>
                <a:lnTo>
                  <a:pt x="10191750" y="3444792"/>
                </a:lnTo>
                <a:lnTo>
                  <a:pt x="10191750" y="3541490"/>
                </a:lnTo>
                <a:lnTo>
                  <a:pt x="10153021" y="3599450"/>
                </a:lnTo>
                <a:lnTo>
                  <a:pt x="10056324" y="3599450"/>
                </a:lnTo>
                <a:lnTo>
                  <a:pt x="9959626" y="3599450"/>
                </a:lnTo>
                <a:lnTo>
                  <a:pt x="9862937" y="3599450"/>
                </a:lnTo>
                <a:lnTo>
                  <a:pt x="9766240" y="3599450"/>
                </a:lnTo>
                <a:lnTo>
                  <a:pt x="9669542" y="3599450"/>
                </a:lnTo>
                <a:lnTo>
                  <a:pt x="9572844" y="3599450"/>
                </a:lnTo>
                <a:lnTo>
                  <a:pt x="9476156" y="3599450"/>
                </a:lnTo>
                <a:lnTo>
                  <a:pt x="9379458" y="3599450"/>
                </a:lnTo>
                <a:lnTo>
                  <a:pt x="9282760" y="3599450"/>
                </a:lnTo>
                <a:lnTo>
                  <a:pt x="9186062" y="3599450"/>
                </a:lnTo>
                <a:lnTo>
                  <a:pt x="9089374" y="3599450"/>
                </a:lnTo>
                <a:lnTo>
                  <a:pt x="8992676" y="3599450"/>
                </a:lnTo>
                <a:lnTo>
                  <a:pt x="8895979" y="3599450"/>
                </a:lnTo>
                <a:lnTo>
                  <a:pt x="8799281" y="3599450"/>
                </a:lnTo>
                <a:lnTo>
                  <a:pt x="8702592" y="3599450"/>
                </a:lnTo>
                <a:lnTo>
                  <a:pt x="8605895" y="3599450"/>
                </a:lnTo>
                <a:lnTo>
                  <a:pt x="8509197" y="3599450"/>
                </a:lnTo>
                <a:lnTo>
                  <a:pt x="8412499" y="3599450"/>
                </a:lnTo>
                <a:lnTo>
                  <a:pt x="8315811" y="3599450"/>
                </a:lnTo>
                <a:lnTo>
                  <a:pt x="8219113" y="3599450"/>
                </a:lnTo>
                <a:lnTo>
                  <a:pt x="8122415" y="3599450"/>
                </a:lnTo>
                <a:lnTo>
                  <a:pt x="8025717" y="3599450"/>
                </a:lnTo>
                <a:lnTo>
                  <a:pt x="7929029" y="3599450"/>
                </a:lnTo>
                <a:lnTo>
                  <a:pt x="7832331" y="3599450"/>
                </a:lnTo>
                <a:lnTo>
                  <a:pt x="7735634" y="3599450"/>
                </a:lnTo>
                <a:lnTo>
                  <a:pt x="7638936" y="3599450"/>
                </a:lnTo>
                <a:lnTo>
                  <a:pt x="7542247" y="3599450"/>
                </a:lnTo>
                <a:lnTo>
                  <a:pt x="7445550" y="3599450"/>
                </a:lnTo>
                <a:lnTo>
                  <a:pt x="7348852" y="3599450"/>
                </a:lnTo>
                <a:lnTo>
                  <a:pt x="7252154" y="3599450"/>
                </a:lnTo>
                <a:lnTo>
                  <a:pt x="7155456" y="3599450"/>
                </a:lnTo>
                <a:lnTo>
                  <a:pt x="7058768" y="3599450"/>
                </a:lnTo>
                <a:lnTo>
                  <a:pt x="6962070" y="3599450"/>
                </a:lnTo>
                <a:lnTo>
                  <a:pt x="6865372" y="3599450"/>
                </a:lnTo>
                <a:lnTo>
                  <a:pt x="6768684" y="3599450"/>
                </a:lnTo>
                <a:lnTo>
                  <a:pt x="6671986" y="3599450"/>
                </a:lnTo>
                <a:lnTo>
                  <a:pt x="6575288" y="3599450"/>
                </a:lnTo>
                <a:lnTo>
                  <a:pt x="6478591" y="3599450"/>
                </a:lnTo>
                <a:lnTo>
                  <a:pt x="6381902" y="3599450"/>
                </a:lnTo>
                <a:lnTo>
                  <a:pt x="6285205" y="3599450"/>
                </a:lnTo>
                <a:lnTo>
                  <a:pt x="6188507" y="3599450"/>
                </a:lnTo>
                <a:lnTo>
                  <a:pt x="6091809" y="3599450"/>
                </a:lnTo>
                <a:lnTo>
                  <a:pt x="5995121" y="3599450"/>
                </a:lnTo>
                <a:lnTo>
                  <a:pt x="5898423" y="3599450"/>
                </a:lnTo>
                <a:lnTo>
                  <a:pt x="5801725" y="3599450"/>
                </a:lnTo>
                <a:lnTo>
                  <a:pt x="5705027" y="3599450"/>
                </a:lnTo>
                <a:lnTo>
                  <a:pt x="5608339" y="3599450"/>
                </a:lnTo>
                <a:lnTo>
                  <a:pt x="5511641" y="3599450"/>
                </a:lnTo>
                <a:lnTo>
                  <a:pt x="5414943" y="3599450"/>
                </a:lnTo>
                <a:lnTo>
                  <a:pt x="5318246" y="3599450"/>
                </a:lnTo>
                <a:lnTo>
                  <a:pt x="5221557" y="3599450"/>
                </a:lnTo>
                <a:lnTo>
                  <a:pt x="5124860" y="3599450"/>
                </a:lnTo>
                <a:lnTo>
                  <a:pt x="5028162" y="3599450"/>
                </a:lnTo>
                <a:lnTo>
                  <a:pt x="4931464" y="3599450"/>
                </a:lnTo>
                <a:lnTo>
                  <a:pt x="4834776" y="3599450"/>
                </a:lnTo>
                <a:lnTo>
                  <a:pt x="4738078" y="3599450"/>
                </a:lnTo>
                <a:lnTo>
                  <a:pt x="4641380" y="3599450"/>
                </a:lnTo>
                <a:lnTo>
                  <a:pt x="4544682" y="3599450"/>
                </a:lnTo>
                <a:lnTo>
                  <a:pt x="4447994" y="3599450"/>
                </a:lnTo>
                <a:lnTo>
                  <a:pt x="4351296" y="3599450"/>
                </a:lnTo>
                <a:lnTo>
                  <a:pt x="4254598" y="3599450"/>
                </a:lnTo>
                <a:lnTo>
                  <a:pt x="4157901" y="3599450"/>
                </a:lnTo>
                <a:lnTo>
                  <a:pt x="4061212" y="3599450"/>
                </a:lnTo>
                <a:lnTo>
                  <a:pt x="3964515" y="3599450"/>
                </a:lnTo>
                <a:lnTo>
                  <a:pt x="3867817" y="3599450"/>
                </a:lnTo>
                <a:lnTo>
                  <a:pt x="3771119" y="3599450"/>
                </a:lnTo>
                <a:lnTo>
                  <a:pt x="3674431" y="3599450"/>
                </a:lnTo>
                <a:lnTo>
                  <a:pt x="3577733" y="3599450"/>
                </a:lnTo>
                <a:lnTo>
                  <a:pt x="3481035" y="3599450"/>
                </a:lnTo>
                <a:lnTo>
                  <a:pt x="3384337" y="3599450"/>
                </a:lnTo>
                <a:lnTo>
                  <a:pt x="3287639" y="3599450"/>
                </a:lnTo>
                <a:lnTo>
                  <a:pt x="3190951" y="3599450"/>
                </a:lnTo>
                <a:lnTo>
                  <a:pt x="3094253" y="3599450"/>
                </a:lnTo>
                <a:lnTo>
                  <a:pt x="2997556" y="3599450"/>
                </a:lnTo>
                <a:lnTo>
                  <a:pt x="2900858" y="3599450"/>
                </a:lnTo>
                <a:lnTo>
                  <a:pt x="2804170" y="3599450"/>
                </a:lnTo>
                <a:lnTo>
                  <a:pt x="2707472" y="3599450"/>
                </a:lnTo>
                <a:lnTo>
                  <a:pt x="2610774" y="3599450"/>
                </a:lnTo>
                <a:lnTo>
                  <a:pt x="2514086" y="3599450"/>
                </a:lnTo>
                <a:lnTo>
                  <a:pt x="2417388" y="3599450"/>
                </a:lnTo>
                <a:lnTo>
                  <a:pt x="2320690" y="3599450"/>
                </a:lnTo>
                <a:lnTo>
                  <a:pt x="2223992" y="3599450"/>
                </a:lnTo>
                <a:lnTo>
                  <a:pt x="2127304" y="3599450"/>
                </a:lnTo>
                <a:lnTo>
                  <a:pt x="2030606" y="3599450"/>
                </a:lnTo>
                <a:lnTo>
                  <a:pt x="1933908" y="3599450"/>
                </a:lnTo>
                <a:lnTo>
                  <a:pt x="1837211" y="3599450"/>
                </a:lnTo>
                <a:lnTo>
                  <a:pt x="1740513" y="3599450"/>
                </a:lnTo>
                <a:lnTo>
                  <a:pt x="1643825" y="3599450"/>
                </a:lnTo>
                <a:lnTo>
                  <a:pt x="1547127" y="3599450"/>
                </a:lnTo>
                <a:lnTo>
                  <a:pt x="1450429" y="3599450"/>
                </a:lnTo>
                <a:lnTo>
                  <a:pt x="1353741" y="3599450"/>
                </a:lnTo>
                <a:lnTo>
                  <a:pt x="1257043" y="3599450"/>
                </a:lnTo>
                <a:lnTo>
                  <a:pt x="1160345" y="3599450"/>
                </a:lnTo>
                <a:lnTo>
                  <a:pt x="1063647" y="3599450"/>
                </a:lnTo>
                <a:lnTo>
                  <a:pt x="966959" y="3599450"/>
                </a:lnTo>
                <a:lnTo>
                  <a:pt x="870261" y="3599450"/>
                </a:lnTo>
                <a:lnTo>
                  <a:pt x="773563" y="3599450"/>
                </a:lnTo>
                <a:lnTo>
                  <a:pt x="676866" y="3599450"/>
                </a:lnTo>
                <a:lnTo>
                  <a:pt x="580168" y="3599450"/>
                </a:lnTo>
                <a:lnTo>
                  <a:pt x="483479" y="3599450"/>
                </a:lnTo>
                <a:lnTo>
                  <a:pt x="386782" y="3599450"/>
                </a:lnTo>
                <a:lnTo>
                  <a:pt x="290084" y="3599450"/>
                </a:lnTo>
                <a:lnTo>
                  <a:pt x="193386" y="3599450"/>
                </a:lnTo>
                <a:lnTo>
                  <a:pt x="96698" y="3599450"/>
                </a:lnTo>
                <a:lnTo>
                  <a:pt x="0" y="3599450"/>
                </a:lnTo>
                <a:close/>
              </a:path>
            </a:pathLst>
          </a:custGeom>
          <a:solidFill xmlns:a="http://schemas.openxmlformats.org/drawingml/2006/main">
            <a:srgbClr val="F2F7FD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" name="spectrum-density-curve">
            <a:extLst xmlns:a="http://schemas.openxmlformats.org/drawingml/2006/main">
              <a:ext uri="{FF2B5EF4-FFF2-40B4-BE49-F238E27FC236}">
                <a16:creationId xmlns:a16="http://schemas.microsoft.com/office/drawing/2014/main" id="{1B26E8BB-2FE9-4F9D-937E-AF243F999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0125" y="1619250"/>
            <a:ext cx="10191750" cy="3201829"/>
          </a:xfrm>
          <a:custGeom xmlns:a="http://schemas.openxmlformats.org/drawingml/2006/main">
            <a:pathLst>
              <a:path w="10191750" h="3201829">
                <a:moveTo>
                  <a:pt x="0" y="3201829"/>
                </a:moveTo>
                <a:lnTo>
                  <a:pt x="47939" y="3184693"/>
                </a:lnTo>
                <a:lnTo>
                  <a:pt x="95879" y="3167558"/>
                </a:lnTo>
                <a:lnTo>
                  <a:pt x="143542" y="3149708"/>
                </a:lnTo>
                <a:lnTo>
                  <a:pt x="191062" y="3131439"/>
                </a:lnTo>
                <a:lnTo>
                  <a:pt x="238468" y="3112884"/>
                </a:lnTo>
                <a:lnTo>
                  <a:pt x="285540" y="3093491"/>
                </a:lnTo>
                <a:lnTo>
                  <a:pt x="332603" y="3074089"/>
                </a:lnTo>
                <a:lnTo>
                  <a:pt x="379247" y="3053705"/>
                </a:lnTo>
                <a:lnTo>
                  <a:pt x="425825" y="3033141"/>
                </a:lnTo>
                <a:lnTo>
                  <a:pt x="472173" y="3012110"/>
                </a:lnTo>
                <a:lnTo>
                  <a:pt x="518217" y="2990402"/>
                </a:lnTo>
                <a:lnTo>
                  <a:pt x="564271" y="2968695"/>
                </a:lnTo>
                <a:lnTo>
                  <a:pt x="609819" y="2945959"/>
                </a:lnTo>
                <a:lnTo>
                  <a:pt x="655339" y="2923175"/>
                </a:lnTo>
                <a:lnTo>
                  <a:pt x="700602" y="2899867"/>
                </a:lnTo>
                <a:lnTo>
                  <a:pt x="745550" y="2875969"/>
                </a:lnTo>
                <a:lnTo>
                  <a:pt x="790499" y="2852080"/>
                </a:lnTo>
                <a:lnTo>
                  <a:pt x="834914" y="2827191"/>
                </a:lnTo>
                <a:lnTo>
                  <a:pt x="879300" y="2802255"/>
                </a:lnTo>
                <a:lnTo>
                  <a:pt x="923439" y="2776909"/>
                </a:lnTo>
                <a:lnTo>
                  <a:pt x="967235" y="2750953"/>
                </a:lnTo>
                <a:lnTo>
                  <a:pt x="1011022" y="2724988"/>
                </a:lnTo>
                <a:lnTo>
                  <a:pt x="1054332" y="2698242"/>
                </a:lnTo>
                <a:lnTo>
                  <a:pt x="1097537" y="2671315"/>
                </a:lnTo>
                <a:lnTo>
                  <a:pt x="1140628" y="2644207"/>
                </a:lnTo>
                <a:lnTo>
                  <a:pt x="1183224" y="2616327"/>
                </a:lnTo>
                <a:lnTo>
                  <a:pt x="1225820" y="2588457"/>
                </a:lnTo>
                <a:lnTo>
                  <a:pt x="1268120" y="2560120"/>
                </a:lnTo>
                <a:lnTo>
                  <a:pt x="1310135" y="2531393"/>
                </a:lnTo>
                <a:lnTo>
                  <a:pt x="1352159" y="2502656"/>
                </a:lnTo>
                <a:lnTo>
                  <a:pt x="1393717" y="2473252"/>
                </a:lnTo>
                <a:lnTo>
                  <a:pt x="1435179" y="2443715"/>
                </a:lnTo>
                <a:lnTo>
                  <a:pt x="1476585" y="2414092"/>
                </a:lnTo>
                <a:lnTo>
                  <a:pt x="1517494" y="2383793"/>
                </a:lnTo>
                <a:lnTo>
                  <a:pt x="1558395" y="2353485"/>
                </a:lnTo>
                <a:lnTo>
                  <a:pt x="1599133" y="2322957"/>
                </a:lnTo>
                <a:lnTo>
                  <a:pt x="1639519" y="2291972"/>
                </a:lnTo>
                <a:lnTo>
                  <a:pt x="1679915" y="2260987"/>
                </a:lnTo>
                <a:lnTo>
                  <a:pt x="1720053" y="2229679"/>
                </a:lnTo>
                <a:lnTo>
                  <a:pt x="1759972" y="2198084"/>
                </a:lnTo>
                <a:lnTo>
                  <a:pt x="1799892" y="2166490"/>
                </a:lnTo>
                <a:lnTo>
                  <a:pt x="1839506" y="2134514"/>
                </a:lnTo>
                <a:lnTo>
                  <a:pt x="1878987" y="2102377"/>
                </a:lnTo>
                <a:lnTo>
                  <a:pt x="1918459" y="2070230"/>
                </a:lnTo>
                <a:lnTo>
                  <a:pt x="1957588" y="2037664"/>
                </a:lnTo>
                <a:lnTo>
                  <a:pt x="1996650" y="2005013"/>
                </a:lnTo>
                <a:lnTo>
                  <a:pt x="2035702" y="1972361"/>
                </a:lnTo>
                <a:lnTo>
                  <a:pt x="2074459" y="1939357"/>
                </a:lnTo>
                <a:lnTo>
                  <a:pt x="2113197" y="1906324"/>
                </a:lnTo>
                <a:lnTo>
                  <a:pt x="2151926" y="1873282"/>
                </a:lnTo>
                <a:lnTo>
                  <a:pt x="2190340" y="1839878"/>
                </a:lnTo>
                <a:lnTo>
                  <a:pt x="2228755" y="1806473"/>
                </a:lnTo>
                <a:lnTo>
                  <a:pt x="2267160" y="1773050"/>
                </a:lnTo>
                <a:lnTo>
                  <a:pt x="2305345" y="1739389"/>
                </a:lnTo>
                <a:lnTo>
                  <a:pt x="2343541" y="1705727"/>
                </a:lnTo>
                <a:lnTo>
                  <a:pt x="2381717" y="1672047"/>
                </a:lnTo>
                <a:lnTo>
                  <a:pt x="2419731" y="1638186"/>
                </a:lnTo>
                <a:lnTo>
                  <a:pt x="2457745" y="1604324"/>
                </a:lnTo>
                <a:lnTo>
                  <a:pt x="2495741" y="1570453"/>
                </a:lnTo>
                <a:lnTo>
                  <a:pt x="2533621" y="1536430"/>
                </a:lnTo>
                <a:lnTo>
                  <a:pt x="2571493" y="1502416"/>
                </a:lnTo>
                <a:lnTo>
                  <a:pt x="2609364" y="1468403"/>
                </a:lnTo>
                <a:lnTo>
                  <a:pt x="2647236" y="1434379"/>
                </a:lnTo>
                <a:lnTo>
                  <a:pt x="2685107" y="1400366"/>
                </a:lnTo>
                <a:lnTo>
                  <a:pt x="2722988" y="1366342"/>
                </a:lnTo>
                <a:lnTo>
                  <a:pt x="2760878" y="1332347"/>
                </a:lnTo>
                <a:lnTo>
                  <a:pt x="2798759" y="1298343"/>
                </a:lnTo>
                <a:lnTo>
                  <a:pt x="2836669" y="1264358"/>
                </a:lnTo>
                <a:lnTo>
                  <a:pt x="2874664" y="1230487"/>
                </a:lnTo>
                <a:lnTo>
                  <a:pt x="2912669" y="1196607"/>
                </a:lnTo>
                <a:lnTo>
                  <a:pt x="2950702" y="1162774"/>
                </a:lnTo>
                <a:lnTo>
                  <a:pt x="2988907" y="1129122"/>
                </a:lnTo>
                <a:lnTo>
                  <a:pt x="3027112" y="1095480"/>
                </a:lnTo>
                <a:lnTo>
                  <a:pt x="3065374" y="1061895"/>
                </a:lnTo>
                <a:lnTo>
                  <a:pt x="3103836" y="1028548"/>
                </a:lnTo>
                <a:lnTo>
                  <a:pt x="3142298" y="995201"/>
                </a:lnTo>
                <a:lnTo>
                  <a:pt x="3180855" y="961958"/>
                </a:lnTo>
                <a:lnTo>
                  <a:pt x="3219688" y="929040"/>
                </a:lnTo>
                <a:lnTo>
                  <a:pt x="3258522" y="896122"/>
                </a:lnTo>
                <a:lnTo>
                  <a:pt x="3297498" y="863375"/>
                </a:lnTo>
                <a:lnTo>
                  <a:pt x="3336769" y="830980"/>
                </a:lnTo>
                <a:lnTo>
                  <a:pt x="3376031" y="798576"/>
                </a:lnTo>
                <a:lnTo>
                  <a:pt x="3415551" y="766486"/>
                </a:lnTo>
                <a:lnTo>
                  <a:pt x="3455356" y="734749"/>
                </a:lnTo>
                <a:lnTo>
                  <a:pt x="3495161" y="703012"/>
                </a:lnTo>
                <a:lnTo>
                  <a:pt x="3535347" y="671770"/>
                </a:lnTo>
                <a:lnTo>
                  <a:pt x="3575780" y="640832"/>
                </a:lnTo>
                <a:lnTo>
                  <a:pt x="3616204" y="609895"/>
                </a:lnTo>
                <a:lnTo>
                  <a:pt x="3657209" y="579730"/>
                </a:lnTo>
                <a:lnTo>
                  <a:pt x="3698348" y="549735"/>
                </a:lnTo>
                <a:lnTo>
                  <a:pt x="3739534" y="519808"/>
                </a:lnTo>
                <a:lnTo>
                  <a:pt x="3781473" y="490957"/>
                </a:lnTo>
                <a:lnTo>
                  <a:pt x="3823411" y="462105"/>
                </a:lnTo>
                <a:lnTo>
                  <a:pt x="3865664" y="433721"/>
                </a:lnTo>
                <a:lnTo>
                  <a:pt x="3908479" y="406175"/>
                </a:lnTo>
                <a:lnTo>
                  <a:pt x="3951294" y="378628"/>
                </a:lnTo>
                <a:lnTo>
                  <a:pt x="3994766" y="352158"/>
                </a:lnTo>
                <a:lnTo>
                  <a:pt x="4038505" y="326107"/>
                </a:lnTo>
                <a:lnTo>
                  <a:pt x="4082377" y="300295"/>
                </a:lnTo>
                <a:lnTo>
                  <a:pt x="4127125" y="276015"/>
                </a:lnTo>
                <a:lnTo>
                  <a:pt x="4171874" y="251746"/>
                </a:lnTo>
                <a:lnTo>
                  <a:pt x="4217222" y="228629"/>
                </a:lnTo>
                <a:lnTo>
                  <a:pt x="4262980" y="206312"/>
                </a:lnTo>
                <a:lnTo>
                  <a:pt x="4308853" y="184271"/>
                </a:lnTo>
                <a:lnTo>
                  <a:pt x="4355640" y="164201"/>
                </a:lnTo>
                <a:lnTo>
                  <a:pt x="4402426" y="144132"/>
                </a:lnTo>
                <a:lnTo>
                  <a:pt x="4449909" y="125816"/>
                </a:lnTo>
                <a:lnTo>
                  <a:pt x="4497695" y="108252"/>
                </a:lnTo>
                <a:lnTo>
                  <a:pt x="4545778" y="91602"/>
                </a:lnTo>
                <a:lnTo>
                  <a:pt x="4594489" y="76800"/>
                </a:lnTo>
                <a:lnTo>
                  <a:pt x="4643209" y="62017"/>
                </a:lnTo>
                <a:lnTo>
                  <a:pt x="4692720" y="50197"/>
                </a:lnTo>
                <a:lnTo>
                  <a:pt x="4742231" y="38367"/>
                </a:lnTo>
                <a:lnTo>
                  <a:pt x="4792228" y="28861"/>
                </a:lnTo>
                <a:lnTo>
                  <a:pt x="4842405" y="20250"/>
                </a:lnTo>
                <a:lnTo>
                  <a:pt x="4892792" y="13202"/>
                </a:lnTo>
                <a:lnTo>
                  <a:pt x="4943427" y="7963"/>
                </a:lnTo>
                <a:lnTo>
                  <a:pt x="4994119" y="3505"/>
                </a:lnTo>
                <a:lnTo>
                  <a:pt x="5044992" y="1753"/>
                </a:lnTo>
                <a:lnTo>
                  <a:pt x="5095875" y="0"/>
                </a:lnTo>
                <a:lnTo>
                  <a:pt x="5146748" y="1753"/>
                </a:lnTo>
                <a:lnTo>
                  <a:pt x="5197631" y="3505"/>
                </a:lnTo>
                <a:lnTo>
                  <a:pt x="5248323" y="7963"/>
                </a:lnTo>
                <a:lnTo>
                  <a:pt x="5298958" y="13202"/>
                </a:lnTo>
                <a:lnTo>
                  <a:pt x="5349345" y="20250"/>
                </a:lnTo>
                <a:lnTo>
                  <a:pt x="5399522" y="28861"/>
                </a:lnTo>
                <a:lnTo>
                  <a:pt x="5449510" y="38367"/>
                </a:lnTo>
                <a:lnTo>
                  <a:pt x="5499030" y="50197"/>
                </a:lnTo>
                <a:lnTo>
                  <a:pt x="5548541" y="62017"/>
                </a:lnTo>
                <a:lnTo>
                  <a:pt x="5597261" y="76800"/>
                </a:lnTo>
                <a:lnTo>
                  <a:pt x="5645963" y="91602"/>
                </a:lnTo>
                <a:lnTo>
                  <a:pt x="5694055" y="108252"/>
                </a:lnTo>
                <a:lnTo>
                  <a:pt x="5741841" y="125816"/>
                </a:lnTo>
                <a:lnTo>
                  <a:pt x="5789324" y="144132"/>
                </a:lnTo>
                <a:lnTo>
                  <a:pt x="5836110" y="164201"/>
                </a:lnTo>
                <a:lnTo>
                  <a:pt x="5882897" y="184261"/>
                </a:lnTo>
                <a:lnTo>
                  <a:pt x="5928770" y="206312"/>
                </a:lnTo>
                <a:lnTo>
                  <a:pt x="5974528" y="228629"/>
                </a:lnTo>
                <a:lnTo>
                  <a:pt x="6019876" y="251746"/>
                </a:lnTo>
                <a:lnTo>
                  <a:pt x="6064625" y="276015"/>
                </a:lnTo>
                <a:lnTo>
                  <a:pt x="6109373" y="300295"/>
                </a:lnTo>
                <a:lnTo>
                  <a:pt x="6153236" y="326107"/>
                </a:lnTo>
                <a:lnTo>
                  <a:pt x="6196984" y="352158"/>
                </a:lnTo>
                <a:lnTo>
                  <a:pt x="6240456" y="378628"/>
                </a:lnTo>
                <a:lnTo>
                  <a:pt x="6283271" y="406175"/>
                </a:lnTo>
                <a:lnTo>
                  <a:pt x="6326076" y="433721"/>
                </a:lnTo>
                <a:lnTo>
                  <a:pt x="6368339" y="462096"/>
                </a:lnTo>
                <a:lnTo>
                  <a:pt x="6410277" y="490957"/>
                </a:lnTo>
                <a:lnTo>
                  <a:pt x="6452216" y="519808"/>
                </a:lnTo>
                <a:lnTo>
                  <a:pt x="6493402" y="549735"/>
                </a:lnTo>
                <a:lnTo>
                  <a:pt x="6534531" y="579730"/>
                </a:lnTo>
                <a:lnTo>
                  <a:pt x="6575536" y="609895"/>
                </a:lnTo>
                <a:lnTo>
                  <a:pt x="6615970" y="640832"/>
                </a:lnTo>
                <a:lnTo>
                  <a:pt x="6656403" y="671770"/>
                </a:lnTo>
                <a:lnTo>
                  <a:pt x="6696589" y="703012"/>
                </a:lnTo>
                <a:lnTo>
                  <a:pt x="6736394" y="734749"/>
                </a:lnTo>
                <a:lnTo>
                  <a:pt x="6776199" y="766486"/>
                </a:lnTo>
                <a:lnTo>
                  <a:pt x="6815709" y="798576"/>
                </a:lnTo>
                <a:lnTo>
                  <a:pt x="6854981" y="830980"/>
                </a:lnTo>
                <a:lnTo>
                  <a:pt x="6894252" y="863375"/>
                </a:lnTo>
                <a:lnTo>
                  <a:pt x="6933228" y="896112"/>
                </a:lnTo>
                <a:lnTo>
                  <a:pt x="6972062" y="929040"/>
                </a:lnTo>
                <a:lnTo>
                  <a:pt x="7010895" y="961958"/>
                </a:lnTo>
                <a:lnTo>
                  <a:pt x="7049453" y="995191"/>
                </a:lnTo>
                <a:lnTo>
                  <a:pt x="7087914" y="1028548"/>
                </a:lnTo>
                <a:lnTo>
                  <a:pt x="7126376" y="1061895"/>
                </a:lnTo>
                <a:lnTo>
                  <a:pt x="7164629" y="1095480"/>
                </a:lnTo>
                <a:lnTo>
                  <a:pt x="7202843" y="1129122"/>
                </a:lnTo>
                <a:lnTo>
                  <a:pt x="7241048" y="1162764"/>
                </a:lnTo>
                <a:lnTo>
                  <a:pt x="7279081" y="1196607"/>
                </a:lnTo>
                <a:lnTo>
                  <a:pt x="7317076" y="1230487"/>
                </a:lnTo>
                <a:lnTo>
                  <a:pt x="7355081" y="1264358"/>
                </a:lnTo>
                <a:lnTo>
                  <a:pt x="7392981" y="1298343"/>
                </a:lnTo>
                <a:lnTo>
                  <a:pt x="7430872" y="1332347"/>
                </a:lnTo>
                <a:lnTo>
                  <a:pt x="7468762" y="1366342"/>
                </a:lnTo>
                <a:lnTo>
                  <a:pt x="7506633" y="1400366"/>
                </a:lnTo>
                <a:lnTo>
                  <a:pt x="7544514" y="1434379"/>
                </a:lnTo>
                <a:lnTo>
                  <a:pt x="7582386" y="1468403"/>
                </a:lnTo>
                <a:lnTo>
                  <a:pt x="7620257" y="1502416"/>
                </a:lnTo>
                <a:lnTo>
                  <a:pt x="7658129" y="1536430"/>
                </a:lnTo>
                <a:lnTo>
                  <a:pt x="7696010" y="1570453"/>
                </a:lnTo>
                <a:lnTo>
                  <a:pt x="7734005" y="1604324"/>
                </a:lnTo>
                <a:lnTo>
                  <a:pt x="7772019" y="1638186"/>
                </a:lnTo>
                <a:lnTo>
                  <a:pt x="7810033" y="1672047"/>
                </a:lnTo>
                <a:lnTo>
                  <a:pt x="7848209" y="1705727"/>
                </a:lnTo>
                <a:lnTo>
                  <a:pt x="7886405" y="1739389"/>
                </a:lnTo>
                <a:lnTo>
                  <a:pt x="7924590" y="1773050"/>
                </a:lnTo>
                <a:lnTo>
                  <a:pt x="7962995" y="1806473"/>
                </a:lnTo>
                <a:lnTo>
                  <a:pt x="8001410" y="1839878"/>
                </a:lnTo>
                <a:lnTo>
                  <a:pt x="8039824" y="1873282"/>
                </a:lnTo>
                <a:lnTo>
                  <a:pt x="8078553" y="1906324"/>
                </a:lnTo>
                <a:lnTo>
                  <a:pt x="8117291" y="1939357"/>
                </a:lnTo>
                <a:lnTo>
                  <a:pt x="8156048" y="1972361"/>
                </a:lnTo>
                <a:lnTo>
                  <a:pt x="8195100" y="2005013"/>
                </a:lnTo>
                <a:lnTo>
                  <a:pt x="8234162" y="2037664"/>
                </a:lnTo>
                <a:lnTo>
                  <a:pt x="8273291" y="2070230"/>
                </a:lnTo>
                <a:lnTo>
                  <a:pt x="8312763" y="2102368"/>
                </a:lnTo>
                <a:lnTo>
                  <a:pt x="8352244" y="2134514"/>
                </a:lnTo>
                <a:lnTo>
                  <a:pt x="8391858" y="2166490"/>
                </a:lnTo>
                <a:lnTo>
                  <a:pt x="8431778" y="2198084"/>
                </a:lnTo>
                <a:lnTo>
                  <a:pt x="8471697" y="2229679"/>
                </a:lnTo>
                <a:lnTo>
                  <a:pt x="8511835" y="2260987"/>
                </a:lnTo>
                <a:lnTo>
                  <a:pt x="8552221" y="2291972"/>
                </a:lnTo>
                <a:lnTo>
                  <a:pt x="8592617" y="2322957"/>
                </a:lnTo>
                <a:lnTo>
                  <a:pt x="8633355" y="2353485"/>
                </a:lnTo>
                <a:lnTo>
                  <a:pt x="8674256" y="2383793"/>
                </a:lnTo>
                <a:lnTo>
                  <a:pt x="8715165" y="2414092"/>
                </a:lnTo>
                <a:lnTo>
                  <a:pt x="8756571" y="2443705"/>
                </a:lnTo>
                <a:lnTo>
                  <a:pt x="8798033" y="2473242"/>
                </a:lnTo>
                <a:lnTo>
                  <a:pt x="8839581" y="2502656"/>
                </a:lnTo>
                <a:lnTo>
                  <a:pt x="8881605" y="2531393"/>
                </a:lnTo>
                <a:lnTo>
                  <a:pt x="8923630" y="2560120"/>
                </a:lnTo>
                <a:lnTo>
                  <a:pt x="8965921" y="2588457"/>
                </a:lnTo>
                <a:lnTo>
                  <a:pt x="9008526" y="2616327"/>
                </a:lnTo>
                <a:lnTo>
                  <a:pt x="9051122" y="2644207"/>
                </a:lnTo>
                <a:lnTo>
                  <a:pt x="9094213" y="2671315"/>
                </a:lnTo>
                <a:lnTo>
                  <a:pt x="9137418" y="2698232"/>
                </a:lnTo>
                <a:lnTo>
                  <a:pt x="9180728" y="2724988"/>
                </a:lnTo>
                <a:lnTo>
                  <a:pt x="9224515" y="2750944"/>
                </a:lnTo>
                <a:lnTo>
                  <a:pt x="9268311" y="2776909"/>
                </a:lnTo>
                <a:lnTo>
                  <a:pt x="9312450" y="2802255"/>
                </a:lnTo>
                <a:lnTo>
                  <a:pt x="9356836" y="2827191"/>
                </a:lnTo>
                <a:lnTo>
                  <a:pt x="9401242" y="2852080"/>
                </a:lnTo>
                <a:lnTo>
                  <a:pt x="9446200" y="2875969"/>
                </a:lnTo>
                <a:lnTo>
                  <a:pt x="9491148" y="2899867"/>
                </a:lnTo>
                <a:lnTo>
                  <a:pt x="9536411" y="2923175"/>
                </a:lnTo>
                <a:lnTo>
                  <a:pt x="9581931" y="2945959"/>
                </a:lnTo>
                <a:lnTo>
                  <a:pt x="9627479" y="2968695"/>
                </a:lnTo>
                <a:lnTo>
                  <a:pt x="9673523" y="2990402"/>
                </a:lnTo>
                <a:lnTo>
                  <a:pt x="9719577" y="3012110"/>
                </a:lnTo>
                <a:lnTo>
                  <a:pt x="9765925" y="3033141"/>
                </a:lnTo>
                <a:lnTo>
                  <a:pt x="9812503" y="3053705"/>
                </a:lnTo>
                <a:lnTo>
                  <a:pt x="9859147" y="3074089"/>
                </a:lnTo>
                <a:lnTo>
                  <a:pt x="9906210" y="3093491"/>
                </a:lnTo>
                <a:lnTo>
                  <a:pt x="9953282" y="3112884"/>
                </a:lnTo>
                <a:lnTo>
                  <a:pt x="10000688" y="3131439"/>
                </a:lnTo>
                <a:lnTo>
                  <a:pt x="10048199" y="3149708"/>
                </a:lnTo>
                <a:lnTo>
                  <a:pt x="10095871" y="3167558"/>
                </a:lnTo>
                <a:lnTo>
                  <a:pt x="10143811" y="3184693"/>
                </a:lnTo>
                <a:lnTo>
                  <a:pt x="10191750" y="3201829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5DCF4"/>
            </a:solidFill>
            <a:prstDash val="solid"/>
          </a:ln>
        </p:spPr>
      </p:sp>
      <p:sp>
        <p:nvSpPr>
          <p:cNvPr id="3" name="spectrum-underlay-0">
            <a:extLst xmlns:a="http://schemas.openxmlformats.org/drawingml/2006/main">
              <a:ext uri="{FF2B5EF4-FFF2-40B4-BE49-F238E27FC236}">
                <a16:creationId xmlns:a16="http://schemas.microsoft.com/office/drawing/2014/main" id="{BD7215F7-6D98-4490-897E-F44E49851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9625" y="3000375"/>
            <a:ext cx="1992516" cy="1971675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DFEA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pectrum-card-0">
            <a:extLst xmlns:a="http://schemas.openxmlformats.org/drawingml/2006/main">
              <a:ext uri="{FF2B5EF4-FFF2-40B4-BE49-F238E27FC236}">
                <a16:creationId xmlns:a16="http://schemas.microsoft.com/office/drawing/2014/main" id="{75817FE5-436B-4F34-AF31-DBEF042C5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9625" y="2933700"/>
            <a:ext cx="1992516" cy="1971675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5F8FC"/>
          </a:solidFill>
          <a:ln xmlns:a="http://schemas.openxmlformats.org/drawingml/2006/main" w="9525">
            <a:solidFill>
              <a:srgbClr val="CFDDE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5" name="spectrum-underlay-1">
            <a:extLst xmlns:a="http://schemas.openxmlformats.org/drawingml/2006/main">
              <a:ext uri="{FF2B5EF4-FFF2-40B4-BE49-F238E27FC236}">
                <a16:creationId xmlns:a16="http://schemas.microsoft.com/office/drawing/2014/main" id="{B8099D7A-D68B-4100-B39A-ADE937054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4541" y="3000375"/>
            <a:ext cx="1992659" cy="1971675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DFEA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spectrum-card-1">
            <a:extLst xmlns:a="http://schemas.openxmlformats.org/drawingml/2006/main">
              <a:ext uri="{FF2B5EF4-FFF2-40B4-BE49-F238E27FC236}">
                <a16:creationId xmlns:a16="http://schemas.microsoft.com/office/drawing/2014/main" id="{D8E5BE3C-F10B-4148-A881-151F0AF99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4541" y="2933700"/>
            <a:ext cx="1992659" cy="1971675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5F8FC"/>
          </a:solidFill>
          <a:ln xmlns:a="http://schemas.openxmlformats.org/drawingml/2006/main" w="9525">
            <a:solidFill>
              <a:srgbClr val="CFDDE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7" name="spectrum-underlay-2">
            <a:extLst xmlns:a="http://schemas.openxmlformats.org/drawingml/2006/main">
              <a:ext uri="{FF2B5EF4-FFF2-40B4-BE49-F238E27FC236}">
                <a16:creationId xmlns:a16="http://schemas.microsoft.com/office/drawing/2014/main" id="{6F8DD3F3-3311-42CA-9CF8-ED88AFFCA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99599" y="2619375"/>
            <a:ext cx="1992659" cy="2352675"/>
          </a:xfrm>
          <a:prstGeom xmlns:a="http://schemas.openxmlformats.org/drawingml/2006/main" prst="roundRect">
            <a:avLst>
              <a:gd name="adj" fmla="val 8604"/>
            </a:avLst>
          </a:prstGeom>
          <a:solidFill xmlns:a="http://schemas.openxmlformats.org/drawingml/2006/main">
            <a:srgbClr val="9FC2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spectrum-card-2">
            <a:extLst xmlns:a="http://schemas.openxmlformats.org/drawingml/2006/main">
              <a:ext uri="{FF2B5EF4-FFF2-40B4-BE49-F238E27FC236}">
                <a16:creationId xmlns:a16="http://schemas.microsoft.com/office/drawing/2014/main" id="{F0D2A498-389B-4961-B2B9-68AE66CDA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99599" y="2552700"/>
            <a:ext cx="1992659" cy="2352675"/>
          </a:xfrm>
          <a:prstGeom xmlns:a="http://schemas.openxmlformats.org/drawingml/2006/main" prst="roundRect">
            <a:avLst>
              <a:gd name="adj" fmla="val 8604"/>
            </a:avLst>
          </a:pr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2F5EA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9" name="spectrum-underlay-3">
            <a:extLst xmlns:a="http://schemas.openxmlformats.org/drawingml/2006/main">
              <a:ext uri="{FF2B5EF4-FFF2-40B4-BE49-F238E27FC236}">
                <a16:creationId xmlns:a16="http://schemas.microsoft.com/office/drawing/2014/main" id="{B2E2BB41-0D19-42B0-AB8D-269147D16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44658" y="3000375"/>
            <a:ext cx="1992659" cy="1971675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DFEA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spectrum-card-3">
            <a:extLst xmlns:a="http://schemas.openxmlformats.org/drawingml/2006/main">
              <a:ext uri="{FF2B5EF4-FFF2-40B4-BE49-F238E27FC236}">
                <a16:creationId xmlns:a16="http://schemas.microsoft.com/office/drawing/2014/main" id="{9532457B-46E4-44BC-914A-D7A1D9873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44658" y="2933700"/>
            <a:ext cx="1992659" cy="1971675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5F8FC"/>
          </a:solidFill>
          <a:ln xmlns:a="http://schemas.openxmlformats.org/drawingml/2006/main" w="9525">
            <a:solidFill>
              <a:srgbClr val="CFDDE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1" name="spectrum-underlay-4">
            <a:extLst xmlns:a="http://schemas.openxmlformats.org/drawingml/2006/main">
              <a:ext uri="{FF2B5EF4-FFF2-40B4-BE49-F238E27FC236}">
                <a16:creationId xmlns:a16="http://schemas.microsoft.com/office/drawing/2014/main" id="{065A081D-8BCE-40AA-8E7E-854E76724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389716" y="3000375"/>
            <a:ext cx="1992516" cy="1971675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DFEA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spectrum-card-4">
            <a:extLst xmlns:a="http://schemas.openxmlformats.org/drawingml/2006/main">
              <a:ext uri="{FF2B5EF4-FFF2-40B4-BE49-F238E27FC236}">
                <a16:creationId xmlns:a16="http://schemas.microsoft.com/office/drawing/2014/main" id="{E3B5FC97-94D1-475B-9430-5BB46A469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389716" y="2933700"/>
            <a:ext cx="1992516" cy="1971675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5F8FC"/>
          </a:solidFill>
          <a:ln xmlns:a="http://schemas.openxmlformats.org/drawingml/2006/main" w="9525">
            <a:solidFill>
              <a:srgbClr val="CFDDE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3" name="spectrum-axis">
            <a:extLst xmlns:a="http://schemas.openxmlformats.org/drawingml/2006/main">
              <a:ext uri="{FF2B5EF4-FFF2-40B4-BE49-F238E27FC236}">
                <a16:creationId xmlns:a16="http://schemas.microsoft.com/office/drawing/2014/main" id="{D2415BA1-83DE-476C-98E1-A4D1247B6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71575" y="5381625"/>
            <a:ext cx="98107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FB3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spectrum-axis-arrow">
            <a:extLst xmlns:a="http://schemas.openxmlformats.org/drawingml/2006/main">
              <a:ext uri="{FF2B5EF4-FFF2-40B4-BE49-F238E27FC236}">
                <a16:creationId xmlns:a16="http://schemas.microsoft.com/office/drawing/2014/main" id="{B561D83C-4952-4CE0-9096-90E2EDF80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987088" y="5329238"/>
            <a:ext cx="138113" cy="133350"/>
          </a:xfrm>
          <a:custGeom xmlns:a="http://schemas.openxmlformats.org/drawingml/2006/main">
            <a:pathLst>
              <a:path w="138113" h="133350">
                <a:moveTo>
                  <a:pt x="0" y="0"/>
                </a:moveTo>
                <a:lnTo>
                  <a:pt x="8630" y="4172"/>
                </a:lnTo>
                <a:lnTo>
                  <a:pt x="17269" y="8334"/>
                </a:lnTo>
                <a:lnTo>
                  <a:pt x="25898" y="12506"/>
                </a:lnTo>
                <a:lnTo>
                  <a:pt x="34528" y="16669"/>
                </a:lnTo>
                <a:lnTo>
                  <a:pt x="43158" y="20841"/>
                </a:lnTo>
                <a:lnTo>
                  <a:pt x="51797" y="25003"/>
                </a:lnTo>
                <a:lnTo>
                  <a:pt x="60427" y="29175"/>
                </a:lnTo>
                <a:lnTo>
                  <a:pt x="69056" y="33338"/>
                </a:lnTo>
                <a:lnTo>
                  <a:pt x="77686" y="37509"/>
                </a:lnTo>
                <a:lnTo>
                  <a:pt x="86325" y="41672"/>
                </a:lnTo>
                <a:lnTo>
                  <a:pt x="94955" y="45844"/>
                </a:lnTo>
                <a:lnTo>
                  <a:pt x="103584" y="50006"/>
                </a:lnTo>
                <a:lnTo>
                  <a:pt x="112214" y="54178"/>
                </a:lnTo>
                <a:lnTo>
                  <a:pt x="120853" y="58341"/>
                </a:lnTo>
                <a:lnTo>
                  <a:pt x="129483" y="62513"/>
                </a:lnTo>
                <a:lnTo>
                  <a:pt x="138113" y="66675"/>
                </a:lnTo>
                <a:lnTo>
                  <a:pt x="129483" y="70847"/>
                </a:lnTo>
                <a:lnTo>
                  <a:pt x="120853" y="75009"/>
                </a:lnTo>
                <a:lnTo>
                  <a:pt x="112214" y="79172"/>
                </a:lnTo>
                <a:lnTo>
                  <a:pt x="103584" y="83344"/>
                </a:lnTo>
                <a:lnTo>
                  <a:pt x="94955" y="87516"/>
                </a:lnTo>
                <a:lnTo>
                  <a:pt x="86325" y="91678"/>
                </a:lnTo>
                <a:lnTo>
                  <a:pt x="77686" y="95841"/>
                </a:lnTo>
                <a:lnTo>
                  <a:pt x="69056" y="100013"/>
                </a:lnTo>
                <a:lnTo>
                  <a:pt x="60427" y="104184"/>
                </a:lnTo>
                <a:lnTo>
                  <a:pt x="51797" y="108347"/>
                </a:lnTo>
                <a:lnTo>
                  <a:pt x="43158" y="112519"/>
                </a:lnTo>
                <a:lnTo>
                  <a:pt x="34528" y="116681"/>
                </a:lnTo>
                <a:lnTo>
                  <a:pt x="25898" y="120853"/>
                </a:lnTo>
                <a:lnTo>
                  <a:pt x="17269" y="125016"/>
                </a:lnTo>
                <a:lnTo>
                  <a:pt x="8630" y="129188"/>
                </a:ln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8FB3DF"/>
            </a:solidFill>
            <a:prstDash val="solid"/>
          </a:ln>
        </p:spPr>
      </p:sp>
      <p:sp>
        <p:nvSpPr>
          <p:cNvPr id="15" name="spectrum-axis-low">
            <a:extLst xmlns:a="http://schemas.openxmlformats.org/drawingml/2006/main">
              <a:ext uri="{FF2B5EF4-FFF2-40B4-BE49-F238E27FC236}">
                <a16:creationId xmlns:a16="http://schemas.microsoft.com/office/drawing/2014/main" id="{E4B8B1B6-E838-439C-A227-B2F3B4166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57275" y="55816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1500" b="0" i="0">
                <a:solidFill>
                  <a:srgbClr val="6F7D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F7D91"/>
                </a:solidFill>
                <a:latin typeface="Microsoft YaHei"/>
                <a:ea typeface="Microsoft YaHei"/>
                <a:cs typeface="Microsoft YaHei"/>
              </a:rPr>
              <a:t>低</a:t>
            </a:r>
          </a:p>
        </p:txBody>
      </p:sp>
      <p:sp>
        <p:nvSpPr>
          <p:cNvPr id="16" name="spectrum-axis-label">
            <a:extLst xmlns:a="http://schemas.openxmlformats.org/drawingml/2006/main">
              <a:ext uri="{FF2B5EF4-FFF2-40B4-BE49-F238E27FC236}">
                <a16:creationId xmlns:a16="http://schemas.microsoft.com/office/drawing/2014/main" id="{90EB7AF8-EE64-4A2A-81D8-A4AE11128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62500" y="558165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4052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405269"/>
                </a:solidFill>
                <a:latin typeface="Microsoft YaHei"/>
                <a:ea typeface="Microsoft YaHei"/>
                <a:cs typeface="Microsoft YaHei"/>
              </a:rPr>
              <a:t>对视觉复杂度与美观度的需求</a:t>
            </a:r>
          </a:p>
        </p:txBody>
      </p:sp>
      <p:sp>
        <p:nvSpPr>
          <p:cNvPr id="17" name="spectrum-axis-high">
            <a:extLst xmlns:a="http://schemas.openxmlformats.org/drawingml/2006/main">
              <a:ext uri="{FF2B5EF4-FFF2-40B4-BE49-F238E27FC236}">
                <a16:creationId xmlns:a16="http://schemas.microsoft.com/office/drawing/2014/main" id="{C0D29D44-4462-417B-9E96-2A0F81A5E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05975" y="55816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40000"/>
              </a:lnSpc>
              <a:buNone/>
              <a:defRPr sz="1500" b="0" i="0">
                <a:solidFill>
                  <a:srgbClr val="6F7D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F7D91"/>
                </a:solidFill>
                <a:latin typeface="Microsoft YaHei"/>
                <a:ea typeface="Microsoft YaHei"/>
                <a:cs typeface="Microsoft YaHei"/>
              </a:rPr>
              <a:t>高</a:t>
            </a:r>
          </a:p>
        </p:txBody>
      </p:sp>
      <p:sp>
        <p:nvSpPr>
          <p:cNvPr id="18" name="spectrum-order-0">
            <a:extLst xmlns:a="http://schemas.openxmlformats.org/drawingml/2006/main">
              <a:ext uri="{FF2B5EF4-FFF2-40B4-BE49-F238E27FC236}">
                <a16:creationId xmlns:a16="http://schemas.microsoft.com/office/drawing/2014/main" id="{0F170FF1-F70C-4083-B708-C8E960590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0125" y="3095625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 i="0">
                <a:solidFill>
                  <a:srgbClr val="9AB1C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9AB1CA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19" name="spectrum-title-0">
            <a:extLst xmlns:a="http://schemas.openxmlformats.org/drawingml/2006/main">
              <a:ext uri="{FF2B5EF4-FFF2-40B4-BE49-F238E27FC236}">
                <a16:creationId xmlns:a16="http://schemas.microsoft.com/office/drawing/2014/main" id="{A1F5CC6E-29BA-4393-B2B7-C14DB17D3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0125" y="3541519"/>
            <a:ext cx="1611516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rPr>
              <a:t>低要求端</a:t>
            </a:r>
          </a:p>
        </p:txBody>
      </p:sp>
      <p:sp>
        <p:nvSpPr>
          <p:cNvPr id="20" name="spectrum-body-0">
            <a:extLst xmlns:a="http://schemas.openxmlformats.org/drawingml/2006/main">
              <a:ext uri="{FF2B5EF4-FFF2-40B4-BE49-F238E27FC236}">
                <a16:creationId xmlns:a16="http://schemas.microsoft.com/office/drawing/2014/main" id="{525BEECC-689D-4A73-97BB-EDEEAADB8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0125" y="3970144"/>
            <a:ext cx="1611516" cy="51792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6000"/>
              </a:lnSpc>
              <a:buNone/>
              <a:defRPr sz="1500" b="0" i="0">
                <a:solidFill>
                  <a:srgbClr val="52617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526174"/>
                </a:solidFill>
                <a:latin typeface="Microsoft YaHei"/>
                <a:ea typeface="Microsoft YaHei"/>
                <a:cs typeface="Microsoft YaHei"/>
              </a:rPr>
              <a:t>不重视版式，直接</a:t>
            </a:r>
          </a:p>
          <a:p xmlns:a="http://schemas.openxmlformats.org/drawingml/2006/main">
            <a:pPr algn="ctr">
              <a:lnSpc>
                <a:spcPct val="136000"/>
              </a:lnSpc>
              <a:buNone/>
              <a:defRPr sz="1500" b="0" i="0">
                <a:solidFill>
                  <a:srgbClr val="52617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526174"/>
                </a:solidFill>
                <a:latin typeface="Microsoft YaHei"/>
                <a:ea typeface="Microsoft YaHei"/>
                <a:cs typeface="Microsoft YaHei"/>
              </a:rPr>
              <a:t>堆放文字也能接受</a:t>
            </a:r>
          </a:p>
        </p:txBody>
      </p:sp>
      <p:sp>
        <p:nvSpPr>
          <p:cNvPr id="21" name="spectrum-order-1">
            <a:extLst xmlns:a="http://schemas.openxmlformats.org/drawingml/2006/main">
              <a:ext uri="{FF2B5EF4-FFF2-40B4-BE49-F238E27FC236}">
                <a16:creationId xmlns:a16="http://schemas.microsoft.com/office/drawing/2014/main" id="{E2BD26F8-91FD-4A9C-8103-B910B0FC9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145041" y="3095625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 i="0">
                <a:solidFill>
                  <a:srgbClr val="9AB1C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9AB1CA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22" name="spectrum-title-1">
            <a:extLst xmlns:a="http://schemas.openxmlformats.org/drawingml/2006/main">
              <a:ext uri="{FF2B5EF4-FFF2-40B4-BE49-F238E27FC236}">
                <a16:creationId xmlns:a16="http://schemas.microsoft.com/office/drawing/2014/main" id="{C516FB95-EE34-4864-AFEA-19A555586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145041" y="3412036"/>
            <a:ext cx="1611659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rPr>
              <a:t>工作型需求</a:t>
            </a:r>
          </a:p>
        </p:txBody>
      </p:sp>
      <p:sp>
        <p:nvSpPr>
          <p:cNvPr id="23" name="spectrum-body-1">
            <a:extLst xmlns:a="http://schemas.openxmlformats.org/drawingml/2006/main">
              <a:ext uri="{FF2B5EF4-FFF2-40B4-BE49-F238E27FC236}">
                <a16:creationId xmlns:a16="http://schemas.microsoft.com/office/drawing/2014/main" id="{07CFCD43-9F98-452C-A39B-7F24038FE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145041" y="3840661"/>
            <a:ext cx="1611659" cy="776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6000"/>
              </a:lnSpc>
              <a:buNone/>
              <a:defRPr sz="1500" b="0" i="0">
                <a:solidFill>
                  <a:srgbClr val="52617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526174"/>
                </a:solidFill>
                <a:latin typeface="Microsoft YaHei"/>
                <a:ea typeface="Microsoft YaHei"/>
                <a:cs typeface="Microsoft YaHei"/>
              </a:rPr>
              <a:t>结构清楚、视觉规</a:t>
            </a:r>
          </a:p>
          <a:p xmlns:a="http://schemas.openxmlformats.org/drawingml/2006/main">
            <a:pPr algn="ctr">
              <a:lnSpc>
                <a:spcPct val="136000"/>
              </a:lnSpc>
              <a:buNone/>
              <a:defRPr sz="1500" b="0" i="0">
                <a:solidFill>
                  <a:srgbClr val="52617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526174"/>
                </a:solidFill>
                <a:latin typeface="Microsoft YaHei"/>
                <a:ea typeface="Microsoft YaHei"/>
                <a:cs typeface="Microsoft YaHei"/>
              </a:rPr>
              <a:t>范、稳定可靠且可</a:t>
            </a:r>
          </a:p>
          <a:p xmlns:a="http://schemas.openxmlformats.org/drawingml/2006/main">
            <a:pPr algn="ctr">
              <a:lnSpc>
                <a:spcPct val="136000"/>
              </a:lnSpc>
              <a:buNone/>
              <a:defRPr sz="1500" b="0" i="0">
                <a:solidFill>
                  <a:srgbClr val="52617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526174"/>
                </a:solidFill>
                <a:latin typeface="Microsoft YaHei"/>
                <a:ea typeface="Microsoft YaHei"/>
                <a:cs typeface="Microsoft YaHei"/>
              </a:rPr>
              <a:t>修改</a:t>
            </a:r>
          </a:p>
        </p:txBody>
      </p:sp>
      <p:sp>
        <p:nvSpPr>
          <p:cNvPr id="24" name="spectrum-order-2">
            <a:extLst xmlns:a="http://schemas.openxmlformats.org/drawingml/2006/main">
              <a:ext uri="{FF2B5EF4-FFF2-40B4-BE49-F238E27FC236}">
                <a16:creationId xmlns:a16="http://schemas.microsoft.com/office/drawing/2014/main" id="{AF79CB56-BBBD-456E-A5CA-15221DAE2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90099" y="2714625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 i="0">
                <a:solidFill>
                  <a:srgbClr val="B9D5F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B9D5F6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25" name="spectrum-title-2">
            <a:extLst xmlns:a="http://schemas.openxmlformats.org/drawingml/2006/main">
              <a:ext uri="{FF2B5EF4-FFF2-40B4-BE49-F238E27FC236}">
                <a16:creationId xmlns:a16="http://schemas.microsoft.com/office/drawing/2014/main" id="{F66E2ABB-061A-4E8B-8B92-35CE2CD2D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90099" y="3269161"/>
            <a:ext cx="1611659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高定制端</a:t>
            </a:r>
          </a:p>
        </p:txBody>
      </p:sp>
      <p:sp>
        <p:nvSpPr>
          <p:cNvPr id="26" name="spectrum-body-2">
            <a:extLst xmlns:a="http://schemas.openxmlformats.org/drawingml/2006/main">
              <a:ext uri="{FF2B5EF4-FFF2-40B4-BE49-F238E27FC236}">
                <a16:creationId xmlns:a16="http://schemas.microsoft.com/office/drawing/2014/main" id="{08E66B3B-7252-4129-9822-07E1C5FCD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90099" y="3697786"/>
            <a:ext cx="1611659" cy="776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6000"/>
              </a:lnSpc>
              <a:buNone/>
              <a:def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发布会、路演和比</a:t>
            </a:r>
          </a:p>
          <a:p xmlns:a="http://schemas.openxmlformats.org/drawingml/2006/main">
            <a:pPr algn="ctr">
              <a:lnSpc>
                <a:spcPct val="136000"/>
              </a:lnSpc>
              <a:buNone/>
              <a:def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赛需要高度视觉创</a:t>
            </a:r>
          </a:p>
          <a:p xmlns:a="http://schemas.openxmlformats.org/drawingml/2006/main">
            <a:pPr algn="ctr">
              <a:lnSpc>
                <a:spcPct val="136000"/>
              </a:lnSpc>
              <a:buNone/>
              <a:def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</a:t>
            </a:r>
          </a:p>
        </p:txBody>
      </p:sp>
      <p:sp>
        <p:nvSpPr>
          <p:cNvPr id="27" name="spectrum-order-3">
            <a:extLst xmlns:a="http://schemas.openxmlformats.org/drawingml/2006/main">
              <a:ext uri="{FF2B5EF4-FFF2-40B4-BE49-F238E27FC236}">
                <a16:creationId xmlns:a16="http://schemas.microsoft.com/office/drawing/2014/main" id="{61706774-9C79-4FEC-B302-7CC76A6AD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35158" y="3095625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 i="0">
                <a:solidFill>
                  <a:srgbClr val="9AB1C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9AB1CA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8" name="spectrum-title-3">
            <a:extLst xmlns:a="http://schemas.openxmlformats.org/drawingml/2006/main">
              <a:ext uri="{FF2B5EF4-FFF2-40B4-BE49-F238E27FC236}">
                <a16:creationId xmlns:a16="http://schemas.microsoft.com/office/drawing/2014/main" id="{5900674C-6A02-4610-AABE-ADDDADD3C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35158" y="3541519"/>
            <a:ext cx="1611659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rPr>
              <a:t>专业表达</a:t>
            </a:r>
          </a:p>
        </p:txBody>
      </p:sp>
      <p:sp>
        <p:nvSpPr>
          <p:cNvPr id="29" name="spectrum-body-3">
            <a:extLst xmlns:a="http://schemas.openxmlformats.org/drawingml/2006/main">
              <a:ext uri="{FF2B5EF4-FFF2-40B4-BE49-F238E27FC236}">
                <a16:creationId xmlns:a16="http://schemas.microsoft.com/office/drawing/2014/main" id="{5E47D2A2-0F04-4BA9-987F-B9D99AED1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35158" y="3970144"/>
            <a:ext cx="1611659" cy="51792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6000"/>
              </a:lnSpc>
              <a:buNone/>
              <a:defRPr sz="1500" b="0" i="0">
                <a:solidFill>
                  <a:srgbClr val="52617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526174"/>
                </a:solidFill>
                <a:latin typeface="Microsoft YaHei"/>
                <a:ea typeface="Microsoft YaHei"/>
                <a:cs typeface="Microsoft YaHei"/>
              </a:rPr>
              <a:t>需要专门设计与品</a:t>
            </a:r>
          </a:p>
          <a:p xmlns:a="http://schemas.openxmlformats.org/drawingml/2006/main">
            <a:pPr algn="ctr">
              <a:lnSpc>
                <a:spcPct val="136000"/>
              </a:lnSpc>
              <a:buNone/>
              <a:defRPr sz="1500" b="0" i="0">
                <a:solidFill>
                  <a:srgbClr val="52617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526174"/>
                </a:solidFill>
                <a:latin typeface="Microsoft YaHei"/>
                <a:ea typeface="Microsoft YaHei"/>
                <a:cs typeface="Microsoft YaHei"/>
              </a:rPr>
              <a:t>牌化表达</a:t>
            </a:r>
          </a:p>
        </p:txBody>
      </p:sp>
      <p:sp>
        <p:nvSpPr>
          <p:cNvPr id="30" name="spectrum-order-4">
            <a:extLst xmlns:a="http://schemas.openxmlformats.org/drawingml/2006/main">
              <a:ext uri="{FF2B5EF4-FFF2-40B4-BE49-F238E27FC236}">
                <a16:creationId xmlns:a16="http://schemas.microsoft.com/office/drawing/2014/main" id="{A9AC0CCC-129A-455E-BCB5-A281B64C0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80216" y="3095625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 i="0">
                <a:solidFill>
                  <a:srgbClr val="9AB1C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9AB1CA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31" name="spectrum-title-4">
            <a:extLst xmlns:a="http://schemas.openxmlformats.org/drawingml/2006/main">
              <a:ext uri="{FF2B5EF4-FFF2-40B4-BE49-F238E27FC236}">
                <a16:creationId xmlns:a16="http://schemas.microsoft.com/office/drawing/2014/main" id="{0936416E-748B-478D-BB94-3B06B1220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80216" y="3541519"/>
            <a:ext cx="1611516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rPr>
              <a:t>极致展示</a:t>
            </a:r>
          </a:p>
        </p:txBody>
      </p:sp>
      <p:sp>
        <p:nvSpPr>
          <p:cNvPr id="32" name="spectrum-body-4">
            <a:extLst xmlns:a="http://schemas.openxmlformats.org/drawingml/2006/main">
              <a:ext uri="{FF2B5EF4-FFF2-40B4-BE49-F238E27FC236}">
                <a16:creationId xmlns:a16="http://schemas.microsoft.com/office/drawing/2014/main" id="{6BE91EE0-21FA-4CD3-ABDB-A13CC6027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80216" y="3970144"/>
            <a:ext cx="1611516" cy="51792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6000"/>
              </a:lnSpc>
              <a:buNone/>
              <a:defRPr sz="1500" b="0" i="0">
                <a:solidFill>
                  <a:srgbClr val="52617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526174"/>
                </a:solidFill>
                <a:latin typeface="Microsoft YaHei"/>
                <a:ea typeface="Microsoft YaHei"/>
                <a:cs typeface="Microsoft YaHei"/>
              </a:rPr>
              <a:t>以独特视觉体验为</a:t>
            </a:r>
          </a:p>
          <a:p xmlns:a="http://schemas.openxmlformats.org/drawingml/2006/main">
            <a:pPr algn="ctr">
              <a:lnSpc>
                <a:spcPct val="136000"/>
              </a:lnSpc>
              <a:buNone/>
              <a:defRPr sz="1500" b="0" i="0">
                <a:solidFill>
                  <a:srgbClr val="52617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526174"/>
                </a:solidFill>
                <a:latin typeface="Microsoft YaHei"/>
                <a:ea typeface="Microsoft YaHei"/>
                <a:cs typeface="Microsoft YaHei"/>
              </a:rPr>
              <a:t>首要目标</a:t>
            </a:r>
          </a:p>
        </p:txBody>
      </p:sp>
      <p:sp>
        <p:nvSpPr>
          <p:cNvPr id="33" name="spectrum-focus-label-bg">
            <a:extLst xmlns:a="http://schemas.openxmlformats.org/drawingml/2006/main">
              <a:ext uri="{FF2B5EF4-FFF2-40B4-BE49-F238E27FC236}">
                <a16:creationId xmlns:a16="http://schemas.microsoft.com/office/drawing/2014/main" id="{596B9A97-0C8B-40D1-A0A6-4524C000A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76748" y="2724150"/>
            <a:ext cx="838200" cy="2476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spectrum-focus-label">
            <a:extLst xmlns:a="http://schemas.openxmlformats.org/drawingml/2006/main">
              <a:ext uri="{FF2B5EF4-FFF2-40B4-BE49-F238E27FC236}">
                <a16:creationId xmlns:a16="http://schemas.microsoft.com/office/drawing/2014/main" id="{6D603BE3-F2F3-4D1F-9426-B0FC0AB59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76748" y="2724150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重点区域</a:t>
            </a:r>
          </a:p>
        </p:txBody>
      </p:sp>
    </p:spTree>
    <p:extLst>
      <p:ext uri="{BB962C8B-B14F-4D97-AF65-F5344CB8AC3E}">
        <p14:creationId xmlns:p14="http://schemas.microsoft.com/office/powerpoint/2010/main" val="28412583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190500" dist="85725" dir="5400000">
              <a:srgbClr val="2F5EA8">
                <a:alpha val="9000"/>
              </a:srgbClr>
            </a:outerShdw>
          </a:effectLst>
        </a:effectStyle>
        <a:effectStyle>
          <a:effectLst>
            <a:outerShdw blurRad="266700" dist="133350" dir="5400000">
              <a:srgbClr val="2F5EA8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2026-08-25T02:39:46.1300000Z</dcterms:created>
  <dcterms:modified xsi:type="dcterms:W3CDTF">2026-08-25T02:39:46.1300000Z</dcterms:modified>
</coreProperties>
</file>