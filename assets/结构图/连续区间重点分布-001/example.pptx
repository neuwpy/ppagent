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44c07a8bcb64a90" /><Relationship Type="http://schemas.openxmlformats.org/officeDocument/2006/relationships/extended-properties" Target="/docProps/app.xml" Id="R3e4c7a35a42141aa" /><Relationship Type="http://schemas.openxmlformats.org/officeDocument/2006/relationships/officeDocument" Target="/ppt/presentation.xml" Id="R734759970949424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026c0ec311a42bd"/>
  </p:sldMasterIdLst>
  <p:notesMasterIdLst>
    <p:notesMasterId xmlns:r="http://schemas.openxmlformats.org/officeDocument/2006/relationships" r:id="Ra5aac03930674946"/>
  </p:notesMasterIdLst>
  <p:sldIdLst>
    <p:sldId xmlns:r="http://schemas.openxmlformats.org/officeDocument/2006/relationships" id="256" r:id="Re2732f6c52b74156"/>
    <p:sldId xmlns:r="http://schemas.openxmlformats.org/officeDocument/2006/relationships" id="257" r:id="R0c7731d2a8be4fe8"/>
    <p:sldId xmlns:r="http://schemas.openxmlformats.org/officeDocument/2006/relationships" id="258" r:id="R3f202ca416f04487"/>
    <p:sldId xmlns:r="http://schemas.openxmlformats.org/officeDocument/2006/relationships" id="259" r:id="R15b358363dec420d"/>
    <p:sldId xmlns:r="http://schemas.openxmlformats.org/officeDocument/2006/relationships" id="260" r:id="R69202e00f4534b05"/>
    <p:sldId xmlns:r="http://schemas.openxmlformats.org/officeDocument/2006/relationships" id="261" r:id="R40ed803bf95c421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c57fa3a89334987" /><Relationship Type="http://schemas.openxmlformats.org/officeDocument/2006/relationships/slideMaster" Target="/ppt/slideMasters/slideMaster1.xml" Id="Rb026c0ec311a42bd" /><Relationship Type="http://schemas.openxmlformats.org/officeDocument/2006/relationships/notesMaster" Target="/ppt/notesMasters/notesMaster1.xml" Id="Ra5aac03930674946" /><Relationship Type="http://schemas.openxmlformats.org/officeDocument/2006/relationships/presProps" Target="/ppt/presProps.xml" Id="R598118e1677a483a" /><Relationship Type="http://schemas.openxmlformats.org/officeDocument/2006/relationships/tableStyles" Target="/ppt/tableStyles.xml" Id="Ra398605a2c8f417f" /><Relationship Type="http://schemas.openxmlformats.org/officeDocument/2006/relationships/slide" Target="/ppt/slides/slide1.xml" Id="Re2732f6c52b74156" /><Relationship Type="http://schemas.openxmlformats.org/officeDocument/2006/relationships/slide" Target="/ppt/slides/slide2.xml" Id="R0c7731d2a8be4fe8" /><Relationship Type="http://schemas.openxmlformats.org/officeDocument/2006/relationships/slide" Target="/ppt/slides/slide3.xml" Id="R3f202ca416f04487" /><Relationship Type="http://schemas.openxmlformats.org/officeDocument/2006/relationships/slide" Target="/ppt/slides/slide4.xml" Id="R15b358363dec420d" /><Relationship Type="http://schemas.openxmlformats.org/officeDocument/2006/relationships/slide" Target="/ppt/slides/slide5.xml" Id="R69202e00f4534b05" /><Relationship Type="http://schemas.openxmlformats.org/officeDocument/2006/relationships/slide" Target="/ppt/slides/slide6.xml" Id="R40ed803bf95c421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bdcad2e36944ca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  <a:effectStyle>
          <a:effectLst>
            <a:outerShdw blurRad="266700" dist="114300" dir="5400000">
              <a:srgbClr val="2F5EA8">
                <a:alpha val="22000"/>
              </a:srgbClr>
            </a:outerShdw>
          </a:effectLst>
        </a:effectStyle>
        <a:effectStyle>
          <a:effectLst>
            <a:outerShdw blurRad="152400" dist="66675" dir="5400000">
              <a:srgbClr val="2F5EA8">
                <a:alpha val="9000"/>
              </a:srgbClr>
            </a:outerShdw>
          </a:effectLst>
        </a:effectStyle>
        <a:effectStyle>
          <a:effectLst>
            <a:outerShdw blurRad="152400" dist="66675" dir="5400000">
              <a:srgbClr val="2F5EA8">
                <a:alpha val="10000"/>
              </a:srgbClr>
            </a:outerShdw>
          </a:effectLst>
        </a:effectStyle>
        <a:effectStyle>
          <a:effectLst>
            <a:outerShdw blurRad="171450" dist="76200" dir="5400000">
              <a:srgbClr val="2F5EA8">
                <a:alpha val="16000"/>
              </a:srgbClr>
            </a:outerShdw>
          </a:effectLst>
        </a:effectStyle>
        <a:effectStyle>
          <a:effectLst>
            <a:outerShdw blurRad="114300" dist="47625" dir="5400000">
              <a:srgbClr val="2F5EA8">
                <a:alpha val="7000"/>
              </a:srgbClr>
            </a:outerShdw>
          </a:effectLst>
        </a:effectStyle>
        <a:effectStyle>
          <a:effectLst>
            <a:outerShdw blurRad="95250" dist="38100" dir="5400000">
              <a:srgbClr val="2F5EA8">
                <a:alpha val="8000"/>
              </a:srgbClr>
            </a:outerShdw>
          </a:effectLst>
        </a:effectStyle>
        <a:effectStyle>
          <a:effectLst>
            <a:outerShdw blurRad="209550" dist="95250" dir="5400000">
              <a:srgbClr val="2F5EA8">
                <a:alpha val="8000"/>
              </a:srgbClr>
            </a:outerShdw>
          </a:effectLst>
        </a:effectStyle>
        <a:effectStyle>
          <a:effectLst>
            <a:outerShdw blurRad="133350" dist="57150" dir="5400000">
              <a:srgbClr val="2F5EA8">
                <a:alpha val="18000"/>
              </a:srgbClr>
            </a:outerShdw>
          </a:effectLst>
        </a:effectStyle>
        <a:effectStyle>
          <a:effectLst>
            <a:outerShdw blurRad="200025" dist="85725" dir="5400000">
              <a:srgbClr val="2F5EA8">
                <a:alpha val="14000"/>
              </a:srgbClr>
            </a:outerShdw>
          </a:effectLst>
        </a:effectStyle>
        <a:effectStyle>
          <a:effectLst>
            <a:outerShdw blurRad="171450" dist="76200" dir="5400000">
              <a:srgbClr val="264E80">
                <a:alpha val="10000"/>
              </a:srgbClr>
            </a:outerShdw>
          </a:effectLst>
        </a:effectStyle>
        <a:effectStyle>
          <a:effectLst>
            <a:outerShdw blurRad="171450" dist="76200" dir="5400000">
              <a:srgbClr val="1F497E">
                <a:alpha val="8000"/>
              </a:srgbClr>
            </a:outerShdw>
          </a:effectLst>
        </a:effectStyle>
        <a:effectStyle>
          <a:effectLst>
            <a:outerShdw blurRad="95250" dist="38100" dir="5400000">
              <a:srgbClr val="2F5EA8">
                <a:alpha val="16000"/>
              </a:srgbClr>
            </a:outerShdw>
          </a:effectLst>
        </a:effectStyle>
        <a:effectStyle>
          <a:effectLst>
            <a:outerShdw blurRad="114300" dist="57150" dir="5400000">
              <a:srgbClr val="2F5EA8">
                <a:alpha val="15000"/>
              </a:srgbClr>
            </a:outerShdw>
          </a:effectLst>
        </a:effectStyle>
        <a:effectStyle>
          <a:effectLst>
            <a:outerShdw blurRad="114300" dist="47625" dir="5400000">
              <a:srgbClr val="2F5EA8">
                <a:alpha val="20000"/>
              </a:srgbClr>
            </a:outerShdw>
          </a:effectLst>
        </a:effectStyle>
        <a:effectStyle>
          <a:effectLst>
            <a:outerShdw blurRad="190500" dist="85725" dir="5400000">
              <a:srgbClr val="2F5EA8">
                <a:alpha val="9000"/>
              </a:srgbClr>
            </a:outerShdw>
          </a:effectLst>
        </a:effectStyle>
        <a:effectStyle>
          <a:effectLst>
            <a:outerShdw blurRad="266700" dist="133350" dir="5400000">
              <a:srgbClr val="2F5EA8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1f1609fa2dc43e2" /><Relationship Type="http://schemas.openxmlformats.org/officeDocument/2006/relationships/notesMaster" Target="/ppt/notesMasters/notesMaster1.xml" Id="Re10eed31ecd2441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626598af31f4e08" /><Relationship Type="http://schemas.openxmlformats.org/officeDocument/2006/relationships/notesMaster" Target="/ppt/notesMasters/notesMaster1.xml" Id="R49dd546dd85a471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b0f3b394c9048cc" /><Relationship Type="http://schemas.openxmlformats.org/officeDocument/2006/relationships/notesMaster" Target="/ppt/notesMasters/notesMaster1.xml" Id="R39c96693580c428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4c6d1d13a0f4101" /><Relationship Type="http://schemas.openxmlformats.org/officeDocument/2006/relationships/notesMaster" Target="/ppt/notesMasters/notesMaster1.xml" Id="Rae4f93e617dc4ca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9c332c54d30496d" /><Relationship Type="http://schemas.openxmlformats.org/officeDocument/2006/relationships/notesMaster" Target="/ppt/notesMasters/notesMaster1.xml" Id="R553c6a1e86f94ad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455191b967e4f6f" /><Relationship Type="http://schemas.openxmlformats.org/officeDocument/2006/relationships/notesMaster" Target="/ppt/notesMasters/notesMaster1.xml" Id="R8c7fcf2d77d8411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1190030c845471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f05d6e5f238490a" /><Relationship Type="http://schemas.openxmlformats.org/officeDocument/2006/relationships/slideLayout" Target="/ppt/slideLayouts/slideLayout1.xml" Id="R67f97b6c28c8472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7f97b6c28c8472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  <a:effectStyle>
          <a:effectLst>
            <a:outerShdw blurRad="266700" dist="114300" dir="5400000">
              <a:srgbClr val="2F5EA8">
                <a:alpha val="22000"/>
              </a:srgbClr>
            </a:outerShdw>
          </a:effectLst>
        </a:effectStyle>
        <a:effectStyle>
          <a:effectLst>
            <a:outerShdw blurRad="152400" dist="66675" dir="5400000">
              <a:srgbClr val="2F5EA8">
                <a:alpha val="9000"/>
              </a:srgbClr>
            </a:outerShdw>
          </a:effectLst>
        </a:effectStyle>
        <a:effectStyle>
          <a:effectLst>
            <a:outerShdw blurRad="152400" dist="66675" dir="5400000">
              <a:srgbClr val="2F5EA8">
                <a:alpha val="10000"/>
              </a:srgbClr>
            </a:outerShdw>
          </a:effectLst>
        </a:effectStyle>
        <a:effectStyle>
          <a:effectLst>
            <a:outerShdw blurRad="171450" dist="76200" dir="5400000">
              <a:srgbClr val="2F5EA8">
                <a:alpha val="16000"/>
              </a:srgbClr>
            </a:outerShdw>
          </a:effectLst>
        </a:effectStyle>
        <a:effectStyle>
          <a:effectLst>
            <a:outerShdw blurRad="114300" dist="47625" dir="5400000">
              <a:srgbClr val="2F5EA8">
                <a:alpha val="7000"/>
              </a:srgbClr>
            </a:outerShdw>
          </a:effectLst>
        </a:effectStyle>
        <a:effectStyle>
          <a:effectLst>
            <a:outerShdw blurRad="95250" dist="38100" dir="5400000">
              <a:srgbClr val="2F5EA8">
                <a:alpha val="8000"/>
              </a:srgbClr>
            </a:outerShdw>
          </a:effectLst>
        </a:effectStyle>
        <a:effectStyle>
          <a:effectLst>
            <a:outerShdw blurRad="209550" dist="95250" dir="5400000">
              <a:srgbClr val="2F5EA8">
                <a:alpha val="8000"/>
              </a:srgbClr>
            </a:outerShdw>
          </a:effectLst>
        </a:effectStyle>
        <a:effectStyle>
          <a:effectLst>
            <a:outerShdw blurRad="133350" dist="57150" dir="5400000">
              <a:srgbClr val="2F5EA8">
                <a:alpha val="18000"/>
              </a:srgbClr>
            </a:outerShdw>
          </a:effectLst>
        </a:effectStyle>
        <a:effectStyle>
          <a:effectLst>
            <a:outerShdw blurRad="200025" dist="85725" dir="5400000">
              <a:srgbClr val="2F5EA8">
                <a:alpha val="14000"/>
              </a:srgbClr>
            </a:outerShdw>
          </a:effectLst>
        </a:effectStyle>
        <a:effectStyle>
          <a:effectLst>
            <a:outerShdw blurRad="171450" dist="76200" dir="5400000">
              <a:srgbClr val="264E80">
                <a:alpha val="10000"/>
              </a:srgbClr>
            </a:outerShdw>
          </a:effectLst>
        </a:effectStyle>
        <a:effectStyle>
          <a:effectLst>
            <a:outerShdw blurRad="171450" dist="76200" dir="5400000">
              <a:srgbClr val="1F497E">
                <a:alpha val="8000"/>
              </a:srgbClr>
            </a:outerShdw>
          </a:effectLst>
        </a:effectStyle>
        <a:effectStyle>
          <a:effectLst>
            <a:outerShdw blurRad="95250" dist="38100" dir="5400000">
              <a:srgbClr val="2F5EA8">
                <a:alpha val="16000"/>
              </a:srgbClr>
            </a:outerShdw>
          </a:effectLst>
        </a:effectStyle>
        <a:effectStyle>
          <a:effectLst>
            <a:outerShdw blurRad="114300" dist="57150" dir="5400000">
              <a:srgbClr val="2F5EA8">
                <a:alpha val="15000"/>
              </a:srgbClr>
            </a:outerShdw>
          </a:effectLst>
        </a:effectStyle>
        <a:effectStyle>
          <a:effectLst>
            <a:outerShdw blurRad="114300" dist="47625" dir="5400000">
              <a:srgbClr val="2F5EA8">
                <a:alpha val="20000"/>
              </a:srgbClr>
            </a:outerShdw>
          </a:effectLst>
        </a:effectStyle>
        <a:effectStyle>
          <a:effectLst>
            <a:outerShdw blurRad="190500" dist="85725" dir="5400000">
              <a:srgbClr val="2F5EA8">
                <a:alpha val="9000"/>
              </a:srgbClr>
            </a:outerShdw>
          </a:effectLst>
        </a:effectStyle>
        <a:effectStyle>
          <a:effectLst>
            <a:outerShdw blurRad="266700" dist="133350" dir="5400000">
              <a:srgbClr val="2F5EA8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c00f5c710e84acc" /><Relationship Type="http://schemas.openxmlformats.org/officeDocument/2006/relationships/notesSlide" Target="/ppt/notesSlides/notesSlide1.xml" Id="R20a2ddb7a5854df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7eb4319d9a0473d" /><Relationship Type="http://schemas.openxmlformats.org/officeDocument/2006/relationships/notesSlide" Target="/ppt/notesSlides/notesSlide2.xml" Id="R29ae0759d9dc4ce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35b93ebac524ce5" /><Relationship Type="http://schemas.openxmlformats.org/officeDocument/2006/relationships/notesSlide" Target="/ppt/notesSlides/notesSlide3.xml" Id="R506eb4fb2657403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d1d8e63e85b45d0" /><Relationship Type="http://schemas.openxmlformats.org/officeDocument/2006/relationships/notesSlide" Target="/ppt/notesSlides/notesSlide4.xml" Id="Rbb018fe2b7764dc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fdbf990c7dc49f0" /><Relationship Type="http://schemas.openxmlformats.org/officeDocument/2006/relationships/notesSlide" Target="/ppt/notesSlides/notesSlide5.xml" Id="Rc5e8f9407a27441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cd0e87b10e24601" /><Relationship Type="http://schemas.openxmlformats.org/officeDocument/2006/relationships/notesSlide" Target="/ppt/notesSlides/notesSlide6.xml" Id="R304996f05409461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spectrum-density-fill">
            <a:extLst xmlns:a="http://schemas.openxmlformats.org/drawingml/2006/main">
              <a:ext uri="{FF2B5EF4-FFF2-40B4-BE49-F238E27FC236}">
                <a16:creationId xmlns:a16="http://schemas.microsoft.com/office/drawing/2014/main" id="{67A97B40-FDE1-450B-B32B-F2D619CDF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00125" y="1620250"/>
            <a:ext cx="10191750" cy="3599450"/>
          </a:xfrm>
          <a:custGeom xmlns:a="http://schemas.openxmlformats.org/drawingml/2006/main">
            <a:pathLst>
              <a:path w="10191750" h="3599450">
                <a:moveTo>
                  <a:pt x="0" y="3599450"/>
                </a:moveTo>
                <a:lnTo>
                  <a:pt x="0" y="3502752"/>
                </a:lnTo>
                <a:lnTo>
                  <a:pt x="0" y="3406064"/>
                </a:lnTo>
                <a:lnTo>
                  <a:pt x="0" y="3309366"/>
                </a:lnTo>
                <a:lnTo>
                  <a:pt x="0" y="3212668"/>
                </a:lnTo>
                <a:lnTo>
                  <a:pt x="79905" y="3172273"/>
                </a:lnTo>
                <a:lnTo>
                  <a:pt x="170450" y="3138364"/>
                </a:lnTo>
                <a:lnTo>
                  <a:pt x="260385" y="3102854"/>
                </a:lnTo>
                <a:lnTo>
                  <a:pt x="349682" y="3065764"/>
                </a:lnTo>
                <a:lnTo>
                  <a:pt x="438140" y="3026702"/>
                </a:lnTo>
                <a:lnTo>
                  <a:pt x="525770" y="2985840"/>
                </a:lnTo>
                <a:lnTo>
                  <a:pt x="612705" y="2943511"/>
                </a:lnTo>
                <a:lnTo>
                  <a:pt x="698925" y="2899762"/>
                </a:lnTo>
                <a:lnTo>
                  <a:pt x="784308" y="2854376"/>
                </a:lnTo>
                <a:lnTo>
                  <a:pt x="868718" y="2807208"/>
                </a:lnTo>
                <a:lnTo>
                  <a:pt x="952386" y="2758754"/>
                </a:lnTo>
                <a:lnTo>
                  <a:pt x="1035339" y="2709072"/>
                </a:lnTo>
                <a:lnTo>
                  <a:pt x="1117406" y="2657932"/>
                </a:lnTo>
                <a:lnTo>
                  <a:pt x="1198531" y="2605316"/>
                </a:lnTo>
                <a:lnTo>
                  <a:pt x="1278988" y="2551690"/>
                </a:lnTo>
                <a:lnTo>
                  <a:pt x="1358808" y="2497112"/>
                </a:lnTo>
                <a:lnTo>
                  <a:pt x="1437561" y="2441010"/>
                </a:lnTo>
                <a:lnTo>
                  <a:pt x="1515732" y="2384098"/>
                </a:lnTo>
                <a:lnTo>
                  <a:pt x="1593323" y="2326405"/>
                </a:lnTo>
                <a:lnTo>
                  <a:pt x="1670056" y="2267560"/>
                </a:lnTo>
                <a:lnTo>
                  <a:pt x="1746209" y="2207981"/>
                </a:lnTo>
                <a:lnTo>
                  <a:pt x="1821923" y="2147830"/>
                </a:lnTo>
                <a:lnTo>
                  <a:pt x="1896904" y="2086785"/>
                </a:lnTo>
                <a:lnTo>
                  <a:pt x="1971399" y="2025129"/>
                </a:lnTo>
                <a:lnTo>
                  <a:pt x="2045522" y="1963036"/>
                </a:lnTo>
                <a:lnTo>
                  <a:pt x="2119093" y="1900295"/>
                </a:lnTo>
                <a:lnTo>
                  <a:pt x="2192331" y="1837153"/>
                </a:lnTo>
                <a:lnTo>
                  <a:pt x="2265293" y="1773698"/>
                </a:lnTo>
                <a:lnTo>
                  <a:pt x="2337826" y="1709757"/>
                </a:lnTo>
                <a:lnTo>
                  <a:pt x="2410225" y="1645653"/>
                </a:lnTo>
                <a:lnTo>
                  <a:pt x="2482425" y="1581341"/>
                </a:lnTo>
                <a:lnTo>
                  <a:pt x="2554405" y="1516771"/>
                </a:lnTo>
                <a:lnTo>
                  <a:pt x="2626338" y="1452153"/>
                </a:lnTo>
                <a:lnTo>
                  <a:pt x="2698280" y="1387535"/>
                </a:lnTo>
                <a:lnTo>
                  <a:pt x="2770232" y="1322946"/>
                </a:lnTo>
                <a:lnTo>
                  <a:pt x="2842231" y="1258405"/>
                </a:lnTo>
                <a:lnTo>
                  <a:pt x="2914412" y="1194054"/>
                </a:lnTo>
                <a:lnTo>
                  <a:pt x="2986821" y="1129970"/>
                </a:lnTo>
                <a:lnTo>
                  <a:pt x="3059401" y="1066076"/>
                </a:lnTo>
                <a:lnTo>
                  <a:pt x="3132458" y="1002735"/>
                </a:lnTo>
                <a:lnTo>
                  <a:pt x="3205848" y="939775"/>
                </a:lnTo>
                <a:lnTo>
                  <a:pt x="3279600" y="877243"/>
                </a:lnTo>
                <a:lnTo>
                  <a:pt x="3354143" y="815645"/>
                </a:lnTo>
                <a:lnTo>
                  <a:pt x="3429152" y="754637"/>
                </a:lnTo>
                <a:lnTo>
                  <a:pt x="3504762" y="694353"/>
                </a:lnTo>
                <a:lnTo>
                  <a:pt x="3581467" y="635479"/>
                </a:lnTo>
                <a:lnTo>
                  <a:pt x="3658857" y="577529"/>
                </a:lnTo>
                <a:lnTo>
                  <a:pt x="3736991" y="520560"/>
                </a:lnTo>
                <a:lnTo>
                  <a:pt x="3816648" y="465753"/>
                </a:lnTo>
                <a:lnTo>
                  <a:pt x="3897278" y="412385"/>
                </a:lnTo>
                <a:lnTo>
                  <a:pt x="3978926" y="360597"/>
                </a:lnTo>
                <a:lnTo>
                  <a:pt x="4062003" y="311125"/>
                </a:lnTo>
                <a:lnTo>
                  <a:pt x="4146661" y="264424"/>
                </a:lnTo>
                <a:lnTo>
                  <a:pt x="4232596" y="220132"/>
                </a:lnTo>
                <a:lnTo>
                  <a:pt x="4319864" y="178546"/>
                </a:lnTo>
                <a:lnTo>
                  <a:pt x="4408732" y="140427"/>
                </a:lnTo>
                <a:lnTo>
                  <a:pt x="4499324" y="106651"/>
                </a:lnTo>
                <a:lnTo>
                  <a:pt x="4591260" y="76791"/>
                </a:lnTo>
                <a:lnTo>
                  <a:pt x="4684452" y="51168"/>
                </a:lnTo>
                <a:lnTo>
                  <a:pt x="4778797" y="30166"/>
                </a:lnTo>
                <a:lnTo>
                  <a:pt x="4874143" y="14126"/>
                </a:lnTo>
                <a:lnTo>
                  <a:pt x="4970326" y="4181"/>
                </a:lnTo>
                <a:lnTo>
                  <a:pt x="5066909" y="0"/>
                </a:lnTo>
                <a:lnTo>
                  <a:pt x="5163550" y="1334"/>
                </a:lnTo>
                <a:lnTo>
                  <a:pt x="5259943" y="8163"/>
                </a:lnTo>
                <a:lnTo>
                  <a:pt x="5355822" y="20355"/>
                </a:lnTo>
                <a:lnTo>
                  <a:pt x="5450919" y="37700"/>
                </a:lnTo>
                <a:lnTo>
                  <a:pt x="5544969" y="60169"/>
                </a:lnTo>
                <a:lnTo>
                  <a:pt x="5637552" y="88049"/>
                </a:lnTo>
                <a:lnTo>
                  <a:pt x="5728773" y="120015"/>
                </a:lnTo>
                <a:lnTo>
                  <a:pt x="5818613" y="155696"/>
                </a:lnTo>
                <a:lnTo>
                  <a:pt x="5907062" y="194720"/>
                </a:lnTo>
                <a:lnTo>
                  <a:pt x="5993968" y="237115"/>
                </a:lnTo>
                <a:lnTo>
                  <a:pt x="6079131" y="282893"/>
                </a:lnTo>
                <a:lnTo>
                  <a:pt x="6163018" y="330937"/>
                </a:lnTo>
                <a:lnTo>
                  <a:pt x="6245723" y="381019"/>
                </a:lnTo>
                <a:lnTo>
                  <a:pt x="6327048" y="433340"/>
                </a:lnTo>
                <a:lnTo>
                  <a:pt x="6407001" y="487699"/>
                </a:lnTo>
                <a:lnTo>
                  <a:pt x="6486058" y="543373"/>
                </a:lnTo>
                <a:lnTo>
                  <a:pt x="6564182" y="600342"/>
                </a:lnTo>
                <a:lnTo>
                  <a:pt x="6641040" y="659016"/>
                </a:lnTo>
                <a:lnTo>
                  <a:pt x="6717268" y="718499"/>
                </a:lnTo>
                <a:lnTo>
                  <a:pt x="6792878" y="778783"/>
                </a:lnTo>
                <a:lnTo>
                  <a:pt x="6867487" y="840296"/>
                </a:lnTo>
                <a:lnTo>
                  <a:pt x="6941687" y="902294"/>
                </a:lnTo>
                <a:lnTo>
                  <a:pt x="7015448" y="964816"/>
                </a:lnTo>
                <a:lnTo>
                  <a:pt x="7088553" y="1028100"/>
                </a:lnTo>
                <a:lnTo>
                  <a:pt x="7161428" y="1091660"/>
                </a:lnTo>
                <a:lnTo>
                  <a:pt x="7233999" y="1155563"/>
                </a:lnTo>
                <a:lnTo>
                  <a:pt x="7306246" y="1219829"/>
                </a:lnTo>
                <a:lnTo>
                  <a:pt x="7378370" y="1284227"/>
                </a:lnTo>
                <a:lnTo>
                  <a:pt x="7450341" y="1348816"/>
                </a:lnTo>
                <a:lnTo>
                  <a:pt x="7522283" y="1413415"/>
                </a:lnTo>
                <a:lnTo>
                  <a:pt x="7594225" y="1478032"/>
                </a:lnTo>
                <a:lnTo>
                  <a:pt x="7666158" y="1542650"/>
                </a:lnTo>
                <a:lnTo>
                  <a:pt x="7738243" y="1607096"/>
                </a:lnTo>
                <a:lnTo>
                  <a:pt x="7810452" y="1671409"/>
                </a:lnTo>
                <a:lnTo>
                  <a:pt x="7882976" y="1735369"/>
                </a:lnTo>
                <a:lnTo>
                  <a:pt x="7955680" y="1799111"/>
                </a:lnTo>
                <a:lnTo>
                  <a:pt x="8028642" y="1862566"/>
                </a:lnTo>
                <a:lnTo>
                  <a:pt x="8102127" y="1925422"/>
                </a:lnTo>
                <a:lnTo>
                  <a:pt x="8175879" y="1987944"/>
                </a:lnTo>
                <a:lnTo>
                  <a:pt x="8250069" y="2049971"/>
                </a:lnTo>
                <a:lnTo>
                  <a:pt x="8324879" y="2111235"/>
                </a:lnTo>
                <a:lnTo>
                  <a:pt x="8400088" y="2172005"/>
                </a:lnTo>
                <a:lnTo>
                  <a:pt x="8475907" y="2232012"/>
                </a:lnTo>
                <a:lnTo>
                  <a:pt x="8552431" y="2291124"/>
                </a:lnTo>
                <a:lnTo>
                  <a:pt x="8629440" y="2349589"/>
                </a:lnTo>
                <a:lnTo>
                  <a:pt x="8707145" y="2407148"/>
                </a:lnTo>
                <a:lnTo>
                  <a:pt x="8785727" y="2463479"/>
                </a:lnTo>
                <a:lnTo>
                  <a:pt x="8864908" y="2518972"/>
                </a:lnTo>
                <a:lnTo>
                  <a:pt x="8944737" y="2573550"/>
                </a:lnTo>
                <a:lnTo>
                  <a:pt x="9025623" y="2626519"/>
                </a:lnTo>
                <a:lnTo>
                  <a:pt x="9107214" y="2678411"/>
                </a:lnTo>
                <a:lnTo>
                  <a:pt x="9189501" y="2729189"/>
                </a:lnTo>
                <a:lnTo>
                  <a:pt x="9272673" y="2778500"/>
                </a:lnTo>
                <a:lnTo>
                  <a:pt x="9356798" y="2826172"/>
                </a:lnTo>
                <a:lnTo>
                  <a:pt x="9441637" y="2872550"/>
                </a:lnTo>
                <a:lnTo>
                  <a:pt x="9527210" y="2917574"/>
                </a:lnTo>
                <a:lnTo>
                  <a:pt x="9613687" y="2960846"/>
                </a:lnTo>
                <a:lnTo>
                  <a:pt x="9701012" y="3002356"/>
                </a:lnTo>
                <a:lnTo>
                  <a:pt x="9789043" y="3042352"/>
                </a:lnTo>
                <a:lnTo>
                  <a:pt x="9877768" y="3080766"/>
                </a:lnTo>
                <a:lnTo>
                  <a:pt x="9967189" y="3117571"/>
                </a:lnTo>
                <a:lnTo>
                  <a:pt x="10057448" y="3152261"/>
                </a:lnTo>
                <a:lnTo>
                  <a:pt x="10148316" y="3185303"/>
                </a:lnTo>
                <a:lnTo>
                  <a:pt x="10191750" y="3251397"/>
                </a:lnTo>
                <a:lnTo>
                  <a:pt x="10191750" y="3348095"/>
                </a:lnTo>
                <a:lnTo>
                  <a:pt x="10191750" y="3444792"/>
                </a:lnTo>
                <a:lnTo>
                  <a:pt x="10191750" y="3541490"/>
                </a:lnTo>
                <a:lnTo>
                  <a:pt x="10153021" y="3599450"/>
                </a:lnTo>
                <a:lnTo>
                  <a:pt x="10056324" y="3599450"/>
                </a:lnTo>
                <a:lnTo>
                  <a:pt x="9959626" y="3599450"/>
                </a:lnTo>
                <a:lnTo>
                  <a:pt x="9862937" y="3599450"/>
                </a:lnTo>
                <a:lnTo>
                  <a:pt x="9766240" y="3599450"/>
                </a:lnTo>
                <a:lnTo>
                  <a:pt x="9669542" y="3599450"/>
                </a:lnTo>
                <a:lnTo>
                  <a:pt x="9572844" y="3599450"/>
                </a:lnTo>
                <a:lnTo>
                  <a:pt x="9476156" y="3599450"/>
                </a:lnTo>
                <a:lnTo>
                  <a:pt x="9379458" y="3599450"/>
                </a:lnTo>
                <a:lnTo>
                  <a:pt x="9282760" y="3599450"/>
                </a:lnTo>
                <a:lnTo>
                  <a:pt x="9186062" y="3599450"/>
                </a:lnTo>
                <a:lnTo>
                  <a:pt x="9089374" y="3599450"/>
                </a:lnTo>
                <a:lnTo>
                  <a:pt x="8992676" y="3599450"/>
                </a:lnTo>
                <a:lnTo>
                  <a:pt x="8895979" y="3599450"/>
                </a:lnTo>
                <a:lnTo>
                  <a:pt x="8799281" y="3599450"/>
                </a:lnTo>
                <a:lnTo>
                  <a:pt x="8702592" y="3599450"/>
                </a:lnTo>
                <a:lnTo>
                  <a:pt x="8605895" y="3599450"/>
                </a:lnTo>
                <a:lnTo>
                  <a:pt x="8509197" y="3599450"/>
                </a:lnTo>
                <a:lnTo>
                  <a:pt x="8412499" y="3599450"/>
                </a:lnTo>
                <a:lnTo>
                  <a:pt x="8315811" y="3599450"/>
                </a:lnTo>
                <a:lnTo>
                  <a:pt x="8219113" y="3599450"/>
                </a:lnTo>
                <a:lnTo>
                  <a:pt x="8122415" y="3599450"/>
                </a:lnTo>
                <a:lnTo>
                  <a:pt x="8025717" y="3599450"/>
                </a:lnTo>
                <a:lnTo>
                  <a:pt x="7929029" y="3599450"/>
                </a:lnTo>
                <a:lnTo>
                  <a:pt x="7832331" y="3599450"/>
                </a:lnTo>
                <a:lnTo>
                  <a:pt x="7735634" y="3599450"/>
                </a:lnTo>
                <a:lnTo>
                  <a:pt x="7638936" y="3599450"/>
                </a:lnTo>
                <a:lnTo>
                  <a:pt x="7542247" y="3599450"/>
                </a:lnTo>
                <a:lnTo>
                  <a:pt x="7445550" y="3599450"/>
                </a:lnTo>
                <a:lnTo>
                  <a:pt x="7348852" y="3599450"/>
                </a:lnTo>
                <a:lnTo>
                  <a:pt x="7252154" y="3599450"/>
                </a:lnTo>
                <a:lnTo>
                  <a:pt x="7155456" y="3599450"/>
                </a:lnTo>
                <a:lnTo>
                  <a:pt x="7058768" y="3599450"/>
                </a:lnTo>
                <a:lnTo>
                  <a:pt x="6962070" y="3599450"/>
                </a:lnTo>
                <a:lnTo>
                  <a:pt x="6865372" y="3599450"/>
                </a:lnTo>
                <a:lnTo>
                  <a:pt x="6768684" y="3599450"/>
                </a:lnTo>
                <a:lnTo>
                  <a:pt x="6671986" y="3599450"/>
                </a:lnTo>
                <a:lnTo>
                  <a:pt x="6575288" y="3599450"/>
                </a:lnTo>
                <a:lnTo>
                  <a:pt x="6478591" y="3599450"/>
                </a:lnTo>
                <a:lnTo>
                  <a:pt x="6381902" y="3599450"/>
                </a:lnTo>
                <a:lnTo>
                  <a:pt x="6285205" y="3599450"/>
                </a:lnTo>
                <a:lnTo>
                  <a:pt x="6188507" y="3599450"/>
                </a:lnTo>
                <a:lnTo>
                  <a:pt x="6091809" y="3599450"/>
                </a:lnTo>
                <a:lnTo>
                  <a:pt x="5995121" y="3599450"/>
                </a:lnTo>
                <a:lnTo>
                  <a:pt x="5898423" y="3599450"/>
                </a:lnTo>
                <a:lnTo>
                  <a:pt x="5801725" y="3599450"/>
                </a:lnTo>
                <a:lnTo>
                  <a:pt x="5705027" y="3599450"/>
                </a:lnTo>
                <a:lnTo>
                  <a:pt x="5608339" y="3599450"/>
                </a:lnTo>
                <a:lnTo>
                  <a:pt x="5511641" y="3599450"/>
                </a:lnTo>
                <a:lnTo>
                  <a:pt x="5414943" y="3599450"/>
                </a:lnTo>
                <a:lnTo>
                  <a:pt x="5318246" y="3599450"/>
                </a:lnTo>
                <a:lnTo>
                  <a:pt x="5221557" y="3599450"/>
                </a:lnTo>
                <a:lnTo>
                  <a:pt x="5124860" y="3599450"/>
                </a:lnTo>
                <a:lnTo>
                  <a:pt x="5028162" y="3599450"/>
                </a:lnTo>
                <a:lnTo>
                  <a:pt x="4931464" y="3599450"/>
                </a:lnTo>
                <a:lnTo>
                  <a:pt x="4834776" y="3599450"/>
                </a:lnTo>
                <a:lnTo>
                  <a:pt x="4738078" y="3599450"/>
                </a:lnTo>
                <a:lnTo>
                  <a:pt x="4641380" y="3599450"/>
                </a:lnTo>
                <a:lnTo>
                  <a:pt x="4544682" y="3599450"/>
                </a:lnTo>
                <a:lnTo>
                  <a:pt x="4447994" y="3599450"/>
                </a:lnTo>
                <a:lnTo>
                  <a:pt x="4351296" y="3599450"/>
                </a:lnTo>
                <a:lnTo>
                  <a:pt x="4254598" y="3599450"/>
                </a:lnTo>
                <a:lnTo>
                  <a:pt x="4157901" y="3599450"/>
                </a:lnTo>
                <a:lnTo>
                  <a:pt x="4061212" y="3599450"/>
                </a:lnTo>
                <a:lnTo>
                  <a:pt x="3964515" y="3599450"/>
                </a:lnTo>
                <a:lnTo>
                  <a:pt x="3867817" y="3599450"/>
                </a:lnTo>
                <a:lnTo>
                  <a:pt x="3771119" y="3599450"/>
                </a:lnTo>
                <a:lnTo>
                  <a:pt x="3674431" y="3599450"/>
                </a:lnTo>
                <a:lnTo>
                  <a:pt x="3577733" y="3599450"/>
                </a:lnTo>
                <a:lnTo>
                  <a:pt x="3481035" y="3599450"/>
                </a:lnTo>
                <a:lnTo>
                  <a:pt x="3384337" y="3599450"/>
                </a:lnTo>
                <a:lnTo>
                  <a:pt x="3287639" y="3599450"/>
                </a:lnTo>
                <a:lnTo>
                  <a:pt x="3190951" y="3599450"/>
                </a:lnTo>
                <a:lnTo>
                  <a:pt x="3094253" y="3599450"/>
                </a:lnTo>
                <a:lnTo>
                  <a:pt x="2997556" y="3599450"/>
                </a:lnTo>
                <a:lnTo>
                  <a:pt x="2900858" y="3599450"/>
                </a:lnTo>
                <a:lnTo>
                  <a:pt x="2804170" y="3599450"/>
                </a:lnTo>
                <a:lnTo>
                  <a:pt x="2707472" y="3599450"/>
                </a:lnTo>
                <a:lnTo>
                  <a:pt x="2610774" y="3599450"/>
                </a:lnTo>
                <a:lnTo>
                  <a:pt x="2514086" y="3599450"/>
                </a:lnTo>
                <a:lnTo>
                  <a:pt x="2417388" y="3599450"/>
                </a:lnTo>
                <a:lnTo>
                  <a:pt x="2320690" y="3599450"/>
                </a:lnTo>
                <a:lnTo>
                  <a:pt x="2223992" y="3599450"/>
                </a:lnTo>
                <a:lnTo>
                  <a:pt x="2127304" y="3599450"/>
                </a:lnTo>
                <a:lnTo>
                  <a:pt x="2030606" y="3599450"/>
                </a:lnTo>
                <a:lnTo>
                  <a:pt x="1933908" y="3599450"/>
                </a:lnTo>
                <a:lnTo>
                  <a:pt x="1837211" y="3599450"/>
                </a:lnTo>
                <a:lnTo>
                  <a:pt x="1740513" y="3599450"/>
                </a:lnTo>
                <a:lnTo>
                  <a:pt x="1643825" y="3599450"/>
                </a:lnTo>
                <a:lnTo>
                  <a:pt x="1547127" y="3599450"/>
                </a:lnTo>
                <a:lnTo>
                  <a:pt x="1450429" y="3599450"/>
                </a:lnTo>
                <a:lnTo>
                  <a:pt x="1353741" y="3599450"/>
                </a:lnTo>
                <a:lnTo>
                  <a:pt x="1257043" y="3599450"/>
                </a:lnTo>
                <a:lnTo>
                  <a:pt x="1160345" y="3599450"/>
                </a:lnTo>
                <a:lnTo>
                  <a:pt x="1063647" y="3599450"/>
                </a:lnTo>
                <a:lnTo>
                  <a:pt x="966959" y="3599450"/>
                </a:lnTo>
                <a:lnTo>
                  <a:pt x="870261" y="3599450"/>
                </a:lnTo>
                <a:lnTo>
                  <a:pt x="773563" y="3599450"/>
                </a:lnTo>
                <a:lnTo>
                  <a:pt x="676866" y="3599450"/>
                </a:lnTo>
                <a:lnTo>
                  <a:pt x="580168" y="3599450"/>
                </a:lnTo>
                <a:lnTo>
                  <a:pt x="483479" y="3599450"/>
                </a:lnTo>
                <a:lnTo>
                  <a:pt x="386782" y="3599450"/>
                </a:lnTo>
                <a:lnTo>
                  <a:pt x="290084" y="3599450"/>
                </a:lnTo>
                <a:lnTo>
                  <a:pt x="193386" y="3599450"/>
                </a:lnTo>
                <a:lnTo>
                  <a:pt x="96698" y="3599450"/>
                </a:lnTo>
                <a:lnTo>
                  <a:pt x="0" y="3599450"/>
                </a:lnTo>
                <a:close/>
              </a:path>
            </a:pathLst>
          </a:custGeom>
          <a:solidFill xmlns:a="http://schemas.openxmlformats.org/drawingml/2006/main">
            <a:srgbClr val="F2F7FD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2" name="spectrum-density-curve">
            <a:extLst xmlns:a="http://schemas.openxmlformats.org/drawingml/2006/main">
              <a:ext uri="{FF2B5EF4-FFF2-40B4-BE49-F238E27FC236}">
                <a16:creationId xmlns:a16="http://schemas.microsoft.com/office/drawing/2014/main" id="{3296A627-85B3-41AC-9CB3-D2486168E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00125" y="1619250"/>
            <a:ext cx="10191750" cy="3201829"/>
          </a:xfrm>
          <a:custGeom xmlns:a="http://schemas.openxmlformats.org/drawingml/2006/main">
            <a:pathLst>
              <a:path w="10191750" h="3201829">
                <a:moveTo>
                  <a:pt x="0" y="3201829"/>
                </a:moveTo>
                <a:lnTo>
                  <a:pt x="47939" y="3184693"/>
                </a:lnTo>
                <a:lnTo>
                  <a:pt x="95879" y="3167558"/>
                </a:lnTo>
                <a:lnTo>
                  <a:pt x="143542" y="3149708"/>
                </a:lnTo>
                <a:lnTo>
                  <a:pt x="191062" y="3131439"/>
                </a:lnTo>
                <a:lnTo>
                  <a:pt x="238468" y="3112884"/>
                </a:lnTo>
                <a:lnTo>
                  <a:pt x="285540" y="3093491"/>
                </a:lnTo>
                <a:lnTo>
                  <a:pt x="332603" y="3074089"/>
                </a:lnTo>
                <a:lnTo>
                  <a:pt x="379247" y="3053705"/>
                </a:lnTo>
                <a:lnTo>
                  <a:pt x="425825" y="3033141"/>
                </a:lnTo>
                <a:lnTo>
                  <a:pt x="472173" y="3012110"/>
                </a:lnTo>
                <a:lnTo>
                  <a:pt x="518217" y="2990402"/>
                </a:lnTo>
                <a:lnTo>
                  <a:pt x="564271" y="2968695"/>
                </a:lnTo>
                <a:lnTo>
                  <a:pt x="609819" y="2945959"/>
                </a:lnTo>
                <a:lnTo>
                  <a:pt x="655339" y="2923175"/>
                </a:lnTo>
                <a:lnTo>
                  <a:pt x="700602" y="2899867"/>
                </a:lnTo>
                <a:lnTo>
                  <a:pt x="745550" y="2875969"/>
                </a:lnTo>
                <a:lnTo>
                  <a:pt x="790499" y="2852080"/>
                </a:lnTo>
                <a:lnTo>
                  <a:pt x="834914" y="2827191"/>
                </a:lnTo>
                <a:lnTo>
                  <a:pt x="879300" y="2802255"/>
                </a:lnTo>
                <a:lnTo>
                  <a:pt x="923439" y="2776909"/>
                </a:lnTo>
                <a:lnTo>
                  <a:pt x="967235" y="2750953"/>
                </a:lnTo>
                <a:lnTo>
                  <a:pt x="1011022" y="2724988"/>
                </a:lnTo>
                <a:lnTo>
                  <a:pt x="1054332" y="2698242"/>
                </a:lnTo>
                <a:lnTo>
                  <a:pt x="1097537" y="2671315"/>
                </a:lnTo>
                <a:lnTo>
                  <a:pt x="1140628" y="2644207"/>
                </a:lnTo>
                <a:lnTo>
                  <a:pt x="1183224" y="2616327"/>
                </a:lnTo>
                <a:lnTo>
                  <a:pt x="1225820" y="2588457"/>
                </a:lnTo>
                <a:lnTo>
                  <a:pt x="1268120" y="2560120"/>
                </a:lnTo>
                <a:lnTo>
                  <a:pt x="1310135" y="2531393"/>
                </a:lnTo>
                <a:lnTo>
                  <a:pt x="1352159" y="2502656"/>
                </a:lnTo>
                <a:lnTo>
                  <a:pt x="1393717" y="2473252"/>
                </a:lnTo>
                <a:lnTo>
                  <a:pt x="1435179" y="2443715"/>
                </a:lnTo>
                <a:lnTo>
                  <a:pt x="1476585" y="2414092"/>
                </a:lnTo>
                <a:lnTo>
                  <a:pt x="1517494" y="2383793"/>
                </a:lnTo>
                <a:lnTo>
                  <a:pt x="1558395" y="2353485"/>
                </a:lnTo>
                <a:lnTo>
                  <a:pt x="1599133" y="2322957"/>
                </a:lnTo>
                <a:lnTo>
                  <a:pt x="1639519" y="2291972"/>
                </a:lnTo>
                <a:lnTo>
                  <a:pt x="1679915" y="2260987"/>
                </a:lnTo>
                <a:lnTo>
                  <a:pt x="1720053" y="2229679"/>
                </a:lnTo>
                <a:lnTo>
                  <a:pt x="1759972" y="2198084"/>
                </a:lnTo>
                <a:lnTo>
                  <a:pt x="1799892" y="2166490"/>
                </a:lnTo>
                <a:lnTo>
                  <a:pt x="1839506" y="2134514"/>
                </a:lnTo>
                <a:lnTo>
                  <a:pt x="1878987" y="2102377"/>
                </a:lnTo>
                <a:lnTo>
                  <a:pt x="1918459" y="2070230"/>
                </a:lnTo>
                <a:lnTo>
                  <a:pt x="1957588" y="2037664"/>
                </a:lnTo>
                <a:lnTo>
                  <a:pt x="1996650" y="2005013"/>
                </a:lnTo>
                <a:lnTo>
                  <a:pt x="2035702" y="1972361"/>
                </a:lnTo>
                <a:lnTo>
                  <a:pt x="2074459" y="1939357"/>
                </a:lnTo>
                <a:lnTo>
                  <a:pt x="2113197" y="1906324"/>
                </a:lnTo>
                <a:lnTo>
                  <a:pt x="2151926" y="1873282"/>
                </a:lnTo>
                <a:lnTo>
                  <a:pt x="2190340" y="1839878"/>
                </a:lnTo>
                <a:lnTo>
                  <a:pt x="2228755" y="1806473"/>
                </a:lnTo>
                <a:lnTo>
                  <a:pt x="2267160" y="1773050"/>
                </a:lnTo>
                <a:lnTo>
                  <a:pt x="2305345" y="1739389"/>
                </a:lnTo>
                <a:lnTo>
                  <a:pt x="2343541" y="1705727"/>
                </a:lnTo>
                <a:lnTo>
                  <a:pt x="2381717" y="1672047"/>
                </a:lnTo>
                <a:lnTo>
                  <a:pt x="2419731" y="1638186"/>
                </a:lnTo>
                <a:lnTo>
                  <a:pt x="2457745" y="1604324"/>
                </a:lnTo>
                <a:lnTo>
                  <a:pt x="2495741" y="1570453"/>
                </a:lnTo>
                <a:lnTo>
                  <a:pt x="2533621" y="1536430"/>
                </a:lnTo>
                <a:lnTo>
                  <a:pt x="2571493" y="1502416"/>
                </a:lnTo>
                <a:lnTo>
                  <a:pt x="2609364" y="1468403"/>
                </a:lnTo>
                <a:lnTo>
                  <a:pt x="2647236" y="1434379"/>
                </a:lnTo>
                <a:lnTo>
                  <a:pt x="2685107" y="1400366"/>
                </a:lnTo>
                <a:lnTo>
                  <a:pt x="2722988" y="1366342"/>
                </a:lnTo>
                <a:lnTo>
                  <a:pt x="2760878" y="1332347"/>
                </a:lnTo>
                <a:lnTo>
                  <a:pt x="2798759" y="1298343"/>
                </a:lnTo>
                <a:lnTo>
                  <a:pt x="2836669" y="1264358"/>
                </a:lnTo>
                <a:lnTo>
                  <a:pt x="2874664" y="1230487"/>
                </a:lnTo>
                <a:lnTo>
                  <a:pt x="2912669" y="1196607"/>
                </a:lnTo>
                <a:lnTo>
                  <a:pt x="2950702" y="1162774"/>
                </a:lnTo>
                <a:lnTo>
                  <a:pt x="2988907" y="1129122"/>
                </a:lnTo>
                <a:lnTo>
                  <a:pt x="3027112" y="1095480"/>
                </a:lnTo>
                <a:lnTo>
                  <a:pt x="3065374" y="1061895"/>
                </a:lnTo>
                <a:lnTo>
                  <a:pt x="3103836" y="1028548"/>
                </a:lnTo>
                <a:lnTo>
                  <a:pt x="3142298" y="995201"/>
                </a:lnTo>
                <a:lnTo>
                  <a:pt x="3180855" y="961958"/>
                </a:lnTo>
                <a:lnTo>
                  <a:pt x="3219688" y="929040"/>
                </a:lnTo>
                <a:lnTo>
                  <a:pt x="3258522" y="896122"/>
                </a:lnTo>
                <a:lnTo>
                  <a:pt x="3297498" y="863375"/>
                </a:lnTo>
                <a:lnTo>
                  <a:pt x="3336769" y="830980"/>
                </a:lnTo>
                <a:lnTo>
                  <a:pt x="3376031" y="798576"/>
                </a:lnTo>
                <a:lnTo>
                  <a:pt x="3415551" y="766486"/>
                </a:lnTo>
                <a:lnTo>
                  <a:pt x="3455356" y="734749"/>
                </a:lnTo>
                <a:lnTo>
                  <a:pt x="3495161" y="703012"/>
                </a:lnTo>
                <a:lnTo>
                  <a:pt x="3535347" y="671770"/>
                </a:lnTo>
                <a:lnTo>
                  <a:pt x="3575780" y="640832"/>
                </a:lnTo>
                <a:lnTo>
                  <a:pt x="3616204" y="609895"/>
                </a:lnTo>
                <a:lnTo>
                  <a:pt x="3657209" y="579730"/>
                </a:lnTo>
                <a:lnTo>
                  <a:pt x="3698348" y="549735"/>
                </a:lnTo>
                <a:lnTo>
                  <a:pt x="3739534" y="519808"/>
                </a:lnTo>
                <a:lnTo>
                  <a:pt x="3781473" y="490957"/>
                </a:lnTo>
                <a:lnTo>
                  <a:pt x="3823411" y="462105"/>
                </a:lnTo>
                <a:lnTo>
                  <a:pt x="3865664" y="433721"/>
                </a:lnTo>
                <a:lnTo>
                  <a:pt x="3908479" y="406175"/>
                </a:lnTo>
                <a:lnTo>
                  <a:pt x="3951294" y="378628"/>
                </a:lnTo>
                <a:lnTo>
                  <a:pt x="3994766" y="352158"/>
                </a:lnTo>
                <a:lnTo>
                  <a:pt x="4038505" y="326107"/>
                </a:lnTo>
                <a:lnTo>
                  <a:pt x="4082377" y="300295"/>
                </a:lnTo>
                <a:lnTo>
                  <a:pt x="4127125" y="276015"/>
                </a:lnTo>
                <a:lnTo>
                  <a:pt x="4171874" y="251746"/>
                </a:lnTo>
                <a:lnTo>
                  <a:pt x="4217222" y="228629"/>
                </a:lnTo>
                <a:lnTo>
                  <a:pt x="4262980" y="206312"/>
                </a:lnTo>
                <a:lnTo>
                  <a:pt x="4308853" y="184271"/>
                </a:lnTo>
                <a:lnTo>
                  <a:pt x="4355640" y="164201"/>
                </a:lnTo>
                <a:lnTo>
                  <a:pt x="4402426" y="144132"/>
                </a:lnTo>
                <a:lnTo>
                  <a:pt x="4449909" y="125816"/>
                </a:lnTo>
                <a:lnTo>
                  <a:pt x="4497695" y="108252"/>
                </a:lnTo>
                <a:lnTo>
                  <a:pt x="4545778" y="91602"/>
                </a:lnTo>
                <a:lnTo>
                  <a:pt x="4594489" y="76800"/>
                </a:lnTo>
                <a:lnTo>
                  <a:pt x="4643209" y="62017"/>
                </a:lnTo>
                <a:lnTo>
                  <a:pt x="4692720" y="50197"/>
                </a:lnTo>
                <a:lnTo>
                  <a:pt x="4742231" y="38367"/>
                </a:lnTo>
                <a:lnTo>
                  <a:pt x="4792228" y="28861"/>
                </a:lnTo>
                <a:lnTo>
                  <a:pt x="4842405" y="20250"/>
                </a:lnTo>
                <a:lnTo>
                  <a:pt x="4892792" y="13202"/>
                </a:lnTo>
                <a:lnTo>
                  <a:pt x="4943427" y="7963"/>
                </a:lnTo>
                <a:lnTo>
                  <a:pt x="4994119" y="3505"/>
                </a:lnTo>
                <a:lnTo>
                  <a:pt x="5044992" y="1753"/>
                </a:lnTo>
                <a:lnTo>
                  <a:pt x="5095875" y="0"/>
                </a:lnTo>
                <a:lnTo>
                  <a:pt x="5146748" y="1753"/>
                </a:lnTo>
                <a:lnTo>
                  <a:pt x="5197631" y="3505"/>
                </a:lnTo>
                <a:lnTo>
                  <a:pt x="5248323" y="7963"/>
                </a:lnTo>
                <a:lnTo>
                  <a:pt x="5298958" y="13202"/>
                </a:lnTo>
                <a:lnTo>
                  <a:pt x="5349345" y="20250"/>
                </a:lnTo>
                <a:lnTo>
                  <a:pt x="5399522" y="28861"/>
                </a:lnTo>
                <a:lnTo>
                  <a:pt x="5449510" y="38367"/>
                </a:lnTo>
                <a:lnTo>
                  <a:pt x="5499030" y="50197"/>
                </a:lnTo>
                <a:lnTo>
                  <a:pt x="5548541" y="62017"/>
                </a:lnTo>
                <a:lnTo>
                  <a:pt x="5597261" y="76800"/>
                </a:lnTo>
                <a:lnTo>
                  <a:pt x="5645963" y="91602"/>
                </a:lnTo>
                <a:lnTo>
                  <a:pt x="5694055" y="108252"/>
                </a:lnTo>
                <a:lnTo>
                  <a:pt x="5741841" y="125816"/>
                </a:lnTo>
                <a:lnTo>
                  <a:pt x="5789324" y="144132"/>
                </a:lnTo>
                <a:lnTo>
                  <a:pt x="5836110" y="164201"/>
                </a:lnTo>
                <a:lnTo>
                  <a:pt x="5882897" y="184261"/>
                </a:lnTo>
                <a:lnTo>
                  <a:pt x="5928770" y="206312"/>
                </a:lnTo>
                <a:lnTo>
                  <a:pt x="5974528" y="228629"/>
                </a:lnTo>
                <a:lnTo>
                  <a:pt x="6019876" y="251746"/>
                </a:lnTo>
                <a:lnTo>
                  <a:pt x="6064625" y="276015"/>
                </a:lnTo>
                <a:lnTo>
                  <a:pt x="6109373" y="300295"/>
                </a:lnTo>
                <a:lnTo>
                  <a:pt x="6153236" y="326107"/>
                </a:lnTo>
                <a:lnTo>
                  <a:pt x="6196984" y="352158"/>
                </a:lnTo>
                <a:lnTo>
                  <a:pt x="6240456" y="378628"/>
                </a:lnTo>
                <a:lnTo>
                  <a:pt x="6283271" y="406175"/>
                </a:lnTo>
                <a:lnTo>
                  <a:pt x="6326076" y="433721"/>
                </a:lnTo>
                <a:lnTo>
                  <a:pt x="6368339" y="462096"/>
                </a:lnTo>
                <a:lnTo>
                  <a:pt x="6410277" y="490957"/>
                </a:lnTo>
                <a:lnTo>
                  <a:pt x="6452216" y="519808"/>
                </a:lnTo>
                <a:lnTo>
                  <a:pt x="6493402" y="549735"/>
                </a:lnTo>
                <a:lnTo>
                  <a:pt x="6534531" y="579730"/>
                </a:lnTo>
                <a:lnTo>
                  <a:pt x="6575536" y="609895"/>
                </a:lnTo>
                <a:lnTo>
                  <a:pt x="6615970" y="640832"/>
                </a:lnTo>
                <a:lnTo>
                  <a:pt x="6656403" y="671770"/>
                </a:lnTo>
                <a:lnTo>
                  <a:pt x="6696589" y="703012"/>
                </a:lnTo>
                <a:lnTo>
                  <a:pt x="6736394" y="734749"/>
                </a:lnTo>
                <a:lnTo>
                  <a:pt x="6776199" y="766486"/>
                </a:lnTo>
                <a:lnTo>
                  <a:pt x="6815709" y="798576"/>
                </a:lnTo>
                <a:lnTo>
                  <a:pt x="6854981" y="830980"/>
                </a:lnTo>
                <a:lnTo>
                  <a:pt x="6894252" y="863375"/>
                </a:lnTo>
                <a:lnTo>
                  <a:pt x="6933228" y="896112"/>
                </a:lnTo>
                <a:lnTo>
                  <a:pt x="6972062" y="929040"/>
                </a:lnTo>
                <a:lnTo>
                  <a:pt x="7010895" y="961958"/>
                </a:lnTo>
                <a:lnTo>
                  <a:pt x="7049453" y="995191"/>
                </a:lnTo>
                <a:lnTo>
                  <a:pt x="7087914" y="1028548"/>
                </a:lnTo>
                <a:lnTo>
                  <a:pt x="7126376" y="1061895"/>
                </a:lnTo>
                <a:lnTo>
                  <a:pt x="7164629" y="1095480"/>
                </a:lnTo>
                <a:lnTo>
                  <a:pt x="7202843" y="1129122"/>
                </a:lnTo>
                <a:lnTo>
                  <a:pt x="7241048" y="1162764"/>
                </a:lnTo>
                <a:lnTo>
                  <a:pt x="7279081" y="1196607"/>
                </a:lnTo>
                <a:lnTo>
                  <a:pt x="7317076" y="1230487"/>
                </a:lnTo>
                <a:lnTo>
                  <a:pt x="7355081" y="1264358"/>
                </a:lnTo>
                <a:lnTo>
                  <a:pt x="7392981" y="1298343"/>
                </a:lnTo>
                <a:lnTo>
                  <a:pt x="7430872" y="1332347"/>
                </a:lnTo>
                <a:lnTo>
                  <a:pt x="7468762" y="1366342"/>
                </a:lnTo>
                <a:lnTo>
                  <a:pt x="7506633" y="1400366"/>
                </a:lnTo>
                <a:lnTo>
                  <a:pt x="7544514" y="1434379"/>
                </a:lnTo>
                <a:lnTo>
                  <a:pt x="7582386" y="1468403"/>
                </a:lnTo>
                <a:lnTo>
                  <a:pt x="7620257" y="1502416"/>
                </a:lnTo>
                <a:lnTo>
                  <a:pt x="7658129" y="1536430"/>
                </a:lnTo>
                <a:lnTo>
                  <a:pt x="7696010" y="1570453"/>
                </a:lnTo>
                <a:lnTo>
                  <a:pt x="7734005" y="1604324"/>
                </a:lnTo>
                <a:lnTo>
                  <a:pt x="7772019" y="1638186"/>
                </a:lnTo>
                <a:lnTo>
                  <a:pt x="7810033" y="1672047"/>
                </a:lnTo>
                <a:lnTo>
                  <a:pt x="7848209" y="1705727"/>
                </a:lnTo>
                <a:lnTo>
                  <a:pt x="7886405" y="1739389"/>
                </a:lnTo>
                <a:lnTo>
                  <a:pt x="7924590" y="1773050"/>
                </a:lnTo>
                <a:lnTo>
                  <a:pt x="7962995" y="1806473"/>
                </a:lnTo>
                <a:lnTo>
                  <a:pt x="8001410" y="1839878"/>
                </a:lnTo>
                <a:lnTo>
                  <a:pt x="8039824" y="1873282"/>
                </a:lnTo>
                <a:lnTo>
                  <a:pt x="8078553" y="1906324"/>
                </a:lnTo>
                <a:lnTo>
                  <a:pt x="8117291" y="1939357"/>
                </a:lnTo>
                <a:lnTo>
                  <a:pt x="8156048" y="1972361"/>
                </a:lnTo>
                <a:lnTo>
                  <a:pt x="8195100" y="2005013"/>
                </a:lnTo>
                <a:lnTo>
                  <a:pt x="8234162" y="2037664"/>
                </a:lnTo>
                <a:lnTo>
                  <a:pt x="8273291" y="2070230"/>
                </a:lnTo>
                <a:lnTo>
                  <a:pt x="8312763" y="2102368"/>
                </a:lnTo>
                <a:lnTo>
                  <a:pt x="8352244" y="2134514"/>
                </a:lnTo>
                <a:lnTo>
                  <a:pt x="8391858" y="2166490"/>
                </a:lnTo>
                <a:lnTo>
                  <a:pt x="8431778" y="2198084"/>
                </a:lnTo>
                <a:lnTo>
                  <a:pt x="8471697" y="2229679"/>
                </a:lnTo>
                <a:lnTo>
                  <a:pt x="8511835" y="2260987"/>
                </a:lnTo>
                <a:lnTo>
                  <a:pt x="8552221" y="2291972"/>
                </a:lnTo>
                <a:lnTo>
                  <a:pt x="8592617" y="2322957"/>
                </a:lnTo>
                <a:lnTo>
                  <a:pt x="8633355" y="2353485"/>
                </a:lnTo>
                <a:lnTo>
                  <a:pt x="8674256" y="2383793"/>
                </a:lnTo>
                <a:lnTo>
                  <a:pt x="8715165" y="2414092"/>
                </a:lnTo>
                <a:lnTo>
                  <a:pt x="8756571" y="2443705"/>
                </a:lnTo>
                <a:lnTo>
                  <a:pt x="8798033" y="2473242"/>
                </a:lnTo>
                <a:lnTo>
                  <a:pt x="8839581" y="2502656"/>
                </a:lnTo>
                <a:lnTo>
                  <a:pt x="8881605" y="2531393"/>
                </a:lnTo>
                <a:lnTo>
                  <a:pt x="8923630" y="2560120"/>
                </a:lnTo>
                <a:lnTo>
                  <a:pt x="8965921" y="2588457"/>
                </a:lnTo>
                <a:lnTo>
                  <a:pt x="9008526" y="2616327"/>
                </a:lnTo>
                <a:lnTo>
                  <a:pt x="9051122" y="2644207"/>
                </a:lnTo>
                <a:lnTo>
                  <a:pt x="9094213" y="2671315"/>
                </a:lnTo>
                <a:lnTo>
                  <a:pt x="9137418" y="2698232"/>
                </a:lnTo>
                <a:lnTo>
                  <a:pt x="9180728" y="2724988"/>
                </a:lnTo>
                <a:lnTo>
                  <a:pt x="9224515" y="2750944"/>
                </a:lnTo>
                <a:lnTo>
                  <a:pt x="9268311" y="2776909"/>
                </a:lnTo>
                <a:lnTo>
                  <a:pt x="9312450" y="2802255"/>
                </a:lnTo>
                <a:lnTo>
                  <a:pt x="9356836" y="2827191"/>
                </a:lnTo>
                <a:lnTo>
                  <a:pt x="9401242" y="2852080"/>
                </a:lnTo>
                <a:lnTo>
                  <a:pt x="9446200" y="2875969"/>
                </a:lnTo>
                <a:lnTo>
                  <a:pt x="9491148" y="2899867"/>
                </a:lnTo>
                <a:lnTo>
                  <a:pt x="9536411" y="2923175"/>
                </a:lnTo>
                <a:lnTo>
                  <a:pt x="9581931" y="2945959"/>
                </a:lnTo>
                <a:lnTo>
                  <a:pt x="9627479" y="2968695"/>
                </a:lnTo>
                <a:lnTo>
                  <a:pt x="9673523" y="2990402"/>
                </a:lnTo>
                <a:lnTo>
                  <a:pt x="9719577" y="3012110"/>
                </a:lnTo>
                <a:lnTo>
                  <a:pt x="9765925" y="3033141"/>
                </a:lnTo>
                <a:lnTo>
                  <a:pt x="9812503" y="3053705"/>
                </a:lnTo>
                <a:lnTo>
                  <a:pt x="9859147" y="3074089"/>
                </a:lnTo>
                <a:lnTo>
                  <a:pt x="9906210" y="3093491"/>
                </a:lnTo>
                <a:lnTo>
                  <a:pt x="9953282" y="3112884"/>
                </a:lnTo>
                <a:lnTo>
                  <a:pt x="10000688" y="3131439"/>
                </a:lnTo>
                <a:lnTo>
                  <a:pt x="10048199" y="3149708"/>
                </a:lnTo>
                <a:lnTo>
                  <a:pt x="10095871" y="3167558"/>
                </a:lnTo>
                <a:lnTo>
                  <a:pt x="10143811" y="3184693"/>
                </a:lnTo>
                <a:lnTo>
                  <a:pt x="10191750" y="3201829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C5DCF4"/>
            </a:solidFill>
            <a:prstDash val="solid"/>
          </a:ln>
        </p:spPr>
      </p:sp>
      <p:sp>
        <p:nvSpPr>
          <p:cNvPr id="3" name="spectrum-underlay-0">
            <a:extLst xmlns:a="http://schemas.openxmlformats.org/drawingml/2006/main">
              <a:ext uri="{FF2B5EF4-FFF2-40B4-BE49-F238E27FC236}">
                <a16:creationId xmlns:a16="http://schemas.microsoft.com/office/drawing/2014/main" id="{C7BDA78A-69A2-4971-AA01-7CA5BE063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00175" y="3000375"/>
            <a:ext cx="2952750" cy="1971675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DFEA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pectrum-card-0">
            <a:extLst xmlns:a="http://schemas.openxmlformats.org/drawingml/2006/main">
              <a:ext uri="{FF2B5EF4-FFF2-40B4-BE49-F238E27FC236}">
                <a16:creationId xmlns:a16="http://schemas.microsoft.com/office/drawing/2014/main" id="{91CAD757-02C3-4B46-9D7E-920AEC0FA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00175" y="2933700"/>
            <a:ext cx="2952750" cy="1971675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5F8FC"/>
          </a:solidFill>
          <a:ln xmlns:a="http://schemas.openxmlformats.org/drawingml/2006/main" w="9525">
            <a:solidFill>
              <a:srgbClr val="CFDDE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24"/>
          <a:fontRef xmlns:a="http://schemas.openxmlformats.org/drawingml/2006/main" idx="major"/>
        </p:style>
      </p:sp>
      <p:sp>
        <p:nvSpPr>
          <p:cNvPr id="5" name="spectrum-underlay-1">
            <a:extLst xmlns:a="http://schemas.openxmlformats.org/drawingml/2006/main">
              <a:ext uri="{FF2B5EF4-FFF2-40B4-BE49-F238E27FC236}">
                <a16:creationId xmlns:a16="http://schemas.microsoft.com/office/drawing/2014/main" id="{FA650CDB-9DBE-4D81-81E8-AA6700389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619625" y="2619375"/>
            <a:ext cx="2952750" cy="2352675"/>
          </a:xfrm>
          <a:prstGeom xmlns:a="http://schemas.openxmlformats.org/drawingml/2006/main" prst="roundRect">
            <a:avLst>
              <a:gd name="adj" fmla="val 7287"/>
            </a:avLst>
          </a:prstGeom>
          <a:solidFill xmlns:a="http://schemas.openxmlformats.org/drawingml/2006/main">
            <a:srgbClr val="9FC2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spectrum-card-1">
            <a:extLst xmlns:a="http://schemas.openxmlformats.org/drawingml/2006/main">
              <a:ext uri="{FF2B5EF4-FFF2-40B4-BE49-F238E27FC236}">
                <a16:creationId xmlns:a16="http://schemas.microsoft.com/office/drawing/2014/main" id="{EF82BE99-D275-43E4-88E1-DD71B1668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619625" y="2552700"/>
            <a:ext cx="2952750" cy="2352675"/>
          </a:xfrm>
          <a:prstGeom xmlns:a="http://schemas.openxmlformats.org/drawingml/2006/main" prst="roundRect">
            <a:avLst>
              <a:gd name="adj" fmla="val 7287"/>
            </a:avLst>
          </a:prstGeom>
          <a:solidFill xmlns:a="http://schemas.openxmlformats.org/drawingml/2006/main">
            <a:srgbClr val="2F5EA8"/>
          </a:solidFill>
          <a:ln xmlns:a="http://schemas.openxmlformats.org/drawingml/2006/main" w="9525">
            <a:solidFill>
              <a:srgbClr val="2F5EA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25"/>
          <a:fontRef xmlns:a="http://schemas.openxmlformats.org/drawingml/2006/main" idx="major"/>
        </p:style>
      </p:sp>
      <p:sp>
        <p:nvSpPr>
          <p:cNvPr id="7" name="spectrum-underlay-2">
            <a:extLst xmlns:a="http://schemas.openxmlformats.org/drawingml/2006/main">
              <a:ext uri="{FF2B5EF4-FFF2-40B4-BE49-F238E27FC236}">
                <a16:creationId xmlns:a16="http://schemas.microsoft.com/office/drawing/2014/main" id="{0E6F267C-A4EB-48DF-BDA2-4FBBC336B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839075" y="3000375"/>
            <a:ext cx="2952750" cy="1971675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DFEA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spectrum-card-2">
            <a:extLst xmlns:a="http://schemas.openxmlformats.org/drawingml/2006/main">
              <a:ext uri="{FF2B5EF4-FFF2-40B4-BE49-F238E27FC236}">
                <a16:creationId xmlns:a16="http://schemas.microsoft.com/office/drawing/2014/main" id="{95C7F630-9A34-4A94-BB68-19987B848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839075" y="2933700"/>
            <a:ext cx="2952750" cy="1971675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5F8FC"/>
          </a:solidFill>
          <a:ln xmlns:a="http://schemas.openxmlformats.org/drawingml/2006/main" w="9525">
            <a:solidFill>
              <a:srgbClr val="CFDDE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24"/>
          <a:fontRef xmlns:a="http://schemas.openxmlformats.org/drawingml/2006/main" idx="major"/>
        </p:style>
      </p:sp>
      <p:sp>
        <p:nvSpPr>
          <p:cNvPr id="9" name="spectrum-axis">
            <a:extLst xmlns:a="http://schemas.openxmlformats.org/drawingml/2006/main">
              <a:ext uri="{FF2B5EF4-FFF2-40B4-BE49-F238E27FC236}">
                <a16:creationId xmlns:a16="http://schemas.microsoft.com/office/drawing/2014/main" id="{E2B5E98A-C542-4995-B5CB-06624A6A8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71575" y="5381625"/>
            <a:ext cx="981075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8FB3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spectrum-axis-arrow">
            <a:extLst xmlns:a="http://schemas.openxmlformats.org/drawingml/2006/main">
              <a:ext uri="{FF2B5EF4-FFF2-40B4-BE49-F238E27FC236}">
                <a16:creationId xmlns:a16="http://schemas.microsoft.com/office/drawing/2014/main" id="{4134A2E2-DCF1-46D2-9AAD-F79CB8A98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987088" y="5329238"/>
            <a:ext cx="138113" cy="133350"/>
          </a:xfrm>
          <a:custGeom xmlns:a="http://schemas.openxmlformats.org/drawingml/2006/main">
            <a:pathLst>
              <a:path w="138113" h="133350">
                <a:moveTo>
                  <a:pt x="0" y="0"/>
                </a:moveTo>
                <a:lnTo>
                  <a:pt x="8630" y="4172"/>
                </a:lnTo>
                <a:lnTo>
                  <a:pt x="17269" y="8334"/>
                </a:lnTo>
                <a:lnTo>
                  <a:pt x="25898" y="12506"/>
                </a:lnTo>
                <a:lnTo>
                  <a:pt x="34528" y="16669"/>
                </a:lnTo>
                <a:lnTo>
                  <a:pt x="43158" y="20841"/>
                </a:lnTo>
                <a:lnTo>
                  <a:pt x="51797" y="25003"/>
                </a:lnTo>
                <a:lnTo>
                  <a:pt x="60427" y="29175"/>
                </a:lnTo>
                <a:lnTo>
                  <a:pt x="69056" y="33338"/>
                </a:lnTo>
                <a:lnTo>
                  <a:pt x="77686" y="37509"/>
                </a:lnTo>
                <a:lnTo>
                  <a:pt x="86325" y="41672"/>
                </a:lnTo>
                <a:lnTo>
                  <a:pt x="94955" y="45844"/>
                </a:lnTo>
                <a:lnTo>
                  <a:pt x="103584" y="50006"/>
                </a:lnTo>
                <a:lnTo>
                  <a:pt x="112214" y="54178"/>
                </a:lnTo>
                <a:lnTo>
                  <a:pt x="120853" y="58341"/>
                </a:lnTo>
                <a:lnTo>
                  <a:pt x="129483" y="62513"/>
                </a:lnTo>
                <a:lnTo>
                  <a:pt x="138113" y="66675"/>
                </a:lnTo>
                <a:lnTo>
                  <a:pt x="129483" y="70847"/>
                </a:lnTo>
                <a:lnTo>
                  <a:pt x="120853" y="75009"/>
                </a:lnTo>
                <a:lnTo>
                  <a:pt x="112214" y="79172"/>
                </a:lnTo>
                <a:lnTo>
                  <a:pt x="103584" y="83344"/>
                </a:lnTo>
                <a:lnTo>
                  <a:pt x="94955" y="87516"/>
                </a:lnTo>
                <a:lnTo>
                  <a:pt x="86325" y="91678"/>
                </a:lnTo>
                <a:lnTo>
                  <a:pt x="77686" y="95841"/>
                </a:lnTo>
                <a:lnTo>
                  <a:pt x="69056" y="100013"/>
                </a:lnTo>
                <a:lnTo>
                  <a:pt x="60427" y="104184"/>
                </a:lnTo>
                <a:lnTo>
                  <a:pt x="51797" y="108347"/>
                </a:lnTo>
                <a:lnTo>
                  <a:pt x="43158" y="112519"/>
                </a:lnTo>
                <a:lnTo>
                  <a:pt x="34528" y="116681"/>
                </a:lnTo>
                <a:lnTo>
                  <a:pt x="25898" y="120853"/>
                </a:lnTo>
                <a:lnTo>
                  <a:pt x="17269" y="125016"/>
                </a:lnTo>
                <a:lnTo>
                  <a:pt x="8630" y="129188"/>
                </a:lnTo>
                <a:lnTo>
                  <a:pt x="0" y="13335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8FB3DF"/>
            </a:solidFill>
            <a:prstDash val="solid"/>
          </a:ln>
        </p:spPr>
      </p:sp>
      <p:sp>
        <p:nvSpPr>
          <p:cNvPr id="11" name="spectrum-axis-low">
            <a:extLst xmlns:a="http://schemas.openxmlformats.org/drawingml/2006/main">
              <a:ext uri="{FF2B5EF4-FFF2-40B4-BE49-F238E27FC236}">
                <a16:creationId xmlns:a16="http://schemas.microsoft.com/office/drawing/2014/main" id="{E7DCD08B-E727-4529-8BBC-CC6161A1E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57275" y="558165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40000"/>
              </a:lnSpc>
              <a:buNone/>
              <a:defRPr sz="1500" b="0" i="0">
                <a:solidFill>
                  <a:srgbClr val="6F7D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 i="0">
                <a:solidFill>
                  <a:srgbClr val="6F7D91"/>
                </a:solidFill>
                <a:latin typeface="Microsoft YaHei"/>
                <a:ea typeface="Microsoft YaHei"/>
                <a:cs typeface="Microsoft YaHei"/>
              </a:rPr>
              <a:t>低</a:t>
            </a:r>
          </a:p>
        </p:txBody>
      </p:sp>
      <p:sp>
        <p:nvSpPr>
          <p:cNvPr id="12" name="spectrum-axis-label">
            <a:extLst xmlns:a="http://schemas.openxmlformats.org/drawingml/2006/main">
              <a:ext uri="{FF2B5EF4-FFF2-40B4-BE49-F238E27FC236}">
                <a16:creationId xmlns:a16="http://schemas.microsoft.com/office/drawing/2014/main" id="{B8F1B133-5B2B-4C51-8B09-D5EE32018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62500" y="5581650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 i="0">
                <a:solidFill>
                  <a:srgbClr val="4052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 i="0">
                <a:solidFill>
                  <a:srgbClr val="405269"/>
                </a:solidFill>
                <a:latin typeface="Microsoft YaHei"/>
                <a:ea typeface="Microsoft YaHei"/>
                <a:cs typeface="Microsoft YaHei"/>
              </a:rPr>
              <a:t>对视觉复杂度与美观度的需求</a:t>
            </a:r>
          </a:p>
        </p:txBody>
      </p:sp>
      <p:sp>
        <p:nvSpPr>
          <p:cNvPr id="13" name="spectrum-axis-high">
            <a:extLst xmlns:a="http://schemas.openxmlformats.org/drawingml/2006/main">
              <a:ext uri="{FF2B5EF4-FFF2-40B4-BE49-F238E27FC236}">
                <a16:creationId xmlns:a16="http://schemas.microsoft.com/office/drawing/2014/main" id="{92198C9D-BD58-4421-B4CB-9DA5F2AA1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705975" y="558165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40000"/>
              </a:lnSpc>
              <a:buNone/>
              <a:defRPr sz="1500" b="0" i="0">
                <a:solidFill>
                  <a:srgbClr val="6F7D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 i="0">
                <a:solidFill>
                  <a:srgbClr val="6F7D91"/>
                </a:solidFill>
                <a:latin typeface="Microsoft YaHei"/>
                <a:ea typeface="Microsoft YaHei"/>
                <a:cs typeface="Microsoft YaHei"/>
              </a:rPr>
              <a:t>高</a:t>
            </a:r>
          </a:p>
        </p:txBody>
      </p:sp>
      <p:sp>
        <p:nvSpPr>
          <p:cNvPr id="14" name="spectrum-order-0">
            <a:extLst xmlns:a="http://schemas.openxmlformats.org/drawingml/2006/main">
              <a:ext uri="{FF2B5EF4-FFF2-40B4-BE49-F238E27FC236}">
                <a16:creationId xmlns:a16="http://schemas.microsoft.com/office/drawing/2014/main" id="{21381BA3-B4F0-4445-B29D-4529C39C7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90675" y="3095625"/>
            <a:ext cx="323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1" i="0">
                <a:solidFill>
                  <a:srgbClr val="9AB1C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 i="0">
                <a:solidFill>
                  <a:srgbClr val="9AB1CA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15" name="spectrum-title-0">
            <a:extLst xmlns:a="http://schemas.openxmlformats.org/drawingml/2006/main">
              <a:ext uri="{FF2B5EF4-FFF2-40B4-BE49-F238E27FC236}">
                <a16:creationId xmlns:a16="http://schemas.microsoft.com/office/drawing/2014/main" id="{81C90536-BFF4-418D-8840-BC82FCC4C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90675" y="3497313"/>
            <a:ext cx="2571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2100" b="1" i="0">
                <a:solidFill>
                  <a:srgbClr val="254B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 i="0">
                <a:solidFill>
                  <a:srgbClr val="254B7C"/>
                </a:solidFill>
                <a:latin typeface="Microsoft YaHei"/>
                <a:ea typeface="Microsoft YaHei"/>
                <a:cs typeface="Microsoft YaHei"/>
              </a:rPr>
              <a:t>低要求端</a:t>
            </a:r>
          </a:p>
        </p:txBody>
      </p:sp>
      <p:sp>
        <p:nvSpPr>
          <p:cNvPr id="16" name="spectrum-body-0">
            <a:extLst xmlns:a="http://schemas.openxmlformats.org/drawingml/2006/main">
              <a:ext uri="{FF2B5EF4-FFF2-40B4-BE49-F238E27FC236}">
                <a16:creationId xmlns:a16="http://schemas.microsoft.com/office/drawing/2014/main" id="{D8950CB2-C114-4EEE-9C3B-E6B7544DA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90675" y="3944988"/>
            <a:ext cx="2571750" cy="58727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36000"/>
              </a:lnSpc>
              <a:buNone/>
              <a:defRPr sz="1700" b="0" i="0">
                <a:solidFill>
                  <a:srgbClr val="5261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00" b="0" i="0">
                <a:solidFill>
                  <a:srgbClr val="526174"/>
                </a:solidFill>
                <a:latin typeface="Microsoft YaHei"/>
                <a:ea typeface="Microsoft YaHei"/>
                <a:cs typeface="Microsoft YaHei"/>
              </a:rPr>
              <a:t>不重视版式，直接堆放文</a:t>
            </a:r>
          </a:p>
          <a:p xmlns:a="http://schemas.openxmlformats.org/drawingml/2006/main">
            <a:pPr algn="ctr">
              <a:lnSpc>
                <a:spcPct val="136000"/>
              </a:lnSpc>
              <a:buNone/>
              <a:defRPr sz="1700" b="0" i="0">
                <a:solidFill>
                  <a:srgbClr val="5261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00" b="0" i="0">
                <a:solidFill>
                  <a:srgbClr val="526174"/>
                </a:solidFill>
                <a:latin typeface="Microsoft YaHei"/>
                <a:ea typeface="Microsoft YaHei"/>
                <a:cs typeface="Microsoft YaHei"/>
              </a:rPr>
              <a:t>字也能接受</a:t>
            </a:r>
          </a:p>
        </p:txBody>
      </p:sp>
      <p:sp>
        <p:nvSpPr>
          <p:cNvPr id="17" name="spectrum-order-1">
            <a:extLst xmlns:a="http://schemas.openxmlformats.org/drawingml/2006/main">
              <a:ext uri="{FF2B5EF4-FFF2-40B4-BE49-F238E27FC236}">
                <a16:creationId xmlns:a16="http://schemas.microsoft.com/office/drawing/2014/main" id="{67D349A0-1987-4AC2-8170-BA62A3638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10125" y="2714625"/>
            <a:ext cx="323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1" i="0">
                <a:solidFill>
                  <a:srgbClr val="B9D5F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 i="0">
                <a:solidFill>
                  <a:srgbClr val="B9D5F6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8" name="spectrum-title-1">
            <a:extLst xmlns:a="http://schemas.openxmlformats.org/drawingml/2006/main">
              <a:ext uri="{FF2B5EF4-FFF2-40B4-BE49-F238E27FC236}">
                <a16:creationId xmlns:a16="http://schemas.microsoft.com/office/drawing/2014/main" id="{E1991528-B971-406E-B674-F97124B2B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10125" y="3354438"/>
            <a:ext cx="2571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21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工作型需求</a:t>
            </a:r>
          </a:p>
        </p:txBody>
      </p:sp>
      <p:sp>
        <p:nvSpPr>
          <p:cNvPr id="19" name="spectrum-body-1">
            <a:extLst xmlns:a="http://schemas.openxmlformats.org/drawingml/2006/main">
              <a:ext uri="{FF2B5EF4-FFF2-40B4-BE49-F238E27FC236}">
                <a16:creationId xmlns:a16="http://schemas.microsoft.com/office/drawing/2014/main" id="{84DDC5B3-2B58-4CA0-AB52-DB57F9710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10125" y="3802113"/>
            <a:ext cx="2571750" cy="58727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36000"/>
              </a:lnSpc>
              <a:buNone/>
              <a:defRPr sz="1700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00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结构清楚、视觉规范、稳</a:t>
            </a:r>
          </a:p>
          <a:p xmlns:a="http://schemas.openxmlformats.org/drawingml/2006/main">
            <a:pPr algn="ctr">
              <a:lnSpc>
                <a:spcPct val="136000"/>
              </a:lnSpc>
              <a:buNone/>
              <a:defRPr sz="1700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00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定可靠且可修改</a:t>
            </a:r>
          </a:p>
        </p:txBody>
      </p:sp>
      <p:sp>
        <p:nvSpPr>
          <p:cNvPr id="20" name="spectrum-order-2">
            <a:extLst xmlns:a="http://schemas.openxmlformats.org/drawingml/2006/main">
              <a:ext uri="{FF2B5EF4-FFF2-40B4-BE49-F238E27FC236}">
                <a16:creationId xmlns:a16="http://schemas.microsoft.com/office/drawing/2014/main" id="{02E4C853-3FED-48F1-BF0A-3B9FDD026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29575" y="3095625"/>
            <a:ext cx="323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1" i="0">
                <a:solidFill>
                  <a:srgbClr val="9AB1C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 i="0">
                <a:solidFill>
                  <a:srgbClr val="9AB1CA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21" name="spectrum-title-2">
            <a:extLst xmlns:a="http://schemas.openxmlformats.org/drawingml/2006/main">
              <a:ext uri="{FF2B5EF4-FFF2-40B4-BE49-F238E27FC236}">
                <a16:creationId xmlns:a16="http://schemas.microsoft.com/office/drawing/2014/main" id="{E78D4D1C-6862-4172-86FC-4D0680EAD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29575" y="3497313"/>
            <a:ext cx="2571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2100" b="1" i="0">
                <a:solidFill>
                  <a:srgbClr val="254B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 i="0">
                <a:solidFill>
                  <a:srgbClr val="254B7C"/>
                </a:solidFill>
                <a:latin typeface="Microsoft YaHei"/>
                <a:ea typeface="Microsoft YaHei"/>
                <a:cs typeface="Microsoft YaHei"/>
              </a:rPr>
              <a:t>高定制端</a:t>
            </a:r>
          </a:p>
        </p:txBody>
      </p:sp>
      <p:sp>
        <p:nvSpPr>
          <p:cNvPr id="22" name="spectrum-body-2">
            <a:extLst xmlns:a="http://schemas.openxmlformats.org/drawingml/2006/main">
              <a:ext uri="{FF2B5EF4-FFF2-40B4-BE49-F238E27FC236}">
                <a16:creationId xmlns:a16="http://schemas.microsoft.com/office/drawing/2014/main" id="{2EFDEC23-8EAC-4D2C-A106-35F1A454A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29575" y="3944988"/>
            <a:ext cx="2571750" cy="58727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36000"/>
              </a:lnSpc>
              <a:buNone/>
              <a:defRPr sz="1700" b="0" i="0">
                <a:solidFill>
                  <a:srgbClr val="5261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00" b="0" i="0">
                <a:solidFill>
                  <a:srgbClr val="526174"/>
                </a:solidFill>
                <a:latin typeface="Microsoft YaHei"/>
                <a:ea typeface="Microsoft YaHei"/>
                <a:cs typeface="Microsoft YaHei"/>
              </a:rPr>
              <a:t>发布会、路演和比赛需要</a:t>
            </a:r>
          </a:p>
          <a:p xmlns:a="http://schemas.openxmlformats.org/drawingml/2006/main">
            <a:pPr algn="ctr">
              <a:lnSpc>
                <a:spcPct val="136000"/>
              </a:lnSpc>
              <a:buNone/>
              <a:defRPr sz="1700" b="0" i="0">
                <a:solidFill>
                  <a:srgbClr val="5261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00" b="0" i="0">
                <a:solidFill>
                  <a:srgbClr val="526174"/>
                </a:solidFill>
                <a:latin typeface="Microsoft YaHei"/>
                <a:ea typeface="Microsoft YaHei"/>
                <a:cs typeface="Microsoft YaHei"/>
              </a:rPr>
              <a:t>高度视觉创意</a:t>
            </a:r>
          </a:p>
        </p:txBody>
      </p:sp>
      <p:sp>
        <p:nvSpPr>
          <p:cNvPr id="23" name="spectrum-focus-label-bg">
            <a:extLst xmlns:a="http://schemas.openxmlformats.org/drawingml/2006/main">
              <a:ext uri="{FF2B5EF4-FFF2-40B4-BE49-F238E27FC236}">
                <a16:creationId xmlns:a16="http://schemas.microsoft.com/office/drawing/2014/main" id="{20136F41-B251-4A5E-9790-0AFAE9BAF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676900" y="2724150"/>
            <a:ext cx="83820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spectrum-focus-label">
            <a:extLst xmlns:a="http://schemas.openxmlformats.org/drawingml/2006/main">
              <a:ext uri="{FF2B5EF4-FFF2-40B4-BE49-F238E27FC236}">
                <a16:creationId xmlns:a16="http://schemas.microsoft.com/office/drawing/2014/main" id="{FBF2279C-5DAA-452B-AC46-E085A27A3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676900" y="2724150"/>
            <a:ext cx="838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30000"/>
              </a:lnSpc>
              <a:buNone/>
              <a:defRPr sz="1500" b="1" i="0">
                <a:solidFill>
                  <a:srgbClr val="2F5E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 i="0">
                <a:solidFill>
                  <a:srgbClr val="2F5EA8"/>
                </a:solidFill>
                <a:latin typeface="Microsoft YaHei"/>
                <a:ea typeface="Microsoft YaHei"/>
                <a:cs typeface="Microsoft YaHei"/>
              </a:rPr>
              <a:t>重点区域</a:t>
            </a:r>
          </a:p>
        </p:txBody>
      </p:sp>
    </p:spTree>
    <p:extLst>
      <p:ext uri="{BB962C8B-B14F-4D97-AF65-F5344CB8AC3E}">
        <p14:creationId xmlns:p14="http://schemas.microsoft.com/office/powerpoint/2010/main" val="67334796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spectrum-density-fill">
            <a:extLst xmlns:a="http://schemas.openxmlformats.org/drawingml/2006/main">
              <a:ext uri="{FF2B5EF4-FFF2-40B4-BE49-F238E27FC236}">
                <a16:creationId xmlns:a16="http://schemas.microsoft.com/office/drawing/2014/main" id="{CF67AEB7-1E86-4A6B-8668-A529B9C92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00125" y="1620250"/>
            <a:ext cx="10191750" cy="3599450"/>
          </a:xfrm>
          <a:custGeom xmlns:a="http://schemas.openxmlformats.org/drawingml/2006/main">
            <a:pathLst>
              <a:path w="10191750" h="3599450">
                <a:moveTo>
                  <a:pt x="0" y="3599450"/>
                </a:moveTo>
                <a:lnTo>
                  <a:pt x="0" y="3502752"/>
                </a:lnTo>
                <a:lnTo>
                  <a:pt x="0" y="3406064"/>
                </a:lnTo>
                <a:lnTo>
                  <a:pt x="0" y="3309366"/>
                </a:lnTo>
                <a:lnTo>
                  <a:pt x="0" y="3212668"/>
                </a:lnTo>
                <a:lnTo>
                  <a:pt x="79905" y="3172273"/>
                </a:lnTo>
                <a:lnTo>
                  <a:pt x="170450" y="3138364"/>
                </a:lnTo>
                <a:lnTo>
                  <a:pt x="260385" y="3102854"/>
                </a:lnTo>
                <a:lnTo>
                  <a:pt x="349682" y="3065764"/>
                </a:lnTo>
                <a:lnTo>
                  <a:pt x="438140" y="3026702"/>
                </a:lnTo>
                <a:lnTo>
                  <a:pt x="525770" y="2985840"/>
                </a:lnTo>
                <a:lnTo>
                  <a:pt x="612705" y="2943511"/>
                </a:lnTo>
                <a:lnTo>
                  <a:pt x="698925" y="2899762"/>
                </a:lnTo>
                <a:lnTo>
                  <a:pt x="784308" y="2854376"/>
                </a:lnTo>
                <a:lnTo>
                  <a:pt x="868718" y="2807208"/>
                </a:lnTo>
                <a:lnTo>
                  <a:pt x="952386" y="2758754"/>
                </a:lnTo>
                <a:lnTo>
                  <a:pt x="1035339" y="2709072"/>
                </a:lnTo>
                <a:lnTo>
                  <a:pt x="1117406" y="2657932"/>
                </a:lnTo>
                <a:lnTo>
                  <a:pt x="1198531" y="2605316"/>
                </a:lnTo>
                <a:lnTo>
                  <a:pt x="1278988" y="2551690"/>
                </a:lnTo>
                <a:lnTo>
                  <a:pt x="1358808" y="2497112"/>
                </a:lnTo>
                <a:lnTo>
                  <a:pt x="1437561" y="2441010"/>
                </a:lnTo>
                <a:lnTo>
                  <a:pt x="1515732" y="2384098"/>
                </a:lnTo>
                <a:lnTo>
                  <a:pt x="1593323" y="2326405"/>
                </a:lnTo>
                <a:lnTo>
                  <a:pt x="1670056" y="2267560"/>
                </a:lnTo>
                <a:lnTo>
                  <a:pt x="1746209" y="2207981"/>
                </a:lnTo>
                <a:lnTo>
                  <a:pt x="1821923" y="2147830"/>
                </a:lnTo>
                <a:lnTo>
                  <a:pt x="1896904" y="2086785"/>
                </a:lnTo>
                <a:lnTo>
                  <a:pt x="1971399" y="2025129"/>
                </a:lnTo>
                <a:lnTo>
                  <a:pt x="2045522" y="1963036"/>
                </a:lnTo>
                <a:lnTo>
                  <a:pt x="2119093" y="1900295"/>
                </a:lnTo>
                <a:lnTo>
                  <a:pt x="2192331" y="1837153"/>
                </a:lnTo>
                <a:lnTo>
                  <a:pt x="2265293" y="1773698"/>
                </a:lnTo>
                <a:lnTo>
                  <a:pt x="2337826" y="1709757"/>
                </a:lnTo>
                <a:lnTo>
                  <a:pt x="2410225" y="1645653"/>
                </a:lnTo>
                <a:lnTo>
                  <a:pt x="2482425" y="1581341"/>
                </a:lnTo>
                <a:lnTo>
                  <a:pt x="2554405" y="1516771"/>
                </a:lnTo>
                <a:lnTo>
                  <a:pt x="2626338" y="1452153"/>
                </a:lnTo>
                <a:lnTo>
                  <a:pt x="2698280" y="1387535"/>
                </a:lnTo>
                <a:lnTo>
                  <a:pt x="2770232" y="1322946"/>
                </a:lnTo>
                <a:lnTo>
                  <a:pt x="2842231" y="1258405"/>
                </a:lnTo>
                <a:lnTo>
                  <a:pt x="2914412" y="1194054"/>
                </a:lnTo>
                <a:lnTo>
                  <a:pt x="2986821" y="1129970"/>
                </a:lnTo>
                <a:lnTo>
                  <a:pt x="3059401" y="1066076"/>
                </a:lnTo>
                <a:lnTo>
                  <a:pt x="3132458" y="1002735"/>
                </a:lnTo>
                <a:lnTo>
                  <a:pt x="3205848" y="939775"/>
                </a:lnTo>
                <a:lnTo>
                  <a:pt x="3279600" y="877243"/>
                </a:lnTo>
                <a:lnTo>
                  <a:pt x="3354143" y="815645"/>
                </a:lnTo>
                <a:lnTo>
                  <a:pt x="3429152" y="754637"/>
                </a:lnTo>
                <a:lnTo>
                  <a:pt x="3504762" y="694353"/>
                </a:lnTo>
                <a:lnTo>
                  <a:pt x="3581467" y="635479"/>
                </a:lnTo>
                <a:lnTo>
                  <a:pt x="3658857" y="577529"/>
                </a:lnTo>
                <a:lnTo>
                  <a:pt x="3736991" y="520560"/>
                </a:lnTo>
                <a:lnTo>
                  <a:pt x="3816648" y="465753"/>
                </a:lnTo>
                <a:lnTo>
                  <a:pt x="3897278" y="412385"/>
                </a:lnTo>
                <a:lnTo>
                  <a:pt x="3978926" y="360597"/>
                </a:lnTo>
                <a:lnTo>
                  <a:pt x="4062003" y="311125"/>
                </a:lnTo>
                <a:lnTo>
                  <a:pt x="4146661" y="264424"/>
                </a:lnTo>
                <a:lnTo>
                  <a:pt x="4232596" y="220132"/>
                </a:lnTo>
                <a:lnTo>
                  <a:pt x="4319864" y="178546"/>
                </a:lnTo>
                <a:lnTo>
                  <a:pt x="4408732" y="140427"/>
                </a:lnTo>
                <a:lnTo>
                  <a:pt x="4499324" y="106651"/>
                </a:lnTo>
                <a:lnTo>
                  <a:pt x="4591260" y="76791"/>
                </a:lnTo>
                <a:lnTo>
                  <a:pt x="4684452" y="51168"/>
                </a:lnTo>
                <a:lnTo>
                  <a:pt x="4778797" y="30166"/>
                </a:lnTo>
                <a:lnTo>
                  <a:pt x="4874143" y="14126"/>
                </a:lnTo>
                <a:lnTo>
                  <a:pt x="4970326" y="4181"/>
                </a:lnTo>
                <a:lnTo>
                  <a:pt x="5066909" y="0"/>
                </a:lnTo>
                <a:lnTo>
                  <a:pt x="5163550" y="1334"/>
                </a:lnTo>
                <a:lnTo>
                  <a:pt x="5259943" y="8163"/>
                </a:lnTo>
                <a:lnTo>
                  <a:pt x="5355822" y="20355"/>
                </a:lnTo>
                <a:lnTo>
                  <a:pt x="5450919" y="37700"/>
                </a:lnTo>
                <a:lnTo>
                  <a:pt x="5544969" y="60169"/>
                </a:lnTo>
                <a:lnTo>
                  <a:pt x="5637552" y="88049"/>
                </a:lnTo>
                <a:lnTo>
                  <a:pt x="5728773" y="120015"/>
                </a:lnTo>
                <a:lnTo>
                  <a:pt x="5818613" y="155696"/>
                </a:lnTo>
                <a:lnTo>
                  <a:pt x="5907062" y="194720"/>
                </a:lnTo>
                <a:lnTo>
                  <a:pt x="5993968" y="237115"/>
                </a:lnTo>
                <a:lnTo>
                  <a:pt x="6079131" y="282893"/>
                </a:lnTo>
                <a:lnTo>
                  <a:pt x="6163018" y="330937"/>
                </a:lnTo>
                <a:lnTo>
                  <a:pt x="6245723" y="381019"/>
                </a:lnTo>
                <a:lnTo>
                  <a:pt x="6327048" y="433340"/>
                </a:lnTo>
                <a:lnTo>
                  <a:pt x="6407001" y="487699"/>
                </a:lnTo>
                <a:lnTo>
                  <a:pt x="6486058" y="543373"/>
                </a:lnTo>
                <a:lnTo>
                  <a:pt x="6564182" y="600342"/>
                </a:lnTo>
                <a:lnTo>
                  <a:pt x="6641040" y="659016"/>
                </a:lnTo>
                <a:lnTo>
                  <a:pt x="6717268" y="718499"/>
                </a:lnTo>
                <a:lnTo>
                  <a:pt x="6792878" y="778783"/>
                </a:lnTo>
                <a:lnTo>
                  <a:pt x="6867487" y="840296"/>
                </a:lnTo>
                <a:lnTo>
                  <a:pt x="6941687" y="902294"/>
                </a:lnTo>
                <a:lnTo>
                  <a:pt x="7015448" y="964816"/>
                </a:lnTo>
                <a:lnTo>
                  <a:pt x="7088553" y="1028100"/>
                </a:lnTo>
                <a:lnTo>
                  <a:pt x="7161428" y="1091660"/>
                </a:lnTo>
                <a:lnTo>
                  <a:pt x="7233999" y="1155563"/>
                </a:lnTo>
                <a:lnTo>
                  <a:pt x="7306246" y="1219829"/>
                </a:lnTo>
                <a:lnTo>
                  <a:pt x="7378370" y="1284227"/>
                </a:lnTo>
                <a:lnTo>
                  <a:pt x="7450341" y="1348816"/>
                </a:lnTo>
                <a:lnTo>
                  <a:pt x="7522283" y="1413415"/>
                </a:lnTo>
                <a:lnTo>
                  <a:pt x="7594225" y="1478032"/>
                </a:lnTo>
                <a:lnTo>
                  <a:pt x="7666158" y="1542650"/>
                </a:lnTo>
                <a:lnTo>
                  <a:pt x="7738243" y="1607096"/>
                </a:lnTo>
                <a:lnTo>
                  <a:pt x="7810452" y="1671409"/>
                </a:lnTo>
                <a:lnTo>
                  <a:pt x="7882976" y="1735369"/>
                </a:lnTo>
                <a:lnTo>
                  <a:pt x="7955680" y="1799111"/>
                </a:lnTo>
                <a:lnTo>
                  <a:pt x="8028642" y="1862566"/>
                </a:lnTo>
                <a:lnTo>
                  <a:pt x="8102127" y="1925422"/>
                </a:lnTo>
                <a:lnTo>
                  <a:pt x="8175879" y="1987944"/>
                </a:lnTo>
                <a:lnTo>
                  <a:pt x="8250069" y="2049971"/>
                </a:lnTo>
                <a:lnTo>
                  <a:pt x="8324879" y="2111235"/>
                </a:lnTo>
                <a:lnTo>
                  <a:pt x="8400088" y="2172005"/>
                </a:lnTo>
                <a:lnTo>
                  <a:pt x="8475907" y="2232012"/>
                </a:lnTo>
                <a:lnTo>
                  <a:pt x="8552431" y="2291124"/>
                </a:lnTo>
                <a:lnTo>
                  <a:pt x="8629440" y="2349589"/>
                </a:lnTo>
                <a:lnTo>
                  <a:pt x="8707145" y="2407148"/>
                </a:lnTo>
                <a:lnTo>
                  <a:pt x="8785727" y="2463479"/>
                </a:lnTo>
                <a:lnTo>
                  <a:pt x="8864908" y="2518972"/>
                </a:lnTo>
                <a:lnTo>
                  <a:pt x="8944737" y="2573550"/>
                </a:lnTo>
                <a:lnTo>
                  <a:pt x="9025623" y="2626519"/>
                </a:lnTo>
                <a:lnTo>
                  <a:pt x="9107214" y="2678411"/>
                </a:lnTo>
                <a:lnTo>
                  <a:pt x="9189501" y="2729189"/>
                </a:lnTo>
                <a:lnTo>
                  <a:pt x="9272673" y="2778500"/>
                </a:lnTo>
                <a:lnTo>
                  <a:pt x="9356798" y="2826172"/>
                </a:lnTo>
                <a:lnTo>
                  <a:pt x="9441637" y="2872550"/>
                </a:lnTo>
                <a:lnTo>
                  <a:pt x="9527210" y="2917574"/>
                </a:lnTo>
                <a:lnTo>
                  <a:pt x="9613687" y="2960846"/>
                </a:lnTo>
                <a:lnTo>
                  <a:pt x="9701012" y="3002356"/>
                </a:lnTo>
                <a:lnTo>
                  <a:pt x="9789043" y="3042352"/>
                </a:lnTo>
                <a:lnTo>
                  <a:pt x="9877768" y="3080766"/>
                </a:lnTo>
                <a:lnTo>
                  <a:pt x="9967189" y="3117571"/>
                </a:lnTo>
                <a:lnTo>
                  <a:pt x="10057448" y="3152261"/>
                </a:lnTo>
                <a:lnTo>
                  <a:pt x="10148316" y="3185303"/>
                </a:lnTo>
                <a:lnTo>
                  <a:pt x="10191750" y="3251397"/>
                </a:lnTo>
                <a:lnTo>
                  <a:pt x="10191750" y="3348095"/>
                </a:lnTo>
                <a:lnTo>
                  <a:pt x="10191750" y="3444792"/>
                </a:lnTo>
                <a:lnTo>
                  <a:pt x="10191750" y="3541490"/>
                </a:lnTo>
                <a:lnTo>
                  <a:pt x="10153021" y="3599450"/>
                </a:lnTo>
                <a:lnTo>
                  <a:pt x="10056324" y="3599450"/>
                </a:lnTo>
                <a:lnTo>
                  <a:pt x="9959626" y="3599450"/>
                </a:lnTo>
                <a:lnTo>
                  <a:pt x="9862937" y="3599450"/>
                </a:lnTo>
                <a:lnTo>
                  <a:pt x="9766240" y="3599450"/>
                </a:lnTo>
                <a:lnTo>
                  <a:pt x="9669542" y="3599450"/>
                </a:lnTo>
                <a:lnTo>
                  <a:pt x="9572844" y="3599450"/>
                </a:lnTo>
                <a:lnTo>
                  <a:pt x="9476156" y="3599450"/>
                </a:lnTo>
                <a:lnTo>
                  <a:pt x="9379458" y="3599450"/>
                </a:lnTo>
                <a:lnTo>
                  <a:pt x="9282760" y="3599450"/>
                </a:lnTo>
                <a:lnTo>
                  <a:pt x="9186062" y="3599450"/>
                </a:lnTo>
                <a:lnTo>
                  <a:pt x="9089374" y="3599450"/>
                </a:lnTo>
                <a:lnTo>
                  <a:pt x="8992676" y="3599450"/>
                </a:lnTo>
                <a:lnTo>
                  <a:pt x="8895979" y="3599450"/>
                </a:lnTo>
                <a:lnTo>
                  <a:pt x="8799281" y="3599450"/>
                </a:lnTo>
                <a:lnTo>
                  <a:pt x="8702592" y="3599450"/>
                </a:lnTo>
                <a:lnTo>
                  <a:pt x="8605895" y="3599450"/>
                </a:lnTo>
                <a:lnTo>
                  <a:pt x="8509197" y="3599450"/>
                </a:lnTo>
                <a:lnTo>
                  <a:pt x="8412499" y="3599450"/>
                </a:lnTo>
                <a:lnTo>
                  <a:pt x="8315811" y="3599450"/>
                </a:lnTo>
                <a:lnTo>
                  <a:pt x="8219113" y="3599450"/>
                </a:lnTo>
                <a:lnTo>
                  <a:pt x="8122415" y="3599450"/>
                </a:lnTo>
                <a:lnTo>
                  <a:pt x="8025717" y="3599450"/>
                </a:lnTo>
                <a:lnTo>
                  <a:pt x="7929029" y="3599450"/>
                </a:lnTo>
                <a:lnTo>
                  <a:pt x="7832331" y="3599450"/>
                </a:lnTo>
                <a:lnTo>
                  <a:pt x="7735634" y="3599450"/>
                </a:lnTo>
                <a:lnTo>
                  <a:pt x="7638936" y="3599450"/>
                </a:lnTo>
                <a:lnTo>
                  <a:pt x="7542247" y="3599450"/>
                </a:lnTo>
                <a:lnTo>
                  <a:pt x="7445550" y="3599450"/>
                </a:lnTo>
                <a:lnTo>
                  <a:pt x="7348852" y="3599450"/>
                </a:lnTo>
                <a:lnTo>
                  <a:pt x="7252154" y="3599450"/>
                </a:lnTo>
                <a:lnTo>
                  <a:pt x="7155456" y="3599450"/>
                </a:lnTo>
                <a:lnTo>
                  <a:pt x="7058768" y="3599450"/>
                </a:lnTo>
                <a:lnTo>
                  <a:pt x="6962070" y="3599450"/>
                </a:lnTo>
                <a:lnTo>
                  <a:pt x="6865372" y="3599450"/>
                </a:lnTo>
                <a:lnTo>
                  <a:pt x="6768684" y="3599450"/>
                </a:lnTo>
                <a:lnTo>
                  <a:pt x="6671986" y="3599450"/>
                </a:lnTo>
                <a:lnTo>
                  <a:pt x="6575288" y="3599450"/>
                </a:lnTo>
                <a:lnTo>
                  <a:pt x="6478591" y="3599450"/>
                </a:lnTo>
                <a:lnTo>
                  <a:pt x="6381902" y="3599450"/>
                </a:lnTo>
                <a:lnTo>
                  <a:pt x="6285205" y="3599450"/>
                </a:lnTo>
                <a:lnTo>
                  <a:pt x="6188507" y="3599450"/>
                </a:lnTo>
                <a:lnTo>
                  <a:pt x="6091809" y="3599450"/>
                </a:lnTo>
                <a:lnTo>
                  <a:pt x="5995121" y="3599450"/>
                </a:lnTo>
                <a:lnTo>
                  <a:pt x="5898423" y="3599450"/>
                </a:lnTo>
                <a:lnTo>
                  <a:pt x="5801725" y="3599450"/>
                </a:lnTo>
                <a:lnTo>
                  <a:pt x="5705027" y="3599450"/>
                </a:lnTo>
                <a:lnTo>
                  <a:pt x="5608339" y="3599450"/>
                </a:lnTo>
                <a:lnTo>
                  <a:pt x="5511641" y="3599450"/>
                </a:lnTo>
                <a:lnTo>
                  <a:pt x="5414943" y="3599450"/>
                </a:lnTo>
                <a:lnTo>
                  <a:pt x="5318246" y="3599450"/>
                </a:lnTo>
                <a:lnTo>
                  <a:pt x="5221557" y="3599450"/>
                </a:lnTo>
                <a:lnTo>
                  <a:pt x="5124860" y="3599450"/>
                </a:lnTo>
                <a:lnTo>
                  <a:pt x="5028162" y="3599450"/>
                </a:lnTo>
                <a:lnTo>
                  <a:pt x="4931464" y="3599450"/>
                </a:lnTo>
                <a:lnTo>
                  <a:pt x="4834776" y="3599450"/>
                </a:lnTo>
                <a:lnTo>
                  <a:pt x="4738078" y="3599450"/>
                </a:lnTo>
                <a:lnTo>
                  <a:pt x="4641380" y="3599450"/>
                </a:lnTo>
                <a:lnTo>
                  <a:pt x="4544682" y="3599450"/>
                </a:lnTo>
                <a:lnTo>
                  <a:pt x="4447994" y="3599450"/>
                </a:lnTo>
                <a:lnTo>
                  <a:pt x="4351296" y="3599450"/>
                </a:lnTo>
                <a:lnTo>
                  <a:pt x="4254598" y="3599450"/>
                </a:lnTo>
                <a:lnTo>
                  <a:pt x="4157901" y="3599450"/>
                </a:lnTo>
                <a:lnTo>
                  <a:pt x="4061212" y="3599450"/>
                </a:lnTo>
                <a:lnTo>
                  <a:pt x="3964515" y="3599450"/>
                </a:lnTo>
                <a:lnTo>
                  <a:pt x="3867817" y="3599450"/>
                </a:lnTo>
                <a:lnTo>
                  <a:pt x="3771119" y="3599450"/>
                </a:lnTo>
                <a:lnTo>
                  <a:pt x="3674431" y="3599450"/>
                </a:lnTo>
                <a:lnTo>
                  <a:pt x="3577733" y="3599450"/>
                </a:lnTo>
                <a:lnTo>
                  <a:pt x="3481035" y="3599450"/>
                </a:lnTo>
                <a:lnTo>
                  <a:pt x="3384337" y="3599450"/>
                </a:lnTo>
                <a:lnTo>
                  <a:pt x="3287639" y="3599450"/>
                </a:lnTo>
                <a:lnTo>
                  <a:pt x="3190951" y="3599450"/>
                </a:lnTo>
                <a:lnTo>
                  <a:pt x="3094253" y="3599450"/>
                </a:lnTo>
                <a:lnTo>
                  <a:pt x="2997556" y="3599450"/>
                </a:lnTo>
                <a:lnTo>
                  <a:pt x="2900858" y="3599450"/>
                </a:lnTo>
                <a:lnTo>
                  <a:pt x="2804170" y="3599450"/>
                </a:lnTo>
                <a:lnTo>
                  <a:pt x="2707472" y="3599450"/>
                </a:lnTo>
                <a:lnTo>
                  <a:pt x="2610774" y="3599450"/>
                </a:lnTo>
                <a:lnTo>
                  <a:pt x="2514086" y="3599450"/>
                </a:lnTo>
                <a:lnTo>
                  <a:pt x="2417388" y="3599450"/>
                </a:lnTo>
                <a:lnTo>
                  <a:pt x="2320690" y="3599450"/>
                </a:lnTo>
                <a:lnTo>
                  <a:pt x="2223992" y="3599450"/>
                </a:lnTo>
                <a:lnTo>
                  <a:pt x="2127304" y="3599450"/>
                </a:lnTo>
                <a:lnTo>
                  <a:pt x="2030606" y="3599450"/>
                </a:lnTo>
                <a:lnTo>
                  <a:pt x="1933908" y="3599450"/>
                </a:lnTo>
                <a:lnTo>
                  <a:pt x="1837211" y="3599450"/>
                </a:lnTo>
                <a:lnTo>
                  <a:pt x="1740513" y="3599450"/>
                </a:lnTo>
                <a:lnTo>
                  <a:pt x="1643825" y="3599450"/>
                </a:lnTo>
                <a:lnTo>
                  <a:pt x="1547127" y="3599450"/>
                </a:lnTo>
                <a:lnTo>
                  <a:pt x="1450429" y="3599450"/>
                </a:lnTo>
                <a:lnTo>
                  <a:pt x="1353741" y="3599450"/>
                </a:lnTo>
                <a:lnTo>
                  <a:pt x="1257043" y="3599450"/>
                </a:lnTo>
                <a:lnTo>
                  <a:pt x="1160345" y="3599450"/>
                </a:lnTo>
                <a:lnTo>
                  <a:pt x="1063647" y="3599450"/>
                </a:lnTo>
                <a:lnTo>
                  <a:pt x="966959" y="3599450"/>
                </a:lnTo>
                <a:lnTo>
                  <a:pt x="870261" y="3599450"/>
                </a:lnTo>
                <a:lnTo>
                  <a:pt x="773563" y="3599450"/>
                </a:lnTo>
                <a:lnTo>
                  <a:pt x="676866" y="3599450"/>
                </a:lnTo>
                <a:lnTo>
                  <a:pt x="580168" y="3599450"/>
                </a:lnTo>
                <a:lnTo>
                  <a:pt x="483479" y="3599450"/>
                </a:lnTo>
                <a:lnTo>
                  <a:pt x="386782" y="3599450"/>
                </a:lnTo>
                <a:lnTo>
                  <a:pt x="290084" y="3599450"/>
                </a:lnTo>
                <a:lnTo>
                  <a:pt x="193386" y="3599450"/>
                </a:lnTo>
                <a:lnTo>
                  <a:pt x="96698" y="3599450"/>
                </a:lnTo>
                <a:lnTo>
                  <a:pt x="0" y="3599450"/>
                </a:lnTo>
                <a:close/>
              </a:path>
            </a:pathLst>
          </a:custGeom>
          <a:solidFill xmlns:a="http://schemas.openxmlformats.org/drawingml/2006/main">
            <a:srgbClr val="F2F7FD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2" name="spectrum-density-curve">
            <a:extLst xmlns:a="http://schemas.openxmlformats.org/drawingml/2006/main">
              <a:ext uri="{FF2B5EF4-FFF2-40B4-BE49-F238E27FC236}">
                <a16:creationId xmlns:a16="http://schemas.microsoft.com/office/drawing/2014/main" id="{B3BEE3F2-2411-44B0-A356-E7CDEB72A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00125" y="1619250"/>
            <a:ext cx="10191750" cy="3201829"/>
          </a:xfrm>
          <a:custGeom xmlns:a="http://schemas.openxmlformats.org/drawingml/2006/main">
            <a:pathLst>
              <a:path w="10191750" h="3201829">
                <a:moveTo>
                  <a:pt x="0" y="3201829"/>
                </a:moveTo>
                <a:lnTo>
                  <a:pt x="47939" y="3184693"/>
                </a:lnTo>
                <a:lnTo>
                  <a:pt x="95879" y="3167558"/>
                </a:lnTo>
                <a:lnTo>
                  <a:pt x="143542" y="3149708"/>
                </a:lnTo>
                <a:lnTo>
                  <a:pt x="191062" y="3131439"/>
                </a:lnTo>
                <a:lnTo>
                  <a:pt x="238468" y="3112884"/>
                </a:lnTo>
                <a:lnTo>
                  <a:pt x="285540" y="3093491"/>
                </a:lnTo>
                <a:lnTo>
                  <a:pt x="332603" y="3074089"/>
                </a:lnTo>
                <a:lnTo>
                  <a:pt x="379247" y="3053705"/>
                </a:lnTo>
                <a:lnTo>
                  <a:pt x="425825" y="3033141"/>
                </a:lnTo>
                <a:lnTo>
                  <a:pt x="472173" y="3012110"/>
                </a:lnTo>
                <a:lnTo>
                  <a:pt x="518217" y="2990402"/>
                </a:lnTo>
                <a:lnTo>
                  <a:pt x="564271" y="2968695"/>
                </a:lnTo>
                <a:lnTo>
                  <a:pt x="609819" y="2945959"/>
                </a:lnTo>
                <a:lnTo>
                  <a:pt x="655339" y="2923175"/>
                </a:lnTo>
                <a:lnTo>
                  <a:pt x="700602" y="2899867"/>
                </a:lnTo>
                <a:lnTo>
                  <a:pt x="745550" y="2875969"/>
                </a:lnTo>
                <a:lnTo>
                  <a:pt x="790499" y="2852080"/>
                </a:lnTo>
                <a:lnTo>
                  <a:pt x="834914" y="2827191"/>
                </a:lnTo>
                <a:lnTo>
                  <a:pt x="879300" y="2802255"/>
                </a:lnTo>
                <a:lnTo>
                  <a:pt x="923439" y="2776909"/>
                </a:lnTo>
                <a:lnTo>
                  <a:pt x="967235" y="2750953"/>
                </a:lnTo>
                <a:lnTo>
                  <a:pt x="1011022" y="2724988"/>
                </a:lnTo>
                <a:lnTo>
                  <a:pt x="1054332" y="2698242"/>
                </a:lnTo>
                <a:lnTo>
                  <a:pt x="1097537" y="2671315"/>
                </a:lnTo>
                <a:lnTo>
                  <a:pt x="1140628" y="2644207"/>
                </a:lnTo>
                <a:lnTo>
                  <a:pt x="1183224" y="2616327"/>
                </a:lnTo>
                <a:lnTo>
                  <a:pt x="1225820" y="2588457"/>
                </a:lnTo>
                <a:lnTo>
                  <a:pt x="1268120" y="2560120"/>
                </a:lnTo>
                <a:lnTo>
                  <a:pt x="1310135" y="2531393"/>
                </a:lnTo>
                <a:lnTo>
                  <a:pt x="1352159" y="2502656"/>
                </a:lnTo>
                <a:lnTo>
                  <a:pt x="1393717" y="2473252"/>
                </a:lnTo>
                <a:lnTo>
                  <a:pt x="1435179" y="2443715"/>
                </a:lnTo>
                <a:lnTo>
                  <a:pt x="1476585" y="2414092"/>
                </a:lnTo>
                <a:lnTo>
                  <a:pt x="1517494" y="2383793"/>
                </a:lnTo>
                <a:lnTo>
                  <a:pt x="1558395" y="2353485"/>
                </a:lnTo>
                <a:lnTo>
                  <a:pt x="1599133" y="2322957"/>
                </a:lnTo>
                <a:lnTo>
                  <a:pt x="1639519" y="2291972"/>
                </a:lnTo>
                <a:lnTo>
                  <a:pt x="1679915" y="2260987"/>
                </a:lnTo>
                <a:lnTo>
                  <a:pt x="1720053" y="2229679"/>
                </a:lnTo>
                <a:lnTo>
                  <a:pt x="1759972" y="2198084"/>
                </a:lnTo>
                <a:lnTo>
                  <a:pt x="1799892" y="2166490"/>
                </a:lnTo>
                <a:lnTo>
                  <a:pt x="1839506" y="2134514"/>
                </a:lnTo>
                <a:lnTo>
                  <a:pt x="1878987" y="2102377"/>
                </a:lnTo>
                <a:lnTo>
                  <a:pt x="1918459" y="2070230"/>
                </a:lnTo>
                <a:lnTo>
                  <a:pt x="1957588" y="2037664"/>
                </a:lnTo>
                <a:lnTo>
                  <a:pt x="1996650" y="2005013"/>
                </a:lnTo>
                <a:lnTo>
                  <a:pt x="2035702" y="1972361"/>
                </a:lnTo>
                <a:lnTo>
                  <a:pt x="2074459" y="1939357"/>
                </a:lnTo>
                <a:lnTo>
                  <a:pt x="2113197" y="1906324"/>
                </a:lnTo>
                <a:lnTo>
                  <a:pt x="2151926" y="1873282"/>
                </a:lnTo>
                <a:lnTo>
                  <a:pt x="2190340" y="1839878"/>
                </a:lnTo>
                <a:lnTo>
                  <a:pt x="2228755" y="1806473"/>
                </a:lnTo>
                <a:lnTo>
                  <a:pt x="2267160" y="1773050"/>
                </a:lnTo>
                <a:lnTo>
                  <a:pt x="2305345" y="1739389"/>
                </a:lnTo>
                <a:lnTo>
                  <a:pt x="2343541" y="1705727"/>
                </a:lnTo>
                <a:lnTo>
                  <a:pt x="2381717" y="1672047"/>
                </a:lnTo>
                <a:lnTo>
                  <a:pt x="2419731" y="1638186"/>
                </a:lnTo>
                <a:lnTo>
                  <a:pt x="2457745" y="1604324"/>
                </a:lnTo>
                <a:lnTo>
                  <a:pt x="2495741" y="1570453"/>
                </a:lnTo>
                <a:lnTo>
                  <a:pt x="2533621" y="1536430"/>
                </a:lnTo>
                <a:lnTo>
                  <a:pt x="2571493" y="1502416"/>
                </a:lnTo>
                <a:lnTo>
                  <a:pt x="2609364" y="1468403"/>
                </a:lnTo>
                <a:lnTo>
                  <a:pt x="2647236" y="1434379"/>
                </a:lnTo>
                <a:lnTo>
                  <a:pt x="2685107" y="1400366"/>
                </a:lnTo>
                <a:lnTo>
                  <a:pt x="2722988" y="1366342"/>
                </a:lnTo>
                <a:lnTo>
                  <a:pt x="2760878" y="1332347"/>
                </a:lnTo>
                <a:lnTo>
                  <a:pt x="2798759" y="1298343"/>
                </a:lnTo>
                <a:lnTo>
                  <a:pt x="2836669" y="1264358"/>
                </a:lnTo>
                <a:lnTo>
                  <a:pt x="2874664" y="1230487"/>
                </a:lnTo>
                <a:lnTo>
                  <a:pt x="2912669" y="1196607"/>
                </a:lnTo>
                <a:lnTo>
                  <a:pt x="2950702" y="1162774"/>
                </a:lnTo>
                <a:lnTo>
                  <a:pt x="2988907" y="1129122"/>
                </a:lnTo>
                <a:lnTo>
                  <a:pt x="3027112" y="1095480"/>
                </a:lnTo>
                <a:lnTo>
                  <a:pt x="3065374" y="1061895"/>
                </a:lnTo>
                <a:lnTo>
                  <a:pt x="3103836" y="1028548"/>
                </a:lnTo>
                <a:lnTo>
                  <a:pt x="3142298" y="995201"/>
                </a:lnTo>
                <a:lnTo>
                  <a:pt x="3180855" y="961958"/>
                </a:lnTo>
                <a:lnTo>
                  <a:pt x="3219688" y="929040"/>
                </a:lnTo>
                <a:lnTo>
                  <a:pt x="3258522" y="896122"/>
                </a:lnTo>
                <a:lnTo>
                  <a:pt x="3297498" y="863375"/>
                </a:lnTo>
                <a:lnTo>
                  <a:pt x="3336769" y="830980"/>
                </a:lnTo>
                <a:lnTo>
                  <a:pt x="3376031" y="798576"/>
                </a:lnTo>
                <a:lnTo>
                  <a:pt x="3415551" y="766486"/>
                </a:lnTo>
                <a:lnTo>
                  <a:pt x="3455356" y="734749"/>
                </a:lnTo>
                <a:lnTo>
                  <a:pt x="3495161" y="703012"/>
                </a:lnTo>
                <a:lnTo>
                  <a:pt x="3535347" y="671770"/>
                </a:lnTo>
                <a:lnTo>
                  <a:pt x="3575780" y="640832"/>
                </a:lnTo>
                <a:lnTo>
                  <a:pt x="3616204" y="609895"/>
                </a:lnTo>
                <a:lnTo>
                  <a:pt x="3657209" y="579730"/>
                </a:lnTo>
                <a:lnTo>
                  <a:pt x="3698348" y="549735"/>
                </a:lnTo>
                <a:lnTo>
                  <a:pt x="3739534" y="519808"/>
                </a:lnTo>
                <a:lnTo>
                  <a:pt x="3781473" y="490957"/>
                </a:lnTo>
                <a:lnTo>
                  <a:pt x="3823411" y="462105"/>
                </a:lnTo>
                <a:lnTo>
                  <a:pt x="3865664" y="433721"/>
                </a:lnTo>
                <a:lnTo>
                  <a:pt x="3908479" y="406175"/>
                </a:lnTo>
                <a:lnTo>
                  <a:pt x="3951294" y="378628"/>
                </a:lnTo>
                <a:lnTo>
                  <a:pt x="3994766" y="352158"/>
                </a:lnTo>
                <a:lnTo>
                  <a:pt x="4038505" y="326107"/>
                </a:lnTo>
                <a:lnTo>
                  <a:pt x="4082377" y="300295"/>
                </a:lnTo>
                <a:lnTo>
                  <a:pt x="4127125" y="276015"/>
                </a:lnTo>
                <a:lnTo>
                  <a:pt x="4171874" y="251746"/>
                </a:lnTo>
                <a:lnTo>
                  <a:pt x="4217222" y="228629"/>
                </a:lnTo>
                <a:lnTo>
                  <a:pt x="4262980" y="206312"/>
                </a:lnTo>
                <a:lnTo>
                  <a:pt x="4308853" y="184271"/>
                </a:lnTo>
                <a:lnTo>
                  <a:pt x="4355640" y="164201"/>
                </a:lnTo>
                <a:lnTo>
                  <a:pt x="4402426" y="144132"/>
                </a:lnTo>
                <a:lnTo>
                  <a:pt x="4449909" y="125816"/>
                </a:lnTo>
                <a:lnTo>
                  <a:pt x="4497695" y="108252"/>
                </a:lnTo>
                <a:lnTo>
                  <a:pt x="4545778" y="91602"/>
                </a:lnTo>
                <a:lnTo>
                  <a:pt x="4594489" y="76800"/>
                </a:lnTo>
                <a:lnTo>
                  <a:pt x="4643209" y="62017"/>
                </a:lnTo>
                <a:lnTo>
                  <a:pt x="4692720" y="50197"/>
                </a:lnTo>
                <a:lnTo>
                  <a:pt x="4742231" y="38367"/>
                </a:lnTo>
                <a:lnTo>
                  <a:pt x="4792228" y="28861"/>
                </a:lnTo>
                <a:lnTo>
                  <a:pt x="4842405" y="20250"/>
                </a:lnTo>
                <a:lnTo>
                  <a:pt x="4892792" y="13202"/>
                </a:lnTo>
                <a:lnTo>
                  <a:pt x="4943427" y="7963"/>
                </a:lnTo>
                <a:lnTo>
                  <a:pt x="4994119" y="3505"/>
                </a:lnTo>
                <a:lnTo>
                  <a:pt x="5044992" y="1753"/>
                </a:lnTo>
                <a:lnTo>
                  <a:pt x="5095875" y="0"/>
                </a:lnTo>
                <a:lnTo>
                  <a:pt x="5146748" y="1753"/>
                </a:lnTo>
                <a:lnTo>
                  <a:pt x="5197631" y="3505"/>
                </a:lnTo>
                <a:lnTo>
                  <a:pt x="5248323" y="7963"/>
                </a:lnTo>
                <a:lnTo>
                  <a:pt x="5298958" y="13202"/>
                </a:lnTo>
                <a:lnTo>
                  <a:pt x="5349345" y="20250"/>
                </a:lnTo>
                <a:lnTo>
                  <a:pt x="5399522" y="28861"/>
                </a:lnTo>
                <a:lnTo>
                  <a:pt x="5449510" y="38367"/>
                </a:lnTo>
                <a:lnTo>
                  <a:pt x="5499030" y="50197"/>
                </a:lnTo>
                <a:lnTo>
                  <a:pt x="5548541" y="62017"/>
                </a:lnTo>
                <a:lnTo>
                  <a:pt x="5597261" y="76800"/>
                </a:lnTo>
                <a:lnTo>
                  <a:pt x="5645963" y="91602"/>
                </a:lnTo>
                <a:lnTo>
                  <a:pt x="5694055" y="108252"/>
                </a:lnTo>
                <a:lnTo>
                  <a:pt x="5741841" y="125816"/>
                </a:lnTo>
                <a:lnTo>
                  <a:pt x="5789324" y="144132"/>
                </a:lnTo>
                <a:lnTo>
                  <a:pt x="5836110" y="164201"/>
                </a:lnTo>
                <a:lnTo>
                  <a:pt x="5882897" y="184261"/>
                </a:lnTo>
                <a:lnTo>
                  <a:pt x="5928770" y="206312"/>
                </a:lnTo>
                <a:lnTo>
                  <a:pt x="5974528" y="228629"/>
                </a:lnTo>
                <a:lnTo>
                  <a:pt x="6019876" y="251746"/>
                </a:lnTo>
                <a:lnTo>
                  <a:pt x="6064625" y="276015"/>
                </a:lnTo>
                <a:lnTo>
                  <a:pt x="6109373" y="300295"/>
                </a:lnTo>
                <a:lnTo>
                  <a:pt x="6153236" y="326107"/>
                </a:lnTo>
                <a:lnTo>
                  <a:pt x="6196984" y="352158"/>
                </a:lnTo>
                <a:lnTo>
                  <a:pt x="6240456" y="378628"/>
                </a:lnTo>
                <a:lnTo>
                  <a:pt x="6283271" y="406175"/>
                </a:lnTo>
                <a:lnTo>
                  <a:pt x="6326076" y="433721"/>
                </a:lnTo>
                <a:lnTo>
                  <a:pt x="6368339" y="462096"/>
                </a:lnTo>
                <a:lnTo>
                  <a:pt x="6410277" y="490957"/>
                </a:lnTo>
                <a:lnTo>
                  <a:pt x="6452216" y="519808"/>
                </a:lnTo>
                <a:lnTo>
                  <a:pt x="6493402" y="549735"/>
                </a:lnTo>
                <a:lnTo>
                  <a:pt x="6534531" y="579730"/>
                </a:lnTo>
                <a:lnTo>
                  <a:pt x="6575536" y="609895"/>
                </a:lnTo>
                <a:lnTo>
                  <a:pt x="6615970" y="640832"/>
                </a:lnTo>
                <a:lnTo>
                  <a:pt x="6656403" y="671770"/>
                </a:lnTo>
                <a:lnTo>
                  <a:pt x="6696589" y="703012"/>
                </a:lnTo>
                <a:lnTo>
                  <a:pt x="6736394" y="734749"/>
                </a:lnTo>
                <a:lnTo>
                  <a:pt x="6776199" y="766486"/>
                </a:lnTo>
                <a:lnTo>
                  <a:pt x="6815709" y="798576"/>
                </a:lnTo>
                <a:lnTo>
                  <a:pt x="6854981" y="830980"/>
                </a:lnTo>
                <a:lnTo>
                  <a:pt x="6894252" y="863375"/>
                </a:lnTo>
                <a:lnTo>
                  <a:pt x="6933228" y="896112"/>
                </a:lnTo>
                <a:lnTo>
                  <a:pt x="6972062" y="929040"/>
                </a:lnTo>
                <a:lnTo>
                  <a:pt x="7010895" y="961958"/>
                </a:lnTo>
                <a:lnTo>
                  <a:pt x="7049453" y="995191"/>
                </a:lnTo>
                <a:lnTo>
                  <a:pt x="7087914" y="1028548"/>
                </a:lnTo>
                <a:lnTo>
                  <a:pt x="7126376" y="1061895"/>
                </a:lnTo>
                <a:lnTo>
                  <a:pt x="7164629" y="1095480"/>
                </a:lnTo>
                <a:lnTo>
                  <a:pt x="7202843" y="1129122"/>
                </a:lnTo>
                <a:lnTo>
                  <a:pt x="7241048" y="1162764"/>
                </a:lnTo>
                <a:lnTo>
                  <a:pt x="7279081" y="1196607"/>
                </a:lnTo>
                <a:lnTo>
                  <a:pt x="7317076" y="1230487"/>
                </a:lnTo>
                <a:lnTo>
                  <a:pt x="7355081" y="1264358"/>
                </a:lnTo>
                <a:lnTo>
                  <a:pt x="7392981" y="1298343"/>
                </a:lnTo>
                <a:lnTo>
                  <a:pt x="7430872" y="1332347"/>
                </a:lnTo>
                <a:lnTo>
                  <a:pt x="7468762" y="1366342"/>
                </a:lnTo>
                <a:lnTo>
                  <a:pt x="7506633" y="1400366"/>
                </a:lnTo>
                <a:lnTo>
                  <a:pt x="7544514" y="1434379"/>
                </a:lnTo>
                <a:lnTo>
                  <a:pt x="7582386" y="1468403"/>
                </a:lnTo>
                <a:lnTo>
                  <a:pt x="7620257" y="1502416"/>
                </a:lnTo>
                <a:lnTo>
                  <a:pt x="7658129" y="1536430"/>
                </a:lnTo>
                <a:lnTo>
                  <a:pt x="7696010" y="1570453"/>
                </a:lnTo>
                <a:lnTo>
                  <a:pt x="7734005" y="1604324"/>
                </a:lnTo>
                <a:lnTo>
                  <a:pt x="7772019" y="1638186"/>
                </a:lnTo>
                <a:lnTo>
                  <a:pt x="7810033" y="1672047"/>
                </a:lnTo>
                <a:lnTo>
                  <a:pt x="7848209" y="1705727"/>
                </a:lnTo>
                <a:lnTo>
                  <a:pt x="7886405" y="1739389"/>
                </a:lnTo>
                <a:lnTo>
                  <a:pt x="7924590" y="1773050"/>
                </a:lnTo>
                <a:lnTo>
                  <a:pt x="7962995" y="1806473"/>
                </a:lnTo>
                <a:lnTo>
                  <a:pt x="8001410" y="1839878"/>
                </a:lnTo>
                <a:lnTo>
                  <a:pt x="8039824" y="1873282"/>
                </a:lnTo>
                <a:lnTo>
                  <a:pt x="8078553" y="1906324"/>
                </a:lnTo>
                <a:lnTo>
                  <a:pt x="8117291" y="1939357"/>
                </a:lnTo>
                <a:lnTo>
                  <a:pt x="8156048" y="1972361"/>
                </a:lnTo>
                <a:lnTo>
                  <a:pt x="8195100" y="2005013"/>
                </a:lnTo>
                <a:lnTo>
                  <a:pt x="8234162" y="2037664"/>
                </a:lnTo>
                <a:lnTo>
                  <a:pt x="8273291" y="2070230"/>
                </a:lnTo>
                <a:lnTo>
                  <a:pt x="8312763" y="2102368"/>
                </a:lnTo>
                <a:lnTo>
                  <a:pt x="8352244" y="2134514"/>
                </a:lnTo>
                <a:lnTo>
                  <a:pt x="8391858" y="2166490"/>
                </a:lnTo>
                <a:lnTo>
                  <a:pt x="8431778" y="2198084"/>
                </a:lnTo>
                <a:lnTo>
                  <a:pt x="8471697" y="2229679"/>
                </a:lnTo>
                <a:lnTo>
                  <a:pt x="8511835" y="2260987"/>
                </a:lnTo>
                <a:lnTo>
                  <a:pt x="8552221" y="2291972"/>
                </a:lnTo>
                <a:lnTo>
                  <a:pt x="8592617" y="2322957"/>
                </a:lnTo>
                <a:lnTo>
                  <a:pt x="8633355" y="2353485"/>
                </a:lnTo>
                <a:lnTo>
                  <a:pt x="8674256" y="2383793"/>
                </a:lnTo>
                <a:lnTo>
                  <a:pt x="8715165" y="2414092"/>
                </a:lnTo>
                <a:lnTo>
                  <a:pt x="8756571" y="2443705"/>
                </a:lnTo>
                <a:lnTo>
                  <a:pt x="8798033" y="2473242"/>
                </a:lnTo>
                <a:lnTo>
                  <a:pt x="8839581" y="2502656"/>
                </a:lnTo>
                <a:lnTo>
                  <a:pt x="8881605" y="2531393"/>
                </a:lnTo>
                <a:lnTo>
                  <a:pt x="8923630" y="2560120"/>
                </a:lnTo>
                <a:lnTo>
                  <a:pt x="8965921" y="2588457"/>
                </a:lnTo>
                <a:lnTo>
                  <a:pt x="9008526" y="2616327"/>
                </a:lnTo>
                <a:lnTo>
                  <a:pt x="9051122" y="2644207"/>
                </a:lnTo>
                <a:lnTo>
                  <a:pt x="9094213" y="2671315"/>
                </a:lnTo>
                <a:lnTo>
                  <a:pt x="9137418" y="2698232"/>
                </a:lnTo>
                <a:lnTo>
                  <a:pt x="9180728" y="2724988"/>
                </a:lnTo>
                <a:lnTo>
                  <a:pt x="9224515" y="2750944"/>
                </a:lnTo>
                <a:lnTo>
                  <a:pt x="9268311" y="2776909"/>
                </a:lnTo>
                <a:lnTo>
                  <a:pt x="9312450" y="2802255"/>
                </a:lnTo>
                <a:lnTo>
                  <a:pt x="9356836" y="2827191"/>
                </a:lnTo>
                <a:lnTo>
                  <a:pt x="9401242" y="2852080"/>
                </a:lnTo>
                <a:lnTo>
                  <a:pt x="9446200" y="2875969"/>
                </a:lnTo>
                <a:lnTo>
                  <a:pt x="9491148" y="2899867"/>
                </a:lnTo>
                <a:lnTo>
                  <a:pt x="9536411" y="2923175"/>
                </a:lnTo>
                <a:lnTo>
                  <a:pt x="9581931" y="2945959"/>
                </a:lnTo>
                <a:lnTo>
                  <a:pt x="9627479" y="2968695"/>
                </a:lnTo>
                <a:lnTo>
                  <a:pt x="9673523" y="2990402"/>
                </a:lnTo>
                <a:lnTo>
                  <a:pt x="9719577" y="3012110"/>
                </a:lnTo>
                <a:lnTo>
                  <a:pt x="9765925" y="3033141"/>
                </a:lnTo>
                <a:lnTo>
                  <a:pt x="9812503" y="3053705"/>
                </a:lnTo>
                <a:lnTo>
                  <a:pt x="9859147" y="3074089"/>
                </a:lnTo>
                <a:lnTo>
                  <a:pt x="9906210" y="3093491"/>
                </a:lnTo>
                <a:lnTo>
                  <a:pt x="9953282" y="3112884"/>
                </a:lnTo>
                <a:lnTo>
                  <a:pt x="10000688" y="3131439"/>
                </a:lnTo>
                <a:lnTo>
                  <a:pt x="10048199" y="3149708"/>
                </a:lnTo>
                <a:lnTo>
                  <a:pt x="10095871" y="3167558"/>
                </a:lnTo>
                <a:lnTo>
                  <a:pt x="10143811" y="3184693"/>
                </a:lnTo>
                <a:lnTo>
                  <a:pt x="10191750" y="3201829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C5DCF4"/>
            </a:solidFill>
            <a:prstDash val="solid"/>
          </a:ln>
        </p:spPr>
      </p:sp>
      <p:sp>
        <p:nvSpPr>
          <p:cNvPr id="3" name="spectrum-underlay-0">
            <a:extLst xmlns:a="http://schemas.openxmlformats.org/drawingml/2006/main">
              <a:ext uri="{FF2B5EF4-FFF2-40B4-BE49-F238E27FC236}">
                <a16:creationId xmlns:a16="http://schemas.microsoft.com/office/drawing/2014/main" id="{B72F7477-1241-41D7-8CCC-0FCB73A6E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00175" y="3000375"/>
            <a:ext cx="2952750" cy="1971675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DFEA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pectrum-card-0">
            <a:extLst xmlns:a="http://schemas.openxmlformats.org/drawingml/2006/main">
              <a:ext uri="{FF2B5EF4-FFF2-40B4-BE49-F238E27FC236}">
                <a16:creationId xmlns:a16="http://schemas.microsoft.com/office/drawing/2014/main" id="{FD2CFC69-6471-4525-B00F-0114B0BC7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00175" y="2933700"/>
            <a:ext cx="2952750" cy="1971675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5F8FC"/>
          </a:solidFill>
          <a:ln xmlns:a="http://schemas.openxmlformats.org/drawingml/2006/main" w="9525">
            <a:solidFill>
              <a:srgbClr val="CFDDE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24"/>
          <a:fontRef xmlns:a="http://schemas.openxmlformats.org/drawingml/2006/main" idx="major"/>
        </p:style>
      </p:sp>
      <p:sp>
        <p:nvSpPr>
          <p:cNvPr id="5" name="spectrum-underlay-1">
            <a:extLst xmlns:a="http://schemas.openxmlformats.org/drawingml/2006/main">
              <a:ext uri="{FF2B5EF4-FFF2-40B4-BE49-F238E27FC236}">
                <a16:creationId xmlns:a16="http://schemas.microsoft.com/office/drawing/2014/main" id="{ACC80F8D-F705-460E-987B-3FEC1F66D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619625" y="2619375"/>
            <a:ext cx="2952750" cy="2352675"/>
          </a:xfrm>
          <a:prstGeom xmlns:a="http://schemas.openxmlformats.org/drawingml/2006/main" prst="roundRect">
            <a:avLst>
              <a:gd name="adj" fmla="val 7287"/>
            </a:avLst>
          </a:prstGeom>
          <a:solidFill xmlns:a="http://schemas.openxmlformats.org/drawingml/2006/main">
            <a:srgbClr val="9FC2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spectrum-card-1">
            <a:extLst xmlns:a="http://schemas.openxmlformats.org/drawingml/2006/main">
              <a:ext uri="{FF2B5EF4-FFF2-40B4-BE49-F238E27FC236}">
                <a16:creationId xmlns:a16="http://schemas.microsoft.com/office/drawing/2014/main" id="{881CCF6E-669A-4D97-B1BF-70C3CCF33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619625" y="2552700"/>
            <a:ext cx="2952750" cy="2352675"/>
          </a:xfrm>
          <a:prstGeom xmlns:a="http://schemas.openxmlformats.org/drawingml/2006/main" prst="roundRect">
            <a:avLst>
              <a:gd name="adj" fmla="val 7287"/>
            </a:avLst>
          </a:prstGeom>
          <a:solidFill xmlns:a="http://schemas.openxmlformats.org/drawingml/2006/main">
            <a:srgbClr val="2F5EA8"/>
          </a:solidFill>
          <a:ln xmlns:a="http://schemas.openxmlformats.org/drawingml/2006/main" w="9525">
            <a:solidFill>
              <a:srgbClr val="2F5EA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25"/>
          <a:fontRef xmlns:a="http://schemas.openxmlformats.org/drawingml/2006/main" idx="major"/>
        </p:style>
      </p:sp>
      <p:sp>
        <p:nvSpPr>
          <p:cNvPr id="7" name="spectrum-underlay-2">
            <a:extLst xmlns:a="http://schemas.openxmlformats.org/drawingml/2006/main">
              <a:ext uri="{FF2B5EF4-FFF2-40B4-BE49-F238E27FC236}">
                <a16:creationId xmlns:a16="http://schemas.microsoft.com/office/drawing/2014/main" id="{173E9269-10E8-4013-8B6A-E6FA59255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839075" y="3000375"/>
            <a:ext cx="2952750" cy="1971675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DFEA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spectrum-card-2">
            <a:extLst xmlns:a="http://schemas.openxmlformats.org/drawingml/2006/main">
              <a:ext uri="{FF2B5EF4-FFF2-40B4-BE49-F238E27FC236}">
                <a16:creationId xmlns:a16="http://schemas.microsoft.com/office/drawing/2014/main" id="{7DEAD309-E12C-4DED-9CDA-1FB075FFE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839075" y="2933700"/>
            <a:ext cx="2952750" cy="1971675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5F8FC"/>
          </a:solidFill>
          <a:ln xmlns:a="http://schemas.openxmlformats.org/drawingml/2006/main" w="9525">
            <a:solidFill>
              <a:srgbClr val="CFDDE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24"/>
          <a:fontRef xmlns:a="http://schemas.openxmlformats.org/drawingml/2006/main" idx="major"/>
        </p:style>
      </p:sp>
      <p:sp>
        <p:nvSpPr>
          <p:cNvPr id="9" name="spectrum-axis">
            <a:extLst xmlns:a="http://schemas.openxmlformats.org/drawingml/2006/main">
              <a:ext uri="{FF2B5EF4-FFF2-40B4-BE49-F238E27FC236}">
                <a16:creationId xmlns:a16="http://schemas.microsoft.com/office/drawing/2014/main" id="{6C1233F6-8723-4F9F-B36A-30EE5F402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71575" y="5381625"/>
            <a:ext cx="981075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8FB3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spectrum-axis-arrow">
            <a:extLst xmlns:a="http://schemas.openxmlformats.org/drawingml/2006/main">
              <a:ext uri="{FF2B5EF4-FFF2-40B4-BE49-F238E27FC236}">
                <a16:creationId xmlns:a16="http://schemas.microsoft.com/office/drawing/2014/main" id="{714437B9-EC95-4261-A760-B087A0759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987088" y="5329238"/>
            <a:ext cx="138113" cy="133350"/>
          </a:xfrm>
          <a:custGeom xmlns:a="http://schemas.openxmlformats.org/drawingml/2006/main">
            <a:pathLst>
              <a:path w="138113" h="133350">
                <a:moveTo>
                  <a:pt x="0" y="0"/>
                </a:moveTo>
                <a:lnTo>
                  <a:pt x="8630" y="4172"/>
                </a:lnTo>
                <a:lnTo>
                  <a:pt x="17269" y="8334"/>
                </a:lnTo>
                <a:lnTo>
                  <a:pt x="25898" y="12506"/>
                </a:lnTo>
                <a:lnTo>
                  <a:pt x="34528" y="16669"/>
                </a:lnTo>
                <a:lnTo>
                  <a:pt x="43158" y="20841"/>
                </a:lnTo>
                <a:lnTo>
                  <a:pt x="51797" y="25003"/>
                </a:lnTo>
                <a:lnTo>
                  <a:pt x="60427" y="29175"/>
                </a:lnTo>
                <a:lnTo>
                  <a:pt x="69056" y="33338"/>
                </a:lnTo>
                <a:lnTo>
                  <a:pt x="77686" y="37509"/>
                </a:lnTo>
                <a:lnTo>
                  <a:pt x="86325" y="41672"/>
                </a:lnTo>
                <a:lnTo>
                  <a:pt x="94955" y="45844"/>
                </a:lnTo>
                <a:lnTo>
                  <a:pt x="103584" y="50006"/>
                </a:lnTo>
                <a:lnTo>
                  <a:pt x="112214" y="54178"/>
                </a:lnTo>
                <a:lnTo>
                  <a:pt x="120853" y="58341"/>
                </a:lnTo>
                <a:lnTo>
                  <a:pt x="129483" y="62513"/>
                </a:lnTo>
                <a:lnTo>
                  <a:pt x="138113" y="66675"/>
                </a:lnTo>
                <a:lnTo>
                  <a:pt x="129483" y="70847"/>
                </a:lnTo>
                <a:lnTo>
                  <a:pt x="120853" y="75009"/>
                </a:lnTo>
                <a:lnTo>
                  <a:pt x="112214" y="79172"/>
                </a:lnTo>
                <a:lnTo>
                  <a:pt x="103584" y="83344"/>
                </a:lnTo>
                <a:lnTo>
                  <a:pt x="94955" y="87516"/>
                </a:lnTo>
                <a:lnTo>
                  <a:pt x="86325" y="91678"/>
                </a:lnTo>
                <a:lnTo>
                  <a:pt x="77686" y="95841"/>
                </a:lnTo>
                <a:lnTo>
                  <a:pt x="69056" y="100013"/>
                </a:lnTo>
                <a:lnTo>
                  <a:pt x="60427" y="104184"/>
                </a:lnTo>
                <a:lnTo>
                  <a:pt x="51797" y="108347"/>
                </a:lnTo>
                <a:lnTo>
                  <a:pt x="43158" y="112519"/>
                </a:lnTo>
                <a:lnTo>
                  <a:pt x="34528" y="116681"/>
                </a:lnTo>
                <a:lnTo>
                  <a:pt x="25898" y="120853"/>
                </a:lnTo>
                <a:lnTo>
                  <a:pt x="17269" y="125016"/>
                </a:lnTo>
                <a:lnTo>
                  <a:pt x="8630" y="129188"/>
                </a:lnTo>
                <a:lnTo>
                  <a:pt x="0" y="13335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8FB3DF"/>
            </a:solidFill>
            <a:prstDash val="solid"/>
          </a:ln>
        </p:spPr>
      </p:sp>
      <p:sp>
        <p:nvSpPr>
          <p:cNvPr id="11" name="spectrum-axis-low">
            <a:extLst xmlns:a="http://schemas.openxmlformats.org/drawingml/2006/main">
              <a:ext uri="{FF2B5EF4-FFF2-40B4-BE49-F238E27FC236}">
                <a16:creationId xmlns:a16="http://schemas.microsoft.com/office/drawing/2014/main" id="{0CCD8F82-8EE4-4552-B27F-22FC70F45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57275" y="558165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40000"/>
              </a:lnSpc>
              <a:buNone/>
              <a:defRPr sz="1500" b="0" i="0">
                <a:solidFill>
                  <a:srgbClr val="6F7D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 i="0">
                <a:solidFill>
                  <a:srgbClr val="6F7D91"/>
                </a:solidFill>
                <a:latin typeface="Microsoft YaHei"/>
                <a:ea typeface="Microsoft YaHei"/>
                <a:cs typeface="Microsoft YaHei"/>
              </a:rPr>
              <a:t>低</a:t>
            </a:r>
          </a:p>
        </p:txBody>
      </p:sp>
      <p:sp>
        <p:nvSpPr>
          <p:cNvPr id="12" name="spectrum-axis-label">
            <a:extLst xmlns:a="http://schemas.openxmlformats.org/drawingml/2006/main">
              <a:ext uri="{FF2B5EF4-FFF2-40B4-BE49-F238E27FC236}">
                <a16:creationId xmlns:a16="http://schemas.microsoft.com/office/drawing/2014/main" id="{E436A829-6D99-4A28-B149-9ED3110CD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62500" y="5581650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 i="0">
                <a:solidFill>
                  <a:srgbClr val="4052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 i="0">
                <a:solidFill>
                  <a:srgbClr val="405269"/>
                </a:solidFill>
                <a:latin typeface="Microsoft YaHei"/>
                <a:ea typeface="Microsoft YaHei"/>
                <a:cs typeface="Microsoft YaHei"/>
              </a:rPr>
              <a:t>对视觉复杂度与美观度的需求</a:t>
            </a:r>
          </a:p>
        </p:txBody>
      </p:sp>
      <p:sp>
        <p:nvSpPr>
          <p:cNvPr id="13" name="spectrum-axis-high">
            <a:extLst xmlns:a="http://schemas.openxmlformats.org/drawingml/2006/main">
              <a:ext uri="{FF2B5EF4-FFF2-40B4-BE49-F238E27FC236}">
                <a16:creationId xmlns:a16="http://schemas.microsoft.com/office/drawing/2014/main" id="{66573D98-1266-4A10-A506-D541265A6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705975" y="558165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40000"/>
              </a:lnSpc>
              <a:buNone/>
              <a:defRPr sz="1500" b="0" i="0">
                <a:solidFill>
                  <a:srgbClr val="6F7D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 i="0">
                <a:solidFill>
                  <a:srgbClr val="6F7D91"/>
                </a:solidFill>
                <a:latin typeface="Microsoft YaHei"/>
                <a:ea typeface="Microsoft YaHei"/>
                <a:cs typeface="Microsoft YaHei"/>
              </a:rPr>
              <a:t>高</a:t>
            </a:r>
          </a:p>
        </p:txBody>
      </p:sp>
      <p:sp>
        <p:nvSpPr>
          <p:cNvPr id="14" name="spectrum-order-0">
            <a:extLst xmlns:a="http://schemas.openxmlformats.org/drawingml/2006/main">
              <a:ext uri="{FF2B5EF4-FFF2-40B4-BE49-F238E27FC236}">
                <a16:creationId xmlns:a16="http://schemas.microsoft.com/office/drawing/2014/main" id="{E2E937AF-677E-4B1D-9923-390B26252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90675" y="3095625"/>
            <a:ext cx="323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1" i="0">
                <a:solidFill>
                  <a:srgbClr val="9AB1C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 i="0">
                <a:solidFill>
                  <a:srgbClr val="9AB1CA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15" name="spectrum-title-0">
            <a:extLst xmlns:a="http://schemas.openxmlformats.org/drawingml/2006/main">
              <a:ext uri="{FF2B5EF4-FFF2-40B4-BE49-F238E27FC236}">
                <a16:creationId xmlns:a16="http://schemas.microsoft.com/office/drawing/2014/main" id="{F46F530A-2C35-4364-928C-F9DA0FD66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90675" y="3497313"/>
            <a:ext cx="2571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2100" b="1" i="0">
                <a:solidFill>
                  <a:srgbClr val="254B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 i="0">
                <a:solidFill>
                  <a:srgbClr val="254B7C"/>
                </a:solidFill>
                <a:latin typeface="Microsoft YaHei"/>
                <a:ea typeface="Microsoft YaHei"/>
                <a:cs typeface="Microsoft YaHei"/>
              </a:rPr>
              <a:t>低要求端</a:t>
            </a:r>
          </a:p>
        </p:txBody>
      </p:sp>
      <p:sp>
        <p:nvSpPr>
          <p:cNvPr id="16" name="spectrum-body-0">
            <a:extLst xmlns:a="http://schemas.openxmlformats.org/drawingml/2006/main">
              <a:ext uri="{FF2B5EF4-FFF2-40B4-BE49-F238E27FC236}">
                <a16:creationId xmlns:a16="http://schemas.microsoft.com/office/drawing/2014/main" id="{1D90BD2C-9294-490E-8577-10623C410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90675" y="3944988"/>
            <a:ext cx="2571750" cy="58727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36000"/>
              </a:lnSpc>
              <a:buNone/>
              <a:defRPr sz="1700" b="0" i="0">
                <a:solidFill>
                  <a:srgbClr val="5261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00" b="0" i="0">
                <a:solidFill>
                  <a:srgbClr val="526174"/>
                </a:solidFill>
                <a:latin typeface="Microsoft YaHei"/>
                <a:ea typeface="Microsoft YaHei"/>
                <a:cs typeface="Microsoft YaHei"/>
              </a:rPr>
              <a:t>不重视版式，直接堆放文</a:t>
            </a:r>
          </a:p>
          <a:p xmlns:a="http://schemas.openxmlformats.org/drawingml/2006/main">
            <a:pPr algn="ctr">
              <a:lnSpc>
                <a:spcPct val="136000"/>
              </a:lnSpc>
              <a:buNone/>
              <a:defRPr sz="1700" b="0" i="0">
                <a:solidFill>
                  <a:srgbClr val="5261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00" b="0" i="0">
                <a:solidFill>
                  <a:srgbClr val="526174"/>
                </a:solidFill>
                <a:latin typeface="Microsoft YaHei"/>
                <a:ea typeface="Microsoft YaHei"/>
                <a:cs typeface="Microsoft YaHei"/>
              </a:rPr>
              <a:t>字也能接受</a:t>
            </a:r>
          </a:p>
        </p:txBody>
      </p:sp>
      <p:sp>
        <p:nvSpPr>
          <p:cNvPr id="17" name="spectrum-order-1">
            <a:extLst xmlns:a="http://schemas.openxmlformats.org/drawingml/2006/main">
              <a:ext uri="{FF2B5EF4-FFF2-40B4-BE49-F238E27FC236}">
                <a16:creationId xmlns:a16="http://schemas.microsoft.com/office/drawing/2014/main" id="{A10031BB-50A4-4D56-939E-17FB7FDE1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10125" y="2714625"/>
            <a:ext cx="323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1" i="0">
                <a:solidFill>
                  <a:srgbClr val="B9D5F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 i="0">
                <a:solidFill>
                  <a:srgbClr val="B9D5F6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8" name="spectrum-title-1">
            <a:extLst xmlns:a="http://schemas.openxmlformats.org/drawingml/2006/main">
              <a:ext uri="{FF2B5EF4-FFF2-40B4-BE49-F238E27FC236}">
                <a16:creationId xmlns:a16="http://schemas.microsoft.com/office/drawing/2014/main" id="{E9182526-1BF3-4ABB-87A5-CFD579A47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10125" y="3354438"/>
            <a:ext cx="2571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21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工作型需求</a:t>
            </a:r>
          </a:p>
        </p:txBody>
      </p:sp>
      <p:sp>
        <p:nvSpPr>
          <p:cNvPr id="19" name="spectrum-body-1">
            <a:extLst xmlns:a="http://schemas.openxmlformats.org/drawingml/2006/main">
              <a:ext uri="{FF2B5EF4-FFF2-40B4-BE49-F238E27FC236}">
                <a16:creationId xmlns:a16="http://schemas.microsoft.com/office/drawing/2014/main" id="{8AE967A6-D221-4607-AB2B-C32ED7284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10125" y="3802113"/>
            <a:ext cx="2571750" cy="58727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36000"/>
              </a:lnSpc>
              <a:buNone/>
              <a:defRPr sz="1700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00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结构清楚、视觉规范、稳</a:t>
            </a:r>
          </a:p>
          <a:p xmlns:a="http://schemas.openxmlformats.org/drawingml/2006/main">
            <a:pPr algn="ctr">
              <a:lnSpc>
                <a:spcPct val="136000"/>
              </a:lnSpc>
              <a:buNone/>
              <a:defRPr sz="1700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00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定可靠且可修改</a:t>
            </a:r>
          </a:p>
        </p:txBody>
      </p:sp>
      <p:sp>
        <p:nvSpPr>
          <p:cNvPr id="20" name="spectrum-order-2">
            <a:extLst xmlns:a="http://schemas.openxmlformats.org/drawingml/2006/main">
              <a:ext uri="{FF2B5EF4-FFF2-40B4-BE49-F238E27FC236}">
                <a16:creationId xmlns:a16="http://schemas.microsoft.com/office/drawing/2014/main" id="{A562F462-1832-4381-ACAA-12E95830C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29575" y="3095625"/>
            <a:ext cx="323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1" i="0">
                <a:solidFill>
                  <a:srgbClr val="9AB1C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 i="0">
                <a:solidFill>
                  <a:srgbClr val="9AB1CA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21" name="spectrum-title-2">
            <a:extLst xmlns:a="http://schemas.openxmlformats.org/drawingml/2006/main">
              <a:ext uri="{FF2B5EF4-FFF2-40B4-BE49-F238E27FC236}">
                <a16:creationId xmlns:a16="http://schemas.microsoft.com/office/drawing/2014/main" id="{4402E3F5-8856-4D84-A561-15FD8E201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29575" y="3497313"/>
            <a:ext cx="2571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2100" b="1" i="0">
                <a:solidFill>
                  <a:srgbClr val="254B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 i="0">
                <a:solidFill>
                  <a:srgbClr val="254B7C"/>
                </a:solidFill>
                <a:latin typeface="Microsoft YaHei"/>
                <a:ea typeface="Microsoft YaHei"/>
                <a:cs typeface="Microsoft YaHei"/>
              </a:rPr>
              <a:t>高定制端</a:t>
            </a:r>
          </a:p>
        </p:txBody>
      </p:sp>
      <p:sp>
        <p:nvSpPr>
          <p:cNvPr id="22" name="spectrum-body-2">
            <a:extLst xmlns:a="http://schemas.openxmlformats.org/drawingml/2006/main">
              <a:ext uri="{FF2B5EF4-FFF2-40B4-BE49-F238E27FC236}">
                <a16:creationId xmlns:a16="http://schemas.microsoft.com/office/drawing/2014/main" id="{92BE2E8D-A63D-415B-AD74-AAA50FF68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29575" y="3944988"/>
            <a:ext cx="2571750" cy="58727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36000"/>
              </a:lnSpc>
              <a:buNone/>
              <a:defRPr sz="1700" b="0" i="0">
                <a:solidFill>
                  <a:srgbClr val="5261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00" b="0" i="0">
                <a:solidFill>
                  <a:srgbClr val="526174"/>
                </a:solidFill>
                <a:latin typeface="Microsoft YaHei"/>
                <a:ea typeface="Microsoft YaHei"/>
                <a:cs typeface="Microsoft YaHei"/>
              </a:rPr>
              <a:t>发布会、路演和比赛需要</a:t>
            </a:r>
          </a:p>
          <a:p xmlns:a="http://schemas.openxmlformats.org/drawingml/2006/main">
            <a:pPr algn="ctr">
              <a:lnSpc>
                <a:spcPct val="136000"/>
              </a:lnSpc>
              <a:buNone/>
              <a:defRPr sz="1700" b="0" i="0">
                <a:solidFill>
                  <a:srgbClr val="5261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00" b="0" i="0">
                <a:solidFill>
                  <a:srgbClr val="526174"/>
                </a:solidFill>
                <a:latin typeface="Microsoft YaHei"/>
                <a:ea typeface="Microsoft YaHei"/>
                <a:cs typeface="Microsoft YaHei"/>
              </a:rPr>
              <a:t>高度视觉创意</a:t>
            </a:r>
          </a:p>
        </p:txBody>
      </p:sp>
      <p:sp>
        <p:nvSpPr>
          <p:cNvPr id="23" name="spectrum-focus-label-bg">
            <a:extLst xmlns:a="http://schemas.openxmlformats.org/drawingml/2006/main">
              <a:ext uri="{FF2B5EF4-FFF2-40B4-BE49-F238E27FC236}">
                <a16:creationId xmlns:a16="http://schemas.microsoft.com/office/drawing/2014/main" id="{2A094E7F-1F37-496B-B8EC-A16DEE32F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676900" y="2724150"/>
            <a:ext cx="83820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spectrum-focus-label">
            <a:extLst xmlns:a="http://schemas.openxmlformats.org/drawingml/2006/main">
              <a:ext uri="{FF2B5EF4-FFF2-40B4-BE49-F238E27FC236}">
                <a16:creationId xmlns:a16="http://schemas.microsoft.com/office/drawing/2014/main" id="{5013DF98-853B-489B-BC59-56ED484C0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676900" y="2724150"/>
            <a:ext cx="838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30000"/>
              </a:lnSpc>
              <a:buNone/>
              <a:defRPr sz="1500" b="1" i="0">
                <a:solidFill>
                  <a:srgbClr val="2F5E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 i="0">
                <a:solidFill>
                  <a:srgbClr val="2F5EA8"/>
                </a:solidFill>
                <a:latin typeface="Microsoft YaHei"/>
                <a:ea typeface="Microsoft YaHei"/>
                <a:cs typeface="Microsoft YaHei"/>
              </a:rPr>
              <a:t>重点区域</a:t>
            </a:r>
          </a:p>
        </p:txBody>
      </p:sp>
    </p:spTree>
    <p:extLst>
      <p:ext uri="{BB962C8B-B14F-4D97-AF65-F5344CB8AC3E}">
        <p14:creationId xmlns:p14="http://schemas.microsoft.com/office/powerpoint/2010/main" val="177167999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spectrum-density-fill">
            <a:extLst xmlns:a="http://schemas.openxmlformats.org/drawingml/2006/main">
              <a:ext uri="{FF2B5EF4-FFF2-40B4-BE49-F238E27FC236}">
                <a16:creationId xmlns:a16="http://schemas.microsoft.com/office/drawing/2014/main" id="{8E7AB571-DA2B-4AB5-8B62-57F817338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00125" y="1620250"/>
            <a:ext cx="10191750" cy="3599450"/>
          </a:xfrm>
          <a:custGeom xmlns:a="http://schemas.openxmlformats.org/drawingml/2006/main">
            <a:pathLst>
              <a:path w="10191750" h="3599450">
                <a:moveTo>
                  <a:pt x="0" y="3599450"/>
                </a:moveTo>
                <a:lnTo>
                  <a:pt x="0" y="3502752"/>
                </a:lnTo>
                <a:lnTo>
                  <a:pt x="0" y="3406064"/>
                </a:lnTo>
                <a:lnTo>
                  <a:pt x="0" y="3309366"/>
                </a:lnTo>
                <a:lnTo>
                  <a:pt x="0" y="3212668"/>
                </a:lnTo>
                <a:lnTo>
                  <a:pt x="79905" y="3172273"/>
                </a:lnTo>
                <a:lnTo>
                  <a:pt x="170450" y="3138364"/>
                </a:lnTo>
                <a:lnTo>
                  <a:pt x="260385" y="3102854"/>
                </a:lnTo>
                <a:lnTo>
                  <a:pt x="349682" y="3065764"/>
                </a:lnTo>
                <a:lnTo>
                  <a:pt x="438140" y="3026702"/>
                </a:lnTo>
                <a:lnTo>
                  <a:pt x="525770" y="2985840"/>
                </a:lnTo>
                <a:lnTo>
                  <a:pt x="612705" y="2943511"/>
                </a:lnTo>
                <a:lnTo>
                  <a:pt x="698925" y="2899762"/>
                </a:lnTo>
                <a:lnTo>
                  <a:pt x="784308" y="2854376"/>
                </a:lnTo>
                <a:lnTo>
                  <a:pt x="868718" y="2807208"/>
                </a:lnTo>
                <a:lnTo>
                  <a:pt x="952386" y="2758754"/>
                </a:lnTo>
                <a:lnTo>
                  <a:pt x="1035339" y="2709072"/>
                </a:lnTo>
                <a:lnTo>
                  <a:pt x="1117406" y="2657932"/>
                </a:lnTo>
                <a:lnTo>
                  <a:pt x="1198531" y="2605316"/>
                </a:lnTo>
                <a:lnTo>
                  <a:pt x="1278988" y="2551690"/>
                </a:lnTo>
                <a:lnTo>
                  <a:pt x="1358808" y="2497112"/>
                </a:lnTo>
                <a:lnTo>
                  <a:pt x="1437561" y="2441010"/>
                </a:lnTo>
                <a:lnTo>
                  <a:pt x="1515732" y="2384098"/>
                </a:lnTo>
                <a:lnTo>
                  <a:pt x="1593323" y="2326405"/>
                </a:lnTo>
                <a:lnTo>
                  <a:pt x="1670056" y="2267560"/>
                </a:lnTo>
                <a:lnTo>
                  <a:pt x="1746209" y="2207981"/>
                </a:lnTo>
                <a:lnTo>
                  <a:pt x="1821923" y="2147830"/>
                </a:lnTo>
                <a:lnTo>
                  <a:pt x="1896904" y="2086785"/>
                </a:lnTo>
                <a:lnTo>
                  <a:pt x="1971399" y="2025129"/>
                </a:lnTo>
                <a:lnTo>
                  <a:pt x="2045522" y="1963036"/>
                </a:lnTo>
                <a:lnTo>
                  <a:pt x="2119093" y="1900295"/>
                </a:lnTo>
                <a:lnTo>
                  <a:pt x="2192331" y="1837153"/>
                </a:lnTo>
                <a:lnTo>
                  <a:pt x="2265293" y="1773698"/>
                </a:lnTo>
                <a:lnTo>
                  <a:pt x="2337826" y="1709757"/>
                </a:lnTo>
                <a:lnTo>
                  <a:pt x="2410225" y="1645653"/>
                </a:lnTo>
                <a:lnTo>
                  <a:pt x="2482425" y="1581341"/>
                </a:lnTo>
                <a:lnTo>
                  <a:pt x="2554405" y="1516771"/>
                </a:lnTo>
                <a:lnTo>
                  <a:pt x="2626338" y="1452153"/>
                </a:lnTo>
                <a:lnTo>
                  <a:pt x="2698280" y="1387535"/>
                </a:lnTo>
                <a:lnTo>
                  <a:pt x="2770232" y="1322946"/>
                </a:lnTo>
                <a:lnTo>
                  <a:pt x="2842231" y="1258405"/>
                </a:lnTo>
                <a:lnTo>
                  <a:pt x="2914412" y="1194054"/>
                </a:lnTo>
                <a:lnTo>
                  <a:pt x="2986821" y="1129970"/>
                </a:lnTo>
                <a:lnTo>
                  <a:pt x="3059401" y="1066076"/>
                </a:lnTo>
                <a:lnTo>
                  <a:pt x="3132458" y="1002735"/>
                </a:lnTo>
                <a:lnTo>
                  <a:pt x="3205848" y="939775"/>
                </a:lnTo>
                <a:lnTo>
                  <a:pt x="3279600" y="877243"/>
                </a:lnTo>
                <a:lnTo>
                  <a:pt x="3354143" y="815645"/>
                </a:lnTo>
                <a:lnTo>
                  <a:pt x="3429152" y="754637"/>
                </a:lnTo>
                <a:lnTo>
                  <a:pt x="3504762" y="694353"/>
                </a:lnTo>
                <a:lnTo>
                  <a:pt x="3581467" y="635479"/>
                </a:lnTo>
                <a:lnTo>
                  <a:pt x="3658857" y="577529"/>
                </a:lnTo>
                <a:lnTo>
                  <a:pt x="3736991" y="520560"/>
                </a:lnTo>
                <a:lnTo>
                  <a:pt x="3816648" y="465753"/>
                </a:lnTo>
                <a:lnTo>
                  <a:pt x="3897278" y="412385"/>
                </a:lnTo>
                <a:lnTo>
                  <a:pt x="3978926" y="360597"/>
                </a:lnTo>
                <a:lnTo>
                  <a:pt x="4062003" y="311125"/>
                </a:lnTo>
                <a:lnTo>
                  <a:pt x="4146661" y="264424"/>
                </a:lnTo>
                <a:lnTo>
                  <a:pt x="4232596" y="220132"/>
                </a:lnTo>
                <a:lnTo>
                  <a:pt x="4319864" y="178546"/>
                </a:lnTo>
                <a:lnTo>
                  <a:pt x="4408732" y="140427"/>
                </a:lnTo>
                <a:lnTo>
                  <a:pt x="4499324" y="106651"/>
                </a:lnTo>
                <a:lnTo>
                  <a:pt x="4591260" y="76791"/>
                </a:lnTo>
                <a:lnTo>
                  <a:pt x="4684452" y="51168"/>
                </a:lnTo>
                <a:lnTo>
                  <a:pt x="4778797" y="30166"/>
                </a:lnTo>
                <a:lnTo>
                  <a:pt x="4874143" y="14126"/>
                </a:lnTo>
                <a:lnTo>
                  <a:pt x="4970326" y="4181"/>
                </a:lnTo>
                <a:lnTo>
                  <a:pt x="5066909" y="0"/>
                </a:lnTo>
                <a:lnTo>
                  <a:pt x="5163550" y="1334"/>
                </a:lnTo>
                <a:lnTo>
                  <a:pt x="5259943" y="8163"/>
                </a:lnTo>
                <a:lnTo>
                  <a:pt x="5355822" y="20355"/>
                </a:lnTo>
                <a:lnTo>
                  <a:pt x="5450919" y="37700"/>
                </a:lnTo>
                <a:lnTo>
                  <a:pt x="5544969" y="60169"/>
                </a:lnTo>
                <a:lnTo>
                  <a:pt x="5637552" y="88049"/>
                </a:lnTo>
                <a:lnTo>
                  <a:pt x="5728773" y="120015"/>
                </a:lnTo>
                <a:lnTo>
                  <a:pt x="5818613" y="155696"/>
                </a:lnTo>
                <a:lnTo>
                  <a:pt x="5907062" y="194720"/>
                </a:lnTo>
                <a:lnTo>
                  <a:pt x="5993968" y="237115"/>
                </a:lnTo>
                <a:lnTo>
                  <a:pt x="6079131" y="282893"/>
                </a:lnTo>
                <a:lnTo>
                  <a:pt x="6163018" y="330937"/>
                </a:lnTo>
                <a:lnTo>
                  <a:pt x="6245723" y="381019"/>
                </a:lnTo>
                <a:lnTo>
                  <a:pt x="6327048" y="433340"/>
                </a:lnTo>
                <a:lnTo>
                  <a:pt x="6407001" y="487699"/>
                </a:lnTo>
                <a:lnTo>
                  <a:pt x="6486058" y="543373"/>
                </a:lnTo>
                <a:lnTo>
                  <a:pt x="6564182" y="600342"/>
                </a:lnTo>
                <a:lnTo>
                  <a:pt x="6641040" y="659016"/>
                </a:lnTo>
                <a:lnTo>
                  <a:pt x="6717268" y="718499"/>
                </a:lnTo>
                <a:lnTo>
                  <a:pt x="6792878" y="778783"/>
                </a:lnTo>
                <a:lnTo>
                  <a:pt x="6867487" y="840296"/>
                </a:lnTo>
                <a:lnTo>
                  <a:pt x="6941687" y="902294"/>
                </a:lnTo>
                <a:lnTo>
                  <a:pt x="7015448" y="964816"/>
                </a:lnTo>
                <a:lnTo>
                  <a:pt x="7088553" y="1028100"/>
                </a:lnTo>
                <a:lnTo>
                  <a:pt x="7161428" y="1091660"/>
                </a:lnTo>
                <a:lnTo>
                  <a:pt x="7233999" y="1155563"/>
                </a:lnTo>
                <a:lnTo>
                  <a:pt x="7306246" y="1219829"/>
                </a:lnTo>
                <a:lnTo>
                  <a:pt x="7378370" y="1284227"/>
                </a:lnTo>
                <a:lnTo>
                  <a:pt x="7450341" y="1348816"/>
                </a:lnTo>
                <a:lnTo>
                  <a:pt x="7522283" y="1413415"/>
                </a:lnTo>
                <a:lnTo>
                  <a:pt x="7594225" y="1478032"/>
                </a:lnTo>
                <a:lnTo>
                  <a:pt x="7666158" y="1542650"/>
                </a:lnTo>
                <a:lnTo>
                  <a:pt x="7738243" y="1607096"/>
                </a:lnTo>
                <a:lnTo>
                  <a:pt x="7810452" y="1671409"/>
                </a:lnTo>
                <a:lnTo>
                  <a:pt x="7882976" y="1735369"/>
                </a:lnTo>
                <a:lnTo>
                  <a:pt x="7955680" y="1799111"/>
                </a:lnTo>
                <a:lnTo>
                  <a:pt x="8028642" y="1862566"/>
                </a:lnTo>
                <a:lnTo>
                  <a:pt x="8102127" y="1925422"/>
                </a:lnTo>
                <a:lnTo>
                  <a:pt x="8175879" y="1987944"/>
                </a:lnTo>
                <a:lnTo>
                  <a:pt x="8250069" y="2049971"/>
                </a:lnTo>
                <a:lnTo>
                  <a:pt x="8324879" y="2111235"/>
                </a:lnTo>
                <a:lnTo>
                  <a:pt x="8400088" y="2172005"/>
                </a:lnTo>
                <a:lnTo>
                  <a:pt x="8475907" y="2232012"/>
                </a:lnTo>
                <a:lnTo>
                  <a:pt x="8552431" y="2291124"/>
                </a:lnTo>
                <a:lnTo>
                  <a:pt x="8629440" y="2349589"/>
                </a:lnTo>
                <a:lnTo>
                  <a:pt x="8707145" y="2407148"/>
                </a:lnTo>
                <a:lnTo>
                  <a:pt x="8785727" y="2463479"/>
                </a:lnTo>
                <a:lnTo>
                  <a:pt x="8864908" y="2518972"/>
                </a:lnTo>
                <a:lnTo>
                  <a:pt x="8944737" y="2573550"/>
                </a:lnTo>
                <a:lnTo>
                  <a:pt x="9025623" y="2626519"/>
                </a:lnTo>
                <a:lnTo>
                  <a:pt x="9107214" y="2678411"/>
                </a:lnTo>
                <a:lnTo>
                  <a:pt x="9189501" y="2729189"/>
                </a:lnTo>
                <a:lnTo>
                  <a:pt x="9272673" y="2778500"/>
                </a:lnTo>
                <a:lnTo>
                  <a:pt x="9356798" y="2826172"/>
                </a:lnTo>
                <a:lnTo>
                  <a:pt x="9441637" y="2872550"/>
                </a:lnTo>
                <a:lnTo>
                  <a:pt x="9527210" y="2917574"/>
                </a:lnTo>
                <a:lnTo>
                  <a:pt x="9613687" y="2960846"/>
                </a:lnTo>
                <a:lnTo>
                  <a:pt x="9701012" y="3002356"/>
                </a:lnTo>
                <a:lnTo>
                  <a:pt x="9789043" y="3042352"/>
                </a:lnTo>
                <a:lnTo>
                  <a:pt x="9877768" y="3080766"/>
                </a:lnTo>
                <a:lnTo>
                  <a:pt x="9967189" y="3117571"/>
                </a:lnTo>
                <a:lnTo>
                  <a:pt x="10057448" y="3152261"/>
                </a:lnTo>
                <a:lnTo>
                  <a:pt x="10148316" y="3185303"/>
                </a:lnTo>
                <a:lnTo>
                  <a:pt x="10191750" y="3251397"/>
                </a:lnTo>
                <a:lnTo>
                  <a:pt x="10191750" y="3348095"/>
                </a:lnTo>
                <a:lnTo>
                  <a:pt x="10191750" y="3444792"/>
                </a:lnTo>
                <a:lnTo>
                  <a:pt x="10191750" y="3541490"/>
                </a:lnTo>
                <a:lnTo>
                  <a:pt x="10153021" y="3599450"/>
                </a:lnTo>
                <a:lnTo>
                  <a:pt x="10056324" y="3599450"/>
                </a:lnTo>
                <a:lnTo>
                  <a:pt x="9959626" y="3599450"/>
                </a:lnTo>
                <a:lnTo>
                  <a:pt x="9862937" y="3599450"/>
                </a:lnTo>
                <a:lnTo>
                  <a:pt x="9766240" y="3599450"/>
                </a:lnTo>
                <a:lnTo>
                  <a:pt x="9669542" y="3599450"/>
                </a:lnTo>
                <a:lnTo>
                  <a:pt x="9572844" y="3599450"/>
                </a:lnTo>
                <a:lnTo>
                  <a:pt x="9476156" y="3599450"/>
                </a:lnTo>
                <a:lnTo>
                  <a:pt x="9379458" y="3599450"/>
                </a:lnTo>
                <a:lnTo>
                  <a:pt x="9282760" y="3599450"/>
                </a:lnTo>
                <a:lnTo>
                  <a:pt x="9186062" y="3599450"/>
                </a:lnTo>
                <a:lnTo>
                  <a:pt x="9089374" y="3599450"/>
                </a:lnTo>
                <a:lnTo>
                  <a:pt x="8992676" y="3599450"/>
                </a:lnTo>
                <a:lnTo>
                  <a:pt x="8895979" y="3599450"/>
                </a:lnTo>
                <a:lnTo>
                  <a:pt x="8799281" y="3599450"/>
                </a:lnTo>
                <a:lnTo>
                  <a:pt x="8702592" y="3599450"/>
                </a:lnTo>
                <a:lnTo>
                  <a:pt x="8605895" y="3599450"/>
                </a:lnTo>
                <a:lnTo>
                  <a:pt x="8509197" y="3599450"/>
                </a:lnTo>
                <a:lnTo>
                  <a:pt x="8412499" y="3599450"/>
                </a:lnTo>
                <a:lnTo>
                  <a:pt x="8315811" y="3599450"/>
                </a:lnTo>
                <a:lnTo>
                  <a:pt x="8219113" y="3599450"/>
                </a:lnTo>
                <a:lnTo>
                  <a:pt x="8122415" y="3599450"/>
                </a:lnTo>
                <a:lnTo>
                  <a:pt x="8025717" y="3599450"/>
                </a:lnTo>
                <a:lnTo>
                  <a:pt x="7929029" y="3599450"/>
                </a:lnTo>
                <a:lnTo>
                  <a:pt x="7832331" y="3599450"/>
                </a:lnTo>
                <a:lnTo>
                  <a:pt x="7735634" y="3599450"/>
                </a:lnTo>
                <a:lnTo>
                  <a:pt x="7638936" y="3599450"/>
                </a:lnTo>
                <a:lnTo>
                  <a:pt x="7542247" y="3599450"/>
                </a:lnTo>
                <a:lnTo>
                  <a:pt x="7445550" y="3599450"/>
                </a:lnTo>
                <a:lnTo>
                  <a:pt x="7348852" y="3599450"/>
                </a:lnTo>
                <a:lnTo>
                  <a:pt x="7252154" y="3599450"/>
                </a:lnTo>
                <a:lnTo>
                  <a:pt x="7155456" y="3599450"/>
                </a:lnTo>
                <a:lnTo>
                  <a:pt x="7058768" y="3599450"/>
                </a:lnTo>
                <a:lnTo>
                  <a:pt x="6962070" y="3599450"/>
                </a:lnTo>
                <a:lnTo>
                  <a:pt x="6865372" y="3599450"/>
                </a:lnTo>
                <a:lnTo>
                  <a:pt x="6768684" y="3599450"/>
                </a:lnTo>
                <a:lnTo>
                  <a:pt x="6671986" y="3599450"/>
                </a:lnTo>
                <a:lnTo>
                  <a:pt x="6575288" y="3599450"/>
                </a:lnTo>
                <a:lnTo>
                  <a:pt x="6478591" y="3599450"/>
                </a:lnTo>
                <a:lnTo>
                  <a:pt x="6381902" y="3599450"/>
                </a:lnTo>
                <a:lnTo>
                  <a:pt x="6285205" y="3599450"/>
                </a:lnTo>
                <a:lnTo>
                  <a:pt x="6188507" y="3599450"/>
                </a:lnTo>
                <a:lnTo>
                  <a:pt x="6091809" y="3599450"/>
                </a:lnTo>
                <a:lnTo>
                  <a:pt x="5995121" y="3599450"/>
                </a:lnTo>
                <a:lnTo>
                  <a:pt x="5898423" y="3599450"/>
                </a:lnTo>
                <a:lnTo>
                  <a:pt x="5801725" y="3599450"/>
                </a:lnTo>
                <a:lnTo>
                  <a:pt x="5705027" y="3599450"/>
                </a:lnTo>
                <a:lnTo>
                  <a:pt x="5608339" y="3599450"/>
                </a:lnTo>
                <a:lnTo>
                  <a:pt x="5511641" y="3599450"/>
                </a:lnTo>
                <a:lnTo>
                  <a:pt x="5414943" y="3599450"/>
                </a:lnTo>
                <a:lnTo>
                  <a:pt x="5318246" y="3599450"/>
                </a:lnTo>
                <a:lnTo>
                  <a:pt x="5221557" y="3599450"/>
                </a:lnTo>
                <a:lnTo>
                  <a:pt x="5124860" y="3599450"/>
                </a:lnTo>
                <a:lnTo>
                  <a:pt x="5028162" y="3599450"/>
                </a:lnTo>
                <a:lnTo>
                  <a:pt x="4931464" y="3599450"/>
                </a:lnTo>
                <a:lnTo>
                  <a:pt x="4834776" y="3599450"/>
                </a:lnTo>
                <a:lnTo>
                  <a:pt x="4738078" y="3599450"/>
                </a:lnTo>
                <a:lnTo>
                  <a:pt x="4641380" y="3599450"/>
                </a:lnTo>
                <a:lnTo>
                  <a:pt x="4544682" y="3599450"/>
                </a:lnTo>
                <a:lnTo>
                  <a:pt x="4447994" y="3599450"/>
                </a:lnTo>
                <a:lnTo>
                  <a:pt x="4351296" y="3599450"/>
                </a:lnTo>
                <a:lnTo>
                  <a:pt x="4254598" y="3599450"/>
                </a:lnTo>
                <a:lnTo>
                  <a:pt x="4157901" y="3599450"/>
                </a:lnTo>
                <a:lnTo>
                  <a:pt x="4061212" y="3599450"/>
                </a:lnTo>
                <a:lnTo>
                  <a:pt x="3964515" y="3599450"/>
                </a:lnTo>
                <a:lnTo>
                  <a:pt x="3867817" y="3599450"/>
                </a:lnTo>
                <a:lnTo>
                  <a:pt x="3771119" y="3599450"/>
                </a:lnTo>
                <a:lnTo>
                  <a:pt x="3674431" y="3599450"/>
                </a:lnTo>
                <a:lnTo>
                  <a:pt x="3577733" y="3599450"/>
                </a:lnTo>
                <a:lnTo>
                  <a:pt x="3481035" y="3599450"/>
                </a:lnTo>
                <a:lnTo>
                  <a:pt x="3384337" y="3599450"/>
                </a:lnTo>
                <a:lnTo>
                  <a:pt x="3287639" y="3599450"/>
                </a:lnTo>
                <a:lnTo>
                  <a:pt x="3190951" y="3599450"/>
                </a:lnTo>
                <a:lnTo>
                  <a:pt x="3094253" y="3599450"/>
                </a:lnTo>
                <a:lnTo>
                  <a:pt x="2997556" y="3599450"/>
                </a:lnTo>
                <a:lnTo>
                  <a:pt x="2900858" y="3599450"/>
                </a:lnTo>
                <a:lnTo>
                  <a:pt x="2804170" y="3599450"/>
                </a:lnTo>
                <a:lnTo>
                  <a:pt x="2707472" y="3599450"/>
                </a:lnTo>
                <a:lnTo>
                  <a:pt x="2610774" y="3599450"/>
                </a:lnTo>
                <a:lnTo>
                  <a:pt x="2514086" y="3599450"/>
                </a:lnTo>
                <a:lnTo>
                  <a:pt x="2417388" y="3599450"/>
                </a:lnTo>
                <a:lnTo>
                  <a:pt x="2320690" y="3599450"/>
                </a:lnTo>
                <a:lnTo>
                  <a:pt x="2223992" y="3599450"/>
                </a:lnTo>
                <a:lnTo>
                  <a:pt x="2127304" y="3599450"/>
                </a:lnTo>
                <a:lnTo>
                  <a:pt x="2030606" y="3599450"/>
                </a:lnTo>
                <a:lnTo>
                  <a:pt x="1933908" y="3599450"/>
                </a:lnTo>
                <a:lnTo>
                  <a:pt x="1837211" y="3599450"/>
                </a:lnTo>
                <a:lnTo>
                  <a:pt x="1740513" y="3599450"/>
                </a:lnTo>
                <a:lnTo>
                  <a:pt x="1643825" y="3599450"/>
                </a:lnTo>
                <a:lnTo>
                  <a:pt x="1547127" y="3599450"/>
                </a:lnTo>
                <a:lnTo>
                  <a:pt x="1450429" y="3599450"/>
                </a:lnTo>
                <a:lnTo>
                  <a:pt x="1353741" y="3599450"/>
                </a:lnTo>
                <a:lnTo>
                  <a:pt x="1257043" y="3599450"/>
                </a:lnTo>
                <a:lnTo>
                  <a:pt x="1160345" y="3599450"/>
                </a:lnTo>
                <a:lnTo>
                  <a:pt x="1063647" y="3599450"/>
                </a:lnTo>
                <a:lnTo>
                  <a:pt x="966959" y="3599450"/>
                </a:lnTo>
                <a:lnTo>
                  <a:pt x="870261" y="3599450"/>
                </a:lnTo>
                <a:lnTo>
                  <a:pt x="773563" y="3599450"/>
                </a:lnTo>
                <a:lnTo>
                  <a:pt x="676866" y="3599450"/>
                </a:lnTo>
                <a:lnTo>
                  <a:pt x="580168" y="3599450"/>
                </a:lnTo>
                <a:lnTo>
                  <a:pt x="483479" y="3599450"/>
                </a:lnTo>
                <a:lnTo>
                  <a:pt x="386782" y="3599450"/>
                </a:lnTo>
                <a:lnTo>
                  <a:pt x="290084" y="3599450"/>
                </a:lnTo>
                <a:lnTo>
                  <a:pt x="193386" y="3599450"/>
                </a:lnTo>
                <a:lnTo>
                  <a:pt x="96698" y="3599450"/>
                </a:lnTo>
                <a:lnTo>
                  <a:pt x="0" y="3599450"/>
                </a:lnTo>
                <a:close/>
              </a:path>
            </a:pathLst>
          </a:custGeom>
          <a:solidFill xmlns:a="http://schemas.openxmlformats.org/drawingml/2006/main">
            <a:srgbClr val="F2F7FD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2" name="spectrum-density-curve">
            <a:extLst xmlns:a="http://schemas.openxmlformats.org/drawingml/2006/main">
              <a:ext uri="{FF2B5EF4-FFF2-40B4-BE49-F238E27FC236}">
                <a16:creationId xmlns:a16="http://schemas.microsoft.com/office/drawing/2014/main" id="{20AB54D1-2330-42B5-9436-ED64F2C38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00125" y="1619250"/>
            <a:ext cx="10191750" cy="3201829"/>
          </a:xfrm>
          <a:custGeom xmlns:a="http://schemas.openxmlformats.org/drawingml/2006/main">
            <a:pathLst>
              <a:path w="10191750" h="3201829">
                <a:moveTo>
                  <a:pt x="0" y="3201829"/>
                </a:moveTo>
                <a:lnTo>
                  <a:pt x="47939" y="3184693"/>
                </a:lnTo>
                <a:lnTo>
                  <a:pt x="95879" y="3167558"/>
                </a:lnTo>
                <a:lnTo>
                  <a:pt x="143542" y="3149708"/>
                </a:lnTo>
                <a:lnTo>
                  <a:pt x="191062" y="3131439"/>
                </a:lnTo>
                <a:lnTo>
                  <a:pt x="238468" y="3112884"/>
                </a:lnTo>
                <a:lnTo>
                  <a:pt x="285540" y="3093491"/>
                </a:lnTo>
                <a:lnTo>
                  <a:pt x="332603" y="3074089"/>
                </a:lnTo>
                <a:lnTo>
                  <a:pt x="379247" y="3053705"/>
                </a:lnTo>
                <a:lnTo>
                  <a:pt x="425825" y="3033141"/>
                </a:lnTo>
                <a:lnTo>
                  <a:pt x="472173" y="3012110"/>
                </a:lnTo>
                <a:lnTo>
                  <a:pt x="518217" y="2990402"/>
                </a:lnTo>
                <a:lnTo>
                  <a:pt x="564271" y="2968695"/>
                </a:lnTo>
                <a:lnTo>
                  <a:pt x="609819" y="2945959"/>
                </a:lnTo>
                <a:lnTo>
                  <a:pt x="655339" y="2923175"/>
                </a:lnTo>
                <a:lnTo>
                  <a:pt x="700602" y="2899867"/>
                </a:lnTo>
                <a:lnTo>
                  <a:pt x="745550" y="2875969"/>
                </a:lnTo>
                <a:lnTo>
                  <a:pt x="790499" y="2852080"/>
                </a:lnTo>
                <a:lnTo>
                  <a:pt x="834914" y="2827191"/>
                </a:lnTo>
                <a:lnTo>
                  <a:pt x="879300" y="2802255"/>
                </a:lnTo>
                <a:lnTo>
                  <a:pt x="923439" y="2776909"/>
                </a:lnTo>
                <a:lnTo>
                  <a:pt x="967235" y="2750953"/>
                </a:lnTo>
                <a:lnTo>
                  <a:pt x="1011022" y="2724988"/>
                </a:lnTo>
                <a:lnTo>
                  <a:pt x="1054332" y="2698242"/>
                </a:lnTo>
                <a:lnTo>
                  <a:pt x="1097537" y="2671315"/>
                </a:lnTo>
                <a:lnTo>
                  <a:pt x="1140628" y="2644207"/>
                </a:lnTo>
                <a:lnTo>
                  <a:pt x="1183224" y="2616327"/>
                </a:lnTo>
                <a:lnTo>
                  <a:pt x="1225820" y="2588457"/>
                </a:lnTo>
                <a:lnTo>
                  <a:pt x="1268120" y="2560120"/>
                </a:lnTo>
                <a:lnTo>
                  <a:pt x="1310135" y="2531393"/>
                </a:lnTo>
                <a:lnTo>
                  <a:pt x="1352159" y="2502656"/>
                </a:lnTo>
                <a:lnTo>
                  <a:pt x="1393717" y="2473252"/>
                </a:lnTo>
                <a:lnTo>
                  <a:pt x="1435179" y="2443715"/>
                </a:lnTo>
                <a:lnTo>
                  <a:pt x="1476585" y="2414092"/>
                </a:lnTo>
                <a:lnTo>
                  <a:pt x="1517494" y="2383793"/>
                </a:lnTo>
                <a:lnTo>
                  <a:pt x="1558395" y="2353485"/>
                </a:lnTo>
                <a:lnTo>
                  <a:pt x="1599133" y="2322957"/>
                </a:lnTo>
                <a:lnTo>
                  <a:pt x="1639519" y="2291972"/>
                </a:lnTo>
                <a:lnTo>
                  <a:pt x="1679915" y="2260987"/>
                </a:lnTo>
                <a:lnTo>
                  <a:pt x="1720053" y="2229679"/>
                </a:lnTo>
                <a:lnTo>
                  <a:pt x="1759972" y="2198084"/>
                </a:lnTo>
                <a:lnTo>
                  <a:pt x="1799892" y="2166490"/>
                </a:lnTo>
                <a:lnTo>
                  <a:pt x="1839506" y="2134514"/>
                </a:lnTo>
                <a:lnTo>
                  <a:pt x="1878987" y="2102377"/>
                </a:lnTo>
                <a:lnTo>
                  <a:pt x="1918459" y="2070230"/>
                </a:lnTo>
                <a:lnTo>
                  <a:pt x="1957588" y="2037664"/>
                </a:lnTo>
                <a:lnTo>
                  <a:pt x="1996650" y="2005013"/>
                </a:lnTo>
                <a:lnTo>
                  <a:pt x="2035702" y="1972361"/>
                </a:lnTo>
                <a:lnTo>
                  <a:pt x="2074459" y="1939357"/>
                </a:lnTo>
                <a:lnTo>
                  <a:pt x="2113197" y="1906324"/>
                </a:lnTo>
                <a:lnTo>
                  <a:pt x="2151926" y="1873282"/>
                </a:lnTo>
                <a:lnTo>
                  <a:pt x="2190340" y="1839878"/>
                </a:lnTo>
                <a:lnTo>
                  <a:pt x="2228755" y="1806473"/>
                </a:lnTo>
                <a:lnTo>
                  <a:pt x="2267160" y="1773050"/>
                </a:lnTo>
                <a:lnTo>
                  <a:pt x="2305345" y="1739389"/>
                </a:lnTo>
                <a:lnTo>
                  <a:pt x="2343541" y="1705727"/>
                </a:lnTo>
                <a:lnTo>
                  <a:pt x="2381717" y="1672047"/>
                </a:lnTo>
                <a:lnTo>
                  <a:pt x="2419731" y="1638186"/>
                </a:lnTo>
                <a:lnTo>
                  <a:pt x="2457745" y="1604324"/>
                </a:lnTo>
                <a:lnTo>
                  <a:pt x="2495741" y="1570453"/>
                </a:lnTo>
                <a:lnTo>
                  <a:pt x="2533621" y="1536430"/>
                </a:lnTo>
                <a:lnTo>
                  <a:pt x="2571493" y="1502416"/>
                </a:lnTo>
                <a:lnTo>
                  <a:pt x="2609364" y="1468403"/>
                </a:lnTo>
                <a:lnTo>
                  <a:pt x="2647236" y="1434379"/>
                </a:lnTo>
                <a:lnTo>
                  <a:pt x="2685107" y="1400366"/>
                </a:lnTo>
                <a:lnTo>
                  <a:pt x="2722988" y="1366342"/>
                </a:lnTo>
                <a:lnTo>
                  <a:pt x="2760878" y="1332347"/>
                </a:lnTo>
                <a:lnTo>
                  <a:pt x="2798759" y="1298343"/>
                </a:lnTo>
                <a:lnTo>
                  <a:pt x="2836669" y="1264358"/>
                </a:lnTo>
                <a:lnTo>
                  <a:pt x="2874664" y="1230487"/>
                </a:lnTo>
                <a:lnTo>
                  <a:pt x="2912669" y="1196607"/>
                </a:lnTo>
                <a:lnTo>
                  <a:pt x="2950702" y="1162774"/>
                </a:lnTo>
                <a:lnTo>
                  <a:pt x="2988907" y="1129122"/>
                </a:lnTo>
                <a:lnTo>
                  <a:pt x="3027112" y="1095480"/>
                </a:lnTo>
                <a:lnTo>
                  <a:pt x="3065374" y="1061895"/>
                </a:lnTo>
                <a:lnTo>
                  <a:pt x="3103836" y="1028548"/>
                </a:lnTo>
                <a:lnTo>
                  <a:pt x="3142298" y="995201"/>
                </a:lnTo>
                <a:lnTo>
                  <a:pt x="3180855" y="961958"/>
                </a:lnTo>
                <a:lnTo>
                  <a:pt x="3219688" y="929040"/>
                </a:lnTo>
                <a:lnTo>
                  <a:pt x="3258522" y="896122"/>
                </a:lnTo>
                <a:lnTo>
                  <a:pt x="3297498" y="863375"/>
                </a:lnTo>
                <a:lnTo>
                  <a:pt x="3336769" y="830980"/>
                </a:lnTo>
                <a:lnTo>
                  <a:pt x="3376031" y="798576"/>
                </a:lnTo>
                <a:lnTo>
                  <a:pt x="3415551" y="766486"/>
                </a:lnTo>
                <a:lnTo>
                  <a:pt x="3455356" y="734749"/>
                </a:lnTo>
                <a:lnTo>
                  <a:pt x="3495161" y="703012"/>
                </a:lnTo>
                <a:lnTo>
                  <a:pt x="3535347" y="671770"/>
                </a:lnTo>
                <a:lnTo>
                  <a:pt x="3575780" y="640832"/>
                </a:lnTo>
                <a:lnTo>
                  <a:pt x="3616204" y="609895"/>
                </a:lnTo>
                <a:lnTo>
                  <a:pt x="3657209" y="579730"/>
                </a:lnTo>
                <a:lnTo>
                  <a:pt x="3698348" y="549735"/>
                </a:lnTo>
                <a:lnTo>
                  <a:pt x="3739534" y="519808"/>
                </a:lnTo>
                <a:lnTo>
                  <a:pt x="3781473" y="490957"/>
                </a:lnTo>
                <a:lnTo>
                  <a:pt x="3823411" y="462105"/>
                </a:lnTo>
                <a:lnTo>
                  <a:pt x="3865664" y="433721"/>
                </a:lnTo>
                <a:lnTo>
                  <a:pt x="3908479" y="406175"/>
                </a:lnTo>
                <a:lnTo>
                  <a:pt x="3951294" y="378628"/>
                </a:lnTo>
                <a:lnTo>
                  <a:pt x="3994766" y="352158"/>
                </a:lnTo>
                <a:lnTo>
                  <a:pt x="4038505" y="326107"/>
                </a:lnTo>
                <a:lnTo>
                  <a:pt x="4082377" y="300295"/>
                </a:lnTo>
                <a:lnTo>
                  <a:pt x="4127125" y="276015"/>
                </a:lnTo>
                <a:lnTo>
                  <a:pt x="4171874" y="251746"/>
                </a:lnTo>
                <a:lnTo>
                  <a:pt x="4217222" y="228629"/>
                </a:lnTo>
                <a:lnTo>
                  <a:pt x="4262980" y="206312"/>
                </a:lnTo>
                <a:lnTo>
                  <a:pt x="4308853" y="184271"/>
                </a:lnTo>
                <a:lnTo>
                  <a:pt x="4355640" y="164201"/>
                </a:lnTo>
                <a:lnTo>
                  <a:pt x="4402426" y="144132"/>
                </a:lnTo>
                <a:lnTo>
                  <a:pt x="4449909" y="125816"/>
                </a:lnTo>
                <a:lnTo>
                  <a:pt x="4497695" y="108252"/>
                </a:lnTo>
                <a:lnTo>
                  <a:pt x="4545778" y="91602"/>
                </a:lnTo>
                <a:lnTo>
                  <a:pt x="4594489" y="76800"/>
                </a:lnTo>
                <a:lnTo>
                  <a:pt x="4643209" y="62017"/>
                </a:lnTo>
                <a:lnTo>
                  <a:pt x="4692720" y="50197"/>
                </a:lnTo>
                <a:lnTo>
                  <a:pt x="4742231" y="38367"/>
                </a:lnTo>
                <a:lnTo>
                  <a:pt x="4792228" y="28861"/>
                </a:lnTo>
                <a:lnTo>
                  <a:pt x="4842405" y="20250"/>
                </a:lnTo>
                <a:lnTo>
                  <a:pt x="4892792" y="13202"/>
                </a:lnTo>
                <a:lnTo>
                  <a:pt x="4943427" y="7963"/>
                </a:lnTo>
                <a:lnTo>
                  <a:pt x="4994119" y="3505"/>
                </a:lnTo>
                <a:lnTo>
                  <a:pt x="5044992" y="1753"/>
                </a:lnTo>
                <a:lnTo>
                  <a:pt x="5095875" y="0"/>
                </a:lnTo>
                <a:lnTo>
                  <a:pt x="5146748" y="1753"/>
                </a:lnTo>
                <a:lnTo>
                  <a:pt x="5197631" y="3505"/>
                </a:lnTo>
                <a:lnTo>
                  <a:pt x="5248323" y="7963"/>
                </a:lnTo>
                <a:lnTo>
                  <a:pt x="5298958" y="13202"/>
                </a:lnTo>
                <a:lnTo>
                  <a:pt x="5349345" y="20250"/>
                </a:lnTo>
                <a:lnTo>
                  <a:pt x="5399522" y="28861"/>
                </a:lnTo>
                <a:lnTo>
                  <a:pt x="5449510" y="38367"/>
                </a:lnTo>
                <a:lnTo>
                  <a:pt x="5499030" y="50197"/>
                </a:lnTo>
                <a:lnTo>
                  <a:pt x="5548541" y="62017"/>
                </a:lnTo>
                <a:lnTo>
                  <a:pt x="5597261" y="76800"/>
                </a:lnTo>
                <a:lnTo>
                  <a:pt x="5645963" y="91602"/>
                </a:lnTo>
                <a:lnTo>
                  <a:pt x="5694055" y="108252"/>
                </a:lnTo>
                <a:lnTo>
                  <a:pt x="5741841" y="125816"/>
                </a:lnTo>
                <a:lnTo>
                  <a:pt x="5789324" y="144132"/>
                </a:lnTo>
                <a:lnTo>
                  <a:pt x="5836110" y="164201"/>
                </a:lnTo>
                <a:lnTo>
                  <a:pt x="5882897" y="184261"/>
                </a:lnTo>
                <a:lnTo>
                  <a:pt x="5928770" y="206312"/>
                </a:lnTo>
                <a:lnTo>
                  <a:pt x="5974528" y="228629"/>
                </a:lnTo>
                <a:lnTo>
                  <a:pt x="6019876" y="251746"/>
                </a:lnTo>
                <a:lnTo>
                  <a:pt x="6064625" y="276015"/>
                </a:lnTo>
                <a:lnTo>
                  <a:pt x="6109373" y="300295"/>
                </a:lnTo>
                <a:lnTo>
                  <a:pt x="6153236" y="326107"/>
                </a:lnTo>
                <a:lnTo>
                  <a:pt x="6196984" y="352158"/>
                </a:lnTo>
                <a:lnTo>
                  <a:pt x="6240456" y="378628"/>
                </a:lnTo>
                <a:lnTo>
                  <a:pt x="6283271" y="406175"/>
                </a:lnTo>
                <a:lnTo>
                  <a:pt x="6326076" y="433721"/>
                </a:lnTo>
                <a:lnTo>
                  <a:pt x="6368339" y="462096"/>
                </a:lnTo>
                <a:lnTo>
                  <a:pt x="6410277" y="490957"/>
                </a:lnTo>
                <a:lnTo>
                  <a:pt x="6452216" y="519808"/>
                </a:lnTo>
                <a:lnTo>
                  <a:pt x="6493402" y="549735"/>
                </a:lnTo>
                <a:lnTo>
                  <a:pt x="6534531" y="579730"/>
                </a:lnTo>
                <a:lnTo>
                  <a:pt x="6575536" y="609895"/>
                </a:lnTo>
                <a:lnTo>
                  <a:pt x="6615970" y="640832"/>
                </a:lnTo>
                <a:lnTo>
                  <a:pt x="6656403" y="671770"/>
                </a:lnTo>
                <a:lnTo>
                  <a:pt x="6696589" y="703012"/>
                </a:lnTo>
                <a:lnTo>
                  <a:pt x="6736394" y="734749"/>
                </a:lnTo>
                <a:lnTo>
                  <a:pt x="6776199" y="766486"/>
                </a:lnTo>
                <a:lnTo>
                  <a:pt x="6815709" y="798576"/>
                </a:lnTo>
                <a:lnTo>
                  <a:pt x="6854981" y="830980"/>
                </a:lnTo>
                <a:lnTo>
                  <a:pt x="6894252" y="863375"/>
                </a:lnTo>
                <a:lnTo>
                  <a:pt x="6933228" y="896112"/>
                </a:lnTo>
                <a:lnTo>
                  <a:pt x="6972062" y="929040"/>
                </a:lnTo>
                <a:lnTo>
                  <a:pt x="7010895" y="961958"/>
                </a:lnTo>
                <a:lnTo>
                  <a:pt x="7049453" y="995191"/>
                </a:lnTo>
                <a:lnTo>
                  <a:pt x="7087914" y="1028548"/>
                </a:lnTo>
                <a:lnTo>
                  <a:pt x="7126376" y="1061895"/>
                </a:lnTo>
                <a:lnTo>
                  <a:pt x="7164629" y="1095480"/>
                </a:lnTo>
                <a:lnTo>
                  <a:pt x="7202843" y="1129122"/>
                </a:lnTo>
                <a:lnTo>
                  <a:pt x="7241048" y="1162764"/>
                </a:lnTo>
                <a:lnTo>
                  <a:pt x="7279081" y="1196607"/>
                </a:lnTo>
                <a:lnTo>
                  <a:pt x="7317076" y="1230487"/>
                </a:lnTo>
                <a:lnTo>
                  <a:pt x="7355081" y="1264358"/>
                </a:lnTo>
                <a:lnTo>
                  <a:pt x="7392981" y="1298343"/>
                </a:lnTo>
                <a:lnTo>
                  <a:pt x="7430872" y="1332347"/>
                </a:lnTo>
                <a:lnTo>
                  <a:pt x="7468762" y="1366342"/>
                </a:lnTo>
                <a:lnTo>
                  <a:pt x="7506633" y="1400366"/>
                </a:lnTo>
                <a:lnTo>
                  <a:pt x="7544514" y="1434379"/>
                </a:lnTo>
                <a:lnTo>
                  <a:pt x="7582386" y="1468403"/>
                </a:lnTo>
                <a:lnTo>
                  <a:pt x="7620257" y="1502416"/>
                </a:lnTo>
                <a:lnTo>
                  <a:pt x="7658129" y="1536430"/>
                </a:lnTo>
                <a:lnTo>
                  <a:pt x="7696010" y="1570453"/>
                </a:lnTo>
                <a:lnTo>
                  <a:pt x="7734005" y="1604324"/>
                </a:lnTo>
                <a:lnTo>
                  <a:pt x="7772019" y="1638186"/>
                </a:lnTo>
                <a:lnTo>
                  <a:pt x="7810033" y="1672047"/>
                </a:lnTo>
                <a:lnTo>
                  <a:pt x="7848209" y="1705727"/>
                </a:lnTo>
                <a:lnTo>
                  <a:pt x="7886405" y="1739389"/>
                </a:lnTo>
                <a:lnTo>
                  <a:pt x="7924590" y="1773050"/>
                </a:lnTo>
                <a:lnTo>
                  <a:pt x="7962995" y="1806473"/>
                </a:lnTo>
                <a:lnTo>
                  <a:pt x="8001410" y="1839878"/>
                </a:lnTo>
                <a:lnTo>
                  <a:pt x="8039824" y="1873282"/>
                </a:lnTo>
                <a:lnTo>
                  <a:pt x="8078553" y="1906324"/>
                </a:lnTo>
                <a:lnTo>
                  <a:pt x="8117291" y="1939357"/>
                </a:lnTo>
                <a:lnTo>
                  <a:pt x="8156048" y="1972361"/>
                </a:lnTo>
                <a:lnTo>
                  <a:pt x="8195100" y="2005013"/>
                </a:lnTo>
                <a:lnTo>
                  <a:pt x="8234162" y="2037664"/>
                </a:lnTo>
                <a:lnTo>
                  <a:pt x="8273291" y="2070230"/>
                </a:lnTo>
                <a:lnTo>
                  <a:pt x="8312763" y="2102368"/>
                </a:lnTo>
                <a:lnTo>
                  <a:pt x="8352244" y="2134514"/>
                </a:lnTo>
                <a:lnTo>
                  <a:pt x="8391858" y="2166490"/>
                </a:lnTo>
                <a:lnTo>
                  <a:pt x="8431778" y="2198084"/>
                </a:lnTo>
                <a:lnTo>
                  <a:pt x="8471697" y="2229679"/>
                </a:lnTo>
                <a:lnTo>
                  <a:pt x="8511835" y="2260987"/>
                </a:lnTo>
                <a:lnTo>
                  <a:pt x="8552221" y="2291972"/>
                </a:lnTo>
                <a:lnTo>
                  <a:pt x="8592617" y="2322957"/>
                </a:lnTo>
                <a:lnTo>
                  <a:pt x="8633355" y="2353485"/>
                </a:lnTo>
                <a:lnTo>
                  <a:pt x="8674256" y="2383793"/>
                </a:lnTo>
                <a:lnTo>
                  <a:pt x="8715165" y="2414092"/>
                </a:lnTo>
                <a:lnTo>
                  <a:pt x="8756571" y="2443705"/>
                </a:lnTo>
                <a:lnTo>
                  <a:pt x="8798033" y="2473242"/>
                </a:lnTo>
                <a:lnTo>
                  <a:pt x="8839581" y="2502656"/>
                </a:lnTo>
                <a:lnTo>
                  <a:pt x="8881605" y="2531393"/>
                </a:lnTo>
                <a:lnTo>
                  <a:pt x="8923630" y="2560120"/>
                </a:lnTo>
                <a:lnTo>
                  <a:pt x="8965921" y="2588457"/>
                </a:lnTo>
                <a:lnTo>
                  <a:pt x="9008526" y="2616327"/>
                </a:lnTo>
                <a:lnTo>
                  <a:pt x="9051122" y="2644207"/>
                </a:lnTo>
                <a:lnTo>
                  <a:pt x="9094213" y="2671315"/>
                </a:lnTo>
                <a:lnTo>
                  <a:pt x="9137418" y="2698232"/>
                </a:lnTo>
                <a:lnTo>
                  <a:pt x="9180728" y="2724988"/>
                </a:lnTo>
                <a:lnTo>
                  <a:pt x="9224515" y="2750944"/>
                </a:lnTo>
                <a:lnTo>
                  <a:pt x="9268311" y="2776909"/>
                </a:lnTo>
                <a:lnTo>
                  <a:pt x="9312450" y="2802255"/>
                </a:lnTo>
                <a:lnTo>
                  <a:pt x="9356836" y="2827191"/>
                </a:lnTo>
                <a:lnTo>
                  <a:pt x="9401242" y="2852080"/>
                </a:lnTo>
                <a:lnTo>
                  <a:pt x="9446200" y="2875969"/>
                </a:lnTo>
                <a:lnTo>
                  <a:pt x="9491148" y="2899867"/>
                </a:lnTo>
                <a:lnTo>
                  <a:pt x="9536411" y="2923175"/>
                </a:lnTo>
                <a:lnTo>
                  <a:pt x="9581931" y="2945959"/>
                </a:lnTo>
                <a:lnTo>
                  <a:pt x="9627479" y="2968695"/>
                </a:lnTo>
                <a:lnTo>
                  <a:pt x="9673523" y="2990402"/>
                </a:lnTo>
                <a:lnTo>
                  <a:pt x="9719577" y="3012110"/>
                </a:lnTo>
                <a:lnTo>
                  <a:pt x="9765925" y="3033141"/>
                </a:lnTo>
                <a:lnTo>
                  <a:pt x="9812503" y="3053705"/>
                </a:lnTo>
                <a:lnTo>
                  <a:pt x="9859147" y="3074089"/>
                </a:lnTo>
                <a:lnTo>
                  <a:pt x="9906210" y="3093491"/>
                </a:lnTo>
                <a:lnTo>
                  <a:pt x="9953282" y="3112884"/>
                </a:lnTo>
                <a:lnTo>
                  <a:pt x="10000688" y="3131439"/>
                </a:lnTo>
                <a:lnTo>
                  <a:pt x="10048199" y="3149708"/>
                </a:lnTo>
                <a:lnTo>
                  <a:pt x="10095871" y="3167558"/>
                </a:lnTo>
                <a:lnTo>
                  <a:pt x="10143811" y="3184693"/>
                </a:lnTo>
                <a:lnTo>
                  <a:pt x="10191750" y="3201829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C5DCF4"/>
            </a:solidFill>
            <a:prstDash val="solid"/>
          </a:ln>
        </p:spPr>
      </p:sp>
      <p:sp>
        <p:nvSpPr>
          <p:cNvPr id="3" name="spectrum-underlay-0">
            <a:extLst xmlns:a="http://schemas.openxmlformats.org/drawingml/2006/main">
              <a:ext uri="{FF2B5EF4-FFF2-40B4-BE49-F238E27FC236}">
                <a16:creationId xmlns:a16="http://schemas.microsoft.com/office/drawing/2014/main" id="{788A3B28-13A8-43CF-9595-FE3DB87E6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76325" y="3000375"/>
            <a:ext cx="2366963" cy="1971675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DFEA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pectrum-card-0">
            <a:extLst xmlns:a="http://schemas.openxmlformats.org/drawingml/2006/main">
              <a:ext uri="{FF2B5EF4-FFF2-40B4-BE49-F238E27FC236}">
                <a16:creationId xmlns:a16="http://schemas.microsoft.com/office/drawing/2014/main" id="{C8F8792C-419B-43EB-B06C-083331860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76325" y="2933700"/>
            <a:ext cx="2366963" cy="1971675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5F8FC"/>
          </a:solidFill>
          <a:ln xmlns:a="http://schemas.openxmlformats.org/drawingml/2006/main" w="9525">
            <a:solidFill>
              <a:srgbClr val="CFDDE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24"/>
          <a:fontRef xmlns:a="http://schemas.openxmlformats.org/drawingml/2006/main" idx="major"/>
        </p:style>
      </p:sp>
      <p:sp>
        <p:nvSpPr>
          <p:cNvPr id="5" name="spectrum-underlay-1">
            <a:extLst xmlns:a="http://schemas.openxmlformats.org/drawingml/2006/main">
              <a:ext uri="{FF2B5EF4-FFF2-40B4-BE49-F238E27FC236}">
                <a16:creationId xmlns:a16="http://schemas.microsoft.com/office/drawing/2014/main" id="{F4FBBA03-5480-43C4-81A6-BE3DD8308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633788" y="2619375"/>
            <a:ext cx="2366963" cy="2352675"/>
          </a:xfrm>
          <a:prstGeom xmlns:a="http://schemas.openxmlformats.org/drawingml/2006/main" prst="roundRect">
            <a:avLst>
              <a:gd name="adj" fmla="val 7287"/>
            </a:avLst>
          </a:prstGeom>
          <a:solidFill xmlns:a="http://schemas.openxmlformats.org/drawingml/2006/main">
            <a:srgbClr val="9FC2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spectrum-card-1">
            <a:extLst xmlns:a="http://schemas.openxmlformats.org/drawingml/2006/main">
              <a:ext uri="{FF2B5EF4-FFF2-40B4-BE49-F238E27FC236}">
                <a16:creationId xmlns:a16="http://schemas.microsoft.com/office/drawing/2014/main" id="{C0AB5767-FB59-4672-A316-9BFD39EAD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633788" y="2552700"/>
            <a:ext cx="2366963" cy="2352675"/>
          </a:xfrm>
          <a:prstGeom xmlns:a="http://schemas.openxmlformats.org/drawingml/2006/main" prst="roundRect">
            <a:avLst>
              <a:gd name="adj" fmla="val 7287"/>
            </a:avLst>
          </a:prstGeom>
          <a:solidFill xmlns:a="http://schemas.openxmlformats.org/drawingml/2006/main">
            <a:srgbClr val="2F5EA8"/>
          </a:solidFill>
          <a:ln xmlns:a="http://schemas.openxmlformats.org/drawingml/2006/main" w="9525">
            <a:solidFill>
              <a:srgbClr val="2F5EA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25"/>
          <a:fontRef xmlns:a="http://schemas.openxmlformats.org/drawingml/2006/main" idx="major"/>
        </p:style>
      </p:sp>
      <p:sp>
        <p:nvSpPr>
          <p:cNvPr id="7" name="spectrum-underlay-2">
            <a:extLst xmlns:a="http://schemas.openxmlformats.org/drawingml/2006/main">
              <a:ext uri="{FF2B5EF4-FFF2-40B4-BE49-F238E27FC236}">
                <a16:creationId xmlns:a16="http://schemas.microsoft.com/office/drawing/2014/main" id="{BFE83373-7823-4C64-B17B-7FA839342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191250" y="3000375"/>
            <a:ext cx="2366963" cy="1971675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DFEA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spectrum-card-2">
            <a:extLst xmlns:a="http://schemas.openxmlformats.org/drawingml/2006/main">
              <a:ext uri="{FF2B5EF4-FFF2-40B4-BE49-F238E27FC236}">
                <a16:creationId xmlns:a16="http://schemas.microsoft.com/office/drawing/2014/main" id="{55D9F89C-3FDB-4F7C-9071-8D940A04A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191250" y="2933700"/>
            <a:ext cx="2366963" cy="1971675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5F8FC"/>
          </a:solidFill>
          <a:ln xmlns:a="http://schemas.openxmlformats.org/drawingml/2006/main" w="9525">
            <a:solidFill>
              <a:srgbClr val="CFDDE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24"/>
          <a:fontRef xmlns:a="http://schemas.openxmlformats.org/drawingml/2006/main" idx="major"/>
        </p:style>
      </p:sp>
      <p:sp>
        <p:nvSpPr>
          <p:cNvPr id="9" name="spectrum-underlay-3">
            <a:extLst xmlns:a="http://schemas.openxmlformats.org/drawingml/2006/main">
              <a:ext uri="{FF2B5EF4-FFF2-40B4-BE49-F238E27FC236}">
                <a16:creationId xmlns:a16="http://schemas.microsoft.com/office/drawing/2014/main" id="{861BBF34-3FC8-4C64-9F2D-13E133ED8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48713" y="3000375"/>
            <a:ext cx="2366963" cy="1971675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DFEA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spectrum-card-3">
            <a:extLst xmlns:a="http://schemas.openxmlformats.org/drawingml/2006/main">
              <a:ext uri="{FF2B5EF4-FFF2-40B4-BE49-F238E27FC236}">
                <a16:creationId xmlns:a16="http://schemas.microsoft.com/office/drawing/2014/main" id="{02710BE4-B81A-4D39-9596-CE3ECCDD2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48713" y="2933700"/>
            <a:ext cx="2366963" cy="1971675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5F8FC"/>
          </a:solidFill>
          <a:ln xmlns:a="http://schemas.openxmlformats.org/drawingml/2006/main" w="9525">
            <a:solidFill>
              <a:srgbClr val="CFDDE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24"/>
          <a:fontRef xmlns:a="http://schemas.openxmlformats.org/drawingml/2006/main" idx="major"/>
        </p:style>
      </p:sp>
      <p:sp>
        <p:nvSpPr>
          <p:cNvPr id="11" name="spectrum-axis">
            <a:extLst xmlns:a="http://schemas.openxmlformats.org/drawingml/2006/main">
              <a:ext uri="{FF2B5EF4-FFF2-40B4-BE49-F238E27FC236}">
                <a16:creationId xmlns:a16="http://schemas.microsoft.com/office/drawing/2014/main" id="{78A3D1B2-76E9-4C3B-9F15-940EC1E9E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71575" y="5381625"/>
            <a:ext cx="981075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8FB3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spectrum-axis-arrow">
            <a:extLst xmlns:a="http://schemas.openxmlformats.org/drawingml/2006/main">
              <a:ext uri="{FF2B5EF4-FFF2-40B4-BE49-F238E27FC236}">
                <a16:creationId xmlns:a16="http://schemas.microsoft.com/office/drawing/2014/main" id="{54925710-7184-40C0-B9E0-25B39D3FF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987088" y="5329238"/>
            <a:ext cx="138113" cy="133350"/>
          </a:xfrm>
          <a:custGeom xmlns:a="http://schemas.openxmlformats.org/drawingml/2006/main">
            <a:pathLst>
              <a:path w="138113" h="133350">
                <a:moveTo>
                  <a:pt x="0" y="0"/>
                </a:moveTo>
                <a:lnTo>
                  <a:pt x="8630" y="4172"/>
                </a:lnTo>
                <a:lnTo>
                  <a:pt x="17269" y="8334"/>
                </a:lnTo>
                <a:lnTo>
                  <a:pt x="25898" y="12506"/>
                </a:lnTo>
                <a:lnTo>
                  <a:pt x="34528" y="16669"/>
                </a:lnTo>
                <a:lnTo>
                  <a:pt x="43158" y="20841"/>
                </a:lnTo>
                <a:lnTo>
                  <a:pt x="51797" y="25003"/>
                </a:lnTo>
                <a:lnTo>
                  <a:pt x="60427" y="29175"/>
                </a:lnTo>
                <a:lnTo>
                  <a:pt x="69056" y="33338"/>
                </a:lnTo>
                <a:lnTo>
                  <a:pt x="77686" y="37509"/>
                </a:lnTo>
                <a:lnTo>
                  <a:pt x="86325" y="41672"/>
                </a:lnTo>
                <a:lnTo>
                  <a:pt x="94955" y="45844"/>
                </a:lnTo>
                <a:lnTo>
                  <a:pt x="103584" y="50006"/>
                </a:lnTo>
                <a:lnTo>
                  <a:pt x="112214" y="54178"/>
                </a:lnTo>
                <a:lnTo>
                  <a:pt x="120853" y="58341"/>
                </a:lnTo>
                <a:lnTo>
                  <a:pt x="129483" y="62513"/>
                </a:lnTo>
                <a:lnTo>
                  <a:pt x="138113" y="66675"/>
                </a:lnTo>
                <a:lnTo>
                  <a:pt x="129483" y="70847"/>
                </a:lnTo>
                <a:lnTo>
                  <a:pt x="120853" y="75009"/>
                </a:lnTo>
                <a:lnTo>
                  <a:pt x="112214" y="79172"/>
                </a:lnTo>
                <a:lnTo>
                  <a:pt x="103584" y="83344"/>
                </a:lnTo>
                <a:lnTo>
                  <a:pt x="94955" y="87516"/>
                </a:lnTo>
                <a:lnTo>
                  <a:pt x="86325" y="91678"/>
                </a:lnTo>
                <a:lnTo>
                  <a:pt x="77686" y="95841"/>
                </a:lnTo>
                <a:lnTo>
                  <a:pt x="69056" y="100013"/>
                </a:lnTo>
                <a:lnTo>
                  <a:pt x="60427" y="104184"/>
                </a:lnTo>
                <a:lnTo>
                  <a:pt x="51797" y="108347"/>
                </a:lnTo>
                <a:lnTo>
                  <a:pt x="43158" y="112519"/>
                </a:lnTo>
                <a:lnTo>
                  <a:pt x="34528" y="116681"/>
                </a:lnTo>
                <a:lnTo>
                  <a:pt x="25898" y="120853"/>
                </a:lnTo>
                <a:lnTo>
                  <a:pt x="17269" y="125016"/>
                </a:lnTo>
                <a:lnTo>
                  <a:pt x="8630" y="129188"/>
                </a:lnTo>
                <a:lnTo>
                  <a:pt x="0" y="13335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8FB3DF"/>
            </a:solidFill>
            <a:prstDash val="solid"/>
          </a:ln>
        </p:spPr>
      </p:sp>
      <p:sp>
        <p:nvSpPr>
          <p:cNvPr id="13" name="spectrum-axis-low">
            <a:extLst xmlns:a="http://schemas.openxmlformats.org/drawingml/2006/main">
              <a:ext uri="{FF2B5EF4-FFF2-40B4-BE49-F238E27FC236}">
                <a16:creationId xmlns:a16="http://schemas.microsoft.com/office/drawing/2014/main" id="{E84CF766-2C23-41F2-82FF-AC66C2C50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57275" y="558165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40000"/>
              </a:lnSpc>
              <a:buNone/>
              <a:defRPr sz="1500" b="0" i="0">
                <a:solidFill>
                  <a:srgbClr val="6F7D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 i="0">
                <a:solidFill>
                  <a:srgbClr val="6F7D91"/>
                </a:solidFill>
                <a:latin typeface="Microsoft YaHei"/>
                <a:ea typeface="Microsoft YaHei"/>
                <a:cs typeface="Microsoft YaHei"/>
              </a:rPr>
              <a:t>低</a:t>
            </a:r>
          </a:p>
        </p:txBody>
      </p:sp>
      <p:sp>
        <p:nvSpPr>
          <p:cNvPr id="14" name="spectrum-axis-label">
            <a:extLst xmlns:a="http://schemas.openxmlformats.org/drawingml/2006/main">
              <a:ext uri="{FF2B5EF4-FFF2-40B4-BE49-F238E27FC236}">
                <a16:creationId xmlns:a16="http://schemas.microsoft.com/office/drawing/2014/main" id="{F09B9D80-3930-4EC1-8E5C-71E335069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62500" y="5581650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 i="0">
                <a:solidFill>
                  <a:srgbClr val="4052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 i="0">
                <a:solidFill>
                  <a:srgbClr val="405269"/>
                </a:solidFill>
                <a:latin typeface="Microsoft YaHei"/>
                <a:ea typeface="Microsoft YaHei"/>
                <a:cs typeface="Microsoft YaHei"/>
              </a:rPr>
              <a:t>对视觉复杂度与美观度的需求</a:t>
            </a:r>
          </a:p>
        </p:txBody>
      </p:sp>
      <p:sp>
        <p:nvSpPr>
          <p:cNvPr id="15" name="spectrum-axis-high">
            <a:extLst xmlns:a="http://schemas.openxmlformats.org/drawingml/2006/main">
              <a:ext uri="{FF2B5EF4-FFF2-40B4-BE49-F238E27FC236}">
                <a16:creationId xmlns:a16="http://schemas.microsoft.com/office/drawing/2014/main" id="{5800C76F-E745-4F71-B87D-6E34E0BFB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705975" y="558165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40000"/>
              </a:lnSpc>
              <a:buNone/>
              <a:defRPr sz="1500" b="0" i="0">
                <a:solidFill>
                  <a:srgbClr val="6F7D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 i="0">
                <a:solidFill>
                  <a:srgbClr val="6F7D91"/>
                </a:solidFill>
                <a:latin typeface="Microsoft YaHei"/>
                <a:ea typeface="Microsoft YaHei"/>
                <a:cs typeface="Microsoft YaHei"/>
              </a:rPr>
              <a:t>高</a:t>
            </a:r>
          </a:p>
        </p:txBody>
      </p:sp>
      <p:sp>
        <p:nvSpPr>
          <p:cNvPr id="16" name="spectrum-order-0">
            <a:extLst xmlns:a="http://schemas.openxmlformats.org/drawingml/2006/main">
              <a:ext uri="{FF2B5EF4-FFF2-40B4-BE49-F238E27FC236}">
                <a16:creationId xmlns:a16="http://schemas.microsoft.com/office/drawing/2014/main" id="{8FDC088F-EA98-4475-8C58-44E2E08D7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66825" y="3095625"/>
            <a:ext cx="323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1" i="0">
                <a:solidFill>
                  <a:srgbClr val="9AB1C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 i="0">
                <a:solidFill>
                  <a:srgbClr val="9AB1CA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17" name="spectrum-title-0">
            <a:extLst xmlns:a="http://schemas.openxmlformats.org/drawingml/2006/main">
              <a:ext uri="{FF2B5EF4-FFF2-40B4-BE49-F238E27FC236}">
                <a16:creationId xmlns:a16="http://schemas.microsoft.com/office/drawing/2014/main" id="{B17DAAF1-DA25-43E7-940D-DADFD0107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66825" y="3497313"/>
            <a:ext cx="1985963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2100" b="1" i="0">
                <a:solidFill>
                  <a:srgbClr val="254B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 i="0">
                <a:solidFill>
                  <a:srgbClr val="254B7C"/>
                </a:solidFill>
                <a:latin typeface="Microsoft YaHei"/>
                <a:ea typeface="Microsoft YaHei"/>
                <a:cs typeface="Microsoft YaHei"/>
              </a:rPr>
              <a:t>低要求端</a:t>
            </a:r>
          </a:p>
        </p:txBody>
      </p:sp>
      <p:sp>
        <p:nvSpPr>
          <p:cNvPr id="18" name="spectrum-body-0">
            <a:extLst xmlns:a="http://schemas.openxmlformats.org/drawingml/2006/main">
              <a:ext uri="{FF2B5EF4-FFF2-40B4-BE49-F238E27FC236}">
                <a16:creationId xmlns:a16="http://schemas.microsoft.com/office/drawing/2014/main" id="{247A21E2-68F4-4516-AF9A-58F124C93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66825" y="3944988"/>
            <a:ext cx="1985963" cy="58727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36000"/>
              </a:lnSpc>
              <a:buNone/>
              <a:defRPr sz="1700" b="0" i="0">
                <a:solidFill>
                  <a:srgbClr val="5261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00" b="0" i="0">
                <a:solidFill>
                  <a:srgbClr val="526174"/>
                </a:solidFill>
                <a:latin typeface="Microsoft YaHei"/>
                <a:ea typeface="Microsoft YaHei"/>
                <a:cs typeface="Microsoft YaHei"/>
              </a:rPr>
              <a:t>不重视版式，直接堆</a:t>
            </a:r>
          </a:p>
          <a:p xmlns:a="http://schemas.openxmlformats.org/drawingml/2006/main">
            <a:pPr algn="ctr">
              <a:lnSpc>
                <a:spcPct val="136000"/>
              </a:lnSpc>
              <a:buNone/>
              <a:defRPr sz="1700" b="0" i="0">
                <a:solidFill>
                  <a:srgbClr val="5261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00" b="0" i="0">
                <a:solidFill>
                  <a:srgbClr val="526174"/>
                </a:solidFill>
                <a:latin typeface="Microsoft YaHei"/>
                <a:ea typeface="Microsoft YaHei"/>
                <a:cs typeface="Microsoft YaHei"/>
              </a:rPr>
              <a:t>放文字也能接受</a:t>
            </a:r>
          </a:p>
        </p:txBody>
      </p:sp>
      <p:sp>
        <p:nvSpPr>
          <p:cNvPr id="19" name="spectrum-order-1">
            <a:extLst xmlns:a="http://schemas.openxmlformats.org/drawingml/2006/main">
              <a:ext uri="{FF2B5EF4-FFF2-40B4-BE49-F238E27FC236}">
                <a16:creationId xmlns:a16="http://schemas.microsoft.com/office/drawing/2014/main" id="{D2C6BB88-BA9E-4B39-90D1-CD0C2DE24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824288" y="2714625"/>
            <a:ext cx="323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1" i="0">
                <a:solidFill>
                  <a:srgbClr val="B9D5F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 i="0">
                <a:solidFill>
                  <a:srgbClr val="B9D5F6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20" name="spectrum-title-1">
            <a:extLst xmlns:a="http://schemas.openxmlformats.org/drawingml/2006/main">
              <a:ext uri="{FF2B5EF4-FFF2-40B4-BE49-F238E27FC236}">
                <a16:creationId xmlns:a16="http://schemas.microsoft.com/office/drawing/2014/main" id="{98DCD9DD-959E-4276-9368-80083209A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824288" y="3207544"/>
            <a:ext cx="1985963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21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工作型需求</a:t>
            </a:r>
          </a:p>
        </p:txBody>
      </p:sp>
      <p:sp>
        <p:nvSpPr>
          <p:cNvPr id="21" name="spectrum-body-1">
            <a:extLst xmlns:a="http://schemas.openxmlformats.org/drawingml/2006/main">
              <a:ext uri="{FF2B5EF4-FFF2-40B4-BE49-F238E27FC236}">
                <a16:creationId xmlns:a16="http://schemas.microsoft.com/office/drawing/2014/main" id="{E8019EA3-7931-4174-AED0-A9A8E60D1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824288" y="3655219"/>
            <a:ext cx="1985963" cy="8809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36000"/>
              </a:lnSpc>
              <a:buNone/>
              <a:defRPr sz="1700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00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结构清楚、视觉规</a:t>
            </a:r>
          </a:p>
          <a:p xmlns:a="http://schemas.openxmlformats.org/drawingml/2006/main">
            <a:pPr algn="ctr">
              <a:lnSpc>
                <a:spcPct val="136000"/>
              </a:lnSpc>
              <a:buNone/>
              <a:defRPr sz="1700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00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范、稳定可靠且可修</a:t>
            </a:r>
          </a:p>
          <a:p xmlns:a="http://schemas.openxmlformats.org/drawingml/2006/main">
            <a:pPr algn="ctr">
              <a:lnSpc>
                <a:spcPct val="136000"/>
              </a:lnSpc>
              <a:buNone/>
              <a:defRPr sz="1700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00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改</a:t>
            </a:r>
          </a:p>
        </p:txBody>
      </p:sp>
      <p:sp>
        <p:nvSpPr>
          <p:cNvPr id="22" name="spectrum-order-2">
            <a:extLst xmlns:a="http://schemas.openxmlformats.org/drawingml/2006/main">
              <a:ext uri="{FF2B5EF4-FFF2-40B4-BE49-F238E27FC236}">
                <a16:creationId xmlns:a16="http://schemas.microsoft.com/office/drawing/2014/main" id="{7F052D41-B526-45B4-A312-3D58C7555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381750" y="3095625"/>
            <a:ext cx="323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1" i="0">
                <a:solidFill>
                  <a:srgbClr val="9AB1C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 i="0">
                <a:solidFill>
                  <a:srgbClr val="9AB1CA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23" name="spectrum-title-2">
            <a:extLst xmlns:a="http://schemas.openxmlformats.org/drawingml/2006/main">
              <a:ext uri="{FF2B5EF4-FFF2-40B4-BE49-F238E27FC236}">
                <a16:creationId xmlns:a16="http://schemas.microsoft.com/office/drawing/2014/main" id="{AFEE65D9-FEE3-43C3-9664-42CF87ECF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381750" y="3497313"/>
            <a:ext cx="1985963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2100" b="1" i="0">
                <a:solidFill>
                  <a:srgbClr val="254B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 i="0">
                <a:solidFill>
                  <a:srgbClr val="254B7C"/>
                </a:solidFill>
                <a:latin typeface="Microsoft YaHei"/>
                <a:ea typeface="Microsoft YaHei"/>
                <a:cs typeface="Microsoft YaHei"/>
              </a:rPr>
              <a:t>高定制端</a:t>
            </a:r>
          </a:p>
        </p:txBody>
      </p:sp>
      <p:sp>
        <p:nvSpPr>
          <p:cNvPr id="24" name="spectrum-body-2">
            <a:extLst xmlns:a="http://schemas.openxmlformats.org/drawingml/2006/main">
              <a:ext uri="{FF2B5EF4-FFF2-40B4-BE49-F238E27FC236}">
                <a16:creationId xmlns:a16="http://schemas.microsoft.com/office/drawing/2014/main" id="{22AF5140-C617-41CD-B34A-895D5AC64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381750" y="3944988"/>
            <a:ext cx="1985963" cy="58727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36000"/>
              </a:lnSpc>
              <a:buNone/>
              <a:defRPr sz="1700" b="0" i="0">
                <a:solidFill>
                  <a:srgbClr val="5261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00" b="0" i="0">
                <a:solidFill>
                  <a:srgbClr val="526174"/>
                </a:solidFill>
                <a:latin typeface="Microsoft YaHei"/>
                <a:ea typeface="Microsoft YaHei"/>
                <a:cs typeface="Microsoft YaHei"/>
              </a:rPr>
              <a:t>发布会、路演和比赛</a:t>
            </a:r>
          </a:p>
          <a:p xmlns:a="http://schemas.openxmlformats.org/drawingml/2006/main">
            <a:pPr algn="ctr">
              <a:lnSpc>
                <a:spcPct val="136000"/>
              </a:lnSpc>
              <a:buNone/>
              <a:defRPr sz="1700" b="0" i="0">
                <a:solidFill>
                  <a:srgbClr val="5261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00" b="0" i="0">
                <a:solidFill>
                  <a:srgbClr val="526174"/>
                </a:solidFill>
                <a:latin typeface="Microsoft YaHei"/>
                <a:ea typeface="Microsoft YaHei"/>
                <a:cs typeface="Microsoft YaHei"/>
              </a:rPr>
              <a:t>需要高度视觉创意</a:t>
            </a:r>
          </a:p>
        </p:txBody>
      </p:sp>
      <p:sp>
        <p:nvSpPr>
          <p:cNvPr id="25" name="spectrum-order-3">
            <a:extLst xmlns:a="http://schemas.openxmlformats.org/drawingml/2006/main">
              <a:ext uri="{FF2B5EF4-FFF2-40B4-BE49-F238E27FC236}">
                <a16:creationId xmlns:a16="http://schemas.microsoft.com/office/drawing/2014/main" id="{6E2F89D5-7E23-4379-BC20-8C0EF9075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939213" y="3095625"/>
            <a:ext cx="323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1" i="0">
                <a:solidFill>
                  <a:srgbClr val="9AB1C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 i="0">
                <a:solidFill>
                  <a:srgbClr val="9AB1CA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26" name="spectrum-title-3">
            <a:extLst xmlns:a="http://schemas.openxmlformats.org/drawingml/2006/main">
              <a:ext uri="{FF2B5EF4-FFF2-40B4-BE49-F238E27FC236}">
                <a16:creationId xmlns:a16="http://schemas.microsoft.com/office/drawing/2014/main" id="{1AAFF18B-4946-4978-9F92-D4A1C7F02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939213" y="3497313"/>
            <a:ext cx="1985963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2100" b="1" i="0">
                <a:solidFill>
                  <a:srgbClr val="254B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 i="0">
                <a:solidFill>
                  <a:srgbClr val="254B7C"/>
                </a:solidFill>
                <a:latin typeface="Microsoft YaHei"/>
                <a:ea typeface="Microsoft YaHei"/>
                <a:cs typeface="Microsoft YaHei"/>
              </a:rPr>
              <a:t>专业表达</a:t>
            </a:r>
          </a:p>
        </p:txBody>
      </p:sp>
      <p:sp>
        <p:nvSpPr>
          <p:cNvPr id="27" name="spectrum-body-3">
            <a:extLst xmlns:a="http://schemas.openxmlformats.org/drawingml/2006/main">
              <a:ext uri="{FF2B5EF4-FFF2-40B4-BE49-F238E27FC236}">
                <a16:creationId xmlns:a16="http://schemas.microsoft.com/office/drawing/2014/main" id="{22395958-3275-449C-A6B5-96B14390F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939213" y="3944988"/>
            <a:ext cx="1985963" cy="58727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36000"/>
              </a:lnSpc>
              <a:buNone/>
              <a:defRPr sz="1700" b="0" i="0">
                <a:solidFill>
                  <a:srgbClr val="5261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00" b="0" i="0">
                <a:solidFill>
                  <a:srgbClr val="526174"/>
                </a:solidFill>
                <a:latin typeface="Microsoft YaHei"/>
                <a:ea typeface="Microsoft YaHei"/>
                <a:cs typeface="Microsoft YaHei"/>
              </a:rPr>
              <a:t>需要专门设计与品牌</a:t>
            </a:r>
          </a:p>
          <a:p xmlns:a="http://schemas.openxmlformats.org/drawingml/2006/main">
            <a:pPr algn="ctr">
              <a:lnSpc>
                <a:spcPct val="136000"/>
              </a:lnSpc>
              <a:buNone/>
              <a:defRPr sz="1700" b="0" i="0">
                <a:solidFill>
                  <a:srgbClr val="5261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00" b="0" i="0">
                <a:solidFill>
                  <a:srgbClr val="526174"/>
                </a:solidFill>
                <a:latin typeface="Microsoft YaHei"/>
                <a:ea typeface="Microsoft YaHei"/>
                <a:cs typeface="Microsoft YaHei"/>
              </a:rPr>
              <a:t>化表达</a:t>
            </a:r>
          </a:p>
        </p:txBody>
      </p:sp>
      <p:sp>
        <p:nvSpPr>
          <p:cNvPr id="28" name="spectrum-focus-label-bg">
            <a:extLst xmlns:a="http://schemas.openxmlformats.org/drawingml/2006/main">
              <a:ext uri="{FF2B5EF4-FFF2-40B4-BE49-F238E27FC236}">
                <a16:creationId xmlns:a16="http://schemas.microsoft.com/office/drawing/2014/main" id="{C55CBD0E-ECC1-4642-B12E-258247FD6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398169" y="2724150"/>
            <a:ext cx="83820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spectrum-focus-label">
            <a:extLst xmlns:a="http://schemas.openxmlformats.org/drawingml/2006/main">
              <a:ext uri="{FF2B5EF4-FFF2-40B4-BE49-F238E27FC236}">
                <a16:creationId xmlns:a16="http://schemas.microsoft.com/office/drawing/2014/main" id="{12477FCB-F9BC-4F77-8131-BBD0687FE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398169" y="2724150"/>
            <a:ext cx="838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30000"/>
              </a:lnSpc>
              <a:buNone/>
              <a:defRPr sz="1500" b="1" i="0">
                <a:solidFill>
                  <a:srgbClr val="2F5E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 i="0">
                <a:solidFill>
                  <a:srgbClr val="2F5EA8"/>
                </a:solidFill>
                <a:latin typeface="Microsoft YaHei"/>
                <a:ea typeface="Microsoft YaHei"/>
                <a:cs typeface="Microsoft YaHei"/>
              </a:rPr>
              <a:t>重点区域</a:t>
            </a:r>
          </a:p>
        </p:txBody>
      </p:sp>
    </p:spTree>
    <p:extLst>
      <p:ext uri="{BB962C8B-B14F-4D97-AF65-F5344CB8AC3E}">
        <p14:creationId xmlns:p14="http://schemas.microsoft.com/office/powerpoint/2010/main" val="104314803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spectrum-density-fill">
            <a:extLst xmlns:a="http://schemas.openxmlformats.org/drawingml/2006/main">
              <a:ext uri="{FF2B5EF4-FFF2-40B4-BE49-F238E27FC236}">
                <a16:creationId xmlns:a16="http://schemas.microsoft.com/office/drawing/2014/main" id="{936FABE0-52C9-449B-A0D9-881C048B3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00125" y="1620250"/>
            <a:ext cx="10191750" cy="3599450"/>
          </a:xfrm>
          <a:custGeom xmlns:a="http://schemas.openxmlformats.org/drawingml/2006/main">
            <a:pathLst>
              <a:path w="10191750" h="3599450">
                <a:moveTo>
                  <a:pt x="0" y="3599450"/>
                </a:moveTo>
                <a:lnTo>
                  <a:pt x="0" y="3502752"/>
                </a:lnTo>
                <a:lnTo>
                  <a:pt x="0" y="3406064"/>
                </a:lnTo>
                <a:lnTo>
                  <a:pt x="0" y="3309366"/>
                </a:lnTo>
                <a:lnTo>
                  <a:pt x="0" y="3212668"/>
                </a:lnTo>
                <a:lnTo>
                  <a:pt x="79905" y="3172273"/>
                </a:lnTo>
                <a:lnTo>
                  <a:pt x="170450" y="3138364"/>
                </a:lnTo>
                <a:lnTo>
                  <a:pt x="260385" y="3102854"/>
                </a:lnTo>
                <a:lnTo>
                  <a:pt x="349682" y="3065764"/>
                </a:lnTo>
                <a:lnTo>
                  <a:pt x="438140" y="3026702"/>
                </a:lnTo>
                <a:lnTo>
                  <a:pt x="525770" y="2985840"/>
                </a:lnTo>
                <a:lnTo>
                  <a:pt x="612705" y="2943511"/>
                </a:lnTo>
                <a:lnTo>
                  <a:pt x="698925" y="2899762"/>
                </a:lnTo>
                <a:lnTo>
                  <a:pt x="784308" y="2854376"/>
                </a:lnTo>
                <a:lnTo>
                  <a:pt x="868718" y="2807208"/>
                </a:lnTo>
                <a:lnTo>
                  <a:pt x="952386" y="2758754"/>
                </a:lnTo>
                <a:lnTo>
                  <a:pt x="1035339" y="2709072"/>
                </a:lnTo>
                <a:lnTo>
                  <a:pt x="1117406" y="2657932"/>
                </a:lnTo>
                <a:lnTo>
                  <a:pt x="1198531" y="2605316"/>
                </a:lnTo>
                <a:lnTo>
                  <a:pt x="1278988" y="2551690"/>
                </a:lnTo>
                <a:lnTo>
                  <a:pt x="1358808" y="2497112"/>
                </a:lnTo>
                <a:lnTo>
                  <a:pt x="1437561" y="2441010"/>
                </a:lnTo>
                <a:lnTo>
                  <a:pt x="1515732" y="2384098"/>
                </a:lnTo>
                <a:lnTo>
                  <a:pt x="1593323" y="2326405"/>
                </a:lnTo>
                <a:lnTo>
                  <a:pt x="1670056" y="2267560"/>
                </a:lnTo>
                <a:lnTo>
                  <a:pt x="1746209" y="2207981"/>
                </a:lnTo>
                <a:lnTo>
                  <a:pt x="1821923" y="2147830"/>
                </a:lnTo>
                <a:lnTo>
                  <a:pt x="1896904" y="2086785"/>
                </a:lnTo>
                <a:lnTo>
                  <a:pt x="1971399" y="2025129"/>
                </a:lnTo>
                <a:lnTo>
                  <a:pt x="2045522" y="1963036"/>
                </a:lnTo>
                <a:lnTo>
                  <a:pt x="2119093" y="1900295"/>
                </a:lnTo>
                <a:lnTo>
                  <a:pt x="2192331" y="1837153"/>
                </a:lnTo>
                <a:lnTo>
                  <a:pt x="2265293" y="1773698"/>
                </a:lnTo>
                <a:lnTo>
                  <a:pt x="2337826" y="1709757"/>
                </a:lnTo>
                <a:lnTo>
                  <a:pt x="2410225" y="1645653"/>
                </a:lnTo>
                <a:lnTo>
                  <a:pt x="2482425" y="1581341"/>
                </a:lnTo>
                <a:lnTo>
                  <a:pt x="2554405" y="1516771"/>
                </a:lnTo>
                <a:lnTo>
                  <a:pt x="2626338" y="1452153"/>
                </a:lnTo>
                <a:lnTo>
                  <a:pt x="2698280" y="1387535"/>
                </a:lnTo>
                <a:lnTo>
                  <a:pt x="2770232" y="1322946"/>
                </a:lnTo>
                <a:lnTo>
                  <a:pt x="2842231" y="1258405"/>
                </a:lnTo>
                <a:lnTo>
                  <a:pt x="2914412" y="1194054"/>
                </a:lnTo>
                <a:lnTo>
                  <a:pt x="2986821" y="1129970"/>
                </a:lnTo>
                <a:lnTo>
                  <a:pt x="3059401" y="1066076"/>
                </a:lnTo>
                <a:lnTo>
                  <a:pt x="3132458" y="1002735"/>
                </a:lnTo>
                <a:lnTo>
                  <a:pt x="3205848" y="939775"/>
                </a:lnTo>
                <a:lnTo>
                  <a:pt x="3279600" y="877243"/>
                </a:lnTo>
                <a:lnTo>
                  <a:pt x="3354143" y="815645"/>
                </a:lnTo>
                <a:lnTo>
                  <a:pt x="3429152" y="754637"/>
                </a:lnTo>
                <a:lnTo>
                  <a:pt x="3504762" y="694353"/>
                </a:lnTo>
                <a:lnTo>
                  <a:pt x="3581467" y="635479"/>
                </a:lnTo>
                <a:lnTo>
                  <a:pt x="3658857" y="577529"/>
                </a:lnTo>
                <a:lnTo>
                  <a:pt x="3736991" y="520560"/>
                </a:lnTo>
                <a:lnTo>
                  <a:pt x="3816648" y="465753"/>
                </a:lnTo>
                <a:lnTo>
                  <a:pt x="3897278" y="412385"/>
                </a:lnTo>
                <a:lnTo>
                  <a:pt x="3978926" y="360597"/>
                </a:lnTo>
                <a:lnTo>
                  <a:pt x="4062003" y="311125"/>
                </a:lnTo>
                <a:lnTo>
                  <a:pt x="4146661" y="264424"/>
                </a:lnTo>
                <a:lnTo>
                  <a:pt x="4232596" y="220132"/>
                </a:lnTo>
                <a:lnTo>
                  <a:pt x="4319864" y="178546"/>
                </a:lnTo>
                <a:lnTo>
                  <a:pt x="4408732" y="140427"/>
                </a:lnTo>
                <a:lnTo>
                  <a:pt x="4499324" y="106651"/>
                </a:lnTo>
                <a:lnTo>
                  <a:pt x="4591260" y="76791"/>
                </a:lnTo>
                <a:lnTo>
                  <a:pt x="4684452" y="51168"/>
                </a:lnTo>
                <a:lnTo>
                  <a:pt x="4778797" y="30166"/>
                </a:lnTo>
                <a:lnTo>
                  <a:pt x="4874143" y="14126"/>
                </a:lnTo>
                <a:lnTo>
                  <a:pt x="4970326" y="4181"/>
                </a:lnTo>
                <a:lnTo>
                  <a:pt x="5066909" y="0"/>
                </a:lnTo>
                <a:lnTo>
                  <a:pt x="5163550" y="1334"/>
                </a:lnTo>
                <a:lnTo>
                  <a:pt x="5259943" y="8163"/>
                </a:lnTo>
                <a:lnTo>
                  <a:pt x="5355822" y="20355"/>
                </a:lnTo>
                <a:lnTo>
                  <a:pt x="5450919" y="37700"/>
                </a:lnTo>
                <a:lnTo>
                  <a:pt x="5544969" y="60169"/>
                </a:lnTo>
                <a:lnTo>
                  <a:pt x="5637552" y="88049"/>
                </a:lnTo>
                <a:lnTo>
                  <a:pt x="5728773" y="120015"/>
                </a:lnTo>
                <a:lnTo>
                  <a:pt x="5818613" y="155696"/>
                </a:lnTo>
                <a:lnTo>
                  <a:pt x="5907062" y="194720"/>
                </a:lnTo>
                <a:lnTo>
                  <a:pt x="5993968" y="237115"/>
                </a:lnTo>
                <a:lnTo>
                  <a:pt x="6079131" y="282893"/>
                </a:lnTo>
                <a:lnTo>
                  <a:pt x="6163018" y="330937"/>
                </a:lnTo>
                <a:lnTo>
                  <a:pt x="6245723" y="381019"/>
                </a:lnTo>
                <a:lnTo>
                  <a:pt x="6327048" y="433340"/>
                </a:lnTo>
                <a:lnTo>
                  <a:pt x="6407001" y="487699"/>
                </a:lnTo>
                <a:lnTo>
                  <a:pt x="6486058" y="543373"/>
                </a:lnTo>
                <a:lnTo>
                  <a:pt x="6564182" y="600342"/>
                </a:lnTo>
                <a:lnTo>
                  <a:pt x="6641040" y="659016"/>
                </a:lnTo>
                <a:lnTo>
                  <a:pt x="6717268" y="718499"/>
                </a:lnTo>
                <a:lnTo>
                  <a:pt x="6792878" y="778783"/>
                </a:lnTo>
                <a:lnTo>
                  <a:pt x="6867487" y="840296"/>
                </a:lnTo>
                <a:lnTo>
                  <a:pt x="6941687" y="902294"/>
                </a:lnTo>
                <a:lnTo>
                  <a:pt x="7015448" y="964816"/>
                </a:lnTo>
                <a:lnTo>
                  <a:pt x="7088553" y="1028100"/>
                </a:lnTo>
                <a:lnTo>
                  <a:pt x="7161428" y="1091660"/>
                </a:lnTo>
                <a:lnTo>
                  <a:pt x="7233999" y="1155563"/>
                </a:lnTo>
                <a:lnTo>
                  <a:pt x="7306246" y="1219829"/>
                </a:lnTo>
                <a:lnTo>
                  <a:pt x="7378370" y="1284227"/>
                </a:lnTo>
                <a:lnTo>
                  <a:pt x="7450341" y="1348816"/>
                </a:lnTo>
                <a:lnTo>
                  <a:pt x="7522283" y="1413415"/>
                </a:lnTo>
                <a:lnTo>
                  <a:pt x="7594225" y="1478032"/>
                </a:lnTo>
                <a:lnTo>
                  <a:pt x="7666158" y="1542650"/>
                </a:lnTo>
                <a:lnTo>
                  <a:pt x="7738243" y="1607096"/>
                </a:lnTo>
                <a:lnTo>
                  <a:pt x="7810452" y="1671409"/>
                </a:lnTo>
                <a:lnTo>
                  <a:pt x="7882976" y="1735369"/>
                </a:lnTo>
                <a:lnTo>
                  <a:pt x="7955680" y="1799111"/>
                </a:lnTo>
                <a:lnTo>
                  <a:pt x="8028642" y="1862566"/>
                </a:lnTo>
                <a:lnTo>
                  <a:pt x="8102127" y="1925422"/>
                </a:lnTo>
                <a:lnTo>
                  <a:pt x="8175879" y="1987944"/>
                </a:lnTo>
                <a:lnTo>
                  <a:pt x="8250069" y="2049971"/>
                </a:lnTo>
                <a:lnTo>
                  <a:pt x="8324879" y="2111235"/>
                </a:lnTo>
                <a:lnTo>
                  <a:pt x="8400088" y="2172005"/>
                </a:lnTo>
                <a:lnTo>
                  <a:pt x="8475907" y="2232012"/>
                </a:lnTo>
                <a:lnTo>
                  <a:pt x="8552431" y="2291124"/>
                </a:lnTo>
                <a:lnTo>
                  <a:pt x="8629440" y="2349589"/>
                </a:lnTo>
                <a:lnTo>
                  <a:pt x="8707145" y="2407148"/>
                </a:lnTo>
                <a:lnTo>
                  <a:pt x="8785727" y="2463479"/>
                </a:lnTo>
                <a:lnTo>
                  <a:pt x="8864908" y="2518972"/>
                </a:lnTo>
                <a:lnTo>
                  <a:pt x="8944737" y="2573550"/>
                </a:lnTo>
                <a:lnTo>
                  <a:pt x="9025623" y="2626519"/>
                </a:lnTo>
                <a:lnTo>
                  <a:pt x="9107214" y="2678411"/>
                </a:lnTo>
                <a:lnTo>
                  <a:pt x="9189501" y="2729189"/>
                </a:lnTo>
                <a:lnTo>
                  <a:pt x="9272673" y="2778500"/>
                </a:lnTo>
                <a:lnTo>
                  <a:pt x="9356798" y="2826172"/>
                </a:lnTo>
                <a:lnTo>
                  <a:pt x="9441637" y="2872550"/>
                </a:lnTo>
                <a:lnTo>
                  <a:pt x="9527210" y="2917574"/>
                </a:lnTo>
                <a:lnTo>
                  <a:pt x="9613687" y="2960846"/>
                </a:lnTo>
                <a:lnTo>
                  <a:pt x="9701012" y="3002356"/>
                </a:lnTo>
                <a:lnTo>
                  <a:pt x="9789043" y="3042352"/>
                </a:lnTo>
                <a:lnTo>
                  <a:pt x="9877768" y="3080766"/>
                </a:lnTo>
                <a:lnTo>
                  <a:pt x="9967189" y="3117571"/>
                </a:lnTo>
                <a:lnTo>
                  <a:pt x="10057448" y="3152261"/>
                </a:lnTo>
                <a:lnTo>
                  <a:pt x="10148316" y="3185303"/>
                </a:lnTo>
                <a:lnTo>
                  <a:pt x="10191750" y="3251397"/>
                </a:lnTo>
                <a:lnTo>
                  <a:pt x="10191750" y="3348095"/>
                </a:lnTo>
                <a:lnTo>
                  <a:pt x="10191750" y="3444792"/>
                </a:lnTo>
                <a:lnTo>
                  <a:pt x="10191750" y="3541490"/>
                </a:lnTo>
                <a:lnTo>
                  <a:pt x="10153021" y="3599450"/>
                </a:lnTo>
                <a:lnTo>
                  <a:pt x="10056324" y="3599450"/>
                </a:lnTo>
                <a:lnTo>
                  <a:pt x="9959626" y="3599450"/>
                </a:lnTo>
                <a:lnTo>
                  <a:pt x="9862937" y="3599450"/>
                </a:lnTo>
                <a:lnTo>
                  <a:pt x="9766240" y="3599450"/>
                </a:lnTo>
                <a:lnTo>
                  <a:pt x="9669542" y="3599450"/>
                </a:lnTo>
                <a:lnTo>
                  <a:pt x="9572844" y="3599450"/>
                </a:lnTo>
                <a:lnTo>
                  <a:pt x="9476156" y="3599450"/>
                </a:lnTo>
                <a:lnTo>
                  <a:pt x="9379458" y="3599450"/>
                </a:lnTo>
                <a:lnTo>
                  <a:pt x="9282760" y="3599450"/>
                </a:lnTo>
                <a:lnTo>
                  <a:pt x="9186062" y="3599450"/>
                </a:lnTo>
                <a:lnTo>
                  <a:pt x="9089374" y="3599450"/>
                </a:lnTo>
                <a:lnTo>
                  <a:pt x="8992676" y="3599450"/>
                </a:lnTo>
                <a:lnTo>
                  <a:pt x="8895979" y="3599450"/>
                </a:lnTo>
                <a:lnTo>
                  <a:pt x="8799281" y="3599450"/>
                </a:lnTo>
                <a:lnTo>
                  <a:pt x="8702592" y="3599450"/>
                </a:lnTo>
                <a:lnTo>
                  <a:pt x="8605895" y="3599450"/>
                </a:lnTo>
                <a:lnTo>
                  <a:pt x="8509197" y="3599450"/>
                </a:lnTo>
                <a:lnTo>
                  <a:pt x="8412499" y="3599450"/>
                </a:lnTo>
                <a:lnTo>
                  <a:pt x="8315811" y="3599450"/>
                </a:lnTo>
                <a:lnTo>
                  <a:pt x="8219113" y="3599450"/>
                </a:lnTo>
                <a:lnTo>
                  <a:pt x="8122415" y="3599450"/>
                </a:lnTo>
                <a:lnTo>
                  <a:pt x="8025717" y="3599450"/>
                </a:lnTo>
                <a:lnTo>
                  <a:pt x="7929029" y="3599450"/>
                </a:lnTo>
                <a:lnTo>
                  <a:pt x="7832331" y="3599450"/>
                </a:lnTo>
                <a:lnTo>
                  <a:pt x="7735634" y="3599450"/>
                </a:lnTo>
                <a:lnTo>
                  <a:pt x="7638936" y="3599450"/>
                </a:lnTo>
                <a:lnTo>
                  <a:pt x="7542247" y="3599450"/>
                </a:lnTo>
                <a:lnTo>
                  <a:pt x="7445550" y="3599450"/>
                </a:lnTo>
                <a:lnTo>
                  <a:pt x="7348852" y="3599450"/>
                </a:lnTo>
                <a:lnTo>
                  <a:pt x="7252154" y="3599450"/>
                </a:lnTo>
                <a:lnTo>
                  <a:pt x="7155456" y="3599450"/>
                </a:lnTo>
                <a:lnTo>
                  <a:pt x="7058768" y="3599450"/>
                </a:lnTo>
                <a:lnTo>
                  <a:pt x="6962070" y="3599450"/>
                </a:lnTo>
                <a:lnTo>
                  <a:pt x="6865372" y="3599450"/>
                </a:lnTo>
                <a:lnTo>
                  <a:pt x="6768684" y="3599450"/>
                </a:lnTo>
                <a:lnTo>
                  <a:pt x="6671986" y="3599450"/>
                </a:lnTo>
                <a:lnTo>
                  <a:pt x="6575288" y="3599450"/>
                </a:lnTo>
                <a:lnTo>
                  <a:pt x="6478591" y="3599450"/>
                </a:lnTo>
                <a:lnTo>
                  <a:pt x="6381902" y="3599450"/>
                </a:lnTo>
                <a:lnTo>
                  <a:pt x="6285205" y="3599450"/>
                </a:lnTo>
                <a:lnTo>
                  <a:pt x="6188507" y="3599450"/>
                </a:lnTo>
                <a:lnTo>
                  <a:pt x="6091809" y="3599450"/>
                </a:lnTo>
                <a:lnTo>
                  <a:pt x="5995121" y="3599450"/>
                </a:lnTo>
                <a:lnTo>
                  <a:pt x="5898423" y="3599450"/>
                </a:lnTo>
                <a:lnTo>
                  <a:pt x="5801725" y="3599450"/>
                </a:lnTo>
                <a:lnTo>
                  <a:pt x="5705027" y="3599450"/>
                </a:lnTo>
                <a:lnTo>
                  <a:pt x="5608339" y="3599450"/>
                </a:lnTo>
                <a:lnTo>
                  <a:pt x="5511641" y="3599450"/>
                </a:lnTo>
                <a:lnTo>
                  <a:pt x="5414943" y="3599450"/>
                </a:lnTo>
                <a:lnTo>
                  <a:pt x="5318246" y="3599450"/>
                </a:lnTo>
                <a:lnTo>
                  <a:pt x="5221557" y="3599450"/>
                </a:lnTo>
                <a:lnTo>
                  <a:pt x="5124860" y="3599450"/>
                </a:lnTo>
                <a:lnTo>
                  <a:pt x="5028162" y="3599450"/>
                </a:lnTo>
                <a:lnTo>
                  <a:pt x="4931464" y="3599450"/>
                </a:lnTo>
                <a:lnTo>
                  <a:pt x="4834776" y="3599450"/>
                </a:lnTo>
                <a:lnTo>
                  <a:pt x="4738078" y="3599450"/>
                </a:lnTo>
                <a:lnTo>
                  <a:pt x="4641380" y="3599450"/>
                </a:lnTo>
                <a:lnTo>
                  <a:pt x="4544682" y="3599450"/>
                </a:lnTo>
                <a:lnTo>
                  <a:pt x="4447994" y="3599450"/>
                </a:lnTo>
                <a:lnTo>
                  <a:pt x="4351296" y="3599450"/>
                </a:lnTo>
                <a:lnTo>
                  <a:pt x="4254598" y="3599450"/>
                </a:lnTo>
                <a:lnTo>
                  <a:pt x="4157901" y="3599450"/>
                </a:lnTo>
                <a:lnTo>
                  <a:pt x="4061212" y="3599450"/>
                </a:lnTo>
                <a:lnTo>
                  <a:pt x="3964515" y="3599450"/>
                </a:lnTo>
                <a:lnTo>
                  <a:pt x="3867817" y="3599450"/>
                </a:lnTo>
                <a:lnTo>
                  <a:pt x="3771119" y="3599450"/>
                </a:lnTo>
                <a:lnTo>
                  <a:pt x="3674431" y="3599450"/>
                </a:lnTo>
                <a:lnTo>
                  <a:pt x="3577733" y="3599450"/>
                </a:lnTo>
                <a:lnTo>
                  <a:pt x="3481035" y="3599450"/>
                </a:lnTo>
                <a:lnTo>
                  <a:pt x="3384337" y="3599450"/>
                </a:lnTo>
                <a:lnTo>
                  <a:pt x="3287639" y="3599450"/>
                </a:lnTo>
                <a:lnTo>
                  <a:pt x="3190951" y="3599450"/>
                </a:lnTo>
                <a:lnTo>
                  <a:pt x="3094253" y="3599450"/>
                </a:lnTo>
                <a:lnTo>
                  <a:pt x="2997556" y="3599450"/>
                </a:lnTo>
                <a:lnTo>
                  <a:pt x="2900858" y="3599450"/>
                </a:lnTo>
                <a:lnTo>
                  <a:pt x="2804170" y="3599450"/>
                </a:lnTo>
                <a:lnTo>
                  <a:pt x="2707472" y="3599450"/>
                </a:lnTo>
                <a:lnTo>
                  <a:pt x="2610774" y="3599450"/>
                </a:lnTo>
                <a:lnTo>
                  <a:pt x="2514086" y="3599450"/>
                </a:lnTo>
                <a:lnTo>
                  <a:pt x="2417388" y="3599450"/>
                </a:lnTo>
                <a:lnTo>
                  <a:pt x="2320690" y="3599450"/>
                </a:lnTo>
                <a:lnTo>
                  <a:pt x="2223992" y="3599450"/>
                </a:lnTo>
                <a:lnTo>
                  <a:pt x="2127304" y="3599450"/>
                </a:lnTo>
                <a:lnTo>
                  <a:pt x="2030606" y="3599450"/>
                </a:lnTo>
                <a:lnTo>
                  <a:pt x="1933908" y="3599450"/>
                </a:lnTo>
                <a:lnTo>
                  <a:pt x="1837211" y="3599450"/>
                </a:lnTo>
                <a:lnTo>
                  <a:pt x="1740513" y="3599450"/>
                </a:lnTo>
                <a:lnTo>
                  <a:pt x="1643825" y="3599450"/>
                </a:lnTo>
                <a:lnTo>
                  <a:pt x="1547127" y="3599450"/>
                </a:lnTo>
                <a:lnTo>
                  <a:pt x="1450429" y="3599450"/>
                </a:lnTo>
                <a:lnTo>
                  <a:pt x="1353741" y="3599450"/>
                </a:lnTo>
                <a:lnTo>
                  <a:pt x="1257043" y="3599450"/>
                </a:lnTo>
                <a:lnTo>
                  <a:pt x="1160345" y="3599450"/>
                </a:lnTo>
                <a:lnTo>
                  <a:pt x="1063647" y="3599450"/>
                </a:lnTo>
                <a:lnTo>
                  <a:pt x="966959" y="3599450"/>
                </a:lnTo>
                <a:lnTo>
                  <a:pt x="870261" y="3599450"/>
                </a:lnTo>
                <a:lnTo>
                  <a:pt x="773563" y="3599450"/>
                </a:lnTo>
                <a:lnTo>
                  <a:pt x="676866" y="3599450"/>
                </a:lnTo>
                <a:lnTo>
                  <a:pt x="580168" y="3599450"/>
                </a:lnTo>
                <a:lnTo>
                  <a:pt x="483479" y="3599450"/>
                </a:lnTo>
                <a:lnTo>
                  <a:pt x="386782" y="3599450"/>
                </a:lnTo>
                <a:lnTo>
                  <a:pt x="290084" y="3599450"/>
                </a:lnTo>
                <a:lnTo>
                  <a:pt x="193386" y="3599450"/>
                </a:lnTo>
                <a:lnTo>
                  <a:pt x="96698" y="3599450"/>
                </a:lnTo>
                <a:lnTo>
                  <a:pt x="0" y="3599450"/>
                </a:lnTo>
                <a:close/>
              </a:path>
            </a:pathLst>
          </a:custGeom>
          <a:solidFill xmlns:a="http://schemas.openxmlformats.org/drawingml/2006/main">
            <a:srgbClr val="F2F7FD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2" name="spectrum-density-curve">
            <a:extLst xmlns:a="http://schemas.openxmlformats.org/drawingml/2006/main">
              <a:ext uri="{FF2B5EF4-FFF2-40B4-BE49-F238E27FC236}">
                <a16:creationId xmlns:a16="http://schemas.microsoft.com/office/drawing/2014/main" id="{832A589F-F303-49D1-9E67-3F7D918B8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00125" y="1619250"/>
            <a:ext cx="10191750" cy="3201829"/>
          </a:xfrm>
          <a:custGeom xmlns:a="http://schemas.openxmlformats.org/drawingml/2006/main">
            <a:pathLst>
              <a:path w="10191750" h="3201829">
                <a:moveTo>
                  <a:pt x="0" y="3201829"/>
                </a:moveTo>
                <a:lnTo>
                  <a:pt x="47939" y="3184693"/>
                </a:lnTo>
                <a:lnTo>
                  <a:pt x="95879" y="3167558"/>
                </a:lnTo>
                <a:lnTo>
                  <a:pt x="143542" y="3149708"/>
                </a:lnTo>
                <a:lnTo>
                  <a:pt x="191062" y="3131439"/>
                </a:lnTo>
                <a:lnTo>
                  <a:pt x="238468" y="3112884"/>
                </a:lnTo>
                <a:lnTo>
                  <a:pt x="285540" y="3093491"/>
                </a:lnTo>
                <a:lnTo>
                  <a:pt x="332603" y="3074089"/>
                </a:lnTo>
                <a:lnTo>
                  <a:pt x="379247" y="3053705"/>
                </a:lnTo>
                <a:lnTo>
                  <a:pt x="425825" y="3033141"/>
                </a:lnTo>
                <a:lnTo>
                  <a:pt x="472173" y="3012110"/>
                </a:lnTo>
                <a:lnTo>
                  <a:pt x="518217" y="2990402"/>
                </a:lnTo>
                <a:lnTo>
                  <a:pt x="564271" y="2968695"/>
                </a:lnTo>
                <a:lnTo>
                  <a:pt x="609819" y="2945959"/>
                </a:lnTo>
                <a:lnTo>
                  <a:pt x="655339" y="2923175"/>
                </a:lnTo>
                <a:lnTo>
                  <a:pt x="700602" y="2899867"/>
                </a:lnTo>
                <a:lnTo>
                  <a:pt x="745550" y="2875969"/>
                </a:lnTo>
                <a:lnTo>
                  <a:pt x="790499" y="2852080"/>
                </a:lnTo>
                <a:lnTo>
                  <a:pt x="834914" y="2827191"/>
                </a:lnTo>
                <a:lnTo>
                  <a:pt x="879300" y="2802255"/>
                </a:lnTo>
                <a:lnTo>
                  <a:pt x="923439" y="2776909"/>
                </a:lnTo>
                <a:lnTo>
                  <a:pt x="967235" y="2750953"/>
                </a:lnTo>
                <a:lnTo>
                  <a:pt x="1011022" y="2724988"/>
                </a:lnTo>
                <a:lnTo>
                  <a:pt x="1054332" y="2698242"/>
                </a:lnTo>
                <a:lnTo>
                  <a:pt x="1097537" y="2671315"/>
                </a:lnTo>
                <a:lnTo>
                  <a:pt x="1140628" y="2644207"/>
                </a:lnTo>
                <a:lnTo>
                  <a:pt x="1183224" y="2616327"/>
                </a:lnTo>
                <a:lnTo>
                  <a:pt x="1225820" y="2588457"/>
                </a:lnTo>
                <a:lnTo>
                  <a:pt x="1268120" y="2560120"/>
                </a:lnTo>
                <a:lnTo>
                  <a:pt x="1310135" y="2531393"/>
                </a:lnTo>
                <a:lnTo>
                  <a:pt x="1352159" y="2502656"/>
                </a:lnTo>
                <a:lnTo>
                  <a:pt x="1393717" y="2473252"/>
                </a:lnTo>
                <a:lnTo>
                  <a:pt x="1435179" y="2443715"/>
                </a:lnTo>
                <a:lnTo>
                  <a:pt x="1476585" y="2414092"/>
                </a:lnTo>
                <a:lnTo>
                  <a:pt x="1517494" y="2383793"/>
                </a:lnTo>
                <a:lnTo>
                  <a:pt x="1558395" y="2353485"/>
                </a:lnTo>
                <a:lnTo>
                  <a:pt x="1599133" y="2322957"/>
                </a:lnTo>
                <a:lnTo>
                  <a:pt x="1639519" y="2291972"/>
                </a:lnTo>
                <a:lnTo>
                  <a:pt x="1679915" y="2260987"/>
                </a:lnTo>
                <a:lnTo>
                  <a:pt x="1720053" y="2229679"/>
                </a:lnTo>
                <a:lnTo>
                  <a:pt x="1759972" y="2198084"/>
                </a:lnTo>
                <a:lnTo>
                  <a:pt x="1799892" y="2166490"/>
                </a:lnTo>
                <a:lnTo>
                  <a:pt x="1839506" y="2134514"/>
                </a:lnTo>
                <a:lnTo>
                  <a:pt x="1878987" y="2102377"/>
                </a:lnTo>
                <a:lnTo>
                  <a:pt x="1918459" y="2070230"/>
                </a:lnTo>
                <a:lnTo>
                  <a:pt x="1957588" y="2037664"/>
                </a:lnTo>
                <a:lnTo>
                  <a:pt x="1996650" y="2005013"/>
                </a:lnTo>
                <a:lnTo>
                  <a:pt x="2035702" y="1972361"/>
                </a:lnTo>
                <a:lnTo>
                  <a:pt x="2074459" y="1939357"/>
                </a:lnTo>
                <a:lnTo>
                  <a:pt x="2113197" y="1906324"/>
                </a:lnTo>
                <a:lnTo>
                  <a:pt x="2151926" y="1873282"/>
                </a:lnTo>
                <a:lnTo>
                  <a:pt x="2190340" y="1839878"/>
                </a:lnTo>
                <a:lnTo>
                  <a:pt x="2228755" y="1806473"/>
                </a:lnTo>
                <a:lnTo>
                  <a:pt x="2267160" y="1773050"/>
                </a:lnTo>
                <a:lnTo>
                  <a:pt x="2305345" y="1739389"/>
                </a:lnTo>
                <a:lnTo>
                  <a:pt x="2343541" y="1705727"/>
                </a:lnTo>
                <a:lnTo>
                  <a:pt x="2381717" y="1672047"/>
                </a:lnTo>
                <a:lnTo>
                  <a:pt x="2419731" y="1638186"/>
                </a:lnTo>
                <a:lnTo>
                  <a:pt x="2457745" y="1604324"/>
                </a:lnTo>
                <a:lnTo>
                  <a:pt x="2495741" y="1570453"/>
                </a:lnTo>
                <a:lnTo>
                  <a:pt x="2533621" y="1536430"/>
                </a:lnTo>
                <a:lnTo>
                  <a:pt x="2571493" y="1502416"/>
                </a:lnTo>
                <a:lnTo>
                  <a:pt x="2609364" y="1468403"/>
                </a:lnTo>
                <a:lnTo>
                  <a:pt x="2647236" y="1434379"/>
                </a:lnTo>
                <a:lnTo>
                  <a:pt x="2685107" y="1400366"/>
                </a:lnTo>
                <a:lnTo>
                  <a:pt x="2722988" y="1366342"/>
                </a:lnTo>
                <a:lnTo>
                  <a:pt x="2760878" y="1332347"/>
                </a:lnTo>
                <a:lnTo>
                  <a:pt x="2798759" y="1298343"/>
                </a:lnTo>
                <a:lnTo>
                  <a:pt x="2836669" y="1264358"/>
                </a:lnTo>
                <a:lnTo>
                  <a:pt x="2874664" y="1230487"/>
                </a:lnTo>
                <a:lnTo>
                  <a:pt x="2912669" y="1196607"/>
                </a:lnTo>
                <a:lnTo>
                  <a:pt x="2950702" y="1162774"/>
                </a:lnTo>
                <a:lnTo>
                  <a:pt x="2988907" y="1129122"/>
                </a:lnTo>
                <a:lnTo>
                  <a:pt x="3027112" y="1095480"/>
                </a:lnTo>
                <a:lnTo>
                  <a:pt x="3065374" y="1061895"/>
                </a:lnTo>
                <a:lnTo>
                  <a:pt x="3103836" y="1028548"/>
                </a:lnTo>
                <a:lnTo>
                  <a:pt x="3142298" y="995201"/>
                </a:lnTo>
                <a:lnTo>
                  <a:pt x="3180855" y="961958"/>
                </a:lnTo>
                <a:lnTo>
                  <a:pt x="3219688" y="929040"/>
                </a:lnTo>
                <a:lnTo>
                  <a:pt x="3258522" y="896122"/>
                </a:lnTo>
                <a:lnTo>
                  <a:pt x="3297498" y="863375"/>
                </a:lnTo>
                <a:lnTo>
                  <a:pt x="3336769" y="830980"/>
                </a:lnTo>
                <a:lnTo>
                  <a:pt x="3376031" y="798576"/>
                </a:lnTo>
                <a:lnTo>
                  <a:pt x="3415551" y="766486"/>
                </a:lnTo>
                <a:lnTo>
                  <a:pt x="3455356" y="734749"/>
                </a:lnTo>
                <a:lnTo>
                  <a:pt x="3495161" y="703012"/>
                </a:lnTo>
                <a:lnTo>
                  <a:pt x="3535347" y="671770"/>
                </a:lnTo>
                <a:lnTo>
                  <a:pt x="3575780" y="640832"/>
                </a:lnTo>
                <a:lnTo>
                  <a:pt x="3616204" y="609895"/>
                </a:lnTo>
                <a:lnTo>
                  <a:pt x="3657209" y="579730"/>
                </a:lnTo>
                <a:lnTo>
                  <a:pt x="3698348" y="549735"/>
                </a:lnTo>
                <a:lnTo>
                  <a:pt x="3739534" y="519808"/>
                </a:lnTo>
                <a:lnTo>
                  <a:pt x="3781473" y="490957"/>
                </a:lnTo>
                <a:lnTo>
                  <a:pt x="3823411" y="462105"/>
                </a:lnTo>
                <a:lnTo>
                  <a:pt x="3865664" y="433721"/>
                </a:lnTo>
                <a:lnTo>
                  <a:pt x="3908479" y="406175"/>
                </a:lnTo>
                <a:lnTo>
                  <a:pt x="3951294" y="378628"/>
                </a:lnTo>
                <a:lnTo>
                  <a:pt x="3994766" y="352158"/>
                </a:lnTo>
                <a:lnTo>
                  <a:pt x="4038505" y="326107"/>
                </a:lnTo>
                <a:lnTo>
                  <a:pt x="4082377" y="300295"/>
                </a:lnTo>
                <a:lnTo>
                  <a:pt x="4127125" y="276015"/>
                </a:lnTo>
                <a:lnTo>
                  <a:pt x="4171874" y="251746"/>
                </a:lnTo>
                <a:lnTo>
                  <a:pt x="4217222" y="228629"/>
                </a:lnTo>
                <a:lnTo>
                  <a:pt x="4262980" y="206312"/>
                </a:lnTo>
                <a:lnTo>
                  <a:pt x="4308853" y="184271"/>
                </a:lnTo>
                <a:lnTo>
                  <a:pt x="4355640" y="164201"/>
                </a:lnTo>
                <a:lnTo>
                  <a:pt x="4402426" y="144132"/>
                </a:lnTo>
                <a:lnTo>
                  <a:pt x="4449909" y="125816"/>
                </a:lnTo>
                <a:lnTo>
                  <a:pt x="4497695" y="108252"/>
                </a:lnTo>
                <a:lnTo>
                  <a:pt x="4545778" y="91602"/>
                </a:lnTo>
                <a:lnTo>
                  <a:pt x="4594489" y="76800"/>
                </a:lnTo>
                <a:lnTo>
                  <a:pt x="4643209" y="62017"/>
                </a:lnTo>
                <a:lnTo>
                  <a:pt x="4692720" y="50197"/>
                </a:lnTo>
                <a:lnTo>
                  <a:pt x="4742231" y="38367"/>
                </a:lnTo>
                <a:lnTo>
                  <a:pt x="4792228" y="28861"/>
                </a:lnTo>
                <a:lnTo>
                  <a:pt x="4842405" y="20250"/>
                </a:lnTo>
                <a:lnTo>
                  <a:pt x="4892792" y="13202"/>
                </a:lnTo>
                <a:lnTo>
                  <a:pt x="4943427" y="7963"/>
                </a:lnTo>
                <a:lnTo>
                  <a:pt x="4994119" y="3505"/>
                </a:lnTo>
                <a:lnTo>
                  <a:pt x="5044992" y="1753"/>
                </a:lnTo>
                <a:lnTo>
                  <a:pt x="5095875" y="0"/>
                </a:lnTo>
                <a:lnTo>
                  <a:pt x="5146748" y="1753"/>
                </a:lnTo>
                <a:lnTo>
                  <a:pt x="5197631" y="3505"/>
                </a:lnTo>
                <a:lnTo>
                  <a:pt x="5248323" y="7963"/>
                </a:lnTo>
                <a:lnTo>
                  <a:pt x="5298958" y="13202"/>
                </a:lnTo>
                <a:lnTo>
                  <a:pt x="5349345" y="20250"/>
                </a:lnTo>
                <a:lnTo>
                  <a:pt x="5399522" y="28861"/>
                </a:lnTo>
                <a:lnTo>
                  <a:pt x="5449510" y="38367"/>
                </a:lnTo>
                <a:lnTo>
                  <a:pt x="5499030" y="50197"/>
                </a:lnTo>
                <a:lnTo>
                  <a:pt x="5548541" y="62017"/>
                </a:lnTo>
                <a:lnTo>
                  <a:pt x="5597261" y="76800"/>
                </a:lnTo>
                <a:lnTo>
                  <a:pt x="5645963" y="91602"/>
                </a:lnTo>
                <a:lnTo>
                  <a:pt x="5694055" y="108252"/>
                </a:lnTo>
                <a:lnTo>
                  <a:pt x="5741841" y="125816"/>
                </a:lnTo>
                <a:lnTo>
                  <a:pt x="5789324" y="144132"/>
                </a:lnTo>
                <a:lnTo>
                  <a:pt x="5836110" y="164201"/>
                </a:lnTo>
                <a:lnTo>
                  <a:pt x="5882897" y="184261"/>
                </a:lnTo>
                <a:lnTo>
                  <a:pt x="5928770" y="206312"/>
                </a:lnTo>
                <a:lnTo>
                  <a:pt x="5974528" y="228629"/>
                </a:lnTo>
                <a:lnTo>
                  <a:pt x="6019876" y="251746"/>
                </a:lnTo>
                <a:lnTo>
                  <a:pt x="6064625" y="276015"/>
                </a:lnTo>
                <a:lnTo>
                  <a:pt x="6109373" y="300295"/>
                </a:lnTo>
                <a:lnTo>
                  <a:pt x="6153236" y="326107"/>
                </a:lnTo>
                <a:lnTo>
                  <a:pt x="6196984" y="352158"/>
                </a:lnTo>
                <a:lnTo>
                  <a:pt x="6240456" y="378628"/>
                </a:lnTo>
                <a:lnTo>
                  <a:pt x="6283271" y="406175"/>
                </a:lnTo>
                <a:lnTo>
                  <a:pt x="6326076" y="433721"/>
                </a:lnTo>
                <a:lnTo>
                  <a:pt x="6368339" y="462096"/>
                </a:lnTo>
                <a:lnTo>
                  <a:pt x="6410277" y="490957"/>
                </a:lnTo>
                <a:lnTo>
                  <a:pt x="6452216" y="519808"/>
                </a:lnTo>
                <a:lnTo>
                  <a:pt x="6493402" y="549735"/>
                </a:lnTo>
                <a:lnTo>
                  <a:pt x="6534531" y="579730"/>
                </a:lnTo>
                <a:lnTo>
                  <a:pt x="6575536" y="609895"/>
                </a:lnTo>
                <a:lnTo>
                  <a:pt x="6615970" y="640832"/>
                </a:lnTo>
                <a:lnTo>
                  <a:pt x="6656403" y="671770"/>
                </a:lnTo>
                <a:lnTo>
                  <a:pt x="6696589" y="703012"/>
                </a:lnTo>
                <a:lnTo>
                  <a:pt x="6736394" y="734749"/>
                </a:lnTo>
                <a:lnTo>
                  <a:pt x="6776199" y="766486"/>
                </a:lnTo>
                <a:lnTo>
                  <a:pt x="6815709" y="798576"/>
                </a:lnTo>
                <a:lnTo>
                  <a:pt x="6854981" y="830980"/>
                </a:lnTo>
                <a:lnTo>
                  <a:pt x="6894252" y="863375"/>
                </a:lnTo>
                <a:lnTo>
                  <a:pt x="6933228" y="896112"/>
                </a:lnTo>
                <a:lnTo>
                  <a:pt x="6972062" y="929040"/>
                </a:lnTo>
                <a:lnTo>
                  <a:pt x="7010895" y="961958"/>
                </a:lnTo>
                <a:lnTo>
                  <a:pt x="7049453" y="995191"/>
                </a:lnTo>
                <a:lnTo>
                  <a:pt x="7087914" y="1028548"/>
                </a:lnTo>
                <a:lnTo>
                  <a:pt x="7126376" y="1061895"/>
                </a:lnTo>
                <a:lnTo>
                  <a:pt x="7164629" y="1095480"/>
                </a:lnTo>
                <a:lnTo>
                  <a:pt x="7202843" y="1129122"/>
                </a:lnTo>
                <a:lnTo>
                  <a:pt x="7241048" y="1162764"/>
                </a:lnTo>
                <a:lnTo>
                  <a:pt x="7279081" y="1196607"/>
                </a:lnTo>
                <a:lnTo>
                  <a:pt x="7317076" y="1230487"/>
                </a:lnTo>
                <a:lnTo>
                  <a:pt x="7355081" y="1264358"/>
                </a:lnTo>
                <a:lnTo>
                  <a:pt x="7392981" y="1298343"/>
                </a:lnTo>
                <a:lnTo>
                  <a:pt x="7430872" y="1332347"/>
                </a:lnTo>
                <a:lnTo>
                  <a:pt x="7468762" y="1366342"/>
                </a:lnTo>
                <a:lnTo>
                  <a:pt x="7506633" y="1400366"/>
                </a:lnTo>
                <a:lnTo>
                  <a:pt x="7544514" y="1434379"/>
                </a:lnTo>
                <a:lnTo>
                  <a:pt x="7582386" y="1468403"/>
                </a:lnTo>
                <a:lnTo>
                  <a:pt x="7620257" y="1502416"/>
                </a:lnTo>
                <a:lnTo>
                  <a:pt x="7658129" y="1536430"/>
                </a:lnTo>
                <a:lnTo>
                  <a:pt x="7696010" y="1570453"/>
                </a:lnTo>
                <a:lnTo>
                  <a:pt x="7734005" y="1604324"/>
                </a:lnTo>
                <a:lnTo>
                  <a:pt x="7772019" y="1638186"/>
                </a:lnTo>
                <a:lnTo>
                  <a:pt x="7810033" y="1672047"/>
                </a:lnTo>
                <a:lnTo>
                  <a:pt x="7848209" y="1705727"/>
                </a:lnTo>
                <a:lnTo>
                  <a:pt x="7886405" y="1739389"/>
                </a:lnTo>
                <a:lnTo>
                  <a:pt x="7924590" y="1773050"/>
                </a:lnTo>
                <a:lnTo>
                  <a:pt x="7962995" y="1806473"/>
                </a:lnTo>
                <a:lnTo>
                  <a:pt x="8001410" y="1839878"/>
                </a:lnTo>
                <a:lnTo>
                  <a:pt x="8039824" y="1873282"/>
                </a:lnTo>
                <a:lnTo>
                  <a:pt x="8078553" y="1906324"/>
                </a:lnTo>
                <a:lnTo>
                  <a:pt x="8117291" y="1939357"/>
                </a:lnTo>
                <a:lnTo>
                  <a:pt x="8156048" y="1972361"/>
                </a:lnTo>
                <a:lnTo>
                  <a:pt x="8195100" y="2005013"/>
                </a:lnTo>
                <a:lnTo>
                  <a:pt x="8234162" y="2037664"/>
                </a:lnTo>
                <a:lnTo>
                  <a:pt x="8273291" y="2070230"/>
                </a:lnTo>
                <a:lnTo>
                  <a:pt x="8312763" y="2102368"/>
                </a:lnTo>
                <a:lnTo>
                  <a:pt x="8352244" y="2134514"/>
                </a:lnTo>
                <a:lnTo>
                  <a:pt x="8391858" y="2166490"/>
                </a:lnTo>
                <a:lnTo>
                  <a:pt x="8431778" y="2198084"/>
                </a:lnTo>
                <a:lnTo>
                  <a:pt x="8471697" y="2229679"/>
                </a:lnTo>
                <a:lnTo>
                  <a:pt x="8511835" y="2260987"/>
                </a:lnTo>
                <a:lnTo>
                  <a:pt x="8552221" y="2291972"/>
                </a:lnTo>
                <a:lnTo>
                  <a:pt x="8592617" y="2322957"/>
                </a:lnTo>
                <a:lnTo>
                  <a:pt x="8633355" y="2353485"/>
                </a:lnTo>
                <a:lnTo>
                  <a:pt x="8674256" y="2383793"/>
                </a:lnTo>
                <a:lnTo>
                  <a:pt x="8715165" y="2414092"/>
                </a:lnTo>
                <a:lnTo>
                  <a:pt x="8756571" y="2443705"/>
                </a:lnTo>
                <a:lnTo>
                  <a:pt x="8798033" y="2473242"/>
                </a:lnTo>
                <a:lnTo>
                  <a:pt x="8839581" y="2502656"/>
                </a:lnTo>
                <a:lnTo>
                  <a:pt x="8881605" y="2531393"/>
                </a:lnTo>
                <a:lnTo>
                  <a:pt x="8923630" y="2560120"/>
                </a:lnTo>
                <a:lnTo>
                  <a:pt x="8965921" y="2588457"/>
                </a:lnTo>
                <a:lnTo>
                  <a:pt x="9008526" y="2616327"/>
                </a:lnTo>
                <a:lnTo>
                  <a:pt x="9051122" y="2644207"/>
                </a:lnTo>
                <a:lnTo>
                  <a:pt x="9094213" y="2671315"/>
                </a:lnTo>
                <a:lnTo>
                  <a:pt x="9137418" y="2698232"/>
                </a:lnTo>
                <a:lnTo>
                  <a:pt x="9180728" y="2724988"/>
                </a:lnTo>
                <a:lnTo>
                  <a:pt x="9224515" y="2750944"/>
                </a:lnTo>
                <a:lnTo>
                  <a:pt x="9268311" y="2776909"/>
                </a:lnTo>
                <a:lnTo>
                  <a:pt x="9312450" y="2802255"/>
                </a:lnTo>
                <a:lnTo>
                  <a:pt x="9356836" y="2827191"/>
                </a:lnTo>
                <a:lnTo>
                  <a:pt x="9401242" y="2852080"/>
                </a:lnTo>
                <a:lnTo>
                  <a:pt x="9446200" y="2875969"/>
                </a:lnTo>
                <a:lnTo>
                  <a:pt x="9491148" y="2899867"/>
                </a:lnTo>
                <a:lnTo>
                  <a:pt x="9536411" y="2923175"/>
                </a:lnTo>
                <a:lnTo>
                  <a:pt x="9581931" y="2945959"/>
                </a:lnTo>
                <a:lnTo>
                  <a:pt x="9627479" y="2968695"/>
                </a:lnTo>
                <a:lnTo>
                  <a:pt x="9673523" y="2990402"/>
                </a:lnTo>
                <a:lnTo>
                  <a:pt x="9719577" y="3012110"/>
                </a:lnTo>
                <a:lnTo>
                  <a:pt x="9765925" y="3033141"/>
                </a:lnTo>
                <a:lnTo>
                  <a:pt x="9812503" y="3053705"/>
                </a:lnTo>
                <a:lnTo>
                  <a:pt x="9859147" y="3074089"/>
                </a:lnTo>
                <a:lnTo>
                  <a:pt x="9906210" y="3093491"/>
                </a:lnTo>
                <a:lnTo>
                  <a:pt x="9953282" y="3112884"/>
                </a:lnTo>
                <a:lnTo>
                  <a:pt x="10000688" y="3131439"/>
                </a:lnTo>
                <a:lnTo>
                  <a:pt x="10048199" y="3149708"/>
                </a:lnTo>
                <a:lnTo>
                  <a:pt x="10095871" y="3167558"/>
                </a:lnTo>
                <a:lnTo>
                  <a:pt x="10143811" y="3184693"/>
                </a:lnTo>
                <a:lnTo>
                  <a:pt x="10191750" y="3201829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C5DCF4"/>
            </a:solidFill>
            <a:prstDash val="solid"/>
          </a:ln>
        </p:spPr>
      </p:sp>
      <p:sp>
        <p:nvSpPr>
          <p:cNvPr id="3" name="spectrum-underlay-0">
            <a:extLst xmlns:a="http://schemas.openxmlformats.org/drawingml/2006/main">
              <a:ext uri="{FF2B5EF4-FFF2-40B4-BE49-F238E27FC236}">
                <a16:creationId xmlns:a16="http://schemas.microsoft.com/office/drawing/2014/main" id="{4056EAC5-3AD7-4ACF-AB96-4FCA28B55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76325" y="3000375"/>
            <a:ext cx="2366963" cy="1971675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DFEA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pectrum-card-0">
            <a:extLst xmlns:a="http://schemas.openxmlformats.org/drawingml/2006/main">
              <a:ext uri="{FF2B5EF4-FFF2-40B4-BE49-F238E27FC236}">
                <a16:creationId xmlns:a16="http://schemas.microsoft.com/office/drawing/2014/main" id="{CC47F100-6604-47C9-BE1A-54880880F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76325" y="2933700"/>
            <a:ext cx="2366963" cy="1971675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5F8FC"/>
          </a:solidFill>
          <a:ln xmlns:a="http://schemas.openxmlformats.org/drawingml/2006/main" w="9525">
            <a:solidFill>
              <a:srgbClr val="CFDDE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24"/>
          <a:fontRef xmlns:a="http://schemas.openxmlformats.org/drawingml/2006/main" idx="major"/>
        </p:style>
      </p:sp>
      <p:sp>
        <p:nvSpPr>
          <p:cNvPr id="5" name="spectrum-underlay-1">
            <a:extLst xmlns:a="http://schemas.openxmlformats.org/drawingml/2006/main">
              <a:ext uri="{FF2B5EF4-FFF2-40B4-BE49-F238E27FC236}">
                <a16:creationId xmlns:a16="http://schemas.microsoft.com/office/drawing/2014/main" id="{421A2F7A-13FA-460E-BE7B-DFB75351C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633788" y="3000375"/>
            <a:ext cx="2366963" cy="1971675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DFEA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spectrum-card-1">
            <a:extLst xmlns:a="http://schemas.openxmlformats.org/drawingml/2006/main">
              <a:ext uri="{FF2B5EF4-FFF2-40B4-BE49-F238E27FC236}">
                <a16:creationId xmlns:a16="http://schemas.microsoft.com/office/drawing/2014/main" id="{D5A68762-2E60-4A1D-903B-966EA0865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633788" y="2933700"/>
            <a:ext cx="2366963" cy="1971675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5F8FC"/>
          </a:solidFill>
          <a:ln xmlns:a="http://schemas.openxmlformats.org/drawingml/2006/main" w="9525">
            <a:solidFill>
              <a:srgbClr val="CFDDE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24"/>
          <a:fontRef xmlns:a="http://schemas.openxmlformats.org/drawingml/2006/main" idx="major"/>
        </p:style>
      </p:sp>
      <p:sp>
        <p:nvSpPr>
          <p:cNvPr id="7" name="spectrum-underlay-2">
            <a:extLst xmlns:a="http://schemas.openxmlformats.org/drawingml/2006/main">
              <a:ext uri="{FF2B5EF4-FFF2-40B4-BE49-F238E27FC236}">
                <a16:creationId xmlns:a16="http://schemas.microsoft.com/office/drawing/2014/main" id="{F216AF8B-2ACE-4937-B4DA-D67CE5CA2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191250" y="2619375"/>
            <a:ext cx="2366963" cy="2352675"/>
          </a:xfrm>
          <a:prstGeom xmlns:a="http://schemas.openxmlformats.org/drawingml/2006/main" prst="roundRect">
            <a:avLst>
              <a:gd name="adj" fmla="val 7287"/>
            </a:avLst>
          </a:prstGeom>
          <a:solidFill xmlns:a="http://schemas.openxmlformats.org/drawingml/2006/main">
            <a:srgbClr val="9FC2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spectrum-card-2">
            <a:extLst xmlns:a="http://schemas.openxmlformats.org/drawingml/2006/main">
              <a:ext uri="{FF2B5EF4-FFF2-40B4-BE49-F238E27FC236}">
                <a16:creationId xmlns:a16="http://schemas.microsoft.com/office/drawing/2014/main" id="{FA263F82-4948-40D0-AA9C-0ECC254C5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191250" y="2552700"/>
            <a:ext cx="2366963" cy="2352675"/>
          </a:xfrm>
          <a:prstGeom xmlns:a="http://schemas.openxmlformats.org/drawingml/2006/main" prst="roundRect">
            <a:avLst>
              <a:gd name="adj" fmla="val 7287"/>
            </a:avLst>
          </a:prstGeom>
          <a:solidFill xmlns:a="http://schemas.openxmlformats.org/drawingml/2006/main">
            <a:srgbClr val="2F5EA8"/>
          </a:solidFill>
          <a:ln xmlns:a="http://schemas.openxmlformats.org/drawingml/2006/main" w="9525">
            <a:solidFill>
              <a:srgbClr val="2F5EA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25"/>
          <a:fontRef xmlns:a="http://schemas.openxmlformats.org/drawingml/2006/main" idx="major"/>
        </p:style>
      </p:sp>
      <p:sp>
        <p:nvSpPr>
          <p:cNvPr id="9" name="spectrum-underlay-3">
            <a:extLst xmlns:a="http://schemas.openxmlformats.org/drawingml/2006/main">
              <a:ext uri="{FF2B5EF4-FFF2-40B4-BE49-F238E27FC236}">
                <a16:creationId xmlns:a16="http://schemas.microsoft.com/office/drawing/2014/main" id="{6D0BACE5-C85E-4A2C-8494-124E2330B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48713" y="3000375"/>
            <a:ext cx="2366963" cy="1971675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DFEA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spectrum-card-3">
            <a:extLst xmlns:a="http://schemas.openxmlformats.org/drawingml/2006/main">
              <a:ext uri="{FF2B5EF4-FFF2-40B4-BE49-F238E27FC236}">
                <a16:creationId xmlns:a16="http://schemas.microsoft.com/office/drawing/2014/main" id="{4B6511ED-0DA2-4CAF-BBBF-CDB837AEB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48713" y="2933700"/>
            <a:ext cx="2366963" cy="1971675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5F8FC"/>
          </a:solidFill>
          <a:ln xmlns:a="http://schemas.openxmlformats.org/drawingml/2006/main" w="9525">
            <a:solidFill>
              <a:srgbClr val="CFDDE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24"/>
          <a:fontRef xmlns:a="http://schemas.openxmlformats.org/drawingml/2006/main" idx="major"/>
        </p:style>
      </p:sp>
      <p:sp>
        <p:nvSpPr>
          <p:cNvPr id="11" name="spectrum-axis">
            <a:extLst xmlns:a="http://schemas.openxmlformats.org/drawingml/2006/main">
              <a:ext uri="{FF2B5EF4-FFF2-40B4-BE49-F238E27FC236}">
                <a16:creationId xmlns:a16="http://schemas.microsoft.com/office/drawing/2014/main" id="{05357DAA-6A18-4913-9C0C-5708EC7A6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71575" y="5381625"/>
            <a:ext cx="981075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8FB3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spectrum-axis-arrow">
            <a:extLst xmlns:a="http://schemas.openxmlformats.org/drawingml/2006/main">
              <a:ext uri="{FF2B5EF4-FFF2-40B4-BE49-F238E27FC236}">
                <a16:creationId xmlns:a16="http://schemas.microsoft.com/office/drawing/2014/main" id="{413780B9-6E4F-406C-9189-E87A819C3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987088" y="5329238"/>
            <a:ext cx="138113" cy="133350"/>
          </a:xfrm>
          <a:custGeom xmlns:a="http://schemas.openxmlformats.org/drawingml/2006/main">
            <a:pathLst>
              <a:path w="138113" h="133350">
                <a:moveTo>
                  <a:pt x="0" y="0"/>
                </a:moveTo>
                <a:lnTo>
                  <a:pt x="8630" y="4172"/>
                </a:lnTo>
                <a:lnTo>
                  <a:pt x="17269" y="8334"/>
                </a:lnTo>
                <a:lnTo>
                  <a:pt x="25898" y="12506"/>
                </a:lnTo>
                <a:lnTo>
                  <a:pt x="34528" y="16669"/>
                </a:lnTo>
                <a:lnTo>
                  <a:pt x="43158" y="20841"/>
                </a:lnTo>
                <a:lnTo>
                  <a:pt x="51797" y="25003"/>
                </a:lnTo>
                <a:lnTo>
                  <a:pt x="60427" y="29175"/>
                </a:lnTo>
                <a:lnTo>
                  <a:pt x="69056" y="33338"/>
                </a:lnTo>
                <a:lnTo>
                  <a:pt x="77686" y="37509"/>
                </a:lnTo>
                <a:lnTo>
                  <a:pt x="86325" y="41672"/>
                </a:lnTo>
                <a:lnTo>
                  <a:pt x="94955" y="45844"/>
                </a:lnTo>
                <a:lnTo>
                  <a:pt x="103584" y="50006"/>
                </a:lnTo>
                <a:lnTo>
                  <a:pt x="112214" y="54178"/>
                </a:lnTo>
                <a:lnTo>
                  <a:pt x="120853" y="58341"/>
                </a:lnTo>
                <a:lnTo>
                  <a:pt x="129483" y="62513"/>
                </a:lnTo>
                <a:lnTo>
                  <a:pt x="138113" y="66675"/>
                </a:lnTo>
                <a:lnTo>
                  <a:pt x="129483" y="70847"/>
                </a:lnTo>
                <a:lnTo>
                  <a:pt x="120853" y="75009"/>
                </a:lnTo>
                <a:lnTo>
                  <a:pt x="112214" y="79172"/>
                </a:lnTo>
                <a:lnTo>
                  <a:pt x="103584" y="83344"/>
                </a:lnTo>
                <a:lnTo>
                  <a:pt x="94955" y="87516"/>
                </a:lnTo>
                <a:lnTo>
                  <a:pt x="86325" y="91678"/>
                </a:lnTo>
                <a:lnTo>
                  <a:pt x="77686" y="95841"/>
                </a:lnTo>
                <a:lnTo>
                  <a:pt x="69056" y="100013"/>
                </a:lnTo>
                <a:lnTo>
                  <a:pt x="60427" y="104184"/>
                </a:lnTo>
                <a:lnTo>
                  <a:pt x="51797" y="108347"/>
                </a:lnTo>
                <a:lnTo>
                  <a:pt x="43158" y="112519"/>
                </a:lnTo>
                <a:lnTo>
                  <a:pt x="34528" y="116681"/>
                </a:lnTo>
                <a:lnTo>
                  <a:pt x="25898" y="120853"/>
                </a:lnTo>
                <a:lnTo>
                  <a:pt x="17269" y="125016"/>
                </a:lnTo>
                <a:lnTo>
                  <a:pt x="8630" y="129188"/>
                </a:lnTo>
                <a:lnTo>
                  <a:pt x="0" y="13335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8FB3DF"/>
            </a:solidFill>
            <a:prstDash val="solid"/>
          </a:ln>
        </p:spPr>
      </p:sp>
      <p:sp>
        <p:nvSpPr>
          <p:cNvPr id="13" name="spectrum-axis-low">
            <a:extLst xmlns:a="http://schemas.openxmlformats.org/drawingml/2006/main">
              <a:ext uri="{FF2B5EF4-FFF2-40B4-BE49-F238E27FC236}">
                <a16:creationId xmlns:a16="http://schemas.microsoft.com/office/drawing/2014/main" id="{5CB0877A-DDDF-423F-8C7E-2F6D6EDD8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57275" y="558165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40000"/>
              </a:lnSpc>
              <a:buNone/>
              <a:defRPr sz="1500" b="0" i="0">
                <a:solidFill>
                  <a:srgbClr val="6F7D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 i="0">
                <a:solidFill>
                  <a:srgbClr val="6F7D91"/>
                </a:solidFill>
                <a:latin typeface="Microsoft YaHei"/>
                <a:ea typeface="Microsoft YaHei"/>
                <a:cs typeface="Microsoft YaHei"/>
              </a:rPr>
              <a:t>低</a:t>
            </a:r>
          </a:p>
        </p:txBody>
      </p:sp>
      <p:sp>
        <p:nvSpPr>
          <p:cNvPr id="14" name="spectrum-axis-label">
            <a:extLst xmlns:a="http://schemas.openxmlformats.org/drawingml/2006/main">
              <a:ext uri="{FF2B5EF4-FFF2-40B4-BE49-F238E27FC236}">
                <a16:creationId xmlns:a16="http://schemas.microsoft.com/office/drawing/2014/main" id="{267510D2-A7E4-405A-BCF3-FC13BE92D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62500" y="5581650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 i="0">
                <a:solidFill>
                  <a:srgbClr val="4052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 i="0">
                <a:solidFill>
                  <a:srgbClr val="405269"/>
                </a:solidFill>
                <a:latin typeface="Microsoft YaHei"/>
                <a:ea typeface="Microsoft YaHei"/>
                <a:cs typeface="Microsoft YaHei"/>
              </a:rPr>
              <a:t>对视觉复杂度与美观度的需求</a:t>
            </a:r>
          </a:p>
        </p:txBody>
      </p:sp>
      <p:sp>
        <p:nvSpPr>
          <p:cNvPr id="15" name="spectrum-axis-high">
            <a:extLst xmlns:a="http://schemas.openxmlformats.org/drawingml/2006/main">
              <a:ext uri="{FF2B5EF4-FFF2-40B4-BE49-F238E27FC236}">
                <a16:creationId xmlns:a16="http://schemas.microsoft.com/office/drawing/2014/main" id="{60910264-EDC7-4545-A3C7-C658BF1EB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705975" y="558165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40000"/>
              </a:lnSpc>
              <a:buNone/>
              <a:defRPr sz="1500" b="0" i="0">
                <a:solidFill>
                  <a:srgbClr val="6F7D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 i="0">
                <a:solidFill>
                  <a:srgbClr val="6F7D91"/>
                </a:solidFill>
                <a:latin typeface="Microsoft YaHei"/>
                <a:ea typeface="Microsoft YaHei"/>
                <a:cs typeface="Microsoft YaHei"/>
              </a:rPr>
              <a:t>高</a:t>
            </a:r>
          </a:p>
        </p:txBody>
      </p:sp>
      <p:sp>
        <p:nvSpPr>
          <p:cNvPr id="16" name="spectrum-order-0">
            <a:extLst xmlns:a="http://schemas.openxmlformats.org/drawingml/2006/main">
              <a:ext uri="{FF2B5EF4-FFF2-40B4-BE49-F238E27FC236}">
                <a16:creationId xmlns:a16="http://schemas.microsoft.com/office/drawing/2014/main" id="{410011ED-D594-49B5-8BE8-823AD0CA4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66825" y="3095625"/>
            <a:ext cx="323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1" i="0">
                <a:solidFill>
                  <a:srgbClr val="9AB1C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 i="0">
                <a:solidFill>
                  <a:srgbClr val="9AB1CA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17" name="spectrum-title-0">
            <a:extLst xmlns:a="http://schemas.openxmlformats.org/drawingml/2006/main">
              <a:ext uri="{FF2B5EF4-FFF2-40B4-BE49-F238E27FC236}">
                <a16:creationId xmlns:a16="http://schemas.microsoft.com/office/drawing/2014/main" id="{F2C90ED9-3849-41BF-BD83-9DDFDA737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66825" y="3497313"/>
            <a:ext cx="1985963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2100" b="1" i="0">
                <a:solidFill>
                  <a:srgbClr val="254B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 i="0">
                <a:solidFill>
                  <a:srgbClr val="254B7C"/>
                </a:solidFill>
                <a:latin typeface="Microsoft YaHei"/>
                <a:ea typeface="Microsoft YaHei"/>
                <a:cs typeface="Microsoft YaHei"/>
              </a:rPr>
              <a:t>低要求端</a:t>
            </a:r>
          </a:p>
        </p:txBody>
      </p:sp>
      <p:sp>
        <p:nvSpPr>
          <p:cNvPr id="18" name="spectrum-body-0">
            <a:extLst xmlns:a="http://schemas.openxmlformats.org/drawingml/2006/main">
              <a:ext uri="{FF2B5EF4-FFF2-40B4-BE49-F238E27FC236}">
                <a16:creationId xmlns:a16="http://schemas.microsoft.com/office/drawing/2014/main" id="{913C203A-960D-428A-AC76-974F40744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66825" y="3944988"/>
            <a:ext cx="1985963" cy="58727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36000"/>
              </a:lnSpc>
              <a:buNone/>
              <a:defRPr sz="1700" b="0" i="0">
                <a:solidFill>
                  <a:srgbClr val="5261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00" b="0" i="0">
                <a:solidFill>
                  <a:srgbClr val="526174"/>
                </a:solidFill>
                <a:latin typeface="Microsoft YaHei"/>
                <a:ea typeface="Microsoft YaHei"/>
                <a:cs typeface="Microsoft YaHei"/>
              </a:rPr>
              <a:t>不重视版式，直接堆</a:t>
            </a:r>
          </a:p>
          <a:p xmlns:a="http://schemas.openxmlformats.org/drawingml/2006/main">
            <a:pPr algn="ctr">
              <a:lnSpc>
                <a:spcPct val="136000"/>
              </a:lnSpc>
              <a:buNone/>
              <a:defRPr sz="1700" b="0" i="0">
                <a:solidFill>
                  <a:srgbClr val="5261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00" b="0" i="0">
                <a:solidFill>
                  <a:srgbClr val="526174"/>
                </a:solidFill>
                <a:latin typeface="Microsoft YaHei"/>
                <a:ea typeface="Microsoft YaHei"/>
                <a:cs typeface="Microsoft YaHei"/>
              </a:rPr>
              <a:t>放文字也能接受</a:t>
            </a:r>
          </a:p>
        </p:txBody>
      </p:sp>
      <p:sp>
        <p:nvSpPr>
          <p:cNvPr id="19" name="spectrum-order-1">
            <a:extLst xmlns:a="http://schemas.openxmlformats.org/drawingml/2006/main">
              <a:ext uri="{FF2B5EF4-FFF2-40B4-BE49-F238E27FC236}">
                <a16:creationId xmlns:a16="http://schemas.microsoft.com/office/drawing/2014/main" id="{85E0DB9C-780D-4892-B109-8C055196E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824288" y="3095625"/>
            <a:ext cx="323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1" i="0">
                <a:solidFill>
                  <a:srgbClr val="9AB1C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 i="0">
                <a:solidFill>
                  <a:srgbClr val="9AB1CA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20" name="spectrum-title-1">
            <a:extLst xmlns:a="http://schemas.openxmlformats.org/drawingml/2006/main">
              <a:ext uri="{FF2B5EF4-FFF2-40B4-BE49-F238E27FC236}">
                <a16:creationId xmlns:a16="http://schemas.microsoft.com/office/drawing/2014/main" id="{E94EA5BB-6FB0-41DD-A928-D0CEB0132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824288" y="3531994"/>
            <a:ext cx="1985963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2100" b="1" i="0">
                <a:solidFill>
                  <a:srgbClr val="254B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 i="0">
                <a:solidFill>
                  <a:srgbClr val="254B7C"/>
                </a:solidFill>
                <a:latin typeface="Microsoft YaHei"/>
                <a:ea typeface="Microsoft YaHei"/>
                <a:cs typeface="Microsoft YaHei"/>
              </a:rPr>
              <a:t>工作型需求</a:t>
            </a:r>
          </a:p>
        </p:txBody>
      </p:sp>
      <p:sp>
        <p:nvSpPr>
          <p:cNvPr id="21" name="spectrum-body-1">
            <a:extLst xmlns:a="http://schemas.openxmlformats.org/drawingml/2006/main">
              <a:ext uri="{FF2B5EF4-FFF2-40B4-BE49-F238E27FC236}">
                <a16:creationId xmlns:a16="http://schemas.microsoft.com/office/drawing/2014/main" id="{B3B196C6-0AF4-411A-9420-D294AF795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824288" y="3979669"/>
            <a:ext cx="1985963" cy="5179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36000"/>
              </a:lnSpc>
              <a:buNone/>
              <a:defRPr sz="1500" b="0" i="0">
                <a:solidFill>
                  <a:srgbClr val="5261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 i="0">
                <a:solidFill>
                  <a:srgbClr val="526174"/>
                </a:solidFill>
                <a:latin typeface="Microsoft YaHei"/>
                <a:ea typeface="Microsoft YaHei"/>
                <a:cs typeface="Microsoft YaHei"/>
              </a:rPr>
              <a:t>结构清楚、视觉规范、</a:t>
            </a:r>
          </a:p>
          <a:p xmlns:a="http://schemas.openxmlformats.org/drawingml/2006/main">
            <a:pPr algn="ctr">
              <a:lnSpc>
                <a:spcPct val="136000"/>
              </a:lnSpc>
              <a:buNone/>
              <a:defRPr sz="1500" b="0" i="0">
                <a:solidFill>
                  <a:srgbClr val="5261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 i="0">
                <a:solidFill>
                  <a:srgbClr val="526174"/>
                </a:solidFill>
                <a:latin typeface="Microsoft YaHei"/>
                <a:ea typeface="Microsoft YaHei"/>
                <a:cs typeface="Microsoft YaHei"/>
              </a:rPr>
              <a:t>稳定可靠且可修改</a:t>
            </a:r>
          </a:p>
        </p:txBody>
      </p:sp>
      <p:sp>
        <p:nvSpPr>
          <p:cNvPr id="22" name="spectrum-order-2">
            <a:extLst xmlns:a="http://schemas.openxmlformats.org/drawingml/2006/main">
              <a:ext uri="{FF2B5EF4-FFF2-40B4-BE49-F238E27FC236}">
                <a16:creationId xmlns:a16="http://schemas.microsoft.com/office/drawing/2014/main" id="{67190F0C-F0F7-46D8-9998-8F496DDF4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381750" y="2714625"/>
            <a:ext cx="323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1" i="0">
                <a:solidFill>
                  <a:srgbClr val="B9D5F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 i="0">
                <a:solidFill>
                  <a:srgbClr val="B9D5F6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23" name="spectrum-title-2">
            <a:extLst xmlns:a="http://schemas.openxmlformats.org/drawingml/2006/main">
              <a:ext uri="{FF2B5EF4-FFF2-40B4-BE49-F238E27FC236}">
                <a16:creationId xmlns:a16="http://schemas.microsoft.com/office/drawing/2014/main" id="{F1D32CF9-5BE2-41A2-8D92-E8FF14AD9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381750" y="3354438"/>
            <a:ext cx="1985963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21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高定制端</a:t>
            </a:r>
          </a:p>
        </p:txBody>
      </p:sp>
      <p:sp>
        <p:nvSpPr>
          <p:cNvPr id="24" name="spectrum-body-2">
            <a:extLst xmlns:a="http://schemas.openxmlformats.org/drawingml/2006/main">
              <a:ext uri="{FF2B5EF4-FFF2-40B4-BE49-F238E27FC236}">
                <a16:creationId xmlns:a16="http://schemas.microsoft.com/office/drawing/2014/main" id="{7AAE7317-7205-46C6-919C-F5D7C1454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381750" y="3802113"/>
            <a:ext cx="1985963" cy="58727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36000"/>
              </a:lnSpc>
              <a:buNone/>
              <a:defRPr sz="1700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00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发布会、路演和比赛</a:t>
            </a:r>
          </a:p>
          <a:p xmlns:a="http://schemas.openxmlformats.org/drawingml/2006/main">
            <a:pPr algn="ctr">
              <a:lnSpc>
                <a:spcPct val="136000"/>
              </a:lnSpc>
              <a:buNone/>
              <a:defRPr sz="1700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00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需要高度视觉创意</a:t>
            </a:r>
          </a:p>
        </p:txBody>
      </p:sp>
      <p:sp>
        <p:nvSpPr>
          <p:cNvPr id="25" name="spectrum-order-3">
            <a:extLst xmlns:a="http://schemas.openxmlformats.org/drawingml/2006/main">
              <a:ext uri="{FF2B5EF4-FFF2-40B4-BE49-F238E27FC236}">
                <a16:creationId xmlns:a16="http://schemas.microsoft.com/office/drawing/2014/main" id="{4B1223F6-DCD3-4D1A-85B8-925BF5838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939213" y="3095625"/>
            <a:ext cx="323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1" i="0">
                <a:solidFill>
                  <a:srgbClr val="9AB1C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 i="0">
                <a:solidFill>
                  <a:srgbClr val="9AB1CA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26" name="spectrum-title-3">
            <a:extLst xmlns:a="http://schemas.openxmlformats.org/drawingml/2006/main">
              <a:ext uri="{FF2B5EF4-FFF2-40B4-BE49-F238E27FC236}">
                <a16:creationId xmlns:a16="http://schemas.microsoft.com/office/drawing/2014/main" id="{3B7A1FB9-8843-450A-A7FA-C52AC5F48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939213" y="3497313"/>
            <a:ext cx="1985963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2100" b="1" i="0">
                <a:solidFill>
                  <a:srgbClr val="254B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 i="0">
                <a:solidFill>
                  <a:srgbClr val="254B7C"/>
                </a:solidFill>
                <a:latin typeface="Microsoft YaHei"/>
                <a:ea typeface="Microsoft YaHei"/>
                <a:cs typeface="Microsoft YaHei"/>
              </a:rPr>
              <a:t>专业表达</a:t>
            </a:r>
          </a:p>
        </p:txBody>
      </p:sp>
      <p:sp>
        <p:nvSpPr>
          <p:cNvPr id="27" name="spectrum-body-3">
            <a:extLst xmlns:a="http://schemas.openxmlformats.org/drawingml/2006/main">
              <a:ext uri="{FF2B5EF4-FFF2-40B4-BE49-F238E27FC236}">
                <a16:creationId xmlns:a16="http://schemas.microsoft.com/office/drawing/2014/main" id="{641655AF-97AB-44A7-876D-0D286002F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939213" y="3944988"/>
            <a:ext cx="1985963" cy="58727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36000"/>
              </a:lnSpc>
              <a:buNone/>
              <a:defRPr sz="1700" b="0" i="0">
                <a:solidFill>
                  <a:srgbClr val="5261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00" b="0" i="0">
                <a:solidFill>
                  <a:srgbClr val="526174"/>
                </a:solidFill>
                <a:latin typeface="Microsoft YaHei"/>
                <a:ea typeface="Microsoft YaHei"/>
                <a:cs typeface="Microsoft YaHei"/>
              </a:rPr>
              <a:t>需要专门设计与品牌</a:t>
            </a:r>
          </a:p>
          <a:p xmlns:a="http://schemas.openxmlformats.org/drawingml/2006/main">
            <a:pPr algn="ctr">
              <a:lnSpc>
                <a:spcPct val="136000"/>
              </a:lnSpc>
              <a:buNone/>
              <a:defRPr sz="1700" b="0" i="0">
                <a:solidFill>
                  <a:srgbClr val="5261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00" b="0" i="0">
                <a:solidFill>
                  <a:srgbClr val="526174"/>
                </a:solidFill>
                <a:latin typeface="Microsoft YaHei"/>
                <a:ea typeface="Microsoft YaHei"/>
                <a:cs typeface="Microsoft YaHei"/>
              </a:rPr>
              <a:t>化表达</a:t>
            </a:r>
          </a:p>
        </p:txBody>
      </p:sp>
      <p:sp>
        <p:nvSpPr>
          <p:cNvPr id="28" name="spectrum-focus-label-bg">
            <a:extLst xmlns:a="http://schemas.openxmlformats.org/drawingml/2006/main">
              <a:ext uri="{FF2B5EF4-FFF2-40B4-BE49-F238E27FC236}">
                <a16:creationId xmlns:a16="http://schemas.microsoft.com/office/drawing/2014/main" id="{0B2729A8-D150-4FF6-B6FB-7F6EE1458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55631" y="2724150"/>
            <a:ext cx="83820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spectrum-focus-label">
            <a:extLst xmlns:a="http://schemas.openxmlformats.org/drawingml/2006/main">
              <a:ext uri="{FF2B5EF4-FFF2-40B4-BE49-F238E27FC236}">
                <a16:creationId xmlns:a16="http://schemas.microsoft.com/office/drawing/2014/main" id="{E52F656E-442D-43A6-8CA9-EBCA01CD2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55631" y="2724150"/>
            <a:ext cx="838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30000"/>
              </a:lnSpc>
              <a:buNone/>
              <a:defRPr sz="1500" b="1" i="0">
                <a:solidFill>
                  <a:srgbClr val="2F5E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 i="0">
                <a:solidFill>
                  <a:srgbClr val="2F5EA8"/>
                </a:solidFill>
                <a:latin typeface="Microsoft YaHei"/>
                <a:ea typeface="Microsoft YaHei"/>
                <a:cs typeface="Microsoft YaHei"/>
              </a:rPr>
              <a:t>重点区域</a:t>
            </a:r>
          </a:p>
        </p:txBody>
      </p:sp>
    </p:spTree>
    <p:extLst>
      <p:ext uri="{BB962C8B-B14F-4D97-AF65-F5344CB8AC3E}">
        <p14:creationId xmlns:p14="http://schemas.microsoft.com/office/powerpoint/2010/main" val="7549379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spectrum-density-fill">
            <a:extLst xmlns:a="http://schemas.openxmlformats.org/drawingml/2006/main">
              <a:ext uri="{FF2B5EF4-FFF2-40B4-BE49-F238E27FC236}">
                <a16:creationId xmlns:a16="http://schemas.microsoft.com/office/drawing/2014/main" id="{46ABB1A3-DCE9-45A5-BA1B-A502FE23D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00125" y="1620250"/>
            <a:ext cx="10191750" cy="3599450"/>
          </a:xfrm>
          <a:custGeom xmlns:a="http://schemas.openxmlformats.org/drawingml/2006/main">
            <a:pathLst>
              <a:path w="10191750" h="3599450">
                <a:moveTo>
                  <a:pt x="0" y="3599450"/>
                </a:moveTo>
                <a:lnTo>
                  <a:pt x="0" y="3502752"/>
                </a:lnTo>
                <a:lnTo>
                  <a:pt x="0" y="3406064"/>
                </a:lnTo>
                <a:lnTo>
                  <a:pt x="0" y="3309366"/>
                </a:lnTo>
                <a:lnTo>
                  <a:pt x="0" y="3212668"/>
                </a:lnTo>
                <a:lnTo>
                  <a:pt x="79905" y="3172273"/>
                </a:lnTo>
                <a:lnTo>
                  <a:pt x="170450" y="3138364"/>
                </a:lnTo>
                <a:lnTo>
                  <a:pt x="260385" y="3102854"/>
                </a:lnTo>
                <a:lnTo>
                  <a:pt x="349682" y="3065764"/>
                </a:lnTo>
                <a:lnTo>
                  <a:pt x="438140" y="3026702"/>
                </a:lnTo>
                <a:lnTo>
                  <a:pt x="525770" y="2985840"/>
                </a:lnTo>
                <a:lnTo>
                  <a:pt x="612705" y="2943511"/>
                </a:lnTo>
                <a:lnTo>
                  <a:pt x="698925" y="2899762"/>
                </a:lnTo>
                <a:lnTo>
                  <a:pt x="784308" y="2854376"/>
                </a:lnTo>
                <a:lnTo>
                  <a:pt x="868718" y="2807208"/>
                </a:lnTo>
                <a:lnTo>
                  <a:pt x="952386" y="2758754"/>
                </a:lnTo>
                <a:lnTo>
                  <a:pt x="1035339" y="2709072"/>
                </a:lnTo>
                <a:lnTo>
                  <a:pt x="1117406" y="2657932"/>
                </a:lnTo>
                <a:lnTo>
                  <a:pt x="1198531" y="2605316"/>
                </a:lnTo>
                <a:lnTo>
                  <a:pt x="1278988" y="2551690"/>
                </a:lnTo>
                <a:lnTo>
                  <a:pt x="1358808" y="2497112"/>
                </a:lnTo>
                <a:lnTo>
                  <a:pt x="1437561" y="2441010"/>
                </a:lnTo>
                <a:lnTo>
                  <a:pt x="1515732" y="2384098"/>
                </a:lnTo>
                <a:lnTo>
                  <a:pt x="1593323" y="2326405"/>
                </a:lnTo>
                <a:lnTo>
                  <a:pt x="1670056" y="2267560"/>
                </a:lnTo>
                <a:lnTo>
                  <a:pt x="1746209" y="2207981"/>
                </a:lnTo>
                <a:lnTo>
                  <a:pt x="1821923" y="2147830"/>
                </a:lnTo>
                <a:lnTo>
                  <a:pt x="1896904" y="2086785"/>
                </a:lnTo>
                <a:lnTo>
                  <a:pt x="1971399" y="2025129"/>
                </a:lnTo>
                <a:lnTo>
                  <a:pt x="2045522" y="1963036"/>
                </a:lnTo>
                <a:lnTo>
                  <a:pt x="2119093" y="1900295"/>
                </a:lnTo>
                <a:lnTo>
                  <a:pt x="2192331" y="1837153"/>
                </a:lnTo>
                <a:lnTo>
                  <a:pt x="2265293" y="1773698"/>
                </a:lnTo>
                <a:lnTo>
                  <a:pt x="2337826" y="1709757"/>
                </a:lnTo>
                <a:lnTo>
                  <a:pt x="2410225" y="1645653"/>
                </a:lnTo>
                <a:lnTo>
                  <a:pt x="2482425" y="1581341"/>
                </a:lnTo>
                <a:lnTo>
                  <a:pt x="2554405" y="1516771"/>
                </a:lnTo>
                <a:lnTo>
                  <a:pt x="2626338" y="1452153"/>
                </a:lnTo>
                <a:lnTo>
                  <a:pt x="2698280" y="1387535"/>
                </a:lnTo>
                <a:lnTo>
                  <a:pt x="2770232" y="1322946"/>
                </a:lnTo>
                <a:lnTo>
                  <a:pt x="2842231" y="1258405"/>
                </a:lnTo>
                <a:lnTo>
                  <a:pt x="2914412" y="1194054"/>
                </a:lnTo>
                <a:lnTo>
                  <a:pt x="2986821" y="1129970"/>
                </a:lnTo>
                <a:lnTo>
                  <a:pt x="3059401" y="1066076"/>
                </a:lnTo>
                <a:lnTo>
                  <a:pt x="3132458" y="1002735"/>
                </a:lnTo>
                <a:lnTo>
                  <a:pt x="3205848" y="939775"/>
                </a:lnTo>
                <a:lnTo>
                  <a:pt x="3279600" y="877243"/>
                </a:lnTo>
                <a:lnTo>
                  <a:pt x="3354143" y="815645"/>
                </a:lnTo>
                <a:lnTo>
                  <a:pt x="3429152" y="754637"/>
                </a:lnTo>
                <a:lnTo>
                  <a:pt x="3504762" y="694353"/>
                </a:lnTo>
                <a:lnTo>
                  <a:pt x="3581467" y="635479"/>
                </a:lnTo>
                <a:lnTo>
                  <a:pt x="3658857" y="577529"/>
                </a:lnTo>
                <a:lnTo>
                  <a:pt x="3736991" y="520560"/>
                </a:lnTo>
                <a:lnTo>
                  <a:pt x="3816648" y="465753"/>
                </a:lnTo>
                <a:lnTo>
                  <a:pt x="3897278" y="412385"/>
                </a:lnTo>
                <a:lnTo>
                  <a:pt x="3978926" y="360597"/>
                </a:lnTo>
                <a:lnTo>
                  <a:pt x="4062003" y="311125"/>
                </a:lnTo>
                <a:lnTo>
                  <a:pt x="4146661" y="264424"/>
                </a:lnTo>
                <a:lnTo>
                  <a:pt x="4232596" y="220132"/>
                </a:lnTo>
                <a:lnTo>
                  <a:pt x="4319864" y="178546"/>
                </a:lnTo>
                <a:lnTo>
                  <a:pt x="4408732" y="140427"/>
                </a:lnTo>
                <a:lnTo>
                  <a:pt x="4499324" y="106651"/>
                </a:lnTo>
                <a:lnTo>
                  <a:pt x="4591260" y="76791"/>
                </a:lnTo>
                <a:lnTo>
                  <a:pt x="4684452" y="51168"/>
                </a:lnTo>
                <a:lnTo>
                  <a:pt x="4778797" y="30166"/>
                </a:lnTo>
                <a:lnTo>
                  <a:pt x="4874143" y="14126"/>
                </a:lnTo>
                <a:lnTo>
                  <a:pt x="4970326" y="4181"/>
                </a:lnTo>
                <a:lnTo>
                  <a:pt x="5066909" y="0"/>
                </a:lnTo>
                <a:lnTo>
                  <a:pt x="5163550" y="1334"/>
                </a:lnTo>
                <a:lnTo>
                  <a:pt x="5259943" y="8163"/>
                </a:lnTo>
                <a:lnTo>
                  <a:pt x="5355822" y="20355"/>
                </a:lnTo>
                <a:lnTo>
                  <a:pt x="5450919" y="37700"/>
                </a:lnTo>
                <a:lnTo>
                  <a:pt x="5544969" y="60169"/>
                </a:lnTo>
                <a:lnTo>
                  <a:pt x="5637552" y="88049"/>
                </a:lnTo>
                <a:lnTo>
                  <a:pt x="5728773" y="120015"/>
                </a:lnTo>
                <a:lnTo>
                  <a:pt x="5818613" y="155696"/>
                </a:lnTo>
                <a:lnTo>
                  <a:pt x="5907062" y="194720"/>
                </a:lnTo>
                <a:lnTo>
                  <a:pt x="5993968" y="237115"/>
                </a:lnTo>
                <a:lnTo>
                  <a:pt x="6079131" y="282893"/>
                </a:lnTo>
                <a:lnTo>
                  <a:pt x="6163018" y="330937"/>
                </a:lnTo>
                <a:lnTo>
                  <a:pt x="6245723" y="381019"/>
                </a:lnTo>
                <a:lnTo>
                  <a:pt x="6327048" y="433340"/>
                </a:lnTo>
                <a:lnTo>
                  <a:pt x="6407001" y="487699"/>
                </a:lnTo>
                <a:lnTo>
                  <a:pt x="6486058" y="543373"/>
                </a:lnTo>
                <a:lnTo>
                  <a:pt x="6564182" y="600342"/>
                </a:lnTo>
                <a:lnTo>
                  <a:pt x="6641040" y="659016"/>
                </a:lnTo>
                <a:lnTo>
                  <a:pt x="6717268" y="718499"/>
                </a:lnTo>
                <a:lnTo>
                  <a:pt x="6792878" y="778783"/>
                </a:lnTo>
                <a:lnTo>
                  <a:pt x="6867487" y="840296"/>
                </a:lnTo>
                <a:lnTo>
                  <a:pt x="6941687" y="902294"/>
                </a:lnTo>
                <a:lnTo>
                  <a:pt x="7015448" y="964816"/>
                </a:lnTo>
                <a:lnTo>
                  <a:pt x="7088553" y="1028100"/>
                </a:lnTo>
                <a:lnTo>
                  <a:pt x="7161428" y="1091660"/>
                </a:lnTo>
                <a:lnTo>
                  <a:pt x="7233999" y="1155563"/>
                </a:lnTo>
                <a:lnTo>
                  <a:pt x="7306246" y="1219829"/>
                </a:lnTo>
                <a:lnTo>
                  <a:pt x="7378370" y="1284227"/>
                </a:lnTo>
                <a:lnTo>
                  <a:pt x="7450341" y="1348816"/>
                </a:lnTo>
                <a:lnTo>
                  <a:pt x="7522283" y="1413415"/>
                </a:lnTo>
                <a:lnTo>
                  <a:pt x="7594225" y="1478032"/>
                </a:lnTo>
                <a:lnTo>
                  <a:pt x="7666158" y="1542650"/>
                </a:lnTo>
                <a:lnTo>
                  <a:pt x="7738243" y="1607096"/>
                </a:lnTo>
                <a:lnTo>
                  <a:pt x="7810452" y="1671409"/>
                </a:lnTo>
                <a:lnTo>
                  <a:pt x="7882976" y="1735369"/>
                </a:lnTo>
                <a:lnTo>
                  <a:pt x="7955680" y="1799111"/>
                </a:lnTo>
                <a:lnTo>
                  <a:pt x="8028642" y="1862566"/>
                </a:lnTo>
                <a:lnTo>
                  <a:pt x="8102127" y="1925422"/>
                </a:lnTo>
                <a:lnTo>
                  <a:pt x="8175879" y="1987944"/>
                </a:lnTo>
                <a:lnTo>
                  <a:pt x="8250069" y="2049971"/>
                </a:lnTo>
                <a:lnTo>
                  <a:pt x="8324879" y="2111235"/>
                </a:lnTo>
                <a:lnTo>
                  <a:pt x="8400088" y="2172005"/>
                </a:lnTo>
                <a:lnTo>
                  <a:pt x="8475907" y="2232012"/>
                </a:lnTo>
                <a:lnTo>
                  <a:pt x="8552431" y="2291124"/>
                </a:lnTo>
                <a:lnTo>
                  <a:pt x="8629440" y="2349589"/>
                </a:lnTo>
                <a:lnTo>
                  <a:pt x="8707145" y="2407148"/>
                </a:lnTo>
                <a:lnTo>
                  <a:pt x="8785727" y="2463479"/>
                </a:lnTo>
                <a:lnTo>
                  <a:pt x="8864908" y="2518972"/>
                </a:lnTo>
                <a:lnTo>
                  <a:pt x="8944737" y="2573550"/>
                </a:lnTo>
                <a:lnTo>
                  <a:pt x="9025623" y="2626519"/>
                </a:lnTo>
                <a:lnTo>
                  <a:pt x="9107214" y="2678411"/>
                </a:lnTo>
                <a:lnTo>
                  <a:pt x="9189501" y="2729189"/>
                </a:lnTo>
                <a:lnTo>
                  <a:pt x="9272673" y="2778500"/>
                </a:lnTo>
                <a:lnTo>
                  <a:pt x="9356798" y="2826172"/>
                </a:lnTo>
                <a:lnTo>
                  <a:pt x="9441637" y="2872550"/>
                </a:lnTo>
                <a:lnTo>
                  <a:pt x="9527210" y="2917574"/>
                </a:lnTo>
                <a:lnTo>
                  <a:pt x="9613687" y="2960846"/>
                </a:lnTo>
                <a:lnTo>
                  <a:pt x="9701012" y="3002356"/>
                </a:lnTo>
                <a:lnTo>
                  <a:pt x="9789043" y="3042352"/>
                </a:lnTo>
                <a:lnTo>
                  <a:pt x="9877768" y="3080766"/>
                </a:lnTo>
                <a:lnTo>
                  <a:pt x="9967189" y="3117571"/>
                </a:lnTo>
                <a:lnTo>
                  <a:pt x="10057448" y="3152261"/>
                </a:lnTo>
                <a:lnTo>
                  <a:pt x="10148316" y="3185303"/>
                </a:lnTo>
                <a:lnTo>
                  <a:pt x="10191750" y="3251397"/>
                </a:lnTo>
                <a:lnTo>
                  <a:pt x="10191750" y="3348095"/>
                </a:lnTo>
                <a:lnTo>
                  <a:pt x="10191750" y="3444792"/>
                </a:lnTo>
                <a:lnTo>
                  <a:pt x="10191750" y="3541490"/>
                </a:lnTo>
                <a:lnTo>
                  <a:pt x="10153021" y="3599450"/>
                </a:lnTo>
                <a:lnTo>
                  <a:pt x="10056324" y="3599450"/>
                </a:lnTo>
                <a:lnTo>
                  <a:pt x="9959626" y="3599450"/>
                </a:lnTo>
                <a:lnTo>
                  <a:pt x="9862937" y="3599450"/>
                </a:lnTo>
                <a:lnTo>
                  <a:pt x="9766240" y="3599450"/>
                </a:lnTo>
                <a:lnTo>
                  <a:pt x="9669542" y="3599450"/>
                </a:lnTo>
                <a:lnTo>
                  <a:pt x="9572844" y="3599450"/>
                </a:lnTo>
                <a:lnTo>
                  <a:pt x="9476156" y="3599450"/>
                </a:lnTo>
                <a:lnTo>
                  <a:pt x="9379458" y="3599450"/>
                </a:lnTo>
                <a:lnTo>
                  <a:pt x="9282760" y="3599450"/>
                </a:lnTo>
                <a:lnTo>
                  <a:pt x="9186062" y="3599450"/>
                </a:lnTo>
                <a:lnTo>
                  <a:pt x="9089374" y="3599450"/>
                </a:lnTo>
                <a:lnTo>
                  <a:pt x="8992676" y="3599450"/>
                </a:lnTo>
                <a:lnTo>
                  <a:pt x="8895979" y="3599450"/>
                </a:lnTo>
                <a:lnTo>
                  <a:pt x="8799281" y="3599450"/>
                </a:lnTo>
                <a:lnTo>
                  <a:pt x="8702592" y="3599450"/>
                </a:lnTo>
                <a:lnTo>
                  <a:pt x="8605895" y="3599450"/>
                </a:lnTo>
                <a:lnTo>
                  <a:pt x="8509197" y="3599450"/>
                </a:lnTo>
                <a:lnTo>
                  <a:pt x="8412499" y="3599450"/>
                </a:lnTo>
                <a:lnTo>
                  <a:pt x="8315811" y="3599450"/>
                </a:lnTo>
                <a:lnTo>
                  <a:pt x="8219113" y="3599450"/>
                </a:lnTo>
                <a:lnTo>
                  <a:pt x="8122415" y="3599450"/>
                </a:lnTo>
                <a:lnTo>
                  <a:pt x="8025717" y="3599450"/>
                </a:lnTo>
                <a:lnTo>
                  <a:pt x="7929029" y="3599450"/>
                </a:lnTo>
                <a:lnTo>
                  <a:pt x="7832331" y="3599450"/>
                </a:lnTo>
                <a:lnTo>
                  <a:pt x="7735634" y="3599450"/>
                </a:lnTo>
                <a:lnTo>
                  <a:pt x="7638936" y="3599450"/>
                </a:lnTo>
                <a:lnTo>
                  <a:pt x="7542247" y="3599450"/>
                </a:lnTo>
                <a:lnTo>
                  <a:pt x="7445550" y="3599450"/>
                </a:lnTo>
                <a:lnTo>
                  <a:pt x="7348852" y="3599450"/>
                </a:lnTo>
                <a:lnTo>
                  <a:pt x="7252154" y="3599450"/>
                </a:lnTo>
                <a:lnTo>
                  <a:pt x="7155456" y="3599450"/>
                </a:lnTo>
                <a:lnTo>
                  <a:pt x="7058768" y="3599450"/>
                </a:lnTo>
                <a:lnTo>
                  <a:pt x="6962070" y="3599450"/>
                </a:lnTo>
                <a:lnTo>
                  <a:pt x="6865372" y="3599450"/>
                </a:lnTo>
                <a:lnTo>
                  <a:pt x="6768684" y="3599450"/>
                </a:lnTo>
                <a:lnTo>
                  <a:pt x="6671986" y="3599450"/>
                </a:lnTo>
                <a:lnTo>
                  <a:pt x="6575288" y="3599450"/>
                </a:lnTo>
                <a:lnTo>
                  <a:pt x="6478591" y="3599450"/>
                </a:lnTo>
                <a:lnTo>
                  <a:pt x="6381902" y="3599450"/>
                </a:lnTo>
                <a:lnTo>
                  <a:pt x="6285205" y="3599450"/>
                </a:lnTo>
                <a:lnTo>
                  <a:pt x="6188507" y="3599450"/>
                </a:lnTo>
                <a:lnTo>
                  <a:pt x="6091809" y="3599450"/>
                </a:lnTo>
                <a:lnTo>
                  <a:pt x="5995121" y="3599450"/>
                </a:lnTo>
                <a:lnTo>
                  <a:pt x="5898423" y="3599450"/>
                </a:lnTo>
                <a:lnTo>
                  <a:pt x="5801725" y="3599450"/>
                </a:lnTo>
                <a:lnTo>
                  <a:pt x="5705027" y="3599450"/>
                </a:lnTo>
                <a:lnTo>
                  <a:pt x="5608339" y="3599450"/>
                </a:lnTo>
                <a:lnTo>
                  <a:pt x="5511641" y="3599450"/>
                </a:lnTo>
                <a:lnTo>
                  <a:pt x="5414943" y="3599450"/>
                </a:lnTo>
                <a:lnTo>
                  <a:pt x="5318246" y="3599450"/>
                </a:lnTo>
                <a:lnTo>
                  <a:pt x="5221557" y="3599450"/>
                </a:lnTo>
                <a:lnTo>
                  <a:pt x="5124860" y="3599450"/>
                </a:lnTo>
                <a:lnTo>
                  <a:pt x="5028162" y="3599450"/>
                </a:lnTo>
                <a:lnTo>
                  <a:pt x="4931464" y="3599450"/>
                </a:lnTo>
                <a:lnTo>
                  <a:pt x="4834776" y="3599450"/>
                </a:lnTo>
                <a:lnTo>
                  <a:pt x="4738078" y="3599450"/>
                </a:lnTo>
                <a:lnTo>
                  <a:pt x="4641380" y="3599450"/>
                </a:lnTo>
                <a:lnTo>
                  <a:pt x="4544682" y="3599450"/>
                </a:lnTo>
                <a:lnTo>
                  <a:pt x="4447994" y="3599450"/>
                </a:lnTo>
                <a:lnTo>
                  <a:pt x="4351296" y="3599450"/>
                </a:lnTo>
                <a:lnTo>
                  <a:pt x="4254598" y="3599450"/>
                </a:lnTo>
                <a:lnTo>
                  <a:pt x="4157901" y="3599450"/>
                </a:lnTo>
                <a:lnTo>
                  <a:pt x="4061212" y="3599450"/>
                </a:lnTo>
                <a:lnTo>
                  <a:pt x="3964515" y="3599450"/>
                </a:lnTo>
                <a:lnTo>
                  <a:pt x="3867817" y="3599450"/>
                </a:lnTo>
                <a:lnTo>
                  <a:pt x="3771119" y="3599450"/>
                </a:lnTo>
                <a:lnTo>
                  <a:pt x="3674431" y="3599450"/>
                </a:lnTo>
                <a:lnTo>
                  <a:pt x="3577733" y="3599450"/>
                </a:lnTo>
                <a:lnTo>
                  <a:pt x="3481035" y="3599450"/>
                </a:lnTo>
                <a:lnTo>
                  <a:pt x="3384337" y="3599450"/>
                </a:lnTo>
                <a:lnTo>
                  <a:pt x="3287639" y="3599450"/>
                </a:lnTo>
                <a:lnTo>
                  <a:pt x="3190951" y="3599450"/>
                </a:lnTo>
                <a:lnTo>
                  <a:pt x="3094253" y="3599450"/>
                </a:lnTo>
                <a:lnTo>
                  <a:pt x="2997556" y="3599450"/>
                </a:lnTo>
                <a:lnTo>
                  <a:pt x="2900858" y="3599450"/>
                </a:lnTo>
                <a:lnTo>
                  <a:pt x="2804170" y="3599450"/>
                </a:lnTo>
                <a:lnTo>
                  <a:pt x="2707472" y="3599450"/>
                </a:lnTo>
                <a:lnTo>
                  <a:pt x="2610774" y="3599450"/>
                </a:lnTo>
                <a:lnTo>
                  <a:pt x="2514086" y="3599450"/>
                </a:lnTo>
                <a:lnTo>
                  <a:pt x="2417388" y="3599450"/>
                </a:lnTo>
                <a:lnTo>
                  <a:pt x="2320690" y="3599450"/>
                </a:lnTo>
                <a:lnTo>
                  <a:pt x="2223992" y="3599450"/>
                </a:lnTo>
                <a:lnTo>
                  <a:pt x="2127304" y="3599450"/>
                </a:lnTo>
                <a:lnTo>
                  <a:pt x="2030606" y="3599450"/>
                </a:lnTo>
                <a:lnTo>
                  <a:pt x="1933908" y="3599450"/>
                </a:lnTo>
                <a:lnTo>
                  <a:pt x="1837211" y="3599450"/>
                </a:lnTo>
                <a:lnTo>
                  <a:pt x="1740513" y="3599450"/>
                </a:lnTo>
                <a:lnTo>
                  <a:pt x="1643825" y="3599450"/>
                </a:lnTo>
                <a:lnTo>
                  <a:pt x="1547127" y="3599450"/>
                </a:lnTo>
                <a:lnTo>
                  <a:pt x="1450429" y="3599450"/>
                </a:lnTo>
                <a:lnTo>
                  <a:pt x="1353741" y="3599450"/>
                </a:lnTo>
                <a:lnTo>
                  <a:pt x="1257043" y="3599450"/>
                </a:lnTo>
                <a:lnTo>
                  <a:pt x="1160345" y="3599450"/>
                </a:lnTo>
                <a:lnTo>
                  <a:pt x="1063647" y="3599450"/>
                </a:lnTo>
                <a:lnTo>
                  <a:pt x="966959" y="3599450"/>
                </a:lnTo>
                <a:lnTo>
                  <a:pt x="870261" y="3599450"/>
                </a:lnTo>
                <a:lnTo>
                  <a:pt x="773563" y="3599450"/>
                </a:lnTo>
                <a:lnTo>
                  <a:pt x="676866" y="3599450"/>
                </a:lnTo>
                <a:lnTo>
                  <a:pt x="580168" y="3599450"/>
                </a:lnTo>
                <a:lnTo>
                  <a:pt x="483479" y="3599450"/>
                </a:lnTo>
                <a:lnTo>
                  <a:pt x="386782" y="3599450"/>
                </a:lnTo>
                <a:lnTo>
                  <a:pt x="290084" y="3599450"/>
                </a:lnTo>
                <a:lnTo>
                  <a:pt x="193386" y="3599450"/>
                </a:lnTo>
                <a:lnTo>
                  <a:pt x="96698" y="3599450"/>
                </a:lnTo>
                <a:lnTo>
                  <a:pt x="0" y="3599450"/>
                </a:lnTo>
                <a:close/>
              </a:path>
            </a:pathLst>
          </a:custGeom>
          <a:solidFill xmlns:a="http://schemas.openxmlformats.org/drawingml/2006/main">
            <a:srgbClr val="F2F7FD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2" name="spectrum-density-curve">
            <a:extLst xmlns:a="http://schemas.openxmlformats.org/drawingml/2006/main">
              <a:ext uri="{FF2B5EF4-FFF2-40B4-BE49-F238E27FC236}">
                <a16:creationId xmlns:a16="http://schemas.microsoft.com/office/drawing/2014/main" id="{1172026E-B99C-48F5-8472-E6EA8C364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00125" y="1619250"/>
            <a:ext cx="10191750" cy="3201829"/>
          </a:xfrm>
          <a:custGeom xmlns:a="http://schemas.openxmlformats.org/drawingml/2006/main">
            <a:pathLst>
              <a:path w="10191750" h="3201829">
                <a:moveTo>
                  <a:pt x="0" y="3201829"/>
                </a:moveTo>
                <a:lnTo>
                  <a:pt x="47939" y="3184693"/>
                </a:lnTo>
                <a:lnTo>
                  <a:pt x="95879" y="3167558"/>
                </a:lnTo>
                <a:lnTo>
                  <a:pt x="143542" y="3149708"/>
                </a:lnTo>
                <a:lnTo>
                  <a:pt x="191062" y="3131439"/>
                </a:lnTo>
                <a:lnTo>
                  <a:pt x="238468" y="3112884"/>
                </a:lnTo>
                <a:lnTo>
                  <a:pt x="285540" y="3093491"/>
                </a:lnTo>
                <a:lnTo>
                  <a:pt x="332603" y="3074089"/>
                </a:lnTo>
                <a:lnTo>
                  <a:pt x="379247" y="3053705"/>
                </a:lnTo>
                <a:lnTo>
                  <a:pt x="425825" y="3033141"/>
                </a:lnTo>
                <a:lnTo>
                  <a:pt x="472173" y="3012110"/>
                </a:lnTo>
                <a:lnTo>
                  <a:pt x="518217" y="2990402"/>
                </a:lnTo>
                <a:lnTo>
                  <a:pt x="564271" y="2968695"/>
                </a:lnTo>
                <a:lnTo>
                  <a:pt x="609819" y="2945959"/>
                </a:lnTo>
                <a:lnTo>
                  <a:pt x="655339" y="2923175"/>
                </a:lnTo>
                <a:lnTo>
                  <a:pt x="700602" y="2899867"/>
                </a:lnTo>
                <a:lnTo>
                  <a:pt x="745550" y="2875969"/>
                </a:lnTo>
                <a:lnTo>
                  <a:pt x="790499" y="2852080"/>
                </a:lnTo>
                <a:lnTo>
                  <a:pt x="834914" y="2827191"/>
                </a:lnTo>
                <a:lnTo>
                  <a:pt x="879300" y="2802255"/>
                </a:lnTo>
                <a:lnTo>
                  <a:pt x="923439" y="2776909"/>
                </a:lnTo>
                <a:lnTo>
                  <a:pt x="967235" y="2750953"/>
                </a:lnTo>
                <a:lnTo>
                  <a:pt x="1011022" y="2724988"/>
                </a:lnTo>
                <a:lnTo>
                  <a:pt x="1054332" y="2698242"/>
                </a:lnTo>
                <a:lnTo>
                  <a:pt x="1097537" y="2671315"/>
                </a:lnTo>
                <a:lnTo>
                  <a:pt x="1140628" y="2644207"/>
                </a:lnTo>
                <a:lnTo>
                  <a:pt x="1183224" y="2616327"/>
                </a:lnTo>
                <a:lnTo>
                  <a:pt x="1225820" y="2588457"/>
                </a:lnTo>
                <a:lnTo>
                  <a:pt x="1268120" y="2560120"/>
                </a:lnTo>
                <a:lnTo>
                  <a:pt x="1310135" y="2531393"/>
                </a:lnTo>
                <a:lnTo>
                  <a:pt x="1352159" y="2502656"/>
                </a:lnTo>
                <a:lnTo>
                  <a:pt x="1393717" y="2473252"/>
                </a:lnTo>
                <a:lnTo>
                  <a:pt x="1435179" y="2443715"/>
                </a:lnTo>
                <a:lnTo>
                  <a:pt x="1476585" y="2414092"/>
                </a:lnTo>
                <a:lnTo>
                  <a:pt x="1517494" y="2383793"/>
                </a:lnTo>
                <a:lnTo>
                  <a:pt x="1558395" y="2353485"/>
                </a:lnTo>
                <a:lnTo>
                  <a:pt x="1599133" y="2322957"/>
                </a:lnTo>
                <a:lnTo>
                  <a:pt x="1639519" y="2291972"/>
                </a:lnTo>
                <a:lnTo>
                  <a:pt x="1679915" y="2260987"/>
                </a:lnTo>
                <a:lnTo>
                  <a:pt x="1720053" y="2229679"/>
                </a:lnTo>
                <a:lnTo>
                  <a:pt x="1759972" y="2198084"/>
                </a:lnTo>
                <a:lnTo>
                  <a:pt x="1799892" y="2166490"/>
                </a:lnTo>
                <a:lnTo>
                  <a:pt x="1839506" y="2134514"/>
                </a:lnTo>
                <a:lnTo>
                  <a:pt x="1878987" y="2102377"/>
                </a:lnTo>
                <a:lnTo>
                  <a:pt x="1918459" y="2070230"/>
                </a:lnTo>
                <a:lnTo>
                  <a:pt x="1957588" y="2037664"/>
                </a:lnTo>
                <a:lnTo>
                  <a:pt x="1996650" y="2005013"/>
                </a:lnTo>
                <a:lnTo>
                  <a:pt x="2035702" y="1972361"/>
                </a:lnTo>
                <a:lnTo>
                  <a:pt x="2074459" y="1939357"/>
                </a:lnTo>
                <a:lnTo>
                  <a:pt x="2113197" y="1906324"/>
                </a:lnTo>
                <a:lnTo>
                  <a:pt x="2151926" y="1873282"/>
                </a:lnTo>
                <a:lnTo>
                  <a:pt x="2190340" y="1839878"/>
                </a:lnTo>
                <a:lnTo>
                  <a:pt x="2228755" y="1806473"/>
                </a:lnTo>
                <a:lnTo>
                  <a:pt x="2267160" y="1773050"/>
                </a:lnTo>
                <a:lnTo>
                  <a:pt x="2305345" y="1739389"/>
                </a:lnTo>
                <a:lnTo>
                  <a:pt x="2343541" y="1705727"/>
                </a:lnTo>
                <a:lnTo>
                  <a:pt x="2381717" y="1672047"/>
                </a:lnTo>
                <a:lnTo>
                  <a:pt x="2419731" y="1638186"/>
                </a:lnTo>
                <a:lnTo>
                  <a:pt x="2457745" y="1604324"/>
                </a:lnTo>
                <a:lnTo>
                  <a:pt x="2495741" y="1570453"/>
                </a:lnTo>
                <a:lnTo>
                  <a:pt x="2533621" y="1536430"/>
                </a:lnTo>
                <a:lnTo>
                  <a:pt x="2571493" y="1502416"/>
                </a:lnTo>
                <a:lnTo>
                  <a:pt x="2609364" y="1468403"/>
                </a:lnTo>
                <a:lnTo>
                  <a:pt x="2647236" y="1434379"/>
                </a:lnTo>
                <a:lnTo>
                  <a:pt x="2685107" y="1400366"/>
                </a:lnTo>
                <a:lnTo>
                  <a:pt x="2722988" y="1366342"/>
                </a:lnTo>
                <a:lnTo>
                  <a:pt x="2760878" y="1332347"/>
                </a:lnTo>
                <a:lnTo>
                  <a:pt x="2798759" y="1298343"/>
                </a:lnTo>
                <a:lnTo>
                  <a:pt x="2836669" y="1264358"/>
                </a:lnTo>
                <a:lnTo>
                  <a:pt x="2874664" y="1230487"/>
                </a:lnTo>
                <a:lnTo>
                  <a:pt x="2912669" y="1196607"/>
                </a:lnTo>
                <a:lnTo>
                  <a:pt x="2950702" y="1162774"/>
                </a:lnTo>
                <a:lnTo>
                  <a:pt x="2988907" y="1129122"/>
                </a:lnTo>
                <a:lnTo>
                  <a:pt x="3027112" y="1095480"/>
                </a:lnTo>
                <a:lnTo>
                  <a:pt x="3065374" y="1061895"/>
                </a:lnTo>
                <a:lnTo>
                  <a:pt x="3103836" y="1028548"/>
                </a:lnTo>
                <a:lnTo>
                  <a:pt x="3142298" y="995201"/>
                </a:lnTo>
                <a:lnTo>
                  <a:pt x="3180855" y="961958"/>
                </a:lnTo>
                <a:lnTo>
                  <a:pt x="3219688" y="929040"/>
                </a:lnTo>
                <a:lnTo>
                  <a:pt x="3258522" y="896122"/>
                </a:lnTo>
                <a:lnTo>
                  <a:pt x="3297498" y="863375"/>
                </a:lnTo>
                <a:lnTo>
                  <a:pt x="3336769" y="830980"/>
                </a:lnTo>
                <a:lnTo>
                  <a:pt x="3376031" y="798576"/>
                </a:lnTo>
                <a:lnTo>
                  <a:pt x="3415551" y="766486"/>
                </a:lnTo>
                <a:lnTo>
                  <a:pt x="3455356" y="734749"/>
                </a:lnTo>
                <a:lnTo>
                  <a:pt x="3495161" y="703012"/>
                </a:lnTo>
                <a:lnTo>
                  <a:pt x="3535347" y="671770"/>
                </a:lnTo>
                <a:lnTo>
                  <a:pt x="3575780" y="640832"/>
                </a:lnTo>
                <a:lnTo>
                  <a:pt x="3616204" y="609895"/>
                </a:lnTo>
                <a:lnTo>
                  <a:pt x="3657209" y="579730"/>
                </a:lnTo>
                <a:lnTo>
                  <a:pt x="3698348" y="549735"/>
                </a:lnTo>
                <a:lnTo>
                  <a:pt x="3739534" y="519808"/>
                </a:lnTo>
                <a:lnTo>
                  <a:pt x="3781473" y="490957"/>
                </a:lnTo>
                <a:lnTo>
                  <a:pt x="3823411" y="462105"/>
                </a:lnTo>
                <a:lnTo>
                  <a:pt x="3865664" y="433721"/>
                </a:lnTo>
                <a:lnTo>
                  <a:pt x="3908479" y="406175"/>
                </a:lnTo>
                <a:lnTo>
                  <a:pt x="3951294" y="378628"/>
                </a:lnTo>
                <a:lnTo>
                  <a:pt x="3994766" y="352158"/>
                </a:lnTo>
                <a:lnTo>
                  <a:pt x="4038505" y="326107"/>
                </a:lnTo>
                <a:lnTo>
                  <a:pt x="4082377" y="300295"/>
                </a:lnTo>
                <a:lnTo>
                  <a:pt x="4127125" y="276015"/>
                </a:lnTo>
                <a:lnTo>
                  <a:pt x="4171874" y="251746"/>
                </a:lnTo>
                <a:lnTo>
                  <a:pt x="4217222" y="228629"/>
                </a:lnTo>
                <a:lnTo>
                  <a:pt x="4262980" y="206312"/>
                </a:lnTo>
                <a:lnTo>
                  <a:pt x="4308853" y="184271"/>
                </a:lnTo>
                <a:lnTo>
                  <a:pt x="4355640" y="164201"/>
                </a:lnTo>
                <a:lnTo>
                  <a:pt x="4402426" y="144132"/>
                </a:lnTo>
                <a:lnTo>
                  <a:pt x="4449909" y="125816"/>
                </a:lnTo>
                <a:lnTo>
                  <a:pt x="4497695" y="108252"/>
                </a:lnTo>
                <a:lnTo>
                  <a:pt x="4545778" y="91602"/>
                </a:lnTo>
                <a:lnTo>
                  <a:pt x="4594489" y="76800"/>
                </a:lnTo>
                <a:lnTo>
                  <a:pt x="4643209" y="62017"/>
                </a:lnTo>
                <a:lnTo>
                  <a:pt x="4692720" y="50197"/>
                </a:lnTo>
                <a:lnTo>
                  <a:pt x="4742231" y="38367"/>
                </a:lnTo>
                <a:lnTo>
                  <a:pt x="4792228" y="28861"/>
                </a:lnTo>
                <a:lnTo>
                  <a:pt x="4842405" y="20250"/>
                </a:lnTo>
                <a:lnTo>
                  <a:pt x="4892792" y="13202"/>
                </a:lnTo>
                <a:lnTo>
                  <a:pt x="4943427" y="7963"/>
                </a:lnTo>
                <a:lnTo>
                  <a:pt x="4994119" y="3505"/>
                </a:lnTo>
                <a:lnTo>
                  <a:pt x="5044992" y="1753"/>
                </a:lnTo>
                <a:lnTo>
                  <a:pt x="5095875" y="0"/>
                </a:lnTo>
                <a:lnTo>
                  <a:pt x="5146748" y="1753"/>
                </a:lnTo>
                <a:lnTo>
                  <a:pt x="5197631" y="3505"/>
                </a:lnTo>
                <a:lnTo>
                  <a:pt x="5248323" y="7963"/>
                </a:lnTo>
                <a:lnTo>
                  <a:pt x="5298958" y="13202"/>
                </a:lnTo>
                <a:lnTo>
                  <a:pt x="5349345" y="20250"/>
                </a:lnTo>
                <a:lnTo>
                  <a:pt x="5399522" y="28861"/>
                </a:lnTo>
                <a:lnTo>
                  <a:pt x="5449510" y="38367"/>
                </a:lnTo>
                <a:lnTo>
                  <a:pt x="5499030" y="50197"/>
                </a:lnTo>
                <a:lnTo>
                  <a:pt x="5548541" y="62017"/>
                </a:lnTo>
                <a:lnTo>
                  <a:pt x="5597261" y="76800"/>
                </a:lnTo>
                <a:lnTo>
                  <a:pt x="5645963" y="91602"/>
                </a:lnTo>
                <a:lnTo>
                  <a:pt x="5694055" y="108252"/>
                </a:lnTo>
                <a:lnTo>
                  <a:pt x="5741841" y="125816"/>
                </a:lnTo>
                <a:lnTo>
                  <a:pt x="5789324" y="144132"/>
                </a:lnTo>
                <a:lnTo>
                  <a:pt x="5836110" y="164201"/>
                </a:lnTo>
                <a:lnTo>
                  <a:pt x="5882897" y="184261"/>
                </a:lnTo>
                <a:lnTo>
                  <a:pt x="5928770" y="206312"/>
                </a:lnTo>
                <a:lnTo>
                  <a:pt x="5974528" y="228629"/>
                </a:lnTo>
                <a:lnTo>
                  <a:pt x="6019876" y="251746"/>
                </a:lnTo>
                <a:lnTo>
                  <a:pt x="6064625" y="276015"/>
                </a:lnTo>
                <a:lnTo>
                  <a:pt x="6109373" y="300295"/>
                </a:lnTo>
                <a:lnTo>
                  <a:pt x="6153236" y="326107"/>
                </a:lnTo>
                <a:lnTo>
                  <a:pt x="6196984" y="352158"/>
                </a:lnTo>
                <a:lnTo>
                  <a:pt x="6240456" y="378628"/>
                </a:lnTo>
                <a:lnTo>
                  <a:pt x="6283271" y="406175"/>
                </a:lnTo>
                <a:lnTo>
                  <a:pt x="6326076" y="433721"/>
                </a:lnTo>
                <a:lnTo>
                  <a:pt x="6368339" y="462096"/>
                </a:lnTo>
                <a:lnTo>
                  <a:pt x="6410277" y="490957"/>
                </a:lnTo>
                <a:lnTo>
                  <a:pt x="6452216" y="519808"/>
                </a:lnTo>
                <a:lnTo>
                  <a:pt x="6493402" y="549735"/>
                </a:lnTo>
                <a:lnTo>
                  <a:pt x="6534531" y="579730"/>
                </a:lnTo>
                <a:lnTo>
                  <a:pt x="6575536" y="609895"/>
                </a:lnTo>
                <a:lnTo>
                  <a:pt x="6615970" y="640832"/>
                </a:lnTo>
                <a:lnTo>
                  <a:pt x="6656403" y="671770"/>
                </a:lnTo>
                <a:lnTo>
                  <a:pt x="6696589" y="703012"/>
                </a:lnTo>
                <a:lnTo>
                  <a:pt x="6736394" y="734749"/>
                </a:lnTo>
                <a:lnTo>
                  <a:pt x="6776199" y="766486"/>
                </a:lnTo>
                <a:lnTo>
                  <a:pt x="6815709" y="798576"/>
                </a:lnTo>
                <a:lnTo>
                  <a:pt x="6854981" y="830980"/>
                </a:lnTo>
                <a:lnTo>
                  <a:pt x="6894252" y="863375"/>
                </a:lnTo>
                <a:lnTo>
                  <a:pt x="6933228" y="896112"/>
                </a:lnTo>
                <a:lnTo>
                  <a:pt x="6972062" y="929040"/>
                </a:lnTo>
                <a:lnTo>
                  <a:pt x="7010895" y="961958"/>
                </a:lnTo>
                <a:lnTo>
                  <a:pt x="7049453" y="995191"/>
                </a:lnTo>
                <a:lnTo>
                  <a:pt x="7087914" y="1028548"/>
                </a:lnTo>
                <a:lnTo>
                  <a:pt x="7126376" y="1061895"/>
                </a:lnTo>
                <a:lnTo>
                  <a:pt x="7164629" y="1095480"/>
                </a:lnTo>
                <a:lnTo>
                  <a:pt x="7202843" y="1129122"/>
                </a:lnTo>
                <a:lnTo>
                  <a:pt x="7241048" y="1162764"/>
                </a:lnTo>
                <a:lnTo>
                  <a:pt x="7279081" y="1196607"/>
                </a:lnTo>
                <a:lnTo>
                  <a:pt x="7317076" y="1230487"/>
                </a:lnTo>
                <a:lnTo>
                  <a:pt x="7355081" y="1264358"/>
                </a:lnTo>
                <a:lnTo>
                  <a:pt x="7392981" y="1298343"/>
                </a:lnTo>
                <a:lnTo>
                  <a:pt x="7430872" y="1332347"/>
                </a:lnTo>
                <a:lnTo>
                  <a:pt x="7468762" y="1366342"/>
                </a:lnTo>
                <a:lnTo>
                  <a:pt x="7506633" y="1400366"/>
                </a:lnTo>
                <a:lnTo>
                  <a:pt x="7544514" y="1434379"/>
                </a:lnTo>
                <a:lnTo>
                  <a:pt x="7582386" y="1468403"/>
                </a:lnTo>
                <a:lnTo>
                  <a:pt x="7620257" y="1502416"/>
                </a:lnTo>
                <a:lnTo>
                  <a:pt x="7658129" y="1536430"/>
                </a:lnTo>
                <a:lnTo>
                  <a:pt x="7696010" y="1570453"/>
                </a:lnTo>
                <a:lnTo>
                  <a:pt x="7734005" y="1604324"/>
                </a:lnTo>
                <a:lnTo>
                  <a:pt x="7772019" y="1638186"/>
                </a:lnTo>
                <a:lnTo>
                  <a:pt x="7810033" y="1672047"/>
                </a:lnTo>
                <a:lnTo>
                  <a:pt x="7848209" y="1705727"/>
                </a:lnTo>
                <a:lnTo>
                  <a:pt x="7886405" y="1739389"/>
                </a:lnTo>
                <a:lnTo>
                  <a:pt x="7924590" y="1773050"/>
                </a:lnTo>
                <a:lnTo>
                  <a:pt x="7962995" y="1806473"/>
                </a:lnTo>
                <a:lnTo>
                  <a:pt x="8001410" y="1839878"/>
                </a:lnTo>
                <a:lnTo>
                  <a:pt x="8039824" y="1873282"/>
                </a:lnTo>
                <a:lnTo>
                  <a:pt x="8078553" y="1906324"/>
                </a:lnTo>
                <a:lnTo>
                  <a:pt x="8117291" y="1939357"/>
                </a:lnTo>
                <a:lnTo>
                  <a:pt x="8156048" y="1972361"/>
                </a:lnTo>
                <a:lnTo>
                  <a:pt x="8195100" y="2005013"/>
                </a:lnTo>
                <a:lnTo>
                  <a:pt x="8234162" y="2037664"/>
                </a:lnTo>
                <a:lnTo>
                  <a:pt x="8273291" y="2070230"/>
                </a:lnTo>
                <a:lnTo>
                  <a:pt x="8312763" y="2102368"/>
                </a:lnTo>
                <a:lnTo>
                  <a:pt x="8352244" y="2134514"/>
                </a:lnTo>
                <a:lnTo>
                  <a:pt x="8391858" y="2166490"/>
                </a:lnTo>
                <a:lnTo>
                  <a:pt x="8431778" y="2198084"/>
                </a:lnTo>
                <a:lnTo>
                  <a:pt x="8471697" y="2229679"/>
                </a:lnTo>
                <a:lnTo>
                  <a:pt x="8511835" y="2260987"/>
                </a:lnTo>
                <a:lnTo>
                  <a:pt x="8552221" y="2291972"/>
                </a:lnTo>
                <a:lnTo>
                  <a:pt x="8592617" y="2322957"/>
                </a:lnTo>
                <a:lnTo>
                  <a:pt x="8633355" y="2353485"/>
                </a:lnTo>
                <a:lnTo>
                  <a:pt x="8674256" y="2383793"/>
                </a:lnTo>
                <a:lnTo>
                  <a:pt x="8715165" y="2414092"/>
                </a:lnTo>
                <a:lnTo>
                  <a:pt x="8756571" y="2443705"/>
                </a:lnTo>
                <a:lnTo>
                  <a:pt x="8798033" y="2473242"/>
                </a:lnTo>
                <a:lnTo>
                  <a:pt x="8839581" y="2502656"/>
                </a:lnTo>
                <a:lnTo>
                  <a:pt x="8881605" y="2531393"/>
                </a:lnTo>
                <a:lnTo>
                  <a:pt x="8923630" y="2560120"/>
                </a:lnTo>
                <a:lnTo>
                  <a:pt x="8965921" y="2588457"/>
                </a:lnTo>
                <a:lnTo>
                  <a:pt x="9008526" y="2616327"/>
                </a:lnTo>
                <a:lnTo>
                  <a:pt x="9051122" y="2644207"/>
                </a:lnTo>
                <a:lnTo>
                  <a:pt x="9094213" y="2671315"/>
                </a:lnTo>
                <a:lnTo>
                  <a:pt x="9137418" y="2698232"/>
                </a:lnTo>
                <a:lnTo>
                  <a:pt x="9180728" y="2724988"/>
                </a:lnTo>
                <a:lnTo>
                  <a:pt x="9224515" y="2750944"/>
                </a:lnTo>
                <a:lnTo>
                  <a:pt x="9268311" y="2776909"/>
                </a:lnTo>
                <a:lnTo>
                  <a:pt x="9312450" y="2802255"/>
                </a:lnTo>
                <a:lnTo>
                  <a:pt x="9356836" y="2827191"/>
                </a:lnTo>
                <a:lnTo>
                  <a:pt x="9401242" y="2852080"/>
                </a:lnTo>
                <a:lnTo>
                  <a:pt x="9446200" y="2875969"/>
                </a:lnTo>
                <a:lnTo>
                  <a:pt x="9491148" y="2899867"/>
                </a:lnTo>
                <a:lnTo>
                  <a:pt x="9536411" y="2923175"/>
                </a:lnTo>
                <a:lnTo>
                  <a:pt x="9581931" y="2945959"/>
                </a:lnTo>
                <a:lnTo>
                  <a:pt x="9627479" y="2968695"/>
                </a:lnTo>
                <a:lnTo>
                  <a:pt x="9673523" y="2990402"/>
                </a:lnTo>
                <a:lnTo>
                  <a:pt x="9719577" y="3012110"/>
                </a:lnTo>
                <a:lnTo>
                  <a:pt x="9765925" y="3033141"/>
                </a:lnTo>
                <a:lnTo>
                  <a:pt x="9812503" y="3053705"/>
                </a:lnTo>
                <a:lnTo>
                  <a:pt x="9859147" y="3074089"/>
                </a:lnTo>
                <a:lnTo>
                  <a:pt x="9906210" y="3093491"/>
                </a:lnTo>
                <a:lnTo>
                  <a:pt x="9953282" y="3112884"/>
                </a:lnTo>
                <a:lnTo>
                  <a:pt x="10000688" y="3131439"/>
                </a:lnTo>
                <a:lnTo>
                  <a:pt x="10048199" y="3149708"/>
                </a:lnTo>
                <a:lnTo>
                  <a:pt x="10095871" y="3167558"/>
                </a:lnTo>
                <a:lnTo>
                  <a:pt x="10143811" y="3184693"/>
                </a:lnTo>
                <a:lnTo>
                  <a:pt x="10191750" y="3201829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C5DCF4"/>
            </a:solidFill>
            <a:prstDash val="solid"/>
          </a:ln>
        </p:spPr>
      </p:sp>
      <p:sp>
        <p:nvSpPr>
          <p:cNvPr id="3" name="spectrum-underlay-0">
            <a:extLst xmlns:a="http://schemas.openxmlformats.org/drawingml/2006/main">
              <a:ext uri="{FF2B5EF4-FFF2-40B4-BE49-F238E27FC236}">
                <a16:creationId xmlns:a16="http://schemas.microsoft.com/office/drawing/2014/main" id="{F298A386-EA0D-4282-905E-38CF81148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9625" y="3000375"/>
            <a:ext cx="1992516" cy="1971675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DFEA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pectrum-card-0">
            <a:extLst xmlns:a="http://schemas.openxmlformats.org/drawingml/2006/main">
              <a:ext uri="{FF2B5EF4-FFF2-40B4-BE49-F238E27FC236}">
                <a16:creationId xmlns:a16="http://schemas.microsoft.com/office/drawing/2014/main" id="{75DADFBF-1E3A-46DA-A713-BC3E94C8A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9625" y="2933700"/>
            <a:ext cx="1992516" cy="1971675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5F8FC"/>
          </a:solidFill>
          <a:ln xmlns:a="http://schemas.openxmlformats.org/drawingml/2006/main" w="9525">
            <a:solidFill>
              <a:srgbClr val="CFDDE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24"/>
          <a:fontRef xmlns:a="http://schemas.openxmlformats.org/drawingml/2006/main" idx="major"/>
        </p:style>
      </p:sp>
      <p:sp>
        <p:nvSpPr>
          <p:cNvPr id="5" name="spectrum-underlay-1">
            <a:extLst xmlns:a="http://schemas.openxmlformats.org/drawingml/2006/main">
              <a:ext uri="{FF2B5EF4-FFF2-40B4-BE49-F238E27FC236}">
                <a16:creationId xmlns:a16="http://schemas.microsoft.com/office/drawing/2014/main" id="{B4B825EF-E80C-4D52-864B-F74E6B106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954541" y="3000375"/>
            <a:ext cx="1992659" cy="1971675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DFEA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spectrum-card-1">
            <a:extLst xmlns:a="http://schemas.openxmlformats.org/drawingml/2006/main">
              <a:ext uri="{FF2B5EF4-FFF2-40B4-BE49-F238E27FC236}">
                <a16:creationId xmlns:a16="http://schemas.microsoft.com/office/drawing/2014/main" id="{486B12C6-52C1-4604-A7AD-D4D20DED4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954541" y="2933700"/>
            <a:ext cx="1992659" cy="1971675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5F8FC"/>
          </a:solidFill>
          <a:ln xmlns:a="http://schemas.openxmlformats.org/drawingml/2006/main" w="9525">
            <a:solidFill>
              <a:srgbClr val="CFDDE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24"/>
          <a:fontRef xmlns:a="http://schemas.openxmlformats.org/drawingml/2006/main" idx="major"/>
        </p:style>
      </p:sp>
      <p:sp>
        <p:nvSpPr>
          <p:cNvPr id="7" name="spectrum-underlay-2">
            <a:extLst xmlns:a="http://schemas.openxmlformats.org/drawingml/2006/main">
              <a:ext uri="{FF2B5EF4-FFF2-40B4-BE49-F238E27FC236}">
                <a16:creationId xmlns:a16="http://schemas.microsoft.com/office/drawing/2014/main" id="{AADF30BF-E9C5-465E-849B-61E29BA07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099599" y="2619375"/>
            <a:ext cx="1992659" cy="2352675"/>
          </a:xfrm>
          <a:prstGeom xmlns:a="http://schemas.openxmlformats.org/drawingml/2006/main" prst="roundRect">
            <a:avLst>
              <a:gd name="adj" fmla="val 8604"/>
            </a:avLst>
          </a:prstGeom>
          <a:solidFill xmlns:a="http://schemas.openxmlformats.org/drawingml/2006/main">
            <a:srgbClr val="9FC2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spectrum-card-2">
            <a:extLst xmlns:a="http://schemas.openxmlformats.org/drawingml/2006/main">
              <a:ext uri="{FF2B5EF4-FFF2-40B4-BE49-F238E27FC236}">
                <a16:creationId xmlns:a16="http://schemas.microsoft.com/office/drawing/2014/main" id="{215C6FEA-F982-4B02-947D-57B13FE88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099599" y="2552700"/>
            <a:ext cx="1992659" cy="2352675"/>
          </a:xfrm>
          <a:prstGeom xmlns:a="http://schemas.openxmlformats.org/drawingml/2006/main" prst="roundRect">
            <a:avLst>
              <a:gd name="adj" fmla="val 8604"/>
            </a:avLst>
          </a:prstGeom>
          <a:solidFill xmlns:a="http://schemas.openxmlformats.org/drawingml/2006/main">
            <a:srgbClr val="2F5EA8"/>
          </a:solidFill>
          <a:ln xmlns:a="http://schemas.openxmlformats.org/drawingml/2006/main" w="9525">
            <a:solidFill>
              <a:srgbClr val="2F5EA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25"/>
          <a:fontRef xmlns:a="http://schemas.openxmlformats.org/drawingml/2006/main" idx="major"/>
        </p:style>
      </p:sp>
      <p:sp>
        <p:nvSpPr>
          <p:cNvPr id="9" name="spectrum-underlay-3">
            <a:extLst xmlns:a="http://schemas.openxmlformats.org/drawingml/2006/main">
              <a:ext uri="{FF2B5EF4-FFF2-40B4-BE49-F238E27FC236}">
                <a16:creationId xmlns:a16="http://schemas.microsoft.com/office/drawing/2014/main" id="{22AB76E1-98A5-4382-80A8-1D8839754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244658" y="3000375"/>
            <a:ext cx="1992659" cy="1971675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DFEA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spectrum-card-3">
            <a:extLst xmlns:a="http://schemas.openxmlformats.org/drawingml/2006/main">
              <a:ext uri="{FF2B5EF4-FFF2-40B4-BE49-F238E27FC236}">
                <a16:creationId xmlns:a16="http://schemas.microsoft.com/office/drawing/2014/main" id="{AE23D9B1-4580-45B1-BED6-204824A7B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244658" y="2933700"/>
            <a:ext cx="1992659" cy="1971675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5F8FC"/>
          </a:solidFill>
          <a:ln xmlns:a="http://schemas.openxmlformats.org/drawingml/2006/main" w="9525">
            <a:solidFill>
              <a:srgbClr val="CFDDE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24"/>
          <a:fontRef xmlns:a="http://schemas.openxmlformats.org/drawingml/2006/main" idx="major"/>
        </p:style>
      </p:sp>
      <p:sp>
        <p:nvSpPr>
          <p:cNvPr id="11" name="spectrum-underlay-4">
            <a:extLst xmlns:a="http://schemas.openxmlformats.org/drawingml/2006/main">
              <a:ext uri="{FF2B5EF4-FFF2-40B4-BE49-F238E27FC236}">
                <a16:creationId xmlns:a16="http://schemas.microsoft.com/office/drawing/2014/main" id="{59D3FF11-8FC3-4377-A634-396BFC649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389716" y="3000375"/>
            <a:ext cx="1992516" cy="1971675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DFEA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spectrum-card-4">
            <a:extLst xmlns:a="http://schemas.openxmlformats.org/drawingml/2006/main">
              <a:ext uri="{FF2B5EF4-FFF2-40B4-BE49-F238E27FC236}">
                <a16:creationId xmlns:a16="http://schemas.microsoft.com/office/drawing/2014/main" id="{A9D7BCDC-74D7-4646-8284-14BA51E18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389716" y="2933700"/>
            <a:ext cx="1992516" cy="1971675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5F8FC"/>
          </a:solidFill>
          <a:ln xmlns:a="http://schemas.openxmlformats.org/drawingml/2006/main" w="9525">
            <a:solidFill>
              <a:srgbClr val="CFDDE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24"/>
          <a:fontRef xmlns:a="http://schemas.openxmlformats.org/drawingml/2006/main" idx="major"/>
        </p:style>
      </p:sp>
      <p:sp>
        <p:nvSpPr>
          <p:cNvPr id="13" name="spectrum-axis">
            <a:extLst xmlns:a="http://schemas.openxmlformats.org/drawingml/2006/main">
              <a:ext uri="{FF2B5EF4-FFF2-40B4-BE49-F238E27FC236}">
                <a16:creationId xmlns:a16="http://schemas.microsoft.com/office/drawing/2014/main" id="{42C83667-52C2-4955-9FE2-8BA49DA26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71575" y="5381625"/>
            <a:ext cx="981075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8FB3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spectrum-axis-arrow">
            <a:extLst xmlns:a="http://schemas.openxmlformats.org/drawingml/2006/main">
              <a:ext uri="{FF2B5EF4-FFF2-40B4-BE49-F238E27FC236}">
                <a16:creationId xmlns:a16="http://schemas.microsoft.com/office/drawing/2014/main" id="{A1604EA3-47B2-41F0-90E0-1FDFE0B4E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987088" y="5329238"/>
            <a:ext cx="138113" cy="133350"/>
          </a:xfrm>
          <a:custGeom xmlns:a="http://schemas.openxmlformats.org/drawingml/2006/main">
            <a:pathLst>
              <a:path w="138113" h="133350">
                <a:moveTo>
                  <a:pt x="0" y="0"/>
                </a:moveTo>
                <a:lnTo>
                  <a:pt x="8630" y="4172"/>
                </a:lnTo>
                <a:lnTo>
                  <a:pt x="17269" y="8334"/>
                </a:lnTo>
                <a:lnTo>
                  <a:pt x="25898" y="12506"/>
                </a:lnTo>
                <a:lnTo>
                  <a:pt x="34528" y="16669"/>
                </a:lnTo>
                <a:lnTo>
                  <a:pt x="43158" y="20841"/>
                </a:lnTo>
                <a:lnTo>
                  <a:pt x="51797" y="25003"/>
                </a:lnTo>
                <a:lnTo>
                  <a:pt x="60427" y="29175"/>
                </a:lnTo>
                <a:lnTo>
                  <a:pt x="69056" y="33338"/>
                </a:lnTo>
                <a:lnTo>
                  <a:pt x="77686" y="37509"/>
                </a:lnTo>
                <a:lnTo>
                  <a:pt x="86325" y="41672"/>
                </a:lnTo>
                <a:lnTo>
                  <a:pt x="94955" y="45844"/>
                </a:lnTo>
                <a:lnTo>
                  <a:pt x="103584" y="50006"/>
                </a:lnTo>
                <a:lnTo>
                  <a:pt x="112214" y="54178"/>
                </a:lnTo>
                <a:lnTo>
                  <a:pt x="120853" y="58341"/>
                </a:lnTo>
                <a:lnTo>
                  <a:pt x="129483" y="62513"/>
                </a:lnTo>
                <a:lnTo>
                  <a:pt x="138113" y="66675"/>
                </a:lnTo>
                <a:lnTo>
                  <a:pt x="129483" y="70847"/>
                </a:lnTo>
                <a:lnTo>
                  <a:pt x="120853" y="75009"/>
                </a:lnTo>
                <a:lnTo>
                  <a:pt x="112214" y="79172"/>
                </a:lnTo>
                <a:lnTo>
                  <a:pt x="103584" y="83344"/>
                </a:lnTo>
                <a:lnTo>
                  <a:pt x="94955" y="87516"/>
                </a:lnTo>
                <a:lnTo>
                  <a:pt x="86325" y="91678"/>
                </a:lnTo>
                <a:lnTo>
                  <a:pt x="77686" y="95841"/>
                </a:lnTo>
                <a:lnTo>
                  <a:pt x="69056" y="100013"/>
                </a:lnTo>
                <a:lnTo>
                  <a:pt x="60427" y="104184"/>
                </a:lnTo>
                <a:lnTo>
                  <a:pt x="51797" y="108347"/>
                </a:lnTo>
                <a:lnTo>
                  <a:pt x="43158" y="112519"/>
                </a:lnTo>
                <a:lnTo>
                  <a:pt x="34528" y="116681"/>
                </a:lnTo>
                <a:lnTo>
                  <a:pt x="25898" y="120853"/>
                </a:lnTo>
                <a:lnTo>
                  <a:pt x="17269" y="125016"/>
                </a:lnTo>
                <a:lnTo>
                  <a:pt x="8630" y="129188"/>
                </a:lnTo>
                <a:lnTo>
                  <a:pt x="0" y="13335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8FB3DF"/>
            </a:solidFill>
            <a:prstDash val="solid"/>
          </a:ln>
        </p:spPr>
      </p:sp>
      <p:sp>
        <p:nvSpPr>
          <p:cNvPr id="15" name="spectrum-axis-low">
            <a:extLst xmlns:a="http://schemas.openxmlformats.org/drawingml/2006/main">
              <a:ext uri="{FF2B5EF4-FFF2-40B4-BE49-F238E27FC236}">
                <a16:creationId xmlns:a16="http://schemas.microsoft.com/office/drawing/2014/main" id="{30867DDD-CC2D-4A31-86E4-0CB48D49C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57275" y="558165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40000"/>
              </a:lnSpc>
              <a:buNone/>
              <a:defRPr sz="1500" b="0" i="0">
                <a:solidFill>
                  <a:srgbClr val="6F7D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 i="0">
                <a:solidFill>
                  <a:srgbClr val="6F7D91"/>
                </a:solidFill>
                <a:latin typeface="Microsoft YaHei"/>
                <a:ea typeface="Microsoft YaHei"/>
                <a:cs typeface="Microsoft YaHei"/>
              </a:rPr>
              <a:t>低</a:t>
            </a:r>
          </a:p>
        </p:txBody>
      </p:sp>
      <p:sp>
        <p:nvSpPr>
          <p:cNvPr id="16" name="spectrum-axis-label">
            <a:extLst xmlns:a="http://schemas.openxmlformats.org/drawingml/2006/main">
              <a:ext uri="{FF2B5EF4-FFF2-40B4-BE49-F238E27FC236}">
                <a16:creationId xmlns:a16="http://schemas.microsoft.com/office/drawing/2014/main" id="{87AF63C6-6B13-47A5-9273-A3335610D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62500" y="5581650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 i="0">
                <a:solidFill>
                  <a:srgbClr val="4052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 i="0">
                <a:solidFill>
                  <a:srgbClr val="405269"/>
                </a:solidFill>
                <a:latin typeface="Microsoft YaHei"/>
                <a:ea typeface="Microsoft YaHei"/>
                <a:cs typeface="Microsoft YaHei"/>
              </a:rPr>
              <a:t>对视觉复杂度与美观度的需求</a:t>
            </a:r>
          </a:p>
        </p:txBody>
      </p:sp>
      <p:sp>
        <p:nvSpPr>
          <p:cNvPr id="17" name="spectrum-axis-high">
            <a:extLst xmlns:a="http://schemas.openxmlformats.org/drawingml/2006/main">
              <a:ext uri="{FF2B5EF4-FFF2-40B4-BE49-F238E27FC236}">
                <a16:creationId xmlns:a16="http://schemas.microsoft.com/office/drawing/2014/main" id="{0CBD8172-9F8D-4BA7-B1E5-27E2B3BC3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705975" y="558165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40000"/>
              </a:lnSpc>
              <a:buNone/>
              <a:defRPr sz="1500" b="0" i="0">
                <a:solidFill>
                  <a:srgbClr val="6F7D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 i="0">
                <a:solidFill>
                  <a:srgbClr val="6F7D91"/>
                </a:solidFill>
                <a:latin typeface="Microsoft YaHei"/>
                <a:ea typeface="Microsoft YaHei"/>
                <a:cs typeface="Microsoft YaHei"/>
              </a:rPr>
              <a:t>高</a:t>
            </a:r>
          </a:p>
        </p:txBody>
      </p:sp>
      <p:sp>
        <p:nvSpPr>
          <p:cNvPr id="18" name="spectrum-order-0">
            <a:extLst xmlns:a="http://schemas.openxmlformats.org/drawingml/2006/main">
              <a:ext uri="{FF2B5EF4-FFF2-40B4-BE49-F238E27FC236}">
                <a16:creationId xmlns:a16="http://schemas.microsoft.com/office/drawing/2014/main" id="{1286BC50-169A-431F-AEF2-5CADB5855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00125" y="3095625"/>
            <a:ext cx="323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1" i="0">
                <a:solidFill>
                  <a:srgbClr val="9AB1C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 i="0">
                <a:solidFill>
                  <a:srgbClr val="9AB1CA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19" name="spectrum-title-0">
            <a:extLst xmlns:a="http://schemas.openxmlformats.org/drawingml/2006/main">
              <a:ext uri="{FF2B5EF4-FFF2-40B4-BE49-F238E27FC236}">
                <a16:creationId xmlns:a16="http://schemas.microsoft.com/office/drawing/2014/main" id="{55738BAC-0E55-48DA-A7D9-D395A6F84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00125" y="3531994"/>
            <a:ext cx="1611516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2100" b="1" i="0">
                <a:solidFill>
                  <a:srgbClr val="254B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 i="0">
                <a:solidFill>
                  <a:srgbClr val="254B7C"/>
                </a:solidFill>
                <a:latin typeface="Microsoft YaHei"/>
                <a:ea typeface="Microsoft YaHei"/>
                <a:cs typeface="Microsoft YaHei"/>
              </a:rPr>
              <a:t>低要求端</a:t>
            </a:r>
          </a:p>
        </p:txBody>
      </p:sp>
      <p:sp>
        <p:nvSpPr>
          <p:cNvPr id="20" name="spectrum-body-0">
            <a:extLst xmlns:a="http://schemas.openxmlformats.org/drawingml/2006/main">
              <a:ext uri="{FF2B5EF4-FFF2-40B4-BE49-F238E27FC236}">
                <a16:creationId xmlns:a16="http://schemas.microsoft.com/office/drawing/2014/main" id="{252C3C49-6716-4314-8645-6E9383E83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00125" y="3979669"/>
            <a:ext cx="1611516" cy="5179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36000"/>
              </a:lnSpc>
              <a:buNone/>
              <a:defRPr sz="1500" b="0" i="0">
                <a:solidFill>
                  <a:srgbClr val="5261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 i="0">
                <a:solidFill>
                  <a:srgbClr val="526174"/>
                </a:solidFill>
                <a:latin typeface="Microsoft YaHei"/>
                <a:ea typeface="Microsoft YaHei"/>
                <a:cs typeface="Microsoft YaHei"/>
              </a:rPr>
              <a:t>不重视版式，直接</a:t>
            </a:r>
          </a:p>
          <a:p xmlns:a="http://schemas.openxmlformats.org/drawingml/2006/main">
            <a:pPr algn="ctr">
              <a:lnSpc>
                <a:spcPct val="136000"/>
              </a:lnSpc>
              <a:buNone/>
              <a:defRPr sz="1500" b="0" i="0">
                <a:solidFill>
                  <a:srgbClr val="5261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 i="0">
                <a:solidFill>
                  <a:srgbClr val="526174"/>
                </a:solidFill>
                <a:latin typeface="Microsoft YaHei"/>
                <a:ea typeface="Microsoft YaHei"/>
                <a:cs typeface="Microsoft YaHei"/>
              </a:rPr>
              <a:t>堆放文字也能接受</a:t>
            </a:r>
          </a:p>
        </p:txBody>
      </p:sp>
      <p:sp>
        <p:nvSpPr>
          <p:cNvPr id="21" name="spectrum-order-1">
            <a:extLst xmlns:a="http://schemas.openxmlformats.org/drawingml/2006/main">
              <a:ext uri="{FF2B5EF4-FFF2-40B4-BE49-F238E27FC236}">
                <a16:creationId xmlns:a16="http://schemas.microsoft.com/office/drawing/2014/main" id="{6E34A1E1-B187-4678-8BE6-935A50129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145041" y="3095625"/>
            <a:ext cx="323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1" i="0">
                <a:solidFill>
                  <a:srgbClr val="9AB1C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 i="0">
                <a:solidFill>
                  <a:srgbClr val="9AB1CA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22" name="spectrum-title-1">
            <a:extLst xmlns:a="http://schemas.openxmlformats.org/drawingml/2006/main">
              <a:ext uri="{FF2B5EF4-FFF2-40B4-BE49-F238E27FC236}">
                <a16:creationId xmlns:a16="http://schemas.microsoft.com/office/drawing/2014/main" id="{32C89C0D-B44D-4692-BA9B-97401CC6C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145041" y="3418437"/>
            <a:ext cx="1611659" cy="3015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1900" b="1" i="0">
                <a:solidFill>
                  <a:srgbClr val="254B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00" b="1" i="0">
                <a:solidFill>
                  <a:srgbClr val="254B7C"/>
                </a:solidFill>
                <a:latin typeface="Microsoft YaHei"/>
                <a:ea typeface="Microsoft YaHei"/>
                <a:cs typeface="Microsoft YaHei"/>
              </a:rPr>
              <a:t>工作型需求</a:t>
            </a:r>
          </a:p>
        </p:txBody>
      </p:sp>
      <p:sp>
        <p:nvSpPr>
          <p:cNvPr id="23" name="spectrum-body-1">
            <a:extLst xmlns:a="http://schemas.openxmlformats.org/drawingml/2006/main">
              <a:ext uri="{FF2B5EF4-FFF2-40B4-BE49-F238E27FC236}">
                <a16:creationId xmlns:a16="http://schemas.microsoft.com/office/drawing/2014/main" id="{589C7718-7F84-4777-9E41-F7DF0FDDE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145041" y="3834260"/>
            <a:ext cx="1611659" cy="7768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36000"/>
              </a:lnSpc>
              <a:buNone/>
              <a:defRPr sz="1500" b="0" i="0">
                <a:solidFill>
                  <a:srgbClr val="5261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 i="0">
                <a:solidFill>
                  <a:srgbClr val="526174"/>
                </a:solidFill>
                <a:latin typeface="Microsoft YaHei"/>
                <a:ea typeface="Microsoft YaHei"/>
                <a:cs typeface="Microsoft YaHei"/>
              </a:rPr>
              <a:t>结构清楚、视觉规</a:t>
            </a:r>
          </a:p>
          <a:p xmlns:a="http://schemas.openxmlformats.org/drawingml/2006/main">
            <a:pPr algn="ctr">
              <a:lnSpc>
                <a:spcPct val="136000"/>
              </a:lnSpc>
              <a:buNone/>
              <a:defRPr sz="1500" b="0" i="0">
                <a:solidFill>
                  <a:srgbClr val="5261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 i="0">
                <a:solidFill>
                  <a:srgbClr val="526174"/>
                </a:solidFill>
                <a:latin typeface="Microsoft YaHei"/>
                <a:ea typeface="Microsoft YaHei"/>
                <a:cs typeface="Microsoft YaHei"/>
              </a:rPr>
              <a:t>范、稳定可靠且可</a:t>
            </a:r>
          </a:p>
          <a:p xmlns:a="http://schemas.openxmlformats.org/drawingml/2006/main">
            <a:pPr algn="ctr">
              <a:lnSpc>
                <a:spcPct val="136000"/>
              </a:lnSpc>
              <a:buNone/>
              <a:defRPr sz="1500" b="0" i="0">
                <a:solidFill>
                  <a:srgbClr val="5261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 i="0">
                <a:solidFill>
                  <a:srgbClr val="526174"/>
                </a:solidFill>
                <a:latin typeface="Microsoft YaHei"/>
                <a:ea typeface="Microsoft YaHei"/>
                <a:cs typeface="Microsoft YaHei"/>
              </a:rPr>
              <a:t>修改</a:t>
            </a:r>
          </a:p>
        </p:txBody>
      </p:sp>
      <p:sp>
        <p:nvSpPr>
          <p:cNvPr id="24" name="spectrum-order-2">
            <a:extLst xmlns:a="http://schemas.openxmlformats.org/drawingml/2006/main">
              <a:ext uri="{FF2B5EF4-FFF2-40B4-BE49-F238E27FC236}">
                <a16:creationId xmlns:a16="http://schemas.microsoft.com/office/drawing/2014/main" id="{9427B460-13B0-45B9-BEDE-50BF129BD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90099" y="2714625"/>
            <a:ext cx="323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1" i="0">
                <a:solidFill>
                  <a:srgbClr val="B9D5F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 i="0">
                <a:solidFill>
                  <a:srgbClr val="B9D5F6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25" name="spectrum-title-2">
            <a:extLst xmlns:a="http://schemas.openxmlformats.org/drawingml/2006/main">
              <a:ext uri="{FF2B5EF4-FFF2-40B4-BE49-F238E27FC236}">
                <a16:creationId xmlns:a16="http://schemas.microsoft.com/office/drawing/2014/main" id="{7710CD67-1049-4D07-B48F-A15B3A40B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90099" y="3207544"/>
            <a:ext cx="1611659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21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高定制端</a:t>
            </a:r>
          </a:p>
        </p:txBody>
      </p:sp>
      <p:sp>
        <p:nvSpPr>
          <p:cNvPr id="26" name="spectrum-body-2">
            <a:extLst xmlns:a="http://schemas.openxmlformats.org/drawingml/2006/main">
              <a:ext uri="{FF2B5EF4-FFF2-40B4-BE49-F238E27FC236}">
                <a16:creationId xmlns:a16="http://schemas.microsoft.com/office/drawing/2014/main" id="{E60B4EFA-56C3-439D-AC54-96F2C6D66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90099" y="3655219"/>
            <a:ext cx="1611659" cy="8809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36000"/>
              </a:lnSpc>
              <a:buNone/>
              <a:defRPr sz="1700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00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发布会、路演和</a:t>
            </a:r>
          </a:p>
          <a:p xmlns:a="http://schemas.openxmlformats.org/drawingml/2006/main">
            <a:pPr algn="ctr">
              <a:lnSpc>
                <a:spcPct val="136000"/>
              </a:lnSpc>
              <a:buNone/>
              <a:defRPr sz="1700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00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比赛需要高度视</a:t>
            </a:r>
          </a:p>
          <a:p xmlns:a="http://schemas.openxmlformats.org/drawingml/2006/main">
            <a:pPr algn="ctr">
              <a:lnSpc>
                <a:spcPct val="136000"/>
              </a:lnSpc>
              <a:buNone/>
              <a:defRPr sz="1700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00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觉创意</a:t>
            </a:r>
          </a:p>
        </p:txBody>
      </p:sp>
      <p:sp>
        <p:nvSpPr>
          <p:cNvPr id="27" name="spectrum-order-3">
            <a:extLst xmlns:a="http://schemas.openxmlformats.org/drawingml/2006/main">
              <a:ext uri="{FF2B5EF4-FFF2-40B4-BE49-F238E27FC236}">
                <a16:creationId xmlns:a16="http://schemas.microsoft.com/office/drawing/2014/main" id="{2060AD1C-F627-4694-B352-A439D7874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435158" y="3095625"/>
            <a:ext cx="323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1" i="0">
                <a:solidFill>
                  <a:srgbClr val="9AB1C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 i="0">
                <a:solidFill>
                  <a:srgbClr val="9AB1CA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28" name="spectrum-title-3">
            <a:extLst xmlns:a="http://schemas.openxmlformats.org/drawingml/2006/main">
              <a:ext uri="{FF2B5EF4-FFF2-40B4-BE49-F238E27FC236}">
                <a16:creationId xmlns:a16="http://schemas.microsoft.com/office/drawing/2014/main" id="{D6B5A5CE-7FED-4299-A9E2-E9DEDA4C8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435158" y="3497313"/>
            <a:ext cx="1611659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2100" b="1" i="0">
                <a:solidFill>
                  <a:srgbClr val="254B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 i="0">
                <a:solidFill>
                  <a:srgbClr val="254B7C"/>
                </a:solidFill>
                <a:latin typeface="Microsoft YaHei"/>
                <a:ea typeface="Microsoft YaHei"/>
                <a:cs typeface="Microsoft YaHei"/>
              </a:rPr>
              <a:t>专业表达</a:t>
            </a:r>
          </a:p>
        </p:txBody>
      </p:sp>
      <p:sp>
        <p:nvSpPr>
          <p:cNvPr id="29" name="spectrum-body-3">
            <a:extLst xmlns:a="http://schemas.openxmlformats.org/drawingml/2006/main">
              <a:ext uri="{FF2B5EF4-FFF2-40B4-BE49-F238E27FC236}">
                <a16:creationId xmlns:a16="http://schemas.microsoft.com/office/drawing/2014/main" id="{787CCD26-3E4C-4192-9F2D-E57A08D3F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435158" y="3944988"/>
            <a:ext cx="1611659" cy="58727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36000"/>
              </a:lnSpc>
              <a:buNone/>
              <a:defRPr sz="1700" b="0" i="0">
                <a:solidFill>
                  <a:srgbClr val="5261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00" b="0" i="0">
                <a:solidFill>
                  <a:srgbClr val="526174"/>
                </a:solidFill>
                <a:latin typeface="Microsoft YaHei"/>
                <a:ea typeface="Microsoft YaHei"/>
                <a:cs typeface="Microsoft YaHei"/>
              </a:rPr>
              <a:t>需要专门设计与</a:t>
            </a:r>
          </a:p>
          <a:p xmlns:a="http://schemas.openxmlformats.org/drawingml/2006/main">
            <a:pPr algn="ctr">
              <a:lnSpc>
                <a:spcPct val="136000"/>
              </a:lnSpc>
              <a:buNone/>
              <a:defRPr sz="1700" b="0" i="0">
                <a:solidFill>
                  <a:srgbClr val="5261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00" b="0" i="0">
                <a:solidFill>
                  <a:srgbClr val="526174"/>
                </a:solidFill>
                <a:latin typeface="Microsoft YaHei"/>
                <a:ea typeface="Microsoft YaHei"/>
                <a:cs typeface="Microsoft YaHei"/>
              </a:rPr>
              <a:t>品牌化表达</a:t>
            </a:r>
          </a:p>
        </p:txBody>
      </p:sp>
      <p:sp>
        <p:nvSpPr>
          <p:cNvPr id="30" name="spectrum-order-4">
            <a:extLst xmlns:a="http://schemas.openxmlformats.org/drawingml/2006/main">
              <a:ext uri="{FF2B5EF4-FFF2-40B4-BE49-F238E27FC236}">
                <a16:creationId xmlns:a16="http://schemas.microsoft.com/office/drawing/2014/main" id="{83C1FB21-0475-4632-843A-14070F906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580216" y="3095625"/>
            <a:ext cx="323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1" i="0">
                <a:solidFill>
                  <a:srgbClr val="9AB1C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 i="0">
                <a:solidFill>
                  <a:srgbClr val="9AB1CA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31" name="spectrum-title-4">
            <a:extLst xmlns:a="http://schemas.openxmlformats.org/drawingml/2006/main">
              <a:ext uri="{FF2B5EF4-FFF2-40B4-BE49-F238E27FC236}">
                <a16:creationId xmlns:a16="http://schemas.microsoft.com/office/drawing/2014/main" id="{52AE6C6F-FD8A-4B89-90C7-891F240A5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580216" y="3497313"/>
            <a:ext cx="1611516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2100" b="1" i="0">
                <a:solidFill>
                  <a:srgbClr val="254B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 i="0">
                <a:solidFill>
                  <a:srgbClr val="254B7C"/>
                </a:solidFill>
                <a:latin typeface="Microsoft YaHei"/>
                <a:ea typeface="Microsoft YaHei"/>
                <a:cs typeface="Microsoft YaHei"/>
              </a:rPr>
              <a:t>极致展示</a:t>
            </a:r>
          </a:p>
        </p:txBody>
      </p:sp>
      <p:sp>
        <p:nvSpPr>
          <p:cNvPr id="32" name="spectrum-body-4">
            <a:extLst xmlns:a="http://schemas.openxmlformats.org/drawingml/2006/main">
              <a:ext uri="{FF2B5EF4-FFF2-40B4-BE49-F238E27FC236}">
                <a16:creationId xmlns:a16="http://schemas.microsoft.com/office/drawing/2014/main" id="{A4737B7A-78C8-4407-A4C1-5A34C0521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580216" y="3944988"/>
            <a:ext cx="1611516" cy="58727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36000"/>
              </a:lnSpc>
              <a:buNone/>
              <a:defRPr sz="1700" b="0" i="0">
                <a:solidFill>
                  <a:srgbClr val="5261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00" b="0" i="0">
                <a:solidFill>
                  <a:srgbClr val="526174"/>
                </a:solidFill>
                <a:latin typeface="Microsoft YaHei"/>
                <a:ea typeface="Microsoft YaHei"/>
                <a:cs typeface="Microsoft YaHei"/>
              </a:rPr>
              <a:t>以独特视觉体验</a:t>
            </a:r>
          </a:p>
          <a:p xmlns:a="http://schemas.openxmlformats.org/drawingml/2006/main">
            <a:pPr algn="ctr">
              <a:lnSpc>
                <a:spcPct val="136000"/>
              </a:lnSpc>
              <a:buNone/>
              <a:defRPr sz="1700" b="0" i="0">
                <a:solidFill>
                  <a:srgbClr val="5261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00" b="0" i="0">
                <a:solidFill>
                  <a:srgbClr val="526174"/>
                </a:solidFill>
                <a:latin typeface="Microsoft YaHei"/>
                <a:ea typeface="Microsoft YaHei"/>
                <a:cs typeface="Microsoft YaHei"/>
              </a:rPr>
              <a:t>为首要目标</a:t>
            </a:r>
          </a:p>
        </p:txBody>
      </p:sp>
      <p:sp>
        <p:nvSpPr>
          <p:cNvPr id="33" name="spectrum-focus-label-bg">
            <a:extLst xmlns:a="http://schemas.openxmlformats.org/drawingml/2006/main">
              <a:ext uri="{FF2B5EF4-FFF2-40B4-BE49-F238E27FC236}">
                <a16:creationId xmlns:a16="http://schemas.microsoft.com/office/drawing/2014/main" id="{A7CC8750-2475-4F5F-86C5-F2821669B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676748" y="2724150"/>
            <a:ext cx="83820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spectrum-focus-label">
            <a:extLst xmlns:a="http://schemas.openxmlformats.org/drawingml/2006/main">
              <a:ext uri="{FF2B5EF4-FFF2-40B4-BE49-F238E27FC236}">
                <a16:creationId xmlns:a16="http://schemas.microsoft.com/office/drawing/2014/main" id="{160D2623-F682-4F12-9E61-90CF4A4AF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676748" y="2724150"/>
            <a:ext cx="838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30000"/>
              </a:lnSpc>
              <a:buNone/>
              <a:defRPr sz="1500" b="1" i="0">
                <a:solidFill>
                  <a:srgbClr val="2F5E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 i="0">
                <a:solidFill>
                  <a:srgbClr val="2F5EA8"/>
                </a:solidFill>
                <a:latin typeface="Microsoft YaHei"/>
                <a:ea typeface="Microsoft YaHei"/>
                <a:cs typeface="Microsoft YaHei"/>
              </a:rPr>
              <a:t>重点区域</a:t>
            </a:r>
          </a:p>
        </p:txBody>
      </p:sp>
    </p:spTree>
    <p:extLst>
      <p:ext uri="{BB962C8B-B14F-4D97-AF65-F5344CB8AC3E}">
        <p14:creationId xmlns:p14="http://schemas.microsoft.com/office/powerpoint/2010/main" val="45257555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spectrum-density-fill">
            <a:extLst xmlns:a="http://schemas.openxmlformats.org/drawingml/2006/main">
              <a:ext uri="{FF2B5EF4-FFF2-40B4-BE49-F238E27FC236}">
                <a16:creationId xmlns:a16="http://schemas.microsoft.com/office/drawing/2014/main" id="{BFBB2111-EF55-4C91-AF2D-0F94FF460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00125" y="1620250"/>
            <a:ext cx="10191750" cy="3599450"/>
          </a:xfrm>
          <a:custGeom xmlns:a="http://schemas.openxmlformats.org/drawingml/2006/main">
            <a:pathLst>
              <a:path w="10191750" h="3599450">
                <a:moveTo>
                  <a:pt x="0" y="3599450"/>
                </a:moveTo>
                <a:lnTo>
                  <a:pt x="0" y="3502752"/>
                </a:lnTo>
                <a:lnTo>
                  <a:pt x="0" y="3406064"/>
                </a:lnTo>
                <a:lnTo>
                  <a:pt x="0" y="3309366"/>
                </a:lnTo>
                <a:lnTo>
                  <a:pt x="0" y="3212668"/>
                </a:lnTo>
                <a:lnTo>
                  <a:pt x="79905" y="3172273"/>
                </a:lnTo>
                <a:lnTo>
                  <a:pt x="170450" y="3138364"/>
                </a:lnTo>
                <a:lnTo>
                  <a:pt x="260385" y="3102854"/>
                </a:lnTo>
                <a:lnTo>
                  <a:pt x="349682" y="3065764"/>
                </a:lnTo>
                <a:lnTo>
                  <a:pt x="438140" y="3026702"/>
                </a:lnTo>
                <a:lnTo>
                  <a:pt x="525770" y="2985840"/>
                </a:lnTo>
                <a:lnTo>
                  <a:pt x="612705" y="2943511"/>
                </a:lnTo>
                <a:lnTo>
                  <a:pt x="698925" y="2899762"/>
                </a:lnTo>
                <a:lnTo>
                  <a:pt x="784308" y="2854376"/>
                </a:lnTo>
                <a:lnTo>
                  <a:pt x="868718" y="2807208"/>
                </a:lnTo>
                <a:lnTo>
                  <a:pt x="952386" y="2758754"/>
                </a:lnTo>
                <a:lnTo>
                  <a:pt x="1035339" y="2709072"/>
                </a:lnTo>
                <a:lnTo>
                  <a:pt x="1117406" y="2657932"/>
                </a:lnTo>
                <a:lnTo>
                  <a:pt x="1198531" y="2605316"/>
                </a:lnTo>
                <a:lnTo>
                  <a:pt x="1278988" y="2551690"/>
                </a:lnTo>
                <a:lnTo>
                  <a:pt x="1358808" y="2497112"/>
                </a:lnTo>
                <a:lnTo>
                  <a:pt x="1437561" y="2441010"/>
                </a:lnTo>
                <a:lnTo>
                  <a:pt x="1515732" y="2384098"/>
                </a:lnTo>
                <a:lnTo>
                  <a:pt x="1593323" y="2326405"/>
                </a:lnTo>
                <a:lnTo>
                  <a:pt x="1670056" y="2267560"/>
                </a:lnTo>
                <a:lnTo>
                  <a:pt x="1746209" y="2207981"/>
                </a:lnTo>
                <a:lnTo>
                  <a:pt x="1821923" y="2147830"/>
                </a:lnTo>
                <a:lnTo>
                  <a:pt x="1896904" y="2086785"/>
                </a:lnTo>
                <a:lnTo>
                  <a:pt x="1971399" y="2025129"/>
                </a:lnTo>
                <a:lnTo>
                  <a:pt x="2045522" y="1963036"/>
                </a:lnTo>
                <a:lnTo>
                  <a:pt x="2119093" y="1900295"/>
                </a:lnTo>
                <a:lnTo>
                  <a:pt x="2192331" y="1837153"/>
                </a:lnTo>
                <a:lnTo>
                  <a:pt x="2265293" y="1773698"/>
                </a:lnTo>
                <a:lnTo>
                  <a:pt x="2337826" y="1709757"/>
                </a:lnTo>
                <a:lnTo>
                  <a:pt x="2410225" y="1645653"/>
                </a:lnTo>
                <a:lnTo>
                  <a:pt x="2482425" y="1581341"/>
                </a:lnTo>
                <a:lnTo>
                  <a:pt x="2554405" y="1516771"/>
                </a:lnTo>
                <a:lnTo>
                  <a:pt x="2626338" y="1452153"/>
                </a:lnTo>
                <a:lnTo>
                  <a:pt x="2698280" y="1387535"/>
                </a:lnTo>
                <a:lnTo>
                  <a:pt x="2770232" y="1322946"/>
                </a:lnTo>
                <a:lnTo>
                  <a:pt x="2842231" y="1258405"/>
                </a:lnTo>
                <a:lnTo>
                  <a:pt x="2914412" y="1194054"/>
                </a:lnTo>
                <a:lnTo>
                  <a:pt x="2986821" y="1129970"/>
                </a:lnTo>
                <a:lnTo>
                  <a:pt x="3059401" y="1066076"/>
                </a:lnTo>
                <a:lnTo>
                  <a:pt x="3132458" y="1002735"/>
                </a:lnTo>
                <a:lnTo>
                  <a:pt x="3205848" y="939775"/>
                </a:lnTo>
                <a:lnTo>
                  <a:pt x="3279600" y="877243"/>
                </a:lnTo>
                <a:lnTo>
                  <a:pt x="3354143" y="815645"/>
                </a:lnTo>
                <a:lnTo>
                  <a:pt x="3429152" y="754637"/>
                </a:lnTo>
                <a:lnTo>
                  <a:pt x="3504762" y="694353"/>
                </a:lnTo>
                <a:lnTo>
                  <a:pt x="3581467" y="635479"/>
                </a:lnTo>
                <a:lnTo>
                  <a:pt x="3658857" y="577529"/>
                </a:lnTo>
                <a:lnTo>
                  <a:pt x="3736991" y="520560"/>
                </a:lnTo>
                <a:lnTo>
                  <a:pt x="3816648" y="465753"/>
                </a:lnTo>
                <a:lnTo>
                  <a:pt x="3897278" y="412385"/>
                </a:lnTo>
                <a:lnTo>
                  <a:pt x="3978926" y="360597"/>
                </a:lnTo>
                <a:lnTo>
                  <a:pt x="4062003" y="311125"/>
                </a:lnTo>
                <a:lnTo>
                  <a:pt x="4146661" y="264424"/>
                </a:lnTo>
                <a:lnTo>
                  <a:pt x="4232596" y="220132"/>
                </a:lnTo>
                <a:lnTo>
                  <a:pt x="4319864" y="178546"/>
                </a:lnTo>
                <a:lnTo>
                  <a:pt x="4408732" y="140427"/>
                </a:lnTo>
                <a:lnTo>
                  <a:pt x="4499324" y="106651"/>
                </a:lnTo>
                <a:lnTo>
                  <a:pt x="4591260" y="76791"/>
                </a:lnTo>
                <a:lnTo>
                  <a:pt x="4684452" y="51168"/>
                </a:lnTo>
                <a:lnTo>
                  <a:pt x="4778797" y="30166"/>
                </a:lnTo>
                <a:lnTo>
                  <a:pt x="4874143" y="14126"/>
                </a:lnTo>
                <a:lnTo>
                  <a:pt x="4970326" y="4181"/>
                </a:lnTo>
                <a:lnTo>
                  <a:pt x="5066909" y="0"/>
                </a:lnTo>
                <a:lnTo>
                  <a:pt x="5163550" y="1334"/>
                </a:lnTo>
                <a:lnTo>
                  <a:pt x="5259943" y="8163"/>
                </a:lnTo>
                <a:lnTo>
                  <a:pt x="5355822" y="20355"/>
                </a:lnTo>
                <a:lnTo>
                  <a:pt x="5450919" y="37700"/>
                </a:lnTo>
                <a:lnTo>
                  <a:pt x="5544969" y="60169"/>
                </a:lnTo>
                <a:lnTo>
                  <a:pt x="5637552" y="88049"/>
                </a:lnTo>
                <a:lnTo>
                  <a:pt x="5728773" y="120015"/>
                </a:lnTo>
                <a:lnTo>
                  <a:pt x="5818613" y="155696"/>
                </a:lnTo>
                <a:lnTo>
                  <a:pt x="5907062" y="194720"/>
                </a:lnTo>
                <a:lnTo>
                  <a:pt x="5993968" y="237115"/>
                </a:lnTo>
                <a:lnTo>
                  <a:pt x="6079131" y="282893"/>
                </a:lnTo>
                <a:lnTo>
                  <a:pt x="6163018" y="330937"/>
                </a:lnTo>
                <a:lnTo>
                  <a:pt x="6245723" y="381019"/>
                </a:lnTo>
                <a:lnTo>
                  <a:pt x="6327048" y="433340"/>
                </a:lnTo>
                <a:lnTo>
                  <a:pt x="6407001" y="487699"/>
                </a:lnTo>
                <a:lnTo>
                  <a:pt x="6486058" y="543373"/>
                </a:lnTo>
                <a:lnTo>
                  <a:pt x="6564182" y="600342"/>
                </a:lnTo>
                <a:lnTo>
                  <a:pt x="6641040" y="659016"/>
                </a:lnTo>
                <a:lnTo>
                  <a:pt x="6717268" y="718499"/>
                </a:lnTo>
                <a:lnTo>
                  <a:pt x="6792878" y="778783"/>
                </a:lnTo>
                <a:lnTo>
                  <a:pt x="6867487" y="840296"/>
                </a:lnTo>
                <a:lnTo>
                  <a:pt x="6941687" y="902294"/>
                </a:lnTo>
                <a:lnTo>
                  <a:pt x="7015448" y="964816"/>
                </a:lnTo>
                <a:lnTo>
                  <a:pt x="7088553" y="1028100"/>
                </a:lnTo>
                <a:lnTo>
                  <a:pt x="7161428" y="1091660"/>
                </a:lnTo>
                <a:lnTo>
                  <a:pt x="7233999" y="1155563"/>
                </a:lnTo>
                <a:lnTo>
                  <a:pt x="7306246" y="1219829"/>
                </a:lnTo>
                <a:lnTo>
                  <a:pt x="7378370" y="1284227"/>
                </a:lnTo>
                <a:lnTo>
                  <a:pt x="7450341" y="1348816"/>
                </a:lnTo>
                <a:lnTo>
                  <a:pt x="7522283" y="1413415"/>
                </a:lnTo>
                <a:lnTo>
                  <a:pt x="7594225" y="1478032"/>
                </a:lnTo>
                <a:lnTo>
                  <a:pt x="7666158" y="1542650"/>
                </a:lnTo>
                <a:lnTo>
                  <a:pt x="7738243" y="1607096"/>
                </a:lnTo>
                <a:lnTo>
                  <a:pt x="7810452" y="1671409"/>
                </a:lnTo>
                <a:lnTo>
                  <a:pt x="7882976" y="1735369"/>
                </a:lnTo>
                <a:lnTo>
                  <a:pt x="7955680" y="1799111"/>
                </a:lnTo>
                <a:lnTo>
                  <a:pt x="8028642" y="1862566"/>
                </a:lnTo>
                <a:lnTo>
                  <a:pt x="8102127" y="1925422"/>
                </a:lnTo>
                <a:lnTo>
                  <a:pt x="8175879" y="1987944"/>
                </a:lnTo>
                <a:lnTo>
                  <a:pt x="8250069" y="2049971"/>
                </a:lnTo>
                <a:lnTo>
                  <a:pt x="8324879" y="2111235"/>
                </a:lnTo>
                <a:lnTo>
                  <a:pt x="8400088" y="2172005"/>
                </a:lnTo>
                <a:lnTo>
                  <a:pt x="8475907" y="2232012"/>
                </a:lnTo>
                <a:lnTo>
                  <a:pt x="8552431" y="2291124"/>
                </a:lnTo>
                <a:lnTo>
                  <a:pt x="8629440" y="2349589"/>
                </a:lnTo>
                <a:lnTo>
                  <a:pt x="8707145" y="2407148"/>
                </a:lnTo>
                <a:lnTo>
                  <a:pt x="8785727" y="2463479"/>
                </a:lnTo>
                <a:lnTo>
                  <a:pt x="8864908" y="2518972"/>
                </a:lnTo>
                <a:lnTo>
                  <a:pt x="8944737" y="2573550"/>
                </a:lnTo>
                <a:lnTo>
                  <a:pt x="9025623" y="2626519"/>
                </a:lnTo>
                <a:lnTo>
                  <a:pt x="9107214" y="2678411"/>
                </a:lnTo>
                <a:lnTo>
                  <a:pt x="9189501" y="2729189"/>
                </a:lnTo>
                <a:lnTo>
                  <a:pt x="9272673" y="2778500"/>
                </a:lnTo>
                <a:lnTo>
                  <a:pt x="9356798" y="2826172"/>
                </a:lnTo>
                <a:lnTo>
                  <a:pt x="9441637" y="2872550"/>
                </a:lnTo>
                <a:lnTo>
                  <a:pt x="9527210" y="2917574"/>
                </a:lnTo>
                <a:lnTo>
                  <a:pt x="9613687" y="2960846"/>
                </a:lnTo>
                <a:lnTo>
                  <a:pt x="9701012" y="3002356"/>
                </a:lnTo>
                <a:lnTo>
                  <a:pt x="9789043" y="3042352"/>
                </a:lnTo>
                <a:lnTo>
                  <a:pt x="9877768" y="3080766"/>
                </a:lnTo>
                <a:lnTo>
                  <a:pt x="9967189" y="3117571"/>
                </a:lnTo>
                <a:lnTo>
                  <a:pt x="10057448" y="3152261"/>
                </a:lnTo>
                <a:lnTo>
                  <a:pt x="10148316" y="3185303"/>
                </a:lnTo>
                <a:lnTo>
                  <a:pt x="10191750" y="3251397"/>
                </a:lnTo>
                <a:lnTo>
                  <a:pt x="10191750" y="3348095"/>
                </a:lnTo>
                <a:lnTo>
                  <a:pt x="10191750" y="3444792"/>
                </a:lnTo>
                <a:lnTo>
                  <a:pt x="10191750" y="3541490"/>
                </a:lnTo>
                <a:lnTo>
                  <a:pt x="10153021" y="3599450"/>
                </a:lnTo>
                <a:lnTo>
                  <a:pt x="10056324" y="3599450"/>
                </a:lnTo>
                <a:lnTo>
                  <a:pt x="9959626" y="3599450"/>
                </a:lnTo>
                <a:lnTo>
                  <a:pt x="9862937" y="3599450"/>
                </a:lnTo>
                <a:lnTo>
                  <a:pt x="9766240" y="3599450"/>
                </a:lnTo>
                <a:lnTo>
                  <a:pt x="9669542" y="3599450"/>
                </a:lnTo>
                <a:lnTo>
                  <a:pt x="9572844" y="3599450"/>
                </a:lnTo>
                <a:lnTo>
                  <a:pt x="9476156" y="3599450"/>
                </a:lnTo>
                <a:lnTo>
                  <a:pt x="9379458" y="3599450"/>
                </a:lnTo>
                <a:lnTo>
                  <a:pt x="9282760" y="3599450"/>
                </a:lnTo>
                <a:lnTo>
                  <a:pt x="9186062" y="3599450"/>
                </a:lnTo>
                <a:lnTo>
                  <a:pt x="9089374" y="3599450"/>
                </a:lnTo>
                <a:lnTo>
                  <a:pt x="8992676" y="3599450"/>
                </a:lnTo>
                <a:lnTo>
                  <a:pt x="8895979" y="3599450"/>
                </a:lnTo>
                <a:lnTo>
                  <a:pt x="8799281" y="3599450"/>
                </a:lnTo>
                <a:lnTo>
                  <a:pt x="8702592" y="3599450"/>
                </a:lnTo>
                <a:lnTo>
                  <a:pt x="8605895" y="3599450"/>
                </a:lnTo>
                <a:lnTo>
                  <a:pt x="8509197" y="3599450"/>
                </a:lnTo>
                <a:lnTo>
                  <a:pt x="8412499" y="3599450"/>
                </a:lnTo>
                <a:lnTo>
                  <a:pt x="8315811" y="3599450"/>
                </a:lnTo>
                <a:lnTo>
                  <a:pt x="8219113" y="3599450"/>
                </a:lnTo>
                <a:lnTo>
                  <a:pt x="8122415" y="3599450"/>
                </a:lnTo>
                <a:lnTo>
                  <a:pt x="8025717" y="3599450"/>
                </a:lnTo>
                <a:lnTo>
                  <a:pt x="7929029" y="3599450"/>
                </a:lnTo>
                <a:lnTo>
                  <a:pt x="7832331" y="3599450"/>
                </a:lnTo>
                <a:lnTo>
                  <a:pt x="7735634" y="3599450"/>
                </a:lnTo>
                <a:lnTo>
                  <a:pt x="7638936" y="3599450"/>
                </a:lnTo>
                <a:lnTo>
                  <a:pt x="7542247" y="3599450"/>
                </a:lnTo>
                <a:lnTo>
                  <a:pt x="7445550" y="3599450"/>
                </a:lnTo>
                <a:lnTo>
                  <a:pt x="7348852" y="3599450"/>
                </a:lnTo>
                <a:lnTo>
                  <a:pt x="7252154" y="3599450"/>
                </a:lnTo>
                <a:lnTo>
                  <a:pt x="7155456" y="3599450"/>
                </a:lnTo>
                <a:lnTo>
                  <a:pt x="7058768" y="3599450"/>
                </a:lnTo>
                <a:lnTo>
                  <a:pt x="6962070" y="3599450"/>
                </a:lnTo>
                <a:lnTo>
                  <a:pt x="6865372" y="3599450"/>
                </a:lnTo>
                <a:lnTo>
                  <a:pt x="6768684" y="3599450"/>
                </a:lnTo>
                <a:lnTo>
                  <a:pt x="6671986" y="3599450"/>
                </a:lnTo>
                <a:lnTo>
                  <a:pt x="6575288" y="3599450"/>
                </a:lnTo>
                <a:lnTo>
                  <a:pt x="6478591" y="3599450"/>
                </a:lnTo>
                <a:lnTo>
                  <a:pt x="6381902" y="3599450"/>
                </a:lnTo>
                <a:lnTo>
                  <a:pt x="6285205" y="3599450"/>
                </a:lnTo>
                <a:lnTo>
                  <a:pt x="6188507" y="3599450"/>
                </a:lnTo>
                <a:lnTo>
                  <a:pt x="6091809" y="3599450"/>
                </a:lnTo>
                <a:lnTo>
                  <a:pt x="5995121" y="3599450"/>
                </a:lnTo>
                <a:lnTo>
                  <a:pt x="5898423" y="3599450"/>
                </a:lnTo>
                <a:lnTo>
                  <a:pt x="5801725" y="3599450"/>
                </a:lnTo>
                <a:lnTo>
                  <a:pt x="5705027" y="3599450"/>
                </a:lnTo>
                <a:lnTo>
                  <a:pt x="5608339" y="3599450"/>
                </a:lnTo>
                <a:lnTo>
                  <a:pt x="5511641" y="3599450"/>
                </a:lnTo>
                <a:lnTo>
                  <a:pt x="5414943" y="3599450"/>
                </a:lnTo>
                <a:lnTo>
                  <a:pt x="5318246" y="3599450"/>
                </a:lnTo>
                <a:lnTo>
                  <a:pt x="5221557" y="3599450"/>
                </a:lnTo>
                <a:lnTo>
                  <a:pt x="5124860" y="3599450"/>
                </a:lnTo>
                <a:lnTo>
                  <a:pt x="5028162" y="3599450"/>
                </a:lnTo>
                <a:lnTo>
                  <a:pt x="4931464" y="3599450"/>
                </a:lnTo>
                <a:lnTo>
                  <a:pt x="4834776" y="3599450"/>
                </a:lnTo>
                <a:lnTo>
                  <a:pt x="4738078" y="3599450"/>
                </a:lnTo>
                <a:lnTo>
                  <a:pt x="4641380" y="3599450"/>
                </a:lnTo>
                <a:lnTo>
                  <a:pt x="4544682" y="3599450"/>
                </a:lnTo>
                <a:lnTo>
                  <a:pt x="4447994" y="3599450"/>
                </a:lnTo>
                <a:lnTo>
                  <a:pt x="4351296" y="3599450"/>
                </a:lnTo>
                <a:lnTo>
                  <a:pt x="4254598" y="3599450"/>
                </a:lnTo>
                <a:lnTo>
                  <a:pt x="4157901" y="3599450"/>
                </a:lnTo>
                <a:lnTo>
                  <a:pt x="4061212" y="3599450"/>
                </a:lnTo>
                <a:lnTo>
                  <a:pt x="3964515" y="3599450"/>
                </a:lnTo>
                <a:lnTo>
                  <a:pt x="3867817" y="3599450"/>
                </a:lnTo>
                <a:lnTo>
                  <a:pt x="3771119" y="3599450"/>
                </a:lnTo>
                <a:lnTo>
                  <a:pt x="3674431" y="3599450"/>
                </a:lnTo>
                <a:lnTo>
                  <a:pt x="3577733" y="3599450"/>
                </a:lnTo>
                <a:lnTo>
                  <a:pt x="3481035" y="3599450"/>
                </a:lnTo>
                <a:lnTo>
                  <a:pt x="3384337" y="3599450"/>
                </a:lnTo>
                <a:lnTo>
                  <a:pt x="3287639" y="3599450"/>
                </a:lnTo>
                <a:lnTo>
                  <a:pt x="3190951" y="3599450"/>
                </a:lnTo>
                <a:lnTo>
                  <a:pt x="3094253" y="3599450"/>
                </a:lnTo>
                <a:lnTo>
                  <a:pt x="2997556" y="3599450"/>
                </a:lnTo>
                <a:lnTo>
                  <a:pt x="2900858" y="3599450"/>
                </a:lnTo>
                <a:lnTo>
                  <a:pt x="2804170" y="3599450"/>
                </a:lnTo>
                <a:lnTo>
                  <a:pt x="2707472" y="3599450"/>
                </a:lnTo>
                <a:lnTo>
                  <a:pt x="2610774" y="3599450"/>
                </a:lnTo>
                <a:lnTo>
                  <a:pt x="2514086" y="3599450"/>
                </a:lnTo>
                <a:lnTo>
                  <a:pt x="2417388" y="3599450"/>
                </a:lnTo>
                <a:lnTo>
                  <a:pt x="2320690" y="3599450"/>
                </a:lnTo>
                <a:lnTo>
                  <a:pt x="2223992" y="3599450"/>
                </a:lnTo>
                <a:lnTo>
                  <a:pt x="2127304" y="3599450"/>
                </a:lnTo>
                <a:lnTo>
                  <a:pt x="2030606" y="3599450"/>
                </a:lnTo>
                <a:lnTo>
                  <a:pt x="1933908" y="3599450"/>
                </a:lnTo>
                <a:lnTo>
                  <a:pt x="1837211" y="3599450"/>
                </a:lnTo>
                <a:lnTo>
                  <a:pt x="1740513" y="3599450"/>
                </a:lnTo>
                <a:lnTo>
                  <a:pt x="1643825" y="3599450"/>
                </a:lnTo>
                <a:lnTo>
                  <a:pt x="1547127" y="3599450"/>
                </a:lnTo>
                <a:lnTo>
                  <a:pt x="1450429" y="3599450"/>
                </a:lnTo>
                <a:lnTo>
                  <a:pt x="1353741" y="3599450"/>
                </a:lnTo>
                <a:lnTo>
                  <a:pt x="1257043" y="3599450"/>
                </a:lnTo>
                <a:lnTo>
                  <a:pt x="1160345" y="3599450"/>
                </a:lnTo>
                <a:lnTo>
                  <a:pt x="1063647" y="3599450"/>
                </a:lnTo>
                <a:lnTo>
                  <a:pt x="966959" y="3599450"/>
                </a:lnTo>
                <a:lnTo>
                  <a:pt x="870261" y="3599450"/>
                </a:lnTo>
                <a:lnTo>
                  <a:pt x="773563" y="3599450"/>
                </a:lnTo>
                <a:lnTo>
                  <a:pt x="676866" y="3599450"/>
                </a:lnTo>
                <a:lnTo>
                  <a:pt x="580168" y="3599450"/>
                </a:lnTo>
                <a:lnTo>
                  <a:pt x="483479" y="3599450"/>
                </a:lnTo>
                <a:lnTo>
                  <a:pt x="386782" y="3599450"/>
                </a:lnTo>
                <a:lnTo>
                  <a:pt x="290084" y="3599450"/>
                </a:lnTo>
                <a:lnTo>
                  <a:pt x="193386" y="3599450"/>
                </a:lnTo>
                <a:lnTo>
                  <a:pt x="96698" y="3599450"/>
                </a:lnTo>
                <a:lnTo>
                  <a:pt x="0" y="3599450"/>
                </a:lnTo>
                <a:close/>
              </a:path>
            </a:pathLst>
          </a:custGeom>
          <a:solidFill xmlns:a="http://schemas.openxmlformats.org/drawingml/2006/main">
            <a:srgbClr val="F2F7FD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2" name="spectrum-density-curve">
            <a:extLst xmlns:a="http://schemas.openxmlformats.org/drawingml/2006/main">
              <a:ext uri="{FF2B5EF4-FFF2-40B4-BE49-F238E27FC236}">
                <a16:creationId xmlns:a16="http://schemas.microsoft.com/office/drawing/2014/main" id="{8CC8E325-87DE-42F7-92D8-104899E9B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00125" y="1619250"/>
            <a:ext cx="10191750" cy="3201829"/>
          </a:xfrm>
          <a:custGeom xmlns:a="http://schemas.openxmlformats.org/drawingml/2006/main">
            <a:pathLst>
              <a:path w="10191750" h="3201829">
                <a:moveTo>
                  <a:pt x="0" y="3201829"/>
                </a:moveTo>
                <a:lnTo>
                  <a:pt x="47939" y="3184693"/>
                </a:lnTo>
                <a:lnTo>
                  <a:pt x="95879" y="3167558"/>
                </a:lnTo>
                <a:lnTo>
                  <a:pt x="143542" y="3149708"/>
                </a:lnTo>
                <a:lnTo>
                  <a:pt x="191062" y="3131439"/>
                </a:lnTo>
                <a:lnTo>
                  <a:pt x="238468" y="3112884"/>
                </a:lnTo>
                <a:lnTo>
                  <a:pt x="285540" y="3093491"/>
                </a:lnTo>
                <a:lnTo>
                  <a:pt x="332603" y="3074089"/>
                </a:lnTo>
                <a:lnTo>
                  <a:pt x="379247" y="3053705"/>
                </a:lnTo>
                <a:lnTo>
                  <a:pt x="425825" y="3033141"/>
                </a:lnTo>
                <a:lnTo>
                  <a:pt x="472173" y="3012110"/>
                </a:lnTo>
                <a:lnTo>
                  <a:pt x="518217" y="2990402"/>
                </a:lnTo>
                <a:lnTo>
                  <a:pt x="564271" y="2968695"/>
                </a:lnTo>
                <a:lnTo>
                  <a:pt x="609819" y="2945959"/>
                </a:lnTo>
                <a:lnTo>
                  <a:pt x="655339" y="2923175"/>
                </a:lnTo>
                <a:lnTo>
                  <a:pt x="700602" y="2899867"/>
                </a:lnTo>
                <a:lnTo>
                  <a:pt x="745550" y="2875969"/>
                </a:lnTo>
                <a:lnTo>
                  <a:pt x="790499" y="2852080"/>
                </a:lnTo>
                <a:lnTo>
                  <a:pt x="834914" y="2827191"/>
                </a:lnTo>
                <a:lnTo>
                  <a:pt x="879300" y="2802255"/>
                </a:lnTo>
                <a:lnTo>
                  <a:pt x="923439" y="2776909"/>
                </a:lnTo>
                <a:lnTo>
                  <a:pt x="967235" y="2750953"/>
                </a:lnTo>
                <a:lnTo>
                  <a:pt x="1011022" y="2724988"/>
                </a:lnTo>
                <a:lnTo>
                  <a:pt x="1054332" y="2698242"/>
                </a:lnTo>
                <a:lnTo>
                  <a:pt x="1097537" y="2671315"/>
                </a:lnTo>
                <a:lnTo>
                  <a:pt x="1140628" y="2644207"/>
                </a:lnTo>
                <a:lnTo>
                  <a:pt x="1183224" y="2616327"/>
                </a:lnTo>
                <a:lnTo>
                  <a:pt x="1225820" y="2588457"/>
                </a:lnTo>
                <a:lnTo>
                  <a:pt x="1268120" y="2560120"/>
                </a:lnTo>
                <a:lnTo>
                  <a:pt x="1310135" y="2531393"/>
                </a:lnTo>
                <a:lnTo>
                  <a:pt x="1352159" y="2502656"/>
                </a:lnTo>
                <a:lnTo>
                  <a:pt x="1393717" y="2473252"/>
                </a:lnTo>
                <a:lnTo>
                  <a:pt x="1435179" y="2443715"/>
                </a:lnTo>
                <a:lnTo>
                  <a:pt x="1476585" y="2414092"/>
                </a:lnTo>
                <a:lnTo>
                  <a:pt x="1517494" y="2383793"/>
                </a:lnTo>
                <a:lnTo>
                  <a:pt x="1558395" y="2353485"/>
                </a:lnTo>
                <a:lnTo>
                  <a:pt x="1599133" y="2322957"/>
                </a:lnTo>
                <a:lnTo>
                  <a:pt x="1639519" y="2291972"/>
                </a:lnTo>
                <a:lnTo>
                  <a:pt x="1679915" y="2260987"/>
                </a:lnTo>
                <a:lnTo>
                  <a:pt x="1720053" y="2229679"/>
                </a:lnTo>
                <a:lnTo>
                  <a:pt x="1759972" y="2198084"/>
                </a:lnTo>
                <a:lnTo>
                  <a:pt x="1799892" y="2166490"/>
                </a:lnTo>
                <a:lnTo>
                  <a:pt x="1839506" y="2134514"/>
                </a:lnTo>
                <a:lnTo>
                  <a:pt x="1878987" y="2102377"/>
                </a:lnTo>
                <a:lnTo>
                  <a:pt x="1918459" y="2070230"/>
                </a:lnTo>
                <a:lnTo>
                  <a:pt x="1957588" y="2037664"/>
                </a:lnTo>
                <a:lnTo>
                  <a:pt x="1996650" y="2005013"/>
                </a:lnTo>
                <a:lnTo>
                  <a:pt x="2035702" y="1972361"/>
                </a:lnTo>
                <a:lnTo>
                  <a:pt x="2074459" y="1939357"/>
                </a:lnTo>
                <a:lnTo>
                  <a:pt x="2113197" y="1906324"/>
                </a:lnTo>
                <a:lnTo>
                  <a:pt x="2151926" y="1873282"/>
                </a:lnTo>
                <a:lnTo>
                  <a:pt x="2190340" y="1839878"/>
                </a:lnTo>
                <a:lnTo>
                  <a:pt x="2228755" y="1806473"/>
                </a:lnTo>
                <a:lnTo>
                  <a:pt x="2267160" y="1773050"/>
                </a:lnTo>
                <a:lnTo>
                  <a:pt x="2305345" y="1739389"/>
                </a:lnTo>
                <a:lnTo>
                  <a:pt x="2343541" y="1705727"/>
                </a:lnTo>
                <a:lnTo>
                  <a:pt x="2381717" y="1672047"/>
                </a:lnTo>
                <a:lnTo>
                  <a:pt x="2419731" y="1638186"/>
                </a:lnTo>
                <a:lnTo>
                  <a:pt x="2457745" y="1604324"/>
                </a:lnTo>
                <a:lnTo>
                  <a:pt x="2495741" y="1570453"/>
                </a:lnTo>
                <a:lnTo>
                  <a:pt x="2533621" y="1536430"/>
                </a:lnTo>
                <a:lnTo>
                  <a:pt x="2571493" y="1502416"/>
                </a:lnTo>
                <a:lnTo>
                  <a:pt x="2609364" y="1468403"/>
                </a:lnTo>
                <a:lnTo>
                  <a:pt x="2647236" y="1434379"/>
                </a:lnTo>
                <a:lnTo>
                  <a:pt x="2685107" y="1400366"/>
                </a:lnTo>
                <a:lnTo>
                  <a:pt x="2722988" y="1366342"/>
                </a:lnTo>
                <a:lnTo>
                  <a:pt x="2760878" y="1332347"/>
                </a:lnTo>
                <a:lnTo>
                  <a:pt x="2798759" y="1298343"/>
                </a:lnTo>
                <a:lnTo>
                  <a:pt x="2836669" y="1264358"/>
                </a:lnTo>
                <a:lnTo>
                  <a:pt x="2874664" y="1230487"/>
                </a:lnTo>
                <a:lnTo>
                  <a:pt x="2912669" y="1196607"/>
                </a:lnTo>
                <a:lnTo>
                  <a:pt x="2950702" y="1162774"/>
                </a:lnTo>
                <a:lnTo>
                  <a:pt x="2988907" y="1129122"/>
                </a:lnTo>
                <a:lnTo>
                  <a:pt x="3027112" y="1095480"/>
                </a:lnTo>
                <a:lnTo>
                  <a:pt x="3065374" y="1061895"/>
                </a:lnTo>
                <a:lnTo>
                  <a:pt x="3103836" y="1028548"/>
                </a:lnTo>
                <a:lnTo>
                  <a:pt x="3142298" y="995201"/>
                </a:lnTo>
                <a:lnTo>
                  <a:pt x="3180855" y="961958"/>
                </a:lnTo>
                <a:lnTo>
                  <a:pt x="3219688" y="929040"/>
                </a:lnTo>
                <a:lnTo>
                  <a:pt x="3258522" y="896122"/>
                </a:lnTo>
                <a:lnTo>
                  <a:pt x="3297498" y="863375"/>
                </a:lnTo>
                <a:lnTo>
                  <a:pt x="3336769" y="830980"/>
                </a:lnTo>
                <a:lnTo>
                  <a:pt x="3376031" y="798576"/>
                </a:lnTo>
                <a:lnTo>
                  <a:pt x="3415551" y="766486"/>
                </a:lnTo>
                <a:lnTo>
                  <a:pt x="3455356" y="734749"/>
                </a:lnTo>
                <a:lnTo>
                  <a:pt x="3495161" y="703012"/>
                </a:lnTo>
                <a:lnTo>
                  <a:pt x="3535347" y="671770"/>
                </a:lnTo>
                <a:lnTo>
                  <a:pt x="3575780" y="640832"/>
                </a:lnTo>
                <a:lnTo>
                  <a:pt x="3616204" y="609895"/>
                </a:lnTo>
                <a:lnTo>
                  <a:pt x="3657209" y="579730"/>
                </a:lnTo>
                <a:lnTo>
                  <a:pt x="3698348" y="549735"/>
                </a:lnTo>
                <a:lnTo>
                  <a:pt x="3739534" y="519808"/>
                </a:lnTo>
                <a:lnTo>
                  <a:pt x="3781473" y="490957"/>
                </a:lnTo>
                <a:lnTo>
                  <a:pt x="3823411" y="462105"/>
                </a:lnTo>
                <a:lnTo>
                  <a:pt x="3865664" y="433721"/>
                </a:lnTo>
                <a:lnTo>
                  <a:pt x="3908479" y="406175"/>
                </a:lnTo>
                <a:lnTo>
                  <a:pt x="3951294" y="378628"/>
                </a:lnTo>
                <a:lnTo>
                  <a:pt x="3994766" y="352158"/>
                </a:lnTo>
                <a:lnTo>
                  <a:pt x="4038505" y="326107"/>
                </a:lnTo>
                <a:lnTo>
                  <a:pt x="4082377" y="300295"/>
                </a:lnTo>
                <a:lnTo>
                  <a:pt x="4127125" y="276015"/>
                </a:lnTo>
                <a:lnTo>
                  <a:pt x="4171874" y="251746"/>
                </a:lnTo>
                <a:lnTo>
                  <a:pt x="4217222" y="228629"/>
                </a:lnTo>
                <a:lnTo>
                  <a:pt x="4262980" y="206312"/>
                </a:lnTo>
                <a:lnTo>
                  <a:pt x="4308853" y="184271"/>
                </a:lnTo>
                <a:lnTo>
                  <a:pt x="4355640" y="164201"/>
                </a:lnTo>
                <a:lnTo>
                  <a:pt x="4402426" y="144132"/>
                </a:lnTo>
                <a:lnTo>
                  <a:pt x="4449909" y="125816"/>
                </a:lnTo>
                <a:lnTo>
                  <a:pt x="4497695" y="108252"/>
                </a:lnTo>
                <a:lnTo>
                  <a:pt x="4545778" y="91602"/>
                </a:lnTo>
                <a:lnTo>
                  <a:pt x="4594489" y="76800"/>
                </a:lnTo>
                <a:lnTo>
                  <a:pt x="4643209" y="62017"/>
                </a:lnTo>
                <a:lnTo>
                  <a:pt x="4692720" y="50197"/>
                </a:lnTo>
                <a:lnTo>
                  <a:pt x="4742231" y="38367"/>
                </a:lnTo>
                <a:lnTo>
                  <a:pt x="4792228" y="28861"/>
                </a:lnTo>
                <a:lnTo>
                  <a:pt x="4842405" y="20250"/>
                </a:lnTo>
                <a:lnTo>
                  <a:pt x="4892792" y="13202"/>
                </a:lnTo>
                <a:lnTo>
                  <a:pt x="4943427" y="7963"/>
                </a:lnTo>
                <a:lnTo>
                  <a:pt x="4994119" y="3505"/>
                </a:lnTo>
                <a:lnTo>
                  <a:pt x="5044992" y="1753"/>
                </a:lnTo>
                <a:lnTo>
                  <a:pt x="5095875" y="0"/>
                </a:lnTo>
                <a:lnTo>
                  <a:pt x="5146748" y="1753"/>
                </a:lnTo>
                <a:lnTo>
                  <a:pt x="5197631" y="3505"/>
                </a:lnTo>
                <a:lnTo>
                  <a:pt x="5248323" y="7963"/>
                </a:lnTo>
                <a:lnTo>
                  <a:pt x="5298958" y="13202"/>
                </a:lnTo>
                <a:lnTo>
                  <a:pt x="5349345" y="20250"/>
                </a:lnTo>
                <a:lnTo>
                  <a:pt x="5399522" y="28861"/>
                </a:lnTo>
                <a:lnTo>
                  <a:pt x="5449510" y="38367"/>
                </a:lnTo>
                <a:lnTo>
                  <a:pt x="5499030" y="50197"/>
                </a:lnTo>
                <a:lnTo>
                  <a:pt x="5548541" y="62017"/>
                </a:lnTo>
                <a:lnTo>
                  <a:pt x="5597261" y="76800"/>
                </a:lnTo>
                <a:lnTo>
                  <a:pt x="5645963" y="91602"/>
                </a:lnTo>
                <a:lnTo>
                  <a:pt x="5694055" y="108252"/>
                </a:lnTo>
                <a:lnTo>
                  <a:pt x="5741841" y="125816"/>
                </a:lnTo>
                <a:lnTo>
                  <a:pt x="5789324" y="144132"/>
                </a:lnTo>
                <a:lnTo>
                  <a:pt x="5836110" y="164201"/>
                </a:lnTo>
                <a:lnTo>
                  <a:pt x="5882897" y="184261"/>
                </a:lnTo>
                <a:lnTo>
                  <a:pt x="5928770" y="206312"/>
                </a:lnTo>
                <a:lnTo>
                  <a:pt x="5974528" y="228629"/>
                </a:lnTo>
                <a:lnTo>
                  <a:pt x="6019876" y="251746"/>
                </a:lnTo>
                <a:lnTo>
                  <a:pt x="6064625" y="276015"/>
                </a:lnTo>
                <a:lnTo>
                  <a:pt x="6109373" y="300295"/>
                </a:lnTo>
                <a:lnTo>
                  <a:pt x="6153236" y="326107"/>
                </a:lnTo>
                <a:lnTo>
                  <a:pt x="6196984" y="352158"/>
                </a:lnTo>
                <a:lnTo>
                  <a:pt x="6240456" y="378628"/>
                </a:lnTo>
                <a:lnTo>
                  <a:pt x="6283271" y="406175"/>
                </a:lnTo>
                <a:lnTo>
                  <a:pt x="6326076" y="433721"/>
                </a:lnTo>
                <a:lnTo>
                  <a:pt x="6368339" y="462096"/>
                </a:lnTo>
                <a:lnTo>
                  <a:pt x="6410277" y="490957"/>
                </a:lnTo>
                <a:lnTo>
                  <a:pt x="6452216" y="519808"/>
                </a:lnTo>
                <a:lnTo>
                  <a:pt x="6493402" y="549735"/>
                </a:lnTo>
                <a:lnTo>
                  <a:pt x="6534531" y="579730"/>
                </a:lnTo>
                <a:lnTo>
                  <a:pt x="6575536" y="609895"/>
                </a:lnTo>
                <a:lnTo>
                  <a:pt x="6615970" y="640832"/>
                </a:lnTo>
                <a:lnTo>
                  <a:pt x="6656403" y="671770"/>
                </a:lnTo>
                <a:lnTo>
                  <a:pt x="6696589" y="703012"/>
                </a:lnTo>
                <a:lnTo>
                  <a:pt x="6736394" y="734749"/>
                </a:lnTo>
                <a:lnTo>
                  <a:pt x="6776199" y="766486"/>
                </a:lnTo>
                <a:lnTo>
                  <a:pt x="6815709" y="798576"/>
                </a:lnTo>
                <a:lnTo>
                  <a:pt x="6854981" y="830980"/>
                </a:lnTo>
                <a:lnTo>
                  <a:pt x="6894252" y="863375"/>
                </a:lnTo>
                <a:lnTo>
                  <a:pt x="6933228" y="896112"/>
                </a:lnTo>
                <a:lnTo>
                  <a:pt x="6972062" y="929040"/>
                </a:lnTo>
                <a:lnTo>
                  <a:pt x="7010895" y="961958"/>
                </a:lnTo>
                <a:lnTo>
                  <a:pt x="7049453" y="995191"/>
                </a:lnTo>
                <a:lnTo>
                  <a:pt x="7087914" y="1028548"/>
                </a:lnTo>
                <a:lnTo>
                  <a:pt x="7126376" y="1061895"/>
                </a:lnTo>
                <a:lnTo>
                  <a:pt x="7164629" y="1095480"/>
                </a:lnTo>
                <a:lnTo>
                  <a:pt x="7202843" y="1129122"/>
                </a:lnTo>
                <a:lnTo>
                  <a:pt x="7241048" y="1162764"/>
                </a:lnTo>
                <a:lnTo>
                  <a:pt x="7279081" y="1196607"/>
                </a:lnTo>
                <a:lnTo>
                  <a:pt x="7317076" y="1230487"/>
                </a:lnTo>
                <a:lnTo>
                  <a:pt x="7355081" y="1264358"/>
                </a:lnTo>
                <a:lnTo>
                  <a:pt x="7392981" y="1298343"/>
                </a:lnTo>
                <a:lnTo>
                  <a:pt x="7430872" y="1332347"/>
                </a:lnTo>
                <a:lnTo>
                  <a:pt x="7468762" y="1366342"/>
                </a:lnTo>
                <a:lnTo>
                  <a:pt x="7506633" y="1400366"/>
                </a:lnTo>
                <a:lnTo>
                  <a:pt x="7544514" y="1434379"/>
                </a:lnTo>
                <a:lnTo>
                  <a:pt x="7582386" y="1468403"/>
                </a:lnTo>
                <a:lnTo>
                  <a:pt x="7620257" y="1502416"/>
                </a:lnTo>
                <a:lnTo>
                  <a:pt x="7658129" y="1536430"/>
                </a:lnTo>
                <a:lnTo>
                  <a:pt x="7696010" y="1570453"/>
                </a:lnTo>
                <a:lnTo>
                  <a:pt x="7734005" y="1604324"/>
                </a:lnTo>
                <a:lnTo>
                  <a:pt x="7772019" y="1638186"/>
                </a:lnTo>
                <a:lnTo>
                  <a:pt x="7810033" y="1672047"/>
                </a:lnTo>
                <a:lnTo>
                  <a:pt x="7848209" y="1705727"/>
                </a:lnTo>
                <a:lnTo>
                  <a:pt x="7886405" y="1739389"/>
                </a:lnTo>
                <a:lnTo>
                  <a:pt x="7924590" y="1773050"/>
                </a:lnTo>
                <a:lnTo>
                  <a:pt x="7962995" y="1806473"/>
                </a:lnTo>
                <a:lnTo>
                  <a:pt x="8001410" y="1839878"/>
                </a:lnTo>
                <a:lnTo>
                  <a:pt x="8039824" y="1873282"/>
                </a:lnTo>
                <a:lnTo>
                  <a:pt x="8078553" y="1906324"/>
                </a:lnTo>
                <a:lnTo>
                  <a:pt x="8117291" y="1939357"/>
                </a:lnTo>
                <a:lnTo>
                  <a:pt x="8156048" y="1972361"/>
                </a:lnTo>
                <a:lnTo>
                  <a:pt x="8195100" y="2005013"/>
                </a:lnTo>
                <a:lnTo>
                  <a:pt x="8234162" y="2037664"/>
                </a:lnTo>
                <a:lnTo>
                  <a:pt x="8273291" y="2070230"/>
                </a:lnTo>
                <a:lnTo>
                  <a:pt x="8312763" y="2102368"/>
                </a:lnTo>
                <a:lnTo>
                  <a:pt x="8352244" y="2134514"/>
                </a:lnTo>
                <a:lnTo>
                  <a:pt x="8391858" y="2166490"/>
                </a:lnTo>
                <a:lnTo>
                  <a:pt x="8431778" y="2198084"/>
                </a:lnTo>
                <a:lnTo>
                  <a:pt x="8471697" y="2229679"/>
                </a:lnTo>
                <a:lnTo>
                  <a:pt x="8511835" y="2260987"/>
                </a:lnTo>
                <a:lnTo>
                  <a:pt x="8552221" y="2291972"/>
                </a:lnTo>
                <a:lnTo>
                  <a:pt x="8592617" y="2322957"/>
                </a:lnTo>
                <a:lnTo>
                  <a:pt x="8633355" y="2353485"/>
                </a:lnTo>
                <a:lnTo>
                  <a:pt x="8674256" y="2383793"/>
                </a:lnTo>
                <a:lnTo>
                  <a:pt x="8715165" y="2414092"/>
                </a:lnTo>
                <a:lnTo>
                  <a:pt x="8756571" y="2443705"/>
                </a:lnTo>
                <a:lnTo>
                  <a:pt x="8798033" y="2473242"/>
                </a:lnTo>
                <a:lnTo>
                  <a:pt x="8839581" y="2502656"/>
                </a:lnTo>
                <a:lnTo>
                  <a:pt x="8881605" y="2531393"/>
                </a:lnTo>
                <a:lnTo>
                  <a:pt x="8923630" y="2560120"/>
                </a:lnTo>
                <a:lnTo>
                  <a:pt x="8965921" y="2588457"/>
                </a:lnTo>
                <a:lnTo>
                  <a:pt x="9008526" y="2616327"/>
                </a:lnTo>
                <a:lnTo>
                  <a:pt x="9051122" y="2644207"/>
                </a:lnTo>
                <a:lnTo>
                  <a:pt x="9094213" y="2671315"/>
                </a:lnTo>
                <a:lnTo>
                  <a:pt x="9137418" y="2698232"/>
                </a:lnTo>
                <a:lnTo>
                  <a:pt x="9180728" y="2724988"/>
                </a:lnTo>
                <a:lnTo>
                  <a:pt x="9224515" y="2750944"/>
                </a:lnTo>
                <a:lnTo>
                  <a:pt x="9268311" y="2776909"/>
                </a:lnTo>
                <a:lnTo>
                  <a:pt x="9312450" y="2802255"/>
                </a:lnTo>
                <a:lnTo>
                  <a:pt x="9356836" y="2827191"/>
                </a:lnTo>
                <a:lnTo>
                  <a:pt x="9401242" y="2852080"/>
                </a:lnTo>
                <a:lnTo>
                  <a:pt x="9446200" y="2875969"/>
                </a:lnTo>
                <a:lnTo>
                  <a:pt x="9491148" y="2899867"/>
                </a:lnTo>
                <a:lnTo>
                  <a:pt x="9536411" y="2923175"/>
                </a:lnTo>
                <a:lnTo>
                  <a:pt x="9581931" y="2945959"/>
                </a:lnTo>
                <a:lnTo>
                  <a:pt x="9627479" y="2968695"/>
                </a:lnTo>
                <a:lnTo>
                  <a:pt x="9673523" y="2990402"/>
                </a:lnTo>
                <a:lnTo>
                  <a:pt x="9719577" y="3012110"/>
                </a:lnTo>
                <a:lnTo>
                  <a:pt x="9765925" y="3033141"/>
                </a:lnTo>
                <a:lnTo>
                  <a:pt x="9812503" y="3053705"/>
                </a:lnTo>
                <a:lnTo>
                  <a:pt x="9859147" y="3074089"/>
                </a:lnTo>
                <a:lnTo>
                  <a:pt x="9906210" y="3093491"/>
                </a:lnTo>
                <a:lnTo>
                  <a:pt x="9953282" y="3112884"/>
                </a:lnTo>
                <a:lnTo>
                  <a:pt x="10000688" y="3131439"/>
                </a:lnTo>
                <a:lnTo>
                  <a:pt x="10048199" y="3149708"/>
                </a:lnTo>
                <a:lnTo>
                  <a:pt x="10095871" y="3167558"/>
                </a:lnTo>
                <a:lnTo>
                  <a:pt x="10143811" y="3184693"/>
                </a:lnTo>
                <a:lnTo>
                  <a:pt x="10191750" y="3201829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C5DCF4"/>
            </a:solidFill>
            <a:prstDash val="solid"/>
          </a:ln>
        </p:spPr>
      </p:sp>
      <p:sp>
        <p:nvSpPr>
          <p:cNvPr id="3" name="spectrum-underlay-0">
            <a:extLst xmlns:a="http://schemas.openxmlformats.org/drawingml/2006/main">
              <a:ext uri="{FF2B5EF4-FFF2-40B4-BE49-F238E27FC236}">
                <a16:creationId xmlns:a16="http://schemas.microsoft.com/office/drawing/2014/main" id="{C3D3E605-DC01-489E-AB69-A8F840CE4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9625" y="3000375"/>
            <a:ext cx="1992516" cy="1971675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DFEA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pectrum-card-0">
            <a:extLst xmlns:a="http://schemas.openxmlformats.org/drawingml/2006/main">
              <a:ext uri="{FF2B5EF4-FFF2-40B4-BE49-F238E27FC236}">
                <a16:creationId xmlns:a16="http://schemas.microsoft.com/office/drawing/2014/main" id="{89426AAD-2490-4AB6-85B1-A660753A2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9625" y="2933700"/>
            <a:ext cx="1992516" cy="1971675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5F8FC"/>
          </a:solidFill>
          <a:ln xmlns:a="http://schemas.openxmlformats.org/drawingml/2006/main" w="9525">
            <a:solidFill>
              <a:srgbClr val="CFDDE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24"/>
          <a:fontRef xmlns:a="http://schemas.openxmlformats.org/drawingml/2006/main" idx="major"/>
        </p:style>
      </p:sp>
      <p:sp>
        <p:nvSpPr>
          <p:cNvPr id="5" name="spectrum-underlay-1">
            <a:extLst xmlns:a="http://schemas.openxmlformats.org/drawingml/2006/main">
              <a:ext uri="{FF2B5EF4-FFF2-40B4-BE49-F238E27FC236}">
                <a16:creationId xmlns:a16="http://schemas.microsoft.com/office/drawing/2014/main" id="{C4030C24-80B6-4637-9E89-4966CBE72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954541" y="3000375"/>
            <a:ext cx="1992659" cy="1971675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DFEA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spectrum-card-1">
            <a:extLst xmlns:a="http://schemas.openxmlformats.org/drawingml/2006/main">
              <a:ext uri="{FF2B5EF4-FFF2-40B4-BE49-F238E27FC236}">
                <a16:creationId xmlns:a16="http://schemas.microsoft.com/office/drawing/2014/main" id="{A53B5FBD-DEA3-4EC9-B0E6-652484F74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954541" y="2933700"/>
            <a:ext cx="1992659" cy="1971675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5F8FC"/>
          </a:solidFill>
          <a:ln xmlns:a="http://schemas.openxmlformats.org/drawingml/2006/main" w="9525">
            <a:solidFill>
              <a:srgbClr val="CFDDE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24"/>
          <a:fontRef xmlns:a="http://schemas.openxmlformats.org/drawingml/2006/main" idx="major"/>
        </p:style>
      </p:sp>
      <p:sp>
        <p:nvSpPr>
          <p:cNvPr id="7" name="spectrum-underlay-2">
            <a:extLst xmlns:a="http://schemas.openxmlformats.org/drawingml/2006/main">
              <a:ext uri="{FF2B5EF4-FFF2-40B4-BE49-F238E27FC236}">
                <a16:creationId xmlns:a16="http://schemas.microsoft.com/office/drawing/2014/main" id="{11D01AA2-0F75-47F5-A8D7-16FB2857A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099599" y="2619375"/>
            <a:ext cx="1992659" cy="2352675"/>
          </a:xfrm>
          <a:prstGeom xmlns:a="http://schemas.openxmlformats.org/drawingml/2006/main" prst="roundRect">
            <a:avLst>
              <a:gd name="adj" fmla="val 8604"/>
            </a:avLst>
          </a:prstGeom>
          <a:solidFill xmlns:a="http://schemas.openxmlformats.org/drawingml/2006/main">
            <a:srgbClr val="9FC2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spectrum-card-2">
            <a:extLst xmlns:a="http://schemas.openxmlformats.org/drawingml/2006/main">
              <a:ext uri="{FF2B5EF4-FFF2-40B4-BE49-F238E27FC236}">
                <a16:creationId xmlns:a16="http://schemas.microsoft.com/office/drawing/2014/main" id="{840EA2BE-80CD-4157-9BA0-2A4E3D44B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099599" y="2552700"/>
            <a:ext cx="1992659" cy="2352675"/>
          </a:xfrm>
          <a:prstGeom xmlns:a="http://schemas.openxmlformats.org/drawingml/2006/main" prst="roundRect">
            <a:avLst>
              <a:gd name="adj" fmla="val 8604"/>
            </a:avLst>
          </a:prstGeom>
          <a:solidFill xmlns:a="http://schemas.openxmlformats.org/drawingml/2006/main">
            <a:srgbClr val="2F5EA8"/>
          </a:solidFill>
          <a:ln xmlns:a="http://schemas.openxmlformats.org/drawingml/2006/main" w="9525">
            <a:solidFill>
              <a:srgbClr val="2F5EA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25"/>
          <a:fontRef xmlns:a="http://schemas.openxmlformats.org/drawingml/2006/main" idx="major"/>
        </p:style>
      </p:sp>
      <p:sp>
        <p:nvSpPr>
          <p:cNvPr id="9" name="spectrum-underlay-3">
            <a:extLst xmlns:a="http://schemas.openxmlformats.org/drawingml/2006/main">
              <a:ext uri="{FF2B5EF4-FFF2-40B4-BE49-F238E27FC236}">
                <a16:creationId xmlns:a16="http://schemas.microsoft.com/office/drawing/2014/main" id="{5B40F263-89A8-4CB7-B2CF-99966720D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244658" y="3000375"/>
            <a:ext cx="1992659" cy="1971675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DFEA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spectrum-card-3">
            <a:extLst xmlns:a="http://schemas.openxmlformats.org/drawingml/2006/main">
              <a:ext uri="{FF2B5EF4-FFF2-40B4-BE49-F238E27FC236}">
                <a16:creationId xmlns:a16="http://schemas.microsoft.com/office/drawing/2014/main" id="{81E98EE3-CBAB-4456-A37C-3CD93307E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244658" y="2933700"/>
            <a:ext cx="1992659" cy="1971675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5F8FC"/>
          </a:solidFill>
          <a:ln xmlns:a="http://schemas.openxmlformats.org/drawingml/2006/main" w="9525">
            <a:solidFill>
              <a:srgbClr val="CFDDE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24"/>
          <a:fontRef xmlns:a="http://schemas.openxmlformats.org/drawingml/2006/main" idx="major"/>
        </p:style>
      </p:sp>
      <p:sp>
        <p:nvSpPr>
          <p:cNvPr id="11" name="spectrum-underlay-4">
            <a:extLst xmlns:a="http://schemas.openxmlformats.org/drawingml/2006/main">
              <a:ext uri="{FF2B5EF4-FFF2-40B4-BE49-F238E27FC236}">
                <a16:creationId xmlns:a16="http://schemas.microsoft.com/office/drawing/2014/main" id="{E26DEF11-AAE8-401C-9EB6-A60114102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389716" y="3000375"/>
            <a:ext cx="1992516" cy="1971675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DFEA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spectrum-card-4">
            <a:extLst xmlns:a="http://schemas.openxmlformats.org/drawingml/2006/main">
              <a:ext uri="{FF2B5EF4-FFF2-40B4-BE49-F238E27FC236}">
                <a16:creationId xmlns:a16="http://schemas.microsoft.com/office/drawing/2014/main" id="{19475480-7749-4EC5-9068-2324BAF78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389716" y="2933700"/>
            <a:ext cx="1992516" cy="1971675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5F8FC"/>
          </a:solidFill>
          <a:ln xmlns:a="http://schemas.openxmlformats.org/drawingml/2006/main" w="9525">
            <a:solidFill>
              <a:srgbClr val="CFDDE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24"/>
          <a:fontRef xmlns:a="http://schemas.openxmlformats.org/drawingml/2006/main" idx="major"/>
        </p:style>
      </p:sp>
      <p:sp>
        <p:nvSpPr>
          <p:cNvPr id="13" name="spectrum-axis">
            <a:extLst xmlns:a="http://schemas.openxmlformats.org/drawingml/2006/main">
              <a:ext uri="{FF2B5EF4-FFF2-40B4-BE49-F238E27FC236}">
                <a16:creationId xmlns:a16="http://schemas.microsoft.com/office/drawing/2014/main" id="{8ADEA77B-2DAB-4CF9-8AA8-A5918ACEB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71575" y="5381625"/>
            <a:ext cx="981075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8FB3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spectrum-axis-arrow">
            <a:extLst xmlns:a="http://schemas.openxmlformats.org/drawingml/2006/main">
              <a:ext uri="{FF2B5EF4-FFF2-40B4-BE49-F238E27FC236}">
                <a16:creationId xmlns:a16="http://schemas.microsoft.com/office/drawing/2014/main" id="{793EE141-A22F-41E7-B484-1626F18D5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987088" y="5329238"/>
            <a:ext cx="138113" cy="133350"/>
          </a:xfrm>
          <a:custGeom xmlns:a="http://schemas.openxmlformats.org/drawingml/2006/main">
            <a:pathLst>
              <a:path w="138113" h="133350">
                <a:moveTo>
                  <a:pt x="0" y="0"/>
                </a:moveTo>
                <a:lnTo>
                  <a:pt x="8630" y="4172"/>
                </a:lnTo>
                <a:lnTo>
                  <a:pt x="17269" y="8334"/>
                </a:lnTo>
                <a:lnTo>
                  <a:pt x="25898" y="12506"/>
                </a:lnTo>
                <a:lnTo>
                  <a:pt x="34528" y="16669"/>
                </a:lnTo>
                <a:lnTo>
                  <a:pt x="43158" y="20841"/>
                </a:lnTo>
                <a:lnTo>
                  <a:pt x="51797" y="25003"/>
                </a:lnTo>
                <a:lnTo>
                  <a:pt x="60427" y="29175"/>
                </a:lnTo>
                <a:lnTo>
                  <a:pt x="69056" y="33338"/>
                </a:lnTo>
                <a:lnTo>
                  <a:pt x="77686" y="37509"/>
                </a:lnTo>
                <a:lnTo>
                  <a:pt x="86325" y="41672"/>
                </a:lnTo>
                <a:lnTo>
                  <a:pt x="94955" y="45844"/>
                </a:lnTo>
                <a:lnTo>
                  <a:pt x="103584" y="50006"/>
                </a:lnTo>
                <a:lnTo>
                  <a:pt x="112214" y="54178"/>
                </a:lnTo>
                <a:lnTo>
                  <a:pt x="120853" y="58341"/>
                </a:lnTo>
                <a:lnTo>
                  <a:pt x="129483" y="62513"/>
                </a:lnTo>
                <a:lnTo>
                  <a:pt x="138113" y="66675"/>
                </a:lnTo>
                <a:lnTo>
                  <a:pt x="129483" y="70847"/>
                </a:lnTo>
                <a:lnTo>
                  <a:pt x="120853" y="75009"/>
                </a:lnTo>
                <a:lnTo>
                  <a:pt x="112214" y="79172"/>
                </a:lnTo>
                <a:lnTo>
                  <a:pt x="103584" y="83344"/>
                </a:lnTo>
                <a:lnTo>
                  <a:pt x="94955" y="87516"/>
                </a:lnTo>
                <a:lnTo>
                  <a:pt x="86325" y="91678"/>
                </a:lnTo>
                <a:lnTo>
                  <a:pt x="77686" y="95841"/>
                </a:lnTo>
                <a:lnTo>
                  <a:pt x="69056" y="100013"/>
                </a:lnTo>
                <a:lnTo>
                  <a:pt x="60427" y="104184"/>
                </a:lnTo>
                <a:lnTo>
                  <a:pt x="51797" y="108347"/>
                </a:lnTo>
                <a:lnTo>
                  <a:pt x="43158" y="112519"/>
                </a:lnTo>
                <a:lnTo>
                  <a:pt x="34528" y="116681"/>
                </a:lnTo>
                <a:lnTo>
                  <a:pt x="25898" y="120853"/>
                </a:lnTo>
                <a:lnTo>
                  <a:pt x="17269" y="125016"/>
                </a:lnTo>
                <a:lnTo>
                  <a:pt x="8630" y="129188"/>
                </a:lnTo>
                <a:lnTo>
                  <a:pt x="0" y="13335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8FB3DF"/>
            </a:solidFill>
            <a:prstDash val="solid"/>
          </a:ln>
        </p:spPr>
      </p:sp>
      <p:sp>
        <p:nvSpPr>
          <p:cNvPr id="15" name="spectrum-axis-low">
            <a:extLst xmlns:a="http://schemas.openxmlformats.org/drawingml/2006/main">
              <a:ext uri="{FF2B5EF4-FFF2-40B4-BE49-F238E27FC236}">
                <a16:creationId xmlns:a16="http://schemas.microsoft.com/office/drawing/2014/main" id="{63AFBFE0-3B67-4B74-8301-5969DB614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57275" y="558165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40000"/>
              </a:lnSpc>
              <a:buNone/>
              <a:defRPr sz="1500" b="0" i="0">
                <a:solidFill>
                  <a:srgbClr val="6F7D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 i="0">
                <a:solidFill>
                  <a:srgbClr val="6F7D91"/>
                </a:solidFill>
                <a:latin typeface="Microsoft YaHei"/>
                <a:ea typeface="Microsoft YaHei"/>
                <a:cs typeface="Microsoft YaHei"/>
              </a:rPr>
              <a:t>低</a:t>
            </a:r>
          </a:p>
        </p:txBody>
      </p:sp>
      <p:sp>
        <p:nvSpPr>
          <p:cNvPr id="16" name="spectrum-axis-label">
            <a:extLst xmlns:a="http://schemas.openxmlformats.org/drawingml/2006/main">
              <a:ext uri="{FF2B5EF4-FFF2-40B4-BE49-F238E27FC236}">
                <a16:creationId xmlns:a16="http://schemas.microsoft.com/office/drawing/2014/main" id="{1B47A5A6-FE45-4298-8A18-6B1FCF4F9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62500" y="5581650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 i="0">
                <a:solidFill>
                  <a:srgbClr val="4052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 i="0">
                <a:solidFill>
                  <a:srgbClr val="405269"/>
                </a:solidFill>
                <a:latin typeface="Microsoft YaHei"/>
                <a:ea typeface="Microsoft YaHei"/>
                <a:cs typeface="Microsoft YaHei"/>
              </a:rPr>
              <a:t>对视觉复杂度与美观度的需求</a:t>
            </a:r>
          </a:p>
        </p:txBody>
      </p:sp>
      <p:sp>
        <p:nvSpPr>
          <p:cNvPr id="17" name="spectrum-axis-high">
            <a:extLst xmlns:a="http://schemas.openxmlformats.org/drawingml/2006/main">
              <a:ext uri="{FF2B5EF4-FFF2-40B4-BE49-F238E27FC236}">
                <a16:creationId xmlns:a16="http://schemas.microsoft.com/office/drawing/2014/main" id="{534D5891-5DCB-42B6-B9A7-A4303F53A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705975" y="558165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40000"/>
              </a:lnSpc>
              <a:buNone/>
              <a:defRPr sz="1500" b="0" i="0">
                <a:solidFill>
                  <a:srgbClr val="6F7D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 i="0">
                <a:solidFill>
                  <a:srgbClr val="6F7D91"/>
                </a:solidFill>
                <a:latin typeface="Microsoft YaHei"/>
                <a:ea typeface="Microsoft YaHei"/>
                <a:cs typeface="Microsoft YaHei"/>
              </a:rPr>
              <a:t>高</a:t>
            </a:r>
          </a:p>
        </p:txBody>
      </p:sp>
      <p:sp>
        <p:nvSpPr>
          <p:cNvPr id="18" name="spectrum-order-0">
            <a:extLst xmlns:a="http://schemas.openxmlformats.org/drawingml/2006/main">
              <a:ext uri="{FF2B5EF4-FFF2-40B4-BE49-F238E27FC236}">
                <a16:creationId xmlns:a16="http://schemas.microsoft.com/office/drawing/2014/main" id="{B0A04CEB-2F41-4D2A-AFA6-E5FD44E2B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00125" y="3095625"/>
            <a:ext cx="323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1" i="0">
                <a:solidFill>
                  <a:srgbClr val="9AB1C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 i="0">
                <a:solidFill>
                  <a:srgbClr val="9AB1CA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19" name="spectrum-title-0">
            <a:extLst xmlns:a="http://schemas.openxmlformats.org/drawingml/2006/main">
              <a:ext uri="{FF2B5EF4-FFF2-40B4-BE49-F238E27FC236}">
                <a16:creationId xmlns:a16="http://schemas.microsoft.com/office/drawing/2014/main" id="{EF1D12A1-2796-479C-ABD6-68AAF4A51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00125" y="3531994"/>
            <a:ext cx="1611516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2100" b="1" i="0">
                <a:solidFill>
                  <a:srgbClr val="254B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 i="0">
                <a:solidFill>
                  <a:srgbClr val="254B7C"/>
                </a:solidFill>
                <a:latin typeface="Microsoft YaHei"/>
                <a:ea typeface="Microsoft YaHei"/>
                <a:cs typeface="Microsoft YaHei"/>
              </a:rPr>
              <a:t>低要求端</a:t>
            </a:r>
          </a:p>
        </p:txBody>
      </p:sp>
      <p:sp>
        <p:nvSpPr>
          <p:cNvPr id="20" name="spectrum-body-0">
            <a:extLst xmlns:a="http://schemas.openxmlformats.org/drawingml/2006/main">
              <a:ext uri="{FF2B5EF4-FFF2-40B4-BE49-F238E27FC236}">
                <a16:creationId xmlns:a16="http://schemas.microsoft.com/office/drawing/2014/main" id="{39EF5D75-B03C-4CBD-BB76-3A813290D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00125" y="3979669"/>
            <a:ext cx="1611516" cy="5179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36000"/>
              </a:lnSpc>
              <a:buNone/>
              <a:defRPr sz="1500" b="0" i="0">
                <a:solidFill>
                  <a:srgbClr val="5261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 i="0">
                <a:solidFill>
                  <a:srgbClr val="526174"/>
                </a:solidFill>
                <a:latin typeface="Microsoft YaHei"/>
                <a:ea typeface="Microsoft YaHei"/>
                <a:cs typeface="Microsoft YaHei"/>
              </a:rPr>
              <a:t>不重视版式，直接</a:t>
            </a:r>
          </a:p>
          <a:p xmlns:a="http://schemas.openxmlformats.org/drawingml/2006/main">
            <a:pPr algn="ctr">
              <a:lnSpc>
                <a:spcPct val="136000"/>
              </a:lnSpc>
              <a:buNone/>
              <a:defRPr sz="1500" b="0" i="0">
                <a:solidFill>
                  <a:srgbClr val="5261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 i="0">
                <a:solidFill>
                  <a:srgbClr val="526174"/>
                </a:solidFill>
                <a:latin typeface="Microsoft YaHei"/>
                <a:ea typeface="Microsoft YaHei"/>
                <a:cs typeface="Microsoft YaHei"/>
              </a:rPr>
              <a:t>堆放文字也能接受</a:t>
            </a:r>
          </a:p>
        </p:txBody>
      </p:sp>
      <p:sp>
        <p:nvSpPr>
          <p:cNvPr id="21" name="spectrum-order-1">
            <a:extLst xmlns:a="http://schemas.openxmlformats.org/drawingml/2006/main">
              <a:ext uri="{FF2B5EF4-FFF2-40B4-BE49-F238E27FC236}">
                <a16:creationId xmlns:a16="http://schemas.microsoft.com/office/drawing/2014/main" id="{2CFE3FA7-681C-4499-B404-CCFD9D46E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145041" y="3095625"/>
            <a:ext cx="323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1" i="0">
                <a:solidFill>
                  <a:srgbClr val="9AB1C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 i="0">
                <a:solidFill>
                  <a:srgbClr val="9AB1CA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22" name="spectrum-title-1">
            <a:extLst xmlns:a="http://schemas.openxmlformats.org/drawingml/2006/main">
              <a:ext uri="{FF2B5EF4-FFF2-40B4-BE49-F238E27FC236}">
                <a16:creationId xmlns:a16="http://schemas.microsoft.com/office/drawing/2014/main" id="{18A8FA93-B98E-4B62-BC7D-8E86C85A2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145041" y="3418437"/>
            <a:ext cx="1611659" cy="3015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1900" b="1" i="0">
                <a:solidFill>
                  <a:srgbClr val="254B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00" b="1" i="0">
                <a:solidFill>
                  <a:srgbClr val="254B7C"/>
                </a:solidFill>
                <a:latin typeface="Microsoft YaHei"/>
                <a:ea typeface="Microsoft YaHei"/>
                <a:cs typeface="Microsoft YaHei"/>
              </a:rPr>
              <a:t>工作型需求</a:t>
            </a:r>
          </a:p>
        </p:txBody>
      </p:sp>
      <p:sp>
        <p:nvSpPr>
          <p:cNvPr id="23" name="spectrum-body-1">
            <a:extLst xmlns:a="http://schemas.openxmlformats.org/drawingml/2006/main">
              <a:ext uri="{FF2B5EF4-FFF2-40B4-BE49-F238E27FC236}">
                <a16:creationId xmlns:a16="http://schemas.microsoft.com/office/drawing/2014/main" id="{E46C042B-8DB8-4AAA-9BF6-BCEAD2CF7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145041" y="3834260"/>
            <a:ext cx="1611659" cy="7768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36000"/>
              </a:lnSpc>
              <a:buNone/>
              <a:defRPr sz="1500" b="0" i="0">
                <a:solidFill>
                  <a:srgbClr val="5261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 i="0">
                <a:solidFill>
                  <a:srgbClr val="526174"/>
                </a:solidFill>
                <a:latin typeface="Microsoft YaHei"/>
                <a:ea typeface="Microsoft YaHei"/>
                <a:cs typeface="Microsoft YaHei"/>
              </a:rPr>
              <a:t>结构清楚、视觉规</a:t>
            </a:r>
          </a:p>
          <a:p xmlns:a="http://schemas.openxmlformats.org/drawingml/2006/main">
            <a:pPr algn="ctr">
              <a:lnSpc>
                <a:spcPct val="136000"/>
              </a:lnSpc>
              <a:buNone/>
              <a:defRPr sz="1500" b="0" i="0">
                <a:solidFill>
                  <a:srgbClr val="5261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 i="0">
                <a:solidFill>
                  <a:srgbClr val="526174"/>
                </a:solidFill>
                <a:latin typeface="Microsoft YaHei"/>
                <a:ea typeface="Microsoft YaHei"/>
                <a:cs typeface="Microsoft YaHei"/>
              </a:rPr>
              <a:t>范、稳定可靠且可</a:t>
            </a:r>
          </a:p>
          <a:p xmlns:a="http://schemas.openxmlformats.org/drawingml/2006/main">
            <a:pPr algn="ctr">
              <a:lnSpc>
                <a:spcPct val="136000"/>
              </a:lnSpc>
              <a:buNone/>
              <a:defRPr sz="1500" b="0" i="0">
                <a:solidFill>
                  <a:srgbClr val="5261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 i="0">
                <a:solidFill>
                  <a:srgbClr val="526174"/>
                </a:solidFill>
                <a:latin typeface="Microsoft YaHei"/>
                <a:ea typeface="Microsoft YaHei"/>
                <a:cs typeface="Microsoft YaHei"/>
              </a:rPr>
              <a:t>修改</a:t>
            </a:r>
          </a:p>
        </p:txBody>
      </p:sp>
      <p:sp>
        <p:nvSpPr>
          <p:cNvPr id="24" name="spectrum-order-2">
            <a:extLst xmlns:a="http://schemas.openxmlformats.org/drawingml/2006/main">
              <a:ext uri="{FF2B5EF4-FFF2-40B4-BE49-F238E27FC236}">
                <a16:creationId xmlns:a16="http://schemas.microsoft.com/office/drawing/2014/main" id="{2D18D34C-CE77-4419-BDB6-EBC85C204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90099" y="2714625"/>
            <a:ext cx="323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1" i="0">
                <a:solidFill>
                  <a:srgbClr val="B9D5F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 i="0">
                <a:solidFill>
                  <a:srgbClr val="B9D5F6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25" name="spectrum-title-2">
            <a:extLst xmlns:a="http://schemas.openxmlformats.org/drawingml/2006/main">
              <a:ext uri="{FF2B5EF4-FFF2-40B4-BE49-F238E27FC236}">
                <a16:creationId xmlns:a16="http://schemas.microsoft.com/office/drawing/2014/main" id="{6E43A8E1-0335-44B8-8F65-AB0112ED1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90099" y="3207544"/>
            <a:ext cx="1611659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21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高定制端</a:t>
            </a:r>
          </a:p>
        </p:txBody>
      </p:sp>
      <p:sp>
        <p:nvSpPr>
          <p:cNvPr id="26" name="spectrum-body-2">
            <a:extLst xmlns:a="http://schemas.openxmlformats.org/drawingml/2006/main">
              <a:ext uri="{FF2B5EF4-FFF2-40B4-BE49-F238E27FC236}">
                <a16:creationId xmlns:a16="http://schemas.microsoft.com/office/drawing/2014/main" id="{CEBE6245-A0C6-4606-BE1F-3FC3118D4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90099" y="3655219"/>
            <a:ext cx="1611659" cy="8809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36000"/>
              </a:lnSpc>
              <a:buNone/>
              <a:defRPr sz="1700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00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发布会、路演和</a:t>
            </a:r>
          </a:p>
          <a:p xmlns:a="http://schemas.openxmlformats.org/drawingml/2006/main">
            <a:pPr algn="ctr">
              <a:lnSpc>
                <a:spcPct val="136000"/>
              </a:lnSpc>
              <a:buNone/>
              <a:defRPr sz="1700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00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比赛需要高度视</a:t>
            </a:r>
          </a:p>
          <a:p xmlns:a="http://schemas.openxmlformats.org/drawingml/2006/main">
            <a:pPr algn="ctr">
              <a:lnSpc>
                <a:spcPct val="136000"/>
              </a:lnSpc>
              <a:buNone/>
              <a:defRPr sz="1700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00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觉创意</a:t>
            </a:r>
          </a:p>
        </p:txBody>
      </p:sp>
      <p:sp>
        <p:nvSpPr>
          <p:cNvPr id="27" name="spectrum-order-3">
            <a:extLst xmlns:a="http://schemas.openxmlformats.org/drawingml/2006/main">
              <a:ext uri="{FF2B5EF4-FFF2-40B4-BE49-F238E27FC236}">
                <a16:creationId xmlns:a16="http://schemas.microsoft.com/office/drawing/2014/main" id="{F9D171EA-B5DD-4335-A3C0-90935CB79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435158" y="3095625"/>
            <a:ext cx="323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1" i="0">
                <a:solidFill>
                  <a:srgbClr val="9AB1C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 i="0">
                <a:solidFill>
                  <a:srgbClr val="9AB1CA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28" name="spectrum-title-3">
            <a:extLst xmlns:a="http://schemas.openxmlformats.org/drawingml/2006/main">
              <a:ext uri="{FF2B5EF4-FFF2-40B4-BE49-F238E27FC236}">
                <a16:creationId xmlns:a16="http://schemas.microsoft.com/office/drawing/2014/main" id="{FB1ED90A-0D7D-40E1-8596-FD43A2177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435158" y="3497313"/>
            <a:ext cx="1611659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2100" b="1" i="0">
                <a:solidFill>
                  <a:srgbClr val="254B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 i="0">
                <a:solidFill>
                  <a:srgbClr val="254B7C"/>
                </a:solidFill>
                <a:latin typeface="Microsoft YaHei"/>
                <a:ea typeface="Microsoft YaHei"/>
                <a:cs typeface="Microsoft YaHei"/>
              </a:rPr>
              <a:t>专业表达</a:t>
            </a:r>
          </a:p>
        </p:txBody>
      </p:sp>
      <p:sp>
        <p:nvSpPr>
          <p:cNvPr id="29" name="spectrum-body-3">
            <a:extLst xmlns:a="http://schemas.openxmlformats.org/drawingml/2006/main">
              <a:ext uri="{FF2B5EF4-FFF2-40B4-BE49-F238E27FC236}">
                <a16:creationId xmlns:a16="http://schemas.microsoft.com/office/drawing/2014/main" id="{E394291B-8D72-4A31-95F3-DEAF627D7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435158" y="3944988"/>
            <a:ext cx="1611659" cy="58727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36000"/>
              </a:lnSpc>
              <a:buNone/>
              <a:defRPr sz="1700" b="0" i="0">
                <a:solidFill>
                  <a:srgbClr val="5261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00" b="0" i="0">
                <a:solidFill>
                  <a:srgbClr val="526174"/>
                </a:solidFill>
                <a:latin typeface="Microsoft YaHei"/>
                <a:ea typeface="Microsoft YaHei"/>
                <a:cs typeface="Microsoft YaHei"/>
              </a:rPr>
              <a:t>需要专门设计与</a:t>
            </a:r>
          </a:p>
          <a:p xmlns:a="http://schemas.openxmlformats.org/drawingml/2006/main">
            <a:pPr algn="ctr">
              <a:lnSpc>
                <a:spcPct val="136000"/>
              </a:lnSpc>
              <a:buNone/>
              <a:defRPr sz="1700" b="0" i="0">
                <a:solidFill>
                  <a:srgbClr val="5261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00" b="0" i="0">
                <a:solidFill>
                  <a:srgbClr val="526174"/>
                </a:solidFill>
                <a:latin typeface="Microsoft YaHei"/>
                <a:ea typeface="Microsoft YaHei"/>
                <a:cs typeface="Microsoft YaHei"/>
              </a:rPr>
              <a:t>品牌化表达</a:t>
            </a:r>
          </a:p>
        </p:txBody>
      </p:sp>
      <p:sp>
        <p:nvSpPr>
          <p:cNvPr id="30" name="spectrum-order-4">
            <a:extLst xmlns:a="http://schemas.openxmlformats.org/drawingml/2006/main">
              <a:ext uri="{FF2B5EF4-FFF2-40B4-BE49-F238E27FC236}">
                <a16:creationId xmlns:a16="http://schemas.microsoft.com/office/drawing/2014/main" id="{48BD8D5E-BD2A-4E53-AE81-A68964B23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580216" y="3095625"/>
            <a:ext cx="323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1" i="0">
                <a:solidFill>
                  <a:srgbClr val="9AB1C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 i="0">
                <a:solidFill>
                  <a:srgbClr val="9AB1CA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31" name="spectrum-title-4">
            <a:extLst xmlns:a="http://schemas.openxmlformats.org/drawingml/2006/main">
              <a:ext uri="{FF2B5EF4-FFF2-40B4-BE49-F238E27FC236}">
                <a16:creationId xmlns:a16="http://schemas.microsoft.com/office/drawing/2014/main" id="{17C1469E-5DF6-4D9E-B852-FEAF26AAC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580216" y="3497313"/>
            <a:ext cx="1611516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2100" b="1" i="0">
                <a:solidFill>
                  <a:srgbClr val="254B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 i="0">
                <a:solidFill>
                  <a:srgbClr val="254B7C"/>
                </a:solidFill>
                <a:latin typeface="Microsoft YaHei"/>
                <a:ea typeface="Microsoft YaHei"/>
                <a:cs typeface="Microsoft YaHei"/>
              </a:rPr>
              <a:t>极致展示</a:t>
            </a:r>
          </a:p>
        </p:txBody>
      </p:sp>
      <p:sp>
        <p:nvSpPr>
          <p:cNvPr id="32" name="spectrum-body-4">
            <a:extLst xmlns:a="http://schemas.openxmlformats.org/drawingml/2006/main">
              <a:ext uri="{FF2B5EF4-FFF2-40B4-BE49-F238E27FC236}">
                <a16:creationId xmlns:a16="http://schemas.microsoft.com/office/drawing/2014/main" id="{104D4DF7-52B5-468B-B1A8-987AF7CB7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580216" y="3944988"/>
            <a:ext cx="1611516" cy="58727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36000"/>
              </a:lnSpc>
              <a:buNone/>
              <a:defRPr sz="1700" b="0" i="0">
                <a:solidFill>
                  <a:srgbClr val="5261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00" b="0" i="0">
                <a:solidFill>
                  <a:srgbClr val="526174"/>
                </a:solidFill>
                <a:latin typeface="Microsoft YaHei"/>
                <a:ea typeface="Microsoft YaHei"/>
                <a:cs typeface="Microsoft YaHei"/>
              </a:rPr>
              <a:t>以独特视觉体验</a:t>
            </a:r>
          </a:p>
          <a:p xmlns:a="http://schemas.openxmlformats.org/drawingml/2006/main">
            <a:pPr algn="ctr">
              <a:lnSpc>
                <a:spcPct val="136000"/>
              </a:lnSpc>
              <a:buNone/>
              <a:defRPr sz="1700" b="0" i="0">
                <a:solidFill>
                  <a:srgbClr val="5261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00" b="0" i="0">
                <a:solidFill>
                  <a:srgbClr val="526174"/>
                </a:solidFill>
                <a:latin typeface="Microsoft YaHei"/>
                <a:ea typeface="Microsoft YaHei"/>
                <a:cs typeface="Microsoft YaHei"/>
              </a:rPr>
              <a:t>为首要目标</a:t>
            </a:r>
          </a:p>
        </p:txBody>
      </p:sp>
      <p:sp>
        <p:nvSpPr>
          <p:cNvPr id="33" name="spectrum-focus-label-bg">
            <a:extLst xmlns:a="http://schemas.openxmlformats.org/drawingml/2006/main">
              <a:ext uri="{FF2B5EF4-FFF2-40B4-BE49-F238E27FC236}">
                <a16:creationId xmlns:a16="http://schemas.microsoft.com/office/drawing/2014/main" id="{8F61A031-7DA3-4501-A0A0-7007D453F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676748" y="2724150"/>
            <a:ext cx="83820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spectrum-focus-label">
            <a:extLst xmlns:a="http://schemas.openxmlformats.org/drawingml/2006/main">
              <a:ext uri="{FF2B5EF4-FFF2-40B4-BE49-F238E27FC236}">
                <a16:creationId xmlns:a16="http://schemas.microsoft.com/office/drawing/2014/main" id="{6B2690E9-13DE-479B-BF1A-32BCF98FD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676748" y="2724150"/>
            <a:ext cx="838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30000"/>
              </a:lnSpc>
              <a:buNone/>
              <a:defRPr sz="1500" b="1" i="0">
                <a:solidFill>
                  <a:srgbClr val="2F5E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 i="0">
                <a:solidFill>
                  <a:srgbClr val="2F5EA8"/>
                </a:solidFill>
                <a:latin typeface="Microsoft YaHei"/>
                <a:ea typeface="Microsoft YaHei"/>
                <a:cs typeface="Microsoft YaHei"/>
              </a:rPr>
              <a:t>重点区域</a:t>
            </a:r>
          </a:p>
        </p:txBody>
      </p:sp>
    </p:spTree>
    <p:extLst>
      <p:ext uri="{BB962C8B-B14F-4D97-AF65-F5344CB8AC3E}">
        <p14:creationId xmlns:p14="http://schemas.microsoft.com/office/powerpoint/2010/main" val="40159029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  <a:effectStyle>
          <a:effectLst>
            <a:outerShdw blurRad="266700" dist="114300" dir="5400000">
              <a:srgbClr val="2F5EA8">
                <a:alpha val="22000"/>
              </a:srgbClr>
            </a:outerShdw>
          </a:effectLst>
        </a:effectStyle>
        <a:effectStyle>
          <a:effectLst>
            <a:outerShdw blurRad="152400" dist="66675" dir="5400000">
              <a:srgbClr val="2F5EA8">
                <a:alpha val="9000"/>
              </a:srgbClr>
            </a:outerShdw>
          </a:effectLst>
        </a:effectStyle>
        <a:effectStyle>
          <a:effectLst>
            <a:outerShdw blurRad="152400" dist="66675" dir="5400000">
              <a:srgbClr val="2F5EA8">
                <a:alpha val="10000"/>
              </a:srgbClr>
            </a:outerShdw>
          </a:effectLst>
        </a:effectStyle>
        <a:effectStyle>
          <a:effectLst>
            <a:outerShdw blurRad="171450" dist="76200" dir="5400000">
              <a:srgbClr val="2F5EA8">
                <a:alpha val="16000"/>
              </a:srgbClr>
            </a:outerShdw>
          </a:effectLst>
        </a:effectStyle>
        <a:effectStyle>
          <a:effectLst>
            <a:outerShdw blurRad="114300" dist="47625" dir="5400000">
              <a:srgbClr val="2F5EA8">
                <a:alpha val="7000"/>
              </a:srgbClr>
            </a:outerShdw>
          </a:effectLst>
        </a:effectStyle>
        <a:effectStyle>
          <a:effectLst>
            <a:outerShdw blurRad="95250" dist="38100" dir="5400000">
              <a:srgbClr val="2F5EA8">
                <a:alpha val="8000"/>
              </a:srgbClr>
            </a:outerShdw>
          </a:effectLst>
        </a:effectStyle>
        <a:effectStyle>
          <a:effectLst>
            <a:outerShdw blurRad="209550" dist="95250" dir="5400000">
              <a:srgbClr val="2F5EA8">
                <a:alpha val="8000"/>
              </a:srgbClr>
            </a:outerShdw>
          </a:effectLst>
        </a:effectStyle>
        <a:effectStyle>
          <a:effectLst>
            <a:outerShdw blurRad="133350" dist="57150" dir="5400000">
              <a:srgbClr val="2F5EA8">
                <a:alpha val="18000"/>
              </a:srgbClr>
            </a:outerShdw>
          </a:effectLst>
        </a:effectStyle>
        <a:effectStyle>
          <a:effectLst>
            <a:outerShdw blurRad="200025" dist="85725" dir="5400000">
              <a:srgbClr val="2F5EA8">
                <a:alpha val="14000"/>
              </a:srgbClr>
            </a:outerShdw>
          </a:effectLst>
        </a:effectStyle>
        <a:effectStyle>
          <a:effectLst>
            <a:outerShdw blurRad="171450" dist="76200" dir="5400000">
              <a:srgbClr val="264E80">
                <a:alpha val="10000"/>
              </a:srgbClr>
            </a:outerShdw>
          </a:effectLst>
        </a:effectStyle>
        <a:effectStyle>
          <a:effectLst>
            <a:outerShdw blurRad="171450" dist="76200" dir="5400000">
              <a:srgbClr val="1F497E">
                <a:alpha val="8000"/>
              </a:srgbClr>
            </a:outerShdw>
          </a:effectLst>
        </a:effectStyle>
        <a:effectStyle>
          <a:effectLst>
            <a:outerShdw blurRad="95250" dist="38100" dir="5400000">
              <a:srgbClr val="2F5EA8">
                <a:alpha val="16000"/>
              </a:srgbClr>
            </a:outerShdw>
          </a:effectLst>
        </a:effectStyle>
        <a:effectStyle>
          <a:effectLst>
            <a:outerShdw blurRad="114300" dist="57150" dir="5400000">
              <a:srgbClr val="2F5EA8">
                <a:alpha val="15000"/>
              </a:srgbClr>
            </a:outerShdw>
          </a:effectLst>
        </a:effectStyle>
        <a:effectStyle>
          <a:effectLst>
            <a:outerShdw blurRad="114300" dist="47625" dir="5400000">
              <a:srgbClr val="2F5EA8">
                <a:alpha val="20000"/>
              </a:srgbClr>
            </a:outerShdw>
          </a:effectLst>
        </a:effectStyle>
        <a:effectStyle>
          <a:effectLst>
            <a:outerShdw blurRad="190500" dist="85725" dir="5400000">
              <a:srgbClr val="2F5EA8">
                <a:alpha val="9000"/>
              </a:srgbClr>
            </a:outerShdw>
          </a:effectLst>
        </a:effectStyle>
        <a:effectStyle>
          <a:effectLst>
            <a:outerShdw blurRad="266700" dist="133350" dir="5400000">
              <a:srgbClr val="2F5EA8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2026-08-24T02:19:39.9520000Z</dcterms:created>
  <dcterms:modified xsi:type="dcterms:W3CDTF">2026-08-24T02:19:39.9520000Z</dcterms:modified>
</coreProperties>
</file>