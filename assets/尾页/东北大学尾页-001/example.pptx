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769d56c8ce4fbe" /><Relationship Type="http://schemas.openxmlformats.org/officeDocument/2006/relationships/extended-properties" Target="/docProps/app.xml" Id="R214bbc739b784c56" /><Relationship Type="http://schemas.openxmlformats.org/officeDocument/2006/relationships/officeDocument" Target="/ppt/presentation.xml" Id="R8b503a9ca7094f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54494117ca747b5"/>
    <p:sldMasterId xmlns:r="http://schemas.openxmlformats.org/officeDocument/2006/relationships" id="2147483660" r:id="Rdcb7dac70545416e"/>
    <p:sldMasterId xmlns:r="http://schemas.openxmlformats.org/officeDocument/2006/relationships" id="2147483663" r:id="Rcd230f51143b40d4"/>
  </p:sldMasterIdLst>
  <p:notesMasterIdLst>
    <p:notesMasterId xmlns:r="http://schemas.openxmlformats.org/officeDocument/2006/relationships" r:id="R57120cdf628c4893"/>
  </p:notesMasterIdLst>
  <p:sldIdLst>
    <p:sldId xmlns:r="http://schemas.openxmlformats.org/officeDocument/2006/relationships" id="256" r:id="Rad133c97df1041b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dee92272509437f" /><Relationship Type="http://schemas.openxmlformats.org/officeDocument/2006/relationships/slideMaster" Target="/ppt/slideMasters/slideMaster1.xml" Id="R654494117ca747b5" /><Relationship Type="http://schemas.openxmlformats.org/officeDocument/2006/relationships/slideMaster" Target="/ppt/slideMasters/slideMaster2.xml" Id="Rdcb7dac70545416e" /><Relationship Type="http://schemas.openxmlformats.org/officeDocument/2006/relationships/slideMaster" Target="/ppt/slideMasters/slideMaster3.xml" Id="Rcd230f51143b40d4" /><Relationship Type="http://schemas.openxmlformats.org/officeDocument/2006/relationships/notesMaster" Target="/ppt/notesMasters/notesMaster1.xml" Id="R57120cdf628c4893" /><Relationship Type="http://schemas.openxmlformats.org/officeDocument/2006/relationships/presProps" Target="/ppt/presProps.xml" Id="R4e405652ce3d4b64" /><Relationship Type="http://schemas.openxmlformats.org/officeDocument/2006/relationships/viewProps" Target="/ppt/viewProps.xml" Id="Rd3fd7e29dc49417c" /><Relationship Type="http://schemas.openxmlformats.org/officeDocument/2006/relationships/tableStyles" Target="/ppt/tableStyles.xml" Id="Rab6f737b60bc4a90" /><Relationship Type="http://schemas.openxmlformats.org/officeDocument/2006/relationships/slide" Target="/ppt/slides/slide1.xml" Id="Rad133c97df1041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1b5e90e0e30a4a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335332ee53457d" /><Relationship Type="http://schemas.openxmlformats.org/officeDocument/2006/relationships/notesMaster" Target="/ppt/notesMasters/notesMaster1.xml" Id="R9d578a83d31a47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39ea5755494110" /><Relationship Type="http://schemas.openxmlformats.org/officeDocument/2006/relationships/image" Target="/ppt/media/image.jpeg" Id="Rb48e5ae90f6c4ac4" /><Relationship Type="http://schemas.openxmlformats.org/officeDocument/2006/relationships/image" Target="/ppt/media/image.png" Id="Rf829383a35c043d8" /><Relationship Type="http://schemas.openxmlformats.org/officeDocument/2006/relationships/image" Target="/ppt/media/image2.png" Id="R41c5eb15dce1465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d5d14c69b4468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d4479f061643a7" /><Relationship Type="http://schemas.openxmlformats.org/officeDocument/2006/relationships/image" Target="/ppt/media/image3.png" Id="Re77fac76d10b49e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fc0c2fb5824b41" /><Relationship Type="http://schemas.openxmlformats.org/officeDocument/2006/relationships/image" Target="/ppt/media/image4.png" Id="Rfac82b7c0aed40c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92b852bdef41a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d4155c8d13494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48a4f0e51c4a2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86d5f39a834ca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ac2d88430f45e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5e02f6272a45f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ef626f12274fbc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64f4e80c8544dd4" /><Relationship Type="http://schemas.openxmlformats.org/officeDocument/2006/relationships/image" Target="/ppt/media/image5.png" Id="R44575f83f6ca4908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7e17b8a234a499f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00b30376d4e24c79" /><Relationship Type="http://schemas.openxmlformats.org/officeDocument/2006/relationships/image" Target="/ppt/media/image5.png" Id="Rcff4a0b8cc004255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c75e2a56c9a540d2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8e5ae90f6c4ac4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29383a35c043d8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c5eb15dce146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D71A437E-79CA-4244-A359-83B507B52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7fac76d10b49e3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02112A3-04F7-4F83-980B-82F0AD5A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28588DE-7A9F-4237-B913-CC4522125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51844517-501D-4371-9FDC-07F9EAA50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69E43B3B-CD0B-4A56-BDB2-6F0CBB7B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c82b7c0aed40cf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FF83A200-B70E-43F6-A724-9F981A5B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7AF18CE2-207A-49C0-8247-A4EECD19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8A3D3E7-CB1D-4E93-9596-6A4A905D94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EEBBB5B9-FAC7-42E0-84EB-2AE8A603BB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B7C6FB44-D93B-43C0-90FE-30BB6015387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0D87C271-F508-4C4F-B0E3-4CF86DC6C787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EBC64379-BAF9-4A4E-94D0-D832BAAF596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16E3E4B-436E-4669-A762-D205648EB13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0A9F3341-AF4B-4EB9-B2FE-AD0E195D52E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021D507A-B26C-4DF5-AB01-21CE6A302DE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6B00670-7396-4F90-B32D-4E5651EF8B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D4A9B79E-1B50-4650-82DB-490A985E493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01D95BD5-5219-48AC-A6F8-3717D36FD4C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94435D7E-006B-42F7-B6C2-9B44581DEAF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A0CEA467-9D77-4AEA-A9E4-3C1A5BE8EB9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9118F397-6DA9-43C8-927D-FCF6360EDB4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01959D0F-895D-4CEE-94C0-EB0453F1324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E69BD31-A7D6-49D8-9862-C47CD912FA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0F67EDC5-242D-45B8-88A5-A0D6EFE8850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41CF4C41-0366-4BB0-999C-EEA6BAE6524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F8A23B1E-AE38-4744-865A-974C585B547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EF10D-93F2-4E38-BB90-70F685D5EAB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0BDF3531-CF9F-4AD3-AADD-47F67FA851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2DE27FF-1EDB-4CA1-A2FA-03335793C4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85D3535C-004F-48E8-BCDF-706204F8391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F97724B9-9976-4703-A335-C9AA821198D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D87FD5C0-3B36-4D9F-8BF6-D66A2589110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1EA7DE8C-A7E7-43E5-8F3D-3EB60D1CF3F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D7922D2E-13B8-4DA6-9F96-EC9D0ABA75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B70AD97-4791-433A-97F7-A57BBDFDCC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50524E-130D-4D63-8EF2-1A7E44CC5CC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36BCCF2-27B0-4C57-804B-A3936AB69A1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3CDB711-405C-4CBE-93AC-348B01B8B25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B52AC59-BADE-428D-B24A-44D57072D6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761F56B4-71FD-4CA4-B243-4824842BAC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DA82724C-E8E1-4D92-A13B-8E5F7E5420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A800C6A-98A7-42BE-A319-00D2CEF021A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F622815-DC91-462A-9487-74A8BD8387E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67A98C0-4B09-4AC6-94BF-4C44891872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575f83f6ca4908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042CC922-165A-4084-9077-91BAD1CC1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D81B842-1796-4CCA-A453-380BD0E79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7259D647-5DBE-4151-9C3B-C8003C8D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80D7D999-2320-47B2-8738-8430BF08A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f4a0b8cc004255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9265552-3B96-4CE2-8602-3DF181BB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606AAC80-DB5C-4BED-9E1D-2C56084E5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FF5735DC-717C-454D-895F-3487A918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F32F790C-F640-4D1B-8760-6A00E6557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9ccfe71aaa4815" /><Relationship Type="http://schemas.openxmlformats.org/officeDocument/2006/relationships/slideLayout" Target="/ppt/slideLayouts/slideLayout1.xml" Id="Rcbf9a9734fee4640" /><Relationship Type="http://schemas.openxmlformats.org/officeDocument/2006/relationships/slideLayout" Target="/ppt/slideLayouts/slideLayout2.xml" Id="Rd4692178aa2b451a" /><Relationship Type="http://schemas.openxmlformats.org/officeDocument/2006/relationships/slideLayout" Target="/ppt/slideLayouts/slideLayout3.xml" Id="Rdc8e9ad67a354cba" /><Relationship Type="http://schemas.openxmlformats.org/officeDocument/2006/relationships/slideLayout" Target="/ppt/slideLayouts/slideLayout4.xml" Id="R33c68b6601e2490b" /><Relationship Type="http://schemas.openxmlformats.org/officeDocument/2006/relationships/slideLayout" Target="/ppt/slideLayouts/slideLayout5.xml" Id="R032e95a622074b8d" /><Relationship Type="http://schemas.openxmlformats.org/officeDocument/2006/relationships/slideLayout" Target="/ppt/slideLayouts/slideLayout6.xml" Id="R9b7f20fd035f453b" /><Relationship Type="http://schemas.openxmlformats.org/officeDocument/2006/relationships/slideLayout" Target="/ppt/slideLayouts/slideLayout7.xml" Id="R719fab7fa8ac46db" /><Relationship Type="http://schemas.openxmlformats.org/officeDocument/2006/relationships/slideLayout" Target="/ppt/slideLayouts/slideLayout8.xml" Id="Rb0dc359fe9ce43a7" /><Relationship Type="http://schemas.openxmlformats.org/officeDocument/2006/relationships/slideLayout" Target="/ppt/slideLayouts/slideLayout9.xml" Id="Rdf773de0846c4688" /><Relationship Type="http://schemas.openxmlformats.org/officeDocument/2006/relationships/slideLayout" Target="/ppt/slideLayouts/slideLayout10.xml" Id="Rd0a4eb0ec79c453d" /><Relationship Type="http://schemas.openxmlformats.org/officeDocument/2006/relationships/slideLayout" Target="/ppt/slideLayouts/slideLayout11.xml" Id="R176363ff5f12481c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d54c7d31c76f41ab" /><Relationship Type="http://schemas.openxmlformats.org/officeDocument/2006/relationships/slideLayout" Target="/ppt/slideLayouts/slideLayout12.xml" Id="R724ec442432f4a9f" /><Relationship Type="http://schemas.openxmlformats.org/officeDocument/2006/relationships/slideLayout" Target="/ppt/slideLayouts/slideLayout13.xml" Id="R7662a7a13e5e456e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7ec1586609a34820" /><Relationship Type="http://schemas.openxmlformats.org/officeDocument/2006/relationships/slideLayout" Target="/ppt/slideLayouts/slideLayout14.xml" Id="Rc1c3e14a1ec142ab" /><Relationship Type="http://schemas.openxmlformats.org/officeDocument/2006/relationships/slideLayout" Target="/ppt/slideLayouts/slideLayout15.xml" Id="Rf482f685e7ce4f4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B516946D-C993-4924-9B13-04DB66159B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E6BEACB-3AE2-4327-9E45-3FA2A021C4B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4890075-B2B3-452C-B4EA-CC3908C1DDC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BA68660-CB36-4378-BD53-EA10CEC1F14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6607422-3719-469D-866A-63799BD21F1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f9a9734fee4640"/>
    <p:sldLayoutId xmlns:r="http://schemas.openxmlformats.org/officeDocument/2006/relationships" id="2147483650" r:id="Rd4692178aa2b451a"/>
    <p:sldLayoutId xmlns:r="http://schemas.openxmlformats.org/officeDocument/2006/relationships" id="2147483651" r:id="Rdc8e9ad67a354cba"/>
    <p:sldLayoutId xmlns:r="http://schemas.openxmlformats.org/officeDocument/2006/relationships" id="2147483652" r:id="R33c68b6601e2490b"/>
    <p:sldLayoutId xmlns:r="http://schemas.openxmlformats.org/officeDocument/2006/relationships" id="2147483653" r:id="R032e95a622074b8d"/>
    <p:sldLayoutId xmlns:r="http://schemas.openxmlformats.org/officeDocument/2006/relationships" id="2147483654" r:id="R9b7f20fd035f453b"/>
    <p:sldLayoutId xmlns:r="http://schemas.openxmlformats.org/officeDocument/2006/relationships" id="2147483655" r:id="R719fab7fa8ac46db"/>
    <p:sldLayoutId xmlns:r="http://schemas.openxmlformats.org/officeDocument/2006/relationships" id="2147483656" r:id="Rb0dc359fe9ce43a7"/>
    <p:sldLayoutId xmlns:r="http://schemas.openxmlformats.org/officeDocument/2006/relationships" id="2147483657" r:id="Rdf773de0846c4688"/>
    <p:sldLayoutId xmlns:r="http://schemas.openxmlformats.org/officeDocument/2006/relationships" id="2147483658" r:id="Rd0a4eb0ec79c453d"/>
    <p:sldLayoutId xmlns:r="http://schemas.openxmlformats.org/officeDocument/2006/relationships" id="2147483659" r:id="R176363ff5f12481c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D3B5D0A8-F28A-47A1-A602-AD1A4754A8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03104B63-88F3-4F49-A97F-51CAB6653F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7EADC6D-3CDF-48CF-9CEE-386BBE3D221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0290E31-5D9D-431F-9FBF-D0B14DE708B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2BE6AD5-AFA4-462A-92B8-1716C4A2D54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724ec442432f4a9f"/>
    <p:sldLayoutId xmlns:r="http://schemas.openxmlformats.org/officeDocument/2006/relationships" id="2147483662" r:id="R7662a7a13e5e456e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79CAEA1B-8A68-4F7A-8640-EE6250E5B4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2619F56-3093-4B14-BA1A-5DF54DAC65A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61A3D96-4E23-4B13-ABD6-D06CC5B655B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668563E-74FB-4611-A4ED-161CB98B125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DB95387-0DC0-4831-9806-AB5483D9C16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c1c3e14a1ec142ab"/>
    <p:sldLayoutId xmlns:r="http://schemas.openxmlformats.org/officeDocument/2006/relationships" id="2147483665" r:id="Rf482f685e7ce4f4f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d57896da134c67" /><Relationship Type="http://schemas.openxmlformats.org/officeDocument/2006/relationships/notesSlide" Target="/ppt/notesSlides/notesSlide1.xml" Id="Rd009a2f1b0644b1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E7535778-7BC5-C537-427C-FEF98ED8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7023946D-5D28-4735-B9CF-8781F38CB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DA4F7B36-DC52-716A-DEF7-753169A8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06" y="1887437"/>
            <a:ext cx="11932078" cy="16135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25000"/>
              </a:lnSpc>
              <a:spcBef>
                <a:spcPts val="0"/>
              </a:spcBef>
              <a:buNone/>
            </a:pPr>
            <a:r>
              <a:rPr sz="4800" i="0" u="none" cap="none">
                <a:ln>
                  <a:noFill/>
                </a:ln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谢谢观看</a:t>
            </a:r>
          </a:p>
        </p:txBody>
      </p:sp>
    </p:spTree>
    <p:extLst>
      <p:ext uri="{BB962C8B-B14F-4D97-AF65-F5344CB8AC3E}">
        <p14:creationId xmlns:p14="http://schemas.microsoft.com/office/powerpoint/2010/main" val="120291939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2026-08-08T05:47:38.6750000Z</dcterms:created>
  <dcterms:modified xsi:type="dcterms:W3CDTF">2026-08-08T05:47:38.6750000Z</dcterms:modified>
</coreProperties>
</file>