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e34c133a704834" /><Relationship Type="http://schemas.openxmlformats.org/officeDocument/2006/relationships/extended-properties" Target="/docProps/app.xml" Id="R9604bd9878f24ae3" /><Relationship Type="http://schemas.openxmlformats.org/officeDocument/2006/relationships/officeDocument" Target="/ppt/presentation.xml" Id="Rb0e01a552dd041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5c0a8dc1f54432"/>
  </p:sldMasterIdLst>
  <p:notesMasterIdLst>
    <p:notesMasterId xmlns:r="http://schemas.openxmlformats.org/officeDocument/2006/relationships" r:id="R91e874d12e194d57"/>
  </p:notesMasterIdLst>
  <p:sldIdLst>
    <p:sldId xmlns:r="http://schemas.openxmlformats.org/officeDocument/2006/relationships" id="256" r:id="R344349ae5a914000"/>
    <p:sldId xmlns:r="http://schemas.openxmlformats.org/officeDocument/2006/relationships" id="257" r:id="R389dedc91d274307"/>
    <p:sldId xmlns:r="http://schemas.openxmlformats.org/officeDocument/2006/relationships" id="258" r:id="R1af69b5954fc4134"/>
    <p:sldId xmlns:r="http://schemas.openxmlformats.org/officeDocument/2006/relationships" id="259" r:id="Ra0a6cef3de7a4a08"/>
    <p:sldId xmlns:r="http://schemas.openxmlformats.org/officeDocument/2006/relationships" id="260" r:id="Ree5ec7bf4b9a4f7d"/>
    <p:sldId xmlns:r="http://schemas.openxmlformats.org/officeDocument/2006/relationships" id="261" r:id="R1252086c017b4ff8"/>
    <p:sldId xmlns:r="http://schemas.openxmlformats.org/officeDocument/2006/relationships" id="262" r:id="Rc450e554c2ba40d3"/>
    <p:sldId xmlns:r="http://schemas.openxmlformats.org/officeDocument/2006/relationships" id="263" r:id="Rbc4a66785c6f4c5b"/>
    <p:sldId xmlns:r="http://schemas.openxmlformats.org/officeDocument/2006/relationships" id="264" r:id="R67e61b08a656481a"/>
    <p:sldId xmlns:r="http://schemas.openxmlformats.org/officeDocument/2006/relationships" id="265" r:id="R14dfb592b87d47d6"/>
    <p:sldId xmlns:r="http://schemas.openxmlformats.org/officeDocument/2006/relationships" id="266" r:id="Ra135fe186ba84515"/>
    <p:sldId xmlns:r="http://schemas.openxmlformats.org/officeDocument/2006/relationships" id="267" r:id="R154cb7b48e214241"/>
    <p:sldId xmlns:r="http://schemas.openxmlformats.org/officeDocument/2006/relationships" id="268" r:id="Rca5db1decd0c4c48"/>
    <p:sldId xmlns:r="http://schemas.openxmlformats.org/officeDocument/2006/relationships" id="269" r:id="R771cbe7ce88a4f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57765b5b7e4593" /><Relationship Type="http://schemas.openxmlformats.org/officeDocument/2006/relationships/slideMaster" Target="/ppt/slideMasters/slideMaster1.xml" Id="Re95c0a8dc1f54432" /><Relationship Type="http://schemas.openxmlformats.org/officeDocument/2006/relationships/notesMaster" Target="/ppt/notesMasters/notesMaster1.xml" Id="R91e874d12e194d57" /><Relationship Type="http://schemas.openxmlformats.org/officeDocument/2006/relationships/presProps" Target="/ppt/presProps.xml" Id="Rd9503a9f3f9b479f" /><Relationship Type="http://schemas.openxmlformats.org/officeDocument/2006/relationships/tableStyles" Target="/ppt/tableStyles.xml" Id="R91eeae86a9ea47dd" /><Relationship Type="http://schemas.openxmlformats.org/officeDocument/2006/relationships/slide" Target="/ppt/slides/slide1.xml" Id="R344349ae5a914000" /><Relationship Type="http://schemas.openxmlformats.org/officeDocument/2006/relationships/slide" Target="/ppt/slides/slide2.xml" Id="R389dedc91d274307" /><Relationship Type="http://schemas.openxmlformats.org/officeDocument/2006/relationships/slide" Target="/ppt/slides/slide3.xml" Id="R1af69b5954fc4134" /><Relationship Type="http://schemas.openxmlformats.org/officeDocument/2006/relationships/slide" Target="/ppt/slides/slide4.xml" Id="Ra0a6cef3de7a4a08" /><Relationship Type="http://schemas.openxmlformats.org/officeDocument/2006/relationships/slide" Target="/ppt/slides/slide5.xml" Id="Ree5ec7bf4b9a4f7d" /><Relationship Type="http://schemas.openxmlformats.org/officeDocument/2006/relationships/slide" Target="/ppt/slides/slide6.xml" Id="R1252086c017b4ff8" /><Relationship Type="http://schemas.openxmlformats.org/officeDocument/2006/relationships/slide" Target="/ppt/slides/slide7.xml" Id="Rc450e554c2ba40d3" /><Relationship Type="http://schemas.openxmlformats.org/officeDocument/2006/relationships/slide" Target="/ppt/slides/slide8.xml" Id="Rbc4a66785c6f4c5b" /><Relationship Type="http://schemas.openxmlformats.org/officeDocument/2006/relationships/slide" Target="/ppt/slides/slide9.xml" Id="R67e61b08a656481a" /><Relationship Type="http://schemas.openxmlformats.org/officeDocument/2006/relationships/slide" Target="/ppt/slides/slide10.xml" Id="R14dfb592b87d47d6" /><Relationship Type="http://schemas.openxmlformats.org/officeDocument/2006/relationships/slide" Target="/ppt/slides/slide11.xml" Id="Ra135fe186ba84515" /><Relationship Type="http://schemas.openxmlformats.org/officeDocument/2006/relationships/slide" Target="/ppt/slides/slide12.xml" Id="R154cb7b48e214241" /><Relationship Type="http://schemas.openxmlformats.org/officeDocument/2006/relationships/slide" Target="/ppt/slides/slide13.xml" Id="Rca5db1decd0c4c48" /><Relationship Type="http://schemas.openxmlformats.org/officeDocument/2006/relationships/slide" Target="/ppt/slides/slide14.xml" Id="R771cbe7ce88a4f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311cfd75fd4f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315F91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315F91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315F91">
                <a:alpha val="10000"/>
              </a:srgbClr>
            </a:outerShdw>
          </a:effectLst>
        </a:effectStyle>
        <a:effectStyle>
          <a:effectLst>
            <a:outerShdw blurRad="266700" dist="114300" dir="5400000">
              <a:srgbClr val="6F42C1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6F42C1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6F42C1">
                <a:alpha val="10000"/>
              </a:srgbClr>
            </a:outerShdw>
          </a:effectLst>
        </a:effectStyle>
        <a:effectStyle>
          <a:effectLst>
            <a:outerShdw blurRad="285750" dist="133350" dir="5400000">
              <a:srgbClr val="25486E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315F91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543293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6F42C1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be660043ff4ba1" /><Relationship Type="http://schemas.openxmlformats.org/officeDocument/2006/relationships/notesMaster" Target="/ppt/notesMasters/notesMaster1.xml" Id="R0c0b6b900ff945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d1465970ec49b2" /><Relationship Type="http://schemas.openxmlformats.org/officeDocument/2006/relationships/notesMaster" Target="/ppt/notesMasters/notesMaster1.xml" Id="R5aa0bc23fa2646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fe3b83ee1e4111" /><Relationship Type="http://schemas.openxmlformats.org/officeDocument/2006/relationships/notesMaster" Target="/ppt/notesMasters/notesMaster1.xml" Id="R252d42cc6ddb44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907c8404f7468e" /><Relationship Type="http://schemas.openxmlformats.org/officeDocument/2006/relationships/notesMaster" Target="/ppt/notesMasters/notesMaster1.xml" Id="R9a209a7f224948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21884d66994da2" /><Relationship Type="http://schemas.openxmlformats.org/officeDocument/2006/relationships/notesMaster" Target="/ppt/notesMasters/notesMaster1.xml" Id="Refa9848170ae42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2d95941af1485b" /><Relationship Type="http://schemas.openxmlformats.org/officeDocument/2006/relationships/notesMaster" Target="/ppt/notesMasters/notesMaster1.xml" Id="Rebd1987f847548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381fef729a4d3a" /><Relationship Type="http://schemas.openxmlformats.org/officeDocument/2006/relationships/notesMaster" Target="/ppt/notesMasters/notesMaster1.xml" Id="R793fd67279114b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54e71df0394c61" /><Relationship Type="http://schemas.openxmlformats.org/officeDocument/2006/relationships/notesMaster" Target="/ppt/notesMasters/notesMaster1.xml" Id="R4ca9a0bac65744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cfd4bf5b0f4fa5" /><Relationship Type="http://schemas.openxmlformats.org/officeDocument/2006/relationships/notesMaster" Target="/ppt/notesMasters/notesMaster1.xml" Id="Rc76105058a264c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c1b56e79654634" /><Relationship Type="http://schemas.openxmlformats.org/officeDocument/2006/relationships/notesMaster" Target="/ppt/notesMasters/notesMaster1.xml" Id="R382c705a43c64e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c4bad3e06b47d8" /><Relationship Type="http://schemas.openxmlformats.org/officeDocument/2006/relationships/notesMaster" Target="/ppt/notesMasters/notesMaster1.xml" Id="R379bc31687b349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535ad4d275494c" /><Relationship Type="http://schemas.openxmlformats.org/officeDocument/2006/relationships/notesMaster" Target="/ppt/notesMasters/notesMaster1.xml" Id="Rbb7516f8f02144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c066d14a564b3b" /><Relationship Type="http://schemas.openxmlformats.org/officeDocument/2006/relationships/notesMaster" Target="/ppt/notesMasters/notesMaster1.xml" Id="R3d1061ab8c4a40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72c386701c4b2b" /><Relationship Type="http://schemas.openxmlformats.org/officeDocument/2006/relationships/notesMaster" Target="/ppt/notesMasters/notesMaster1.xml" Id="Rc905f74650574b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bac38242346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0e3bd421a64ec2" /><Relationship Type="http://schemas.openxmlformats.org/officeDocument/2006/relationships/slideLayout" Target="/ppt/slideLayouts/slideLayout1.xml" Id="R93cd13ed2a5b4f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cd13ed2a5b4f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315F91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315F91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315F91">
                <a:alpha val="10000"/>
              </a:srgbClr>
            </a:outerShdw>
          </a:effectLst>
        </a:effectStyle>
        <a:effectStyle>
          <a:effectLst>
            <a:outerShdw blurRad="266700" dist="114300" dir="5400000">
              <a:srgbClr val="6F42C1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6F42C1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6F42C1">
                <a:alpha val="10000"/>
              </a:srgbClr>
            </a:outerShdw>
          </a:effectLst>
        </a:effectStyle>
        <a:effectStyle>
          <a:effectLst>
            <a:outerShdw blurRad="285750" dist="133350" dir="5400000">
              <a:srgbClr val="25486E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315F91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543293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6F42C1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9ae46c79047f4" /><Relationship Type="http://schemas.openxmlformats.org/officeDocument/2006/relationships/notesSlide" Target="/ppt/notesSlides/notesSlide1.xml" Id="Re3c8376da44646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1de8537ea4fa9" /><Relationship Type="http://schemas.openxmlformats.org/officeDocument/2006/relationships/notesSlide" Target="/ppt/notesSlides/notesSlide2.xml" Id="R6b8295cd6ec947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d8822b78c417e" /><Relationship Type="http://schemas.openxmlformats.org/officeDocument/2006/relationships/notesSlide" Target="/ppt/notesSlides/notesSlide3.xml" Id="R00c591f6d2624c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5d0aa55b743eb" /><Relationship Type="http://schemas.openxmlformats.org/officeDocument/2006/relationships/notesSlide" Target="/ppt/notesSlides/notesSlide4.xml" Id="Ra79393657e5341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4591be26c4ecc" /><Relationship Type="http://schemas.openxmlformats.org/officeDocument/2006/relationships/notesSlide" Target="/ppt/notesSlides/notesSlide5.xml" Id="Rae8e7560ec8944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c3d8e03794b38" /><Relationship Type="http://schemas.openxmlformats.org/officeDocument/2006/relationships/notesSlide" Target="/ppt/notesSlides/notesSlide6.xml" Id="Rb8fca60f1b3742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b83a898764bae" /><Relationship Type="http://schemas.openxmlformats.org/officeDocument/2006/relationships/image" Target="/ppt/media/image.png" Id="Ra95e80cbcfa94472" /><Relationship Type="http://schemas.openxmlformats.org/officeDocument/2006/relationships/image" Target="/ppt/media/image.svg" Id="R45a6d11203df42ac" /><Relationship Type="http://schemas.openxmlformats.org/officeDocument/2006/relationships/image" Target="/ppt/media/image2.png" Id="Ra15e018e6fc44082" /><Relationship Type="http://schemas.openxmlformats.org/officeDocument/2006/relationships/image" Target="/ppt/media/image2.svg" Id="R2e4e857165024cd9" /><Relationship Type="http://schemas.openxmlformats.org/officeDocument/2006/relationships/image" Target="/ppt/media/image3.png" Id="R1f4a6c0af7a34373" /><Relationship Type="http://schemas.openxmlformats.org/officeDocument/2006/relationships/image" Target="/ppt/media/image3.svg" Id="R700abf4bf0ec42e3" /><Relationship Type="http://schemas.openxmlformats.org/officeDocument/2006/relationships/notesSlide" Target="/ppt/notesSlides/notesSlide7.xml" Id="Rf2799dcdcbc74f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f099618994b87" /><Relationship Type="http://schemas.openxmlformats.org/officeDocument/2006/relationships/image" Target="/ppt/media/image4.png" Id="R747e97c56d06432b" /><Relationship Type="http://schemas.openxmlformats.org/officeDocument/2006/relationships/image" Target="/ppt/media/image4.svg" Id="R8202372e99724e08" /><Relationship Type="http://schemas.openxmlformats.org/officeDocument/2006/relationships/image" Target="/ppt/media/image5.png" Id="R48bdd5c5ebeb4b31" /><Relationship Type="http://schemas.openxmlformats.org/officeDocument/2006/relationships/image" Target="/ppt/media/image5.svg" Id="R202efcce01324642" /><Relationship Type="http://schemas.openxmlformats.org/officeDocument/2006/relationships/image" Target="/ppt/media/image6.png" Id="R18ccc7768f4c42ed" /><Relationship Type="http://schemas.openxmlformats.org/officeDocument/2006/relationships/image" Target="/ppt/media/image6.svg" Id="R5de596c059ae4cd1" /><Relationship Type="http://schemas.openxmlformats.org/officeDocument/2006/relationships/notesSlide" Target="/ppt/notesSlides/notesSlide8.xml" Id="R49deedbebd7547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074115c0747ff" /><Relationship Type="http://schemas.openxmlformats.org/officeDocument/2006/relationships/notesSlide" Target="/ppt/notesSlides/notesSlide9.xml" Id="Rdc103ae744e64d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abd58e9bc44e3" /><Relationship Type="http://schemas.openxmlformats.org/officeDocument/2006/relationships/notesSlide" Target="/ppt/notesSlides/notesSlide10.xml" Id="R77127d6030c14c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f43498c7845d8" /><Relationship Type="http://schemas.openxmlformats.org/officeDocument/2006/relationships/notesSlide" Target="/ppt/notesSlides/notesSlide11.xml" Id="R1f8041fecaa640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bfe0f0ba64667" /><Relationship Type="http://schemas.openxmlformats.org/officeDocument/2006/relationships/notesSlide" Target="/ppt/notesSlides/notesSlide12.xml" Id="Rb9c20a69688f44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7a8bface04100" /><Relationship Type="http://schemas.openxmlformats.org/officeDocument/2006/relationships/notesSlide" Target="/ppt/notesSlides/notesSlide13.xml" Id="Rf91bd671782541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dce06e40241ea" /><Relationship Type="http://schemas.openxmlformats.org/officeDocument/2006/relationships/notesSlide" Target="/ppt/notesSlides/notesSlide14.xml" Id="R0a20e0702c9c40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flow-bank">
            <a:extLst xmlns:a="http://schemas.openxmlformats.org/drawingml/2006/main">
              <a:ext uri="{FF2B5EF4-FFF2-40B4-BE49-F238E27FC236}">
                <a16:creationId xmlns:a16="http://schemas.microsoft.com/office/drawing/2014/main" id="{5454A0E2-09F4-40EA-86A3-23505FA7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2118150"/>
            <a:ext cx="10401462" cy="3886905"/>
          </a:xfrm>
          <a:custGeom xmlns:a="http://schemas.openxmlformats.org/drawingml/2006/main">
            <a:pathLst>
              <a:path w="10401462" h="3886905">
                <a:moveTo>
                  <a:pt x="0" y="3731152"/>
                </a:moveTo>
                <a:lnTo>
                  <a:pt x="94564" y="3755917"/>
                </a:lnTo>
                <a:lnTo>
                  <a:pt x="189119" y="3780682"/>
                </a:lnTo>
                <a:lnTo>
                  <a:pt x="283683" y="3805447"/>
                </a:lnTo>
                <a:lnTo>
                  <a:pt x="378247" y="3830212"/>
                </a:lnTo>
                <a:lnTo>
                  <a:pt x="473754" y="3849624"/>
                </a:lnTo>
                <a:lnTo>
                  <a:pt x="571062" y="3858949"/>
                </a:lnTo>
                <a:lnTo>
                  <a:pt x="668369" y="3868264"/>
                </a:lnTo>
                <a:lnTo>
                  <a:pt x="765677" y="3877589"/>
                </a:lnTo>
                <a:lnTo>
                  <a:pt x="862984" y="3886905"/>
                </a:lnTo>
                <a:lnTo>
                  <a:pt x="960520" y="3881438"/>
                </a:lnTo>
                <a:lnTo>
                  <a:pt x="1058075" y="3875208"/>
                </a:lnTo>
                <a:lnTo>
                  <a:pt x="1155630" y="3868979"/>
                </a:lnTo>
                <a:lnTo>
                  <a:pt x="1253185" y="3862759"/>
                </a:lnTo>
                <a:lnTo>
                  <a:pt x="1349054" y="3844547"/>
                </a:lnTo>
                <a:lnTo>
                  <a:pt x="1444562" y="3823735"/>
                </a:lnTo>
                <a:lnTo>
                  <a:pt x="1540078" y="3802913"/>
                </a:lnTo>
                <a:lnTo>
                  <a:pt x="1635585" y="3782101"/>
                </a:lnTo>
                <a:lnTo>
                  <a:pt x="1728083" y="3750650"/>
                </a:lnTo>
                <a:lnTo>
                  <a:pt x="1820370" y="3718417"/>
                </a:lnTo>
                <a:lnTo>
                  <a:pt x="1912649" y="3686175"/>
                </a:lnTo>
                <a:lnTo>
                  <a:pt x="2004012" y="3651647"/>
                </a:lnTo>
                <a:lnTo>
                  <a:pt x="2092823" y="3610823"/>
                </a:lnTo>
                <a:lnTo>
                  <a:pt x="2181644" y="3569999"/>
                </a:lnTo>
                <a:lnTo>
                  <a:pt x="2270465" y="3529174"/>
                </a:lnTo>
                <a:lnTo>
                  <a:pt x="2357180" y="3484112"/>
                </a:lnTo>
                <a:lnTo>
                  <a:pt x="2443410" y="3438077"/>
                </a:lnTo>
                <a:lnTo>
                  <a:pt x="2529650" y="3392053"/>
                </a:lnTo>
                <a:lnTo>
                  <a:pt x="2615060" y="3344532"/>
                </a:lnTo>
                <a:lnTo>
                  <a:pt x="2699785" y="3295774"/>
                </a:lnTo>
                <a:lnTo>
                  <a:pt x="2784500" y="3247015"/>
                </a:lnTo>
                <a:lnTo>
                  <a:pt x="2869225" y="3198257"/>
                </a:lnTo>
                <a:lnTo>
                  <a:pt x="2953960" y="3149517"/>
                </a:lnTo>
                <a:lnTo>
                  <a:pt x="3038694" y="3100788"/>
                </a:lnTo>
                <a:lnTo>
                  <a:pt x="3124000" y="3053067"/>
                </a:lnTo>
                <a:lnTo>
                  <a:pt x="3210058" y="3006700"/>
                </a:lnTo>
                <a:lnTo>
                  <a:pt x="3296107" y="2960341"/>
                </a:lnTo>
                <a:lnTo>
                  <a:pt x="3383537" y="2916698"/>
                </a:lnTo>
                <a:lnTo>
                  <a:pt x="3471986" y="2875074"/>
                </a:lnTo>
                <a:lnTo>
                  <a:pt x="3560435" y="2833449"/>
                </a:lnTo>
                <a:lnTo>
                  <a:pt x="3651409" y="2797807"/>
                </a:lnTo>
                <a:lnTo>
                  <a:pt x="3742906" y="2763403"/>
                </a:lnTo>
                <a:lnTo>
                  <a:pt x="3834832" y="2730351"/>
                </a:lnTo>
                <a:lnTo>
                  <a:pt x="3929367" y="2705481"/>
                </a:lnTo>
                <a:lnTo>
                  <a:pt x="4023893" y="2680602"/>
                </a:lnTo>
                <a:lnTo>
                  <a:pt x="4119467" y="2660894"/>
                </a:lnTo>
                <a:lnTo>
                  <a:pt x="4216260" y="2647207"/>
                </a:lnTo>
                <a:lnTo>
                  <a:pt x="4313053" y="2633529"/>
                </a:lnTo>
                <a:lnTo>
                  <a:pt x="4410475" y="2627595"/>
                </a:lnTo>
                <a:lnTo>
                  <a:pt x="4508192" y="2625357"/>
                </a:lnTo>
                <a:lnTo>
                  <a:pt x="4605919" y="2623118"/>
                </a:lnTo>
                <a:lnTo>
                  <a:pt x="4703645" y="2620880"/>
                </a:lnTo>
                <a:lnTo>
                  <a:pt x="4800971" y="2612184"/>
                </a:lnTo>
                <a:lnTo>
                  <a:pt x="4898222" y="2602316"/>
                </a:lnTo>
                <a:lnTo>
                  <a:pt x="4995472" y="2592448"/>
                </a:lnTo>
                <a:lnTo>
                  <a:pt x="5092732" y="2582580"/>
                </a:lnTo>
                <a:lnTo>
                  <a:pt x="5189572" y="2570197"/>
                </a:lnTo>
                <a:lnTo>
                  <a:pt x="5284899" y="2548566"/>
                </a:lnTo>
                <a:lnTo>
                  <a:pt x="5380225" y="2526944"/>
                </a:lnTo>
                <a:lnTo>
                  <a:pt x="5475551" y="2505323"/>
                </a:lnTo>
                <a:lnTo>
                  <a:pt x="5570887" y="2483691"/>
                </a:lnTo>
                <a:lnTo>
                  <a:pt x="5663565" y="2452792"/>
                </a:lnTo>
                <a:lnTo>
                  <a:pt x="5755938" y="2420826"/>
                </a:lnTo>
                <a:lnTo>
                  <a:pt x="5848312" y="2388860"/>
                </a:lnTo>
                <a:lnTo>
                  <a:pt x="5940695" y="2356885"/>
                </a:lnTo>
                <a:lnTo>
                  <a:pt x="6030335" y="2318042"/>
                </a:lnTo>
                <a:lnTo>
                  <a:pt x="6119479" y="2277923"/>
                </a:lnTo>
                <a:lnTo>
                  <a:pt x="6208624" y="2237813"/>
                </a:lnTo>
                <a:lnTo>
                  <a:pt x="6297759" y="2197703"/>
                </a:lnTo>
                <a:lnTo>
                  <a:pt x="6384303" y="2152250"/>
                </a:lnTo>
                <a:lnTo>
                  <a:pt x="6470837" y="2106787"/>
                </a:lnTo>
                <a:lnTo>
                  <a:pt x="6557372" y="2061324"/>
                </a:lnTo>
                <a:lnTo>
                  <a:pt x="6643478" y="2015071"/>
                </a:lnTo>
                <a:lnTo>
                  <a:pt x="6728641" y="1967084"/>
                </a:lnTo>
                <a:lnTo>
                  <a:pt x="6813804" y="1919097"/>
                </a:lnTo>
                <a:lnTo>
                  <a:pt x="6898967" y="1871110"/>
                </a:lnTo>
                <a:lnTo>
                  <a:pt x="6984235" y="1823314"/>
                </a:lnTo>
                <a:lnTo>
                  <a:pt x="7069541" y="1775593"/>
                </a:lnTo>
                <a:lnTo>
                  <a:pt x="7154856" y="1727873"/>
                </a:lnTo>
                <a:lnTo>
                  <a:pt x="7240353" y="1680496"/>
                </a:lnTo>
                <a:lnTo>
                  <a:pt x="7327144" y="1635528"/>
                </a:lnTo>
                <a:lnTo>
                  <a:pt x="7413946" y="1590561"/>
                </a:lnTo>
                <a:lnTo>
                  <a:pt x="7500737" y="1545593"/>
                </a:lnTo>
                <a:lnTo>
                  <a:pt x="7588587" y="1502797"/>
                </a:lnTo>
                <a:lnTo>
                  <a:pt x="7677569" y="1462326"/>
                </a:lnTo>
                <a:lnTo>
                  <a:pt x="7766542" y="1421863"/>
                </a:lnTo>
                <a:lnTo>
                  <a:pt x="7855525" y="1381392"/>
                </a:lnTo>
                <a:lnTo>
                  <a:pt x="7946393" y="1345502"/>
                </a:lnTo>
                <a:lnTo>
                  <a:pt x="8038090" y="1311640"/>
                </a:lnTo>
                <a:lnTo>
                  <a:pt x="8129788" y="1277788"/>
                </a:lnTo>
                <a:lnTo>
                  <a:pt x="8221494" y="1243927"/>
                </a:lnTo>
                <a:lnTo>
                  <a:pt x="8314734" y="1214838"/>
                </a:lnTo>
                <a:lnTo>
                  <a:pt x="8408851" y="1188406"/>
                </a:lnTo>
                <a:lnTo>
                  <a:pt x="8502958" y="1161974"/>
                </a:lnTo>
                <a:lnTo>
                  <a:pt x="8597065" y="1135551"/>
                </a:lnTo>
                <a:lnTo>
                  <a:pt x="8691582" y="1110815"/>
                </a:lnTo>
                <a:lnTo>
                  <a:pt x="8787603" y="1092537"/>
                </a:lnTo>
                <a:lnTo>
                  <a:pt x="8883634" y="1074258"/>
                </a:lnTo>
                <a:lnTo>
                  <a:pt x="8979656" y="1055970"/>
                </a:lnTo>
                <a:lnTo>
                  <a:pt x="9075687" y="1037692"/>
                </a:lnTo>
                <a:lnTo>
                  <a:pt x="9172023" y="1021547"/>
                </a:lnTo>
                <a:lnTo>
                  <a:pt x="9269263" y="1011517"/>
                </a:lnTo>
                <a:lnTo>
                  <a:pt x="9366494" y="1001487"/>
                </a:lnTo>
                <a:lnTo>
                  <a:pt x="9463726" y="991457"/>
                </a:lnTo>
                <a:lnTo>
                  <a:pt x="9560966" y="981427"/>
                </a:lnTo>
                <a:lnTo>
                  <a:pt x="9658198" y="971398"/>
                </a:lnTo>
                <a:lnTo>
                  <a:pt x="9694174" y="1031986"/>
                </a:lnTo>
                <a:lnTo>
                  <a:pt x="9726282" y="1065895"/>
                </a:lnTo>
                <a:lnTo>
                  <a:pt x="9801301" y="1003230"/>
                </a:lnTo>
                <a:lnTo>
                  <a:pt x="9876320" y="940565"/>
                </a:lnTo>
                <a:lnTo>
                  <a:pt x="9951339" y="877891"/>
                </a:lnTo>
                <a:lnTo>
                  <a:pt x="10026367" y="815226"/>
                </a:lnTo>
                <a:lnTo>
                  <a:pt x="10101386" y="752561"/>
                </a:lnTo>
                <a:lnTo>
                  <a:pt x="10176405" y="689896"/>
                </a:lnTo>
                <a:lnTo>
                  <a:pt x="10251424" y="627221"/>
                </a:lnTo>
                <a:lnTo>
                  <a:pt x="10326443" y="564556"/>
                </a:lnTo>
                <a:lnTo>
                  <a:pt x="10401462" y="501891"/>
                </a:lnTo>
                <a:lnTo>
                  <a:pt x="10334596" y="445589"/>
                </a:lnTo>
                <a:lnTo>
                  <a:pt x="10254272" y="389887"/>
                </a:lnTo>
                <a:lnTo>
                  <a:pt x="10173938" y="334194"/>
                </a:lnTo>
                <a:lnTo>
                  <a:pt x="10093604" y="278492"/>
                </a:lnTo>
                <a:lnTo>
                  <a:pt x="10013280" y="222790"/>
                </a:lnTo>
                <a:lnTo>
                  <a:pt x="9932946" y="167097"/>
                </a:lnTo>
                <a:lnTo>
                  <a:pt x="9852622" y="111395"/>
                </a:lnTo>
                <a:lnTo>
                  <a:pt x="9772288" y="55702"/>
                </a:lnTo>
                <a:lnTo>
                  <a:pt x="9691954" y="0"/>
                </a:lnTo>
                <a:lnTo>
                  <a:pt x="9648587" y="11687"/>
                </a:lnTo>
                <a:lnTo>
                  <a:pt x="9633985" y="92821"/>
                </a:lnTo>
                <a:lnTo>
                  <a:pt x="9536449" y="99308"/>
                </a:lnTo>
                <a:lnTo>
                  <a:pt x="9438913" y="105785"/>
                </a:lnTo>
                <a:lnTo>
                  <a:pt x="9341377" y="112271"/>
                </a:lnTo>
                <a:lnTo>
                  <a:pt x="9243841" y="118748"/>
                </a:lnTo>
                <a:lnTo>
                  <a:pt x="9146305" y="125235"/>
                </a:lnTo>
                <a:lnTo>
                  <a:pt x="9048769" y="131712"/>
                </a:lnTo>
                <a:lnTo>
                  <a:pt x="8951919" y="144694"/>
                </a:lnTo>
                <a:lnTo>
                  <a:pt x="8855183" y="158706"/>
                </a:lnTo>
                <a:lnTo>
                  <a:pt x="8758438" y="172717"/>
                </a:lnTo>
                <a:lnTo>
                  <a:pt x="8661692" y="186728"/>
                </a:lnTo>
                <a:lnTo>
                  <a:pt x="8564956" y="200739"/>
                </a:lnTo>
                <a:lnTo>
                  <a:pt x="8468439" y="215951"/>
                </a:lnTo>
                <a:lnTo>
                  <a:pt x="8373170" y="237849"/>
                </a:lnTo>
                <a:lnTo>
                  <a:pt x="8277901" y="259756"/>
                </a:lnTo>
                <a:lnTo>
                  <a:pt x="8182642" y="281654"/>
                </a:lnTo>
                <a:lnTo>
                  <a:pt x="8087373" y="303552"/>
                </a:lnTo>
                <a:lnTo>
                  <a:pt x="7992104" y="325450"/>
                </a:lnTo>
                <a:lnTo>
                  <a:pt x="7898663" y="354082"/>
                </a:lnTo>
                <a:lnTo>
                  <a:pt x="7805347" y="383200"/>
                </a:lnTo>
                <a:lnTo>
                  <a:pt x="7712031" y="412309"/>
                </a:lnTo>
                <a:lnTo>
                  <a:pt x="7618714" y="441417"/>
                </a:lnTo>
                <a:lnTo>
                  <a:pt x="7525731" y="471488"/>
                </a:lnTo>
                <a:lnTo>
                  <a:pt x="7434548" y="506711"/>
                </a:lnTo>
                <a:lnTo>
                  <a:pt x="7343356" y="541925"/>
                </a:lnTo>
                <a:lnTo>
                  <a:pt x="7252173" y="577148"/>
                </a:lnTo>
                <a:lnTo>
                  <a:pt x="7160990" y="612372"/>
                </a:lnTo>
                <a:lnTo>
                  <a:pt x="7071208" y="650977"/>
                </a:lnTo>
                <a:lnTo>
                  <a:pt x="6981901" y="690715"/>
                </a:lnTo>
                <a:lnTo>
                  <a:pt x="6892595" y="730463"/>
                </a:lnTo>
                <a:lnTo>
                  <a:pt x="6803288" y="770201"/>
                </a:lnTo>
                <a:lnTo>
                  <a:pt x="6714773" y="811663"/>
                </a:lnTo>
                <a:lnTo>
                  <a:pt x="6626647" y="853954"/>
                </a:lnTo>
                <a:lnTo>
                  <a:pt x="6538522" y="896255"/>
                </a:lnTo>
                <a:lnTo>
                  <a:pt x="6450387" y="938546"/>
                </a:lnTo>
                <a:lnTo>
                  <a:pt x="6362357" y="981027"/>
                </a:lnTo>
                <a:lnTo>
                  <a:pt x="6274327" y="1023537"/>
                </a:lnTo>
                <a:lnTo>
                  <a:pt x="6186307" y="1066038"/>
                </a:lnTo>
                <a:lnTo>
                  <a:pt x="6097667" y="1107224"/>
                </a:lnTo>
                <a:lnTo>
                  <a:pt x="6008256" y="1146734"/>
                </a:lnTo>
                <a:lnTo>
                  <a:pt x="5918845" y="1186244"/>
                </a:lnTo>
                <a:lnTo>
                  <a:pt x="5828909" y="1224467"/>
                </a:lnTo>
                <a:lnTo>
                  <a:pt x="5737269" y="1258481"/>
                </a:lnTo>
                <a:lnTo>
                  <a:pt x="5645629" y="1292495"/>
                </a:lnTo>
                <a:lnTo>
                  <a:pt x="5553437" y="1324804"/>
                </a:lnTo>
                <a:lnTo>
                  <a:pt x="5459168" y="1350664"/>
                </a:lnTo>
                <a:lnTo>
                  <a:pt x="5364899" y="1376524"/>
                </a:lnTo>
                <a:lnTo>
                  <a:pt x="5269954" y="1399270"/>
                </a:lnTo>
                <a:lnTo>
                  <a:pt x="5173437" y="1414720"/>
                </a:lnTo>
                <a:lnTo>
                  <a:pt x="5076911" y="1430160"/>
                </a:lnTo>
                <a:lnTo>
                  <a:pt x="4979994" y="1441694"/>
                </a:lnTo>
                <a:lnTo>
                  <a:pt x="4882325" y="1445552"/>
                </a:lnTo>
                <a:lnTo>
                  <a:pt x="4784646" y="1449410"/>
                </a:lnTo>
                <a:lnTo>
                  <a:pt x="4686967" y="1452343"/>
                </a:lnTo>
                <a:lnTo>
                  <a:pt x="4589278" y="1449067"/>
                </a:lnTo>
                <a:lnTo>
                  <a:pt x="4491580" y="1445781"/>
                </a:lnTo>
                <a:lnTo>
                  <a:pt x="4393883" y="1442504"/>
                </a:lnTo>
                <a:lnTo>
                  <a:pt x="4296194" y="1439875"/>
                </a:lnTo>
                <a:lnTo>
                  <a:pt x="4198687" y="1446724"/>
                </a:lnTo>
                <a:lnTo>
                  <a:pt x="4101179" y="1453582"/>
                </a:lnTo>
                <a:lnTo>
                  <a:pt x="4003662" y="1460440"/>
                </a:lnTo>
                <a:lnTo>
                  <a:pt x="3906155" y="1467288"/>
                </a:lnTo>
                <a:lnTo>
                  <a:pt x="3809762" y="1482776"/>
                </a:lnTo>
                <a:lnTo>
                  <a:pt x="3713740" y="1501045"/>
                </a:lnTo>
                <a:lnTo>
                  <a:pt x="3617709" y="1519314"/>
                </a:lnTo>
                <a:lnTo>
                  <a:pt x="3521678" y="1537583"/>
                </a:lnTo>
                <a:lnTo>
                  <a:pt x="3427228" y="1562357"/>
                </a:lnTo>
                <a:lnTo>
                  <a:pt x="3333483" y="1590056"/>
                </a:lnTo>
                <a:lnTo>
                  <a:pt x="3239738" y="1617764"/>
                </a:lnTo>
                <a:lnTo>
                  <a:pt x="3145993" y="1645463"/>
                </a:lnTo>
                <a:lnTo>
                  <a:pt x="3054344" y="1679315"/>
                </a:lnTo>
                <a:lnTo>
                  <a:pt x="2963085" y="1714357"/>
                </a:lnTo>
                <a:lnTo>
                  <a:pt x="2871826" y="1749390"/>
                </a:lnTo>
                <a:lnTo>
                  <a:pt x="2780967" y="1785385"/>
                </a:lnTo>
                <a:lnTo>
                  <a:pt x="2691717" y="1825266"/>
                </a:lnTo>
                <a:lnTo>
                  <a:pt x="2602478" y="1865147"/>
                </a:lnTo>
                <a:lnTo>
                  <a:pt x="2513228" y="1905029"/>
                </a:lnTo>
                <a:lnTo>
                  <a:pt x="2424760" y="1946596"/>
                </a:lnTo>
                <a:lnTo>
                  <a:pt x="2336511" y="1988630"/>
                </a:lnTo>
                <a:lnTo>
                  <a:pt x="2248262" y="2030663"/>
                </a:lnTo>
                <a:lnTo>
                  <a:pt x="2160118" y="2072926"/>
                </a:lnTo>
                <a:lnTo>
                  <a:pt x="2072049" y="2115341"/>
                </a:lnTo>
                <a:lnTo>
                  <a:pt x="1983981" y="2157755"/>
                </a:lnTo>
                <a:lnTo>
                  <a:pt x="1894932" y="2198046"/>
                </a:lnTo>
                <a:lnTo>
                  <a:pt x="1805340" y="2237146"/>
                </a:lnTo>
                <a:lnTo>
                  <a:pt x="1715757" y="2276256"/>
                </a:lnTo>
                <a:lnTo>
                  <a:pt x="1623965" y="2309860"/>
                </a:lnTo>
                <a:lnTo>
                  <a:pt x="1532106" y="2343264"/>
                </a:lnTo>
                <a:lnTo>
                  <a:pt x="1438704" y="2371754"/>
                </a:lnTo>
                <a:lnTo>
                  <a:pt x="1344139" y="2396519"/>
                </a:lnTo>
                <a:lnTo>
                  <a:pt x="1248461" y="2415454"/>
                </a:lnTo>
                <a:lnTo>
                  <a:pt x="1151439" y="2427399"/>
                </a:lnTo>
                <a:lnTo>
                  <a:pt x="1054037" y="2431771"/>
                </a:lnTo>
                <a:lnTo>
                  <a:pt x="956310" y="2429685"/>
                </a:lnTo>
                <a:lnTo>
                  <a:pt x="859727" y="2416435"/>
                </a:lnTo>
                <a:lnTo>
                  <a:pt x="763629" y="2398566"/>
                </a:lnTo>
                <a:lnTo>
                  <a:pt x="670208" y="2370477"/>
                </a:lnTo>
                <a:lnTo>
                  <a:pt x="577767" y="2338711"/>
                </a:lnTo>
                <a:lnTo>
                  <a:pt x="508530" y="2355894"/>
                </a:lnTo>
                <a:lnTo>
                  <a:pt x="474631" y="2447573"/>
                </a:lnTo>
                <a:lnTo>
                  <a:pt x="440722" y="2539260"/>
                </a:lnTo>
                <a:lnTo>
                  <a:pt x="406822" y="2630938"/>
                </a:lnTo>
                <a:lnTo>
                  <a:pt x="372923" y="2722626"/>
                </a:lnTo>
                <a:lnTo>
                  <a:pt x="339023" y="2814314"/>
                </a:lnTo>
                <a:lnTo>
                  <a:pt x="305114" y="2905992"/>
                </a:lnTo>
                <a:lnTo>
                  <a:pt x="271215" y="2997679"/>
                </a:lnTo>
                <a:lnTo>
                  <a:pt x="237315" y="3089358"/>
                </a:lnTo>
                <a:lnTo>
                  <a:pt x="203416" y="3181045"/>
                </a:lnTo>
                <a:lnTo>
                  <a:pt x="169507" y="3272733"/>
                </a:lnTo>
                <a:lnTo>
                  <a:pt x="135607" y="3364411"/>
                </a:lnTo>
                <a:lnTo>
                  <a:pt x="101708" y="3456099"/>
                </a:lnTo>
                <a:lnTo>
                  <a:pt x="67808" y="3547777"/>
                </a:lnTo>
                <a:lnTo>
                  <a:pt x="33899" y="3639464"/>
                </a:lnTo>
                <a:lnTo>
                  <a:pt x="0" y="37311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" name="flow-phase-1">
            <a:extLst xmlns:a="http://schemas.openxmlformats.org/drawingml/2006/main">
              <a:ext uri="{FF2B5EF4-FFF2-40B4-BE49-F238E27FC236}">
                <a16:creationId xmlns:a16="http://schemas.microsoft.com/office/drawing/2014/main" id="{9CC6EE8F-445B-467F-8FB0-C4A095B8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8" y="4071833"/>
            <a:ext cx="3097740" cy="1846945"/>
          </a:xfrm>
          <a:custGeom xmlns:a="http://schemas.openxmlformats.org/drawingml/2006/main">
            <a:pathLst>
              <a:path w="3097740" h="1846945">
                <a:moveTo>
                  <a:pt x="0" y="1697460"/>
                </a:moveTo>
                <a:lnTo>
                  <a:pt x="32366" y="1706013"/>
                </a:lnTo>
                <a:lnTo>
                  <a:pt x="64722" y="1714567"/>
                </a:lnTo>
                <a:lnTo>
                  <a:pt x="97088" y="1723120"/>
                </a:lnTo>
                <a:lnTo>
                  <a:pt x="129454" y="1731674"/>
                </a:lnTo>
                <a:lnTo>
                  <a:pt x="161811" y="1740227"/>
                </a:lnTo>
                <a:lnTo>
                  <a:pt x="194177" y="1748780"/>
                </a:lnTo>
                <a:lnTo>
                  <a:pt x="226543" y="1757334"/>
                </a:lnTo>
                <a:lnTo>
                  <a:pt x="258909" y="1765887"/>
                </a:lnTo>
                <a:lnTo>
                  <a:pt x="291265" y="1774441"/>
                </a:lnTo>
                <a:lnTo>
                  <a:pt x="323631" y="1782994"/>
                </a:lnTo>
                <a:lnTo>
                  <a:pt x="355997" y="1791548"/>
                </a:lnTo>
                <a:lnTo>
                  <a:pt x="388353" y="1800101"/>
                </a:lnTo>
                <a:lnTo>
                  <a:pt x="421291" y="1805588"/>
                </a:lnTo>
                <a:lnTo>
                  <a:pt x="454552" y="1809350"/>
                </a:lnTo>
                <a:lnTo>
                  <a:pt x="487823" y="1813103"/>
                </a:lnTo>
                <a:lnTo>
                  <a:pt x="521084" y="1816865"/>
                </a:lnTo>
                <a:lnTo>
                  <a:pt x="554345" y="1820628"/>
                </a:lnTo>
                <a:lnTo>
                  <a:pt x="587607" y="1824390"/>
                </a:lnTo>
                <a:lnTo>
                  <a:pt x="620868" y="1828143"/>
                </a:lnTo>
                <a:lnTo>
                  <a:pt x="654129" y="1831905"/>
                </a:lnTo>
                <a:lnTo>
                  <a:pt x="687391" y="1835668"/>
                </a:lnTo>
                <a:lnTo>
                  <a:pt x="720652" y="1839420"/>
                </a:lnTo>
                <a:lnTo>
                  <a:pt x="753923" y="1843183"/>
                </a:lnTo>
                <a:lnTo>
                  <a:pt x="787184" y="1846945"/>
                </a:lnTo>
                <a:lnTo>
                  <a:pt x="820626" y="1845726"/>
                </a:lnTo>
                <a:lnTo>
                  <a:pt x="854078" y="1844421"/>
                </a:lnTo>
                <a:lnTo>
                  <a:pt x="887520" y="1843126"/>
                </a:lnTo>
                <a:lnTo>
                  <a:pt x="920972" y="1841821"/>
                </a:lnTo>
                <a:lnTo>
                  <a:pt x="954424" y="1840525"/>
                </a:lnTo>
                <a:lnTo>
                  <a:pt x="987876" y="1839220"/>
                </a:lnTo>
                <a:lnTo>
                  <a:pt x="1021318" y="1837925"/>
                </a:lnTo>
                <a:lnTo>
                  <a:pt x="1054770" y="1836630"/>
                </a:lnTo>
                <a:lnTo>
                  <a:pt x="1088222" y="1835325"/>
                </a:lnTo>
                <a:lnTo>
                  <a:pt x="1121664" y="1834029"/>
                </a:lnTo>
                <a:lnTo>
                  <a:pt x="1155116" y="1832724"/>
                </a:lnTo>
                <a:lnTo>
                  <a:pt x="1188053" y="1826743"/>
                </a:lnTo>
                <a:lnTo>
                  <a:pt x="1220981" y="1820723"/>
                </a:lnTo>
                <a:lnTo>
                  <a:pt x="1253909" y="1814703"/>
                </a:lnTo>
                <a:lnTo>
                  <a:pt x="1286837" y="1808683"/>
                </a:lnTo>
                <a:lnTo>
                  <a:pt x="1319765" y="1802663"/>
                </a:lnTo>
                <a:lnTo>
                  <a:pt x="1352693" y="1796644"/>
                </a:lnTo>
                <a:lnTo>
                  <a:pt x="1385621" y="1790624"/>
                </a:lnTo>
                <a:lnTo>
                  <a:pt x="1418549" y="1784604"/>
                </a:lnTo>
                <a:lnTo>
                  <a:pt x="1451477" y="1778584"/>
                </a:lnTo>
                <a:lnTo>
                  <a:pt x="1484405" y="1772564"/>
                </a:lnTo>
                <a:lnTo>
                  <a:pt x="1516790" y="1764335"/>
                </a:lnTo>
                <a:lnTo>
                  <a:pt x="1548727" y="1754305"/>
                </a:lnTo>
                <a:lnTo>
                  <a:pt x="1580655" y="1744266"/>
                </a:lnTo>
                <a:lnTo>
                  <a:pt x="1612592" y="1734236"/>
                </a:lnTo>
                <a:lnTo>
                  <a:pt x="1644529" y="1724196"/>
                </a:lnTo>
                <a:lnTo>
                  <a:pt x="1676467" y="1714167"/>
                </a:lnTo>
                <a:lnTo>
                  <a:pt x="1708394" y="1704127"/>
                </a:lnTo>
                <a:lnTo>
                  <a:pt x="1740332" y="1694097"/>
                </a:lnTo>
                <a:lnTo>
                  <a:pt x="1772269" y="1684068"/>
                </a:lnTo>
                <a:lnTo>
                  <a:pt x="1804206" y="1674028"/>
                </a:lnTo>
                <a:lnTo>
                  <a:pt x="1835382" y="1661932"/>
                </a:lnTo>
                <a:lnTo>
                  <a:pt x="1866195" y="1648863"/>
                </a:lnTo>
                <a:lnTo>
                  <a:pt x="1897009" y="1635785"/>
                </a:lnTo>
                <a:lnTo>
                  <a:pt x="1927822" y="1622708"/>
                </a:lnTo>
                <a:lnTo>
                  <a:pt x="1958635" y="1609630"/>
                </a:lnTo>
                <a:lnTo>
                  <a:pt x="1989449" y="1596552"/>
                </a:lnTo>
                <a:lnTo>
                  <a:pt x="2020262" y="1583484"/>
                </a:lnTo>
                <a:lnTo>
                  <a:pt x="2051085" y="1570406"/>
                </a:lnTo>
                <a:lnTo>
                  <a:pt x="2081898" y="1557328"/>
                </a:lnTo>
                <a:lnTo>
                  <a:pt x="2112445" y="1543679"/>
                </a:lnTo>
                <a:lnTo>
                  <a:pt x="2142296" y="1528534"/>
                </a:lnTo>
                <a:lnTo>
                  <a:pt x="2172148" y="1513399"/>
                </a:lnTo>
                <a:lnTo>
                  <a:pt x="2202009" y="1498254"/>
                </a:lnTo>
                <a:lnTo>
                  <a:pt x="2231860" y="1483119"/>
                </a:lnTo>
                <a:lnTo>
                  <a:pt x="2261721" y="1467974"/>
                </a:lnTo>
                <a:lnTo>
                  <a:pt x="2291572" y="1452839"/>
                </a:lnTo>
                <a:lnTo>
                  <a:pt x="2321423" y="1437704"/>
                </a:lnTo>
                <a:lnTo>
                  <a:pt x="2351284" y="1422559"/>
                </a:lnTo>
                <a:lnTo>
                  <a:pt x="2380945" y="1407062"/>
                </a:lnTo>
                <a:lnTo>
                  <a:pt x="2410120" y="1390660"/>
                </a:lnTo>
                <a:lnTo>
                  <a:pt x="2439305" y="1374248"/>
                </a:lnTo>
                <a:lnTo>
                  <a:pt x="2468480" y="1357846"/>
                </a:lnTo>
                <a:lnTo>
                  <a:pt x="2497655" y="1341434"/>
                </a:lnTo>
                <a:lnTo>
                  <a:pt x="2526840" y="1325032"/>
                </a:lnTo>
                <a:lnTo>
                  <a:pt x="2556015" y="1308630"/>
                </a:lnTo>
                <a:lnTo>
                  <a:pt x="2585190" y="1292219"/>
                </a:lnTo>
                <a:lnTo>
                  <a:pt x="2614374" y="1275817"/>
                </a:lnTo>
                <a:lnTo>
                  <a:pt x="2643416" y="1259176"/>
                </a:lnTo>
                <a:lnTo>
                  <a:pt x="2672391" y="1242412"/>
                </a:lnTo>
                <a:lnTo>
                  <a:pt x="2701366" y="1225648"/>
                </a:lnTo>
                <a:lnTo>
                  <a:pt x="2730332" y="1208875"/>
                </a:lnTo>
                <a:lnTo>
                  <a:pt x="2759307" y="1192111"/>
                </a:lnTo>
                <a:lnTo>
                  <a:pt x="2788282" y="1175347"/>
                </a:lnTo>
                <a:lnTo>
                  <a:pt x="2817247" y="1158573"/>
                </a:lnTo>
                <a:lnTo>
                  <a:pt x="2846222" y="1141809"/>
                </a:lnTo>
                <a:lnTo>
                  <a:pt x="2875245" y="1125122"/>
                </a:lnTo>
                <a:lnTo>
                  <a:pt x="2904392" y="1108662"/>
                </a:lnTo>
                <a:lnTo>
                  <a:pt x="2933529" y="1092194"/>
                </a:lnTo>
                <a:lnTo>
                  <a:pt x="2962675" y="1075725"/>
                </a:lnTo>
                <a:lnTo>
                  <a:pt x="2991822" y="1059256"/>
                </a:lnTo>
                <a:lnTo>
                  <a:pt x="3020959" y="1042787"/>
                </a:lnTo>
                <a:lnTo>
                  <a:pt x="3050105" y="1026319"/>
                </a:lnTo>
                <a:lnTo>
                  <a:pt x="3079252" y="1009860"/>
                </a:lnTo>
                <a:lnTo>
                  <a:pt x="3097740" y="990114"/>
                </a:lnTo>
                <a:lnTo>
                  <a:pt x="3082842" y="960139"/>
                </a:lnTo>
                <a:lnTo>
                  <a:pt x="3067955" y="930154"/>
                </a:lnTo>
                <a:lnTo>
                  <a:pt x="3053067" y="900179"/>
                </a:lnTo>
                <a:lnTo>
                  <a:pt x="3038170" y="870194"/>
                </a:lnTo>
                <a:lnTo>
                  <a:pt x="3023283" y="840219"/>
                </a:lnTo>
                <a:lnTo>
                  <a:pt x="3008395" y="810235"/>
                </a:lnTo>
                <a:lnTo>
                  <a:pt x="2993498" y="780259"/>
                </a:lnTo>
                <a:lnTo>
                  <a:pt x="2978610" y="750275"/>
                </a:lnTo>
                <a:lnTo>
                  <a:pt x="2963723" y="720300"/>
                </a:lnTo>
                <a:lnTo>
                  <a:pt x="2948826" y="690315"/>
                </a:lnTo>
                <a:lnTo>
                  <a:pt x="2933938" y="660340"/>
                </a:lnTo>
                <a:lnTo>
                  <a:pt x="2919051" y="630355"/>
                </a:lnTo>
                <a:lnTo>
                  <a:pt x="2904153" y="600380"/>
                </a:lnTo>
                <a:lnTo>
                  <a:pt x="2889266" y="570395"/>
                </a:lnTo>
                <a:lnTo>
                  <a:pt x="2874378" y="540420"/>
                </a:lnTo>
                <a:lnTo>
                  <a:pt x="2859481" y="510435"/>
                </a:lnTo>
                <a:lnTo>
                  <a:pt x="2844594" y="480460"/>
                </a:lnTo>
                <a:lnTo>
                  <a:pt x="2829706" y="450475"/>
                </a:lnTo>
                <a:lnTo>
                  <a:pt x="2814818" y="420500"/>
                </a:lnTo>
                <a:lnTo>
                  <a:pt x="2799921" y="390525"/>
                </a:lnTo>
                <a:lnTo>
                  <a:pt x="2785034" y="360540"/>
                </a:lnTo>
                <a:lnTo>
                  <a:pt x="2770146" y="330565"/>
                </a:lnTo>
                <a:lnTo>
                  <a:pt x="2755249" y="300580"/>
                </a:lnTo>
                <a:lnTo>
                  <a:pt x="2740362" y="270605"/>
                </a:lnTo>
                <a:lnTo>
                  <a:pt x="2725474" y="240621"/>
                </a:lnTo>
                <a:lnTo>
                  <a:pt x="2710577" y="210645"/>
                </a:lnTo>
                <a:lnTo>
                  <a:pt x="2695689" y="180661"/>
                </a:lnTo>
                <a:lnTo>
                  <a:pt x="2680802" y="150686"/>
                </a:lnTo>
                <a:lnTo>
                  <a:pt x="2665905" y="120701"/>
                </a:lnTo>
                <a:lnTo>
                  <a:pt x="2651017" y="90726"/>
                </a:lnTo>
                <a:lnTo>
                  <a:pt x="2636129" y="60741"/>
                </a:lnTo>
                <a:lnTo>
                  <a:pt x="2621232" y="30766"/>
                </a:lnTo>
                <a:lnTo>
                  <a:pt x="2606345" y="781"/>
                </a:lnTo>
                <a:lnTo>
                  <a:pt x="2581304" y="0"/>
                </a:lnTo>
                <a:lnTo>
                  <a:pt x="2551033" y="14278"/>
                </a:lnTo>
                <a:lnTo>
                  <a:pt x="2520753" y="28556"/>
                </a:lnTo>
                <a:lnTo>
                  <a:pt x="2490473" y="42834"/>
                </a:lnTo>
                <a:lnTo>
                  <a:pt x="2460203" y="57112"/>
                </a:lnTo>
                <a:lnTo>
                  <a:pt x="2429923" y="71399"/>
                </a:lnTo>
                <a:lnTo>
                  <a:pt x="2399652" y="85677"/>
                </a:lnTo>
                <a:lnTo>
                  <a:pt x="2369372" y="99955"/>
                </a:lnTo>
                <a:lnTo>
                  <a:pt x="2339092" y="114233"/>
                </a:lnTo>
                <a:lnTo>
                  <a:pt x="2308908" y="128692"/>
                </a:lnTo>
                <a:lnTo>
                  <a:pt x="2278742" y="143208"/>
                </a:lnTo>
                <a:lnTo>
                  <a:pt x="2248576" y="157715"/>
                </a:lnTo>
                <a:lnTo>
                  <a:pt x="2218411" y="172231"/>
                </a:lnTo>
                <a:lnTo>
                  <a:pt x="2188245" y="186738"/>
                </a:lnTo>
                <a:lnTo>
                  <a:pt x="2158079" y="201254"/>
                </a:lnTo>
                <a:lnTo>
                  <a:pt x="2127914" y="215760"/>
                </a:lnTo>
                <a:lnTo>
                  <a:pt x="2097748" y="230276"/>
                </a:lnTo>
                <a:lnTo>
                  <a:pt x="2067506" y="244612"/>
                </a:lnTo>
                <a:lnTo>
                  <a:pt x="2037159" y="258737"/>
                </a:lnTo>
                <a:lnTo>
                  <a:pt x="2006813" y="272872"/>
                </a:lnTo>
                <a:lnTo>
                  <a:pt x="1976466" y="286998"/>
                </a:lnTo>
                <a:lnTo>
                  <a:pt x="1946119" y="301123"/>
                </a:lnTo>
                <a:lnTo>
                  <a:pt x="1915773" y="315258"/>
                </a:lnTo>
                <a:lnTo>
                  <a:pt x="1885426" y="329384"/>
                </a:lnTo>
                <a:lnTo>
                  <a:pt x="1855079" y="343519"/>
                </a:lnTo>
                <a:lnTo>
                  <a:pt x="1824323" y="356702"/>
                </a:lnTo>
                <a:lnTo>
                  <a:pt x="1793377" y="369475"/>
                </a:lnTo>
                <a:lnTo>
                  <a:pt x="1762439" y="382257"/>
                </a:lnTo>
                <a:lnTo>
                  <a:pt x="1731502" y="395040"/>
                </a:lnTo>
                <a:lnTo>
                  <a:pt x="1700565" y="407813"/>
                </a:lnTo>
                <a:lnTo>
                  <a:pt x="1669628" y="420595"/>
                </a:lnTo>
                <a:lnTo>
                  <a:pt x="1638691" y="433378"/>
                </a:lnTo>
                <a:lnTo>
                  <a:pt x="1607220" y="444741"/>
                </a:lnTo>
                <a:lnTo>
                  <a:pt x="1575435" y="455238"/>
                </a:lnTo>
                <a:lnTo>
                  <a:pt x="1543650" y="465734"/>
                </a:lnTo>
                <a:lnTo>
                  <a:pt x="1511865" y="476231"/>
                </a:lnTo>
                <a:lnTo>
                  <a:pt x="1480080" y="486728"/>
                </a:lnTo>
                <a:lnTo>
                  <a:pt x="1448295" y="497224"/>
                </a:lnTo>
                <a:lnTo>
                  <a:pt x="1416358" y="507168"/>
                </a:lnTo>
                <a:lnTo>
                  <a:pt x="1383687" y="514474"/>
                </a:lnTo>
                <a:lnTo>
                  <a:pt x="1351026" y="521789"/>
                </a:lnTo>
                <a:lnTo>
                  <a:pt x="1318355" y="529104"/>
                </a:lnTo>
                <a:lnTo>
                  <a:pt x="1285694" y="536419"/>
                </a:lnTo>
                <a:lnTo>
                  <a:pt x="1253023" y="543735"/>
                </a:lnTo>
                <a:lnTo>
                  <a:pt x="1220153" y="549735"/>
                </a:lnTo>
                <a:lnTo>
                  <a:pt x="1186825" y="552869"/>
                </a:lnTo>
                <a:lnTo>
                  <a:pt x="1153497" y="556012"/>
                </a:lnTo>
                <a:lnTo>
                  <a:pt x="1120169" y="559156"/>
                </a:lnTo>
                <a:lnTo>
                  <a:pt x="1086850" y="562299"/>
                </a:lnTo>
                <a:lnTo>
                  <a:pt x="1053522" y="565433"/>
                </a:lnTo>
                <a:lnTo>
                  <a:pt x="1020089" y="564680"/>
                </a:lnTo>
                <a:lnTo>
                  <a:pt x="986647" y="563261"/>
                </a:lnTo>
                <a:lnTo>
                  <a:pt x="953205" y="561851"/>
                </a:lnTo>
                <a:lnTo>
                  <a:pt x="919763" y="560432"/>
                </a:lnTo>
                <a:lnTo>
                  <a:pt x="886311" y="559013"/>
                </a:lnTo>
                <a:lnTo>
                  <a:pt x="853164" y="555184"/>
                </a:lnTo>
                <a:lnTo>
                  <a:pt x="820331" y="548650"/>
                </a:lnTo>
                <a:lnTo>
                  <a:pt x="787498" y="542115"/>
                </a:lnTo>
                <a:lnTo>
                  <a:pt x="754666" y="535581"/>
                </a:lnTo>
                <a:lnTo>
                  <a:pt x="721843" y="529047"/>
                </a:lnTo>
                <a:lnTo>
                  <a:pt x="689010" y="522513"/>
                </a:lnTo>
                <a:lnTo>
                  <a:pt x="656949" y="513140"/>
                </a:lnTo>
                <a:lnTo>
                  <a:pt x="625326" y="502177"/>
                </a:lnTo>
                <a:lnTo>
                  <a:pt x="593693" y="491214"/>
                </a:lnTo>
                <a:lnTo>
                  <a:pt x="562070" y="480251"/>
                </a:lnTo>
                <a:lnTo>
                  <a:pt x="530438" y="469287"/>
                </a:lnTo>
                <a:lnTo>
                  <a:pt x="498815" y="458324"/>
                </a:lnTo>
                <a:lnTo>
                  <a:pt x="467182" y="447351"/>
                </a:lnTo>
                <a:lnTo>
                  <a:pt x="452866" y="473031"/>
                </a:lnTo>
                <a:lnTo>
                  <a:pt x="441255" y="504425"/>
                </a:lnTo>
                <a:lnTo>
                  <a:pt x="429644" y="535819"/>
                </a:lnTo>
                <a:lnTo>
                  <a:pt x="418033" y="567223"/>
                </a:lnTo>
                <a:lnTo>
                  <a:pt x="406422" y="598618"/>
                </a:lnTo>
                <a:lnTo>
                  <a:pt x="394811" y="630012"/>
                </a:lnTo>
                <a:lnTo>
                  <a:pt x="383200" y="661406"/>
                </a:lnTo>
                <a:lnTo>
                  <a:pt x="371589" y="692801"/>
                </a:lnTo>
                <a:lnTo>
                  <a:pt x="359978" y="724195"/>
                </a:lnTo>
                <a:lnTo>
                  <a:pt x="348358" y="755590"/>
                </a:lnTo>
                <a:lnTo>
                  <a:pt x="336747" y="786984"/>
                </a:lnTo>
                <a:lnTo>
                  <a:pt x="325136" y="818388"/>
                </a:lnTo>
                <a:lnTo>
                  <a:pt x="313525" y="849782"/>
                </a:lnTo>
                <a:lnTo>
                  <a:pt x="301914" y="881177"/>
                </a:lnTo>
                <a:lnTo>
                  <a:pt x="290303" y="912571"/>
                </a:lnTo>
                <a:lnTo>
                  <a:pt x="278692" y="943966"/>
                </a:lnTo>
                <a:lnTo>
                  <a:pt x="267081" y="975360"/>
                </a:lnTo>
                <a:lnTo>
                  <a:pt x="255470" y="1006754"/>
                </a:lnTo>
                <a:lnTo>
                  <a:pt x="243850" y="1038149"/>
                </a:lnTo>
                <a:lnTo>
                  <a:pt x="232239" y="1069553"/>
                </a:lnTo>
                <a:lnTo>
                  <a:pt x="220628" y="1100947"/>
                </a:lnTo>
                <a:lnTo>
                  <a:pt x="209017" y="1132342"/>
                </a:lnTo>
                <a:lnTo>
                  <a:pt x="197406" y="1163736"/>
                </a:lnTo>
                <a:lnTo>
                  <a:pt x="185795" y="1195130"/>
                </a:lnTo>
                <a:lnTo>
                  <a:pt x="174184" y="1226525"/>
                </a:lnTo>
                <a:lnTo>
                  <a:pt x="162573" y="1257919"/>
                </a:lnTo>
                <a:lnTo>
                  <a:pt x="150952" y="1289314"/>
                </a:lnTo>
                <a:lnTo>
                  <a:pt x="139341" y="1320717"/>
                </a:lnTo>
                <a:lnTo>
                  <a:pt x="127730" y="1352112"/>
                </a:lnTo>
                <a:lnTo>
                  <a:pt x="116119" y="1383506"/>
                </a:lnTo>
                <a:lnTo>
                  <a:pt x="104508" y="1414901"/>
                </a:lnTo>
                <a:lnTo>
                  <a:pt x="92897" y="1446295"/>
                </a:lnTo>
                <a:lnTo>
                  <a:pt x="81286" y="1477689"/>
                </a:lnTo>
                <a:lnTo>
                  <a:pt x="69675" y="1509084"/>
                </a:lnTo>
                <a:lnTo>
                  <a:pt x="58064" y="1540478"/>
                </a:lnTo>
                <a:lnTo>
                  <a:pt x="46444" y="1571882"/>
                </a:lnTo>
                <a:lnTo>
                  <a:pt x="34833" y="1603277"/>
                </a:lnTo>
                <a:lnTo>
                  <a:pt x="23222" y="1634671"/>
                </a:lnTo>
                <a:lnTo>
                  <a:pt x="11611" y="1666065"/>
                </a:lnTo>
                <a:lnTo>
                  <a:pt x="0" y="169746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" name="flow-phase-2">
            <a:extLst xmlns:a="http://schemas.openxmlformats.org/drawingml/2006/main">
              <a:ext uri="{FF2B5EF4-FFF2-40B4-BE49-F238E27FC236}">
                <a16:creationId xmlns:a16="http://schemas.microsoft.com/office/drawing/2014/main" id="{A33B96E5-F12D-44C4-8036-5D238974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086" y="3455089"/>
            <a:ext cx="3515678" cy="1614116"/>
          </a:xfrm>
          <a:custGeom xmlns:a="http://schemas.openxmlformats.org/drawingml/2006/main">
            <a:pathLst>
              <a:path w="3515678" h="1614116">
                <a:moveTo>
                  <a:pt x="498472" y="1614116"/>
                </a:moveTo>
                <a:lnTo>
                  <a:pt x="529676" y="1597876"/>
                </a:lnTo>
                <a:lnTo>
                  <a:pt x="560889" y="1581626"/>
                </a:lnTo>
                <a:lnTo>
                  <a:pt x="592093" y="1565386"/>
                </a:lnTo>
                <a:lnTo>
                  <a:pt x="623306" y="1549146"/>
                </a:lnTo>
                <a:lnTo>
                  <a:pt x="654520" y="1532896"/>
                </a:lnTo>
                <a:lnTo>
                  <a:pt x="685724" y="1516656"/>
                </a:lnTo>
                <a:lnTo>
                  <a:pt x="716937" y="1500407"/>
                </a:lnTo>
                <a:lnTo>
                  <a:pt x="748627" y="1485157"/>
                </a:lnTo>
                <a:lnTo>
                  <a:pt x="780698" y="1470689"/>
                </a:lnTo>
                <a:lnTo>
                  <a:pt x="812768" y="1456230"/>
                </a:lnTo>
                <a:lnTo>
                  <a:pt x="844848" y="1441771"/>
                </a:lnTo>
                <a:lnTo>
                  <a:pt x="876919" y="1427312"/>
                </a:lnTo>
                <a:lnTo>
                  <a:pt x="908999" y="1412853"/>
                </a:lnTo>
                <a:lnTo>
                  <a:pt x="941070" y="1398394"/>
                </a:lnTo>
                <a:lnTo>
                  <a:pt x="973474" y="1384735"/>
                </a:lnTo>
                <a:lnTo>
                  <a:pt x="1006602" y="1372895"/>
                </a:lnTo>
                <a:lnTo>
                  <a:pt x="1039730" y="1361056"/>
                </a:lnTo>
                <a:lnTo>
                  <a:pt x="1072867" y="1349216"/>
                </a:lnTo>
                <a:lnTo>
                  <a:pt x="1105995" y="1337367"/>
                </a:lnTo>
                <a:lnTo>
                  <a:pt x="1139123" y="1325528"/>
                </a:lnTo>
                <a:lnTo>
                  <a:pt x="1172251" y="1313688"/>
                </a:lnTo>
                <a:lnTo>
                  <a:pt x="1205532" y="1302325"/>
                </a:lnTo>
                <a:lnTo>
                  <a:pt x="1239650" y="1293733"/>
                </a:lnTo>
                <a:lnTo>
                  <a:pt x="1273769" y="1285132"/>
                </a:lnTo>
                <a:lnTo>
                  <a:pt x="1307887" y="1276541"/>
                </a:lnTo>
                <a:lnTo>
                  <a:pt x="1342006" y="1267949"/>
                </a:lnTo>
                <a:lnTo>
                  <a:pt x="1376124" y="1259348"/>
                </a:lnTo>
                <a:lnTo>
                  <a:pt x="1410243" y="1250756"/>
                </a:lnTo>
                <a:lnTo>
                  <a:pt x="1444352" y="1242155"/>
                </a:lnTo>
                <a:lnTo>
                  <a:pt x="1479185" y="1237269"/>
                </a:lnTo>
                <a:lnTo>
                  <a:pt x="1514056" y="1232592"/>
                </a:lnTo>
                <a:lnTo>
                  <a:pt x="1548927" y="1227925"/>
                </a:lnTo>
                <a:lnTo>
                  <a:pt x="1583798" y="1223248"/>
                </a:lnTo>
                <a:lnTo>
                  <a:pt x="1618669" y="1218571"/>
                </a:lnTo>
                <a:lnTo>
                  <a:pt x="1653540" y="1213895"/>
                </a:lnTo>
                <a:lnTo>
                  <a:pt x="1688421" y="1209218"/>
                </a:lnTo>
                <a:lnTo>
                  <a:pt x="1723415" y="1206132"/>
                </a:lnTo>
                <a:lnTo>
                  <a:pt x="1758582" y="1205351"/>
                </a:lnTo>
                <a:lnTo>
                  <a:pt x="1793758" y="1204579"/>
                </a:lnTo>
                <a:lnTo>
                  <a:pt x="1828933" y="1203798"/>
                </a:lnTo>
                <a:lnTo>
                  <a:pt x="1864109" y="1203027"/>
                </a:lnTo>
                <a:lnTo>
                  <a:pt x="1899285" y="1202246"/>
                </a:lnTo>
                <a:lnTo>
                  <a:pt x="1934461" y="1201464"/>
                </a:lnTo>
                <a:lnTo>
                  <a:pt x="1969637" y="1200693"/>
                </a:lnTo>
                <a:lnTo>
                  <a:pt x="2004812" y="1199912"/>
                </a:lnTo>
                <a:lnTo>
                  <a:pt x="2039988" y="1199140"/>
                </a:lnTo>
                <a:lnTo>
                  <a:pt x="2075078" y="1196931"/>
                </a:lnTo>
                <a:lnTo>
                  <a:pt x="2110130" y="1193797"/>
                </a:lnTo>
                <a:lnTo>
                  <a:pt x="2145173" y="1190663"/>
                </a:lnTo>
                <a:lnTo>
                  <a:pt x="2180215" y="1187529"/>
                </a:lnTo>
                <a:lnTo>
                  <a:pt x="2215258" y="1184396"/>
                </a:lnTo>
                <a:lnTo>
                  <a:pt x="2250300" y="1181262"/>
                </a:lnTo>
                <a:lnTo>
                  <a:pt x="2285343" y="1178128"/>
                </a:lnTo>
                <a:lnTo>
                  <a:pt x="2320385" y="1174994"/>
                </a:lnTo>
                <a:lnTo>
                  <a:pt x="2355428" y="1171861"/>
                </a:lnTo>
                <a:lnTo>
                  <a:pt x="2390480" y="1168727"/>
                </a:lnTo>
                <a:lnTo>
                  <a:pt x="2425522" y="1165584"/>
                </a:lnTo>
                <a:lnTo>
                  <a:pt x="2460565" y="1162450"/>
                </a:lnTo>
                <a:lnTo>
                  <a:pt x="2495169" y="1156345"/>
                </a:lnTo>
                <a:lnTo>
                  <a:pt x="2529630" y="1149258"/>
                </a:lnTo>
                <a:lnTo>
                  <a:pt x="2564092" y="1142181"/>
                </a:lnTo>
                <a:lnTo>
                  <a:pt x="2598563" y="1135094"/>
                </a:lnTo>
                <a:lnTo>
                  <a:pt x="2633024" y="1128008"/>
                </a:lnTo>
                <a:lnTo>
                  <a:pt x="2667486" y="1120931"/>
                </a:lnTo>
                <a:lnTo>
                  <a:pt x="2701947" y="1113844"/>
                </a:lnTo>
                <a:lnTo>
                  <a:pt x="2736409" y="1106767"/>
                </a:lnTo>
                <a:lnTo>
                  <a:pt x="2770880" y="1099680"/>
                </a:lnTo>
                <a:lnTo>
                  <a:pt x="2805341" y="1092603"/>
                </a:lnTo>
                <a:lnTo>
                  <a:pt x="2839803" y="1085517"/>
                </a:lnTo>
                <a:lnTo>
                  <a:pt x="2873559" y="1075754"/>
                </a:lnTo>
                <a:lnTo>
                  <a:pt x="2907059" y="1064990"/>
                </a:lnTo>
                <a:lnTo>
                  <a:pt x="2940548" y="1054217"/>
                </a:lnTo>
                <a:lnTo>
                  <a:pt x="2974048" y="1043445"/>
                </a:lnTo>
                <a:lnTo>
                  <a:pt x="3007538" y="1032681"/>
                </a:lnTo>
                <a:lnTo>
                  <a:pt x="3041037" y="1021909"/>
                </a:lnTo>
                <a:lnTo>
                  <a:pt x="3074527" y="1011136"/>
                </a:lnTo>
                <a:lnTo>
                  <a:pt x="3108027" y="1000373"/>
                </a:lnTo>
                <a:lnTo>
                  <a:pt x="3141516" y="989600"/>
                </a:lnTo>
                <a:lnTo>
                  <a:pt x="3175016" y="978827"/>
                </a:lnTo>
                <a:lnTo>
                  <a:pt x="3208201" y="967235"/>
                </a:lnTo>
                <a:lnTo>
                  <a:pt x="3240643" y="953605"/>
                </a:lnTo>
                <a:lnTo>
                  <a:pt x="3273076" y="939975"/>
                </a:lnTo>
                <a:lnTo>
                  <a:pt x="3305518" y="926354"/>
                </a:lnTo>
                <a:lnTo>
                  <a:pt x="3337951" y="912724"/>
                </a:lnTo>
                <a:lnTo>
                  <a:pt x="3370393" y="899093"/>
                </a:lnTo>
                <a:lnTo>
                  <a:pt x="3402825" y="885473"/>
                </a:lnTo>
                <a:lnTo>
                  <a:pt x="3435267" y="871842"/>
                </a:lnTo>
                <a:lnTo>
                  <a:pt x="3467700" y="858212"/>
                </a:lnTo>
                <a:lnTo>
                  <a:pt x="3500142" y="844582"/>
                </a:lnTo>
                <a:lnTo>
                  <a:pt x="3515678" y="824151"/>
                </a:lnTo>
                <a:lnTo>
                  <a:pt x="3501752" y="791832"/>
                </a:lnTo>
                <a:lnTo>
                  <a:pt x="3487836" y="759524"/>
                </a:lnTo>
                <a:lnTo>
                  <a:pt x="3473910" y="727215"/>
                </a:lnTo>
                <a:lnTo>
                  <a:pt x="3459994" y="694896"/>
                </a:lnTo>
                <a:lnTo>
                  <a:pt x="3446069" y="662588"/>
                </a:lnTo>
                <a:lnTo>
                  <a:pt x="3432153" y="630279"/>
                </a:lnTo>
                <a:lnTo>
                  <a:pt x="3418227" y="597960"/>
                </a:lnTo>
                <a:lnTo>
                  <a:pt x="3404311" y="565652"/>
                </a:lnTo>
                <a:lnTo>
                  <a:pt x="3390386" y="533333"/>
                </a:lnTo>
                <a:lnTo>
                  <a:pt x="3376460" y="501025"/>
                </a:lnTo>
                <a:lnTo>
                  <a:pt x="3362544" y="468716"/>
                </a:lnTo>
                <a:lnTo>
                  <a:pt x="3348619" y="436397"/>
                </a:lnTo>
                <a:lnTo>
                  <a:pt x="3334703" y="404089"/>
                </a:lnTo>
                <a:lnTo>
                  <a:pt x="3320777" y="371780"/>
                </a:lnTo>
                <a:lnTo>
                  <a:pt x="3306861" y="339461"/>
                </a:lnTo>
                <a:lnTo>
                  <a:pt x="3292935" y="307153"/>
                </a:lnTo>
                <a:lnTo>
                  <a:pt x="3279010" y="274844"/>
                </a:lnTo>
                <a:lnTo>
                  <a:pt x="3265094" y="242526"/>
                </a:lnTo>
                <a:lnTo>
                  <a:pt x="3251168" y="210217"/>
                </a:lnTo>
                <a:lnTo>
                  <a:pt x="3237252" y="177898"/>
                </a:lnTo>
                <a:lnTo>
                  <a:pt x="3223327" y="145590"/>
                </a:lnTo>
                <a:lnTo>
                  <a:pt x="3209411" y="113281"/>
                </a:lnTo>
                <a:lnTo>
                  <a:pt x="3195485" y="80963"/>
                </a:lnTo>
                <a:lnTo>
                  <a:pt x="3181569" y="48654"/>
                </a:lnTo>
                <a:lnTo>
                  <a:pt x="3167644" y="16345"/>
                </a:lnTo>
                <a:lnTo>
                  <a:pt x="3146660" y="0"/>
                </a:lnTo>
                <a:lnTo>
                  <a:pt x="3113399" y="11449"/>
                </a:lnTo>
                <a:lnTo>
                  <a:pt x="3080128" y="22898"/>
                </a:lnTo>
                <a:lnTo>
                  <a:pt x="3046857" y="34357"/>
                </a:lnTo>
                <a:lnTo>
                  <a:pt x="3013586" y="45806"/>
                </a:lnTo>
                <a:lnTo>
                  <a:pt x="2980325" y="57255"/>
                </a:lnTo>
                <a:lnTo>
                  <a:pt x="2947054" y="68704"/>
                </a:lnTo>
                <a:lnTo>
                  <a:pt x="2913783" y="80153"/>
                </a:lnTo>
                <a:lnTo>
                  <a:pt x="2880122" y="90268"/>
                </a:lnTo>
                <a:lnTo>
                  <a:pt x="2845994" y="98831"/>
                </a:lnTo>
                <a:lnTo>
                  <a:pt x="2811866" y="107394"/>
                </a:lnTo>
                <a:lnTo>
                  <a:pt x="2777747" y="115957"/>
                </a:lnTo>
                <a:lnTo>
                  <a:pt x="2743619" y="124520"/>
                </a:lnTo>
                <a:lnTo>
                  <a:pt x="2709491" y="133083"/>
                </a:lnTo>
                <a:lnTo>
                  <a:pt x="2675363" y="141646"/>
                </a:lnTo>
                <a:lnTo>
                  <a:pt x="2641244" y="150209"/>
                </a:lnTo>
                <a:lnTo>
                  <a:pt x="2606631" y="156277"/>
                </a:lnTo>
                <a:lnTo>
                  <a:pt x="2571788" y="161153"/>
                </a:lnTo>
                <a:lnTo>
                  <a:pt x="2536936" y="166030"/>
                </a:lnTo>
                <a:lnTo>
                  <a:pt x="2502094" y="170907"/>
                </a:lnTo>
                <a:lnTo>
                  <a:pt x="2467251" y="175784"/>
                </a:lnTo>
                <a:lnTo>
                  <a:pt x="2432409" y="180661"/>
                </a:lnTo>
                <a:lnTo>
                  <a:pt x="2397566" y="185528"/>
                </a:lnTo>
                <a:lnTo>
                  <a:pt x="2362724" y="190405"/>
                </a:lnTo>
                <a:lnTo>
                  <a:pt x="2327662" y="192691"/>
                </a:lnTo>
                <a:lnTo>
                  <a:pt x="2292487" y="193681"/>
                </a:lnTo>
                <a:lnTo>
                  <a:pt x="2257320" y="194662"/>
                </a:lnTo>
                <a:lnTo>
                  <a:pt x="2222154" y="195653"/>
                </a:lnTo>
                <a:lnTo>
                  <a:pt x="2186978" y="196634"/>
                </a:lnTo>
                <a:lnTo>
                  <a:pt x="2151812" y="197625"/>
                </a:lnTo>
                <a:lnTo>
                  <a:pt x="2116636" y="198606"/>
                </a:lnTo>
                <a:lnTo>
                  <a:pt x="2081470" y="199596"/>
                </a:lnTo>
                <a:lnTo>
                  <a:pt x="2046303" y="200577"/>
                </a:lnTo>
                <a:lnTo>
                  <a:pt x="2011137" y="199473"/>
                </a:lnTo>
                <a:lnTo>
                  <a:pt x="1975971" y="198301"/>
                </a:lnTo>
                <a:lnTo>
                  <a:pt x="1940804" y="197129"/>
                </a:lnTo>
                <a:lnTo>
                  <a:pt x="1905648" y="195948"/>
                </a:lnTo>
                <a:lnTo>
                  <a:pt x="1870481" y="194777"/>
                </a:lnTo>
                <a:lnTo>
                  <a:pt x="1835315" y="193605"/>
                </a:lnTo>
                <a:lnTo>
                  <a:pt x="1800149" y="192434"/>
                </a:lnTo>
                <a:lnTo>
                  <a:pt x="1764992" y="191262"/>
                </a:lnTo>
                <a:lnTo>
                  <a:pt x="1729826" y="190090"/>
                </a:lnTo>
                <a:lnTo>
                  <a:pt x="1694659" y="188919"/>
                </a:lnTo>
                <a:lnTo>
                  <a:pt x="1659522" y="189186"/>
                </a:lnTo>
                <a:lnTo>
                  <a:pt x="1624413" y="191538"/>
                </a:lnTo>
                <a:lnTo>
                  <a:pt x="1589313" y="193891"/>
                </a:lnTo>
                <a:lnTo>
                  <a:pt x="1554204" y="196244"/>
                </a:lnTo>
                <a:lnTo>
                  <a:pt x="1519104" y="198596"/>
                </a:lnTo>
                <a:lnTo>
                  <a:pt x="1483995" y="200949"/>
                </a:lnTo>
                <a:lnTo>
                  <a:pt x="1448895" y="203302"/>
                </a:lnTo>
                <a:lnTo>
                  <a:pt x="1413786" y="205654"/>
                </a:lnTo>
                <a:lnTo>
                  <a:pt x="1378677" y="207997"/>
                </a:lnTo>
                <a:lnTo>
                  <a:pt x="1343577" y="210350"/>
                </a:lnTo>
                <a:lnTo>
                  <a:pt x="1308468" y="212703"/>
                </a:lnTo>
                <a:lnTo>
                  <a:pt x="1273578" y="216827"/>
                </a:lnTo>
                <a:lnTo>
                  <a:pt x="1238926" y="222904"/>
                </a:lnTo>
                <a:lnTo>
                  <a:pt x="1204274" y="228991"/>
                </a:lnTo>
                <a:lnTo>
                  <a:pt x="1169622" y="235077"/>
                </a:lnTo>
                <a:lnTo>
                  <a:pt x="1134970" y="241154"/>
                </a:lnTo>
                <a:lnTo>
                  <a:pt x="1100309" y="247240"/>
                </a:lnTo>
                <a:lnTo>
                  <a:pt x="1065657" y="253327"/>
                </a:lnTo>
                <a:lnTo>
                  <a:pt x="1031005" y="259404"/>
                </a:lnTo>
                <a:lnTo>
                  <a:pt x="996353" y="265490"/>
                </a:lnTo>
                <a:lnTo>
                  <a:pt x="961701" y="271567"/>
                </a:lnTo>
                <a:lnTo>
                  <a:pt x="927144" y="278120"/>
                </a:lnTo>
                <a:lnTo>
                  <a:pt x="893255" y="287560"/>
                </a:lnTo>
                <a:lnTo>
                  <a:pt x="859355" y="296990"/>
                </a:lnTo>
                <a:lnTo>
                  <a:pt x="825465" y="306429"/>
                </a:lnTo>
                <a:lnTo>
                  <a:pt x="791575" y="315868"/>
                </a:lnTo>
                <a:lnTo>
                  <a:pt x="757676" y="325298"/>
                </a:lnTo>
                <a:lnTo>
                  <a:pt x="723786" y="334737"/>
                </a:lnTo>
                <a:lnTo>
                  <a:pt x="689886" y="344176"/>
                </a:lnTo>
                <a:lnTo>
                  <a:pt x="655996" y="353616"/>
                </a:lnTo>
                <a:lnTo>
                  <a:pt x="622097" y="363045"/>
                </a:lnTo>
                <a:lnTo>
                  <a:pt x="588416" y="373132"/>
                </a:lnTo>
                <a:lnTo>
                  <a:pt x="555365" y="385201"/>
                </a:lnTo>
                <a:lnTo>
                  <a:pt x="522313" y="397259"/>
                </a:lnTo>
                <a:lnTo>
                  <a:pt x="489261" y="409327"/>
                </a:lnTo>
                <a:lnTo>
                  <a:pt x="456209" y="421396"/>
                </a:lnTo>
                <a:lnTo>
                  <a:pt x="423158" y="433454"/>
                </a:lnTo>
                <a:lnTo>
                  <a:pt x="390106" y="445522"/>
                </a:lnTo>
                <a:lnTo>
                  <a:pt x="357064" y="457581"/>
                </a:lnTo>
                <a:lnTo>
                  <a:pt x="324012" y="469649"/>
                </a:lnTo>
                <a:lnTo>
                  <a:pt x="290960" y="481717"/>
                </a:lnTo>
                <a:lnTo>
                  <a:pt x="258537" y="495348"/>
                </a:lnTo>
                <a:lnTo>
                  <a:pt x="226219" y="509264"/>
                </a:lnTo>
                <a:lnTo>
                  <a:pt x="193900" y="523170"/>
                </a:lnTo>
                <a:lnTo>
                  <a:pt x="161582" y="537086"/>
                </a:lnTo>
                <a:lnTo>
                  <a:pt x="129264" y="550993"/>
                </a:lnTo>
                <a:lnTo>
                  <a:pt x="96945" y="564909"/>
                </a:lnTo>
                <a:lnTo>
                  <a:pt x="64637" y="578815"/>
                </a:lnTo>
                <a:lnTo>
                  <a:pt x="32318" y="592731"/>
                </a:lnTo>
                <a:lnTo>
                  <a:pt x="0" y="606638"/>
                </a:lnTo>
                <a:lnTo>
                  <a:pt x="13287" y="637289"/>
                </a:lnTo>
                <a:lnTo>
                  <a:pt x="28937" y="668798"/>
                </a:lnTo>
                <a:lnTo>
                  <a:pt x="44587" y="700307"/>
                </a:lnTo>
                <a:lnTo>
                  <a:pt x="60236" y="731815"/>
                </a:lnTo>
                <a:lnTo>
                  <a:pt x="75895" y="763324"/>
                </a:lnTo>
                <a:lnTo>
                  <a:pt x="91545" y="794842"/>
                </a:lnTo>
                <a:lnTo>
                  <a:pt x="107194" y="826351"/>
                </a:lnTo>
                <a:lnTo>
                  <a:pt x="122844" y="857860"/>
                </a:lnTo>
                <a:lnTo>
                  <a:pt x="138494" y="889368"/>
                </a:lnTo>
                <a:lnTo>
                  <a:pt x="154143" y="920887"/>
                </a:lnTo>
                <a:lnTo>
                  <a:pt x="169802" y="952395"/>
                </a:lnTo>
                <a:lnTo>
                  <a:pt x="185452" y="983904"/>
                </a:lnTo>
                <a:lnTo>
                  <a:pt x="201101" y="1015413"/>
                </a:lnTo>
                <a:lnTo>
                  <a:pt x="216751" y="1046921"/>
                </a:lnTo>
                <a:lnTo>
                  <a:pt x="232400" y="1078440"/>
                </a:lnTo>
                <a:lnTo>
                  <a:pt x="248050" y="1109948"/>
                </a:lnTo>
                <a:lnTo>
                  <a:pt x="263709" y="1141457"/>
                </a:lnTo>
                <a:lnTo>
                  <a:pt x="279359" y="1172966"/>
                </a:lnTo>
                <a:lnTo>
                  <a:pt x="295008" y="1204474"/>
                </a:lnTo>
                <a:lnTo>
                  <a:pt x="310658" y="1235993"/>
                </a:lnTo>
                <a:lnTo>
                  <a:pt x="326307" y="1267501"/>
                </a:lnTo>
                <a:lnTo>
                  <a:pt x="341957" y="1299010"/>
                </a:lnTo>
                <a:lnTo>
                  <a:pt x="357607" y="1330519"/>
                </a:lnTo>
                <a:lnTo>
                  <a:pt x="373266" y="1362037"/>
                </a:lnTo>
                <a:lnTo>
                  <a:pt x="388915" y="1393546"/>
                </a:lnTo>
                <a:lnTo>
                  <a:pt x="404565" y="1425054"/>
                </a:lnTo>
                <a:lnTo>
                  <a:pt x="420214" y="1456563"/>
                </a:lnTo>
                <a:lnTo>
                  <a:pt x="435864" y="1488072"/>
                </a:lnTo>
                <a:lnTo>
                  <a:pt x="451514" y="1519590"/>
                </a:lnTo>
                <a:lnTo>
                  <a:pt x="467173" y="1551099"/>
                </a:lnTo>
                <a:lnTo>
                  <a:pt x="482822" y="1582607"/>
                </a:lnTo>
                <a:lnTo>
                  <a:pt x="498472" y="1614116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" name="flow-phase-3">
            <a:extLst xmlns:a="http://schemas.openxmlformats.org/drawingml/2006/main">
              <a:ext uri="{FF2B5EF4-FFF2-40B4-BE49-F238E27FC236}">
                <a16:creationId xmlns:a16="http://schemas.microsoft.com/office/drawing/2014/main" id="{32A15E35-487D-4DBB-A3A0-6C804F34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8815" y="2183521"/>
            <a:ext cx="4547168" cy="2107492"/>
          </a:xfrm>
          <a:custGeom xmlns:a="http://schemas.openxmlformats.org/drawingml/2006/main">
            <a:pathLst>
              <a:path w="4547168" h="2107492">
                <a:moveTo>
                  <a:pt x="353025" y="2107492"/>
                </a:moveTo>
                <a:lnTo>
                  <a:pt x="392878" y="2087442"/>
                </a:lnTo>
                <a:lnTo>
                  <a:pt x="432721" y="2067392"/>
                </a:lnTo>
                <a:lnTo>
                  <a:pt x="472573" y="2047342"/>
                </a:lnTo>
                <a:lnTo>
                  <a:pt x="512426" y="2027291"/>
                </a:lnTo>
                <a:lnTo>
                  <a:pt x="552269" y="2007241"/>
                </a:lnTo>
                <a:lnTo>
                  <a:pt x="592122" y="1987191"/>
                </a:lnTo>
                <a:lnTo>
                  <a:pt x="631974" y="1967141"/>
                </a:lnTo>
                <a:lnTo>
                  <a:pt x="671436" y="1946358"/>
                </a:lnTo>
                <a:lnTo>
                  <a:pt x="710422" y="1924669"/>
                </a:lnTo>
                <a:lnTo>
                  <a:pt x="749398" y="1902981"/>
                </a:lnTo>
                <a:lnTo>
                  <a:pt x="788384" y="1881302"/>
                </a:lnTo>
                <a:lnTo>
                  <a:pt x="827370" y="1859613"/>
                </a:lnTo>
                <a:lnTo>
                  <a:pt x="866356" y="1837925"/>
                </a:lnTo>
                <a:lnTo>
                  <a:pt x="905342" y="1816237"/>
                </a:lnTo>
                <a:lnTo>
                  <a:pt x="944309" y="1794539"/>
                </a:lnTo>
                <a:lnTo>
                  <a:pt x="983151" y="1772583"/>
                </a:lnTo>
                <a:lnTo>
                  <a:pt x="1021985" y="1750628"/>
                </a:lnTo>
                <a:lnTo>
                  <a:pt x="1060818" y="1728683"/>
                </a:lnTo>
                <a:lnTo>
                  <a:pt x="1099652" y="1706728"/>
                </a:lnTo>
                <a:lnTo>
                  <a:pt x="1138495" y="1684782"/>
                </a:lnTo>
                <a:lnTo>
                  <a:pt x="1177328" y="1662827"/>
                </a:lnTo>
                <a:lnTo>
                  <a:pt x="1216162" y="1640881"/>
                </a:lnTo>
                <a:lnTo>
                  <a:pt x="1255252" y="1619383"/>
                </a:lnTo>
                <a:lnTo>
                  <a:pt x="1294438" y="1598066"/>
                </a:lnTo>
                <a:lnTo>
                  <a:pt x="1333614" y="1576740"/>
                </a:lnTo>
                <a:lnTo>
                  <a:pt x="1372800" y="1555413"/>
                </a:lnTo>
                <a:lnTo>
                  <a:pt x="1411986" y="1534087"/>
                </a:lnTo>
                <a:lnTo>
                  <a:pt x="1451162" y="1512761"/>
                </a:lnTo>
                <a:lnTo>
                  <a:pt x="1490348" y="1491434"/>
                </a:lnTo>
                <a:lnTo>
                  <a:pt x="1529763" y="1470565"/>
                </a:lnTo>
                <a:lnTo>
                  <a:pt x="1569691" y="1450667"/>
                </a:lnTo>
                <a:lnTo>
                  <a:pt x="1609620" y="1430769"/>
                </a:lnTo>
                <a:lnTo>
                  <a:pt x="1649540" y="1410862"/>
                </a:lnTo>
                <a:lnTo>
                  <a:pt x="1689468" y="1390964"/>
                </a:lnTo>
                <a:lnTo>
                  <a:pt x="1729397" y="1371067"/>
                </a:lnTo>
                <a:lnTo>
                  <a:pt x="1769316" y="1351169"/>
                </a:lnTo>
                <a:lnTo>
                  <a:pt x="1809245" y="1331262"/>
                </a:lnTo>
                <a:lnTo>
                  <a:pt x="1849926" y="1313012"/>
                </a:lnTo>
                <a:lnTo>
                  <a:pt x="1890932" y="1295419"/>
                </a:lnTo>
                <a:lnTo>
                  <a:pt x="1931927" y="1277836"/>
                </a:lnTo>
                <a:lnTo>
                  <a:pt x="1972923" y="1260243"/>
                </a:lnTo>
                <a:lnTo>
                  <a:pt x="2013918" y="1242660"/>
                </a:lnTo>
                <a:lnTo>
                  <a:pt x="2054914" y="1225077"/>
                </a:lnTo>
                <a:lnTo>
                  <a:pt x="2095910" y="1207484"/>
                </a:lnTo>
                <a:lnTo>
                  <a:pt x="2136905" y="1189901"/>
                </a:lnTo>
                <a:lnTo>
                  <a:pt x="2178663" y="1174271"/>
                </a:lnTo>
                <a:lnTo>
                  <a:pt x="2220763" y="1159497"/>
                </a:lnTo>
                <a:lnTo>
                  <a:pt x="2262854" y="1144724"/>
                </a:lnTo>
                <a:lnTo>
                  <a:pt x="2304945" y="1129951"/>
                </a:lnTo>
                <a:lnTo>
                  <a:pt x="2347036" y="1115177"/>
                </a:lnTo>
                <a:lnTo>
                  <a:pt x="2389137" y="1100404"/>
                </a:lnTo>
                <a:lnTo>
                  <a:pt x="2431228" y="1085640"/>
                </a:lnTo>
                <a:lnTo>
                  <a:pt x="2473319" y="1070867"/>
                </a:lnTo>
                <a:lnTo>
                  <a:pt x="2515533" y="1056494"/>
                </a:lnTo>
                <a:lnTo>
                  <a:pt x="2558663" y="1045102"/>
                </a:lnTo>
                <a:lnTo>
                  <a:pt x="2601792" y="1033710"/>
                </a:lnTo>
                <a:lnTo>
                  <a:pt x="2644931" y="1022318"/>
                </a:lnTo>
                <a:lnTo>
                  <a:pt x="2688060" y="1010917"/>
                </a:lnTo>
                <a:lnTo>
                  <a:pt x="2731189" y="999525"/>
                </a:lnTo>
                <a:lnTo>
                  <a:pt x="2774318" y="988133"/>
                </a:lnTo>
                <a:lnTo>
                  <a:pt x="2817447" y="976741"/>
                </a:lnTo>
                <a:lnTo>
                  <a:pt x="2860577" y="965349"/>
                </a:lnTo>
                <a:lnTo>
                  <a:pt x="2903715" y="953957"/>
                </a:lnTo>
                <a:lnTo>
                  <a:pt x="2947426" y="945213"/>
                </a:lnTo>
                <a:lnTo>
                  <a:pt x="2991336" y="937327"/>
                </a:lnTo>
                <a:lnTo>
                  <a:pt x="3035246" y="929450"/>
                </a:lnTo>
                <a:lnTo>
                  <a:pt x="3079147" y="921563"/>
                </a:lnTo>
                <a:lnTo>
                  <a:pt x="3123057" y="913676"/>
                </a:lnTo>
                <a:lnTo>
                  <a:pt x="3166967" y="905799"/>
                </a:lnTo>
                <a:lnTo>
                  <a:pt x="3210878" y="897912"/>
                </a:lnTo>
                <a:lnTo>
                  <a:pt x="3254778" y="890026"/>
                </a:lnTo>
                <a:lnTo>
                  <a:pt x="3298688" y="882148"/>
                </a:lnTo>
                <a:lnTo>
                  <a:pt x="3342599" y="874262"/>
                </a:lnTo>
                <a:lnTo>
                  <a:pt x="3386680" y="867613"/>
                </a:lnTo>
                <a:lnTo>
                  <a:pt x="3431057" y="863117"/>
                </a:lnTo>
                <a:lnTo>
                  <a:pt x="3475444" y="858622"/>
                </a:lnTo>
                <a:lnTo>
                  <a:pt x="3519830" y="854126"/>
                </a:lnTo>
                <a:lnTo>
                  <a:pt x="3564207" y="849630"/>
                </a:lnTo>
                <a:lnTo>
                  <a:pt x="3608594" y="845134"/>
                </a:lnTo>
                <a:lnTo>
                  <a:pt x="3652971" y="840638"/>
                </a:lnTo>
                <a:lnTo>
                  <a:pt x="3697357" y="836143"/>
                </a:lnTo>
                <a:lnTo>
                  <a:pt x="3741744" y="831647"/>
                </a:lnTo>
                <a:lnTo>
                  <a:pt x="3786121" y="827151"/>
                </a:lnTo>
                <a:lnTo>
                  <a:pt x="3830507" y="822655"/>
                </a:lnTo>
                <a:lnTo>
                  <a:pt x="3874894" y="818159"/>
                </a:lnTo>
                <a:lnTo>
                  <a:pt x="3888981" y="848516"/>
                </a:lnTo>
                <a:lnTo>
                  <a:pt x="3890705" y="893093"/>
                </a:lnTo>
                <a:lnTo>
                  <a:pt x="3892429" y="937670"/>
                </a:lnTo>
                <a:lnTo>
                  <a:pt x="3926357" y="913943"/>
                </a:lnTo>
                <a:lnTo>
                  <a:pt x="3961848" y="886911"/>
                </a:lnTo>
                <a:lnTo>
                  <a:pt x="3997328" y="859879"/>
                </a:lnTo>
                <a:lnTo>
                  <a:pt x="4032818" y="832847"/>
                </a:lnTo>
                <a:lnTo>
                  <a:pt x="4068299" y="805805"/>
                </a:lnTo>
                <a:lnTo>
                  <a:pt x="4103789" y="778774"/>
                </a:lnTo>
                <a:lnTo>
                  <a:pt x="4139270" y="751742"/>
                </a:lnTo>
                <a:lnTo>
                  <a:pt x="4174760" y="724710"/>
                </a:lnTo>
                <a:lnTo>
                  <a:pt x="4210241" y="697678"/>
                </a:lnTo>
                <a:lnTo>
                  <a:pt x="4245731" y="670636"/>
                </a:lnTo>
                <a:lnTo>
                  <a:pt x="4281211" y="643604"/>
                </a:lnTo>
                <a:lnTo>
                  <a:pt x="4316701" y="616572"/>
                </a:lnTo>
                <a:lnTo>
                  <a:pt x="4352182" y="589540"/>
                </a:lnTo>
                <a:lnTo>
                  <a:pt x="4387672" y="562508"/>
                </a:lnTo>
                <a:lnTo>
                  <a:pt x="4423153" y="535467"/>
                </a:lnTo>
                <a:lnTo>
                  <a:pt x="4458643" y="508435"/>
                </a:lnTo>
                <a:lnTo>
                  <a:pt x="4494124" y="481403"/>
                </a:lnTo>
                <a:lnTo>
                  <a:pt x="4529604" y="454371"/>
                </a:lnTo>
                <a:lnTo>
                  <a:pt x="4547168" y="428130"/>
                </a:lnTo>
                <a:lnTo>
                  <a:pt x="4509430" y="404346"/>
                </a:lnTo>
                <a:lnTo>
                  <a:pt x="4471683" y="380562"/>
                </a:lnTo>
                <a:lnTo>
                  <a:pt x="4433945" y="356778"/>
                </a:lnTo>
                <a:lnTo>
                  <a:pt x="4396207" y="332994"/>
                </a:lnTo>
                <a:lnTo>
                  <a:pt x="4358469" y="309201"/>
                </a:lnTo>
                <a:lnTo>
                  <a:pt x="4320721" y="285417"/>
                </a:lnTo>
                <a:lnTo>
                  <a:pt x="4282983" y="261633"/>
                </a:lnTo>
                <a:lnTo>
                  <a:pt x="4245245" y="237849"/>
                </a:lnTo>
                <a:lnTo>
                  <a:pt x="4207507" y="214065"/>
                </a:lnTo>
                <a:lnTo>
                  <a:pt x="4169769" y="190281"/>
                </a:lnTo>
                <a:lnTo>
                  <a:pt x="4132021" y="166497"/>
                </a:lnTo>
                <a:lnTo>
                  <a:pt x="4094283" y="142713"/>
                </a:lnTo>
                <a:lnTo>
                  <a:pt x="4056545" y="118929"/>
                </a:lnTo>
                <a:lnTo>
                  <a:pt x="4018807" y="95136"/>
                </a:lnTo>
                <a:lnTo>
                  <a:pt x="3981069" y="71352"/>
                </a:lnTo>
                <a:lnTo>
                  <a:pt x="3943321" y="47568"/>
                </a:lnTo>
                <a:lnTo>
                  <a:pt x="3905583" y="23784"/>
                </a:lnTo>
                <a:lnTo>
                  <a:pt x="3867845" y="0"/>
                </a:lnTo>
                <a:lnTo>
                  <a:pt x="3851539" y="13354"/>
                </a:lnTo>
                <a:lnTo>
                  <a:pt x="3853272" y="57922"/>
                </a:lnTo>
                <a:lnTo>
                  <a:pt x="3854996" y="102499"/>
                </a:lnTo>
                <a:lnTo>
                  <a:pt x="3820344" y="114233"/>
                </a:lnTo>
                <a:lnTo>
                  <a:pt x="3775815" y="117053"/>
                </a:lnTo>
                <a:lnTo>
                  <a:pt x="3731295" y="119882"/>
                </a:lnTo>
                <a:lnTo>
                  <a:pt x="3686775" y="122701"/>
                </a:lnTo>
                <a:lnTo>
                  <a:pt x="3642255" y="125530"/>
                </a:lnTo>
                <a:lnTo>
                  <a:pt x="3597735" y="128349"/>
                </a:lnTo>
                <a:lnTo>
                  <a:pt x="3553216" y="131178"/>
                </a:lnTo>
                <a:lnTo>
                  <a:pt x="3508696" y="133998"/>
                </a:lnTo>
                <a:lnTo>
                  <a:pt x="3464176" y="136827"/>
                </a:lnTo>
                <a:lnTo>
                  <a:pt x="3419656" y="139646"/>
                </a:lnTo>
                <a:lnTo>
                  <a:pt x="3375136" y="142475"/>
                </a:lnTo>
                <a:lnTo>
                  <a:pt x="3330616" y="145294"/>
                </a:lnTo>
                <a:lnTo>
                  <a:pt x="3286096" y="148123"/>
                </a:lnTo>
                <a:lnTo>
                  <a:pt x="3241891" y="154076"/>
                </a:lnTo>
                <a:lnTo>
                  <a:pt x="3197685" y="160125"/>
                </a:lnTo>
                <a:lnTo>
                  <a:pt x="3153489" y="166164"/>
                </a:lnTo>
                <a:lnTo>
                  <a:pt x="3109293" y="172212"/>
                </a:lnTo>
                <a:lnTo>
                  <a:pt x="3065097" y="178260"/>
                </a:lnTo>
                <a:lnTo>
                  <a:pt x="3020892" y="184299"/>
                </a:lnTo>
                <a:lnTo>
                  <a:pt x="2976696" y="190348"/>
                </a:lnTo>
                <a:lnTo>
                  <a:pt x="2932500" y="196396"/>
                </a:lnTo>
                <a:lnTo>
                  <a:pt x="2888304" y="202444"/>
                </a:lnTo>
                <a:lnTo>
                  <a:pt x="2844098" y="208483"/>
                </a:lnTo>
                <a:lnTo>
                  <a:pt x="2799902" y="214532"/>
                </a:lnTo>
                <a:lnTo>
                  <a:pt x="2755887" y="221618"/>
                </a:lnTo>
                <a:lnTo>
                  <a:pt x="2712272" y="230981"/>
                </a:lnTo>
                <a:lnTo>
                  <a:pt x="2668657" y="240344"/>
                </a:lnTo>
                <a:lnTo>
                  <a:pt x="2625042" y="249707"/>
                </a:lnTo>
                <a:lnTo>
                  <a:pt x="2581427" y="259080"/>
                </a:lnTo>
                <a:lnTo>
                  <a:pt x="2537812" y="268443"/>
                </a:lnTo>
                <a:lnTo>
                  <a:pt x="2494188" y="277806"/>
                </a:lnTo>
                <a:lnTo>
                  <a:pt x="2450573" y="287169"/>
                </a:lnTo>
                <a:lnTo>
                  <a:pt x="2406958" y="296532"/>
                </a:lnTo>
                <a:lnTo>
                  <a:pt x="2363343" y="305905"/>
                </a:lnTo>
                <a:lnTo>
                  <a:pt x="2319728" y="315268"/>
                </a:lnTo>
                <a:lnTo>
                  <a:pt x="2276637" y="326669"/>
                </a:lnTo>
                <a:lnTo>
                  <a:pt x="2233832" y="339261"/>
                </a:lnTo>
                <a:lnTo>
                  <a:pt x="2191036" y="351854"/>
                </a:lnTo>
                <a:lnTo>
                  <a:pt x="2148240" y="364436"/>
                </a:lnTo>
                <a:lnTo>
                  <a:pt x="2105444" y="377028"/>
                </a:lnTo>
                <a:lnTo>
                  <a:pt x="2062648" y="389611"/>
                </a:lnTo>
                <a:lnTo>
                  <a:pt x="2019852" y="402203"/>
                </a:lnTo>
                <a:lnTo>
                  <a:pt x="1977057" y="414785"/>
                </a:lnTo>
                <a:lnTo>
                  <a:pt x="1934251" y="427377"/>
                </a:lnTo>
                <a:lnTo>
                  <a:pt x="1891455" y="439960"/>
                </a:lnTo>
                <a:lnTo>
                  <a:pt x="1849364" y="454676"/>
                </a:lnTo>
                <a:lnTo>
                  <a:pt x="1807445" y="469935"/>
                </a:lnTo>
                <a:lnTo>
                  <a:pt x="1765525" y="485204"/>
                </a:lnTo>
                <a:lnTo>
                  <a:pt x="1723606" y="500463"/>
                </a:lnTo>
                <a:lnTo>
                  <a:pt x="1681686" y="515722"/>
                </a:lnTo>
                <a:lnTo>
                  <a:pt x="1639767" y="530990"/>
                </a:lnTo>
                <a:lnTo>
                  <a:pt x="1597857" y="546249"/>
                </a:lnTo>
                <a:lnTo>
                  <a:pt x="1555937" y="561508"/>
                </a:lnTo>
                <a:lnTo>
                  <a:pt x="1514018" y="576777"/>
                </a:lnTo>
                <a:lnTo>
                  <a:pt x="1472717" y="593588"/>
                </a:lnTo>
                <a:lnTo>
                  <a:pt x="1431693" y="611124"/>
                </a:lnTo>
                <a:lnTo>
                  <a:pt x="1390669" y="628650"/>
                </a:lnTo>
                <a:lnTo>
                  <a:pt x="1349654" y="646186"/>
                </a:lnTo>
                <a:lnTo>
                  <a:pt x="1308630" y="663721"/>
                </a:lnTo>
                <a:lnTo>
                  <a:pt x="1267616" y="681247"/>
                </a:lnTo>
                <a:lnTo>
                  <a:pt x="1226591" y="698783"/>
                </a:lnTo>
                <a:lnTo>
                  <a:pt x="1185567" y="716309"/>
                </a:lnTo>
                <a:lnTo>
                  <a:pt x="1144676" y="734139"/>
                </a:lnTo>
                <a:lnTo>
                  <a:pt x="1104290" y="753066"/>
                </a:lnTo>
                <a:lnTo>
                  <a:pt x="1063895" y="772001"/>
                </a:lnTo>
                <a:lnTo>
                  <a:pt x="1023499" y="790927"/>
                </a:lnTo>
                <a:lnTo>
                  <a:pt x="983104" y="809863"/>
                </a:lnTo>
                <a:lnTo>
                  <a:pt x="942708" y="828789"/>
                </a:lnTo>
                <a:lnTo>
                  <a:pt x="902322" y="847725"/>
                </a:lnTo>
                <a:lnTo>
                  <a:pt x="861927" y="866651"/>
                </a:lnTo>
                <a:lnTo>
                  <a:pt x="821607" y="885739"/>
                </a:lnTo>
                <a:lnTo>
                  <a:pt x="781450" y="905170"/>
                </a:lnTo>
                <a:lnTo>
                  <a:pt x="741293" y="924611"/>
                </a:lnTo>
                <a:lnTo>
                  <a:pt x="701145" y="944042"/>
                </a:lnTo>
                <a:lnTo>
                  <a:pt x="660987" y="963473"/>
                </a:lnTo>
                <a:lnTo>
                  <a:pt x="620830" y="982904"/>
                </a:lnTo>
                <a:lnTo>
                  <a:pt x="580682" y="1002344"/>
                </a:lnTo>
                <a:lnTo>
                  <a:pt x="540525" y="1021775"/>
                </a:lnTo>
                <a:lnTo>
                  <a:pt x="500186" y="1040825"/>
                </a:lnTo>
                <a:lnTo>
                  <a:pt x="459829" y="1059828"/>
                </a:lnTo>
                <a:lnTo>
                  <a:pt x="419471" y="1078840"/>
                </a:lnTo>
                <a:lnTo>
                  <a:pt x="379114" y="1097852"/>
                </a:lnTo>
                <a:lnTo>
                  <a:pt x="338757" y="1116854"/>
                </a:lnTo>
                <a:lnTo>
                  <a:pt x="298399" y="1135866"/>
                </a:lnTo>
                <a:lnTo>
                  <a:pt x="258042" y="1154868"/>
                </a:lnTo>
                <a:lnTo>
                  <a:pt x="216932" y="1172204"/>
                </a:lnTo>
                <a:lnTo>
                  <a:pt x="175822" y="1189530"/>
                </a:lnTo>
                <a:lnTo>
                  <a:pt x="134722" y="1206856"/>
                </a:lnTo>
                <a:lnTo>
                  <a:pt x="93612" y="1224182"/>
                </a:lnTo>
                <a:lnTo>
                  <a:pt x="52502" y="1241508"/>
                </a:lnTo>
                <a:lnTo>
                  <a:pt x="11392" y="1258824"/>
                </a:lnTo>
                <a:lnTo>
                  <a:pt x="0" y="1288113"/>
                </a:lnTo>
                <a:lnTo>
                  <a:pt x="17650" y="1329080"/>
                </a:lnTo>
                <a:lnTo>
                  <a:pt x="35300" y="1370047"/>
                </a:lnTo>
                <a:lnTo>
                  <a:pt x="52949" y="1411014"/>
                </a:lnTo>
                <a:lnTo>
                  <a:pt x="70609" y="1451991"/>
                </a:lnTo>
                <a:lnTo>
                  <a:pt x="88259" y="1492958"/>
                </a:lnTo>
                <a:lnTo>
                  <a:pt x="105908" y="1533925"/>
                </a:lnTo>
                <a:lnTo>
                  <a:pt x="123558" y="1574892"/>
                </a:lnTo>
                <a:lnTo>
                  <a:pt x="141208" y="1615869"/>
                </a:lnTo>
                <a:lnTo>
                  <a:pt x="158858" y="1656836"/>
                </a:lnTo>
                <a:lnTo>
                  <a:pt x="176508" y="1697803"/>
                </a:lnTo>
                <a:lnTo>
                  <a:pt x="194167" y="1738770"/>
                </a:lnTo>
                <a:lnTo>
                  <a:pt x="211817" y="1779737"/>
                </a:lnTo>
                <a:lnTo>
                  <a:pt x="229467" y="1820713"/>
                </a:lnTo>
                <a:lnTo>
                  <a:pt x="247117" y="1861680"/>
                </a:lnTo>
                <a:lnTo>
                  <a:pt x="264766" y="1902647"/>
                </a:lnTo>
                <a:lnTo>
                  <a:pt x="282416" y="1943614"/>
                </a:lnTo>
                <a:lnTo>
                  <a:pt x="300066" y="1984591"/>
                </a:lnTo>
                <a:lnTo>
                  <a:pt x="317725" y="2025558"/>
                </a:lnTo>
                <a:lnTo>
                  <a:pt x="335375" y="2066525"/>
                </a:lnTo>
                <a:lnTo>
                  <a:pt x="353025" y="2107492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" name="flow-centerline">
            <a:extLst xmlns:a="http://schemas.openxmlformats.org/drawingml/2006/main">
              <a:ext uri="{FF2B5EF4-FFF2-40B4-BE49-F238E27FC236}">
                <a16:creationId xmlns:a16="http://schemas.microsoft.com/office/drawing/2014/main" id="{45544C14-76CD-4A33-809D-78B8929D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647950"/>
            <a:ext cx="9410700" cy="2626862"/>
          </a:xfrm>
          <a:custGeom xmlns:a="http://schemas.openxmlformats.org/drawingml/2006/main">
            <a:pathLst>
              <a:path w="9410700" h="2626862">
                <a:moveTo>
                  <a:pt x="0" y="2495550"/>
                </a:moveTo>
                <a:lnTo>
                  <a:pt x="39634" y="2507323"/>
                </a:lnTo>
                <a:lnTo>
                  <a:pt x="79277" y="2519096"/>
                </a:lnTo>
                <a:lnTo>
                  <a:pt x="118910" y="2530869"/>
                </a:lnTo>
                <a:lnTo>
                  <a:pt x="158544" y="2542642"/>
                </a:lnTo>
                <a:lnTo>
                  <a:pt x="198177" y="2554415"/>
                </a:lnTo>
                <a:lnTo>
                  <a:pt x="237820" y="2566187"/>
                </a:lnTo>
                <a:lnTo>
                  <a:pt x="277454" y="2577960"/>
                </a:lnTo>
                <a:lnTo>
                  <a:pt x="317973" y="2585790"/>
                </a:lnTo>
                <a:lnTo>
                  <a:pt x="358835" y="2592076"/>
                </a:lnTo>
                <a:lnTo>
                  <a:pt x="399707" y="2598363"/>
                </a:lnTo>
                <a:lnTo>
                  <a:pt x="440569" y="2604659"/>
                </a:lnTo>
                <a:lnTo>
                  <a:pt x="481441" y="2610945"/>
                </a:lnTo>
                <a:lnTo>
                  <a:pt x="522303" y="2617232"/>
                </a:lnTo>
                <a:lnTo>
                  <a:pt x="563194" y="2623214"/>
                </a:lnTo>
                <a:lnTo>
                  <a:pt x="604542" y="2623823"/>
                </a:lnTo>
                <a:lnTo>
                  <a:pt x="645881" y="2624433"/>
                </a:lnTo>
                <a:lnTo>
                  <a:pt x="687229" y="2625042"/>
                </a:lnTo>
                <a:lnTo>
                  <a:pt x="728567" y="2625652"/>
                </a:lnTo>
                <a:lnTo>
                  <a:pt x="769915" y="2626262"/>
                </a:lnTo>
                <a:lnTo>
                  <a:pt x="811254" y="2626862"/>
                </a:lnTo>
                <a:lnTo>
                  <a:pt x="852364" y="2623042"/>
                </a:lnTo>
                <a:lnTo>
                  <a:pt x="893407" y="2618003"/>
                </a:lnTo>
                <a:lnTo>
                  <a:pt x="934441" y="2612974"/>
                </a:lnTo>
                <a:lnTo>
                  <a:pt x="975484" y="2607945"/>
                </a:lnTo>
                <a:lnTo>
                  <a:pt x="1016527" y="2602916"/>
                </a:lnTo>
                <a:lnTo>
                  <a:pt x="1057561" y="2597877"/>
                </a:lnTo>
                <a:lnTo>
                  <a:pt x="1097947" y="2589295"/>
                </a:lnTo>
                <a:lnTo>
                  <a:pt x="1138095" y="2579380"/>
                </a:lnTo>
                <a:lnTo>
                  <a:pt x="1178233" y="2569464"/>
                </a:lnTo>
                <a:lnTo>
                  <a:pt x="1218371" y="2559548"/>
                </a:lnTo>
                <a:lnTo>
                  <a:pt x="1258510" y="2549633"/>
                </a:lnTo>
                <a:lnTo>
                  <a:pt x="1298658" y="2539717"/>
                </a:lnTo>
                <a:lnTo>
                  <a:pt x="1337901" y="2526811"/>
                </a:lnTo>
                <a:lnTo>
                  <a:pt x="1376877" y="2513019"/>
                </a:lnTo>
                <a:lnTo>
                  <a:pt x="1415863" y="2499236"/>
                </a:lnTo>
                <a:lnTo>
                  <a:pt x="1454849" y="2485454"/>
                </a:lnTo>
                <a:lnTo>
                  <a:pt x="1493825" y="2471661"/>
                </a:lnTo>
                <a:lnTo>
                  <a:pt x="1532811" y="2457879"/>
                </a:lnTo>
                <a:lnTo>
                  <a:pt x="1570968" y="2442010"/>
                </a:lnTo>
                <a:lnTo>
                  <a:pt x="1608877" y="2425494"/>
                </a:lnTo>
                <a:lnTo>
                  <a:pt x="1646787" y="2408987"/>
                </a:lnTo>
                <a:lnTo>
                  <a:pt x="1684687" y="2392470"/>
                </a:lnTo>
                <a:lnTo>
                  <a:pt x="1722596" y="2375954"/>
                </a:lnTo>
                <a:lnTo>
                  <a:pt x="1760496" y="2359438"/>
                </a:lnTo>
                <a:lnTo>
                  <a:pt x="1797825" y="2341655"/>
                </a:lnTo>
                <a:lnTo>
                  <a:pt x="1834896" y="2323357"/>
                </a:lnTo>
                <a:lnTo>
                  <a:pt x="1871967" y="2305050"/>
                </a:lnTo>
                <a:lnTo>
                  <a:pt x="1909048" y="2286743"/>
                </a:lnTo>
                <a:lnTo>
                  <a:pt x="1946119" y="2268436"/>
                </a:lnTo>
                <a:lnTo>
                  <a:pt x="1983200" y="2250138"/>
                </a:lnTo>
                <a:lnTo>
                  <a:pt x="2019986" y="2231279"/>
                </a:lnTo>
                <a:lnTo>
                  <a:pt x="2056571" y="2212000"/>
                </a:lnTo>
                <a:lnTo>
                  <a:pt x="2093147" y="2192731"/>
                </a:lnTo>
                <a:lnTo>
                  <a:pt x="2129733" y="2173453"/>
                </a:lnTo>
                <a:lnTo>
                  <a:pt x="2166309" y="2154174"/>
                </a:lnTo>
                <a:lnTo>
                  <a:pt x="2202885" y="2134895"/>
                </a:lnTo>
                <a:lnTo>
                  <a:pt x="2239461" y="2115607"/>
                </a:lnTo>
                <a:lnTo>
                  <a:pt x="2276008" y="2096281"/>
                </a:lnTo>
                <a:lnTo>
                  <a:pt x="2312565" y="2076955"/>
                </a:lnTo>
                <a:lnTo>
                  <a:pt x="2349122" y="2057629"/>
                </a:lnTo>
                <a:lnTo>
                  <a:pt x="2385670" y="2038312"/>
                </a:lnTo>
                <a:lnTo>
                  <a:pt x="2422227" y="2018986"/>
                </a:lnTo>
                <a:lnTo>
                  <a:pt x="2458784" y="1999659"/>
                </a:lnTo>
                <a:lnTo>
                  <a:pt x="2495702" y="1981057"/>
                </a:lnTo>
                <a:lnTo>
                  <a:pt x="2532659" y="1962502"/>
                </a:lnTo>
                <a:lnTo>
                  <a:pt x="2569607" y="1943957"/>
                </a:lnTo>
                <a:lnTo>
                  <a:pt x="2606564" y="1925403"/>
                </a:lnTo>
                <a:lnTo>
                  <a:pt x="2643521" y="1906857"/>
                </a:lnTo>
                <a:lnTo>
                  <a:pt x="2680468" y="1888303"/>
                </a:lnTo>
                <a:lnTo>
                  <a:pt x="2717759" y="1870462"/>
                </a:lnTo>
                <a:lnTo>
                  <a:pt x="2755440" y="1853441"/>
                </a:lnTo>
                <a:lnTo>
                  <a:pt x="2793121" y="1836420"/>
                </a:lnTo>
                <a:lnTo>
                  <a:pt x="2830801" y="1819389"/>
                </a:lnTo>
                <a:lnTo>
                  <a:pt x="2868482" y="1802368"/>
                </a:lnTo>
                <a:lnTo>
                  <a:pt x="2906163" y="1785347"/>
                </a:lnTo>
                <a:lnTo>
                  <a:pt x="2943844" y="1768326"/>
                </a:lnTo>
                <a:lnTo>
                  <a:pt x="2982354" y="1753286"/>
                </a:lnTo>
                <a:lnTo>
                  <a:pt x="3020939" y="1738417"/>
                </a:lnTo>
                <a:lnTo>
                  <a:pt x="3059525" y="1723558"/>
                </a:lnTo>
                <a:lnTo>
                  <a:pt x="3098111" y="1708699"/>
                </a:lnTo>
                <a:lnTo>
                  <a:pt x="3136687" y="1693831"/>
                </a:lnTo>
                <a:lnTo>
                  <a:pt x="3175273" y="1678972"/>
                </a:lnTo>
                <a:lnTo>
                  <a:pt x="3214126" y="1664884"/>
                </a:lnTo>
                <a:lnTo>
                  <a:pt x="3253759" y="1653121"/>
                </a:lnTo>
                <a:lnTo>
                  <a:pt x="3293402" y="1641358"/>
                </a:lnTo>
                <a:lnTo>
                  <a:pt x="3333036" y="1629585"/>
                </a:lnTo>
                <a:lnTo>
                  <a:pt x="3372679" y="1617821"/>
                </a:lnTo>
                <a:lnTo>
                  <a:pt x="3412312" y="1606058"/>
                </a:lnTo>
                <a:lnTo>
                  <a:pt x="3451955" y="1594295"/>
                </a:lnTo>
                <a:lnTo>
                  <a:pt x="3492008" y="1584227"/>
                </a:lnTo>
                <a:lnTo>
                  <a:pt x="3532584" y="1576254"/>
                </a:lnTo>
                <a:lnTo>
                  <a:pt x="3573151" y="1568272"/>
                </a:lnTo>
                <a:lnTo>
                  <a:pt x="3613718" y="1560290"/>
                </a:lnTo>
                <a:lnTo>
                  <a:pt x="3654295" y="1552318"/>
                </a:lnTo>
                <a:lnTo>
                  <a:pt x="3694862" y="1544336"/>
                </a:lnTo>
                <a:lnTo>
                  <a:pt x="3735429" y="1536354"/>
                </a:lnTo>
                <a:lnTo>
                  <a:pt x="3776253" y="1530144"/>
                </a:lnTo>
                <a:lnTo>
                  <a:pt x="3817439" y="1526524"/>
                </a:lnTo>
                <a:lnTo>
                  <a:pt x="3858635" y="1522895"/>
                </a:lnTo>
                <a:lnTo>
                  <a:pt x="3899821" y="1519266"/>
                </a:lnTo>
                <a:lnTo>
                  <a:pt x="3941007" y="1515637"/>
                </a:lnTo>
                <a:lnTo>
                  <a:pt x="3982193" y="1512018"/>
                </a:lnTo>
                <a:lnTo>
                  <a:pt x="4023389" y="1508389"/>
                </a:lnTo>
                <a:lnTo>
                  <a:pt x="4064584" y="1504960"/>
                </a:lnTo>
                <a:lnTo>
                  <a:pt x="4105932" y="1505198"/>
                </a:lnTo>
                <a:lnTo>
                  <a:pt x="4147271" y="1505436"/>
                </a:lnTo>
                <a:lnTo>
                  <a:pt x="4188619" y="1505664"/>
                </a:lnTo>
                <a:lnTo>
                  <a:pt x="4229967" y="1505903"/>
                </a:lnTo>
                <a:lnTo>
                  <a:pt x="4271315" y="1506141"/>
                </a:lnTo>
                <a:lnTo>
                  <a:pt x="4312663" y="1506369"/>
                </a:lnTo>
                <a:lnTo>
                  <a:pt x="4354011" y="1506607"/>
                </a:lnTo>
                <a:lnTo>
                  <a:pt x="4395359" y="1506845"/>
                </a:lnTo>
                <a:lnTo>
                  <a:pt x="4436650" y="1504779"/>
                </a:lnTo>
                <a:lnTo>
                  <a:pt x="4477941" y="1502588"/>
                </a:lnTo>
                <a:lnTo>
                  <a:pt x="4519232" y="1500388"/>
                </a:lnTo>
                <a:lnTo>
                  <a:pt x="4560513" y="1498187"/>
                </a:lnTo>
                <a:lnTo>
                  <a:pt x="4601804" y="1495997"/>
                </a:lnTo>
                <a:lnTo>
                  <a:pt x="4643095" y="1493796"/>
                </a:lnTo>
                <a:lnTo>
                  <a:pt x="4684385" y="1491596"/>
                </a:lnTo>
                <a:lnTo>
                  <a:pt x="4725676" y="1489396"/>
                </a:lnTo>
                <a:lnTo>
                  <a:pt x="4766634" y="1484100"/>
                </a:lnTo>
                <a:lnTo>
                  <a:pt x="4807448" y="1477528"/>
                </a:lnTo>
                <a:lnTo>
                  <a:pt x="4848273" y="1470946"/>
                </a:lnTo>
                <a:lnTo>
                  <a:pt x="4889097" y="1464374"/>
                </a:lnTo>
                <a:lnTo>
                  <a:pt x="4929921" y="1457801"/>
                </a:lnTo>
                <a:lnTo>
                  <a:pt x="4970736" y="1451219"/>
                </a:lnTo>
                <a:lnTo>
                  <a:pt x="5011560" y="1444647"/>
                </a:lnTo>
                <a:lnTo>
                  <a:pt x="5052355" y="1437942"/>
                </a:lnTo>
                <a:lnTo>
                  <a:pt x="5092332" y="1427397"/>
                </a:lnTo>
                <a:lnTo>
                  <a:pt x="5132318" y="1416853"/>
                </a:lnTo>
                <a:lnTo>
                  <a:pt x="5172294" y="1406300"/>
                </a:lnTo>
                <a:lnTo>
                  <a:pt x="5212271" y="1395755"/>
                </a:lnTo>
                <a:lnTo>
                  <a:pt x="5252247" y="1385202"/>
                </a:lnTo>
                <a:lnTo>
                  <a:pt x="5292233" y="1374658"/>
                </a:lnTo>
                <a:lnTo>
                  <a:pt x="5332209" y="1364104"/>
                </a:lnTo>
                <a:lnTo>
                  <a:pt x="5371376" y="1350978"/>
                </a:lnTo>
                <a:lnTo>
                  <a:pt x="5410229" y="1336824"/>
                </a:lnTo>
                <a:lnTo>
                  <a:pt x="5449081" y="1322670"/>
                </a:lnTo>
                <a:lnTo>
                  <a:pt x="5487934" y="1308525"/>
                </a:lnTo>
                <a:lnTo>
                  <a:pt x="5526786" y="1294371"/>
                </a:lnTo>
                <a:lnTo>
                  <a:pt x="5565629" y="1280217"/>
                </a:lnTo>
                <a:lnTo>
                  <a:pt x="5604481" y="1266063"/>
                </a:lnTo>
                <a:lnTo>
                  <a:pt x="5642753" y="1250461"/>
                </a:lnTo>
                <a:lnTo>
                  <a:pt x="5680596" y="1233821"/>
                </a:lnTo>
                <a:lnTo>
                  <a:pt x="5718448" y="1217181"/>
                </a:lnTo>
                <a:lnTo>
                  <a:pt x="5756300" y="1200531"/>
                </a:lnTo>
                <a:lnTo>
                  <a:pt x="5794153" y="1183891"/>
                </a:lnTo>
                <a:lnTo>
                  <a:pt x="5832005" y="1167251"/>
                </a:lnTo>
                <a:lnTo>
                  <a:pt x="5869848" y="1150601"/>
                </a:lnTo>
                <a:lnTo>
                  <a:pt x="5907300" y="1133113"/>
                </a:lnTo>
                <a:lnTo>
                  <a:pt x="5944343" y="1114730"/>
                </a:lnTo>
                <a:lnTo>
                  <a:pt x="5981376" y="1096347"/>
                </a:lnTo>
                <a:lnTo>
                  <a:pt x="6018409" y="1077963"/>
                </a:lnTo>
                <a:lnTo>
                  <a:pt x="6055443" y="1059580"/>
                </a:lnTo>
                <a:lnTo>
                  <a:pt x="6092485" y="1041187"/>
                </a:lnTo>
                <a:lnTo>
                  <a:pt x="6129518" y="1022804"/>
                </a:lnTo>
                <a:lnTo>
                  <a:pt x="6166409" y="1004145"/>
                </a:lnTo>
                <a:lnTo>
                  <a:pt x="6203023" y="984933"/>
                </a:lnTo>
                <a:lnTo>
                  <a:pt x="6239637" y="965711"/>
                </a:lnTo>
                <a:lnTo>
                  <a:pt x="6276242" y="946499"/>
                </a:lnTo>
                <a:lnTo>
                  <a:pt x="6312856" y="927287"/>
                </a:lnTo>
                <a:lnTo>
                  <a:pt x="6349470" y="908066"/>
                </a:lnTo>
                <a:lnTo>
                  <a:pt x="6386084" y="888854"/>
                </a:lnTo>
                <a:lnTo>
                  <a:pt x="6422688" y="869642"/>
                </a:lnTo>
                <a:lnTo>
                  <a:pt x="6459417" y="850649"/>
                </a:lnTo>
                <a:lnTo>
                  <a:pt x="6496145" y="831656"/>
                </a:lnTo>
                <a:lnTo>
                  <a:pt x="6532874" y="812663"/>
                </a:lnTo>
                <a:lnTo>
                  <a:pt x="6569602" y="793671"/>
                </a:lnTo>
                <a:lnTo>
                  <a:pt x="6606330" y="774678"/>
                </a:lnTo>
                <a:lnTo>
                  <a:pt x="6643059" y="755685"/>
                </a:lnTo>
                <a:lnTo>
                  <a:pt x="6679787" y="736692"/>
                </a:lnTo>
                <a:lnTo>
                  <a:pt x="6716668" y="718014"/>
                </a:lnTo>
                <a:lnTo>
                  <a:pt x="6753777" y="699764"/>
                </a:lnTo>
                <a:lnTo>
                  <a:pt x="6790877" y="681514"/>
                </a:lnTo>
                <a:lnTo>
                  <a:pt x="6827977" y="663273"/>
                </a:lnTo>
                <a:lnTo>
                  <a:pt x="6865087" y="645023"/>
                </a:lnTo>
                <a:lnTo>
                  <a:pt x="6902186" y="626774"/>
                </a:lnTo>
                <a:lnTo>
                  <a:pt x="6939286" y="608524"/>
                </a:lnTo>
                <a:lnTo>
                  <a:pt x="6976386" y="590274"/>
                </a:lnTo>
                <a:lnTo>
                  <a:pt x="7013905" y="572910"/>
                </a:lnTo>
                <a:lnTo>
                  <a:pt x="7051758" y="556270"/>
                </a:lnTo>
                <a:lnTo>
                  <a:pt x="7089610" y="539639"/>
                </a:lnTo>
                <a:lnTo>
                  <a:pt x="7127462" y="523008"/>
                </a:lnTo>
                <a:lnTo>
                  <a:pt x="7165324" y="506378"/>
                </a:lnTo>
                <a:lnTo>
                  <a:pt x="7203176" y="489737"/>
                </a:lnTo>
                <a:lnTo>
                  <a:pt x="7241029" y="473107"/>
                </a:lnTo>
                <a:lnTo>
                  <a:pt x="7278881" y="456476"/>
                </a:lnTo>
                <a:lnTo>
                  <a:pt x="7316953" y="440369"/>
                </a:lnTo>
                <a:lnTo>
                  <a:pt x="7355691" y="425910"/>
                </a:lnTo>
                <a:lnTo>
                  <a:pt x="7394429" y="411451"/>
                </a:lnTo>
                <a:lnTo>
                  <a:pt x="7433167" y="396992"/>
                </a:lnTo>
                <a:lnTo>
                  <a:pt x="7471896" y="382534"/>
                </a:lnTo>
                <a:lnTo>
                  <a:pt x="7510634" y="368075"/>
                </a:lnTo>
                <a:lnTo>
                  <a:pt x="7549372" y="353616"/>
                </a:lnTo>
                <a:lnTo>
                  <a:pt x="7588110" y="339157"/>
                </a:lnTo>
                <a:lnTo>
                  <a:pt x="7626848" y="324698"/>
                </a:lnTo>
                <a:lnTo>
                  <a:pt x="7665939" y="311277"/>
                </a:lnTo>
                <a:lnTo>
                  <a:pt x="7705515" y="299323"/>
                </a:lnTo>
                <a:lnTo>
                  <a:pt x="7745101" y="287360"/>
                </a:lnTo>
                <a:lnTo>
                  <a:pt x="7784678" y="275406"/>
                </a:lnTo>
                <a:lnTo>
                  <a:pt x="7824264" y="263452"/>
                </a:lnTo>
                <a:lnTo>
                  <a:pt x="7863840" y="251498"/>
                </a:lnTo>
                <a:lnTo>
                  <a:pt x="7903426" y="239544"/>
                </a:lnTo>
                <a:lnTo>
                  <a:pt x="7943012" y="227590"/>
                </a:lnTo>
                <a:lnTo>
                  <a:pt x="7982588" y="215636"/>
                </a:lnTo>
                <a:lnTo>
                  <a:pt x="8022174" y="203683"/>
                </a:lnTo>
                <a:lnTo>
                  <a:pt x="8062455" y="194405"/>
                </a:lnTo>
                <a:lnTo>
                  <a:pt x="8102794" y="185318"/>
                </a:lnTo>
                <a:lnTo>
                  <a:pt x="8143132" y="176232"/>
                </a:lnTo>
                <a:lnTo>
                  <a:pt x="8183470" y="167135"/>
                </a:lnTo>
                <a:lnTo>
                  <a:pt x="8223799" y="158048"/>
                </a:lnTo>
                <a:lnTo>
                  <a:pt x="8264138" y="148961"/>
                </a:lnTo>
                <a:lnTo>
                  <a:pt x="8304476" y="139875"/>
                </a:lnTo>
                <a:lnTo>
                  <a:pt x="8344814" y="130788"/>
                </a:lnTo>
                <a:lnTo>
                  <a:pt x="8385153" y="121701"/>
                </a:lnTo>
                <a:lnTo>
                  <a:pt x="8425482" y="112614"/>
                </a:lnTo>
                <a:lnTo>
                  <a:pt x="8466182" y="105451"/>
                </a:lnTo>
                <a:lnTo>
                  <a:pt x="8507063" y="99270"/>
                </a:lnTo>
                <a:lnTo>
                  <a:pt x="8547954" y="93097"/>
                </a:lnTo>
                <a:lnTo>
                  <a:pt x="8588835" y="86916"/>
                </a:lnTo>
                <a:lnTo>
                  <a:pt x="8629717" y="80734"/>
                </a:lnTo>
                <a:lnTo>
                  <a:pt x="8670598" y="74552"/>
                </a:lnTo>
                <a:lnTo>
                  <a:pt x="8711489" y="68380"/>
                </a:lnTo>
                <a:lnTo>
                  <a:pt x="8752370" y="62198"/>
                </a:lnTo>
                <a:lnTo>
                  <a:pt x="8793251" y="56017"/>
                </a:lnTo>
                <a:lnTo>
                  <a:pt x="8834133" y="49844"/>
                </a:lnTo>
                <a:lnTo>
                  <a:pt x="8875014" y="43663"/>
                </a:lnTo>
                <a:lnTo>
                  <a:pt x="8916038" y="38691"/>
                </a:lnTo>
                <a:lnTo>
                  <a:pt x="8957262" y="35462"/>
                </a:lnTo>
                <a:lnTo>
                  <a:pt x="8998487" y="32242"/>
                </a:lnTo>
                <a:lnTo>
                  <a:pt x="9039701" y="29013"/>
                </a:lnTo>
                <a:lnTo>
                  <a:pt x="9080925" y="25794"/>
                </a:lnTo>
                <a:lnTo>
                  <a:pt x="9122150" y="22565"/>
                </a:lnTo>
                <a:lnTo>
                  <a:pt x="9163374" y="19345"/>
                </a:lnTo>
                <a:lnTo>
                  <a:pt x="9204589" y="16116"/>
                </a:lnTo>
                <a:lnTo>
                  <a:pt x="9245813" y="12897"/>
                </a:lnTo>
                <a:lnTo>
                  <a:pt x="9287037" y="9668"/>
                </a:lnTo>
                <a:lnTo>
                  <a:pt x="9328261" y="6448"/>
                </a:lnTo>
                <a:lnTo>
                  <a:pt x="9369476" y="3219"/>
                </a:lnTo>
                <a:lnTo>
                  <a:pt x="941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15F91">
                <a:alpha val="34000"/>
              </a:srgbClr>
            </a:solidFill>
            <a:prstDash val="dash"/>
          </a:ln>
        </p:spPr>
      </p:sp>
      <p:sp>
        <p:nvSpPr>
          <p:cNvPr id="6" name="phase-1-index">
            <a:extLst xmlns:a="http://schemas.openxmlformats.org/drawingml/2006/main">
              <a:ext uri="{FF2B5EF4-FFF2-40B4-BE49-F238E27FC236}">
                <a16:creationId xmlns:a16="http://schemas.microsoft.com/office/drawing/2014/main" id="{06373170-1636-4276-BC10-389AFCF5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558" y="4521403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A48C831E-0EB4-40D3-A91A-887CA67B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758" y="4911623"/>
            <a:ext cx="205740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目标定义</a:t>
            </a:r>
          </a:p>
        </p:txBody>
      </p:sp>
      <p:sp>
        <p:nvSpPr>
          <p:cNvPr id="8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C97A9A04-F1A5-4D6C-A02E-B9CABAE6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758" y="5224758"/>
            <a:ext cx="205740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明确范围、对象与预期成果</a:t>
            </a:r>
          </a:p>
        </p:txBody>
      </p:sp>
      <p:sp>
        <p:nvSpPr>
          <p:cNvPr id="9" name="phase-2-index">
            <a:extLst xmlns:a="http://schemas.openxmlformats.org/drawingml/2006/main">
              <a:ext uri="{FF2B5EF4-FFF2-40B4-BE49-F238E27FC236}">
                <a16:creationId xmlns:a16="http://schemas.microsoft.com/office/drawing/2014/main" id="{E09FE713-B0A7-475C-85DD-45B2ECE2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7188" y="351472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720B09D8-2B78-4043-AC18-6F4AB8C7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388" y="3889619"/>
            <a:ext cx="205740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1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8C63EFFC-0BA7-4B69-8CB9-099610A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388" y="4202754"/>
            <a:ext cx="205740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形成路径并完成关键论证</a:t>
            </a:r>
          </a:p>
        </p:txBody>
      </p:sp>
      <p:sp>
        <p:nvSpPr>
          <p:cNvPr id="12" name="phase-3-index">
            <a:extLst xmlns:a="http://schemas.openxmlformats.org/drawingml/2006/main">
              <a:ext uri="{FF2B5EF4-FFF2-40B4-BE49-F238E27FC236}">
                <a16:creationId xmlns:a16="http://schemas.microsoft.com/office/drawing/2014/main" id="{BD9AF8BA-FE67-401F-B59B-289E009E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4637" y="2498379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D524FDE6-8E3D-4061-835D-D6B03EEA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837" y="2873273"/>
            <a:ext cx="205740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试点验证</a:t>
            </a:r>
          </a:p>
        </p:txBody>
      </p:sp>
      <p:sp>
        <p:nvSpPr>
          <p:cNvPr id="14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3BA62204-1B18-45C2-B2AD-CD962221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837" y="3186408"/>
            <a:ext cx="205740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在真实场景中检验可行性</a:t>
            </a:r>
          </a:p>
        </p:txBody>
      </p:sp>
      <p:sp>
        <p:nvSpPr>
          <p:cNvPr id="15" name="gate-1-plane">
            <a:extLst xmlns:a="http://schemas.openxmlformats.org/drawingml/2006/main">
              <a:ext uri="{FF2B5EF4-FFF2-40B4-BE49-F238E27FC236}">
                <a16:creationId xmlns:a16="http://schemas.microsoft.com/office/drawing/2014/main" id="{A40C8DD6-FF58-4424-B425-53A24669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0756" y="3983355"/>
            <a:ext cx="737540" cy="1164908"/>
          </a:xfrm>
          <a:custGeom xmlns:a="http://schemas.openxmlformats.org/drawingml/2006/main">
            <a:pathLst>
              <a:path w="737540" h="1164908">
                <a:moveTo>
                  <a:pt x="523551" y="1164908"/>
                </a:moveTo>
                <a:lnTo>
                  <a:pt x="515102" y="1147924"/>
                </a:lnTo>
                <a:lnTo>
                  <a:pt x="506663" y="1130951"/>
                </a:lnTo>
                <a:lnTo>
                  <a:pt x="498215" y="1113968"/>
                </a:lnTo>
                <a:lnTo>
                  <a:pt x="489776" y="1096985"/>
                </a:lnTo>
                <a:lnTo>
                  <a:pt x="481327" y="1080002"/>
                </a:lnTo>
                <a:lnTo>
                  <a:pt x="472888" y="1063028"/>
                </a:lnTo>
                <a:lnTo>
                  <a:pt x="464439" y="1046045"/>
                </a:lnTo>
                <a:lnTo>
                  <a:pt x="455990" y="1029062"/>
                </a:lnTo>
                <a:lnTo>
                  <a:pt x="447551" y="1012079"/>
                </a:lnTo>
                <a:lnTo>
                  <a:pt x="439103" y="995105"/>
                </a:lnTo>
                <a:lnTo>
                  <a:pt x="430663" y="978122"/>
                </a:lnTo>
                <a:lnTo>
                  <a:pt x="422215" y="961139"/>
                </a:lnTo>
                <a:lnTo>
                  <a:pt x="413776" y="944166"/>
                </a:lnTo>
                <a:lnTo>
                  <a:pt x="405327" y="927183"/>
                </a:lnTo>
                <a:lnTo>
                  <a:pt x="396888" y="910199"/>
                </a:lnTo>
                <a:lnTo>
                  <a:pt x="388439" y="893216"/>
                </a:lnTo>
                <a:lnTo>
                  <a:pt x="380000" y="876243"/>
                </a:lnTo>
                <a:lnTo>
                  <a:pt x="371551" y="859260"/>
                </a:lnTo>
                <a:lnTo>
                  <a:pt x="363103" y="842277"/>
                </a:lnTo>
                <a:lnTo>
                  <a:pt x="354663" y="825294"/>
                </a:lnTo>
                <a:lnTo>
                  <a:pt x="346215" y="808320"/>
                </a:lnTo>
                <a:lnTo>
                  <a:pt x="337776" y="791337"/>
                </a:lnTo>
                <a:lnTo>
                  <a:pt x="329327" y="774354"/>
                </a:lnTo>
                <a:lnTo>
                  <a:pt x="320888" y="757380"/>
                </a:lnTo>
                <a:lnTo>
                  <a:pt x="312439" y="740397"/>
                </a:lnTo>
                <a:lnTo>
                  <a:pt x="304000" y="723414"/>
                </a:lnTo>
                <a:lnTo>
                  <a:pt x="295551" y="706431"/>
                </a:lnTo>
                <a:lnTo>
                  <a:pt x="287112" y="689458"/>
                </a:lnTo>
                <a:lnTo>
                  <a:pt x="278663" y="672475"/>
                </a:lnTo>
                <a:lnTo>
                  <a:pt x="270215" y="655491"/>
                </a:lnTo>
                <a:lnTo>
                  <a:pt x="261776" y="638508"/>
                </a:lnTo>
                <a:lnTo>
                  <a:pt x="253327" y="621535"/>
                </a:lnTo>
                <a:lnTo>
                  <a:pt x="244888" y="604552"/>
                </a:lnTo>
                <a:lnTo>
                  <a:pt x="236439" y="587569"/>
                </a:lnTo>
                <a:lnTo>
                  <a:pt x="228000" y="570595"/>
                </a:lnTo>
                <a:lnTo>
                  <a:pt x="219551" y="553612"/>
                </a:lnTo>
                <a:lnTo>
                  <a:pt x="211112" y="536629"/>
                </a:lnTo>
                <a:lnTo>
                  <a:pt x="202663" y="519646"/>
                </a:lnTo>
                <a:lnTo>
                  <a:pt x="194224" y="502672"/>
                </a:lnTo>
                <a:lnTo>
                  <a:pt x="185776" y="485689"/>
                </a:lnTo>
                <a:lnTo>
                  <a:pt x="177327" y="468706"/>
                </a:lnTo>
                <a:lnTo>
                  <a:pt x="168888" y="451723"/>
                </a:lnTo>
                <a:lnTo>
                  <a:pt x="160439" y="434750"/>
                </a:lnTo>
                <a:lnTo>
                  <a:pt x="152000" y="417767"/>
                </a:lnTo>
                <a:lnTo>
                  <a:pt x="143551" y="400783"/>
                </a:lnTo>
                <a:lnTo>
                  <a:pt x="135112" y="383810"/>
                </a:lnTo>
                <a:lnTo>
                  <a:pt x="126663" y="366827"/>
                </a:lnTo>
                <a:lnTo>
                  <a:pt x="118224" y="349844"/>
                </a:lnTo>
                <a:lnTo>
                  <a:pt x="109776" y="332861"/>
                </a:lnTo>
                <a:lnTo>
                  <a:pt x="101336" y="315887"/>
                </a:lnTo>
                <a:lnTo>
                  <a:pt x="92888" y="298904"/>
                </a:lnTo>
                <a:lnTo>
                  <a:pt x="84439" y="281921"/>
                </a:lnTo>
                <a:lnTo>
                  <a:pt x="76000" y="264938"/>
                </a:lnTo>
                <a:lnTo>
                  <a:pt x="67551" y="247964"/>
                </a:lnTo>
                <a:lnTo>
                  <a:pt x="59112" y="230981"/>
                </a:lnTo>
                <a:lnTo>
                  <a:pt x="50663" y="213998"/>
                </a:lnTo>
                <a:lnTo>
                  <a:pt x="42224" y="197025"/>
                </a:lnTo>
                <a:lnTo>
                  <a:pt x="33776" y="180042"/>
                </a:lnTo>
                <a:lnTo>
                  <a:pt x="25337" y="163058"/>
                </a:lnTo>
                <a:lnTo>
                  <a:pt x="16888" y="146075"/>
                </a:lnTo>
                <a:lnTo>
                  <a:pt x="8449" y="129102"/>
                </a:lnTo>
                <a:lnTo>
                  <a:pt x="0" y="112119"/>
                </a:lnTo>
                <a:lnTo>
                  <a:pt x="10258" y="101413"/>
                </a:lnTo>
                <a:lnTo>
                  <a:pt x="27242" y="92964"/>
                </a:lnTo>
                <a:lnTo>
                  <a:pt x="44215" y="84515"/>
                </a:lnTo>
                <a:lnTo>
                  <a:pt x="61189" y="76057"/>
                </a:lnTo>
                <a:lnTo>
                  <a:pt x="78172" y="67608"/>
                </a:lnTo>
                <a:lnTo>
                  <a:pt x="95145" y="59160"/>
                </a:lnTo>
                <a:lnTo>
                  <a:pt x="112128" y="50711"/>
                </a:lnTo>
                <a:lnTo>
                  <a:pt x="129102" y="42253"/>
                </a:lnTo>
                <a:lnTo>
                  <a:pt x="146075" y="33804"/>
                </a:lnTo>
                <a:lnTo>
                  <a:pt x="163058" y="25356"/>
                </a:lnTo>
                <a:lnTo>
                  <a:pt x="180032" y="16897"/>
                </a:lnTo>
                <a:lnTo>
                  <a:pt x="197006" y="8449"/>
                </a:lnTo>
                <a:lnTo>
                  <a:pt x="213989" y="0"/>
                </a:lnTo>
                <a:lnTo>
                  <a:pt x="222428" y="16983"/>
                </a:lnTo>
                <a:lnTo>
                  <a:pt x="230876" y="33957"/>
                </a:lnTo>
                <a:lnTo>
                  <a:pt x="239316" y="50940"/>
                </a:lnTo>
                <a:lnTo>
                  <a:pt x="247764" y="67923"/>
                </a:lnTo>
                <a:lnTo>
                  <a:pt x="256213" y="84906"/>
                </a:lnTo>
                <a:lnTo>
                  <a:pt x="264652" y="101879"/>
                </a:lnTo>
                <a:lnTo>
                  <a:pt x="273101" y="118862"/>
                </a:lnTo>
                <a:lnTo>
                  <a:pt x="281540" y="135846"/>
                </a:lnTo>
                <a:lnTo>
                  <a:pt x="289989" y="152829"/>
                </a:lnTo>
                <a:lnTo>
                  <a:pt x="298428" y="169802"/>
                </a:lnTo>
                <a:lnTo>
                  <a:pt x="306876" y="186785"/>
                </a:lnTo>
                <a:lnTo>
                  <a:pt x="315316" y="203768"/>
                </a:lnTo>
                <a:lnTo>
                  <a:pt x="323764" y="220742"/>
                </a:lnTo>
                <a:lnTo>
                  <a:pt x="332203" y="237725"/>
                </a:lnTo>
                <a:lnTo>
                  <a:pt x="340652" y="254708"/>
                </a:lnTo>
                <a:lnTo>
                  <a:pt x="349101" y="271691"/>
                </a:lnTo>
                <a:lnTo>
                  <a:pt x="357540" y="288665"/>
                </a:lnTo>
                <a:lnTo>
                  <a:pt x="365989" y="305648"/>
                </a:lnTo>
                <a:lnTo>
                  <a:pt x="374428" y="322631"/>
                </a:lnTo>
                <a:lnTo>
                  <a:pt x="382876" y="339614"/>
                </a:lnTo>
                <a:lnTo>
                  <a:pt x="391316" y="356587"/>
                </a:lnTo>
                <a:lnTo>
                  <a:pt x="399764" y="373571"/>
                </a:lnTo>
                <a:lnTo>
                  <a:pt x="408203" y="390554"/>
                </a:lnTo>
                <a:lnTo>
                  <a:pt x="416652" y="407527"/>
                </a:lnTo>
                <a:lnTo>
                  <a:pt x="425091" y="424510"/>
                </a:lnTo>
                <a:lnTo>
                  <a:pt x="433540" y="441493"/>
                </a:lnTo>
                <a:lnTo>
                  <a:pt x="441989" y="458476"/>
                </a:lnTo>
                <a:lnTo>
                  <a:pt x="450428" y="475450"/>
                </a:lnTo>
                <a:lnTo>
                  <a:pt x="458876" y="492433"/>
                </a:lnTo>
                <a:lnTo>
                  <a:pt x="467316" y="509416"/>
                </a:lnTo>
                <a:lnTo>
                  <a:pt x="475764" y="526399"/>
                </a:lnTo>
                <a:lnTo>
                  <a:pt x="484203" y="543373"/>
                </a:lnTo>
                <a:lnTo>
                  <a:pt x="492652" y="560356"/>
                </a:lnTo>
                <a:lnTo>
                  <a:pt x="501091" y="577339"/>
                </a:lnTo>
                <a:lnTo>
                  <a:pt x="509540" y="594312"/>
                </a:lnTo>
                <a:lnTo>
                  <a:pt x="517979" y="611295"/>
                </a:lnTo>
                <a:lnTo>
                  <a:pt x="526428" y="628279"/>
                </a:lnTo>
                <a:lnTo>
                  <a:pt x="534876" y="645262"/>
                </a:lnTo>
                <a:lnTo>
                  <a:pt x="543316" y="662235"/>
                </a:lnTo>
                <a:lnTo>
                  <a:pt x="551764" y="679218"/>
                </a:lnTo>
                <a:lnTo>
                  <a:pt x="560203" y="696201"/>
                </a:lnTo>
                <a:lnTo>
                  <a:pt x="568652" y="713184"/>
                </a:lnTo>
                <a:lnTo>
                  <a:pt x="577091" y="730158"/>
                </a:lnTo>
                <a:lnTo>
                  <a:pt x="585540" y="747141"/>
                </a:lnTo>
                <a:lnTo>
                  <a:pt x="593979" y="764124"/>
                </a:lnTo>
                <a:lnTo>
                  <a:pt x="602428" y="781098"/>
                </a:lnTo>
                <a:lnTo>
                  <a:pt x="610867" y="798081"/>
                </a:lnTo>
                <a:lnTo>
                  <a:pt x="619316" y="815064"/>
                </a:lnTo>
                <a:lnTo>
                  <a:pt x="627764" y="832047"/>
                </a:lnTo>
                <a:lnTo>
                  <a:pt x="636203" y="849020"/>
                </a:lnTo>
                <a:lnTo>
                  <a:pt x="644652" y="866003"/>
                </a:lnTo>
                <a:lnTo>
                  <a:pt x="653091" y="882987"/>
                </a:lnTo>
                <a:lnTo>
                  <a:pt x="661540" y="899970"/>
                </a:lnTo>
                <a:lnTo>
                  <a:pt x="669979" y="916943"/>
                </a:lnTo>
                <a:lnTo>
                  <a:pt x="678428" y="933926"/>
                </a:lnTo>
                <a:lnTo>
                  <a:pt x="686867" y="950909"/>
                </a:lnTo>
                <a:lnTo>
                  <a:pt x="695315" y="967883"/>
                </a:lnTo>
                <a:lnTo>
                  <a:pt x="703755" y="984866"/>
                </a:lnTo>
                <a:lnTo>
                  <a:pt x="712203" y="1001849"/>
                </a:lnTo>
                <a:lnTo>
                  <a:pt x="720652" y="1018832"/>
                </a:lnTo>
                <a:lnTo>
                  <a:pt x="729091" y="1035806"/>
                </a:lnTo>
                <a:lnTo>
                  <a:pt x="737540" y="1052789"/>
                </a:lnTo>
                <a:lnTo>
                  <a:pt x="727272" y="1063495"/>
                </a:lnTo>
                <a:lnTo>
                  <a:pt x="710298" y="1071944"/>
                </a:lnTo>
                <a:lnTo>
                  <a:pt x="693325" y="1080392"/>
                </a:lnTo>
                <a:lnTo>
                  <a:pt x="676342" y="1088850"/>
                </a:lnTo>
                <a:lnTo>
                  <a:pt x="659368" y="1097299"/>
                </a:lnTo>
                <a:lnTo>
                  <a:pt x="642385" y="1105748"/>
                </a:lnTo>
                <a:lnTo>
                  <a:pt x="625412" y="1114196"/>
                </a:lnTo>
                <a:lnTo>
                  <a:pt x="608438" y="1122655"/>
                </a:lnTo>
                <a:lnTo>
                  <a:pt x="591455" y="1131103"/>
                </a:lnTo>
                <a:lnTo>
                  <a:pt x="574481" y="1139552"/>
                </a:lnTo>
                <a:lnTo>
                  <a:pt x="557508" y="1148001"/>
                </a:lnTo>
                <a:lnTo>
                  <a:pt x="540525" y="1156459"/>
                </a:lnTo>
                <a:lnTo>
                  <a:pt x="523551" y="116490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gate-1-i-beam">
            <a:extLst xmlns:a="http://schemas.openxmlformats.org/drawingml/2006/main">
              <a:ext uri="{FF2B5EF4-FFF2-40B4-BE49-F238E27FC236}">
                <a16:creationId xmlns:a16="http://schemas.microsoft.com/office/drawing/2014/main" id="{300E7C2E-E346-4D18-9CE6-ED824A66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6734" y="3975183"/>
            <a:ext cx="787251" cy="1185462"/>
          </a:xfrm>
          <a:custGeom xmlns:a="http://schemas.openxmlformats.org/drawingml/2006/main">
            <a:pathLst>
              <a:path w="787251" h="1185462">
                <a:moveTo>
                  <a:pt x="521856" y="1185462"/>
                </a:moveTo>
                <a:lnTo>
                  <a:pt x="538877" y="1177052"/>
                </a:lnTo>
                <a:lnTo>
                  <a:pt x="555889" y="1168632"/>
                </a:lnTo>
                <a:lnTo>
                  <a:pt x="572900" y="1160212"/>
                </a:lnTo>
                <a:lnTo>
                  <a:pt x="589921" y="1151801"/>
                </a:lnTo>
                <a:lnTo>
                  <a:pt x="606933" y="1143381"/>
                </a:lnTo>
                <a:lnTo>
                  <a:pt x="623945" y="1134961"/>
                </a:lnTo>
                <a:lnTo>
                  <a:pt x="640966" y="1126550"/>
                </a:lnTo>
                <a:lnTo>
                  <a:pt x="657977" y="1118130"/>
                </a:lnTo>
                <a:lnTo>
                  <a:pt x="674999" y="1109710"/>
                </a:lnTo>
                <a:lnTo>
                  <a:pt x="692010" y="1101300"/>
                </a:lnTo>
                <a:lnTo>
                  <a:pt x="709022" y="1092879"/>
                </a:lnTo>
                <a:lnTo>
                  <a:pt x="726043" y="1084469"/>
                </a:lnTo>
                <a:lnTo>
                  <a:pt x="743055" y="1076049"/>
                </a:lnTo>
                <a:lnTo>
                  <a:pt x="760066" y="1067629"/>
                </a:lnTo>
                <a:lnTo>
                  <a:pt x="777088" y="1059218"/>
                </a:lnTo>
                <a:lnTo>
                  <a:pt x="787251" y="1048474"/>
                </a:lnTo>
                <a:lnTo>
                  <a:pt x="778869" y="1031443"/>
                </a:lnTo>
                <a:lnTo>
                  <a:pt x="770487" y="1014413"/>
                </a:lnTo>
                <a:lnTo>
                  <a:pt x="762114" y="997382"/>
                </a:lnTo>
                <a:lnTo>
                  <a:pt x="747312" y="999392"/>
                </a:lnTo>
                <a:lnTo>
                  <a:pt x="730329" y="1007888"/>
                </a:lnTo>
                <a:lnTo>
                  <a:pt x="713356" y="1016375"/>
                </a:lnTo>
                <a:lnTo>
                  <a:pt x="696373" y="1024861"/>
                </a:lnTo>
                <a:lnTo>
                  <a:pt x="679399" y="1033358"/>
                </a:lnTo>
                <a:lnTo>
                  <a:pt x="662416" y="1041845"/>
                </a:lnTo>
                <a:lnTo>
                  <a:pt x="649386" y="1038530"/>
                </a:lnTo>
                <a:lnTo>
                  <a:pt x="640928" y="1021528"/>
                </a:lnTo>
                <a:lnTo>
                  <a:pt x="632479" y="1004535"/>
                </a:lnTo>
                <a:lnTo>
                  <a:pt x="624021" y="987533"/>
                </a:lnTo>
                <a:lnTo>
                  <a:pt x="615572" y="970540"/>
                </a:lnTo>
                <a:lnTo>
                  <a:pt x="607114" y="953548"/>
                </a:lnTo>
                <a:lnTo>
                  <a:pt x="598656" y="936546"/>
                </a:lnTo>
                <a:lnTo>
                  <a:pt x="590207" y="919553"/>
                </a:lnTo>
                <a:lnTo>
                  <a:pt x="581749" y="902560"/>
                </a:lnTo>
                <a:lnTo>
                  <a:pt x="573291" y="885558"/>
                </a:lnTo>
                <a:lnTo>
                  <a:pt x="564842" y="868566"/>
                </a:lnTo>
                <a:lnTo>
                  <a:pt x="556384" y="851573"/>
                </a:lnTo>
                <a:lnTo>
                  <a:pt x="547926" y="834571"/>
                </a:lnTo>
                <a:lnTo>
                  <a:pt x="539477" y="817578"/>
                </a:lnTo>
                <a:lnTo>
                  <a:pt x="531019" y="800586"/>
                </a:lnTo>
                <a:lnTo>
                  <a:pt x="522561" y="783584"/>
                </a:lnTo>
                <a:lnTo>
                  <a:pt x="514112" y="766591"/>
                </a:lnTo>
                <a:lnTo>
                  <a:pt x="505654" y="749589"/>
                </a:lnTo>
                <a:lnTo>
                  <a:pt x="497195" y="732596"/>
                </a:lnTo>
                <a:lnTo>
                  <a:pt x="488747" y="715604"/>
                </a:lnTo>
                <a:lnTo>
                  <a:pt x="480289" y="698602"/>
                </a:lnTo>
                <a:lnTo>
                  <a:pt x="471830" y="681609"/>
                </a:lnTo>
                <a:lnTo>
                  <a:pt x="463382" y="664616"/>
                </a:lnTo>
                <a:lnTo>
                  <a:pt x="454924" y="647614"/>
                </a:lnTo>
                <a:lnTo>
                  <a:pt x="446475" y="630622"/>
                </a:lnTo>
                <a:lnTo>
                  <a:pt x="438017" y="613629"/>
                </a:lnTo>
                <a:lnTo>
                  <a:pt x="429558" y="596627"/>
                </a:lnTo>
                <a:lnTo>
                  <a:pt x="421110" y="579634"/>
                </a:lnTo>
                <a:lnTo>
                  <a:pt x="412652" y="562642"/>
                </a:lnTo>
                <a:lnTo>
                  <a:pt x="404193" y="545640"/>
                </a:lnTo>
                <a:lnTo>
                  <a:pt x="395745" y="528647"/>
                </a:lnTo>
                <a:lnTo>
                  <a:pt x="387286" y="511645"/>
                </a:lnTo>
                <a:lnTo>
                  <a:pt x="378828" y="494652"/>
                </a:lnTo>
                <a:lnTo>
                  <a:pt x="370380" y="477660"/>
                </a:lnTo>
                <a:lnTo>
                  <a:pt x="361921" y="460658"/>
                </a:lnTo>
                <a:lnTo>
                  <a:pt x="353463" y="443665"/>
                </a:lnTo>
                <a:lnTo>
                  <a:pt x="345015" y="426672"/>
                </a:lnTo>
                <a:lnTo>
                  <a:pt x="336556" y="409670"/>
                </a:lnTo>
                <a:lnTo>
                  <a:pt x="328098" y="392678"/>
                </a:lnTo>
                <a:lnTo>
                  <a:pt x="319649" y="375685"/>
                </a:lnTo>
                <a:lnTo>
                  <a:pt x="311191" y="358683"/>
                </a:lnTo>
                <a:lnTo>
                  <a:pt x="302743" y="341690"/>
                </a:lnTo>
                <a:lnTo>
                  <a:pt x="294284" y="324698"/>
                </a:lnTo>
                <a:lnTo>
                  <a:pt x="285826" y="307696"/>
                </a:lnTo>
                <a:lnTo>
                  <a:pt x="277378" y="290703"/>
                </a:lnTo>
                <a:lnTo>
                  <a:pt x="268919" y="273701"/>
                </a:lnTo>
                <a:lnTo>
                  <a:pt x="260461" y="256708"/>
                </a:lnTo>
                <a:lnTo>
                  <a:pt x="252012" y="239716"/>
                </a:lnTo>
                <a:lnTo>
                  <a:pt x="243554" y="222714"/>
                </a:lnTo>
                <a:lnTo>
                  <a:pt x="235096" y="205721"/>
                </a:lnTo>
                <a:lnTo>
                  <a:pt x="226647" y="188728"/>
                </a:lnTo>
                <a:lnTo>
                  <a:pt x="218189" y="171726"/>
                </a:lnTo>
                <a:lnTo>
                  <a:pt x="209731" y="154734"/>
                </a:lnTo>
                <a:lnTo>
                  <a:pt x="201282" y="137741"/>
                </a:lnTo>
                <a:lnTo>
                  <a:pt x="192824" y="120739"/>
                </a:lnTo>
                <a:lnTo>
                  <a:pt x="191014" y="105966"/>
                </a:lnTo>
                <a:lnTo>
                  <a:pt x="207997" y="97479"/>
                </a:lnTo>
                <a:lnTo>
                  <a:pt x="224971" y="88992"/>
                </a:lnTo>
                <a:lnTo>
                  <a:pt x="241954" y="80496"/>
                </a:lnTo>
                <a:lnTo>
                  <a:pt x="258928" y="72009"/>
                </a:lnTo>
                <a:lnTo>
                  <a:pt x="275911" y="63522"/>
                </a:lnTo>
                <a:lnTo>
                  <a:pt x="292884" y="55035"/>
                </a:lnTo>
                <a:lnTo>
                  <a:pt x="284959" y="38243"/>
                </a:lnTo>
                <a:lnTo>
                  <a:pt x="276463" y="21260"/>
                </a:lnTo>
                <a:lnTo>
                  <a:pt x="267976" y="4277"/>
                </a:lnTo>
                <a:lnTo>
                  <a:pt x="255222" y="0"/>
                </a:lnTo>
                <a:lnTo>
                  <a:pt x="238211" y="8420"/>
                </a:lnTo>
                <a:lnTo>
                  <a:pt x="221199" y="16831"/>
                </a:lnTo>
                <a:lnTo>
                  <a:pt x="204178" y="25251"/>
                </a:lnTo>
                <a:lnTo>
                  <a:pt x="187166" y="33671"/>
                </a:lnTo>
                <a:lnTo>
                  <a:pt x="170145" y="42081"/>
                </a:lnTo>
                <a:lnTo>
                  <a:pt x="153133" y="50502"/>
                </a:lnTo>
                <a:lnTo>
                  <a:pt x="136122" y="58912"/>
                </a:lnTo>
                <a:lnTo>
                  <a:pt x="119101" y="67332"/>
                </a:lnTo>
                <a:lnTo>
                  <a:pt x="102089" y="75752"/>
                </a:lnTo>
                <a:lnTo>
                  <a:pt x="85077" y="84163"/>
                </a:lnTo>
                <a:lnTo>
                  <a:pt x="68056" y="92583"/>
                </a:lnTo>
                <a:lnTo>
                  <a:pt x="51044" y="101003"/>
                </a:lnTo>
                <a:lnTo>
                  <a:pt x="34033" y="109414"/>
                </a:lnTo>
                <a:lnTo>
                  <a:pt x="17012" y="117834"/>
                </a:lnTo>
                <a:lnTo>
                  <a:pt x="0" y="126254"/>
                </a:lnTo>
                <a:lnTo>
                  <a:pt x="2534" y="141294"/>
                </a:lnTo>
                <a:lnTo>
                  <a:pt x="10906" y="158334"/>
                </a:lnTo>
                <a:lnTo>
                  <a:pt x="19288" y="175365"/>
                </a:lnTo>
                <a:lnTo>
                  <a:pt x="29794" y="186109"/>
                </a:lnTo>
                <a:lnTo>
                  <a:pt x="46768" y="177613"/>
                </a:lnTo>
                <a:lnTo>
                  <a:pt x="63751" y="169126"/>
                </a:lnTo>
                <a:lnTo>
                  <a:pt x="80724" y="160639"/>
                </a:lnTo>
                <a:lnTo>
                  <a:pt x="97707" y="152143"/>
                </a:lnTo>
                <a:lnTo>
                  <a:pt x="114681" y="143656"/>
                </a:lnTo>
                <a:lnTo>
                  <a:pt x="131664" y="135169"/>
                </a:lnTo>
                <a:lnTo>
                  <a:pt x="140427" y="151228"/>
                </a:lnTo>
                <a:lnTo>
                  <a:pt x="148885" y="168221"/>
                </a:lnTo>
                <a:lnTo>
                  <a:pt x="157343" y="185223"/>
                </a:lnTo>
                <a:lnTo>
                  <a:pt x="165792" y="202216"/>
                </a:lnTo>
                <a:lnTo>
                  <a:pt x="174250" y="219208"/>
                </a:lnTo>
                <a:lnTo>
                  <a:pt x="182709" y="236210"/>
                </a:lnTo>
                <a:lnTo>
                  <a:pt x="191157" y="253203"/>
                </a:lnTo>
                <a:lnTo>
                  <a:pt x="199615" y="270205"/>
                </a:lnTo>
                <a:lnTo>
                  <a:pt x="208074" y="287198"/>
                </a:lnTo>
                <a:lnTo>
                  <a:pt x="216522" y="304190"/>
                </a:lnTo>
                <a:lnTo>
                  <a:pt x="224981" y="321193"/>
                </a:lnTo>
                <a:lnTo>
                  <a:pt x="233439" y="338185"/>
                </a:lnTo>
                <a:lnTo>
                  <a:pt x="241887" y="355178"/>
                </a:lnTo>
                <a:lnTo>
                  <a:pt x="250346" y="372180"/>
                </a:lnTo>
                <a:lnTo>
                  <a:pt x="258804" y="389172"/>
                </a:lnTo>
                <a:lnTo>
                  <a:pt x="267252" y="406165"/>
                </a:lnTo>
                <a:lnTo>
                  <a:pt x="275711" y="423167"/>
                </a:lnTo>
                <a:lnTo>
                  <a:pt x="284169" y="440160"/>
                </a:lnTo>
                <a:lnTo>
                  <a:pt x="292618" y="457152"/>
                </a:lnTo>
                <a:lnTo>
                  <a:pt x="301076" y="474155"/>
                </a:lnTo>
                <a:lnTo>
                  <a:pt x="309524" y="491147"/>
                </a:lnTo>
                <a:lnTo>
                  <a:pt x="317983" y="508149"/>
                </a:lnTo>
                <a:lnTo>
                  <a:pt x="326441" y="525142"/>
                </a:lnTo>
                <a:lnTo>
                  <a:pt x="334889" y="542134"/>
                </a:lnTo>
                <a:lnTo>
                  <a:pt x="343348" y="559137"/>
                </a:lnTo>
                <a:lnTo>
                  <a:pt x="351806" y="576129"/>
                </a:lnTo>
                <a:lnTo>
                  <a:pt x="360255" y="593122"/>
                </a:lnTo>
                <a:lnTo>
                  <a:pt x="368713" y="610124"/>
                </a:lnTo>
                <a:lnTo>
                  <a:pt x="377171" y="627116"/>
                </a:lnTo>
                <a:lnTo>
                  <a:pt x="385620" y="644109"/>
                </a:lnTo>
                <a:lnTo>
                  <a:pt x="394078" y="661111"/>
                </a:lnTo>
                <a:lnTo>
                  <a:pt x="402536" y="678104"/>
                </a:lnTo>
                <a:lnTo>
                  <a:pt x="410985" y="695096"/>
                </a:lnTo>
                <a:lnTo>
                  <a:pt x="419443" y="712099"/>
                </a:lnTo>
                <a:lnTo>
                  <a:pt x="427901" y="729091"/>
                </a:lnTo>
                <a:lnTo>
                  <a:pt x="436350" y="746093"/>
                </a:lnTo>
                <a:lnTo>
                  <a:pt x="444808" y="763086"/>
                </a:lnTo>
                <a:lnTo>
                  <a:pt x="453257" y="780078"/>
                </a:lnTo>
                <a:lnTo>
                  <a:pt x="461715" y="797081"/>
                </a:lnTo>
                <a:lnTo>
                  <a:pt x="470173" y="814073"/>
                </a:lnTo>
                <a:lnTo>
                  <a:pt x="478622" y="831066"/>
                </a:lnTo>
                <a:lnTo>
                  <a:pt x="487080" y="848068"/>
                </a:lnTo>
                <a:lnTo>
                  <a:pt x="495538" y="865060"/>
                </a:lnTo>
                <a:lnTo>
                  <a:pt x="503987" y="882053"/>
                </a:lnTo>
                <a:lnTo>
                  <a:pt x="512445" y="899055"/>
                </a:lnTo>
                <a:lnTo>
                  <a:pt x="520903" y="916048"/>
                </a:lnTo>
                <a:lnTo>
                  <a:pt x="529352" y="933040"/>
                </a:lnTo>
                <a:lnTo>
                  <a:pt x="537810" y="950043"/>
                </a:lnTo>
                <a:lnTo>
                  <a:pt x="546268" y="967035"/>
                </a:lnTo>
                <a:lnTo>
                  <a:pt x="554717" y="984028"/>
                </a:lnTo>
                <a:lnTo>
                  <a:pt x="563175" y="1001030"/>
                </a:lnTo>
                <a:lnTo>
                  <a:pt x="571633" y="1018022"/>
                </a:lnTo>
                <a:lnTo>
                  <a:pt x="580082" y="1035025"/>
                </a:lnTo>
                <a:lnTo>
                  <a:pt x="588540" y="1052017"/>
                </a:lnTo>
                <a:lnTo>
                  <a:pt x="596998" y="1069010"/>
                </a:lnTo>
                <a:lnTo>
                  <a:pt x="586083" y="1079535"/>
                </a:lnTo>
                <a:lnTo>
                  <a:pt x="569109" y="1088022"/>
                </a:lnTo>
                <a:lnTo>
                  <a:pt x="552126" y="1096508"/>
                </a:lnTo>
                <a:lnTo>
                  <a:pt x="535153" y="1105005"/>
                </a:lnTo>
                <a:lnTo>
                  <a:pt x="518170" y="1113492"/>
                </a:lnTo>
                <a:lnTo>
                  <a:pt x="501196" y="1121978"/>
                </a:lnTo>
                <a:lnTo>
                  <a:pt x="496395" y="1134532"/>
                </a:lnTo>
                <a:lnTo>
                  <a:pt x="504882" y="1151506"/>
                </a:lnTo>
                <a:lnTo>
                  <a:pt x="513369" y="1168489"/>
                </a:lnTo>
                <a:lnTo>
                  <a:pt x="521856" y="1185462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gate-1-label-link">
            <a:extLst xmlns:a="http://schemas.openxmlformats.org/drawingml/2006/main">
              <a:ext uri="{FF2B5EF4-FFF2-40B4-BE49-F238E27FC236}">
                <a16:creationId xmlns:a16="http://schemas.microsoft.com/office/drawing/2014/main" id="{09182F28-C763-42D0-B19E-633722A3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8970" y="3488055"/>
            <a:ext cx="627698" cy="1052513"/>
          </a:xfrm>
          <a:custGeom xmlns:a="http://schemas.openxmlformats.org/drawingml/2006/main">
            <a:pathLst>
              <a:path w="627698" h="1052513">
                <a:moveTo>
                  <a:pt x="627698" y="1052513"/>
                </a:moveTo>
                <a:lnTo>
                  <a:pt x="618039" y="1036320"/>
                </a:lnTo>
                <a:lnTo>
                  <a:pt x="608381" y="1020128"/>
                </a:lnTo>
                <a:lnTo>
                  <a:pt x="598722" y="1003935"/>
                </a:lnTo>
                <a:lnTo>
                  <a:pt x="589074" y="987743"/>
                </a:lnTo>
                <a:lnTo>
                  <a:pt x="579415" y="971550"/>
                </a:lnTo>
                <a:lnTo>
                  <a:pt x="569757" y="955358"/>
                </a:lnTo>
                <a:lnTo>
                  <a:pt x="560099" y="939165"/>
                </a:lnTo>
                <a:lnTo>
                  <a:pt x="550440" y="922973"/>
                </a:lnTo>
                <a:lnTo>
                  <a:pt x="540782" y="906780"/>
                </a:lnTo>
                <a:lnTo>
                  <a:pt x="531133" y="890588"/>
                </a:lnTo>
                <a:lnTo>
                  <a:pt x="521475" y="874395"/>
                </a:lnTo>
                <a:lnTo>
                  <a:pt x="511816" y="858203"/>
                </a:lnTo>
                <a:lnTo>
                  <a:pt x="502158" y="842010"/>
                </a:lnTo>
                <a:lnTo>
                  <a:pt x="492500" y="825818"/>
                </a:lnTo>
                <a:lnTo>
                  <a:pt x="482841" y="809625"/>
                </a:lnTo>
                <a:lnTo>
                  <a:pt x="473183" y="793433"/>
                </a:lnTo>
                <a:lnTo>
                  <a:pt x="463534" y="777240"/>
                </a:lnTo>
                <a:lnTo>
                  <a:pt x="453876" y="761048"/>
                </a:lnTo>
                <a:lnTo>
                  <a:pt x="444217" y="744855"/>
                </a:lnTo>
                <a:lnTo>
                  <a:pt x="434559" y="728663"/>
                </a:lnTo>
                <a:lnTo>
                  <a:pt x="424901" y="712470"/>
                </a:lnTo>
                <a:lnTo>
                  <a:pt x="415242" y="696278"/>
                </a:lnTo>
                <a:lnTo>
                  <a:pt x="405594" y="680085"/>
                </a:lnTo>
                <a:lnTo>
                  <a:pt x="395935" y="663893"/>
                </a:lnTo>
                <a:lnTo>
                  <a:pt x="386277" y="647700"/>
                </a:lnTo>
                <a:lnTo>
                  <a:pt x="376619" y="631508"/>
                </a:lnTo>
                <a:lnTo>
                  <a:pt x="366960" y="615315"/>
                </a:lnTo>
                <a:lnTo>
                  <a:pt x="357302" y="599123"/>
                </a:lnTo>
                <a:lnTo>
                  <a:pt x="347643" y="582930"/>
                </a:lnTo>
                <a:lnTo>
                  <a:pt x="337995" y="566738"/>
                </a:lnTo>
                <a:lnTo>
                  <a:pt x="328336" y="550545"/>
                </a:lnTo>
                <a:lnTo>
                  <a:pt x="318678" y="534353"/>
                </a:lnTo>
                <a:lnTo>
                  <a:pt x="309020" y="518160"/>
                </a:lnTo>
                <a:lnTo>
                  <a:pt x="299361" y="501968"/>
                </a:lnTo>
                <a:lnTo>
                  <a:pt x="289703" y="485775"/>
                </a:lnTo>
                <a:lnTo>
                  <a:pt x="280054" y="469583"/>
                </a:lnTo>
                <a:lnTo>
                  <a:pt x="270396" y="453390"/>
                </a:lnTo>
                <a:lnTo>
                  <a:pt x="260737" y="437198"/>
                </a:lnTo>
                <a:lnTo>
                  <a:pt x="251079" y="421005"/>
                </a:lnTo>
                <a:lnTo>
                  <a:pt x="241421" y="404813"/>
                </a:lnTo>
                <a:lnTo>
                  <a:pt x="231762" y="388620"/>
                </a:lnTo>
                <a:lnTo>
                  <a:pt x="222104" y="372428"/>
                </a:lnTo>
                <a:lnTo>
                  <a:pt x="212455" y="356235"/>
                </a:lnTo>
                <a:lnTo>
                  <a:pt x="202797" y="340043"/>
                </a:lnTo>
                <a:lnTo>
                  <a:pt x="193138" y="323850"/>
                </a:lnTo>
                <a:lnTo>
                  <a:pt x="183480" y="307658"/>
                </a:lnTo>
                <a:lnTo>
                  <a:pt x="173822" y="291465"/>
                </a:lnTo>
                <a:lnTo>
                  <a:pt x="164163" y="275273"/>
                </a:lnTo>
                <a:lnTo>
                  <a:pt x="154515" y="259080"/>
                </a:lnTo>
                <a:lnTo>
                  <a:pt x="144856" y="242888"/>
                </a:lnTo>
                <a:lnTo>
                  <a:pt x="135198" y="226695"/>
                </a:lnTo>
                <a:lnTo>
                  <a:pt x="125540" y="210503"/>
                </a:lnTo>
                <a:lnTo>
                  <a:pt x="115881" y="194310"/>
                </a:lnTo>
                <a:lnTo>
                  <a:pt x="106223" y="178118"/>
                </a:lnTo>
                <a:lnTo>
                  <a:pt x="96564" y="161925"/>
                </a:lnTo>
                <a:lnTo>
                  <a:pt x="86916" y="145733"/>
                </a:lnTo>
                <a:lnTo>
                  <a:pt x="77257" y="129540"/>
                </a:lnTo>
                <a:lnTo>
                  <a:pt x="67599" y="113348"/>
                </a:lnTo>
                <a:lnTo>
                  <a:pt x="57941" y="97155"/>
                </a:lnTo>
                <a:lnTo>
                  <a:pt x="48282" y="80963"/>
                </a:lnTo>
                <a:lnTo>
                  <a:pt x="38624" y="64770"/>
                </a:lnTo>
                <a:lnTo>
                  <a:pt x="28975" y="48578"/>
                </a:lnTo>
                <a:lnTo>
                  <a:pt x="19317" y="32385"/>
                </a:lnTo>
                <a:lnTo>
                  <a:pt x="9658" y="1619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95B6"/>
            </a:solidFill>
            <a:prstDash val="dash"/>
          </a:ln>
        </p:spPr>
      </p:sp>
      <p:sp>
        <p:nvSpPr>
          <p:cNvPr id="18" name="gate-2-plane">
            <a:extLst xmlns:a="http://schemas.openxmlformats.org/drawingml/2006/main">
              <a:ext uri="{FF2B5EF4-FFF2-40B4-BE49-F238E27FC236}">
                <a16:creationId xmlns:a16="http://schemas.microsoft.com/office/drawing/2014/main" id="{178395FC-1F5F-4548-A963-BEBC9388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0429" y="3385918"/>
            <a:ext cx="577444" cy="973674"/>
          </a:xfrm>
          <a:custGeom xmlns:a="http://schemas.openxmlformats.org/drawingml/2006/main">
            <a:pathLst>
              <a:path w="577444" h="973674">
                <a:moveTo>
                  <a:pt x="382829" y="973674"/>
                </a:moveTo>
                <a:lnTo>
                  <a:pt x="375323" y="956224"/>
                </a:lnTo>
                <a:lnTo>
                  <a:pt x="367817" y="938774"/>
                </a:lnTo>
                <a:lnTo>
                  <a:pt x="360302" y="921315"/>
                </a:lnTo>
                <a:lnTo>
                  <a:pt x="352796" y="903865"/>
                </a:lnTo>
                <a:lnTo>
                  <a:pt x="345291" y="886416"/>
                </a:lnTo>
                <a:lnTo>
                  <a:pt x="337785" y="868956"/>
                </a:lnTo>
                <a:lnTo>
                  <a:pt x="330279" y="851506"/>
                </a:lnTo>
                <a:lnTo>
                  <a:pt x="322774" y="834057"/>
                </a:lnTo>
                <a:lnTo>
                  <a:pt x="315268" y="816597"/>
                </a:lnTo>
                <a:lnTo>
                  <a:pt x="307762" y="799148"/>
                </a:lnTo>
                <a:lnTo>
                  <a:pt x="300257" y="781698"/>
                </a:lnTo>
                <a:lnTo>
                  <a:pt x="292751" y="764238"/>
                </a:lnTo>
                <a:lnTo>
                  <a:pt x="285245" y="746789"/>
                </a:lnTo>
                <a:lnTo>
                  <a:pt x="277739" y="729339"/>
                </a:lnTo>
                <a:lnTo>
                  <a:pt x="270234" y="711889"/>
                </a:lnTo>
                <a:lnTo>
                  <a:pt x="262728" y="694430"/>
                </a:lnTo>
                <a:lnTo>
                  <a:pt x="255213" y="676980"/>
                </a:lnTo>
                <a:lnTo>
                  <a:pt x="247707" y="659530"/>
                </a:lnTo>
                <a:lnTo>
                  <a:pt x="240201" y="642071"/>
                </a:lnTo>
                <a:lnTo>
                  <a:pt x="232696" y="624621"/>
                </a:lnTo>
                <a:lnTo>
                  <a:pt x="225190" y="607171"/>
                </a:lnTo>
                <a:lnTo>
                  <a:pt x="217684" y="589712"/>
                </a:lnTo>
                <a:lnTo>
                  <a:pt x="210179" y="572262"/>
                </a:lnTo>
                <a:lnTo>
                  <a:pt x="202673" y="554812"/>
                </a:lnTo>
                <a:lnTo>
                  <a:pt x="195167" y="537353"/>
                </a:lnTo>
                <a:lnTo>
                  <a:pt x="187662" y="519903"/>
                </a:lnTo>
                <a:lnTo>
                  <a:pt x="180156" y="502453"/>
                </a:lnTo>
                <a:lnTo>
                  <a:pt x="172650" y="484994"/>
                </a:lnTo>
                <a:lnTo>
                  <a:pt x="165144" y="467544"/>
                </a:lnTo>
                <a:lnTo>
                  <a:pt x="157629" y="450094"/>
                </a:lnTo>
                <a:lnTo>
                  <a:pt x="150124" y="432635"/>
                </a:lnTo>
                <a:lnTo>
                  <a:pt x="142618" y="415185"/>
                </a:lnTo>
                <a:lnTo>
                  <a:pt x="135112" y="397735"/>
                </a:lnTo>
                <a:lnTo>
                  <a:pt x="127606" y="380286"/>
                </a:lnTo>
                <a:lnTo>
                  <a:pt x="120101" y="362826"/>
                </a:lnTo>
                <a:lnTo>
                  <a:pt x="112595" y="345377"/>
                </a:lnTo>
                <a:lnTo>
                  <a:pt x="105089" y="327927"/>
                </a:lnTo>
                <a:lnTo>
                  <a:pt x="97584" y="310467"/>
                </a:lnTo>
                <a:lnTo>
                  <a:pt x="90078" y="293018"/>
                </a:lnTo>
                <a:lnTo>
                  <a:pt x="82572" y="275568"/>
                </a:lnTo>
                <a:lnTo>
                  <a:pt x="75067" y="258108"/>
                </a:lnTo>
                <a:lnTo>
                  <a:pt x="67561" y="240659"/>
                </a:lnTo>
                <a:lnTo>
                  <a:pt x="60055" y="223209"/>
                </a:lnTo>
                <a:lnTo>
                  <a:pt x="52549" y="205750"/>
                </a:lnTo>
                <a:lnTo>
                  <a:pt x="45034" y="188300"/>
                </a:lnTo>
                <a:lnTo>
                  <a:pt x="37529" y="170850"/>
                </a:lnTo>
                <a:lnTo>
                  <a:pt x="30023" y="153391"/>
                </a:lnTo>
                <a:lnTo>
                  <a:pt x="22517" y="135941"/>
                </a:lnTo>
                <a:lnTo>
                  <a:pt x="15011" y="118491"/>
                </a:lnTo>
                <a:lnTo>
                  <a:pt x="7506" y="101032"/>
                </a:lnTo>
                <a:lnTo>
                  <a:pt x="0" y="83582"/>
                </a:lnTo>
                <a:lnTo>
                  <a:pt x="14030" y="74733"/>
                </a:lnTo>
                <a:lnTo>
                  <a:pt x="31499" y="67266"/>
                </a:lnTo>
                <a:lnTo>
                  <a:pt x="48968" y="59788"/>
                </a:lnTo>
                <a:lnTo>
                  <a:pt x="66437" y="52321"/>
                </a:lnTo>
                <a:lnTo>
                  <a:pt x="83896" y="44844"/>
                </a:lnTo>
                <a:lnTo>
                  <a:pt x="101365" y="37367"/>
                </a:lnTo>
                <a:lnTo>
                  <a:pt x="118834" y="29899"/>
                </a:lnTo>
                <a:lnTo>
                  <a:pt x="136303" y="22422"/>
                </a:lnTo>
                <a:lnTo>
                  <a:pt x="153772" y="14945"/>
                </a:lnTo>
                <a:lnTo>
                  <a:pt x="171231" y="7477"/>
                </a:lnTo>
                <a:lnTo>
                  <a:pt x="188700" y="0"/>
                </a:lnTo>
                <a:lnTo>
                  <a:pt x="201006" y="5477"/>
                </a:lnTo>
                <a:lnTo>
                  <a:pt x="208531" y="22927"/>
                </a:lnTo>
                <a:lnTo>
                  <a:pt x="216056" y="40367"/>
                </a:lnTo>
                <a:lnTo>
                  <a:pt x="223590" y="57807"/>
                </a:lnTo>
                <a:lnTo>
                  <a:pt x="231115" y="75248"/>
                </a:lnTo>
                <a:lnTo>
                  <a:pt x="238649" y="92697"/>
                </a:lnTo>
                <a:lnTo>
                  <a:pt x="246174" y="110138"/>
                </a:lnTo>
                <a:lnTo>
                  <a:pt x="253708" y="127578"/>
                </a:lnTo>
                <a:lnTo>
                  <a:pt x="261233" y="145028"/>
                </a:lnTo>
                <a:lnTo>
                  <a:pt x="268757" y="162468"/>
                </a:lnTo>
                <a:lnTo>
                  <a:pt x="276292" y="179908"/>
                </a:lnTo>
                <a:lnTo>
                  <a:pt x="283816" y="197348"/>
                </a:lnTo>
                <a:lnTo>
                  <a:pt x="291351" y="214798"/>
                </a:lnTo>
                <a:lnTo>
                  <a:pt x="298875" y="232239"/>
                </a:lnTo>
                <a:lnTo>
                  <a:pt x="306410" y="249679"/>
                </a:lnTo>
                <a:lnTo>
                  <a:pt x="313934" y="267129"/>
                </a:lnTo>
                <a:lnTo>
                  <a:pt x="321459" y="284569"/>
                </a:lnTo>
                <a:lnTo>
                  <a:pt x="328994" y="302009"/>
                </a:lnTo>
                <a:lnTo>
                  <a:pt x="336518" y="319459"/>
                </a:lnTo>
                <a:lnTo>
                  <a:pt x="344053" y="336899"/>
                </a:lnTo>
                <a:lnTo>
                  <a:pt x="351577" y="354340"/>
                </a:lnTo>
                <a:lnTo>
                  <a:pt x="359112" y="371780"/>
                </a:lnTo>
                <a:lnTo>
                  <a:pt x="366636" y="389230"/>
                </a:lnTo>
                <a:lnTo>
                  <a:pt x="374161" y="406670"/>
                </a:lnTo>
                <a:lnTo>
                  <a:pt x="381695" y="424110"/>
                </a:lnTo>
                <a:lnTo>
                  <a:pt x="389220" y="441560"/>
                </a:lnTo>
                <a:lnTo>
                  <a:pt x="396754" y="459000"/>
                </a:lnTo>
                <a:lnTo>
                  <a:pt x="404279" y="476441"/>
                </a:lnTo>
                <a:lnTo>
                  <a:pt x="411813" y="493890"/>
                </a:lnTo>
                <a:lnTo>
                  <a:pt x="419338" y="511331"/>
                </a:lnTo>
                <a:lnTo>
                  <a:pt x="426863" y="528771"/>
                </a:lnTo>
                <a:lnTo>
                  <a:pt x="434397" y="546211"/>
                </a:lnTo>
                <a:lnTo>
                  <a:pt x="441922" y="563661"/>
                </a:lnTo>
                <a:lnTo>
                  <a:pt x="449456" y="581101"/>
                </a:lnTo>
                <a:lnTo>
                  <a:pt x="456981" y="598541"/>
                </a:lnTo>
                <a:lnTo>
                  <a:pt x="464515" y="615991"/>
                </a:lnTo>
                <a:lnTo>
                  <a:pt x="472040" y="633432"/>
                </a:lnTo>
                <a:lnTo>
                  <a:pt x="479574" y="650872"/>
                </a:lnTo>
                <a:lnTo>
                  <a:pt x="487099" y="668322"/>
                </a:lnTo>
                <a:lnTo>
                  <a:pt x="494624" y="685762"/>
                </a:lnTo>
                <a:lnTo>
                  <a:pt x="502158" y="703202"/>
                </a:lnTo>
                <a:lnTo>
                  <a:pt x="509683" y="720642"/>
                </a:lnTo>
                <a:lnTo>
                  <a:pt x="517217" y="738092"/>
                </a:lnTo>
                <a:lnTo>
                  <a:pt x="524742" y="755533"/>
                </a:lnTo>
                <a:lnTo>
                  <a:pt x="532276" y="772973"/>
                </a:lnTo>
                <a:lnTo>
                  <a:pt x="539801" y="790423"/>
                </a:lnTo>
                <a:lnTo>
                  <a:pt x="547326" y="807863"/>
                </a:lnTo>
                <a:lnTo>
                  <a:pt x="554860" y="825303"/>
                </a:lnTo>
                <a:lnTo>
                  <a:pt x="562385" y="842743"/>
                </a:lnTo>
                <a:lnTo>
                  <a:pt x="569919" y="860193"/>
                </a:lnTo>
                <a:lnTo>
                  <a:pt x="577444" y="877634"/>
                </a:lnTo>
                <a:lnTo>
                  <a:pt x="574767" y="891026"/>
                </a:lnTo>
                <a:lnTo>
                  <a:pt x="557317" y="898531"/>
                </a:lnTo>
                <a:lnTo>
                  <a:pt x="539867" y="906047"/>
                </a:lnTo>
                <a:lnTo>
                  <a:pt x="522418" y="913562"/>
                </a:lnTo>
                <a:lnTo>
                  <a:pt x="504968" y="921077"/>
                </a:lnTo>
                <a:lnTo>
                  <a:pt x="487518" y="928592"/>
                </a:lnTo>
                <a:lnTo>
                  <a:pt x="470078" y="936107"/>
                </a:lnTo>
                <a:lnTo>
                  <a:pt x="452628" y="943623"/>
                </a:lnTo>
                <a:lnTo>
                  <a:pt x="435178" y="951138"/>
                </a:lnTo>
                <a:lnTo>
                  <a:pt x="417728" y="958644"/>
                </a:lnTo>
                <a:lnTo>
                  <a:pt x="400279" y="966159"/>
                </a:lnTo>
                <a:lnTo>
                  <a:pt x="382829" y="97367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gate-2-i-beam">
            <a:extLst xmlns:a="http://schemas.openxmlformats.org/drawingml/2006/main">
              <a:ext uri="{FF2B5EF4-FFF2-40B4-BE49-F238E27FC236}">
                <a16:creationId xmlns:a16="http://schemas.microsoft.com/office/drawing/2014/main" id="{ABB749B4-F057-45CA-9A90-1DCC3BD9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4435" y="3375003"/>
            <a:ext cx="628574" cy="996020"/>
          </a:xfrm>
          <a:custGeom xmlns:a="http://schemas.openxmlformats.org/drawingml/2006/main">
            <a:pathLst>
              <a:path w="628574" h="996020">
                <a:moveTo>
                  <a:pt x="383105" y="996020"/>
                </a:moveTo>
                <a:lnTo>
                  <a:pt x="400574" y="988447"/>
                </a:lnTo>
                <a:lnTo>
                  <a:pt x="418043" y="980875"/>
                </a:lnTo>
                <a:lnTo>
                  <a:pt x="435512" y="973303"/>
                </a:lnTo>
                <a:lnTo>
                  <a:pt x="452980" y="965730"/>
                </a:lnTo>
                <a:lnTo>
                  <a:pt x="470449" y="958158"/>
                </a:lnTo>
                <a:lnTo>
                  <a:pt x="487928" y="950585"/>
                </a:lnTo>
                <a:lnTo>
                  <a:pt x="505397" y="943013"/>
                </a:lnTo>
                <a:lnTo>
                  <a:pt x="522865" y="935441"/>
                </a:lnTo>
                <a:lnTo>
                  <a:pt x="540334" y="927868"/>
                </a:lnTo>
                <a:lnTo>
                  <a:pt x="557803" y="920296"/>
                </a:lnTo>
                <a:lnTo>
                  <a:pt x="575272" y="912724"/>
                </a:lnTo>
                <a:lnTo>
                  <a:pt x="592741" y="905151"/>
                </a:lnTo>
                <a:lnTo>
                  <a:pt x="610210" y="897579"/>
                </a:lnTo>
                <a:lnTo>
                  <a:pt x="627678" y="890006"/>
                </a:lnTo>
                <a:lnTo>
                  <a:pt x="628574" y="875919"/>
                </a:lnTo>
                <a:lnTo>
                  <a:pt x="620944" y="858479"/>
                </a:lnTo>
                <a:lnTo>
                  <a:pt x="613315" y="841029"/>
                </a:lnTo>
                <a:lnTo>
                  <a:pt x="604047" y="827723"/>
                </a:lnTo>
                <a:lnTo>
                  <a:pt x="586569" y="835266"/>
                </a:lnTo>
                <a:lnTo>
                  <a:pt x="569081" y="842810"/>
                </a:lnTo>
                <a:lnTo>
                  <a:pt x="551602" y="850354"/>
                </a:lnTo>
                <a:lnTo>
                  <a:pt x="534114" y="857888"/>
                </a:lnTo>
                <a:lnTo>
                  <a:pt x="516636" y="865432"/>
                </a:lnTo>
                <a:lnTo>
                  <a:pt x="505206" y="857745"/>
                </a:lnTo>
                <a:lnTo>
                  <a:pt x="497672" y="840257"/>
                </a:lnTo>
                <a:lnTo>
                  <a:pt x="490147" y="822770"/>
                </a:lnTo>
                <a:lnTo>
                  <a:pt x="482613" y="805282"/>
                </a:lnTo>
                <a:lnTo>
                  <a:pt x="475078" y="787794"/>
                </a:lnTo>
                <a:lnTo>
                  <a:pt x="467544" y="770306"/>
                </a:lnTo>
                <a:lnTo>
                  <a:pt x="460019" y="752827"/>
                </a:lnTo>
                <a:lnTo>
                  <a:pt x="452485" y="735340"/>
                </a:lnTo>
                <a:lnTo>
                  <a:pt x="444951" y="717852"/>
                </a:lnTo>
                <a:lnTo>
                  <a:pt x="437426" y="700364"/>
                </a:lnTo>
                <a:lnTo>
                  <a:pt x="429892" y="682876"/>
                </a:lnTo>
                <a:lnTo>
                  <a:pt x="422358" y="665388"/>
                </a:lnTo>
                <a:lnTo>
                  <a:pt x="414823" y="647900"/>
                </a:lnTo>
                <a:lnTo>
                  <a:pt x="407299" y="630412"/>
                </a:lnTo>
                <a:lnTo>
                  <a:pt x="399764" y="612924"/>
                </a:lnTo>
                <a:lnTo>
                  <a:pt x="392230" y="595436"/>
                </a:lnTo>
                <a:lnTo>
                  <a:pt x="384705" y="577948"/>
                </a:lnTo>
                <a:lnTo>
                  <a:pt x="377171" y="560461"/>
                </a:lnTo>
                <a:lnTo>
                  <a:pt x="369637" y="542973"/>
                </a:lnTo>
                <a:lnTo>
                  <a:pt x="362102" y="525494"/>
                </a:lnTo>
                <a:lnTo>
                  <a:pt x="354578" y="508006"/>
                </a:lnTo>
                <a:lnTo>
                  <a:pt x="347043" y="490518"/>
                </a:lnTo>
                <a:lnTo>
                  <a:pt x="339509" y="473031"/>
                </a:lnTo>
                <a:lnTo>
                  <a:pt x="331984" y="455543"/>
                </a:lnTo>
                <a:lnTo>
                  <a:pt x="324450" y="438055"/>
                </a:lnTo>
                <a:lnTo>
                  <a:pt x="316916" y="420567"/>
                </a:lnTo>
                <a:lnTo>
                  <a:pt x="309382" y="403079"/>
                </a:lnTo>
                <a:lnTo>
                  <a:pt x="301857" y="385591"/>
                </a:lnTo>
                <a:lnTo>
                  <a:pt x="294323" y="368103"/>
                </a:lnTo>
                <a:lnTo>
                  <a:pt x="286788" y="350615"/>
                </a:lnTo>
                <a:lnTo>
                  <a:pt x="279254" y="333127"/>
                </a:lnTo>
                <a:lnTo>
                  <a:pt x="271729" y="315649"/>
                </a:lnTo>
                <a:lnTo>
                  <a:pt x="264195" y="298161"/>
                </a:lnTo>
                <a:lnTo>
                  <a:pt x="256661" y="280673"/>
                </a:lnTo>
                <a:lnTo>
                  <a:pt x="249136" y="263185"/>
                </a:lnTo>
                <a:lnTo>
                  <a:pt x="241602" y="245697"/>
                </a:lnTo>
                <a:lnTo>
                  <a:pt x="234067" y="228209"/>
                </a:lnTo>
                <a:lnTo>
                  <a:pt x="226533" y="210722"/>
                </a:lnTo>
                <a:lnTo>
                  <a:pt x="219008" y="193234"/>
                </a:lnTo>
                <a:lnTo>
                  <a:pt x="211474" y="175746"/>
                </a:lnTo>
                <a:lnTo>
                  <a:pt x="203940" y="158258"/>
                </a:lnTo>
                <a:lnTo>
                  <a:pt x="196415" y="140770"/>
                </a:lnTo>
                <a:lnTo>
                  <a:pt x="188881" y="123282"/>
                </a:lnTo>
                <a:lnTo>
                  <a:pt x="181346" y="105794"/>
                </a:lnTo>
                <a:lnTo>
                  <a:pt x="188766" y="94259"/>
                </a:lnTo>
                <a:lnTo>
                  <a:pt x="206254" y="86716"/>
                </a:lnTo>
                <a:lnTo>
                  <a:pt x="223733" y="79172"/>
                </a:lnTo>
                <a:lnTo>
                  <a:pt x="241221" y="71638"/>
                </a:lnTo>
                <a:lnTo>
                  <a:pt x="258699" y="64094"/>
                </a:lnTo>
                <a:lnTo>
                  <a:pt x="275168" y="56150"/>
                </a:lnTo>
                <a:lnTo>
                  <a:pt x="267529" y="38700"/>
                </a:lnTo>
                <a:lnTo>
                  <a:pt x="259899" y="21260"/>
                </a:lnTo>
                <a:lnTo>
                  <a:pt x="252270" y="3820"/>
                </a:lnTo>
                <a:lnTo>
                  <a:pt x="239249" y="0"/>
                </a:lnTo>
                <a:lnTo>
                  <a:pt x="221761" y="7515"/>
                </a:lnTo>
                <a:lnTo>
                  <a:pt x="204264" y="15030"/>
                </a:lnTo>
                <a:lnTo>
                  <a:pt x="186776" y="22546"/>
                </a:lnTo>
                <a:lnTo>
                  <a:pt x="169278" y="30061"/>
                </a:lnTo>
                <a:lnTo>
                  <a:pt x="151781" y="37586"/>
                </a:lnTo>
                <a:lnTo>
                  <a:pt x="134293" y="45101"/>
                </a:lnTo>
                <a:lnTo>
                  <a:pt x="116796" y="52616"/>
                </a:lnTo>
                <a:lnTo>
                  <a:pt x="99298" y="60131"/>
                </a:lnTo>
                <a:lnTo>
                  <a:pt x="81810" y="67647"/>
                </a:lnTo>
                <a:lnTo>
                  <a:pt x="64313" y="75162"/>
                </a:lnTo>
                <a:lnTo>
                  <a:pt x="46825" y="82677"/>
                </a:lnTo>
                <a:lnTo>
                  <a:pt x="29327" y="90192"/>
                </a:lnTo>
                <a:lnTo>
                  <a:pt x="11830" y="97707"/>
                </a:lnTo>
                <a:lnTo>
                  <a:pt x="0" y="107480"/>
                </a:lnTo>
                <a:lnTo>
                  <a:pt x="7534" y="124968"/>
                </a:lnTo>
                <a:lnTo>
                  <a:pt x="15069" y="142456"/>
                </a:lnTo>
                <a:lnTo>
                  <a:pt x="22593" y="159944"/>
                </a:lnTo>
                <a:lnTo>
                  <a:pt x="36909" y="160172"/>
                </a:lnTo>
                <a:lnTo>
                  <a:pt x="54331" y="152486"/>
                </a:lnTo>
                <a:lnTo>
                  <a:pt x="71752" y="144799"/>
                </a:lnTo>
                <a:lnTo>
                  <a:pt x="89173" y="137112"/>
                </a:lnTo>
                <a:lnTo>
                  <a:pt x="106594" y="129435"/>
                </a:lnTo>
                <a:lnTo>
                  <a:pt x="122939" y="124473"/>
                </a:lnTo>
                <a:lnTo>
                  <a:pt x="130464" y="141970"/>
                </a:lnTo>
                <a:lnTo>
                  <a:pt x="137989" y="159458"/>
                </a:lnTo>
                <a:lnTo>
                  <a:pt x="145504" y="176946"/>
                </a:lnTo>
                <a:lnTo>
                  <a:pt x="153029" y="194434"/>
                </a:lnTo>
                <a:lnTo>
                  <a:pt x="160553" y="211931"/>
                </a:lnTo>
                <a:lnTo>
                  <a:pt x="168078" y="229419"/>
                </a:lnTo>
                <a:lnTo>
                  <a:pt x="175603" y="246907"/>
                </a:lnTo>
                <a:lnTo>
                  <a:pt x="183128" y="264395"/>
                </a:lnTo>
                <a:lnTo>
                  <a:pt x="190652" y="281892"/>
                </a:lnTo>
                <a:lnTo>
                  <a:pt x="198177" y="299380"/>
                </a:lnTo>
                <a:lnTo>
                  <a:pt x="205702" y="316868"/>
                </a:lnTo>
                <a:lnTo>
                  <a:pt x="213217" y="334366"/>
                </a:lnTo>
                <a:lnTo>
                  <a:pt x="220742" y="351854"/>
                </a:lnTo>
                <a:lnTo>
                  <a:pt x="228267" y="369341"/>
                </a:lnTo>
                <a:lnTo>
                  <a:pt x="235791" y="386829"/>
                </a:lnTo>
                <a:lnTo>
                  <a:pt x="243316" y="404327"/>
                </a:lnTo>
                <a:lnTo>
                  <a:pt x="250841" y="421815"/>
                </a:lnTo>
                <a:lnTo>
                  <a:pt x="258366" y="439303"/>
                </a:lnTo>
                <a:lnTo>
                  <a:pt x="265890" y="456790"/>
                </a:lnTo>
                <a:lnTo>
                  <a:pt x="273415" y="474288"/>
                </a:lnTo>
                <a:lnTo>
                  <a:pt x="280940" y="491776"/>
                </a:lnTo>
                <a:lnTo>
                  <a:pt x="288455" y="509264"/>
                </a:lnTo>
                <a:lnTo>
                  <a:pt x="295980" y="526761"/>
                </a:lnTo>
                <a:lnTo>
                  <a:pt x="303505" y="544249"/>
                </a:lnTo>
                <a:lnTo>
                  <a:pt x="311029" y="561737"/>
                </a:lnTo>
                <a:lnTo>
                  <a:pt x="318554" y="579225"/>
                </a:lnTo>
                <a:lnTo>
                  <a:pt x="326079" y="596722"/>
                </a:lnTo>
                <a:lnTo>
                  <a:pt x="333604" y="614210"/>
                </a:lnTo>
                <a:lnTo>
                  <a:pt x="341128" y="631698"/>
                </a:lnTo>
                <a:lnTo>
                  <a:pt x="348653" y="649186"/>
                </a:lnTo>
                <a:lnTo>
                  <a:pt x="356168" y="666683"/>
                </a:lnTo>
                <a:lnTo>
                  <a:pt x="363693" y="684171"/>
                </a:lnTo>
                <a:lnTo>
                  <a:pt x="371218" y="701659"/>
                </a:lnTo>
                <a:lnTo>
                  <a:pt x="378743" y="719157"/>
                </a:lnTo>
                <a:lnTo>
                  <a:pt x="386267" y="736644"/>
                </a:lnTo>
                <a:lnTo>
                  <a:pt x="393792" y="754132"/>
                </a:lnTo>
                <a:lnTo>
                  <a:pt x="401317" y="771620"/>
                </a:lnTo>
                <a:lnTo>
                  <a:pt x="408842" y="789118"/>
                </a:lnTo>
                <a:lnTo>
                  <a:pt x="416366" y="806606"/>
                </a:lnTo>
                <a:lnTo>
                  <a:pt x="423891" y="824093"/>
                </a:lnTo>
                <a:lnTo>
                  <a:pt x="431406" y="841581"/>
                </a:lnTo>
                <a:lnTo>
                  <a:pt x="438931" y="859079"/>
                </a:lnTo>
                <a:lnTo>
                  <a:pt x="446456" y="876567"/>
                </a:lnTo>
                <a:lnTo>
                  <a:pt x="452685" y="893540"/>
                </a:lnTo>
                <a:lnTo>
                  <a:pt x="435207" y="901084"/>
                </a:lnTo>
                <a:lnTo>
                  <a:pt x="417719" y="908628"/>
                </a:lnTo>
                <a:lnTo>
                  <a:pt x="400241" y="916172"/>
                </a:lnTo>
                <a:lnTo>
                  <a:pt x="382753" y="923706"/>
                </a:lnTo>
                <a:lnTo>
                  <a:pt x="365274" y="931250"/>
                </a:lnTo>
                <a:lnTo>
                  <a:pt x="360207" y="943689"/>
                </a:lnTo>
                <a:lnTo>
                  <a:pt x="367846" y="961130"/>
                </a:lnTo>
                <a:lnTo>
                  <a:pt x="375476" y="978579"/>
                </a:lnTo>
                <a:lnTo>
                  <a:pt x="383105" y="99602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gate-2-label-link">
            <a:extLst xmlns:a="http://schemas.openxmlformats.org/drawingml/2006/main">
              <a:ext uri="{FF2B5EF4-FFF2-40B4-BE49-F238E27FC236}">
                <a16:creationId xmlns:a16="http://schemas.microsoft.com/office/drawing/2014/main" id="{DB866AD8-33E5-4251-9057-5838E94C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1343" y="3896678"/>
            <a:ext cx="517208" cy="874395"/>
          </a:xfrm>
          <a:custGeom xmlns:a="http://schemas.openxmlformats.org/drawingml/2006/main">
            <a:pathLst>
              <a:path w="517208" h="874395">
                <a:moveTo>
                  <a:pt x="0" y="0"/>
                </a:moveTo>
                <a:lnTo>
                  <a:pt x="9582" y="16193"/>
                </a:lnTo>
                <a:lnTo>
                  <a:pt x="19155" y="32385"/>
                </a:lnTo>
                <a:lnTo>
                  <a:pt x="28737" y="48578"/>
                </a:lnTo>
                <a:lnTo>
                  <a:pt x="38310" y="64770"/>
                </a:lnTo>
                <a:lnTo>
                  <a:pt x="47892" y="80963"/>
                </a:lnTo>
                <a:lnTo>
                  <a:pt x="57464" y="97155"/>
                </a:lnTo>
                <a:lnTo>
                  <a:pt x="67046" y="113348"/>
                </a:lnTo>
                <a:lnTo>
                  <a:pt x="76619" y="129540"/>
                </a:lnTo>
                <a:lnTo>
                  <a:pt x="86201" y="145733"/>
                </a:lnTo>
                <a:lnTo>
                  <a:pt x="95783" y="161925"/>
                </a:lnTo>
                <a:lnTo>
                  <a:pt x="105356" y="178118"/>
                </a:lnTo>
                <a:lnTo>
                  <a:pt x="114938" y="194310"/>
                </a:lnTo>
                <a:lnTo>
                  <a:pt x="124511" y="210503"/>
                </a:lnTo>
                <a:lnTo>
                  <a:pt x="134093" y="226695"/>
                </a:lnTo>
                <a:lnTo>
                  <a:pt x="143666" y="242888"/>
                </a:lnTo>
                <a:lnTo>
                  <a:pt x="153248" y="259080"/>
                </a:lnTo>
                <a:lnTo>
                  <a:pt x="162820" y="275273"/>
                </a:lnTo>
                <a:lnTo>
                  <a:pt x="172403" y="291465"/>
                </a:lnTo>
                <a:lnTo>
                  <a:pt x="181985" y="307658"/>
                </a:lnTo>
                <a:lnTo>
                  <a:pt x="191557" y="323850"/>
                </a:lnTo>
                <a:lnTo>
                  <a:pt x="201139" y="340043"/>
                </a:lnTo>
                <a:lnTo>
                  <a:pt x="210712" y="356235"/>
                </a:lnTo>
                <a:lnTo>
                  <a:pt x="220294" y="372428"/>
                </a:lnTo>
                <a:lnTo>
                  <a:pt x="229867" y="388620"/>
                </a:lnTo>
                <a:lnTo>
                  <a:pt x="239449" y="404813"/>
                </a:lnTo>
                <a:lnTo>
                  <a:pt x="249022" y="421005"/>
                </a:lnTo>
                <a:lnTo>
                  <a:pt x="258604" y="437198"/>
                </a:lnTo>
                <a:lnTo>
                  <a:pt x="268186" y="453390"/>
                </a:lnTo>
                <a:lnTo>
                  <a:pt x="277759" y="469583"/>
                </a:lnTo>
                <a:lnTo>
                  <a:pt x="287341" y="485775"/>
                </a:lnTo>
                <a:lnTo>
                  <a:pt x="296913" y="501968"/>
                </a:lnTo>
                <a:lnTo>
                  <a:pt x="306495" y="518160"/>
                </a:lnTo>
                <a:lnTo>
                  <a:pt x="316068" y="534353"/>
                </a:lnTo>
                <a:lnTo>
                  <a:pt x="325650" y="550545"/>
                </a:lnTo>
                <a:lnTo>
                  <a:pt x="335223" y="566738"/>
                </a:lnTo>
                <a:lnTo>
                  <a:pt x="344805" y="582930"/>
                </a:lnTo>
                <a:lnTo>
                  <a:pt x="354387" y="599123"/>
                </a:lnTo>
                <a:lnTo>
                  <a:pt x="363960" y="615315"/>
                </a:lnTo>
                <a:lnTo>
                  <a:pt x="373542" y="631508"/>
                </a:lnTo>
                <a:lnTo>
                  <a:pt x="383115" y="647700"/>
                </a:lnTo>
                <a:lnTo>
                  <a:pt x="392697" y="663893"/>
                </a:lnTo>
                <a:lnTo>
                  <a:pt x="402269" y="680085"/>
                </a:lnTo>
                <a:lnTo>
                  <a:pt x="411851" y="696278"/>
                </a:lnTo>
                <a:lnTo>
                  <a:pt x="421424" y="712470"/>
                </a:lnTo>
                <a:lnTo>
                  <a:pt x="431006" y="728663"/>
                </a:lnTo>
                <a:lnTo>
                  <a:pt x="440588" y="744855"/>
                </a:lnTo>
                <a:lnTo>
                  <a:pt x="450161" y="761048"/>
                </a:lnTo>
                <a:lnTo>
                  <a:pt x="459743" y="777240"/>
                </a:lnTo>
                <a:lnTo>
                  <a:pt x="469316" y="793433"/>
                </a:lnTo>
                <a:lnTo>
                  <a:pt x="478898" y="809625"/>
                </a:lnTo>
                <a:lnTo>
                  <a:pt x="488471" y="825818"/>
                </a:lnTo>
                <a:lnTo>
                  <a:pt x="498053" y="842010"/>
                </a:lnTo>
                <a:lnTo>
                  <a:pt x="507625" y="858203"/>
                </a:lnTo>
                <a:lnTo>
                  <a:pt x="517208" y="87439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95B6"/>
            </a:solidFill>
            <a:prstDash val="dash"/>
          </a:ln>
        </p:spPr>
      </p:sp>
      <p:sp>
        <p:nvSpPr>
          <p:cNvPr id="21" name="gate-1-content-surface">
            <a:extLst xmlns:a="http://schemas.openxmlformats.org/drawingml/2006/main">
              <a:ext uri="{FF2B5EF4-FFF2-40B4-BE49-F238E27FC236}">
                <a16:creationId xmlns:a16="http://schemas.microsoft.com/office/drawing/2014/main" id="{C5CAC202-6397-45F0-AB2A-DC3EC218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66" y="2783091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ate-2-content-surface">
            <a:extLst xmlns:a="http://schemas.openxmlformats.org/drawingml/2006/main">
              <a:ext uri="{FF2B5EF4-FFF2-40B4-BE49-F238E27FC236}">
                <a16:creationId xmlns:a16="http://schemas.microsoft.com/office/drawing/2014/main" id="{57D68B95-303B-4874-BB89-866EAFFF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770987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ate-1-check">
            <a:extLst xmlns:a="http://schemas.openxmlformats.org/drawingml/2006/main">
              <a:ext uri="{FF2B5EF4-FFF2-40B4-BE49-F238E27FC236}">
                <a16:creationId xmlns:a16="http://schemas.microsoft.com/office/drawing/2014/main" id="{7D0D720A-6C3E-42F8-A820-AEE743C5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7987" y="4408141"/>
            <a:ext cx="378028" cy="263728"/>
          </a:xfrm>
          <a:prstGeom xmlns:a="http://schemas.openxmlformats.org/drawingml/2006/main" prst="roundRect">
            <a:avLst>
              <a:gd name="adj" fmla="val 2889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gate-1-tag">
            <a:extLst xmlns:a="http://schemas.openxmlformats.org/drawingml/2006/main">
              <a:ext uri="{FF2B5EF4-FFF2-40B4-BE49-F238E27FC236}">
                <a16:creationId xmlns:a16="http://schemas.microsoft.com/office/drawing/2014/main" id="{46B7C7E7-FECA-499A-82B8-796ADC3F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66" y="2602116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门禁 01</a:t>
            </a:r>
          </a:p>
        </p:txBody>
      </p:sp>
      <p:sp>
        <p:nvSpPr>
          <p:cNvPr id="25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B40036D0-EFAE-4544-A015-B6D0CCC1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5991" y="2922241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范围评审</a:t>
            </a:r>
          </a:p>
        </p:txBody>
      </p:sp>
      <p:sp>
        <p:nvSpPr>
          <p:cNvPr id="26" name="gate-body-1">
            <a:extLst xmlns:a="http://schemas.openxmlformats.org/drawingml/2006/main">
              <a:ext uri="{FF2B5EF4-FFF2-40B4-BE49-F238E27FC236}">
                <a16:creationId xmlns:a16="http://schemas.microsoft.com/office/drawing/2014/main" id="{CC3105DD-C292-481D-B5E3-99B0DD4D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5991" y="3174949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目标与边界已确认</a:t>
            </a:r>
          </a:p>
        </p:txBody>
      </p:sp>
      <p:sp>
        <p:nvSpPr>
          <p:cNvPr id="27" name="gate-2-check">
            <a:extLst xmlns:a="http://schemas.openxmlformats.org/drawingml/2006/main">
              <a:ext uri="{FF2B5EF4-FFF2-40B4-BE49-F238E27FC236}">
                <a16:creationId xmlns:a16="http://schemas.microsoft.com/office/drawing/2014/main" id="{9B626859-CE9D-45B0-94D2-5CCC2264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4120" y="3771900"/>
            <a:ext cx="355254" cy="250479"/>
          </a:xfrm>
          <a:prstGeom xmlns:a="http://schemas.openxmlformats.org/drawingml/2006/main" prst="roundRect">
            <a:avLst>
              <a:gd name="adj" fmla="val 3042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gate-2-tag">
            <a:extLst xmlns:a="http://schemas.openxmlformats.org/drawingml/2006/main">
              <a:ext uri="{FF2B5EF4-FFF2-40B4-BE49-F238E27FC236}">
                <a16:creationId xmlns:a16="http://schemas.microsoft.com/office/drawing/2014/main" id="{3FABC09B-823F-4E28-8051-A06EF6C2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590012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门禁 02</a:t>
            </a:r>
          </a:p>
        </p:txBody>
      </p:sp>
      <p:sp>
        <p:nvSpPr>
          <p:cNvPr id="29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AF3DFD12-F239-4955-A21A-204712DE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910138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方案评审</a:t>
            </a:r>
          </a:p>
        </p:txBody>
      </p:sp>
      <p:sp>
        <p:nvSpPr>
          <p:cNvPr id="30" name="gate-body-2">
            <a:extLst xmlns:a="http://schemas.openxmlformats.org/drawingml/2006/main">
              <a:ext uri="{FF2B5EF4-FFF2-40B4-BE49-F238E27FC236}">
                <a16:creationId xmlns:a16="http://schemas.microsoft.com/office/drawing/2014/main" id="{C37BC87E-7A27-4D74-B023-ADDDEBBC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5162845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资源与路径可执行</a:t>
            </a:r>
          </a:p>
        </p:txBody>
      </p:sp>
    </p:spTree>
    <p:extLst>
      <p:ext uri="{BB962C8B-B14F-4D97-AF65-F5344CB8AC3E}">
        <p14:creationId xmlns:p14="http://schemas.microsoft.com/office/powerpoint/2010/main" val="1078536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flow-bank">
            <a:extLst xmlns:a="http://schemas.openxmlformats.org/drawingml/2006/main">
              <a:ext uri="{FF2B5EF4-FFF2-40B4-BE49-F238E27FC236}">
                <a16:creationId xmlns:a16="http://schemas.microsoft.com/office/drawing/2014/main" id="{A119A146-5A8A-4E6D-9FCC-59A378E9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2118150"/>
            <a:ext cx="10401462" cy="3886905"/>
          </a:xfrm>
          <a:custGeom xmlns:a="http://schemas.openxmlformats.org/drawingml/2006/main">
            <a:pathLst>
              <a:path w="10401462" h="3886905">
                <a:moveTo>
                  <a:pt x="0" y="3731152"/>
                </a:moveTo>
                <a:lnTo>
                  <a:pt x="94564" y="3755917"/>
                </a:lnTo>
                <a:lnTo>
                  <a:pt x="189119" y="3780682"/>
                </a:lnTo>
                <a:lnTo>
                  <a:pt x="283683" y="3805447"/>
                </a:lnTo>
                <a:lnTo>
                  <a:pt x="378247" y="3830212"/>
                </a:lnTo>
                <a:lnTo>
                  <a:pt x="473754" y="3849624"/>
                </a:lnTo>
                <a:lnTo>
                  <a:pt x="571062" y="3858949"/>
                </a:lnTo>
                <a:lnTo>
                  <a:pt x="668369" y="3868264"/>
                </a:lnTo>
                <a:lnTo>
                  <a:pt x="765677" y="3877589"/>
                </a:lnTo>
                <a:lnTo>
                  <a:pt x="862984" y="3886905"/>
                </a:lnTo>
                <a:lnTo>
                  <a:pt x="960520" y="3881438"/>
                </a:lnTo>
                <a:lnTo>
                  <a:pt x="1058075" y="3875208"/>
                </a:lnTo>
                <a:lnTo>
                  <a:pt x="1155630" y="3868979"/>
                </a:lnTo>
                <a:lnTo>
                  <a:pt x="1253185" y="3862759"/>
                </a:lnTo>
                <a:lnTo>
                  <a:pt x="1349054" y="3844547"/>
                </a:lnTo>
                <a:lnTo>
                  <a:pt x="1444562" y="3823735"/>
                </a:lnTo>
                <a:lnTo>
                  <a:pt x="1540078" y="3802913"/>
                </a:lnTo>
                <a:lnTo>
                  <a:pt x="1635585" y="3782101"/>
                </a:lnTo>
                <a:lnTo>
                  <a:pt x="1728083" y="3750650"/>
                </a:lnTo>
                <a:lnTo>
                  <a:pt x="1820370" y="3718417"/>
                </a:lnTo>
                <a:lnTo>
                  <a:pt x="1912649" y="3686175"/>
                </a:lnTo>
                <a:lnTo>
                  <a:pt x="2004012" y="3651647"/>
                </a:lnTo>
                <a:lnTo>
                  <a:pt x="2092823" y="3610823"/>
                </a:lnTo>
                <a:lnTo>
                  <a:pt x="2181644" y="3569999"/>
                </a:lnTo>
                <a:lnTo>
                  <a:pt x="2270465" y="3529174"/>
                </a:lnTo>
                <a:lnTo>
                  <a:pt x="2357180" y="3484112"/>
                </a:lnTo>
                <a:lnTo>
                  <a:pt x="2443410" y="3438077"/>
                </a:lnTo>
                <a:lnTo>
                  <a:pt x="2529650" y="3392053"/>
                </a:lnTo>
                <a:lnTo>
                  <a:pt x="2615060" y="3344532"/>
                </a:lnTo>
                <a:lnTo>
                  <a:pt x="2699785" y="3295774"/>
                </a:lnTo>
                <a:lnTo>
                  <a:pt x="2784500" y="3247015"/>
                </a:lnTo>
                <a:lnTo>
                  <a:pt x="2869225" y="3198257"/>
                </a:lnTo>
                <a:lnTo>
                  <a:pt x="2953960" y="3149517"/>
                </a:lnTo>
                <a:lnTo>
                  <a:pt x="3038694" y="3100788"/>
                </a:lnTo>
                <a:lnTo>
                  <a:pt x="3124000" y="3053067"/>
                </a:lnTo>
                <a:lnTo>
                  <a:pt x="3210058" y="3006700"/>
                </a:lnTo>
                <a:lnTo>
                  <a:pt x="3296107" y="2960341"/>
                </a:lnTo>
                <a:lnTo>
                  <a:pt x="3383537" y="2916698"/>
                </a:lnTo>
                <a:lnTo>
                  <a:pt x="3471986" y="2875074"/>
                </a:lnTo>
                <a:lnTo>
                  <a:pt x="3560435" y="2833449"/>
                </a:lnTo>
                <a:lnTo>
                  <a:pt x="3651409" y="2797807"/>
                </a:lnTo>
                <a:lnTo>
                  <a:pt x="3742906" y="2763403"/>
                </a:lnTo>
                <a:lnTo>
                  <a:pt x="3834832" y="2730351"/>
                </a:lnTo>
                <a:lnTo>
                  <a:pt x="3929367" y="2705481"/>
                </a:lnTo>
                <a:lnTo>
                  <a:pt x="4023893" y="2680602"/>
                </a:lnTo>
                <a:lnTo>
                  <a:pt x="4119467" y="2660894"/>
                </a:lnTo>
                <a:lnTo>
                  <a:pt x="4216260" y="2647207"/>
                </a:lnTo>
                <a:lnTo>
                  <a:pt x="4313053" y="2633529"/>
                </a:lnTo>
                <a:lnTo>
                  <a:pt x="4410475" y="2627595"/>
                </a:lnTo>
                <a:lnTo>
                  <a:pt x="4508192" y="2625357"/>
                </a:lnTo>
                <a:lnTo>
                  <a:pt x="4605919" y="2623118"/>
                </a:lnTo>
                <a:lnTo>
                  <a:pt x="4703645" y="2620880"/>
                </a:lnTo>
                <a:lnTo>
                  <a:pt x="4800971" y="2612184"/>
                </a:lnTo>
                <a:lnTo>
                  <a:pt x="4898222" y="2602316"/>
                </a:lnTo>
                <a:lnTo>
                  <a:pt x="4995472" y="2592448"/>
                </a:lnTo>
                <a:lnTo>
                  <a:pt x="5092732" y="2582580"/>
                </a:lnTo>
                <a:lnTo>
                  <a:pt x="5189572" y="2570197"/>
                </a:lnTo>
                <a:lnTo>
                  <a:pt x="5284899" y="2548566"/>
                </a:lnTo>
                <a:lnTo>
                  <a:pt x="5380225" y="2526944"/>
                </a:lnTo>
                <a:lnTo>
                  <a:pt x="5475551" y="2505323"/>
                </a:lnTo>
                <a:lnTo>
                  <a:pt x="5570887" y="2483691"/>
                </a:lnTo>
                <a:lnTo>
                  <a:pt x="5663565" y="2452792"/>
                </a:lnTo>
                <a:lnTo>
                  <a:pt x="5755938" y="2420826"/>
                </a:lnTo>
                <a:lnTo>
                  <a:pt x="5848312" y="2388860"/>
                </a:lnTo>
                <a:lnTo>
                  <a:pt x="5940695" y="2356885"/>
                </a:lnTo>
                <a:lnTo>
                  <a:pt x="6030335" y="2318042"/>
                </a:lnTo>
                <a:lnTo>
                  <a:pt x="6119479" y="2277923"/>
                </a:lnTo>
                <a:lnTo>
                  <a:pt x="6208624" y="2237813"/>
                </a:lnTo>
                <a:lnTo>
                  <a:pt x="6297759" y="2197703"/>
                </a:lnTo>
                <a:lnTo>
                  <a:pt x="6384303" y="2152250"/>
                </a:lnTo>
                <a:lnTo>
                  <a:pt x="6470837" y="2106787"/>
                </a:lnTo>
                <a:lnTo>
                  <a:pt x="6557372" y="2061324"/>
                </a:lnTo>
                <a:lnTo>
                  <a:pt x="6643478" y="2015071"/>
                </a:lnTo>
                <a:lnTo>
                  <a:pt x="6728641" y="1967084"/>
                </a:lnTo>
                <a:lnTo>
                  <a:pt x="6813804" y="1919097"/>
                </a:lnTo>
                <a:lnTo>
                  <a:pt x="6898967" y="1871110"/>
                </a:lnTo>
                <a:lnTo>
                  <a:pt x="6984235" y="1823314"/>
                </a:lnTo>
                <a:lnTo>
                  <a:pt x="7069541" y="1775593"/>
                </a:lnTo>
                <a:lnTo>
                  <a:pt x="7154856" y="1727873"/>
                </a:lnTo>
                <a:lnTo>
                  <a:pt x="7240353" y="1680496"/>
                </a:lnTo>
                <a:lnTo>
                  <a:pt x="7327144" y="1635528"/>
                </a:lnTo>
                <a:lnTo>
                  <a:pt x="7413946" y="1590561"/>
                </a:lnTo>
                <a:lnTo>
                  <a:pt x="7500737" y="1545593"/>
                </a:lnTo>
                <a:lnTo>
                  <a:pt x="7588587" y="1502797"/>
                </a:lnTo>
                <a:lnTo>
                  <a:pt x="7677569" y="1462326"/>
                </a:lnTo>
                <a:lnTo>
                  <a:pt x="7766542" y="1421863"/>
                </a:lnTo>
                <a:lnTo>
                  <a:pt x="7855525" y="1381392"/>
                </a:lnTo>
                <a:lnTo>
                  <a:pt x="7946393" y="1345502"/>
                </a:lnTo>
                <a:lnTo>
                  <a:pt x="8038090" y="1311640"/>
                </a:lnTo>
                <a:lnTo>
                  <a:pt x="8129788" y="1277788"/>
                </a:lnTo>
                <a:lnTo>
                  <a:pt x="8221494" y="1243927"/>
                </a:lnTo>
                <a:lnTo>
                  <a:pt x="8314734" y="1214838"/>
                </a:lnTo>
                <a:lnTo>
                  <a:pt x="8408851" y="1188406"/>
                </a:lnTo>
                <a:lnTo>
                  <a:pt x="8502958" y="1161974"/>
                </a:lnTo>
                <a:lnTo>
                  <a:pt x="8597065" y="1135551"/>
                </a:lnTo>
                <a:lnTo>
                  <a:pt x="8691582" y="1110815"/>
                </a:lnTo>
                <a:lnTo>
                  <a:pt x="8787603" y="1092537"/>
                </a:lnTo>
                <a:lnTo>
                  <a:pt x="8883634" y="1074258"/>
                </a:lnTo>
                <a:lnTo>
                  <a:pt x="8979656" y="1055970"/>
                </a:lnTo>
                <a:lnTo>
                  <a:pt x="9075687" y="1037692"/>
                </a:lnTo>
                <a:lnTo>
                  <a:pt x="9172023" y="1021547"/>
                </a:lnTo>
                <a:lnTo>
                  <a:pt x="9269263" y="1011517"/>
                </a:lnTo>
                <a:lnTo>
                  <a:pt x="9366494" y="1001487"/>
                </a:lnTo>
                <a:lnTo>
                  <a:pt x="9463726" y="991457"/>
                </a:lnTo>
                <a:lnTo>
                  <a:pt x="9560966" y="981427"/>
                </a:lnTo>
                <a:lnTo>
                  <a:pt x="9658198" y="971398"/>
                </a:lnTo>
                <a:lnTo>
                  <a:pt x="9694174" y="1031986"/>
                </a:lnTo>
                <a:lnTo>
                  <a:pt x="9726282" y="1065895"/>
                </a:lnTo>
                <a:lnTo>
                  <a:pt x="9801301" y="1003230"/>
                </a:lnTo>
                <a:lnTo>
                  <a:pt x="9876320" y="940565"/>
                </a:lnTo>
                <a:lnTo>
                  <a:pt x="9951339" y="877891"/>
                </a:lnTo>
                <a:lnTo>
                  <a:pt x="10026367" y="815226"/>
                </a:lnTo>
                <a:lnTo>
                  <a:pt x="10101386" y="752561"/>
                </a:lnTo>
                <a:lnTo>
                  <a:pt x="10176405" y="689896"/>
                </a:lnTo>
                <a:lnTo>
                  <a:pt x="10251424" y="627221"/>
                </a:lnTo>
                <a:lnTo>
                  <a:pt x="10326443" y="564556"/>
                </a:lnTo>
                <a:lnTo>
                  <a:pt x="10401462" y="501891"/>
                </a:lnTo>
                <a:lnTo>
                  <a:pt x="10334596" y="445589"/>
                </a:lnTo>
                <a:lnTo>
                  <a:pt x="10254272" y="389887"/>
                </a:lnTo>
                <a:lnTo>
                  <a:pt x="10173938" y="334194"/>
                </a:lnTo>
                <a:lnTo>
                  <a:pt x="10093604" y="278492"/>
                </a:lnTo>
                <a:lnTo>
                  <a:pt x="10013280" y="222790"/>
                </a:lnTo>
                <a:lnTo>
                  <a:pt x="9932946" y="167097"/>
                </a:lnTo>
                <a:lnTo>
                  <a:pt x="9852622" y="111395"/>
                </a:lnTo>
                <a:lnTo>
                  <a:pt x="9772288" y="55702"/>
                </a:lnTo>
                <a:lnTo>
                  <a:pt x="9691954" y="0"/>
                </a:lnTo>
                <a:lnTo>
                  <a:pt x="9648587" y="11687"/>
                </a:lnTo>
                <a:lnTo>
                  <a:pt x="9633985" y="92821"/>
                </a:lnTo>
                <a:lnTo>
                  <a:pt x="9536449" y="99308"/>
                </a:lnTo>
                <a:lnTo>
                  <a:pt x="9438913" y="105785"/>
                </a:lnTo>
                <a:lnTo>
                  <a:pt x="9341377" y="112271"/>
                </a:lnTo>
                <a:lnTo>
                  <a:pt x="9243841" y="118748"/>
                </a:lnTo>
                <a:lnTo>
                  <a:pt x="9146305" y="125235"/>
                </a:lnTo>
                <a:lnTo>
                  <a:pt x="9048769" y="131712"/>
                </a:lnTo>
                <a:lnTo>
                  <a:pt x="8951919" y="144694"/>
                </a:lnTo>
                <a:lnTo>
                  <a:pt x="8855183" y="158706"/>
                </a:lnTo>
                <a:lnTo>
                  <a:pt x="8758438" y="172717"/>
                </a:lnTo>
                <a:lnTo>
                  <a:pt x="8661692" y="186728"/>
                </a:lnTo>
                <a:lnTo>
                  <a:pt x="8564956" y="200739"/>
                </a:lnTo>
                <a:lnTo>
                  <a:pt x="8468439" y="215951"/>
                </a:lnTo>
                <a:lnTo>
                  <a:pt x="8373170" y="237849"/>
                </a:lnTo>
                <a:lnTo>
                  <a:pt x="8277901" y="259756"/>
                </a:lnTo>
                <a:lnTo>
                  <a:pt x="8182642" y="281654"/>
                </a:lnTo>
                <a:lnTo>
                  <a:pt x="8087373" y="303552"/>
                </a:lnTo>
                <a:lnTo>
                  <a:pt x="7992104" y="325450"/>
                </a:lnTo>
                <a:lnTo>
                  <a:pt x="7898663" y="354082"/>
                </a:lnTo>
                <a:lnTo>
                  <a:pt x="7805347" y="383200"/>
                </a:lnTo>
                <a:lnTo>
                  <a:pt x="7712031" y="412309"/>
                </a:lnTo>
                <a:lnTo>
                  <a:pt x="7618714" y="441417"/>
                </a:lnTo>
                <a:lnTo>
                  <a:pt x="7525731" y="471488"/>
                </a:lnTo>
                <a:lnTo>
                  <a:pt x="7434548" y="506711"/>
                </a:lnTo>
                <a:lnTo>
                  <a:pt x="7343356" y="541925"/>
                </a:lnTo>
                <a:lnTo>
                  <a:pt x="7252173" y="577148"/>
                </a:lnTo>
                <a:lnTo>
                  <a:pt x="7160990" y="612372"/>
                </a:lnTo>
                <a:lnTo>
                  <a:pt x="7071208" y="650977"/>
                </a:lnTo>
                <a:lnTo>
                  <a:pt x="6981901" y="690715"/>
                </a:lnTo>
                <a:lnTo>
                  <a:pt x="6892595" y="730463"/>
                </a:lnTo>
                <a:lnTo>
                  <a:pt x="6803288" y="770201"/>
                </a:lnTo>
                <a:lnTo>
                  <a:pt x="6714773" y="811663"/>
                </a:lnTo>
                <a:lnTo>
                  <a:pt x="6626647" y="853954"/>
                </a:lnTo>
                <a:lnTo>
                  <a:pt x="6538522" y="896255"/>
                </a:lnTo>
                <a:lnTo>
                  <a:pt x="6450387" y="938546"/>
                </a:lnTo>
                <a:lnTo>
                  <a:pt x="6362357" y="981027"/>
                </a:lnTo>
                <a:lnTo>
                  <a:pt x="6274327" y="1023537"/>
                </a:lnTo>
                <a:lnTo>
                  <a:pt x="6186307" y="1066038"/>
                </a:lnTo>
                <a:lnTo>
                  <a:pt x="6097667" y="1107224"/>
                </a:lnTo>
                <a:lnTo>
                  <a:pt x="6008256" y="1146734"/>
                </a:lnTo>
                <a:lnTo>
                  <a:pt x="5918845" y="1186244"/>
                </a:lnTo>
                <a:lnTo>
                  <a:pt x="5828909" y="1224467"/>
                </a:lnTo>
                <a:lnTo>
                  <a:pt x="5737269" y="1258481"/>
                </a:lnTo>
                <a:lnTo>
                  <a:pt x="5645629" y="1292495"/>
                </a:lnTo>
                <a:lnTo>
                  <a:pt x="5553437" y="1324804"/>
                </a:lnTo>
                <a:lnTo>
                  <a:pt x="5459168" y="1350664"/>
                </a:lnTo>
                <a:lnTo>
                  <a:pt x="5364899" y="1376524"/>
                </a:lnTo>
                <a:lnTo>
                  <a:pt x="5269954" y="1399270"/>
                </a:lnTo>
                <a:lnTo>
                  <a:pt x="5173437" y="1414720"/>
                </a:lnTo>
                <a:lnTo>
                  <a:pt x="5076911" y="1430160"/>
                </a:lnTo>
                <a:lnTo>
                  <a:pt x="4979994" y="1441694"/>
                </a:lnTo>
                <a:lnTo>
                  <a:pt x="4882325" y="1445552"/>
                </a:lnTo>
                <a:lnTo>
                  <a:pt x="4784646" y="1449410"/>
                </a:lnTo>
                <a:lnTo>
                  <a:pt x="4686967" y="1452343"/>
                </a:lnTo>
                <a:lnTo>
                  <a:pt x="4589278" y="1449067"/>
                </a:lnTo>
                <a:lnTo>
                  <a:pt x="4491580" y="1445781"/>
                </a:lnTo>
                <a:lnTo>
                  <a:pt x="4393883" y="1442504"/>
                </a:lnTo>
                <a:lnTo>
                  <a:pt x="4296194" y="1439875"/>
                </a:lnTo>
                <a:lnTo>
                  <a:pt x="4198687" y="1446724"/>
                </a:lnTo>
                <a:lnTo>
                  <a:pt x="4101179" y="1453582"/>
                </a:lnTo>
                <a:lnTo>
                  <a:pt x="4003662" y="1460440"/>
                </a:lnTo>
                <a:lnTo>
                  <a:pt x="3906155" y="1467288"/>
                </a:lnTo>
                <a:lnTo>
                  <a:pt x="3809762" y="1482776"/>
                </a:lnTo>
                <a:lnTo>
                  <a:pt x="3713740" y="1501045"/>
                </a:lnTo>
                <a:lnTo>
                  <a:pt x="3617709" y="1519314"/>
                </a:lnTo>
                <a:lnTo>
                  <a:pt x="3521678" y="1537583"/>
                </a:lnTo>
                <a:lnTo>
                  <a:pt x="3427228" y="1562357"/>
                </a:lnTo>
                <a:lnTo>
                  <a:pt x="3333483" y="1590056"/>
                </a:lnTo>
                <a:lnTo>
                  <a:pt x="3239738" y="1617764"/>
                </a:lnTo>
                <a:lnTo>
                  <a:pt x="3145993" y="1645463"/>
                </a:lnTo>
                <a:lnTo>
                  <a:pt x="3054344" y="1679315"/>
                </a:lnTo>
                <a:lnTo>
                  <a:pt x="2963085" y="1714357"/>
                </a:lnTo>
                <a:lnTo>
                  <a:pt x="2871826" y="1749390"/>
                </a:lnTo>
                <a:lnTo>
                  <a:pt x="2780967" y="1785385"/>
                </a:lnTo>
                <a:lnTo>
                  <a:pt x="2691717" y="1825266"/>
                </a:lnTo>
                <a:lnTo>
                  <a:pt x="2602478" y="1865147"/>
                </a:lnTo>
                <a:lnTo>
                  <a:pt x="2513228" y="1905029"/>
                </a:lnTo>
                <a:lnTo>
                  <a:pt x="2424760" y="1946596"/>
                </a:lnTo>
                <a:lnTo>
                  <a:pt x="2336511" y="1988630"/>
                </a:lnTo>
                <a:lnTo>
                  <a:pt x="2248262" y="2030663"/>
                </a:lnTo>
                <a:lnTo>
                  <a:pt x="2160118" y="2072926"/>
                </a:lnTo>
                <a:lnTo>
                  <a:pt x="2072049" y="2115341"/>
                </a:lnTo>
                <a:lnTo>
                  <a:pt x="1983981" y="2157755"/>
                </a:lnTo>
                <a:lnTo>
                  <a:pt x="1894932" y="2198046"/>
                </a:lnTo>
                <a:lnTo>
                  <a:pt x="1805340" y="2237146"/>
                </a:lnTo>
                <a:lnTo>
                  <a:pt x="1715757" y="2276256"/>
                </a:lnTo>
                <a:lnTo>
                  <a:pt x="1623965" y="2309860"/>
                </a:lnTo>
                <a:lnTo>
                  <a:pt x="1532106" y="2343264"/>
                </a:lnTo>
                <a:lnTo>
                  <a:pt x="1438704" y="2371754"/>
                </a:lnTo>
                <a:lnTo>
                  <a:pt x="1344139" y="2396519"/>
                </a:lnTo>
                <a:lnTo>
                  <a:pt x="1248461" y="2415454"/>
                </a:lnTo>
                <a:lnTo>
                  <a:pt x="1151439" y="2427399"/>
                </a:lnTo>
                <a:lnTo>
                  <a:pt x="1054037" y="2431771"/>
                </a:lnTo>
                <a:lnTo>
                  <a:pt x="956310" y="2429685"/>
                </a:lnTo>
                <a:lnTo>
                  <a:pt x="859727" y="2416435"/>
                </a:lnTo>
                <a:lnTo>
                  <a:pt x="763629" y="2398566"/>
                </a:lnTo>
                <a:lnTo>
                  <a:pt x="670208" y="2370477"/>
                </a:lnTo>
                <a:lnTo>
                  <a:pt x="577767" y="2338711"/>
                </a:lnTo>
                <a:lnTo>
                  <a:pt x="508530" y="2355894"/>
                </a:lnTo>
                <a:lnTo>
                  <a:pt x="474631" y="2447573"/>
                </a:lnTo>
                <a:lnTo>
                  <a:pt x="440722" y="2539260"/>
                </a:lnTo>
                <a:lnTo>
                  <a:pt x="406822" y="2630938"/>
                </a:lnTo>
                <a:lnTo>
                  <a:pt x="372923" y="2722626"/>
                </a:lnTo>
                <a:lnTo>
                  <a:pt x="339023" y="2814314"/>
                </a:lnTo>
                <a:lnTo>
                  <a:pt x="305114" y="2905992"/>
                </a:lnTo>
                <a:lnTo>
                  <a:pt x="271215" y="2997679"/>
                </a:lnTo>
                <a:lnTo>
                  <a:pt x="237315" y="3089358"/>
                </a:lnTo>
                <a:lnTo>
                  <a:pt x="203416" y="3181045"/>
                </a:lnTo>
                <a:lnTo>
                  <a:pt x="169507" y="3272733"/>
                </a:lnTo>
                <a:lnTo>
                  <a:pt x="135607" y="3364411"/>
                </a:lnTo>
                <a:lnTo>
                  <a:pt x="101708" y="3456099"/>
                </a:lnTo>
                <a:lnTo>
                  <a:pt x="67808" y="3547777"/>
                </a:lnTo>
                <a:lnTo>
                  <a:pt x="33899" y="3639464"/>
                </a:lnTo>
                <a:lnTo>
                  <a:pt x="0" y="37311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EE8F8"/>
            </a:solidFill>
            <a:prstDash val="solid"/>
          </a:ln>
        </p:spPr>
      </p:sp>
      <p:sp>
        <p:nvSpPr>
          <p:cNvPr id="2" name="flow-phase-1">
            <a:extLst xmlns:a="http://schemas.openxmlformats.org/drawingml/2006/main">
              <a:ext uri="{FF2B5EF4-FFF2-40B4-BE49-F238E27FC236}">
                <a16:creationId xmlns:a16="http://schemas.microsoft.com/office/drawing/2014/main" id="{B8864A73-D43B-4712-AAE2-5155DC10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8" y="4071833"/>
            <a:ext cx="3097740" cy="1846945"/>
          </a:xfrm>
          <a:custGeom xmlns:a="http://schemas.openxmlformats.org/drawingml/2006/main">
            <a:pathLst>
              <a:path w="3097740" h="1846945">
                <a:moveTo>
                  <a:pt x="0" y="1697460"/>
                </a:moveTo>
                <a:lnTo>
                  <a:pt x="32366" y="1706013"/>
                </a:lnTo>
                <a:lnTo>
                  <a:pt x="64722" y="1714567"/>
                </a:lnTo>
                <a:lnTo>
                  <a:pt x="97088" y="1723120"/>
                </a:lnTo>
                <a:lnTo>
                  <a:pt x="129454" y="1731674"/>
                </a:lnTo>
                <a:lnTo>
                  <a:pt x="161811" y="1740227"/>
                </a:lnTo>
                <a:lnTo>
                  <a:pt x="194177" y="1748780"/>
                </a:lnTo>
                <a:lnTo>
                  <a:pt x="226543" y="1757334"/>
                </a:lnTo>
                <a:lnTo>
                  <a:pt x="258909" y="1765887"/>
                </a:lnTo>
                <a:lnTo>
                  <a:pt x="291265" y="1774441"/>
                </a:lnTo>
                <a:lnTo>
                  <a:pt x="323631" y="1782994"/>
                </a:lnTo>
                <a:lnTo>
                  <a:pt x="355997" y="1791548"/>
                </a:lnTo>
                <a:lnTo>
                  <a:pt x="388353" y="1800101"/>
                </a:lnTo>
                <a:lnTo>
                  <a:pt x="421291" y="1805588"/>
                </a:lnTo>
                <a:lnTo>
                  <a:pt x="454552" y="1809350"/>
                </a:lnTo>
                <a:lnTo>
                  <a:pt x="487823" y="1813103"/>
                </a:lnTo>
                <a:lnTo>
                  <a:pt x="521084" y="1816865"/>
                </a:lnTo>
                <a:lnTo>
                  <a:pt x="554345" y="1820628"/>
                </a:lnTo>
                <a:lnTo>
                  <a:pt x="587607" y="1824390"/>
                </a:lnTo>
                <a:lnTo>
                  <a:pt x="620868" y="1828143"/>
                </a:lnTo>
                <a:lnTo>
                  <a:pt x="654129" y="1831905"/>
                </a:lnTo>
                <a:lnTo>
                  <a:pt x="687391" y="1835668"/>
                </a:lnTo>
                <a:lnTo>
                  <a:pt x="720652" y="1839420"/>
                </a:lnTo>
                <a:lnTo>
                  <a:pt x="753923" y="1843183"/>
                </a:lnTo>
                <a:lnTo>
                  <a:pt x="787184" y="1846945"/>
                </a:lnTo>
                <a:lnTo>
                  <a:pt x="820626" y="1845726"/>
                </a:lnTo>
                <a:lnTo>
                  <a:pt x="854078" y="1844421"/>
                </a:lnTo>
                <a:lnTo>
                  <a:pt x="887520" y="1843126"/>
                </a:lnTo>
                <a:lnTo>
                  <a:pt x="920972" y="1841821"/>
                </a:lnTo>
                <a:lnTo>
                  <a:pt x="954424" y="1840525"/>
                </a:lnTo>
                <a:lnTo>
                  <a:pt x="987876" y="1839220"/>
                </a:lnTo>
                <a:lnTo>
                  <a:pt x="1021318" y="1837925"/>
                </a:lnTo>
                <a:lnTo>
                  <a:pt x="1054770" y="1836630"/>
                </a:lnTo>
                <a:lnTo>
                  <a:pt x="1088222" y="1835325"/>
                </a:lnTo>
                <a:lnTo>
                  <a:pt x="1121664" y="1834029"/>
                </a:lnTo>
                <a:lnTo>
                  <a:pt x="1155116" y="1832724"/>
                </a:lnTo>
                <a:lnTo>
                  <a:pt x="1188053" y="1826743"/>
                </a:lnTo>
                <a:lnTo>
                  <a:pt x="1220981" y="1820723"/>
                </a:lnTo>
                <a:lnTo>
                  <a:pt x="1253909" y="1814703"/>
                </a:lnTo>
                <a:lnTo>
                  <a:pt x="1286837" y="1808683"/>
                </a:lnTo>
                <a:lnTo>
                  <a:pt x="1319765" y="1802663"/>
                </a:lnTo>
                <a:lnTo>
                  <a:pt x="1352693" y="1796644"/>
                </a:lnTo>
                <a:lnTo>
                  <a:pt x="1385621" y="1790624"/>
                </a:lnTo>
                <a:lnTo>
                  <a:pt x="1418549" y="1784604"/>
                </a:lnTo>
                <a:lnTo>
                  <a:pt x="1451477" y="1778584"/>
                </a:lnTo>
                <a:lnTo>
                  <a:pt x="1484405" y="1772564"/>
                </a:lnTo>
                <a:lnTo>
                  <a:pt x="1516790" y="1764335"/>
                </a:lnTo>
                <a:lnTo>
                  <a:pt x="1548727" y="1754305"/>
                </a:lnTo>
                <a:lnTo>
                  <a:pt x="1580655" y="1744266"/>
                </a:lnTo>
                <a:lnTo>
                  <a:pt x="1612592" y="1734236"/>
                </a:lnTo>
                <a:lnTo>
                  <a:pt x="1644529" y="1724196"/>
                </a:lnTo>
                <a:lnTo>
                  <a:pt x="1676467" y="1714167"/>
                </a:lnTo>
                <a:lnTo>
                  <a:pt x="1708394" y="1704127"/>
                </a:lnTo>
                <a:lnTo>
                  <a:pt x="1740332" y="1694097"/>
                </a:lnTo>
                <a:lnTo>
                  <a:pt x="1772269" y="1684068"/>
                </a:lnTo>
                <a:lnTo>
                  <a:pt x="1804206" y="1674028"/>
                </a:lnTo>
                <a:lnTo>
                  <a:pt x="1835382" y="1661932"/>
                </a:lnTo>
                <a:lnTo>
                  <a:pt x="1866195" y="1648863"/>
                </a:lnTo>
                <a:lnTo>
                  <a:pt x="1897009" y="1635785"/>
                </a:lnTo>
                <a:lnTo>
                  <a:pt x="1927822" y="1622708"/>
                </a:lnTo>
                <a:lnTo>
                  <a:pt x="1958635" y="1609630"/>
                </a:lnTo>
                <a:lnTo>
                  <a:pt x="1989449" y="1596552"/>
                </a:lnTo>
                <a:lnTo>
                  <a:pt x="2020262" y="1583484"/>
                </a:lnTo>
                <a:lnTo>
                  <a:pt x="2051085" y="1570406"/>
                </a:lnTo>
                <a:lnTo>
                  <a:pt x="2081898" y="1557328"/>
                </a:lnTo>
                <a:lnTo>
                  <a:pt x="2112445" y="1543679"/>
                </a:lnTo>
                <a:lnTo>
                  <a:pt x="2142296" y="1528534"/>
                </a:lnTo>
                <a:lnTo>
                  <a:pt x="2172148" y="1513399"/>
                </a:lnTo>
                <a:lnTo>
                  <a:pt x="2202009" y="1498254"/>
                </a:lnTo>
                <a:lnTo>
                  <a:pt x="2231860" y="1483119"/>
                </a:lnTo>
                <a:lnTo>
                  <a:pt x="2261721" y="1467974"/>
                </a:lnTo>
                <a:lnTo>
                  <a:pt x="2291572" y="1452839"/>
                </a:lnTo>
                <a:lnTo>
                  <a:pt x="2321423" y="1437704"/>
                </a:lnTo>
                <a:lnTo>
                  <a:pt x="2351284" y="1422559"/>
                </a:lnTo>
                <a:lnTo>
                  <a:pt x="2380945" y="1407062"/>
                </a:lnTo>
                <a:lnTo>
                  <a:pt x="2410120" y="1390660"/>
                </a:lnTo>
                <a:lnTo>
                  <a:pt x="2439305" y="1374248"/>
                </a:lnTo>
                <a:lnTo>
                  <a:pt x="2468480" y="1357846"/>
                </a:lnTo>
                <a:lnTo>
                  <a:pt x="2497655" y="1341434"/>
                </a:lnTo>
                <a:lnTo>
                  <a:pt x="2526840" y="1325032"/>
                </a:lnTo>
                <a:lnTo>
                  <a:pt x="2556015" y="1308630"/>
                </a:lnTo>
                <a:lnTo>
                  <a:pt x="2585190" y="1292219"/>
                </a:lnTo>
                <a:lnTo>
                  <a:pt x="2614374" y="1275817"/>
                </a:lnTo>
                <a:lnTo>
                  <a:pt x="2643416" y="1259176"/>
                </a:lnTo>
                <a:lnTo>
                  <a:pt x="2672391" y="1242412"/>
                </a:lnTo>
                <a:lnTo>
                  <a:pt x="2701366" y="1225648"/>
                </a:lnTo>
                <a:lnTo>
                  <a:pt x="2730332" y="1208875"/>
                </a:lnTo>
                <a:lnTo>
                  <a:pt x="2759307" y="1192111"/>
                </a:lnTo>
                <a:lnTo>
                  <a:pt x="2788282" y="1175347"/>
                </a:lnTo>
                <a:lnTo>
                  <a:pt x="2817247" y="1158573"/>
                </a:lnTo>
                <a:lnTo>
                  <a:pt x="2846222" y="1141809"/>
                </a:lnTo>
                <a:lnTo>
                  <a:pt x="2875245" y="1125122"/>
                </a:lnTo>
                <a:lnTo>
                  <a:pt x="2904392" y="1108662"/>
                </a:lnTo>
                <a:lnTo>
                  <a:pt x="2933529" y="1092194"/>
                </a:lnTo>
                <a:lnTo>
                  <a:pt x="2962675" y="1075725"/>
                </a:lnTo>
                <a:lnTo>
                  <a:pt x="2991822" y="1059256"/>
                </a:lnTo>
                <a:lnTo>
                  <a:pt x="3020959" y="1042787"/>
                </a:lnTo>
                <a:lnTo>
                  <a:pt x="3050105" y="1026319"/>
                </a:lnTo>
                <a:lnTo>
                  <a:pt x="3079252" y="1009860"/>
                </a:lnTo>
                <a:lnTo>
                  <a:pt x="3097740" y="990114"/>
                </a:lnTo>
                <a:lnTo>
                  <a:pt x="3082842" y="960139"/>
                </a:lnTo>
                <a:lnTo>
                  <a:pt x="3067955" y="930154"/>
                </a:lnTo>
                <a:lnTo>
                  <a:pt x="3053067" y="900179"/>
                </a:lnTo>
                <a:lnTo>
                  <a:pt x="3038170" y="870194"/>
                </a:lnTo>
                <a:lnTo>
                  <a:pt x="3023283" y="840219"/>
                </a:lnTo>
                <a:lnTo>
                  <a:pt x="3008395" y="810235"/>
                </a:lnTo>
                <a:lnTo>
                  <a:pt x="2993498" y="780259"/>
                </a:lnTo>
                <a:lnTo>
                  <a:pt x="2978610" y="750275"/>
                </a:lnTo>
                <a:lnTo>
                  <a:pt x="2963723" y="720300"/>
                </a:lnTo>
                <a:lnTo>
                  <a:pt x="2948826" y="690315"/>
                </a:lnTo>
                <a:lnTo>
                  <a:pt x="2933938" y="660340"/>
                </a:lnTo>
                <a:lnTo>
                  <a:pt x="2919051" y="630355"/>
                </a:lnTo>
                <a:lnTo>
                  <a:pt x="2904153" y="600380"/>
                </a:lnTo>
                <a:lnTo>
                  <a:pt x="2889266" y="570395"/>
                </a:lnTo>
                <a:lnTo>
                  <a:pt x="2874378" y="540420"/>
                </a:lnTo>
                <a:lnTo>
                  <a:pt x="2859481" y="510435"/>
                </a:lnTo>
                <a:lnTo>
                  <a:pt x="2844594" y="480460"/>
                </a:lnTo>
                <a:lnTo>
                  <a:pt x="2829706" y="450475"/>
                </a:lnTo>
                <a:lnTo>
                  <a:pt x="2814818" y="420500"/>
                </a:lnTo>
                <a:lnTo>
                  <a:pt x="2799921" y="390525"/>
                </a:lnTo>
                <a:lnTo>
                  <a:pt x="2785034" y="360540"/>
                </a:lnTo>
                <a:lnTo>
                  <a:pt x="2770146" y="330565"/>
                </a:lnTo>
                <a:lnTo>
                  <a:pt x="2755249" y="300580"/>
                </a:lnTo>
                <a:lnTo>
                  <a:pt x="2740362" y="270605"/>
                </a:lnTo>
                <a:lnTo>
                  <a:pt x="2725474" y="240621"/>
                </a:lnTo>
                <a:lnTo>
                  <a:pt x="2710577" y="210645"/>
                </a:lnTo>
                <a:lnTo>
                  <a:pt x="2695689" y="180661"/>
                </a:lnTo>
                <a:lnTo>
                  <a:pt x="2680802" y="150686"/>
                </a:lnTo>
                <a:lnTo>
                  <a:pt x="2665905" y="120701"/>
                </a:lnTo>
                <a:lnTo>
                  <a:pt x="2651017" y="90726"/>
                </a:lnTo>
                <a:lnTo>
                  <a:pt x="2636129" y="60741"/>
                </a:lnTo>
                <a:lnTo>
                  <a:pt x="2621232" y="30766"/>
                </a:lnTo>
                <a:lnTo>
                  <a:pt x="2606345" y="781"/>
                </a:lnTo>
                <a:lnTo>
                  <a:pt x="2581304" y="0"/>
                </a:lnTo>
                <a:lnTo>
                  <a:pt x="2551033" y="14278"/>
                </a:lnTo>
                <a:lnTo>
                  <a:pt x="2520753" y="28556"/>
                </a:lnTo>
                <a:lnTo>
                  <a:pt x="2490473" y="42834"/>
                </a:lnTo>
                <a:lnTo>
                  <a:pt x="2460203" y="57112"/>
                </a:lnTo>
                <a:lnTo>
                  <a:pt x="2429923" y="71399"/>
                </a:lnTo>
                <a:lnTo>
                  <a:pt x="2399652" y="85677"/>
                </a:lnTo>
                <a:lnTo>
                  <a:pt x="2369372" y="99955"/>
                </a:lnTo>
                <a:lnTo>
                  <a:pt x="2339092" y="114233"/>
                </a:lnTo>
                <a:lnTo>
                  <a:pt x="2308908" y="128692"/>
                </a:lnTo>
                <a:lnTo>
                  <a:pt x="2278742" y="143208"/>
                </a:lnTo>
                <a:lnTo>
                  <a:pt x="2248576" y="157715"/>
                </a:lnTo>
                <a:lnTo>
                  <a:pt x="2218411" y="172231"/>
                </a:lnTo>
                <a:lnTo>
                  <a:pt x="2188245" y="186738"/>
                </a:lnTo>
                <a:lnTo>
                  <a:pt x="2158079" y="201254"/>
                </a:lnTo>
                <a:lnTo>
                  <a:pt x="2127914" y="215760"/>
                </a:lnTo>
                <a:lnTo>
                  <a:pt x="2097748" y="230276"/>
                </a:lnTo>
                <a:lnTo>
                  <a:pt x="2067506" y="244612"/>
                </a:lnTo>
                <a:lnTo>
                  <a:pt x="2037159" y="258737"/>
                </a:lnTo>
                <a:lnTo>
                  <a:pt x="2006813" y="272872"/>
                </a:lnTo>
                <a:lnTo>
                  <a:pt x="1976466" y="286998"/>
                </a:lnTo>
                <a:lnTo>
                  <a:pt x="1946119" y="301123"/>
                </a:lnTo>
                <a:lnTo>
                  <a:pt x="1915773" y="315258"/>
                </a:lnTo>
                <a:lnTo>
                  <a:pt x="1885426" y="329384"/>
                </a:lnTo>
                <a:lnTo>
                  <a:pt x="1855079" y="343519"/>
                </a:lnTo>
                <a:lnTo>
                  <a:pt x="1824323" y="356702"/>
                </a:lnTo>
                <a:lnTo>
                  <a:pt x="1793377" y="369475"/>
                </a:lnTo>
                <a:lnTo>
                  <a:pt x="1762439" y="382257"/>
                </a:lnTo>
                <a:lnTo>
                  <a:pt x="1731502" y="395040"/>
                </a:lnTo>
                <a:lnTo>
                  <a:pt x="1700565" y="407813"/>
                </a:lnTo>
                <a:lnTo>
                  <a:pt x="1669628" y="420595"/>
                </a:lnTo>
                <a:lnTo>
                  <a:pt x="1638691" y="433378"/>
                </a:lnTo>
                <a:lnTo>
                  <a:pt x="1607220" y="444741"/>
                </a:lnTo>
                <a:lnTo>
                  <a:pt x="1575435" y="455238"/>
                </a:lnTo>
                <a:lnTo>
                  <a:pt x="1543650" y="465734"/>
                </a:lnTo>
                <a:lnTo>
                  <a:pt x="1511865" y="476231"/>
                </a:lnTo>
                <a:lnTo>
                  <a:pt x="1480080" y="486728"/>
                </a:lnTo>
                <a:lnTo>
                  <a:pt x="1448295" y="497224"/>
                </a:lnTo>
                <a:lnTo>
                  <a:pt x="1416358" y="507168"/>
                </a:lnTo>
                <a:lnTo>
                  <a:pt x="1383687" y="514474"/>
                </a:lnTo>
                <a:lnTo>
                  <a:pt x="1351026" y="521789"/>
                </a:lnTo>
                <a:lnTo>
                  <a:pt x="1318355" y="529104"/>
                </a:lnTo>
                <a:lnTo>
                  <a:pt x="1285694" y="536419"/>
                </a:lnTo>
                <a:lnTo>
                  <a:pt x="1253023" y="543735"/>
                </a:lnTo>
                <a:lnTo>
                  <a:pt x="1220153" y="549735"/>
                </a:lnTo>
                <a:lnTo>
                  <a:pt x="1186825" y="552869"/>
                </a:lnTo>
                <a:lnTo>
                  <a:pt x="1153497" y="556012"/>
                </a:lnTo>
                <a:lnTo>
                  <a:pt x="1120169" y="559156"/>
                </a:lnTo>
                <a:lnTo>
                  <a:pt x="1086850" y="562299"/>
                </a:lnTo>
                <a:lnTo>
                  <a:pt x="1053522" y="565433"/>
                </a:lnTo>
                <a:lnTo>
                  <a:pt x="1020089" y="564680"/>
                </a:lnTo>
                <a:lnTo>
                  <a:pt x="986647" y="563261"/>
                </a:lnTo>
                <a:lnTo>
                  <a:pt x="953205" y="561851"/>
                </a:lnTo>
                <a:lnTo>
                  <a:pt x="919763" y="560432"/>
                </a:lnTo>
                <a:lnTo>
                  <a:pt x="886311" y="559013"/>
                </a:lnTo>
                <a:lnTo>
                  <a:pt x="853164" y="555184"/>
                </a:lnTo>
                <a:lnTo>
                  <a:pt x="820331" y="548650"/>
                </a:lnTo>
                <a:lnTo>
                  <a:pt x="787498" y="542115"/>
                </a:lnTo>
                <a:lnTo>
                  <a:pt x="754666" y="535581"/>
                </a:lnTo>
                <a:lnTo>
                  <a:pt x="721843" y="529047"/>
                </a:lnTo>
                <a:lnTo>
                  <a:pt x="689010" y="522513"/>
                </a:lnTo>
                <a:lnTo>
                  <a:pt x="656949" y="513140"/>
                </a:lnTo>
                <a:lnTo>
                  <a:pt x="625326" y="502177"/>
                </a:lnTo>
                <a:lnTo>
                  <a:pt x="593693" y="491214"/>
                </a:lnTo>
                <a:lnTo>
                  <a:pt x="562070" y="480251"/>
                </a:lnTo>
                <a:lnTo>
                  <a:pt x="530438" y="469287"/>
                </a:lnTo>
                <a:lnTo>
                  <a:pt x="498815" y="458324"/>
                </a:lnTo>
                <a:lnTo>
                  <a:pt x="467182" y="447351"/>
                </a:lnTo>
                <a:lnTo>
                  <a:pt x="452866" y="473031"/>
                </a:lnTo>
                <a:lnTo>
                  <a:pt x="441255" y="504425"/>
                </a:lnTo>
                <a:lnTo>
                  <a:pt x="429644" y="535819"/>
                </a:lnTo>
                <a:lnTo>
                  <a:pt x="418033" y="567223"/>
                </a:lnTo>
                <a:lnTo>
                  <a:pt x="406422" y="598618"/>
                </a:lnTo>
                <a:lnTo>
                  <a:pt x="394811" y="630012"/>
                </a:lnTo>
                <a:lnTo>
                  <a:pt x="383200" y="661406"/>
                </a:lnTo>
                <a:lnTo>
                  <a:pt x="371589" y="692801"/>
                </a:lnTo>
                <a:lnTo>
                  <a:pt x="359978" y="724195"/>
                </a:lnTo>
                <a:lnTo>
                  <a:pt x="348358" y="755590"/>
                </a:lnTo>
                <a:lnTo>
                  <a:pt x="336747" y="786984"/>
                </a:lnTo>
                <a:lnTo>
                  <a:pt x="325136" y="818388"/>
                </a:lnTo>
                <a:lnTo>
                  <a:pt x="313525" y="849782"/>
                </a:lnTo>
                <a:lnTo>
                  <a:pt x="301914" y="881177"/>
                </a:lnTo>
                <a:lnTo>
                  <a:pt x="290303" y="912571"/>
                </a:lnTo>
                <a:lnTo>
                  <a:pt x="278692" y="943966"/>
                </a:lnTo>
                <a:lnTo>
                  <a:pt x="267081" y="975360"/>
                </a:lnTo>
                <a:lnTo>
                  <a:pt x="255470" y="1006754"/>
                </a:lnTo>
                <a:lnTo>
                  <a:pt x="243850" y="1038149"/>
                </a:lnTo>
                <a:lnTo>
                  <a:pt x="232239" y="1069553"/>
                </a:lnTo>
                <a:lnTo>
                  <a:pt x="220628" y="1100947"/>
                </a:lnTo>
                <a:lnTo>
                  <a:pt x="209017" y="1132342"/>
                </a:lnTo>
                <a:lnTo>
                  <a:pt x="197406" y="1163736"/>
                </a:lnTo>
                <a:lnTo>
                  <a:pt x="185795" y="1195130"/>
                </a:lnTo>
                <a:lnTo>
                  <a:pt x="174184" y="1226525"/>
                </a:lnTo>
                <a:lnTo>
                  <a:pt x="162573" y="1257919"/>
                </a:lnTo>
                <a:lnTo>
                  <a:pt x="150952" y="1289314"/>
                </a:lnTo>
                <a:lnTo>
                  <a:pt x="139341" y="1320717"/>
                </a:lnTo>
                <a:lnTo>
                  <a:pt x="127730" y="1352112"/>
                </a:lnTo>
                <a:lnTo>
                  <a:pt x="116119" y="1383506"/>
                </a:lnTo>
                <a:lnTo>
                  <a:pt x="104508" y="1414901"/>
                </a:lnTo>
                <a:lnTo>
                  <a:pt x="92897" y="1446295"/>
                </a:lnTo>
                <a:lnTo>
                  <a:pt x="81286" y="1477689"/>
                </a:lnTo>
                <a:lnTo>
                  <a:pt x="69675" y="1509084"/>
                </a:lnTo>
                <a:lnTo>
                  <a:pt x="58064" y="1540478"/>
                </a:lnTo>
                <a:lnTo>
                  <a:pt x="46444" y="1571882"/>
                </a:lnTo>
                <a:lnTo>
                  <a:pt x="34833" y="1603277"/>
                </a:lnTo>
                <a:lnTo>
                  <a:pt x="23222" y="1634671"/>
                </a:lnTo>
                <a:lnTo>
                  <a:pt x="11611" y="1666065"/>
                </a:lnTo>
                <a:lnTo>
                  <a:pt x="0" y="1697460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" name="flow-phase-2">
            <a:extLst xmlns:a="http://schemas.openxmlformats.org/drawingml/2006/main">
              <a:ext uri="{FF2B5EF4-FFF2-40B4-BE49-F238E27FC236}">
                <a16:creationId xmlns:a16="http://schemas.microsoft.com/office/drawing/2014/main" id="{F9379711-4AD0-436A-9CAA-8AB926E7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086" y="3455089"/>
            <a:ext cx="3515678" cy="1614116"/>
          </a:xfrm>
          <a:custGeom xmlns:a="http://schemas.openxmlformats.org/drawingml/2006/main">
            <a:pathLst>
              <a:path w="3515678" h="1614116">
                <a:moveTo>
                  <a:pt x="498472" y="1614116"/>
                </a:moveTo>
                <a:lnTo>
                  <a:pt x="529676" y="1597876"/>
                </a:lnTo>
                <a:lnTo>
                  <a:pt x="560889" y="1581626"/>
                </a:lnTo>
                <a:lnTo>
                  <a:pt x="592093" y="1565386"/>
                </a:lnTo>
                <a:lnTo>
                  <a:pt x="623306" y="1549146"/>
                </a:lnTo>
                <a:lnTo>
                  <a:pt x="654520" y="1532896"/>
                </a:lnTo>
                <a:lnTo>
                  <a:pt x="685724" y="1516656"/>
                </a:lnTo>
                <a:lnTo>
                  <a:pt x="716937" y="1500407"/>
                </a:lnTo>
                <a:lnTo>
                  <a:pt x="748627" y="1485157"/>
                </a:lnTo>
                <a:lnTo>
                  <a:pt x="780698" y="1470689"/>
                </a:lnTo>
                <a:lnTo>
                  <a:pt x="812768" y="1456230"/>
                </a:lnTo>
                <a:lnTo>
                  <a:pt x="844848" y="1441771"/>
                </a:lnTo>
                <a:lnTo>
                  <a:pt x="876919" y="1427312"/>
                </a:lnTo>
                <a:lnTo>
                  <a:pt x="908999" y="1412853"/>
                </a:lnTo>
                <a:lnTo>
                  <a:pt x="941070" y="1398394"/>
                </a:lnTo>
                <a:lnTo>
                  <a:pt x="973474" y="1384735"/>
                </a:lnTo>
                <a:lnTo>
                  <a:pt x="1006602" y="1372895"/>
                </a:lnTo>
                <a:lnTo>
                  <a:pt x="1039730" y="1361056"/>
                </a:lnTo>
                <a:lnTo>
                  <a:pt x="1072867" y="1349216"/>
                </a:lnTo>
                <a:lnTo>
                  <a:pt x="1105995" y="1337367"/>
                </a:lnTo>
                <a:lnTo>
                  <a:pt x="1139123" y="1325528"/>
                </a:lnTo>
                <a:lnTo>
                  <a:pt x="1172251" y="1313688"/>
                </a:lnTo>
                <a:lnTo>
                  <a:pt x="1205532" y="1302325"/>
                </a:lnTo>
                <a:lnTo>
                  <a:pt x="1239650" y="1293733"/>
                </a:lnTo>
                <a:lnTo>
                  <a:pt x="1273769" y="1285132"/>
                </a:lnTo>
                <a:lnTo>
                  <a:pt x="1307887" y="1276541"/>
                </a:lnTo>
                <a:lnTo>
                  <a:pt x="1342006" y="1267949"/>
                </a:lnTo>
                <a:lnTo>
                  <a:pt x="1376124" y="1259348"/>
                </a:lnTo>
                <a:lnTo>
                  <a:pt x="1410243" y="1250756"/>
                </a:lnTo>
                <a:lnTo>
                  <a:pt x="1444352" y="1242155"/>
                </a:lnTo>
                <a:lnTo>
                  <a:pt x="1479185" y="1237269"/>
                </a:lnTo>
                <a:lnTo>
                  <a:pt x="1514056" y="1232592"/>
                </a:lnTo>
                <a:lnTo>
                  <a:pt x="1548927" y="1227925"/>
                </a:lnTo>
                <a:lnTo>
                  <a:pt x="1583798" y="1223248"/>
                </a:lnTo>
                <a:lnTo>
                  <a:pt x="1618669" y="1218571"/>
                </a:lnTo>
                <a:lnTo>
                  <a:pt x="1653540" y="1213895"/>
                </a:lnTo>
                <a:lnTo>
                  <a:pt x="1688421" y="1209218"/>
                </a:lnTo>
                <a:lnTo>
                  <a:pt x="1723415" y="1206132"/>
                </a:lnTo>
                <a:lnTo>
                  <a:pt x="1758582" y="1205351"/>
                </a:lnTo>
                <a:lnTo>
                  <a:pt x="1793758" y="1204579"/>
                </a:lnTo>
                <a:lnTo>
                  <a:pt x="1828933" y="1203798"/>
                </a:lnTo>
                <a:lnTo>
                  <a:pt x="1864109" y="1203027"/>
                </a:lnTo>
                <a:lnTo>
                  <a:pt x="1899285" y="1202246"/>
                </a:lnTo>
                <a:lnTo>
                  <a:pt x="1934461" y="1201464"/>
                </a:lnTo>
                <a:lnTo>
                  <a:pt x="1969637" y="1200693"/>
                </a:lnTo>
                <a:lnTo>
                  <a:pt x="2004812" y="1199912"/>
                </a:lnTo>
                <a:lnTo>
                  <a:pt x="2039988" y="1199140"/>
                </a:lnTo>
                <a:lnTo>
                  <a:pt x="2075078" y="1196931"/>
                </a:lnTo>
                <a:lnTo>
                  <a:pt x="2110130" y="1193797"/>
                </a:lnTo>
                <a:lnTo>
                  <a:pt x="2145173" y="1190663"/>
                </a:lnTo>
                <a:lnTo>
                  <a:pt x="2180215" y="1187529"/>
                </a:lnTo>
                <a:lnTo>
                  <a:pt x="2215258" y="1184396"/>
                </a:lnTo>
                <a:lnTo>
                  <a:pt x="2250300" y="1181262"/>
                </a:lnTo>
                <a:lnTo>
                  <a:pt x="2285343" y="1178128"/>
                </a:lnTo>
                <a:lnTo>
                  <a:pt x="2320385" y="1174994"/>
                </a:lnTo>
                <a:lnTo>
                  <a:pt x="2355428" y="1171861"/>
                </a:lnTo>
                <a:lnTo>
                  <a:pt x="2390480" y="1168727"/>
                </a:lnTo>
                <a:lnTo>
                  <a:pt x="2425522" y="1165584"/>
                </a:lnTo>
                <a:lnTo>
                  <a:pt x="2460565" y="1162450"/>
                </a:lnTo>
                <a:lnTo>
                  <a:pt x="2495169" y="1156345"/>
                </a:lnTo>
                <a:lnTo>
                  <a:pt x="2529630" y="1149258"/>
                </a:lnTo>
                <a:lnTo>
                  <a:pt x="2564092" y="1142181"/>
                </a:lnTo>
                <a:lnTo>
                  <a:pt x="2598563" y="1135094"/>
                </a:lnTo>
                <a:lnTo>
                  <a:pt x="2633024" y="1128008"/>
                </a:lnTo>
                <a:lnTo>
                  <a:pt x="2667486" y="1120931"/>
                </a:lnTo>
                <a:lnTo>
                  <a:pt x="2701947" y="1113844"/>
                </a:lnTo>
                <a:lnTo>
                  <a:pt x="2736409" y="1106767"/>
                </a:lnTo>
                <a:lnTo>
                  <a:pt x="2770880" y="1099680"/>
                </a:lnTo>
                <a:lnTo>
                  <a:pt x="2805341" y="1092603"/>
                </a:lnTo>
                <a:lnTo>
                  <a:pt x="2839803" y="1085517"/>
                </a:lnTo>
                <a:lnTo>
                  <a:pt x="2873559" y="1075754"/>
                </a:lnTo>
                <a:lnTo>
                  <a:pt x="2907059" y="1064990"/>
                </a:lnTo>
                <a:lnTo>
                  <a:pt x="2940548" y="1054217"/>
                </a:lnTo>
                <a:lnTo>
                  <a:pt x="2974048" y="1043445"/>
                </a:lnTo>
                <a:lnTo>
                  <a:pt x="3007538" y="1032681"/>
                </a:lnTo>
                <a:lnTo>
                  <a:pt x="3041037" y="1021909"/>
                </a:lnTo>
                <a:lnTo>
                  <a:pt x="3074527" y="1011136"/>
                </a:lnTo>
                <a:lnTo>
                  <a:pt x="3108027" y="1000373"/>
                </a:lnTo>
                <a:lnTo>
                  <a:pt x="3141516" y="989600"/>
                </a:lnTo>
                <a:lnTo>
                  <a:pt x="3175016" y="978827"/>
                </a:lnTo>
                <a:lnTo>
                  <a:pt x="3208201" y="967235"/>
                </a:lnTo>
                <a:lnTo>
                  <a:pt x="3240643" y="953605"/>
                </a:lnTo>
                <a:lnTo>
                  <a:pt x="3273076" y="939975"/>
                </a:lnTo>
                <a:lnTo>
                  <a:pt x="3305518" y="926354"/>
                </a:lnTo>
                <a:lnTo>
                  <a:pt x="3337951" y="912724"/>
                </a:lnTo>
                <a:lnTo>
                  <a:pt x="3370393" y="899093"/>
                </a:lnTo>
                <a:lnTo>
                  <a:pt x="3402825" y="885473"/>
                </a:lnTo>
                <a:lnTo>
                  <a:pt x="3435267" y="871842"/>
                </a:lnTo>
                <a:lnTo>
                  <a:pt x="3467700" y="858212"/>
                </a:lnTo>
                <a:lnTo>
                  <a:pt x="3500142" y="844582"/>
                </a:lnTo>
                <a:lnTo>
                  <a:pt x="3515678" y="824151"/>
                </a:lnTo>
                <a:lnTo>
                  <a:pt x="3501752" y="791832"/>
                </a:lnTo>
                <a:lnTo>
                  <a:pt x="3487836" y="759524"/>
                </a:lnTo>
                <a:lnTo>
                  <a:pt x="3473910" y="727215"/>
                </a:lnTo>
                <a:lnTo>
                  <a:pt x="3459994" y="694896"/>
                </a:lnTo>
                <a:lnTo>
                  <a:pt x="3446069" y="662588"/>
                </a:lnTo>
                <a:lnTo>
                  <a:pt x="3432153" y="630279"/>
                </a:lnTo>
                <a:lnTo>
                  <a:pt x="3418227" y="597960"/>
                </a:lnTo>
                <a:lnTo>
                  <a:pt x="3404311" y="565652"/>
                </a:lnTo>
                <a:lnTo>
                  <a:pt x="3390386" y="533333"/>
                </a:lnTo>
                <a:lnTo>
                  <a:pt x="3376460" y="501025"/>
                </a:lnTo>
                <a:lnTo>
                  <a:pt x="3362544" y="468716"/>
                </a:lnTo>
                <a:lnTo>
                  <a:pt x="3348619" y="436397"/>
                </a:lnTo>
                <a:lnTo>
                  <a:pt x="3334703" y="404089"/>
                </a:lnTo>
                <a:lnTo>
                  <a:pt x="3320777" y="371780"/>
                </a:lnTo>
                <a:lnTo>
                  <a:pt x="3306861" y="339461"/>
                </a:lnTo>
                <a:lnTo>
                  <a:pt x="3292935" y="307153"/>
                </a:lnTo>
                <a:lnTo>
                  <a:pt x="3279010" y="274844"/>
                </a:lnTo>
                <a:lnTo>
                  <a:pt x="3265094" y="242526"/>
                </a:lnTo>
                <a:lnTo>
                  <a:pt x="3251168" y="210217"/>
                </a:lnTo>
                <a:lnTo>
                  <a:pt x="3237252" y="177898"/>
                </a:lnTo>
                <a:lnTo>
                  <a:pt x="3223327" y="145590"/>
                </a:lnTo>
                <a:lnTo>
                  <a:pt x="3209411" y="113281"/>
                </a:lnTo>
                <a:lnTo>
                  <a:pt x="3195485" y="80963"/>
                </a:lnTo>
                <a:lnTo>
                  <a:pt x="3181569" y="48654"/>
                </a:lnTo>
                <a:lnTo>
                  <a:pt x="3167644" y="16345"/>
                </a:lnTo>
                <a:lnTo>
                  <a:pt x="3146660" y="0"/>
                </a:lnTo>
                <a:lnTo>
                  <a:pt x="3113399" y="11449"/>
                </a:lnTo>
                <a:lnTo>
                  <a:pt x="3080128" y="22898"/>
                </a:lnTo>
                <a:lnTo>
                  <a:pt x="3046857" y="34357"/>
                </a:lnTo>
                <a:lnTo>
                  <a:pt x="3013586" y="45806"/>
                </a:lnTo>
                <a:lnTo>
                  <a:pt x="2980325" y="57255"/>
                </a:lnTo>
                <a:lnTo>
                  <a:pt x="2947054" y="68704"/>
                </a:lnTo>
                <a:lnTo>
                  <a:pt x="2913783" y="80153"/>
                </a:lnTo>
                <a:lnTo>
                  <a:pt x="2880122" y="90268"/>
                </a:lnTo>
                <a:lnTo>
                  <a:pt x="2845994" y="98831"/>
                </a:lnTo>
                <a:lnTo>
                  <a:pt x="2811866" y="107394"/>
                </a:lnTo>
                <a:lnTo>
                  <a:pt x="2777747" y="115957"/>
                </a:lnTo>
                <a:lnTo>
                  <a:pt x="2743619" y="124520"/>
                </a:lnTo>
                <a:lnTo>
                  <a:pt x="2709491" y="133083"/>
                </a:lnTo>
                <a:lnTo>
                  <a:pt x="2675363" y="141646"/>
                </a:lnTo>
                <a:lnTo>
                  <a:pt x="2641244" y="150209"/>
                </a:lnTo>
                <a:lnTo>
                  <a:pt x="2606631" y="156277"/>
                </a:lnTo>
                <a:lnTo>
                  <a:pt x="2571788" y="161153"/>
                </a:lnTo>
                <a:lnTo>
                  <a:pt x="2536936" y="166030"/>
                </a:lnTo>
                <a:lnTo>
                  <a:pt x="2502094" y="170907"/>
                </a:lnTo>
                <a:lnTo>
                  <a:pt x="2467251" y="175784"/>
                </a:lnTo>
                <a:lnTo>
                  <a:pt x="2432409" y="180661"/>
                </a:lnTo>
                <a:lnTo>
                  <a:pt x="2397566" y="185528"/>
                </a:lnTo>
                <a:lnTo>
                  <a:pt x="2362724" y="190405"/>
                </a:lnTo>
                <a:lnTo>
                  <a:pt x="2327662" y="192691"/>
                </a:lnTo>
                <a:lnTo>
                  <a:pt x="2292487" y="193681"/>
                </a:lnTo>
                <a:lnTo>
                  <a:pt x="2257320" y="194662"/>
                </a:lnTo>
                <a:lnTo>
                  <a:pt x="2222154" y="195653"/>
                </a:lnTo>
                <a:lnTo>
                  <a:pt x="2186978" y="196634"/>
                </a:lnTo>
                <a:lnTo>
                  <a:pt x="2151812" y="197625"/>
                </a:lnTo>
                <a:lnTo>
                  <a:pt x="2116636" y="198606"/>
                </a:lnTo>
                <a:lnTo>
                  <a:pt x="2081470" y="199596"/>
                </a:lnTo>
                <a:lnTo>
                  <a:pt x="2046303" y="200577"/>
                </a:lnTo>
                <a:lnTo>
                  <a:pt x="2011137" y="199473"/>
                </a:lnTo>
                <a:lnTo>
                  <a:pt x="1975971" y="198301"/>
                </a:lnTo>
                <a:lnTo>
                  <a:pt x="1940804" y="197129"/>
                </a:lnTo>
                <a:lnTo>
                  <a:pt x="1905648" y="195948"/>
                </a:lnTo>
                <a:lnTo>
                  <a:pt x="1870481" y="194777"/>
                </a:lnTo>
                <a:lnTo>
                  <a:pt x="1835315" y="193605"/>
                </a:lnTo>
                <a:lnTo>
                  <a:pt x="1800149" y="192434"/>
                </a:lnTo>
                <a:lnTo>
                  <a:pt x="1764992" y="191262"/>
                </a:lnTo>
                <a:lnTo>
                  <a:pt x="1729826" y="190090"/>
                </a:lnTo>
                <a:lnTo>
                  <a:pt x="1694659" y="188919"/>
                </a:lnTo>
                <a:lnTo>
                  <a:pt x="1659522" y="189186"/>
                </a:lnTo>
                <a:lnTo>
                  <a:pt x="1624413" y="191538"/>
                </a:lnTo>
                <a:lnTo>
                  <a:pt x="1589313" y="193891"/>
                </a:lnTo>
                <a:lnTo>
                  <a:pt x="1554204" y="196244"/>
                </a:lnTo>
                <a:lnTo>
                  <a:pt x="1519104" y="198596"/>
                </a:lnTo>
                <a:lnTo>
                  <a:pt x="1483995" y="200949"/>
                </a:lnTo>
                <a:lnTo>
                  <a:pt x="1448895" y="203302"/>
                </a:lnTo>
                <a:lnTo>
                  <a:pt x="1413786" y="205654"/>
                </a:lnTo>
                <a:lnTo>
                  <a:pt x="1378677" y="207997"/>
                </a:lnTo>
                <a:lnTo>
                  <a:pt x="1343577" y="210350"/>
                </a:lnTo>
                <a:lnTo>
                  <a:pt x="1308468" y="212703"/>
                </a:lnTo>
                <a:lnTo>
                  <a:pt x="1273578" y="216827"/>
                </a:lnTo>
                <a:lnTo>
                  <a:pt x="1238926" y="222904"/>
                </a:lnTo>
                <a:lnTo>
                  <a:pt x="1204274" y="228991"/>
                </a:lnTo>
                <a:lnTo>
                  <a:pt x="1169622" y="235077"/>
                </a:lnTo>
                <a:lnTo>
                  <a:pt x="1134970" y="241154"/>
                </a:lnTo>
                <a:lnTo>
                  <a:pt x="1100309" y="247240"/>
                </a:lnTo>
                <a:lnTo>
                  <a:pt x="1065657" y="253327"/>
                </a:lnTo>
                <a:lnTo>
                  <a:pt x="1031005" y="259404"/>
                </a:lnTo>
                <a:lnTo>
                  <a:pt x="996353" y="265490"/>
                </a:lnTo>
                <a:lnTo>
                  <a:pt x="961701" y="271567"/>
                </a:lnTo>
                <a:lnTo>
                  <a:pt x="927144" y="278120"/>
                </a:lnTo>
                <a:lnTo>
                  <a:pt x="893255" y="287560"/>
                </a:lnTo>
                <a:lnTo>
                  <a:pt x="859355" y="296990"/>
                </a:lnTo>
                <a:lnTo>
                  <a:pt x="825465" y="306429"/>
                </a:lnTo>
                <a:lnTo>
                  <a:pt x="791575" y="315868"/>
                </a:lnTo>
                <a:lnTo>
                  <a:pt x="757676" y="325298"/>
                </a:lnTo>
                <a:lnTo>
                  <a:pt x="723786" y="334737"/>
                </a:lnTo>
                <a:lnTo>
                  <a:pt x="689886" y="344176"/>
                </a:lnTo>
                <a:lnTo>
                  <a:pt x="655996" y="353616"/>
                </a:lnTo>
                <a:lnTo>
                  <a:pt x="622097" y="363045"/>
                </a:lnTo>
                <a:lnTo>
                  <a:pt x="588416" y="373132"/>
                </a:lnTo>
                <a:lnTo>
                  <a:pt x="555365" y="385201"/>
                </a:lnTo>
                <a:lnTo>
                  <a:pt x="522313" y="397259"/>
                </a:lnTo>
                <a:lnTo>
                  <a:pt x="489261" y="409327"/>
                </a:lnTo>
                <a:lnTo>
                  <a:pt x="456209" y="421396"/>
                </a:lnTo>
                <a:lnTo>
                  <a:pt x="423158" y="433454"/>
                </a:lnTo>
                <a:lnTo>
                  <a:pt x="390106" y="445522"/>
                </a:lnTo>
                <a:lnTo>
                  <a:pt x="357064" y="457581"/>
                </a:lnTo>
                <a:lnTo>
                  <a:pt x="324012" y="469649"/>
                </a:lnTo>
                <a:lnTo>
                  <a:pt x="290960" y="481717"/>
                </a:lnTo>
                <a:lnTo>
                  <a:pt x="258537" y="495348"/>
                </a:lnTo>
                <a:lnTo>
                  <a:pt x="226219" y="509264"/>
                </a:lnTo>
                <a:lnTo>
                  <a:pt x="193900" y="523170"/>
                </a:lnTo>
                <a:lnTo>
                  <a:pt x="161582" y="537086"/>
                </a:lnTo>
                <a:lnTo>
                  <a:pt x="129264" y="550993"/>
                </a:lnTo>
                <a:lnTo>
                  <a:pt x="96945" y="564909"/>
                </a:lnTo>
                <a:lnTo>
                  <a:pt x="64637" y="578815"/>
                </a:lnTo>
                <a:lnTo>
                  <a:pt x="32318" y="592731"/>
                </a:lnTo>
                <a:lnTo>
                  <a:pt x="0" y="606638"/>
                </a:lnTo>
                <a:lnTo>
                  <a:pt x="13287" y="637289"/>
                </a:lnTo>
                <a:lnTo>
                  <a:pt x="28937" y="668798"/>
                </a:lnTo>
                <a:lnTo>
                  <a:pt x="44587" y="700307"/>
                </a:lnTo>
                <a:lnTo>
                  <a:pt x="60236" y="731815"/>
                </a:lnTo>
                <a:lnTo>
                  <a:pt x="75895" y="763324"/>
                </a:lnTo>
                <a:lnTo>
                  <a:pt x="91545" y="794842"/>
                </a:lnTo>
                <a:lnTo>
                  <a:pt x="107194" y="826351"/>
                </a:lnTo>
                <a:lnTo>
                  <a:pt x="122844" y="857860"/>
                </a:lnTo>
                <a:lnTo>
                  <a:pt x="138494" y="889368"/>
                </a:lnTo>
                <a:lnTo>
                  <a:pt x="154143" y="920887"/>
                </a:lnTo>
                <a:lnTo>
                  <a:pt x="169802" y="952395"/>
                </a:lnTo>
                <a:lnTo>
                  <a:pt x="185452" y="983904"/>
                </a:lnTo>
                <a:lnTo>
                  <a:pt x="201101" y="1015413"/>
                </a:lnTo>
                <a:lnTo>
                  <a:pt x="216751" y="1046921"/>
                </a:lnTo>
                <a:lnTo>
                  <a:pt x="232400" y="1078440"/>
                </a:lnTo>
                <a:lnTo>
                  <a:pt x="248050" y="1109948"/>
                </a:lnTo>
                <a:lnTo>
                  <a:pt x="263709" y="1141457"/>
                </a:lnTo>
                <a:lnTo>
                  <a:pt x="279359" y="1172966"/>
                </a:lnTo>
                <a:lnTo>
                  <a:pt x="295008" y="1204474"/>
                </a:lnTo>
                <a:lnTo>
                  <a:pt x="310658" y="1235993"/>
                </a:lnTo>
                <a:lnTo>
                  <a:pt x="326307" y="1267501"/>
                </a:lnTo>
                <a:lnTo>
                  <a:pt x="341957" y="1299010"/>
                </a:lnTo>
                <a:lnTo>
                  <a:pt x="357607" y="1330519"/>
                </a:lnTo>
                <a:lnTo>
                  <a:pt x="373266" y="1362037"/>
                </a:lnTo>
                <a:lnTo>
                  <a:pt x="388915" y="1393546"/>
                </a:lnTo>
                <a:lnTo>
                  <a:pt x="404565" y="1425054"/>
                </a:lnTo>
                <a:lnTo>
                  <a:pt x="420214" y="1456563"/>
                </a:lnTo>
                <a:lnTo>
                  <a:pt x="435864" y="1488072"/>
                </a:lnTo>
                <a:lnTo>
                  <a:pt x="451514" y="1519590"/>
                </a:lnTo>
                <a:lnTo>
                  <a:pt x="467173" y="1551099"/>
                </a:lnTo>
                <a:lnTo>
                  <a:pt x="482822" y="1582607"/>
                </a:lnTo>
                <a:lnTo>
                  <a:pt x="498472" y="1614116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" name="flow-phase-3">
            <a:extLst xmlns:a="http://schemas.openxmlformats.org/drawingml/2006/main">
              <a:ext uri="{FF2B5EF4-FFF2-40B4-BE49-F238E27FC236}">
                <a16:creationId xmlns:a16="http://schemas.microsoft.com/office/drawing/2014/main" id="{9F844CF4-CCA9-4961-8D83-4EAE0409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8815" y="2183521"/>
            <a:ext cx="4547168" cy="2107492"/>
          </a:xfrm>
          <a:custGeom xmlns:a="http://schemas.openxmlformats.org/drawingml/2006/main">
            <a:pathLst>
              <a:path w="4547168" h="2107492">
                <a:moveTo>
                  <a:pt x="353025" y="2107492"/>
                </a:moveTo>
                <a:lnTo>
                  <a:pt x="392878" y="2087442"/>
                </a:lnTo>
                <a:lnTo>
                  <a:pt x="432721" y="2067392"/>
                </a:lnTo>
                <a:lnTo>
                  <a:pt x="472573" y="2047342"/>
                </a:lnTo>
                <a:lnTo>
                  <a:pt x="512426" y="2027291"/>
                </a:lnTo>
                <a:lnTo>
                  <a:pt x="552269" y="2007241"/>
                </a:lnTo>
                <a:lnTo>
                  <a:pt x="592122" y="1987191"/>
                </a:lnTo>
                <a:lnTo>
                  <a:pt x="631974" y="1967141"/>
                </a:lnTo>
                <a:lnTo>
                  <a:pt x="671436" y="1946358"/>
                </a:lnTo>
                <a:lnTo>
                  <a:pt x="710422" y="1924669"/>
                </a:lnTo>
                <a:lnTo>
                  <a:pt x="749398" y="1902981"/>
                </a:lnTo>
                <a:lnTo>
                  <a:pt x="788384" y="1881302"/>
                </a:lnTo>
                <a:lnTo>
                  <a:pt x="827370" y="1859613"/>
                </a:lnTo>
                <a:lnTo>
                  <a:pt x="866356" y="1837925"/>
                </a:lnTo>
                <a:lnTo>
                  <a:pt x="905342" y="1816237"/>
                </a:lnTo>
                <a:lnTo>
                  <a:pt x="944309" y="1794539"/>
                </a:lnTo>
                <a:lnTo>
                  <a:pt x="983151" y="1772583"/>
                </a:lnTo>
                <a:lnTo>
                  <a:pt x="1021985" y="1750628"/>
                </a:lnTo>
                <a:lnTo>
                  <a:pt x="1060818" y="1728683"/>
                </a:lnTo>
                <a:lnTo>
                  <a:pt x="1099652" y="1706728"/>
                </a:lnTo>
                <a:lnTo>
                  <a:pt x="1138495" y="1684782"/>
                </a:lnTo>
                <a:lnTo>
                  <a:pt x="1177328" y="1662827"/>
                </a:lnTo>
                <a:lnTo>
                  <a:pt x="1216162" y="1640881"/>
                </a:lnTo>
                <a:lnTo>
                  <a:pt x="1255252" y="1619383"/>
                </a:lnTo>
                <a:lnTo>
                  <a:pt x="1294438" y="1598066"/>
                </a:lnTo>
                <a:lnTo>
                  <a:pt x="1333614" y="1576740"/>
                </a:lnTo>
                <a:lnTo>
                  <a:pt x="1372800" y="1555413"/>
                </a:lnTo>
                <a:lnTo>
                  <a:pt x="1411986" y="1534087"/>
                </a:lnTo>
                <a:lnTo>
                  <a:pt x="1451162" y="1512761"/>
                </a:lnTo>
                <a:lnTo>
                  <a:pt x="1490348" y="1491434"/>
                </a:lnTo>
                <a:lnTo>
                  <a:pt x="1529763" y="1470565"/>
                </a:lnTo>
                <a:lnTo>
                  <a:pt x="1569691" y="1450667"/>
                </a:lnTo>
                <a:lnTo>
                  <a:pt x="1609620" y="1430769"/>
                </a:lnTo>
                <a:lnTo>
                  <a:pt x="1649540" y="1410862"/>
                </a:lnTo>
                <a:lnTo>
                  <a:pt x="1689468" y="1390964"/>
                </a:lnTo>
                <a:lnTo>
                  <a:pt x="1729397" y="1371067"/>
                </a:lnTo>
                <a:lnTo>
                  <a:pt x="1769316" y="1351169"/>
                </a:lnTo>
                <a:lnTo>
                  <a:pt x="1809245" y="1331262"/>
                </a:lnTo>
                <a:lnTo>
                  <a:pt x="1849926" y="1313012"/>
                </a:lnTo>
                <a:lnTo>
                  <a:pt x="1890932" y="1295419"/>
                </a:lnTo>
                <a:lnTo>
                  <a:pt x="1931927" y="1277836"/>
                </a:lnTo>
                <a:lnTo>
                  <a:pt x="1972923" y="1260243"/>
                </a:lnTo>
                <a:lnTo>
                  <a:pt x="2013918" y="1242660"/>
                </a:lnTo>
                <a:lnTo>
                  <a:pt x="2054914" y="1225077"/>
                </a:lnTo>
                <a:lnTo>
                  <a:pt x="2095910" y="1207484"/>
                </a:lnTo>
                <a:lnTo>
                  <a:pt x="2136905" y="1189901"/>
                </a:lnTo>
                <a:lnTo>
                  <a:pt x="2178663" y="1174271"/>
                </a:lnTo>
                <a:lnTo>
                  <a:pt x="2220763" y="1159497"/>
                </a:lnTo>
                <a:lnTo>
                  <a:pt x="2262854" y="1144724"/>
                </a:lnTo>
                <a:lnTo>
                  <a:pt x="2304945" y="1129951"/>
                </a:lnTo>
                <a:lnTo>
                  <a:pt x="2347036" y="1115177"/>
                </a:lnTo>
                <a:lnTo>
                  <a:pt x="2389137" y="1100404"/>
                </a:lnTo>
                <a:lnTo>
                  <a:pt x="2431228" y="1085640"/>
                </a:lnTo>
                <a:lnTo>
                  <a:pt x="2473319" y="1070867"/>
                </a:lnTo>
                <a:lnTo>
                  <a:pt x="2515533" y="1056494"/>
                </a:lnTo>
                <a:lnTo>
                  <a:pt x="2558663" y="1045102"/>
                </a:lnTo>
                <a:lnTo>
                  <a:pt x="2601792" y="1033710"/>
                </a:lnTo>
                <a:lnTo>
                  <a:pt x="2644931" y="1022318"/>
                </a:lnTo>
                <a:lnTo>
                  <a:pt x="2688060" y="1010917"/>
                </a:lnTo>
                <a:lnTo>
                  <a:pt x="2731189" y="999525"/>
                </a:lnTo>
                <a:lnTo>
                  <a:pt x="2774318" y="988133"/>
                </a:lnTo>
                <a:lnTo>
                  <a:pt x="2817447" y="976741"/>
                </a:lnTo>
                <a:lnTo>
                  <a:pt x="2860577" y="965349"/>
                </a:lnTo>
                <a:lnTo>
                  <a:pt x="2903715" y="953957"/>
                </a:lnTo>
                <a:lnTo>
                  <a:pt x="2947426" y="945213"/>
                </a:lnTo>
                <a:lnTo>
                  <a:pt x="2991336" y="937327"/>
                </a:lnTo>
                <a:lnTo>
                  <a:pt x="3035246" y="929450"/>
                </a:lnTo>
                <a:lnTo>
                  <a:pt x="3079147" y="921563"/>
                </a:lnTo>
                <a:lnTo>
                  <a:pt x="3123057" y="913676"/>
                </a:lnTo>
                <a:lnTo>
                  <a:pt x="3166967" y="905799"/>
                </a:lnTo>
                <a:lnTo>
                  <a:pt x="3210878" y="897912"/>
                </a:lnTo>
                <a:lnTo>
                  <a:pt x="3254778" y="890026"/>
                </a:lnTo>
                <a:lnTo>
                  <a:pt x="3298688" y="882148"/>
                </a:lnTo>
                <a:lnTo>
                  <a:pt x="3342599" y="874262"/>
                </a:lnTo>
                <a:lnTo>
                  <a:pt x="3386680" y="867613"/>
                </a:lnTo>
                <a:lnTo>
                  <a:pt x="3431057" y="863117"/>
                </a:lnTo>
                <a:lnTo>
                  <a:pt x="3475444" y="858622"/>
                </a:lnTo>
                <a:lnTo>
                  <a:pt x="3519830" y="854126"/>
                </a:lnTo>
                <a:lnTo>
                  <a:pt x="3564207" y="849630"/>
                </a:lnTo>
                <a:lnTo>
                  <a:pt x="3608594" y="845134"/>
                </a:lnTo>
                <a:lnTo>
                  <a:pt x="3652971" y="840638"/>
                </a:lnTo>
                <a:lnTo>
                  <a:pt x="3697357" y="836143"/>
                </a:lnTo>
                <a:lnTo>
                  <a:pt x="3741744" y="831647"/>
                </a:lnTo>
                <a:lnTo>
                  <a:pt x="3786121" y="827151"/>
                </a:lnTo>
                <a:lnTo>
                  <a:pt x="3830507" y="822655"/>
                </a:lnTo>
                <a:lnTo>
                  <a:pt x="3874894" y="818159"/>
                </a:lnTo>
                <a:lnTo>
                  <a:pt x="3888981" y="848516"/>
                </a:lnTo>
                <a:lnTo>
                  <a:pt x="3890705" y="893093"/>
                </a:lnTo>
                <a:lnTo>
                  <a:pt x="3892429" y="937670"/>
                </a:lnTo>
                <a:lnTo>
                  <a:pt x="3926357" y="913943"/>
                </a:lnTo>
                <a:lnTo>
                  <a:pt x="3961848" y="886911"/>
                </a:lnTo>
                <a:lnTo>
                  <a:pt x="3997328" y="859879"/>
                </a:lnTo>
                <a:lnTo>
                  <a:pt x="4032818" y="832847"/>
                </a:lnTo>
                <a:lnTo>
                  <a:pt x="4068299" y="805805"/>
                </a:lnTo>
                <a:lnTo>
                  <a:pt x="4103789" y="778774"/>
                </a:lnTo>
                <a:lnTo>
                  <a:pt x="4139270" y="751742"/>
                </a:lnTo>
                <a:lnTo>
                  <a:pt x="4174760" y="724710"/>
                </a:lnTo>
                <a:lnTo>
                  <a:pt x="4210241" y="697678"/>
                </a:lnTo>
                <a:lnTo>
                  <a:pt x="4245731" y="670636"/>
                </a:lnTo>
                <a:lnTo>
                  <a:pt x="4281211" y="643604"/>
                </a:lnTo>
                <a:lnTo>
                  <a:pt x="4316701" y="616572"/>
                </a:lnTo>
                <a:lnTo>
                  <a:pt x="4352182" y="589540"/>
                </a:lnTo>
                <a:lnTo>
                  <a:pt x="4387672" y="562508"/>
                </a:lnTo>
                <a:lnTo>
                  <a:pt x="4423153" y="535467"/>
                </a:lnTo>
                <a:lnTo>
                  <a:pt x="4458643" y="508435"/>
                </a:lnTo>
                <a:lnTo>
                  <a:pt x="4494124" y="481403"/>
                </a:lnTo>
                <a:lnTo>
                  <a:pt x="4529604" y="454371"/>
                </a:lnTo>
                <a:lnTo>
                  <a:pt x="4547168" y="428130"/>
                </a:lnTo>
                <a:lnTo>
                  <a:pt x="4509430" y="404346"/>
                </a:lnTo>
                <a:lnTo>
                  <a:pt x="4471683" y="380562"/>
                </a:lnTo>
                <a:lnTo>
                  <a:pt x="4433945" y="356778"/>
                </a:lnTo>
                <a:lnTo>
                  <a:pt x="4396207" y="332994"/>
                </a:lnTo>
                <a:lnTo>
                  <a:pt x="4358469" y="309201"/>
                </a:lnTo>
                <a:lnTo>
                  <a:pt x="4320721" y="285417"/>
                </a:lnTo>
                <a:lnTo>
                  <a:pt x="4282983" y="261633"/>
                </a:lnTo>
                <a:lnTo>
                  <a:pt x="4245245" y="237849"/>
                </a:lnTo>
                <a:lnTo>
                  <a:pt x="4207507" y="214065"/>
                </a:lnTo>
                <a:lnTo>
                  <a:pt x="4169769" y="190281"/>
                </a:lnTo>
                <a:lnTo>
                  <a:pt x="4132021" y="166497"/>
                </a:lnTo>
                <a:lnTo>
                  <a:pt x="4094283" y="142713"/>
                </a:lnTo>
                <a:lnTo>
                  <a:pt x="4056545" y="118929"/>
                </a:lnTo>
                <a:lnTo>
                  <a:pt x="4018807" y="95136"/>
                </a:lnTo>
                <a:lnTo>
                  <a:pt x="3981069" y="71352"/>
                </a:lnTo>
                <a:lnTo>
                  <a:pt x="3943321" y="47568"/>
                </a:lnTo>
                <a:lnTo>
                  <a:pt x="3905583" y="23784"/>
                </a:lnTo>
                <a:lnTo>
                  <a:pt x="3867845" y="0"/>
                </a:lnTo>
                <a:lnTo>
                  <a:pt x="3851539" y="13354"/>
                </a:lnTo>
                <a:lnTo>
                  <a:pt x="3853272" y="57922"/>
                </a:lnTo>
                <a:lnTo>
                  <a:pt x="3854996" y="102499"/>
                </a:lnTo>
                <a:lnTo>
                  <a:pt x="3820344" y="114233"/>
                </a:lnTo>
                <a:lnTo>
                  <a:pt x="3775815" y="117053"/>
                </a:lnTo>
                <a:lnTo>
                  <a:pt x="3731295" y="119882"/>
                </a:lnTo>
                <a:lnTo>
                  <a:pt x="3686775" y="122701"/>
                </a:lnTo>
                <a:lnTo>
                  <a:pt x="3642255" y="125530"/>
                </a:lnTo>
                <a:lnTo>
                  <a:pt x="3597735" y="128349"/>
                </a:lnTo>
                <a:lnTo>
                  <a:pt x="3553216" y="131178"/>
                </a:lnTo>
                <a:lnTo>
                  <a:pt x="3508696" y="133998"/>
                </a:lnTo>
                <a:lnTo>
                  <a:pt x="3464176" y="136827"/>
                </a:lnTo>
                <a:lnTo>
                  <a:pt x="3419656" y="139646"/>
                </a:lnTo>
                <a:lnTo>
                  <a:pt x="3375136" y="142475"/>
                </a:lnTo>
                <a:lnTo>
                  <a:pt x="3330616" y="145294"/>
                </a:lnTo>
                <a:lnTo>
                  <a:pt x="3286096" y="148123"/>
                </a:lnTo>
                <a:lnTo>
                  <a:pt x="3241891" y="154076"/>
                </a:lnTo>
                <a:lnTo>
                  <a:pt x="3197685" y="160125"/>
                </a:lnTo>
                <a:lnTo>
                  <a:pt x="3153489" y="166164"/>
                </a:lnTo>
                <a:lnTo>
                  <a:pt x="3109293" y="172212"/>
                </a:lnTo>
                <a:lnTo>
                  <a:pt x="3065097" y="178260"/>
                </a:lnTo>
                <a:lnTo>
                  <a:pt x="3020892" y="184299"/>
                </a:lnTo>
                <a:lnTo>
                  <a:pt x="2976696" y="190348"/>
                </a:lnTo>
                <a:lnTo>
                  <a:pt x="2932500" y="196396"/>
                </a:lnTo>
                <a:lnTo>
                  <a:pt x="2888304" y="202444"/>
                </a:lnTo>
                <a:lnTo>
                  <a:pt x="2844098" y="208483"/>
                </a:lnTo>
                <a:lnTo>
                  <a:pt x="2799902" y="214532"/>
                </a:lnTo>
                <a:lnTo>
                  <a:pt x="2755887" y="221618"/>
                </a:lnTo>
                <a:lnTo>
                  <a:pt x="2712272" y="230981"/>
                </a:lnTo>
                <a:lnTo>
                  <a:pt x="2668657" y="240344"/>
                </a:lnTo>
                <a:lnTo>
                  <a:pt x="2625042" y="249707"/>
                </a:lnTo>
                <a:lnTo>
                  <a:pt x="2581427" y="259080"/>
                </a:lnTo>
                <a:lnTo>
                  <a:pt x="2537812" y="268443"/>
                </a:lnTo>
                <a:lnTo>
                  <a:pt x="2494188" y="277806"/>
                </a:lnTo>
                <a:lnTo>
                  <a:pt x="2450573" y="287169"/>
                </a:lnTo>
                <a:lnTo>
                  <a:pt x="2406958" y="296532"/>
                </a:lnTo>
                <a:lnTo>
                  <a:pt x="2363343" y="305905"/>
                </a:lnTo>
                <a:lnTo>
                  <a:pt x="2319728" y="315268"/>
                </a:lnTo>
                <a:lnTo>
                  <a:pt x="2276637" y="326669"/>
                </a:lnTo>
                <a:lnTo>
                  <a:pt x="2233832" y="339261"/>
                </a:lnTo>
                <a:lnTo>
                  <a:pt x="2191036" y="351854"/>
                </a:lnTo>
                <a:lnTo>
                  <a:pt x="2148240" y="364436"/>
                </a:lnTo>
                <a:lnTo>
                  <a:pt x="2105444" y="377028"/>
                </a:lnTo>
                <a:lnTo>
                  <a:pt x="2062648" y="389611"/>
                </a:lnTo>
                <a:lnTo>
                  <a:pt x="2019852" y="402203"/>
                </a:lnTo>
                <a:lnTo>
                  <a:pt x="1977057" y="414785"/>
                </a:lnTo>
                <a:lnTo>
                  <a:pt x="1934251" y="427377"/>
                </a:lnTo>
                <a:lnTo>
                  <a:pt x="1891455" y="439960"/>
                </a:lnTo>
                <a:lnTo>
                  <a:pt x="1849364" y="454676"/>
                </a:lnTo>
                <a:lnTo>
                  <a:pt x="1807445" y="469935"/>
                </a:lnTo>
                <a:lnTo>
                  <a:pt x="1765525" y="485204"/>
                </a:lnTo>
                <a:lnTo>
                  <a:pt x="1723606" y="500463"/>
                </a:lnTo>
                <a:lnTo>
                  <a:pt x="1681686" y="515722"/>
                </a:lnTo>
                <a:lnTo>
                  <a:pt x="1639767" y="530990"/>
                </a:lnTo>
                <a:lnTo>
                  <a:pt x="1597857" y="546249"/>
                </a:lnTo>
                <a:lnTo>
                  <a:pt x="1555937" y="561508"/>
                </a:lnTo>
                <a:lnTo>
                  <a:pt x="1514018" y="576777"/>
                </a:lnTo>
                <a:lnTo>
                  <a:pt x="1472717" y="593588"/>
                </a:lnTo>
                <a:lnTo>
                  <a:pt x="1431693" y="611124"/>
                </a:lnTo>
                <a:lnTo>
                  <a:pt x="1390669" y="628650"/>
                </a:lnTo>
                <a:lnTo>
                  <a:pt x="1349654" y="646186"/>
                </a:lnTo>
                <a:lnTo>
                  <a:pt x="1308630" y="663721"/>
                </a:lnTo>
                <a:lnTo>
                  <a:pt x="1267616" y="681247"/>
                </a:lnTo>
                <a:lnTo>
                  <a:pt x="1226591" y="698783"/>
                </a:lnTo>
                <a:lnTo>
                  <a:pt x="1185567" y="716309"/>
                </a:lnTo>
                <a:lnTo>
                  <a:pt x="1144676" y="734139"/>
                </a:lnTo>
                <a:lnTo>
                  <a:pt x="1104290" y="753066"/>
                </a:lnTo>
                <a:lnTo>
                  <a:pt x="1063895" y="772001"/>
                </a:lnTo>
                <a:lnTo>
                  <a:pt x="1023499" y="790927"/>
                </a:lnTo>
                <a:lnTo>
                  <a:pt x="983104" y="809863"/>
                </a:lnTo>
                <a:lnTo>
                  <a:pt x="942708" y="828789"/>
                </a:lnTo>
                <a:lnTo>
                  <a:pt x="902322" y="847725"/>
                </a:lnTo>
                <a:lnTo>
                  <a:pt x="861927" y="866651"/>
                </a:lnTo>
                <a:lnTo>
                  <a:pt x="821607" y="885739"/>
                </a:lnTo>
                <a:lnTo>
                  <a:pt x="781450" y="905170"/>
                </a:lnTo>
                <a:lnTo>
                  <a:pt x="741293" y="924611"/>
                </a:lnTo>
                <a:lnTo>
                  <a:pt x="701145" y="944042"/>
                </a:lnTo>
                <a:lnTo>
                  <a:pt x="660987" y="963473"/>
                </a:lnTo>
                <a:lnTo>
                  <a:pt x="620830" y="982904"/>
                </a:lnTo>
                <a:lnTo>
                  <a:pt x="580682" y="1002344"/>
                </a:lnTo>
                <a:lnTo>
                  <a:pt x="540525" y="1021775"/>
                </a:lnTo>
                <a:lnTo>
                  <a:pt x="500186" y="1040825"/>
                </a:lnTo>
                <a:lnTo>
                  <a:pt x="459829" y="1059828"/>
                </a:lnTo>
                <a:lnTo>
                  <a:pt x="419471" y="1078840"/>
                </a:lnTo>
                <a:lnTo>
                  <a:pt x="379114" y="1097852"/>
                </a:lnTo>
                <a:lnTo>
                  <a:pt x="338757" y="1116854"/>
                </a:lnTo>
                <a:lnTo>
                  <a:pt x="298399" y="1135866"/>
                </a:lnTo>
                <a:lnTo>
                  <a:pt x="258042" y="1154868"/>
                </a:lnTo>
                <a:lnTo>
                  <a:pt x="216932" y="1172204"/>
                </a:lnTo>
                <a:lnTo>
                  <a:pt x="175822" y="1189530"/>
                </a:lnTo>
                <a:lnTo>
                  <a:pt x="134722" y="1206856"/>
                </a:lnTo>
                <a:lnTo>
                  <a:pt x="93612" y="1224182"/>
                </a:lnTo>
                <a:lnTo>
                  <a:pt x="52502" y="1241508"/>
                </a:lnTo>
                <a:lnTo>
                  <a:pt x="11392" y="1258824"/>
                </a:lnTo>
                <a:lnTo>
                  <a:pt x="0" y="1288113"/>
                </a:lnTo>
                <a:lnTo>
                  <a:pt x="17650" y="1329080"/>
                </a:lnTo>
                <a:lnTo>
                  <a:pt x="35300" y="1370047"/>
                </a:lnTo>
                <a:lnTo>
                  <a:pt x="52949" y="1411014"/>
                </a:lnTo>
                <a:lnTo>
                  <a:pt x="70609" y="1451991"/>
                </a:lnTo>
                <a:lnTo>
                  <a:pt x="88259" y="1492958"/>
                </a:lnTo>
                <a:lnTo>
                  <a:pt x="105908" y="1533925"/>
                </a:lnTo>
                <a:lnTo>
                  <a:pt x="123558" y="1574892"/>
                </a:lnTo>
                <a:lnTo>
                  <a:pt x="141208" y="1615869"/>
                </a:lnTo>
                <a:lnTo>
                  <a:pt x="158858" y="1656836"/>
                </a:lnTo>
                <a:lnTo>
                  <a:pt x="176508" y="1697803"/>
                </a:lnTo>
                <a:lnTo>
                  <a:pt x="194167" y="1738770"/>
                </a:lnTo>
                <a:lnTo>
                  <a:pt x="211817" y="1779737"/>
                </a:lnTo>
                <a:lnTo>
                  <a:pt x="229467" y="1820713"/>
                </a:lnTo>
                <a:lnTo>
                  <a:pt x="247117" y="1861680"/>
                </a:lnTo>
                <a:lnTo>
                  <a:pt x="264766" y="1902647"/>
                </a:lnTo>
                <a:lnTo>
                  <a:pt x="282416" y="1943614"/>
                </a:lnTo>
                <a:lnTo>
                  <a:pt x="300066" y="1984591"/>
                </a:lnTo>
                <a:lnTo>
                  <a:pt x="317725" y="2025558"/>
                </a:lnTo>
                <a:lnTo>
                  <a:pt x="335375" y="2066525"/>
                </a:lnTo>
                <a:lnTo>
                  <a:pt x="353025" y="2107492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" name="flow-centerline">
            <a:extLst xmlns:a="http://schemas.openxmlformats.org/drawingml/2006/main">
              <a:ext uri="{FF2B5EF4-FFF2-40B4-BE49-F238E27FC236}">
                <a16:creationId xmlns:a16="http://schemas.microsoft.com/office/drawing/2014/main" id="{D010BFF8-E6DD-49A5-8A93-B730FEBC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647950"/>
            <a:ext cx="9410700" cy="2626862"/>
          </a:xfrm>
          <a:custGeom xmlns:a="http://schemas.openxmlformats.org/drawingml/2006/main">
            <a:pathLst>
              <a:path w="9410700" h="2626862">
                <a:moveTo>
                  <a:pt x="0" y="2495550"/>
                </a:moveTo>
                <a:lnTo>
                  <a:pt x="39634" y="2507323"/>
                </a:lnTo>
                <a:lnTo>
                  <a:pt x="79277" y="2519096"/>
                </a:lnTo>
                <a:lnTo>
                  <a:pt x="118910" y="2530869"/>
                </a:lnTo>
                <a:lnTo>
                  <a:pt x="158544" y="2542642"/>
                </a:lnTo>
                <a:lnTo>
                  <a:pt x="198177" y="2554415"/>
                </a:lnTo>
                <a:lnTo>
                  <a:pt x="237820" y="2566187"/>
                </a:lnTo>
                <a:lnTo>
                  <a:pt x="277454" y="2577960"/>
                </a:lnTo>
                <a:lnTo>
                  <a:pt x="317973" y="2585790"/>
                </a:lnTo>
                <a:lnTo>
                  <a:pt x="358835" y="2592076"/>
                </a:lnTo>
                <a:lnTo>
                  <a:pt x="399707" y="2598363"/>
                </a:lnTo>
                <a:lnTo>
                  <a:pt x="440569" y="2604659"/>
                </a:lnTo>
                <a:lnTo>
                  <a:pt x="481441" y="2610945"/>
                </a:lnTo>
                <a:lnTo>
                  <a:pt x="522303" y="2617232"/>
                </a:lnTo>
                <a:lnTo>
                  <a:pt x="563194" y="2623214"/>
                </a:lnTo>
                <a:lnTo>
                  <a:pt x="604542" y="2623823"/>
                </a:lnTo>
                <a:lnTo>
                  <a:pt x="645881" y="2624433"/>
                </a:lnTo>
                <a:lnTo>
                  <a:pt x="687229" y="2625042"/>
                </a:lnTo>
                <a:lnTo>
                  <a:pt x="728567" y="2625652"/>
                </a:lnTo>
                <a:lnTo>
                  <a:pt x="769915" y="2626262"/>
                </a:lnTo>
                <a:lnTo>
                  <a:pt x="811254" y="2626862"/>
                </a:lnTo>
                <a:lnTo>
                  <a:pt x="852364" y="2623042"/>
                </a:lnTo>
                <a:lnTo>
                  <a:pt x="893407" y="2618003"/>
                </a:lnTo>
                <a:lnTo>
                  <a:pt x="934441" y="2612974"/>
                </a:lnTo>
                <a:lnTo>
                  <a:pt x="975484" y="2607945"/>
                </a:lnTo>
                <a:lnTo>
                  <a:pt x="1016527" y="2602916"/>
                </a:lnTo>
                <a:lnTo>
                  <a:pt x="1057561" y="2597877"/>
                </a:lnTo>
                <a:lnTo>
                  <a:pt x="1097947" y="2589295"/>
                </a:lnTo>
                <a:lnTo>
                  <a:pt x="1138095" y="2579380"/>
                </a:lnTo>
                <a:lnTo>
                  <a:pt x="1178233" y="2569464"/>
                </a:lnTo>
                <a:lnTo>
                  <a:pt x="1218371" y="2559548"/>
                </a:lnTo>
                <a:lnTo>
                  <a:pt x="1258510" y="2549633"/>
                </a:lnTo>
                <a:lnTo>
                  <a:pt x="1298658" y="2539717"/>
                </a:lnTo>
                <a:lnTo>
                  <a:pt x="1337901" y="2526811"/>
                </a:lnTo>
                <a:lnTo>
                  <a:pt x="1376877" y="2513019"/>
                </a:lnTo>
                <a:lnTo>
                  <a:pt x="1415863" y="2499236"/>
                </a:lnTo>
                <a:lnTo>
                  <a:pt x="1454849" y="2485454"/>
                </a:lnTo>
                <a:lnTo>
                  <a:pt x="1493825" y="2471661"/>
                </a:lnTo>
                <a:lnTo>
                  <a:pt x="1532811" y="2457879"/>
                </a:lnTo>
                <a:lnTo>
                  <a:pt x="1570968" y="2442010"/>
                </a:lnTo>
                <a:lnTo>
                  <a:pt x="1608877" y="2425494"/>
                </a:lnTo>
                <a:lnTo>
                  <a:pt x="1646787" y="2408987"/>
                </a:lnTo>
                <a:lnTo>
                  <a:pt x="1684687" y="2392470"/>
                </a:lnTo>
                <a:lnTo>
                  <a:pt x="1722596" y="2375954"/>
                </a:lnTo>
                <a:lnTo>
                  <a:pt x="1760496" y="2359438"/>
                </a:lnTo>
                <a:lnTo>
                  <a:pt x="1797825" y="2341655"/>
                </a:lnTo>
                <a:lnTo>
                  <a:pt x="1834896" y="2323357"/>
                </a:lnTo>
                <a:lnTo>
                  <a:pt x="1871967" y="2305050"/>
                </a:lnTo>
                <a:lnTo>
                  <a:pt x="1909048" y="2286743"/>
                </a:lnTo>
                <a:lnTo>
                  <a:pt x="1946119" y="2268436"/>
                </a:lnTo>
                <a:lnTo>
                  <a:pt x="1983200" y="2250138"/>
                </a:lnTo>
                <a:lnTo>
                  <a:pt x="2019986" y="2231279"/>
                </a:lnTo>
                <a:lnTo>
                  <a:pt x="2056571" y="2212000"/>
                </a:lnTo>
                <a:lnTo>
                  <a:pt x="2093147" y="2192731"/>
                </a:lnTo>
                <a:lnTo>
                  <a:pt x="2129733" y="2173453"/>
                </a:lnTo>
                <a:lnTo>
                  <a:pt x="2166309" y="2154174"/>
                </a:lnTo>
                <a:lnTo>
                  <a:pt x="2202885" y="2134895"/>
                </a:lnTo>
                <a:lnTo>
                  <a:pt x="2239461" y="2115607"/>
                </a:lnTo>
                <a:lnTo>
                  <a:pt x="2276008" y="2096281"/>
                </a:lnTo>
                <a:lnTo>
                  <a:pt x="2312565" y="2076955"/>
                </a:lnTo>
                <a:lnTo>
                  <a:pt x="2349122" y="2057629"/>
                </a:lnTo>
                <a:lnTo>
                  <a:pt x="2385670" y="2038312"/>
                </a:lnTo>
                <a:lnTo>
                  <a:pt x="2422227" y="2018986"/>
                </a:lnTo>
                <a:lnTo>
                  <a:pt x="2458784" y="1999659"/>
                </a:lnTo>
                <a:lnTo>
                  <a:pt x="2495702" y="1981057"/>
                </a:lnTo>
                <a:lnTo>
                  <a:pt x="2532659" y="1962502"/>
                </a:lnTo>
                <a:lnTo>
                  <a:pt x="2569607" y="1943957"/>
                </a:lnTo>
                <a:lnTo>
                  <a:pt x="2606564" y="1925403"/>
                </a:lnTo>
                <a:lnTo>
                  <a:pt x="2643521" y="1906857"/>
                </a:lnTo>
                <a:lnTo>
                  <a:pt x="2680468" y="1888303"/>
                </a:lnTo>
                <a:lnTo>
                  <a:pt x="2717759" y="1870462"/>
                </a:lnTo>
                <a:lnTo>
                  <a:pt x="2755440" y="1853441"/>
                </a:lnTo>
                <a:lnTo>
                  <a:pt x="2793121" y="1836420"/>
                </a:lnTo>
                <a:lnTo>
                  <a:pt x="2830801" y="1819389"/>
                </a:lnTo>
                <a:lnTo>
                  <a:pt x="2868482" y="1802368"/>
                </a:lnTo>
                <a:lnTo>
                  <a:pt x="2906163" y="1785347"/>
                </a:lnTo>
                <a:lnTo>
                  <a:pt x="2943844" y="1768326"/>
                </a:lnTo>
                <a:lnTo>
                  <a:pt x="2982354" y="1753286"/>
                </a:lnTo>
                <a:lnTo>
                  <a:pt x="3020939" y="1738417"/>
                </a:lnTo>
                <a:lnTo>
                  <a:pt x="3059525" y="1723558"/>
                </a:lnTo>
                <a:lnTo>
                  <a:pt x="3098111" y="1708699"/>
                </a:lnTo>
                <a:lnTo>
                  <a:pt x="3136687" y="1693831"/>
                </a:lnTo>
                <a:lnTo>
                  <a:pt x="3175273" y="1678972"/>
                </a:lnTo>
                <a:lnTo>
                  <a:pt x="3214126" y="1664884"/>
                </a:lnTo>
                <a:lnTo>
                  <a:pt x="3253759" y="1653121"/>
                </a:lnTo>
                <a:lnTo>
                  <a:pt x="3293402" y="1641358"/>
                </a:lnTo>
                <a:lnTo>
                  <a:pt x="3333036" y="1629585"/>
                </a:lnTo>
                <a:lnTo>
                  <a:pt x="3372679" y="1617821"/>
                </a:lnTo>
                <a:lnTo>
                  <a:pt x="3412312" y="1606058"/>
                </a:lnTo>
                <a:lnTo>
                  <a:pt x="3451955" y="1594295"/>
                </a:lnTo>
                <a:lnTo>
                  <a:pt x="3492008" y="1584227"/>
                </a:lnTo>
                <a:lnTo>
                  <a:pt x="3532584" y="1576254"/>
                </a:lnTo>
                <a:lnTo>
                  <a:pt x="3573151" y="1568272"/>
                </a:lnTo>
                <a:lnTo>
                  <a:pt x="3613718" y="1560290"/>
                </a:lnTo>
                <a:lnTo>
                  <a:pt x="3654295" y="1552318"/>
                </a:lnTo>
                <a:lnTo>
                  <a:pt x="3694862" y="1544336"/>
                </a:lnTo>
                <a:lnTo>
                  <a:pt x="3735429" y="1536354"/>
                </a:lnTo>
                <a:lnTo>
                  <a:pt x="3776253" y="1530144"/>
                </a:lnTo>
                <a:lnTo>
                  <a:pt x="3817439" y="1526524"/>
                </a:lnTo>
                <a:lnTo>
                  <a:pt x="3858635" y="1522895"/>
                </a:lnTo>
                <a:lnTo>
                  <a:pt x="3899821" y="1519266"/>
                </a:lnTo>
                <a:lnTo>
                  <a:pt x="3941007" y="1515637"/>
                </a:lnTo>
                <a:lnTo>
                  <a:pt x="3982193" y="1512018"/>
                </a:lnTo>
                <a:lnTo>
                  <a:pt x="4023389" y="1508389"/>
                </a:lnTo>
                <a:lnTo>
                  <a:pt x="4064584" y="1504960"/>
                </a:lnTo>
                <a:lnTo>
                  <a:pt x="4105932" y="1505198"/>
                </a:lnTo>
                <a:lnTo>
                  <a:pt x="4147271" y="1505436"/>
                </a:lnTo>
                <a:lnTo>
                  <a:pt x="4188619" y="1505664"/>
                </a:lnTo>
                <a:lnTo>
                  <a:pt x="4229967" y="1505903"/>
                </a:lnTo>
                <a:lnTo>
                  <a:pt x="4271315" y="1506141"/>
                </a:lnTo>
                <a:lnTo>
                  <a:pt x="4312663" y="1506369"/>
                </a:lnTo>
                <a:lnTo>
                  <a:pt x="4354011" y="1506607"/>
                </a:lnTo>
                <a:lnTo>
                  <a:pt x="4395359" y="1506845"/>
                </a:lnTo>
                <a:lnTo>
                  <a:pt x="4436650" y="1504779"/>
                </a:lnTo>
                <a:lnTo>
                  <a:pt x="4477941" y="1502588"/>
                </a:lnTo>
                <a:lnTo>
                  <a:pt x="4519232" y="1500388"/>
                </a:lnTo>
                <a:lnTo>
                  <a:pt x="4560513" y="1498187"/>
                </a:lnTo>
                <a:lnTo>
                  <a:pt x="4601804" y="1495997"/>
                </a:lnTo>
                <a:lnTo>
                  <a:pt x="4643095" y="1493796"/>
                </a:lnTo>
                <a:lnTo>
                  <a:pt x="4684385" y="1491596"/>
                </a:lnTo>
                <a:lnTo>
                  <a:pt x="4725676" y="1489396"/>
                </a:lnTo>
                <a:lnTo>
                  <a:pt x="4766634" y="1484100"/>
                </a:lnTo>
                <a:lnTo>
                  <a:pt x="4807448" y="1477528"/>
                </a:lnTo>
                <a:lnTo>
                  <a:pt x="4848273" y="1470946"/>
                </a:lnTo>
                <a:lnTo>
                  <a:pt x="4889097" y="1464374"/>
                </a:lnTo>
                <a:lnTo>
                  <a:pt x="4929921" y="1457801"/>
                </a:lnTo>
                <a:lnTo>
                  <a:pt x="4970736" y="1451219"/>
                </a:lnTo>
                <a:lnTo>
                  <a:pt x="5011560" y="1444647"/>
                </a:lnTo>
                <a:lnTo>
                  <a:pt x="5052355" y="1437942"/>
                </a:lnTo>
                <a:lnTo>
                  <a:pt x="5092332" y="1427397"/>
                </a:lnTo>
                <a:lnTo>
                  <a:pt x="5132318" y="1416853"/>
                </a:lnTo>
                <a:lnTo>
                  <a:pt x="5172294" y="1406300"/>
                </a:lnTo>
                <a:lnTo>
                  <a:pt x="5212271" y="1395755"/>
                </a:lnTo>
                <a:lnTo>
                  <a:pt x="5252247" y="1385202"/>
                </a:lnTo>
                <a:lnTo>
                  <a:pt x="5292233" y="1374658"/>
                </a:lnTo>
                <a:lnTo>
                  <a:pt x="5332209" y="1364104"/>
                </a:lnTo>
                <a:lnTo>
                  <a:pt x="5371376" y="1350978"/>
                </a:lnTo>
                <a:lnTo>
                  <a:pt x="5410229" y="1336824"/>
                </a:lnTo>
                <a:lnTo>
                  <a:pt x="5449081" y="1322670"/>
                </a:lnTo>
                <a:lnTo>
                  <a:pt x="5487934" y="1308525"/>
                </a:lnTo>
                <a:lnTo>
                  <a:pt x="5526786" y="1294371"/>
                </a:lnTo>
                <a:lnTo>
                  <a:pt x="5565629" y="1280217"/>
                </a:lnTo>
                <a:lnTo>
                  <a:pt x="5604481" y="1266063"/>
                </a:lnTo>
                <a:lnTo>
                  <a:pt x="5642753" y="1250461"/>
                </a:lnTo>
                <a:lnTo>
                  <a:pt x="5680596" y="1233821"/>
                </a:lnTo>
                <a:lnTo>
                  <a:pt x="5718448" y="1217181"/>
                </a:lnTo>
                <a:lnTo>
                  <a:pt x="5756300" y="1200531"/>
                </a:lnTo>
                <a:lnTo>
                  <a:pt x="5794153" y="1183891"/>
                </a:lnTo>
                <a:lnTo>
                  <a:pt x="5832005" y="1167251"/>
                </a:lnTo>
                <a:lnTo>
                  <a:pt x="5869848" y="1150601"/>
                </a:lnTo>
                <a:lnTo>
                  <a:pt x="5907300" y="1133113"/>
                </a:lnTo>
                <a:lnTo>
                  <a:pt x="5944343" y="1114730"/>
                </a:lnTo>
                <a:lnTo>
                  <a:pt x="5981376" y="1096347"/>
                </a:lnTo>
                <a:lnTo>
                  <a:pt x="6018409" y="1077963"/>
                </a:lnTo>
                <a:lnTo>
                  <a:pt x="6055443" y="1059580"/>
                </a:lnTo>
                <a:lnTo>
                  <a:pt x="6092485" y="1041187"/>
                </a:lnTo>
                <a:lnTo>
                  <a:pt x="6129518" y="1022804"/>
                </a:lnTo>
                <a:lnTo>
                  <a:pt x="6166409" y="1004145"/>
                </a:lnTo>
                <a:lnTo>
                  <a:pt x="6203023" y="984933"/>
                </a:lnTo>
                <a:lnTo>
                  <a:pt x="6239637" y="965711"/>
                </a:lnTo>
                <a:lnTo>
                  <a:pt x="6276242" y="946499"/>
                </a:lnTo>
                <a:lnTo>
                  <a:pt x="6312856" y="927287"/>
                </a:lnTo>
                <a:lnTo>
                  <a:pt x="6349470" y="908066"/>
                </a:lnTo>
                <a:lnTo>
                  <a:pt x="6386084" y="888854"/>
                </a:lnTo>
                <a:lnTo>
                  <a:pt x="6422688" y="869642"/>
                </a:lnTo>
                <a:lnTo>
                  <a:pt x="6459417" y="850649"/>
                </a:lnTo>
                <a:lnTo>
                  <a:pt x="6496145" y="831656"/>
                </a:lnTo>
                <a:lnTo>
                  <a:pt x="6532874" y="812663"/>
                </a:lnTo>
                <a:lnTo>
                  <a:pt x="6569602" y="793671"/>
                </a:lnTo>
                <a:lnTo>
                  <a:pt x="6606330" y="774678"/>
                </a:lnTo>
                <a:lnTo>
                  <a:pt x="6643059" y="755685"/>
                </a:lnTo>
                <a:lnTo>
                  <a:pt x="6679787" y="736692"/>
                </a:lnTo>
                <a:lnTo>
                  <a:pt x="6716668" y="718014"/>
                </a:lnTo>
                <a:lnTo>
                  <a:pt x="6753777" y="699764"/>
                </a:lnTo>
                <a:lnTo>
                  <a:pt x="6790877" y="681514"/>
                </a:lnTo>
                <a:lnTo>
                  <a:pt x="6827977" y="663273"/>
                </a:lnTo>
                <a:lnTo>
                  <a:pt x="6865087" y="645023"/>
                </a:lnTo>
                <a:lnTo>
                  <a:pt x="6902186" y="626774"/>
                </a:lnTo>
                <a:lnTo>
                  <a:pt x="6939286" y="608524"/>
                </a:lnTo>
                <a:lnTo>
                  <a:pt x="6976386" y="590274"/>
                </a:lnTo>
                <a:lnTo>
                  <a:pt x="7013905" y="572910"/>
                </a:lnTo>
                <a:lnTo>
                  <a:pt x="7051758" y="556270"/>
                </a:lnTo>
                <a:lnTo>
                  <a:pt x="7089610" y="539639"/>
                </a:lnTo>
                <a:lnTo>
                  <a:pt x="7127462" y="523008"/>
                </a:lnTo>
                <a:lnTo>
                  <a:pt x="7165324" y="506378"/>
                </a:lnTo>
                <a:lnTo>
                  <a:pt x="7203176" y="489737"/>
                </a:lnTo>
                <a:lnTo>
                  <a:pt x="7241029" y="473107"/>
                </a:lnTo>
                <a:lnTo>
                  <a:pt x="7278881" y="456476"/>
                </a:lnTo>
                <a:lnTo>
                  <a:pt x="7316953" y="440369"/>
                </a:lnTo>
                <a:lnTo>
                  <a:pt x="7355691" y="425910"/>
                </a:lnTo>
                <a:lnTo>
                  <a:pt x="7394429" y="411451"/>
                </a:lnTo>
                <a:lnTo>
                  <a:pt x="7433167" y="396992"/>
                </a:lnTo>
                <a:lnTo>
                  <a:pt x="7471896" y="382534"/>
                </a:lnTo>
                <a:lnTo>
                  <a:pt x="7510634" y="368075"/>
                </a:lnTo>
                <a:lnTo>
                  <a:pt x="7549372" y="353616"/>
                </a:lnTo>
                <a:lnTo>
                  <a:pt x="7588110" y="339157"/>
                </a:lnTo>
                <a:lnTo>
                  <a:pt x="7626848" y="324698"/>
                </a:lnTo>
                <a:lnTo>
                  <a:pt x="7665939" y="311277"/>
                </a:lnTo>
                <a:lnTo>
                  <a:pt x="7705515" y="299323"/>
                </a:lnTo>
                <a:lnTo>
                  <a:pt x="7745101" y="287360"/>
                </a:lnTo>
                <a:lnTo>
                  <a:pt x="7784678" y="275406"/>
                </a:lnTo>
                <a:lnTo>
                  <a:pt x="7824264" y="263452"/>
                </a:lnTo>
                <a:lnTo>
                  <a:pt x="7863840" y="251498"/>
                </a:lnTo>
                <a:lnTo>
                  <a:pt x="7903426" y="239544"/>
                </a:lnTo>
                <a:lnTo>
                  <a:pt x="7943012" y="227590"/>
                </a:lnTo>
                <a:lnTo>
                  <a:pt x="7982588" y="215636"/>
                </a:lnTo>
                <a:lnTo>
                  <a:pt x="8022174" y="203683"/>
                </a:lnTo>
                <a:lnTo>
                  <a:pt x="8062455" y="194405"/>
                </a:lnTo>
                <a:lnTo>
                  <a:pt x="8102794" y="185318"/>
                </a:lnTo>
                <a:lnTo>
                  <a:pt x="8143132" y="176232"/>
                </a:lnTo>
                <a:lnTo>
                  <a:pt x="8183470" y="167135"/>
                </a:lnTo>
                <a:lnTo>
                  <a:pt x="8223799" y="158048"/>
                </a:lnTo>
                <a:lnTo>
                  <a:pt x="8264138" y="148961"/>
                </a:lnTo>
                <a:lnTo>
                  <a:pt x="8304476" y="139875"/>
                </a:lnTo>
                <a:lnTo>
                  <a:pt x="8344814" y="130788"/>
                </a:lnTo>
                <a:lnTo>
                  <a:pt x="8385153" y="121701"/>
                </a:lnTo>
                <a:lnTo>
                  <a:pt x="8425482" y="112614"/>
                </a:lnTo>
                <a:lnTo>
                  <a:pt x="8466182" y="105451"/>
                </a:lnTo>
                <a:lnTo>
                  <a:pt x="8507063" y="99270"/>
                </a:lnTo>
                <a:lnTo>
                  <a:pt x="8547954" y="93097"/>
                </a:lnTo>
                <a:lnTo>
                  <a:pt x="8588835" y="86916"/>
                </a:lnTo>
                <a:lnTo>
                  <a:pt x="8629717" y="80734"/>
                </a:lnTo>
                <a:lnTo>
                  <a:pt x="8670598" y="74552"/>
                </a:lnTo>
                <a:lnTo>
                  <a:pt x="8711489" y="68380"/>
                </a:lnTo>
                <a:lnTo>
                  <a:pt x="8752370" y="62198"/>
                </a:lnTo>
                <a:lnTo>
                  <a:pt x="8793251" y="56017"/>
                </a:lnTo>
                <a:lnTo>
                  <a:pt x="8834133" y="49844"/>
                </a:lnTo>
                <a:lnTo>
                  <a:pt x="8875014" y="43663"/>
                </a:lnTo>
                <a:lnTo>
                  <a:pt x="8916038" y="38691"/>
                </a:lnTo>
                <a:lnTo>
                  <a:pt x="8957262" y="35462"/>
                </a:lnTo>
                <a:lnTo>
                  <a:pt x="8998487" y="32242"/>
                </a:lnTo>
                <a:lnTo>
                  <a:pt x="9039701" y="29013"/>
                </a:lnTo>
                <a:lnTo>
                  <a:pt x="9080925" y="25794"/>
                </a:lnTo>
                <a:lnTo>
                  <a:pt x="9122150" y="22565"/>
                </a:lnTo>
                <a:lnTo>
                  <a:pt x="9163374" y="19345"/>
                </a:lnTo>
                <a:lnTo>
                  <a:pt x="9204589" y="16116"/>
                </a:lnTo>
                <a:lnTo>
                  <a:pt x="9245813" y="12897"/>
                </a:lnTo>
                <a:lnTo>
                  <a:pt x="9287037" y="9668"/>
                </a:lnTo>
                <a:lnTo>
                  <a:pt x="9328261" y="6448"/>
                </a:lnTo>
                <a:lnTo>
                  <a:pt x="9369476" y="3219"/>
                </a:lnTo>
                <a:lnTo>
                  <a:pt x="941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F42C1">
                <a:alpha val="34000"/>
              </a:srgbClr>
            </a:solidFill>
            <a:prstDash val="dash"/>
          </a:ln>
        </p:spPr>
      </p:sp>
      <p:sp>
        <p:nvSpPr>
          <p:cNvPr id="6" name="phase-1-index">
            <a:extLst xmlns:a="http://schemas.openxmlformats.org/drawingml/2006/main">
              <a:ext uri="{FF2B5EF4-FFF2-40B4-BE49-F238E27FC236}">
                <a16:creationId xmlns:a16="http://schemas.microsoft.com/office/drawing/2014/main" id="{DF8FE7E6-0742-4A91-9EC1-9A2B92AA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558" y="4521403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61F67A0F-D266-4958-95EA-2BC15AFA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758" y="4911623"/>
            <a:ext cx="205740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目标定义</a:t>
            </a:r>
          </a:p>
        </p:txBody>
      </p:sp>
      <p:sp>
        <p:nvSpPr>
          <p:cNvPr id="8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6C9565D1-D81B-41B7-BA36-E397D8D6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758" y="5224758"/>
            <a:ext cx="205740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明确范围、对象与预期成果</a:t>
            </a:r>
          </a:p>
        </p:txBody>
      </p:sp>
      <p:sp>
        <p:nvSpPr>
          <p:cNvPr id="9" name="phase-2-index">
            <a:extLst xmlns:a="http://schemas.openxmlformats.org/drawingml/2006/main">
              <a:ext uri="{FF2B5EF4-FFF2-40B4-BE49-F238E27FC236}">
                <a16:creationId xmlns:a16="http://schemas.microsoft.com/office/drawing/2014/main" id="{14984907-7DCF-4F2E-B8CB-77C56185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7188" y="351472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1F8F9C0B-9D18-43FA-9E6C-855EBB52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388" y="3889619"/>
            <a:ext cx="205740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1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32A3DA91-43B6-420D-8260-BB8C4031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388" y="4202754"/>
            <a:ext cx="205740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形成路径并完成关键论证</a:t>
            </a:r>
          </a:p>
        </p:txBody>
      </p:sp>
      <p:sp>
        <p:nvSpPr>
          <p:cNvPr id="12" name="phase-3-index">
            <a:extLst xmlns:a="http://schemas.openxmlformats.org/drawingml/2006/main">
              <a:ext uri="{FF2B5EF4-FFF2-40B4-BE49-F238E27FC236}">
                <a16:creationId xmlns:a16="http://schemas.microsoft.com/office/drawing/2014/main" id="{40482787-0B0A-4219-9814-83F82E97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4637" y="2498379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F202F211-D6B3-4D9C-BB1D-F0B683FC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837" y="2873273"/>
            <a:ext cx="205740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试点验证</a:t>
            </a:r>
          </a:p>
        </p:txBody>
      </p:sp>
      <p:sp>
        <p:nvSpPr>
          <p:cNvPr id="14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D8C7EFC4-7B95-4678-B0EC-56B97DF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837" y="3186408"/>
            <a:ext cx="205740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在真实场景中检验可行性</a:t>
            </a:r>
          </a:p>
        </p:txBody>
      </p:sp>
      <p:sp>
        <p:nvSpPr>
          <p:cNvPr id="15" name="gate-1-plane">
            <a:extLst xmlns:a="http://schemas.openxmlformats.org/drawingml/2006/main">
              <a:ext uri="{FF2B5EF4-FFF2-40B4-BE49-F238E27FC236}">
                <a16:creationId xmlns:a16="http://schemas.microsoft.com/office/drawing/2014/main" id="{5AFFE95F-5CBB-4F0D-8D3D-50AD1078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0756" y="3983355"/>
            <a:ext cx="737540" cy="1164908"/>
          </a:xfrm>
          <a:custGeom xmlns:a="http://schemas.openxmlformats.org/drawingml/2006/main">
            <a:pathLst>
              <a:path w="737540" h="1164908">
                <a:moveTo>
                  <a:pt x="523551" y="1164908"/>
                </a:moveTo>
                <a:lnTo>
                  <a:pt x="515102" y="1147924"/>
                </a:lnTo>
                <a:lnTo>
                  <a:pt x="506663" y="1130951"/>
                </a:lnTo>
                <a:lnTo>
                  <a:pt x="498215" y="1113968"/>
                </a:lnTo>
                <a:lnTo>
                  <a:pt x="489776" y="1096985"/>
                </a:lnTo>
                <a:lnTo>
                  <a:pt x="481327" y="1080002"/>
                </a:lnTo>
                <a:lnTo>
                  <a:pt x="472888" y="1063028"/>
                </a:lnTo>
                <a:lnTo>
                  <a:pt x="464439" y="1046045"/>
                </a:lnTo>
                <a:lnTo>
                  <a:pt x="455990" y="1029062"/>
                </a:lnTo>
                <a:lnTo>
                  <a:pt x="447551" y="1012079"/>
                </a:lnTo>
                <a:lnTo>
                  <a:pt x="439103" y="995105"/>
                </a:lnTo>
                <a:lnTo>
                  <a:pt x="430663" y="978122"/>
                </a:lnTo>
                <a:lnTo>
                  <a:pt x="422215" y="961139"/>
                </a:lnTo>
                <a:lnTo>
                  <a:pt x="413776" y="944166"/>
                </a:lnTo>
                <a:lnTo>
                  <a:pt x="405327" y="927183"/>
                </a:lnTo>
                <a:lnTo>
                  <a:pt x="396888" y="910199"/>
                </a:lnTo>
                <a:lnTo>
                  <a:pt x="388439" y="893216"/>
                </a:lnTo>
                <a:lnTo>
                  <a:pt x="380000" y="876243"/>
                </a:lnTo>
                <a:lnTo>
                  <a:pt x="371551" y="859260"/>
                </a:lnTo>
                <a:lnTo>
                  <a:pt x="363103" y="842277"/>
                </a:lnTo>
                <a:lnTo>
                  <a:pt x="354663" y="825294"/>
                </a:lnTo>
                <a:lnTo>
                  <a:pt x="346215" y="808320"/>
                </a:lnTo>
                <a:lnTo>
                  <a:pt x="337776" y="791337"/>
                </a:lnTo>
                <a:lnTo>
                  <a:pt x="329327" y="774354"/>
                </a:lnTo>
                <a:lnTo>
                  <a:pt x="320888" y="757380"/>
                </a:lnTo>
                <a:lnTo>
                  <a:pt x="312439" y="740397"/>
                </a:lnTo>
                <a:lnTo>
                  <a:pt x="304000" y="723414"/>
                </a:lnTo>
                <a:lnTo>
                  <a:pt x="295551" y="706431"/>
                </a:lnTo>
                <a:lnTo>
                  <a:pt x="287112" y="689458"/>
                </a:lnTo>
                <a:lnTo>
                  <a:pt x="278663" y="672475"/>
                </a:lnTo>
                <a:lnTo>
                  <a:pt x="270215" y="655491"/>
                </a:lnTo>
                <a:lnTo>
                  <a:pt x="261776" y="638508"/>
                </a:lnTo>
                <a:lnTo>
                  <a:pt x="253327" y="621535"/>
                </a:lnTo>
                <a:lnTo>
                  <a:pt x="244888" y="604552"/>
                </a:lnTo>
                <a:lnTo>
                  <a:pt x="236439" y="587569"/>
                </a:lnTo>
                <a:lnTo>
                  <a:pt x="228000" y="570595"/>
                </a:lnTo>
                <a:lnTo>
                  <a:pt x="219551" y="553612"/>
                </a:lnTo>
                <a:lnTo>
                  <a:pt x="211112" y="536629"/>
                </a:lnTo>
                <a:lnTo>
                  <a:pt x="202663" y="519646"/>
                </a:lnTo>
                <a:lnTo>
                  <a:pt x="194224" y="502672"/>
                </a:lnTo>
                <a:lnTo>
                  <a:pt x="185776" y="485689"/>
                </a:lnTo>
                <a:lnTo>
                  <a:pt x="177327" y="468706"/>
                </a:lnTo>
                <a:lnTo>
                  <a:pt x="168888" y="451723"/>
                </a:lnTo>
                <a:lnTo>
                  <a:pt x="160439" y="434750"/>
                </a:lnTo>
                <a:lnTo>
                  <a:pt x="152000" y="417767"/>
                </a:lnTo>
                <a:lnTo>
                  <a:pt x="143551" y="400783"/>
                </a:lnTo>
                <a:lnTo>
                  <a:pt x="135112" y="383810"/>
                </a:lnTo>
                <a:lnTo>
                  <a:pt x="126663" y="366827"/>
                </a:lnTo>
                <a:lnTo>
                  <a:pt x="118224" y="349844"/>
                </a:lnTo>
                <a:lnTo>
                  <a:pt x="109776" y="332861"/>
                </a:lnTo>
                <a:lnTo>
                  <a:pt x="101336" y="315887"/>
                </a:lnTo>
                <a:lnTo>
                  <a:pt x="92888" y="298904"/>
                </a:lnTo>
                <a:lnTo>
                  <a:pt x="84439" y="281921"/>
                </a:lnTo>
                <a:lnTo>
                  <a:pt x="76000" y="264938"/>
                </a:lnTo>
                <a:lnTo>
                  <a:pt x="67551" y="247964"/>
                </a:lnTo>
                <a:lnTo>
                  <a:pt x="59112" y="230981"/>
                </a:lnTo>
                <a:lnTo>
                  <a:pt x="50663" y="213998"/>
                </a:lnTo>
                <a:lnTo>
                  <a:pt x="42224" y="197025"/>
                </a:lnTo>
                <a:lnTo>
                  <a:pt x="33776" y="180042"/>
                </a:lnTo>
                <a:lnTo>
                  <a:pt x="25337" y="163058"/>
                </a:lnTo>
                <a:lnTo>
                  <a:pt x="16888" y="146075"/>
                </a:lnTo>
                <a:lnTo>
                  <a:pt x="8449" y="129102"/>
                </a:lnTo>
                <a:lnTo>
                  <a:pt x="0" y="112119"/>
                </a:lnTo>
                <a:lnTo>
                  <a:pt x="10258" y="101413"/>
                </a:lnTo>
                <a:lnTo>
                  <a:pt x="27242" y="92964"/>
                </a:lnTo>
                <a:lnTo>
                  <a:pt x="44215" y="84515"/>
                </a:lnTo>
                <a:lnTo>
                  <a:pt x="61189" y="76057"/>
                </a:lnTo>
                <a:lnTo>
                  <a:pt x="78172" y="67608"/>
                </a:lnTo>
                <a:lnTo>
                  <a:pt x="95145" y="59160"/>
                </a:lnTo>
                <a:lnTo>
                  <a:pt x="112128" y="50711"/>
                </a:lnTo>
                <a:lnTo>
                  <a:pt x="129102" y="42253"/>
                </a:lnTo>
                <a:lnTo>
                  <a:pt x="146075" y="33804"/>
                </a:lnTo>
                <a:lnTo>
                  <a:pt x="163058" y="25356"/>
                </a:lnTo>
                <a:lnTo>
                  <a:pt x="180032" y="16897"/>
                </a:lnTo>
                <a:lnTo>
                  <a:pt x="197006" y="8449"/>
                </a:lnTo>
                <a:lnTo>
                  <a:pt x="213989" y="0"/>
                </a:lnTo>
                <a:lnTo>
                  <a:pt x="222428" y="16983"/>
                </a:lnTo>
                <a:lnTo>
                  <a:pt x="230876" y="33957"/>
                </a:lnTo>
                <a:lnTo>
                  <a:pt x="239316" y="50940"/>
                </a:lnTo>
                <a:lnTo>
                  <a:pt x="247764" y="67923"/>
                </a:lnTo>
                <a:lnTo>
                  <a:pt x="256213" y="84906"/>
                </a:lnTo>
                <a:lnTo>
                  <a:pt x="264652" y="101879"/>
                </a:lnTo>
                <a:lnTo>
                  <a:pt x="273101" y="118862"/>
                </a:lnTo>
                <a:lnTo>
                  <a:pt x="281540" y="135846"/>
                </a:lnTo>
                <a:lnTo>
                  <a:pt x="289989" y="152829"/>
                </a:lnTo>
                <a:lnTo>
                  <a:pt x="298428" y="169802"/>
                </a:lnTo>
                <a:lnTo>
                  <a:pt x="306876" y="186785"/>
                </a:lnTo>
                <a:lnTo>
                  <a:pt x="315316" y="203768"/>
                </a:lnTo>
                <a:lnTo>
                  <a:pt x="323764" y="220742"/>
                </a:lnTo>
                <a:lnTo>
                  <a:pt x="332203" y="237725"/>
                </a:lnTo>
                <a:lnTo>
                  <a:pt x="340652" y="254708"/>
                </a:lnTo>
                <a:lnTo>
                  <a:pt x="349101" y="271691"/>
                </a:lnTo>
                <a:lnTo>
                  <a:pt x="357540" y="288665"/>
                </a:lnTo>
                <a:lnTo>
                  <a:pt x="365989" y="305648"/>
                </a:lnTo>
                <a:lnTo>
                  <a:pt x="374428" y="322631"/>
                </a:lnTo>
                <a:lnTo>
                  <a:pt x="382876" y="339614"/>
                </a:lnTo>
                <a:lnTo>
                  <a:pt x="391316" y="356587"/>
                </a:lnTo>
                <a:lnTo>
                  <a:pt x="399764" y="373571"/>
                </a:lnTo>
                <a:lnTo>
                  <a:pt x="408203" y="390554"/>
                </a:lnTo>
                <a:lnTo>
                  <a:pt x="416652" y="407527"/>
                </a:lnTo>
                <a:lnTo>
                  <a:pt x="425091" y="424510"/>
                </a:lnTo>
                <a:lnTo>
                  <a:pt x="433540" y="441493"/>
                </a:lnTo>
                <a:lnTo>
                  <a:pt x="441989" y="458476"/>
                </a:lnTo>
                <a:lnTo>
                  <a:pt x="450428" y="475450"/>
                </a:lnTo>
                <a:lnTo>
                  <a:pt x="458876" y="492433"/>
                </a:lnTo>
                <a:lnTo>
                  <a:pt x="467316" y="509416"/>
                </a:lnTo>
                <a:lnTo>
                  <a:pt x="475764" y="526399"/>
                </a:lnTo>
                <a:lnTo>
                  <a:pt x="484203" y="543373"/>
                </a:lnTo>
                <a:lnTo>
                  <a:pt x="492652" y="560356"/>
                </a:lnTo>
                <a:lnTo>
                  <a:pt x="501091" y="577339"/>
                </a:lnTo>
                <a:lnTo>
                  <a:pt x="509540" y="594312"/>
                </a:lnTo>
                <a:lnTo>
                  <a:pt x="517979" y="611295"/>
                </a:lnTo>
                <a:lnTo>
                  <a:pt x="526428" y="628279"/>
                </a:lnTo>
                <a:lnTo>
                  <a:pt x="534876" y="645262"/>
                </a:lnTo>
                <a:lnTo>
                  <a:pt x="543316" y="662235"/>
                </a:lnTo>
                <a:lnTo>
                  <a:pt x="551764" y="679218"/>
                </a:lnTo>
                <a:lnTo>
                  <a:pt x="560203" y="696201"/>
                </a:lnTo>
                <a:lnTo>
                  <a:pt x="568652" y="713184"/>
                </a:lnTo>
                <a:lnTo>
                  <a:pt x="577091" y="730158"/>
                </a:lnTo>
                <a:lnTo>
                  <a:pt x="585540" y="747141"/>
                </a:lnTo>
                <a:lnTo>
                  <a:pt x="593979" y="764124"/>
                </a:lnTo>
                <a:lnTo>
                  <a:pt x="602428" y="781098"/>
                </a:lnTo>
                <a:lnTo>
                  <a:pt x="610867" y="798081"/>
                </a:lnTo>
                <a:lnTo>
                  <a:pt x="619316" y="815064"/>
                </a:lnTo>
                <a:lnTo>
                  <a:pt x="627764" y="832047"/>
                </a:lnTo>
                <a:lnTo>
                  <a:pt x="636203" y="849020"/>
                </a:lnTo>
                <a:lnTo>
                  <a:pt x="644652" y="866003"/>
                </a:lnTo>
                <a:lnTo>
                  <a:pt x="653091" y="882987"/>
                </a:lnTo>
                <a:lnTo>
                  <a:pt x="661540" y="899970"/>
                </a:lnTo>
                <a:lnTo>
                  <a:pt x="669979" y="916943"/>
                </a:lnTo>
                <a:lnTo>
                  <a:pt x="678428" y="933926"/>
                </a:lnTo>
                <a:lnTo>
                  <a:pt x="686867" y="950909"/>
                </a:lnTo>
                <a:lnTo>
                  <a:pt x="695315" y="967883"/>
                </a:lnTo>
                <a:lnTo>
                  <a:pt x="703755" y="984866"/>
                </a:lnTo>
                <a:lnTo>
                  <a:pt x="712203" y="1001849"/>
                </a:lnTo>
                <a:lnTo>
                  <a:pt x="720652" y="1018832"/>
                </a:lnTo>
                <a:lnTo>
                  <a:pt x="729091" y="1035806"/>
                </a:lnTo>
                <a:lnTo>
                  <a:pt x="737540" y="1052789"/>
                </a:lnTo>
                <a:lnTo>
                  <a:pt x="727272" y="1063495"/>
                </a:lnTo>
                <a:lnTo>
                  <a:pt x="710298" y="1071944"/>
                </a:lnTo>
                <a:lnTo>
                  <a:pt x="693325" y="1080392"/>
                </a:lnTo>
                <a:lnTo>
                  <a:pt x="676342" y="1088850"/>
                </a:lnTo>
                <a:lnTo>
                  <a:pt x="659368" y="1097299"/>
                </a:lnTo>
                <a:lnTo>
                  <a:pt x="642385" y="1105748"/>
                </a:lnTo>
                <a:lnTo>
                  <a:pt x="625412" y="1114196"/>
                </a:lnTo>
                <a:lnTo>
                  <a:pt x="608438" y="1122655"/>
                </a:lnTo>
                <a:lnTo>
                  <a:pt x="591455" y="1131103"/>
                </a:lnTo>
                <a:lnTo>
                  <a:pt x="574481" y="1139552"/>
                </a:lnTo>
                <a:lnTo>
                  <a:pt x="557508" y="1148001"/>
                </a:lnTo>
                <a:lnTo>
                  <a:pt x="540525" y="1156459"/>
                </a:lnTo>
                <a:lnTo>
                  <a:pt x="523551" y="116490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gate-1-i-beam">
            <a:extLst xmlns:a="http://schemas.openxmlformats.org/drawingml/2006/main">
              <a:ext uri="{FF2B5EF4-FFF2-40B4-BE49-F238E27FC236}">
                <a16:creationId xmlns:a16="http://schemas.microsoft.com/office/drawing/2014/main" id="{C86AA01C-F110-4185-B64D-D43AB4BB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6734" y="3975183"/>
            <a:ext cx="787251" cy="1185462"/>
          </a:xfrm>
          <a:custGeom xmlns:a="http://schemas.openxmlformats.org/drawingml/2006/main">
            <a:pathLst>
              <a:path w="787251" h="1185462">
                <a:moveTo>
                  <a:pt x="521856" y="1185462"/>
                </a:moveTo>
                <a:lnTo>
                  <a:pt x="538877" y="1177052"/>
                </a:lnTo>
                <a:lnTo>
                  <a:pt x="555889" y="1168632"/>
                </a:lnTo>
                <a:lnTo>
                  <a:pt x="572900" y="1160212"/>
                </a:lnTo>
                <a:lnTo>
                  <a:pt x="589921" y="1151801"/>
                </a:lnTo>
                <a:lnTo>
                  <a:pt x="606933" y="1143381"/>
                </a:lnTo>
                <a:lnTo>
                  <a:pt x="623945" y="1134961"/>
                </a:lnTo>
                <a:lnTo>
                  <a:pt x="640966" y="1126550"/>
                </a:lnTo>
                <a:lnTo>
                  <a:pt x="657977" y="1118130"/>
                </a:lnTo>
                <a:lnTo>
                  <a:pt x="674999" y="1109710"/>
                </a:lnTo>
                <a:lnTo>
                  <a:pt x="692010" y="1101300"/>
                </a:lnTo>
                <a:lnTo>
                  <a:pt x="709022" y="1092879"/>
                </a:lnTo>
                <a:lnTo>
                  <a:pt x="726043" y="1084469"/>
                </a:lnTo>
                <a:lnTo>
                  <a:pt x="743055" y="1076049"/>
                </a:lnTo>
                <a:lnTo>
                  <a:pt x="760066" y="1067629"/>
                </a:lnTo>
                <a:lnTo>
                  <a:pt x="777088" y="1059218"/>
                </a:lnTo>
                <a:lnTo>
                  <a:pt x="787251" y="1048474"/>
                </a:lnTo>
                <a:lnTo>
                  <a:pt x="778869" y="1031443"/>
                </a:lnTo>
                <a:lnTo>
                  <a:pt x="770487" y="1014413"/>
                </a:lnTo>
                <a:lnTo>
                  <a:pt x="762114" y="997382"/>
                </a:lnTo>
                <a:lnTo>
                  <a:pt x="747312" y="999392"/>
                </a:lnTo>
                <a:lnTo>
                  <a:pt x="730329" y="1007888"/>
                </a:lnTo>
                <a:lnTo>
                  <a:pt x="713356" y="1016375"/>
                </a:lnTo>
                <a:lnTo>
                  <a:pt x="696373" y="1024861"/>
                </a:lnTo>
                <a:lnTo>
                  <a:pt x="679399" y="1033358"/>
                </a:lnTo>
                <a:lnTo>
                  <a:pt x="662416" y="1041845"/>
                </a:lnTo>
                <a:lnTo>
                  <a:pt x="649386" y="1038530"/>
                </a:lnTo>
                <a:lnTo>
                  <a:pt x="640928" y="1021528"/>
                </a:lnTo>
                <a:lnTo>
                  <a:pt x="632479" y="1004535"/>
                </a:lnTo>
                <a:lnTo>
                  <a:pt x="624021" y="987533"/>
                </a:lnTo>
                <a:lnTo>
                  <a:pt x="615572" y="970540"/>
                </a:lnTo>
                <a:lnTo>
                  <a:pt x="607114" y="953548"/>
                </a:lnTo>
                <a:lnTo>
                  <a:pt x="598656" y="936546"/>
                </a:lnTo>
                <a:lnTo>
                  <a:pt x="590207" y="919553"/>
                </a:lnTo>
                <a:lnTo>
                  <a:pt x="581749" y="902560"/>
                </a:lnTo>
                <a:lnTo>
                  <a:pt x="573291" y="885558"/>
                </a:lnTo>
                <a:lnTo>
                  <a:pt x="564842" y="868566"/>
                </a:lnTo>
                <a:lnTo>
                  <a:pt x="556384" y="851573"/>
                </a:lnTo>
                <a:lnTo>
                  <a:pt x="547926" y="834571"/>
                </a:lnTo>
                <a:lnTo>
                  <a:pt x="539477" y="817578"/>
                </a:lnTo>
                <a:lnTo>
                  <a:pt x="531019" y="800586"/>
                </a:lnTo>
                <a:lnTo>
                  <a:pt x="522561" y="783584"/>
                </a:lnTo>
                <a:lnTo>
                  <a:pt x="514112" y="766591"/>
                </a:lnTo>
                <a:lnTo>
                  <a:pt x="505654" y="749589"/>
                </a:lnTo>
                <a:lnTo>
                  <a:pt x="497195" y="732596"/>
                </a:lnTo>
                <a:lnTo>
                  <a:pt x="488747" y="715604"/>
                </a:lnTo>
                <a:lnTo>
                  <a:pt x="480289" y="698602"/>
                </a:lnTo>
                <a:lnTo>
                  <a:pt x="471830" y="681609"/>
                </a:lnTo>
                <a:lnTo>
                  <a:pt x="463382" y="664616"/>
                </a:lnTo>
                <a:lnTo>
                  <a:pt x="454924" y="647614"/>
                </a:lnTo>
                <a:lnTo>
                  <a:pt x="446475" y="630622"/>
                </a:lnTo>
                <a:lnTo>
                  <a:pt x="438017" y="613629"/>
                </a:lnTo>
                <a:lnTo>
                  <a:pt x="429558" y="596627"/>
                </a:lnTo>
                <a:lnTo>
                  <a:pt x="421110" y="579634"/>
                </a:lnTo>
                <a:lnTo>
                  <a:pt x="412652" y="562642"/>
                </a:lnTo>
                <a:lnTo>
                  <a:pt x="404193" y="545640"/>
                </a:lnTo>
                <a:lnTo>
                  <a:pt x="395745" y="528647"/>
                </a:lnTo>
                <a:lnTo>
                  <a:pt x="387286" y="511645"/>
                </a:lnTo>
                <a:lnTo>
                  <a:pt x="378828" y="494652"/>
                </a:lnTo>
                <a:lnTo>
                  <a:pt x="370380" y="477660"/>
                </a:lnTo>
                <a:lnTo>
                  <a:pt x="361921" y="460658"/>
                </a:lnTo>
                <a:lnTo>
                  <a:pt x="353463" y="443665"/>
                </a:lnTo>
                <a:lnTo>
                  <a:pt x="345015" y="426672"/>
                </a:lnTo>
                <a:lnTo>
                  <a:pt x="336556" y="409670"/>
                </a:lnTo>
                <a:lnTo>
                  <a:pt x="328098" y="392678"/>
                </a:lnTo>
                <a:lnTo>
                  <a:pt x="319649" y="375685"/>
                </a:lnTo>
                <a:lnTo>
                  <a:pt x="311191" y="358683"/>
                </a:lnTo>
                <a:lnTo>
                  <a:pt x="302743" y="341690"/>
                </a:lnTo>
                <a:lnTo>
                  <a:pt x="294284" y="324698"/>
                </a:lnTo>
                <a:lnTo>
                  <a:pt x="285826" y="307696"/>
                </a:lnTo>
                <a:lnTo>
                  <a:pt x="277378" y="290703"/>
                </a:lnTo>
                <a:lnTo>
                  <a:pt x="268919" y="273701"/>
                </a:lnTo>
                <a:lnTo>
                  <a:pt x="260461" y="256708"/>
                </a:lnTo>
                <a:lnTo>
                  <a:pt x="252012" y="239716"/>
                </a:lnTo>
                <a:lnTo>
                  <a:pt x="243554" y="222714"/>
                </a:lnTo>
                <a:lnTo>
                  <a:pt x="235096" y="205721"/>
                </a:lnTo>
                <a:lnTo>
                  <a:pt x="226647" y="188728"/>
                </a:lnTo>
                <a:lnTo>
                  <a:pt x="218189" y="171726"/>
                </a:lnTo>
                <a:lnTo>
                  <a:pt x="209731" y="154734"/>
                </a:lnTo>
                <a:lnTo>
                  <a:pt x="201282" y="137741"/>
                </a:lnTo>
                <a:lnTo>
                  <a:pt x="192824" y="120739"/>
                </a:lnTo>
                <a:lnTo>
                  <a:pt x="191014" y="105966"/>
                </a:lnTo>
                <a:lnTo>
                  <a:pt x="207997" y="97479"/>
                </a:lnTo>
                <a:lnTo>
                  <a:pt x="224971" y="88992"/>
                </a:lnTo>
                <a:lnTo>
                  <a:pt x="241954" y="80496"/>
                </a:lnTo>
                <a:lnTo>
                  <a:pt x="258928" y="72009"/>
                </a:lnTo>
                <a:lnTo>
                  <a:pt x="275911" y="63522"/>
                </a:lnTo>
                <a:lnTo>
                  <a:pt x="292884" y="55035"/>
                </a:lnTo>
                <a:lnTo>
                  <a:pt x="284959" y="38243"/>
                </a:lnTo>
                <a:lnTo>
                  <a:pt x="276463" y="21260"/>
                </a:lnTo>
                <a:lnTo>
                  <a:pt x="267976" y="4277"/>
                </a:lnTo>
                <a:lnTo>
                  <a:pt x="255222" y="0"/>
                </a:lnTo>
                <a:lnTo>
                  <a:pt x="238211" y="8420"/>
                </a:lnTo>
                <a:lnTo>
                  <a:pt x="221199" y="16831"/>
                </a:lnTo>
                <a:lnTo>
                  <a:pt x="204178" y="25251"/>
                </a:lnTo>
                <a:lnTo>
                  <a:pt x="187166" y="33671"/>
                </a:lnTo>
                <a:lnTo>
                  <a:pt x="170145" y="42081"/>
                </a:lnTo>
                <a:lnTo>
                  <a:pt x="153133" y="50502"/>
                </a:lnTo>
                <a:lnTo>
                  <a:pt x="136122" y="58912"/>
                </a:lnTo>
                <a:lnTo>
                  <a:pt x="119101" y="67332"/>
                </a:lnTo>
                <a:lnTo>
                  <a:pt x="102089" y="75752"/>
                </a:lnTo>
                <a:lnTo>
                  <a:pt x="85077" y="84163"/>
                </a:lnTo>
                <a:lnTo>
                  <a:pt x="68056" y="92583"/>
                </a:lnTo>
                <a:lnTo>
                  <a:pt x="51044" y="101003"/>
                </a:lnTo>
                <a:lnTo>
                  <a:pt x="34033" y="109414"/>
                </a:lnTo>
                <a:lnTo>
                  <a:pt x="17012" y="117834"/>
                </a:lnTo>
                <a:lnTo>
                  <a:pt x="0" y="126254"/>
                </a:lnTo>
                <a:lnTo>
                  <a:pt x="2534" y="141294"/>
                </a:lnTo>
                <a:lnTo>
                  <a:pt x="10906" y="158334"/>
                </a:lnTo>
                <a:lnTo>
                  <a:pt x="19288" y="175365"/>
                </a:lnTo>
                <a:lnTo>
                  <a:pt x="29794" y="186109"/>
                </a:lnTo>
                <a:lnTo>
                  <a:pt x="46768" y="177613"/>
                </a:lnTo>
                <a:lnTo>
                  <a:pt x="63751" y="169126"/>
                </a:lnTo>
                <a:lnTo>
                  <a:pt x="80724" y="160639"/>
                </a:lnTo>
                <a:lnTo>
                  <a:pt x="97707" y="152143"/>
                </a:lnTo>
                <a:lnTo>
                  <a:pt x="114681" y="143656"/>
                </a:lnTo>
                <a:lnTo>
                  <a:pt x="131664" y="135169"/>
                </a:lnTo>
                <a:lnTo>
                  <a:pt x="140427" y="151228"/>
                </a:lnTo>
                <a:lnTo>
                  <a:pt x="148885" y="168221"/>
                </a:lnTo>
                <a:lnTo>
                  <a:pt x="157343" y="185223"/>
                </a:lnTo>
                <a:lnTo>
                  <a:pt x="165792" y="202216"/>
                </a:lnTo>
                <a:lnTo>
                  <a:pt x="174250" y="219208"/>
                </a:lnTo>
                <a:lnTo>
                  <a:pt x="182709" y="236210"/>
                </a:lnTo>
                <a:lnTo>
                  <a:pt x="191157" y="253203"/>
                </a:lnTo>
                <a:lnTo>
                  <a:pt x="199615" y="270205"/>
                </a:lnTo>
                <a:lnTo>
                  <a:pt x="208074" y="287198"/>
                </a:lnTo>
                <a:lnTo>
                  <a:pt x="216522" y="304190"/>
                </a:lnTo>
                <a:lnTo>
                  <a:pt x="224981" y="321193"/>
                </a:lnTo>
                <a:lnTo>
                  <a:pt x="233439" y="338185"/>
                </a:lnTo>
                <a:lnTo>
                  <a:pt x="241887" y="355178"/>
                </a:lnTo>
                <a:lnTo>
                  <a:pt x="250346" y="372180"/>
                </a:lnTo>
                <a:lnTo>
                  <a:pt x="258804" y="389172"/>
                </a:lnTo>
                <a:lnTo>
                  <a:pt x="267252" y="406165"/>
                </a:lnTo>
                <a:lnTo>
                  <a:pt x="275711" y="423167"/>
                </a:lnTo>
                <a:lnTo>
                  <a:pt x="284169" y="440160"/>
                </a:lnTo>
                <a:lnTo>
                  <a:pt x="292618" y="457152"/>
                </a:lnTo>
                <a:lnTo>
                  <a:pt x="301076" y="474155"/>
                </a:lnTo>
                <a:lnTo>
                  <a:pt x="309524" y="491147"/>
                </a:lnTo>
                <a:lnTo>
                  <a:pt x="317983" y="508149"/>
                </a:lnTo>
                <a:lnTo>
                  <a:pt x="326441" y="525142"/>
                </a:lnTo>
                <a:lnTo>
                  <a:pt x="334889" y="542134"/>
                </a:lnTo>
                <a:lnTo>
                  <a:pt x="343348" y="559137"/>
                </a:lnTo>
                <a:lnTo>
                  <a:pt x="351806" y="576129"/>
                </a:lnTo>
                <a:lnTo>
                  <a:pt x="360255" y="593122"/>
                </a:lnTo>
                <a:lnTo>
                  <a:pt x="368713" y="610124"/>
                </a:lnTo>
                <a:lnTo>
                  <a:pt x="377171" y="627116"/>
                </a:lnTo>
                <a:lnTo>
                  <a:pt x="385620" y="644109"/>
                </a:lnTo>
                <a:lnTo>
                  <a:pt x="394078" y="661111"/>
                </a:lnTo>
                <a:lnTo>
                  <a:pt x="402536" y="678104"/>
                </a:lnTo>
                <a:lnTo>
                  <a:pt x="410985" y="695096"/>
                </a:lnTo>
                <a:lnTo>
                  <a:pt x="419443" y="712099"/>
                </a:lnTo>
                <a:lnTo>
                  <a:pt x="427901" y="729091"/>
                </a:lnTo>
                <a:lnTo>
                  <a:pt x="436350" y="746093"/>
                </a:lnTo>
                <a:lnTo>
                  <a:pt x="444808" y="763086"/>
                </a:lnTo>
                <a:lnTo>
                  <a:pt x="453257" y="780078"/>
                </a:lnTo>
                <a:lnTo>
                  <a:pt x="461715" y="797081"/>
                </a:lnTo>
                <a:lnTo>
                  <a:pt x="470173" y="814073"/>
                </a:lnTo>
                <a:lnTo>
                  <a:pt x="478622" y="831066"/>
                </a:lnTo>
                <a:lnTo>
                  <a:pt x="487080" y="848068"/>
                </a:lnTo>
                <a:lnTo>
                  <a:pt x="495538" y="865060"/>
                </a:lnTo>
                <a:lnTo>
                  <a:pt x="503987" y="882053"/>
                </a:lnTo>
                <a:lnTo>
                  <a:pt x="512445" y="899055"/>
                </a:lnTo>
                <a:lnTo>
                  <a:pt x="520903" y="916048"/>
                </a:lnTo>
                <a:lnTo>
                  <a:pt x="529352" y="933040"/>
                </a:lnTo>
                <a:lnTo>
                  <a:pt x="537810" y="950043"/>
                </a:lnTo>
                <a:lnTo>
                  <a:pt x="546268" y="967035"/>
                </a:lnTo>
                <a:lnTo>
                  <a:pt x="554717" y="984028"/>
                </a:lnTo>
                <a:lnTo>
                  <a:pt x="563175" y="1001030"/>
                </a:lnTo>
                <a:lnTo>
                  <a:pt x="571633" y="1018022"/>
                </a:lnTo>
                <a:lnTo>
                  <a:pt x="580082" y="1035025"/>
                </a:lnTo>
                <a:lnTo>
                  <a:pt x="588540" y="1052017"/>
                </a:lnTo>
                <a:lnTo>
                  <a:pt x="596998" y="1069010"/>
                </a:lnTo>
                <a:lnTo>
                  <a:pt x="586083" y="1079535"/>
                </a:lnTo>
                <a:lnTo>
                  <a:pt x="569109" y="1088022"/>
                </a:lnTo>
                <a:lnTo>
                  <a:pt x="552126" y="1096508"/>
                </a:lnTo>
                <a:lnTo>
                  <a:pt x="535153" y="1105005"/>
                </a:lnTo>
                <a:lnTo>
                  <a:pt x="518170" y="1113492"/>
                </a:lnTo>
                <a:lnTo>
                  <a:pt x="501196" y="1121978"/>
                </a:lnTo>
                <a:lnTo>
                  <a:pt x="496395" y="1134532"/>
                </a:lnTo>
                <a:lnTo>
                  <a:pt x="504882" y="1151506"/>
                </a:lnTo>
                <a:lnTo>
                  <a:pt x="513369" y="1168489"/>
                </a:lnTo>
                <a:lnTo>
                  <a:pt x="521856" y="1185462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gate-1-label-link">
            <a:extLst xmlns:a="http://schemas.openxmlformats.org/drawingml/2006/main">
              <a:ext uri="{FF2B5EF4-FFF2-40B4-BE49-F238E27FC236}">
                <a16:creationId xmlns:a16="http://schemas.microsoft.com/office/drawing/2014/main" id="{6978B5A3-3C4A-43C8-9B61-B83A3E27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8970" y="3488055"/>
            <a:ext cx="627698" cy="1052513"/>
          </a:xfrm>
          <a:custGeom xmlns:a="http://schemas.openxmlformats.org/drawingml/2006/main">
            <a:pathLst>
              <a:path w="627698" h="1052513">
                <a:moveTo>
                  <a:pt x="627698" y="1052513"/>
                </a:moveTo>
                <a:lnTo>
                  <a:pt x="618039" y="1036320"/>
                </a:lnTo>
                <a:lnTo>
                  <a:pt x="608381" y="1020128"/>
                </a:lnTo>
                <a:lnTo>
                  <a:pt x="598722" y="1003935"/>
                </a:lnTo>
                <a:lnTo>
                  <a:pt x="589074" y="987743"/>
                </a:lnTo>
                <a:lnTo>
                  <a:pt x="579415" y="971550"/>
                </a:lnTo>
                <a:lnTo>
                  <a:pt x="569757" y="955358"/>
                </a:lnTo>
                <a:lnTo>
                  <a:pt x="560099" y="939165"/>
                </a:lnTo>
                <a:lnTo>
                  <a:pt x="550440" y="922973"/>
                </a:lnTo>
                <a:lnTo>
                  <a:pt x="540782" y="906780"/>
                </a:lnTo>
                <a:lnTo>
                  <a:pt x="531133" y="890588"/>
                </a:lnTo>
                <a:lnTo>
                  <a:pt x="521475" y="874395"/>
                </a:lnTo>
                <a:lnTo>
                  <a:pt x="511816" y="858203"/>
                </a:lnTo>
                <a:lnTo>
                  <a:pt x="502158" y="842010"/>
                </a:lnTo>
                <a:lnTo>
                  <a:pt x="492500" y="825818"/>
                </a:lnTo>
                <a:lnTo>
                  <a:pt x="482841" y="809625"/>
                </a:lnTo>
                <a:lnTo>
                  <a:pt x="473183" y="793433"/>
                </a:lnTo>
                <a:lnTo>
                  <a:pt x="463534" y="777240"/>
                </a:lnTo>
                <a:lnTo>
                  <a:pt x="453876" y="761048"/>
                </a:lnTo>
                <a:lnTo>
                  <a:pt x="444217" y="744855"/>
                </a:lnTo>
                <a:lnTo>
                  <a:pt x="434559" y="728663"/>
                </a:lnTo>
                <a:lnTo>
                  <a:pt x="424901" y="712470"/>
                </a:lnTo>
                <a:lnTo>
                  <a:pt x="415242" y="696278"/>
                </a:lnTo>
                <a:lnTo>
                  <a:pt x="405594" y="680085"/>
                </a:lnTo>
                <a:lnTo>
                  <a:pt x="395935" y="663893"/>
                </a:lnTo>
                <a:lnTo>
                  <a:pt x="386277" y="647700"/>
                </a:lnTo>
                <a:lnTo>
                  <a:pt x="376619" y="631508"/>
                </a:lnTo>
                <a:lnTo>
                  <a:pt x="366960" y="615315"/>
                </a:lnTo>
                <a:lnTo>
                  <a:pt x="357302" y="599123"/>
                </a:lnTo>
                <a:lnTo>
                  <a:pt x="347643" y="582930"/>
                </a:lnTo>
                <a:lnTo>
                  <a:pt x="337995" y="566738"/>
                </a:lnTo>
                <a:lnTo>
                  <a:pt x="328336" y="550545"/>
                </a:lnTo>
                <a:lnTo>
                  <a:pt x="318678" y="534353"/>
                </a:lnTo>
                <a:lnTo>
                  <a:pt x="309020" y="518160"/>
                </a:lnTo>
                <a:lnTo>
                  <a:pt x="299361" y="501968"/>
                </a:lnTo>
                <a:lnTo>
                  <a:pt x="289703" y="485775"/>
                </a:lnTo>
                <a:lnTo>
                  <a:pt x="280054" y="469583"/>
                </a:lnTo>
                <a:lnTo>
                  <a:pt x="270396" y="453390"/>
                </a:lnTo>
                <a:lnTo>
                  <a:pt x="260737" y="437198"/>
                </a:lnTo>
                <a:lnTo>
                  <a:pt x="251079" y="421005"/>
                </a:lnTo>
                <a:lnTo>
                  <a:pt x="241421" y="404813"/>
                </a:lnTo>
                <a:lnTo>
                  <a:pt x="231762" y="388620"/>
                </a:lnTo>
                <a:lnTo>
                  <a:pt x="222104" y="372428"/>
                </a:lnTo>
                <a:lnTo>
                  <a:pt x="212455" y="356235"/>
                </a:lnTo>
                <a:lnTo>
                  <a:pt x="202797" y="340043"/>
                </a:lnTo>
                <a:lnTo>
                  <a:pt x="193138" y="323850"/>
                </a:lnTo>
                <a:lnTo>
                  <a:pt x="183480" y="307658"/>
                </a:lnTo>
                <a:lnTo>
                  <a:pt x="173822" y="291465"/>
                </a:lnTo>
                <a:lnTo>
                  <a:pt x="164163" y="275273"/>
                </a:lnTo>
                <a:lnTo>
                  <a:pt x="154515" y="259080"/>
                </a:lnTo>
                <a:lnTo>
                  <a:pt x="144856" y="242888"/>
                </a:lnTo>
                <a:lnTo>
                  <a:pt x="135198" y="226695"/>
                </a:lnTo>
                <a:lnTo>
                  <a:pt x="125540" y="210503"/>
                </a:lnTo>
                <a:lnTo>
                  <a:pt x="115881" y="194310"/>
                </a:lnTo>
                <a:lnTo>
                  <a:pt x="106223" y="178118"/>
                </a:lnTo>
                <a:lnTo>
                  <a:pt x="96564" y="161925"/>
                </a:lnTo>
                <a:lnTo>
                  <a:pt x="86916" y="145733"/>
                </a:lnTo>
                <a:lnTo>
                  <a:pt x="77257" y="129540"/>
                </a:lnTo>
                <a:lnTo>
                  <a:pt x="67599" y="113348"/>
                </a:lnTo>
                <a:lnTo>
                  <a:pt x="57941" y="97155"/>
                </a:lnTo>
                <a:lnTo>
                  <a:pt x="48282" y="80963"/>
                </a:lnTo>
                <a:lnTo>
                  <a:pt x="38624" y="64770"/>
                </a:lnTo>
                <a:lnTo>
                  <a:pt x="28975" y="48578"/>
                </a:lnTo>
                <a:lnTo>
                  <a:pt x="19317" y="32385"/>
                </a:lnTo>
                <a:lnTo>
                  <a:pt x="9658" y="1619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082D6"/>
            </a:solidFill>
            <a:prstDash val="dash"/>
          </a:ln>
        </p:spPr>
      </p:sp>
      <p:sp>
        <p:nvSpPr>
          <p:cNvPr id="18" name="gate-2-plane">
            <a:extLst xmlns:a="http://schemas.openxmlformats.org/drawingml/2006/main">
              <a:ext uri="{FF2B5EF4-FFF2-40B4-BE49-F238E27FC236}">
                <a16:creationId xmlns:a16="http://schemas.microsoft.com/office/drawing/2014/main" id="{18B996AA-813D-4CB0-B2ED-3D04EDE2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0429" y="3385918"/>
            <a:ext cx="577444" cy="973674"/>
          </a:xfrm>
          <a:custGeom xmlns:a="http://schemas.openxmlformats.org/drawingml/2006/main">
            <a:pathLst>
              <a:path w="577444" h="973674">
                <a:moveTo>
                  <a:pt x="382829" y="973674"/>
                </a:moveTo>
                <a:lnTo>
                  <a:pt x="375323" y="956224"/>
                </a:lnTo>
                <a:lnTo>
                  <a:pt x="367817" y="938774"/>
                </a:lnTo>
                <a:lnTo>
                  <a:pt x="360302" y="921315"/>
                </a:lnTo>
                <a:lnTo>
                  <a:pt x="352796" y="903865"/>
                </a:lnTo>
                <a:lnTo>
                  <a:pt x="345291" y="886416"/>
                </a:lnTo>
                <a:lnTo>
                  <a:pt x="337785" y="868956"/>
                </a:lnTo>
                <a:lnTo>
                  <a:pt x="330279" y="851506"/>
                </a:lnTo>
                <a:lnTo>
                  <a:pt x="322774" y="834057"/>
                </a:lnTo>
                <a:lnTo>
                  <a:pt x="315268" y="816597"/>
                </a:lnTo>
                <a:lnTo>
                  <a:pt x="307762" y="799148"/>
                </a:lnTo>
                <a:lnTo>
                  <a:pt x="300257" y="781698"/>
                </a:lnTo>
                <a:lnTo>
                  <a:pt x="292751" y="764238"/>
                </a:lnTo>
                <a:lnTo>
                  <a:pt x="285245" y="746789"/>
                </a:lnTo>
                <a:lnTo>
                  <a:pt x="277739" y="729339"/>
                </a:lnTo>
                <a:lnTo>
                  <a:pt x="270234" y="711889"/>
                </a:lnTo>
                <a:lnTo>
                  <a:pt x="262728" y="694430"/>
                </a:lnTo>
                <a:lnTo>
                  <a:pt x="255213" y="676980"/>
                </a:lnTo>
                <a:lnTo>
                  <a:pt x="247707" y="659530"/>
                </a:lnTo>
                <a:lnTo>
                  <a:pt x="240201" y="642071"/>
                </a:lnTo>
                <a:lnTo>
                  <a:pt x="232696" y="624621"/>
                </a:lnTo>
                <a:lnTo>
                  <a:pt x="225190" y="607171"/>
                </a:lnTo>
                <a:lnTo>
                  <a:pt x="217684" y="589712"/>
                </a:lnTo>
                <a:lnTo>
                  <a:pt x="210179" y="572262"/>
                </a:lnTo>
                <a:lnTo>
                  <a:pt x="202673" y="554812"/>
                </a:lnTo>
                <a:lnTo>
                  <a:pt x="195167" y="537353"/>
                </a:lnTo>
                <a:lnTo>
                  <a:pt x="187662" y="519903"/>
                </a:lnTo>
                <a:lnTo>
                  <a:pt x="180156" y="502453"/>
                </a:lnTo>
                <a:lnTo>
                  <a:pt x="172650" y="484994"/>
                </a:lnTo>
                <a:lnTo>
                  <a:pt x="165144" y="467544"/>
                </a:lnTo>
                <a:lnTo>
                  <a:pt x="157629" y="450094"/>
                </a:lnTo>
                <a:lnTo>
                  <a:pt x="150124" y="432635"/>
                </a:lnTo>
                <a:lnTo>
                  <a:pt x="142618" y="415185"/>
                </a:lnTo>
                <a:lnTo>
                  <a:pt x="135112" y="397735"/>
                </a:lnTo>
                <a:lnTo>
                  <a:pt x="127606" y="380286"/>
                </a:lnTo>
                <a:lnTo>
                  <a:pt x="120101" y="362826"/>
                </a:lnTo>
                <a:lnTo>
                  <a:pt x="112595" y="345377"/>
                </a:lnTo>
                <a:lnTo>
                  <a:pt x="105089" y="327927"/>
                </a:lnTo>
                <a:lnTo>
                  <a:pt x="97584" y="310467"/>
                </a:lnTo>
                <a:lnTo>
                  <a:pt x="90078" y="293018"/>
                </a:lnTo>
                <a:lnTo>
                  <a:pt x="82572" y="275568"/>
                </a:lnTo>
                <a:lnTo>
                  <a:pt x="75067" y="258108"/>
                </a:lnTo>
                <a:lnTo>
                  <a:pt x="67561" y="240659"/>
                </a:lnTo>
                <a:lnTo>
                  <a:pt x="60055" y="223209"/>
                </a:lnTo>
                <a:lnTo>
                  <a:pt x="52549" y="205750"/>
                </a:lnTo>
                <a:lnTo>
                  <a:pt x="45034" y="188300"/>
                </a:lnTo>
                <a:lnTo>
                  <a:pt x="37529" y="170850"/>
                </a:lnTo>
                <a:lnTo>
                  <a:pt x="30023" y="153391"/>
                </a:lnTo>
                <a:lnTo>
                  <a:pt x="22517" y="135941"/>
                </a:lnTo>
                <a:lnTo>
                  <a:pt x="15011" y="118491"/>
                </a:lnTo>
                <a:lnTo>
                  <a:pt x="7506" y="101032"/>
                </a:lnTo>
                <a:lnTo>
                  <a:pt x="0" y="83582"/>
                </a:lnTo>
                <a:lnTo>
                  <a:pt x="14030" y="74733"/>
                </a:lnTo>
                <a:lnTo>
                  <a:pt x="31499" y="67266"/>
                </a:lnTo>
                <a:lnTo>
                  <a:pt x="48968" y="59788"/>
                </a:lnTo>
                <a:lnTo>
                  <a:pt x="66437" y="52321"/>
                </a:lnTo>
                <a:lnTo>
                  <a:pt x="83896" y="44844"/>
                </a:lnTo>
                <a:lnTo>
                  <a:pt x="101365" y="37367"/>
                </a:lnTo>
                <a:lnTo>
                  <a:pt x="118834" y="29899"/>
                </a:lnTo>
                <a:lnTo>
                  <a:pt x="136303" y="22422"/>
                </a:lnTo>
                <a:lnTo>
                  <a:pt x="153772" y="14945"/>
                </a:lnTo>
                <a:lnTo>
                  <a:pt x="171231" y="7477"/>
                </a:lnTo>
                <a:lnTo>
                  <a:pt x="188700" y="0"/>
                </a:lnTo>
                <a:lnTo>
                  <a:pt x="201006" y="5477"/>
                </a:lnTo>
                <a:lnTo>
                  <a:pt x="208531" y="22927"/>
                </a:lnTo>
                <a:lnTo>
                  <a:pt x="216056" y="40367"/>
                </a:lnTo>
                <a:lnTo>
                  <a:pt x="223590" y="57807"/>
                </a:lnTo>
                <a:lnTo>
                  <a:pt x="231115" y="75248"/>
                </a:lnTo>
                <a:lnTo>
                  <a:pt x="238649" y="92697"/>
                </a:lnTo>
                <a:lnTo>
                  <a:pt x="246174" y="110138"/>
                </a:lnTo>
                <a:lnTo>
                  <a:pt x="253708" y="127578"/>
                </a:lnTo>
                <a:lnTo>
                  <a:pt x="261233" y="145028"/>
                </a:lnTo>
                <a:lnTo>
                  <a:pt x="268757" y="162468"/>
                </a:lnTo>
                <a:lnTo>
                  <a:pt x="276292" y="179908"/>
                </a:lnTo>
                <a:lnTo>
                  <a:pt x="283816" y="197348"/>
                </a:lnTo>
                <a:lnTo>
                  <a:pt x="291351" y="214798"/>
                </a:lnTo>
                <a:lnTo>
                  <a:pt x="298875" y="232239"/>
                </a:lnTo>
                <a:lnTo>
                  <a:pt x="306410" y="249679"/>
                </a:lnTo>
                <a:lnTo>
                  <a:pt x="313934" y="267129"/>
                </a:lnTo>
                <a:lnTo>
                  <a:pt x="321459" y="284569"/>
                </a:lnTo>
                <a:lnTo>
                  <a:pt x="328994" y="302009"/>
                </a:lnTo>
                <a:lnTo>
                  <a:pt x="336518" y="319459"/>
                </a:lnTo>
                <a:lnTo>
                  <a:pt x="344053" y="336899"/>
                </a:lnTo>
                <a:lnTo>
                  <a:pt x="351577" y="354340"/>
                </a:lnTo>
                <a:lnTo>
                  <a:pt x="359112" y="371780"/>
                </a:lnTo>
                <a:lnTo>
                  <a:pt x="366636" y="389230"/>
                </a:lnTo>
                <a:lnTo>
                  <a:pt x="374161" y="406670"/>
                </a:lnTo>
                <a:lnTo>
                  <a:pt x="381695" y="424110"/>
                </a:lnTo>
                <a:lnTo>
                  <a:pt x="389220" y="441560"/>
                </a:lnTo>
                <a:lnTo>
                  <a:pt x="396754" y="459000"/>
                </a:lnTo>
                <a:lnTo>
                  <a:pt x="404279" y="476441"/>
                </a:lnTo>
                <a:lnTo>
                  <a:pt x="411813" y="493890"/>
                </a:lnTo>
                <a:lnTo>
                  <a:pt x="419338" y="511331"/>
                </a:lnTo>
                <a:lnTo>
                  <a:pt x="426863" y="528771"/>
                </a:lnTo>
                <a:lnTo>
                  <a:pt x="434397" y="546211"/>
                </a:lnTo>
                <a:lnTo>
                  <a:pt x="441922" y="563661"/>
                </a:lnTo>
                <a:lnTo>
                  <a:pt x="449456" y="581101"/>
                </a:lnTo>
                <a:lnTo>
                  <a:pt x="456981" y="598541"/>
                </a:lnTo>
                <a:lnTo>
                  <a:pt x="464515" y="615991"/>
                </a:lnTo>
                <a:lnTo>
                  <a:pt x="472040" y="633432"/>
                </a:lnTo>
                <a:lnTo>
                  <a:pt x="479574" y="650872"/>
                </a:lnTo>
                <a:lnTo>
                  <a:pt x="487099" y="668322"/>
                </a:lnTo>
                <a:lnTo>
                  <a:pt x="494624" y="685762"/>
                </a:lnTo>
                <a:lnTo>
                  <a:pt x="502158" y="703202"/>
                </a:lnTo>
                <a:lnTo>
                  <a:pt x="509683" y="720642"/>
                </a:lnTo>
                <a:lnTo>
                  <a:pt x="517217" y="738092"/>
                </a:lnTo>
                <a:lnTo>
                  <a:pt x="524742" y="755533"/>
                </a:lnTo>
                <a:lnTo>
                  <a:pt x="532276" y="772973"/>
                </a:lnTo>
                <a:lnTo>
                  <a:pt x="539801" y="790423"/>
                </a:lnTo>
                <a:lnTo>
                  <a:pt x="547326" y="807863"/>
                </a:lnTo>
                <a:lnTo>
                  <a:pt x="554860" y="825303"/>
                </a:lnTo>
                <a:lnTo>
                  <a:pt x="562385" y="842743"/>
                </a:lnTo>
                <a:lnTo>
                  <a:pt x="569919" y="860193"/>
                </a:lnTo>
                <a:lnTo>
                  <a:pt x="577444" y="877634"/>
                </a:lnTo>
                <a:lnTo>
                  <a:pt x="574767" y="891026"/>
                </a:lnTo>
                <a:lnTo>
                  <a:pt x="557317" y="898531"/>
                </a:lnTo>
                <a:lnTo>
                  <a:pt x="539867" y="906047"/>
                </a:lnTo>
                <a:lnTo>
                  <a:pt x="522418" y="913562"/>
                </a:lnTo>
                <a:lnTo>
                  <a:pt x="504968" y="921077"/>
                </a:lnTo>
                <a:lnTo>
                  <a:pt x="487518" y="928592"/>
                </a:lnTo>
                <a:lnTo>
                  <a:pt x="470078" y="936107"/>
                </a:lnTo>
                <a:lnTo>
                  <a:pt x="452628" y="943623"/>
                </a:lnTo>
                <a:lnTo>
                  <a:pt x="435178" y="951138"/>
                </a:lnTo>
                <a:lnTo>
                  <a:pt x="417728" y="958644"/>
                </a:lnTo>
                <a:lnTo>
                  <a:pt x="400279" y="966159"/>
                </a:lnTo>
                <a:lnTo>
                  <a:pt x="382829" y="97367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gate-2-i-beam">
            <a:extLst xmlns:a="http://schemas.openxmlformats.org/drawingml/2006/main">
              <a:ext uri="{FF2B5EF4-FFF2-40B4-BE49-F238E27FC236}">
                <a16:creationId xmlns:a16="http://schemas.microsoft.com/office/drawing/2014/main" id="{F6C76254-5394-4BA7-A562-CB83A1E2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4435" y="3375003"/>
            <a:ext cx="628574" cy="996020"/>
          </a:xfrm>
          <a:custGeom xmlns:a="http://schemas.openxmlformats.org/drawingml/2006/main">
            <a:pathLst>
              <a:path w="628574" h="996020">
                <a:moveTo>
                  <a:pt x="383105" y="996020"/>
                </a:moveTo>
                <a:lnTo>
                  <a:pt x="400574" y="988447"/>
                </a:lnTo>
                <a:lnTo>
                  <a:pt x="418043" y="980875"/>
                </a:lnTo>
                <a:lnTo>
                  <a:pt x="435512" y="973303"/>
                </a:lnTo>
                <a:lnTo>
                  <a:pt x="452980" y="965730"/>
                </a:lnTo>
                <a:lnTo>
                  <a:pt x="470449" y="958158"/>
                </a:lnTo>
                <a:lnTo>
                  <a:pt x="487928" y="950585"/>
                </a:lnTo>
                <a:lnTo>
                  <a:pt x="505397" y="943013"/>
                </a:lnTo>
                <a:lnTo>
                  <a:pt x="522865" y="935441"/>
                </a:lnTo>
                <a:lnTo>
                  <a:pt x="540334" y="927868"/>
                </a:lnTo>
                <a:lnTo>
                  <a:pt x="557803" y="920296"/>
                </a:lnTo>
                <a:lnTo>
                  <a:pt x="575272" y="912724"/>
                </a:lnTo>
                <a:lnTo>
                  <a:pt x="592741" y="905151"/>
                </a:lnTo>
                <a:lnTo>
                  <a:pt x="610210" y="897579"/>
                </a:lnTo>
                <a:lnTo>
                  <a:pt x="627678" y="890006"/>
                </a:lnTo>
                <a:lnTo>
                  <a:pt x="628574" y="875919"/>
                </a:lnTo>
                <a:lnTo>
                  <a:pt x="620944" y="858479"/>
                </a:lnTo>
                <a:lnTo>
                  <a:pt x="613315" y="841029"/>
                </a:lnTo>
                <a:lnTo>
                  <a:pt x="604047" y="827723"/>
                </a:lnTo>
                <a:lnTo>
                  <a:pt x="586569" y="835266"/>
                </a:lnTo>
                <a:lnTo>
                  <a:pt x="569081" y="842810"/>
                </a:lnTo>
                <a:lnTo>
                  <a:pt x="551602" y="850354"/>
                </a:lnTo>
                <a:lnTo>
                  <a:pt x="534114" y="857888"/>
                </a:lnTo>
                <a:lnTo>
                  <a:pt x="516636" y="865432"/>
                </a:lnTo>
                <a:lnTo>
                  <a:pt x="505206" y="857745"/>
                </a:lnTo>
                <a:lnTo>
                  <a:pt x="497672" y="840257"/>
                </a:lnTo>
                <a:lnTo>
                  <a:pt x="490147" y="822770"/>
                </a:lnTo>
                <a:lnTo>
                  <a:pt x="482613" y="805282"/>
                </a:lnTo>
                <a:lnTo>
                  <a:pt x="475078" y="787794"/>
                </a:lnTo>
                <a:lnTo>
                  <a:pt x="467544" y="770306"/>
                </a:lnTo>
                <a:lnTo>
                  <a:pt x="460019" y="752827"/>
                </a:lnTo>
                <a:lnTo>
                  <a:pt x="452485" y="735340"/>
                </a:lnTo>
                <a:lnTo>
                  <a:pt x="444951" y="717852"/>
                </a:lnTo>
                <a:lnTo>
                  <a:pt x="437426" y="700364"/>
                </a:lnTo>
                <a:lnTo>
                  <a:pt x="429892" y="682876"/>
                </a:lnTo>
                <a:lnTo>
                  <a:pt x="422358" y="665388"/>
                </a:lnTo>
                <a:lnTo>
                  <a:pt x="414823" y="647900"/>
                </a:lnTo>
                <a:lnTo>
                  <a:pt x="407299" y="630412"/>
                </a:lnTo>
                <a:lnTo>
                  <a:pt x="399764" y="612924"/>
                </a:lnTo>
                <a:lnTo>
                  <a:pt x="392230" y="595436"/>
                </a:lnTo>
                <a:lnTo>
                  <a:pt x="384705" y="577948"/>
                </a:lnTo>
                <a:lnTo>
                  <a:pt x="377171" y="560461"/>
                </a:lnTo>
                <a:lnTo>
                  <a:pt x="369637" y="542973"/>
                </a:lnTo>
                <a:lnTo>
                  <a:pt x="362102" y="525494"/>
                </a:lnTo>
                <a:lnTo>
                  <a:pt x="354578" y="508006"/>
                </a:lnTo>
                <a:lnTo>
                  <a:pt x="347043" y="490518"/>
                </a:lnTo>
                <a:lnTo>
                  <a:pt x="339509" y="473031"/>
                </a:lnTo>
                <a:lnTo>
                  <a:pt x="331984" y="455543"/>
                </a:lnTo>
                <a:lnTo>
                  <a:pt x="324450" y="438055"/>
                </a:lnTo>
                <a:lnTo>
                  <a:pt x="316916" y="420567"/>
                </a:lnTo>
                <a:lnTo>
                  <a:pt x="309382" y="403079"/>
                </a:lnTo>
                <a:lnTo>
                  <a:pt x="301857" y="385591"/>
                </a:lnTo>
                <a:lnTo>
                  <a:pt x="294323" y="368103"/>
                </a:lnTo>
                <a:lnTo>
                  <a:pt x="286788" y="350615"/>
                </a:lnTo>
                <a:lnTo>
                  <a:pt x="279254" y="333127"/>
                </a:lnTo>
                <a:lnTo>
                  <a:pt x="271729" y="315649"/>
                </a:lnTo>
                <a:lnTo>
                  <a:pt x="264195" y="298161"/>
                </a:lnTo>
                <a:lnTo>
                  <a:pt x="256661" y="280673"/>
                </a:lnTo>
                <a:lnTo>
                  <a:pt x="249136" y="263185"/>
                </a:lnTo>
                <a:lnTo>
                  <a:pt x="241602" y="245697"/>
                </a:lnTo>
                <a:lnTo>
                  <a:pt x="234067" y="228209"/>
                </a:lnTo>
                <a:lnTo>
                  <a:pt x="226533" y="210722"/>
                </a:lnTo>
                <a:lnTo>
                  <a:pt x="219008" y="193234"/>
                </a:lnTo>
                <a:lnTo>
                  <a:pt x="211474" y="175746"/>
                </a:lnTo>
                <a:lnTo>
                  <a:pt x="203940" y="158258"/>
                </a:lnTo>
                <a:lnTo>
                  <a:pt x="196415" y="140770"/>
                </a:lnTo>
                <a:lnTo>
                  <a:pt x="188881" y="123282"/>
                </a:lnTo>
                <a:lnTo>
                  <a:pt x="181346" y="105794"/>
                </a:lnTo>
                <a:lnTo>
                  <a:pt x="188766" y="94259"/>
                </a:lnTo>
                <a:lnTo>
                  <a:pt x="206254" y="86716"/>
                </a:lnTo>
                <a:lnTo>
                  <a:pt x="223733" y="79172"/>
                </a:lnTo>
                <a:lnTo>
                  <a:pt x="241221" y="71638"/>
                </a:lnTo>
                <a:lnTo>
                  <a:pt x="258699" y="64094"/>
                </a:lnTo>
                <a:lnTo>
                  <a:pt x="275168" y="56150"/>
                </a:lnTo>
                <a:lnTo>
                  <a:pt x="267529" y="38700"/>
                </a:lnTo>
                <a:lnTo>
                  <a:pt x="259899" y="21260"/>
                </a:lnTo>
                <a:lnTo>
                  <a:pt x="252270" y="3820"/>
                </a:lnTo>
                <a:lnTo>
                  <a:pt x="239249" y="0"/>
                </a:lnTo>
                <a:lnTo>
                  <a:pt x="221761" y="7515"/>
                </a:lnTo>
                <a:lnTo>
                  <a:pt x="204264" y="15030"/>
                </a:lnTo>
                <a:lnTo>
                  <a:pt x="186776" y="22546"/>
                </a:lnTo>
                <a:lnTo>
                  <a:pt x="169278" y="30061"/>
                </a:lnTo>
                <a:lnTo>
                  <a:pt x="151781" y="37586"/>
                </a:lnTo>
                <a:lnTo>
                  <a:pt x="134293" y="45101"/>
                </a:lnTo>
                <a:lnTo>
                  <a:pt x="116796" y="52616"/>
                </a:lnTo>
                <a:lnTo>
                  <a:pt x="99298" y="60131"/>
                </a:lnTo>
                <a:lnTo>
                  <a:pt x="81810" y="67647"/>
                </a:lnTo>
                <a:lnTo>
                  <a:pt x="64313" y="75162"/>
                </a:lnTo>
                <a:lnTo>
                  <a:pt x="46825" y="82677"/>
                </a:lnTo>
                <a:lnTo>
                  <a:pt x="29327" y="90192"/>
                </a:lnTo>
                <a:lnTo>
                  <a:pt x="11830" y="97707"/>
                </a:lnTo>
                <a:lnTo>
                  <a:pt x="0" y="107480"/>
                </a:lnTo>
                <a:lnTo>
                  <a:pt x="7534" y="124968"/>
                </a:lnTo>
                <a:lnTo>
                  <a:pt x="15069" y="142456"/>
                </a:lnTo>
                <a:lnTo>
                  <a:pt x="22593" y="159944"/>
                </a:lnTo>
                <a:lnTo>
                  <a:pt x="36909" y="160172"/>
                </a:lnTo>
                <a:lnTo>
                  <a:pt x="54331" y="152486"/>
                </a:lnTo>
                <a:lnTo>
                  <a:pt x="71752" y="144799"/>
                </a:lnTo>
                <a:lnTo>
                  <a:pt x="89173" y="137112"/>
                </a:lnTo>
                <a:lnTo>
                  <a:pt x="106594" y="129435"/>
                </a:lnTo>
                <a:lnTo>
                  <a:pt x="122939" y="124473"/>
                </a:lnTo>
                <a:lnTo>
                  <a:pt x="130464" y="141970"/>
                </a:lnTo>
                <a:lnTo>
                  <a:pt x="137989" y="159458"/>
                </a:lnTo>
                <a:lnTo>
                  <a:pt x="145504" y="176946"/>
                </a:lnTo>
                <a:lnTo>
                  <a:pt x="153029" y="194434"/>
                </a:lnTo>
                <a:lnTo>
                  <a:pt x="160553" y="211931"/>
                </a:lnTo>
                <a:lnTo>
                  <a:pt x="168078" y="229419"/>
                </a:lnTo>
                <a:lnTo>
                  <a:pt x="175603" y="246907"/>
                </a:lnTo>
                <a:lnTo>
                  <a:pt x="183128" y="264395"/>
                </a:lnTo>
                <a:lnTo>
                  <a:pt x="190652" y="281892"/>
                </a:lnTo>
                <a:lnTo>
                  <a:pt x="198177" y="299380"/>
                </a:lnTo>
                <a:lnTo>
                  <a:pt x="205702" y="316868"/>
                </a:lnTo>
                <a:lnTo>
                  <a:pt x="213217" y="334366"/>
                </a:lnTo>
                <a:lnTo>
                  <a:pt x="220742" y="351854"/>
                </a:lnTo>
                <a:lnTo>
                  <a:pt x="228267" y="369341"/>
                </a:lnTo>
                <a:lnTo>
                  <a:pt x="235791" y="386829"/>
                </a:lnTo>
                <a:lnTo>
                  <a:pt x="243316" y="404327"/>
                </a:lnTo>
                <a:lnTo>
                  <a:pt x="250841" y="421815"/>
                </a:lnTo>
                <a:lnTo>
                  <a:pt x="258366" y="439303"/>
                </a:lnTo>
                <a:lnTo>
                  <a:pt x="265890" y="456790"/>
                </a:lnTo>
                <a:lnTo>
                  <a:pt x="273415" y="474288"/>
                </a:lnTo>
                <a:lnTo>
                  <a:pt x="280940" y="491776"/>
                </a:lnTo>
                <a:lnTo>
                  <a:pt x="288455" y="509264"/>
                </a:lnTo>
                <a:lnTo>
                  <a:pt x="295980" y="526761"/>
                </a:lnTo>
                <a:lnTo>
                  <a:pt x="303505" y="544249"/>
                </a:lnTo>
                <a:lnTo>
                  <a:pt x="311029" y="561737"/>
                </a:lnTo>
                <a:lnTo>
                  <a:pt x="318554" y="579225"/>
                </a:lnTo>
                <a:lnTo>
                  <a:pt x="326079" y="596722"/>
                </a:lnTo>
                <a:lnTo>
                  <a:pt x="333604" y="614210"/>
                </a:lnTo>
                <a:lnTo>
                  <a:pt x="341128" y="631698"/>
                </a:lnTo>
                <a:lnTo>
                  <a:pt x="348653" y="649186"/>
                </a:lnTo>
                <a:lnTo>
                  <a:pt x="356168" y="666683"/>
                </a:lnTo>
                <a:lnTo>
                  <a:pt x="363693" y="684171"/>
                </a:lnTo>
                <a:lnTo>
                  <a:pt x="371218" y="701659"/>
                </a:lnTo>
                <a:lnTo>
                  <a:pt x="378743" y="719157"/>
                </a:lnTo>
                <a:lnTo>
                  <a:pt x="386267" y="736644"/>
                </a:lnTo>
                <a:lnTo>
                  <a:pt x="393792" y="754132"/>
                </a:lnTo>
                <a:lnTo>
                  <a:pt x="401317" y="771620"/>
                </a:lnTo>
                <a:lnTo>
                  <a:pt x="408842" y="789118"/>
                </a:lnTo>
                <a:lnTo>
                  <a:pt x="416366" y="806606"/>
                </a:lnTo>
                <a:lnTo>
                  <a:pt x="423891" y="824093"/>
                </a:lnTo>
                <a:lnTo>
                  <a:pt x="431406" y="841581"/>
                </a:lnTo>
                <a:lnTo>
                  <a:pt x="438931" y="859079"/>
                </a:lnTo>
                <a:lnTo>
                  <a:pt x="446456" y="876567"/>
                </a:lnTo>
                <a:lnTo>
                  <a:pt x="452685" y="893540"/>
                </a:lnTo>
                <a:lnTo>
                  <a:pt x="435207" y="901084"/>
                </a:lnTo>
                <a:lnTo>
                  <a:pt x="417719" y="908628"/>
                </a:lnTo>
                <a:lnTo>
                  <a:pt x="400241" y="916172"/>
                </a:lnTo>
                <a:lnTo>
                  <a:pt x="382753" y="923706"/>
                </a:lnTo>
                <a:lnTo>
                  <a:pt x="365274" y="931250"/>
                </a:lnTo>
                <a:lnTo>
                  <a:pt x="360207" y="943689"/>
                </a:lnTo>
                <a:lnTo>
                  <a:pt x="367846" y="961130"/>
                </a:lnTo>
                <a:lnTo>
                  <a:pt x="375476" y="978579"/>
                </a:lnTo>
                <a:lnTo>
                  <a:pt x="383105" y="996020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gate-2-label-link">
            <a:extLst xmlns:a="http://schemas.openxmlformats.org/drawingml/2006/main">
              <a:ext uri="{FF2B5EF4-FFF2-40B4-BE49-F238E27FC236}">
                <a16:creationId xmlns:a16="http://schemas.microsoft.com/office/drawing/2014/main" id="{96164560-DB55-45F9-A4A5-C5A921F9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1343" y="3896678"/>
            <a:ext cx="517208" cy="874395"/>
          </a:xfrm>
          <a:custGeom xmlns:a="http://schemas.openxmlformats.org/drawingml/2006/main">
            <a:pathLst>
              <a:path w="517208" h="874395">
                <a:moveTo>
                  <a:pt x="0" y="0"/>
                </a:moveTo>
                <a:lnTo>
                  <a:pt x="9582" y="16193"/>
                </a:lnTo>
                <a:lnTo>
                  <a:pt x="19155" y="32385"/>
                </a:lnTo>
                <a:lnTo>
                  <a:pt x="28737" y="48578"/>
                </a:lnTo>
                <a:lnTo>
                  <a:pt x="38310" y="64770"/>
                </a:lnTo>
                <a:lnTo>
                  <a:pt x="47892" y="80963"/>
                </a:lnTo>
                <a:lnTo>
                  <a:pt x="57464" y="97155"/>
                </a:lnTo>
                <a:lnTo>
                  <a:pt x="67046" y="113348"/>
                </a:lnTo>
                <a:lnTo>
                  <a:pt x="76619" y="129540"/>
                </a:lnTo>
                <a:lnTo>
                  <a:pt x="86201" y="145733"/>
                </a:lnTo>
                <a:lnTo>
                  <a:pt x="95783" y="161925"/>
                </a:lnTo>
                <a:lnTo>
                  <a:pt x="105356" y="178118"/>
                </a:lnTo>
                <a:lnTo>
                  <a:pt x="114938" y="194310"/>
                </a:lnTo>
                <a:lnTo>
                  <a:pt x="124511" y="210503"/>
                </a:lnTo>
                <a:lnTo>
                  <a:pt x="134093" y="226695"/>
                </a:lnTo>
                <a:lnTo>
                  <a:pt x="143666" y="242888"/>
                </a:lnTo>
                <a:lnTo>
                  <a:pt x="153248" y="259080"/>
                </a:lnTo>
                <a:lnTo>
                  <a:pt x="162820" y="275273"/>
                </a:lnTo>
                <a:lnTo>
                  <a:pt x="172403" y="291465"/>
                </a:lnTo>
                <a:lnTo>
                  <a:pt x="181985" y="307658"/>
                </a:lnTo>
                <a:lnTo>
                  <a:pt x="191557" y="323850"/>
                </a:lnTo>
                <a:lnTo>
                  <a:pt x="201139" y="340043"/>
                </a:lnTo>
                <a:lnTo>
                  <a:pt x="210712" y="356235"/>
                </a:lnTo>
                <a:lnTo>
                  <a:pt x="220294" y="372428"/>
                </a:lnTo>
                <a:lnTo>
                  <a:pt x="229867" y="388620"/>
                </a:lnTo>
                <a:lnTo>
                  <a:pt x="239449" y="404813"/>
                </a:lnTo>
                <a:lnTo>
                  <a:pt x="249022" y="421005"/>
                </a:lnTo>
                <a:lnTo>
                  <a:pt x="258604" y="437198"/>
                </a:lnTo>
                <a:lnTo>
                  <a:pt x="268186" y="453390"/>
                </a:lnTo>
                <a:lnTo>
                  <a:pt x="277759" y="469583"/>
                </a:lnTo>
                <a:lnTo>
                  <a:pt x="287341" y="485775"/>
                </a:lnTo>
                <a:lnTo>
                  <a:pt x="296913" y="501968"/>
                </a:lnTo>
                <a:lnTo>
                  <a:pt x="306495" y="518160"/>
                </a:lnTo>
                <a:lnTo>
                  <a:pt x="316068" y="534353"/>
                </a:lnTo>
                <a:lnTo>
                  <a:pt x="325650" y="550545"/>
                </a:lnTo>
                <a:lnTo>
                  <a:pt x="335223" y="566738"/>
                </a:lnTo>
                <a:lnTo>
                  <a:pt x="344805" y="582930"/>
                </a:lnTo>
                <a:lnTo>
                  <a:pt x="354387" y="599123"/>
                </a:lnTo>
                <a:lnTo>
                  <a:pt x="363960" y="615315"/>
                </a:lnTo>
                <a:lnTo>
                  <a:pt x="373542" y="631508"/>
                </a:lnTo>
                <a:lnTo>
                  <a:pt x="383115" y="647700"/>
                </a:lnTo>
                <a:lnTo>
                  <a:pt x="392697" y="663893"/>
                </a:lnTo>
                <a:lnTo>
                  <a:pt x="402269" y="680085"/>
                </a:lnTo>
                <a:lnTo>
                  <a:pt x="411851" y="696278"/>
                </a:lnTo>
                <a:lnTo>
                  <a:pt x="421424" y="712470"/>
                </a:lnTo>
                <a:lnTo>
                  <a:pt x="431006" y="728663"/>
                </a:lnTo>
                <a:lnTo>
                  <a:pt x="440588" y="744855"/>
                </a:lnTo>
                <a:lnTo>
                  <a:pt x="450161" y="761048"/>
                </a:lnTo>
                <a:lnTo>
                  <a:pt x="459743" y="777240"/>
                </a:lnTo>
                <a:lnTo>
                  <a:pt x="469316" y="793433"/>
                </a:lnTo>
                <a:lnTo>
                  <a:pt x="478898" y="809625"/>
                </a:lnTo>
                <a:lnTo>
                  <a:pt x="488471" y="825818"/>
                </a:lnTo>
                <a:lnTo>
                  <a:pt x="498053" y="842010"/>
                </a:lnTo>
                <a:lnTo>
                  <a:pt x="507625" y="858203"/>
                </a:lnTo>
                <a:lnTo>
                  <a:pt x="517208" y="87439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082D6"/>
            </a:solidFill>
            <a:prstDash val="dash"/>
          </a:ln>
        </p:spPr>
      </p:sp>
      <p:sp>
        <p:nvSpPr>
          <p:cNvPr id="21" name="gate-1-content-surface">
            <a:extLst xmlns:a="http://schemas.openxmlformats.org/drawingml/2006/main">
              <a:ext uri="{FF2B5EF4-FFF2-40B4-BE49-F238E27FC236}">
                <a16:creationId xmlns:a16="http://schemas.microsoft.com/office/drawing/2014/main" id="{CCEDCC38-1512-4E41-911B-DB766713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66" y="2783091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ate-2-content-surface">
            <a:extLst xmlns:a="http://schemas.openxmlformats.org/drawingml/2006/main">
              <a:ext uri="{FF2B5EF4-FFF2-40B4-BE49-F238E27FC236}">
                <a16:creationId xmlns:a16="http://schemas.microsoft.com/office/drawing/2014/main" id="{45EFB13D-61B0-49B7-B2C3-44CF4378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770987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ate-1-check">
            <a:extLst xmlns:a="http://schemas.openxmlformats.org/drawingml/2006/main">
              <a:ext uri="{FF2B5EF4-FFF2-40B4-BE49-F238E27FC236}">
                <a16:creationId xmlns:a16="http://schemas.microsoft.com/office/drawing/2014/main" id="{035C5FD4-7058-4330-BF7E-03B341B7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7987" y="4408141"/>
            <a:ext cx="378028" cy="263728"/>
          </a:xfrm>
          <a:prstGeom xmlns:a="http://schemas.openxmlformats.org/drawingml/2006/main" prst="roundRect">
            <a:avLst>
              <a:gd name="adj" fmla="val 28893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gate-1-tag">
            <a:extLst xmlns:a="http://schemas.openxmlformats.org/drawingml/2006/main">
              <a:ext uri="{FF2B5EF4-FFF2-40B4-BE49-F238E27FC236}">
                <a16:creationId xmlns:a16="http://schemas.microsoft.com/office/drawing/2014/main" id="{2221F946-52DD-4BAD-BD4C-07689151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66" y="2602116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门禁 01</a:t>
            </a:r>
          </a:p>
        </p:txBody>
      </p:sp>
      <p:sp>
        <p:nvSpPr>
          <p:cNvPr id="25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20EBEC61-D2DF-4AC5-80D0-AC1B4887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5991" y="2922241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范围评审</a:t>
            </a:r>
          </a:p>
        </p:txBody>
      </p:sp>
      <p:sp>
        <p:nvSpPr>
          <p:cNvPr id="26" name="gate-body-1">
            <a:extLst xmlns:a="http://schemas.openxmlformats.org/drawingml/2006/main">
              <a:ext uri="{FF2B5EF4-FFF2-40B4-BE49-F238E27FC236}">
                <a16:creationId xmlns:a16="http://schemas.microsoft.com/office/drawing/2014/main" id="{0C79C7F1-4F4D-455D-9BB2-F72270C9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5991" y="3174949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目标与边界已确认</a:t>
            </a:r>
          </a:p>
        </p:txBody>
      </p:sp>
      <p:sp>
        <p:nvSpPr>
          <p:cNvPr id="27" name="gate-2-check">
            <a:extLst xmlns:a="http://schemas.openxmlformats.org/drawingml/2006/main">
              <a:ext uri="{FF2B5EF4-FFF2-40B4-BE49-F238E27FC236}">
                <a16:creationId xmlns:a16="http://schemas.microsoft.com/office/drawing/2014/main" id="{80856A4C-4052-4899-BC51-CD973901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4120" y="3771900"/>
            <a:ext cx="355254" cy="250479"/>
          </a:xfrm>
          <a:prstGeom xmlns:a="http://schemas.openxmlformats.org/drawingml/2006/main" prst="roundRect">
            <a:avLst>
              <a:gd name="adj" fmla="val 30422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gate-2-tag">
            <a:extLst xmlns:a="http://schemas.openxmlformats.org/drawingml/2006/main">
              <a:ext uri="{FF2B5EF4-FFF2-40B4-BE49-F238E27FC236}">
                <a16:creationId xmlns:a16="http://schemas.microsoft.com/office/drawing/2014/main" id="{E792A761-41CF-4F6B-AE52-FC1449AB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590012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门禁 02</a:t>
            </a:r>
          </a:p>
        </p:txBody>
      </p:sp>
      <p:sp>
        <p:nvSpPr>
          <p:cNvPr id="29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7E8F94C6-16FC-4BDE-8371-89BDDA51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910138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方案评审</a:t>
            </a:r>
          </a:p>
        </p:txBody>
      </p:sp>
      <p:sp>
        <p:nvSpPr>
          <p:cNvPr id="30" name="gate-body-2">
            <a:extLst xmlns:a="http://schemas.openxmlformats.org/drawingml/2006/main">
              <a:ext uri="{FF2B5EF4-FFF2-40B4-BE49-F238E27FC236}">
                <a16:creationId xmlns:a16="http://schemas.microsoft.com/office/drawing/2014/main" id="{628EA7DF-DE82-40B9-B448-C4A060B7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5162845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资源与路径可执行</a:t>
            </a:r>
          </a:p>
        </p:txBody>
      </p:sp>
    </p:spTree>
    <p:extLst>
      <p:ext uri="{BB962C8B-B14F-4D97-AF65-F5344CB8AC3E}">
        <p14:creationId xmlns:p14="http://schemas.microsoft.com/office/powerpoint/2010/main" val="991096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atrix-corner">
            <a:extLst xmlns:a="http://schemas.openxmlformats.org/drawingml/2006/main">
              <a:ext uri="{FF2B5EF4-FFF2-40B4-BE49-F238E27FC236}">
                <a16:creationId xmlns:a16="http://schemas.microsoft.com/office/drawing/2014/main" id="{798B27D5-BE38-40B5-B41C-AE781BB0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1695450"/>
            <a:ext cx="16192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trix-corner-label">
            <a:extLst xmlns:a="http://schemas.openxmlformats.org/drawingml/2006/main">
              <a:ext uri="{FF2B5EF4-FFF2-40B4-BE49-F238E27FC236}">
                <a16:creationId xmlns:a16="http://schemas.microsoft.com/office/drawing/2014/main" id="{3B5E5D5B-AB91-4D6E-8833-2D905D17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02" y="1889369"/>
            <a:ext cx="952205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 × 角色</a:t>
            </a:r>
          </a:p>
        </p:txBody>
      </p:sp>
      <p:sp>
        <p:nvSpPr>
          <p:cNvPr id="3" name="matrix-column-0">
            <a:extLst xmlns:a="http://schemas.openxmlformats.org/drawingml/2006/main">
              <a:ext uri="{FF2B5EF4-FFF2-40B4-BE49-F238E27FC236}">
                <a16:creationId xmlns:a16="http://schemas.microsoft.com/office/drawing/2014/main" id="{ED8AA42A-ED2C-4DE3-A154-F6EF7DB7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1695450"/>
            <a:ext cx="453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trix-column-label-0">
            <a:extLst xmlns:a="http://schemas.openxmlformats.org/drawingml/2006/main">
              <a:ext uri="{FF2B5EF4-FFF2-40B4-BE49-F238E27FC236}">
                <a16:creationId xmlns:a16="http://schemas.microsoft.com/office/drawing/2014/main" id="{33B074F6-F0C9-4883-B395-3AEED549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3126" y="1889369"/>
            <a:ext cx="710956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内容导演</a:t>
            </a:r>
          </a:p>
        </p:txBody>
      </p:sp>
      <p:sp>
        <p:nvSpPr>
          <p:cNvPr id="5" name="matrix-column-1">
            <a:extLst xmlns:a="http://schemas.openxmlformats.org/drawingml/2006/main">
              <a:ext uri="{FF2B5EF4-FFF2-40B4-BE49-F238E27FC236}">
                <a16:creationId xmlns:a16="http://schemas.microsoft.com/office/drawing/2014/main" id="{BD11F97A-E97A-4877-ACFC-00963FC7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1695450"/>
            <a:ext cx="453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rix-column-label-1">
            <a:extLst xmlns:a="http://schemas.openxmlformats.org/drawingml/2006/main">
              <a:ext uri="{FF2B5EF4-FFF2-40B4-BE49-F238E27FC236}">
                <a16:creationId xmlns:a16="http://schemas.microsoft.com/office/drawing/2014/main" id="{A99127C9-F4A0-47CA-904A-C374A70C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3226" y="1889369"/>
            <a:ext cx="710956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视觉导演</a:t>
            </a:r>
          </a:p>
        </p:txBody>
      </p:sp>
      <p:sp>
        <p:nvSpPr>
          <p:cNvPr id="7" name="matrix-row-0">
            <a:extLst xmlns:a="http://schemas.openxmlformats.org/drawingml/2006/main">
              <a:ext uri="{FF2B5EF4-FFF2-40B4-BE49-F238E27FC236}">
                <a16:creationId xmlns:a16="http://schemas.microsoft.com/office/drawing/2014/main" id="{B116DF87-E9E6-4C9E-93F9-B9CB2A55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362200"/>
            <a:ext cx="1619250" cy="18573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trix-row-label-0">
            <a:extLst xmlns:a="http://schemas.openxmlformats.org/drawingml/2006/main">
              <a:ext uri="{FF2B5EF4-FFF2-40B4-BE49-F238E27FC236}">
                <a16:creationId xmlns:a16="http://schemas.microsoft.com/office/drawing/2014/main" id="{F047990B-264F-4C22-83A3-3CE0080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185960"/>
            <a:ext cx="710956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内容拆页</a:t>
            </a:r>
          </a:p>
        </p:txBody>
      </p:sp>
      <p:sp>
        <p:nvSpPr>
          <p:cNvPr id="9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4DA9EFC4-1713-407A-95E4-280CB20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362200"/>
            <a:ext cx="453390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0" name="matrix-item-0-0-0">
            <a:extLst xmlns:a="http://schemas.openxmlformats.org/drawingml/2006/main">
              <a:ext uri="{FF2B5EF4-FFF2-40B4-BE49-F238E27FC236}">
                <a16:creationId xmlns:a16="http://schemas.microsoft.com/office/drawing/2014/main" id="{818A89E2-30B0-4A6C-9C34-3307F68E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3149946"/>
            <a:ext cx="495300" cy="2818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1" name="matrix-item-text-0-0-0">
            <a:extLst xmlns:a="http://schemas.openxmlformats.org/drawingml/2006/main">
              <a:ext uri="{FF2B5EF4-FFF2-40B4-BE49-F238E27FC236}">
                <a16:creationId xmlns:a16="http://schemas.microsoft.com/office/drawing/2014/main" id="{B0A5AA69-ABF7-4730-8BF1-437E0B7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3207096"/>
            <a:ext cx="304800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主责</a:t>
            </a:r>
          </a:p>
        </p:txBody>
      </p:sp>
      <p:sp>
        <p:nvSpPr>
          <p:cNvPr id="12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8C677337-B7DB-43C2-ADCC-DD5D47A5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2362200"/>
            <a:ext cx="453390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3" name="matrix-item-0-1-0">
            <a:extLst xmlns:a="http://schemas.openxmlformats.org/drawingml/2006/main">
              <a:ext uri="{FF2B5EF4-FFF2-40B4-BE49-F238E27FC236}">
                <a16:creationId xmlns:a16="http://schemas.microsoft.com/office/drawing/2014/main" id="{DF028856-7F5D-4D90-BE1D-821DBBE7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3149946"/>
            <a:ext cx="495300" cy="2818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4" name="matrix-item-text-0-1-0">
            <a:extLst xmlns:a="http://schemas.openxmlformats.org/drawingml/2006/main">
              <a:ext uri="{FF2B5EF4-FFF2-40B4-BE49-F238E27FC236}">
                <a16:creationId xmlns:a16="http://schemas.microsoft.com/office/drawing/2014/main" id="{03D3BF3A-5065-4F10-BF49-F9B520ED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3207096"/>
            <a:ext cx="304800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5" name="matrix-row-1">
            <a:extLst xmlns:a="http://schemas.openxmlformats.org/drawingml/2006/main">
              <a:ext uri="{FF2B5EF4-FFF2-40B4-BE49-F238E27FC236}">
                <a16:creationId xmlns:a16="http://schemas.microsoft.com/office/drawing/2014/main" id="{D01B5ECC-8D13-492D-8A1D-A012FF2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4295775"/>
            <a:ext cx="1619250" cy="18573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trix-row-label-1">
            <a:extLst xmlns:a="http://schemas.openxmlformats.org/drawingml/2006/main">
              <a:ext uri="{FF2B5EF4-FFF2-40B4-BE49-F238E27FC236}">
                <a16:creationId xmlns:a16="http://schemas.microsoft.com/office/drawing/2014/main" id="{23B3E886-CF80-41D4-B0D9-3B869066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119535"/>
            <a:ext cx="710956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结构选择</a:t>
            </a:r>
          </a:p>
        </p:txBody>
      </p:sp>
      <p:sp>
        <p:nvSpPr>
          <p:cNvPr id="17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DF39E26C-4E9B-42A2-8CE6-6C30C04B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4295775"/>
            <a:ext cx="453390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8" name="matrix-item-1-0-0">
            <a:extLst xmlns:a="http://schemas.openxmlformats.org/drawingml/2006/main">
              <a:ext uri="{FF2B5EF4-FFF2-40B4-BE49-F238E27FC236}">
                <a16:creationId xmlns:a16="http://schemas.microsoft.com/office/drawing/2014/main" id="{CF701EFD-0D90-4FEC-BBB2-D7B2951C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5083521"/>
            <a:ext cx="495300" cy="2818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9" name="matrix-item-text-1-0-0">
            <a:extLst xmlns:a="http://schemas.openxmlformats.org/drawingml/2006/main">
              <a:ext uri="{FF2B5EF4-FFF2-40B4-BE49-F238E27FC236}">
                <a16:creationId xmlns:a16="http://schemas.microsoft.com/office/drawing/2014/main" id="{F98E14A3-64A8-4905-8F51-59E9AE60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5140671"/>
            <a:ext cx="304800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20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A105FA47-CA0B-440A-856F-725320F2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4295775"/>
            <a:ext cx="453390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1" name="matrix-item-1-1-0">
            <a:extLst xmlns:a="http://schemas.openxmlformats.org/drawingml/2006/main">
              <a:ext uri="{FF2B5EF4-FFF2-40B4-BE49-F238E27FC236}">
                <a16:creationId xmlns:a16="http://schemas.microsoft.com/office/drawing/2014/main" id="{5A81718B-F2DE-4F2F-9641-C82046DB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5083521"/>
            <a:ext cx="495300" cy="2818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2" name="matrix-item-text-1-1-0">
            <a:extLst xmlns:a="http://schemas.openxmlformats.org/drawingml/2006/main">
              <a:ext uri="{FF2B5EF4-FFF2-40B4-BE49-F238E27FC236}">
                <a16:creationId xmlns:a16="http://schemas.microsoft.com/office/drawing/2014/main" id="{7B477B83-9E2D-4481-ABA1-3F183709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5140671"/>
            <a:ext cx="304800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</p:spTree>
    <p:extLst>
      <p:ext uri="{BB962C8B-B14F-4D97-AF65-F5344CB8AC3E}">
        <p14:creationId xmlns:p14="http://schemas.microsoft.com/office/powerpoint/2010/main" val="1229528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atrix-corner">
            <a:extLst xmlns:a="http://schemas.openxmlformats.org/drawingml/2006/main">
              <a:ext uri="{FF2B5EF4-FFF2-40B4-BE49-F238E27FC236}">
                <a16:creationId xmlns:a16="http://schemas.microsoft.com/office/drawing/2014/main" id="{905378C9-4465-46DC-9561-65E35C4A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1695450"/>
            <a:ext cx="16192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5432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trix-corner-label">
            <a:extLst xmlns:a="http://schemas.openxmlformats.org/drawingml/2006/main">
              <a:ext uri="{FF2B5EF4-FFF2-40B4-BE49-F238E27FC236}">
                <a16:creationId xmlns:a16="http://schemas.microsoft.com/office/drawing/2014/main" id="{CD0F77AC-8F6B-4350-97CC-83044951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02" y="1889369"/>
            <a:ext cx="952205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 × 角色</a:t>
            </a:r>
          </a:p>
        </p:txBody>
      </p:sp>
      <p:sp>
        <p:nvSpPr>
          <p:cNvPr id="3" name="matrix-column-0">
            <a:extLst xmlns:a="http://schemas.openxmlformats.org/drawingml/2006/main">
              <a:ext uri="{FF2B5EF4-FFF2-40B4-BE49-F238E27FC236}">
                <a16:creationId xmlns:a16="http://schemas.microsoft.com/office/drawing/2014/main" id="{C1AEA900-8245-445C-BB0A-ED27052A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1695450"/>
            <a:ext cx="453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trix-column-label-0">
            <a:extLst xmlns:a="http://schemas.openxmlformats.org/drawingml/2006/main">
              <a:ext uri="{FF2B5EF4-FFF2-40B4-BE49-F238E27FC236}">
                <a16:creationId xmlns:a16="http://schemas.microsoft.com/office/drawing/2014/main" id="{2D29F355-C111-472A-B2D3-7DD7FA81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3126" y="1889369"/>
            <a:ext cx="710956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内容导演</a:t>
            </a:r>
          </a:p>
        </p:txBody>
      </p:sp>
      <p:sp>
        <p:nvSpPr>
          <p:cNvPr id="5" name="matrix-column-1">
            <a:extLst xmlns:a="http://schemas.openxmlformats.org/drawingml/2006/main">
              <a:ext uri="{FF2B5EF4-FFF2-40B4-BE49-F238E27FC236}">
                <a16:creationId xmlns:a16="http://schemas.microsoft.com/office/drawing/2014/main" id="{E117AD41-1CA4-4B0C-B285-E6930D38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1695450"/>
            <a:ext cx="453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rix-column-label-1">
            <a:extLst xmlns:a="http://schemas.openxmlformats.org/drawingml/2006/main">
              <a:ext uri="{FF2B5EF4-FFF2-40B4-BE49-F238E27FC236}">
                <a16:creationId xmlns:a16="http://schemas.microsoft.com/office/drawing/2014/main" id="{0D32871C-626D-422A-B3FE-731BD4DA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3226" y="1889369"/>
            <a:ext cx="710956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视觉导演</a:t>
            </a:r>
          </a:p>
        </p:txBody>
      </p:sp>
      <p:sp>
        <p:nvSpPr>
          <p:cNvPr id="7" name="matrix-row-0">
            <a:extLst xmlns:a="http://schemas.openxmlformats.org/drawingml/2006/main">
              <a:ext uri="{FF2B5EF4-FFF2-40B4-BE49-F238E27FC236}">
                <a16:creationId xmlns:a16="http://schemas.microsoft.com/office/drawing/2014/main" id="{03D75CE2-E955-41E8-BA1D-33F3DF56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362200"/>
            <a:ext cx="1619250" cy="18573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trix-row-label-0">
            <a:extLst xmlns:a="http://schemas.openxmlformats.org/drawingml/2006/main">
              <a:ext uri="{FF2B5EF4-FFF2-40B4-BE49-F238E27FC236}">
                <a16:creationId xmlns:a16="http://schemas.microsoft.com/office/drawing/2014/main" id="{55347D86-F601-4B38-A51A-F5E28776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185960"/>
            <a:ext cx="710956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内容拆页</a:t>
            </a:r>
          </a:p>
        </p:txBody>
      </p:sp>
      <p:sp>
        <p:nvSpPr>
          <p:cNvPr id="9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E65B9DEE-1B09-48A5-B6D5-B927CD85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362200"/>
            <a:ext cx="453390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10" name="matrix-item-0-0-0">
            <a:extLst xmlns:a="http://schemas.openxmlformats.org/drawingml/2006/main">
              <a:ext uri="{FF2B5EF4-FFF2-40B4-BE49-F238E27FC236}">
                <a16:creationId xmlns:a16="http://schemas.microsoft.com/office/drawing/2014/main" id="{F8D24AE4-F436-474D-951C-C04663B3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3149946"/>
            <a:ext cx="495300" cy="2818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11" name="matrix-item-text-0-0-0">
            <a:extLst xmlns:a="http://schemas.openxmlformats.org/drawingml/2006/main">
              <a:ext uri="{FF2B5EF4-FFF2-40B4-BE49-F238E27FC236}">
                <a16:creationId xmlns:a16="http://schemas.microsoft.com/office/drawing/2014/main" id="{DB3EB4A0-8FE1-462B-8D96-5A00C8AA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3207096"/>
            <a:ext cx="304800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主责</a:t>
            </a:r>
          </a:p>
        </p:txBody>
      </p:sp>
      <p:sp>
        <p:nvSpPr>
          <p:cNvPr id="12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1F50A7BE-0B10-4042-A4BB-C3BE0F9F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2362200"/>
            <a:ext cx="453390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13" name="matrix-item-0-1-0">
            <a:extLst xmlns:a="http://schemas.openxmlformats.org/drawingml/2006/main">
              <a:ext uri="{FF2B5EF4-FFF2-40B4-BE49-F238E27FC236}">
                <a16:creationId xmlns:a16="http://schemas.microsoft.com/office/drawing/2014/main" id="{EA3E7E71-5E3A-4C5A-8FA1-0C731AD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3149946"/>
            <a:ext cx="495300" cy="2818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14" name="matrix-item-text-0-1-0">
            <a:extLst xmlns:a="http://schemas.openxmlformats.org/drawingml/2006/main">
              <a:ext uri="{FF2B5EF4-FFF2-40B4-BE49-F238E27FC236}">
                <a16:creationId xmlns:a16="http://schemas.microsoft.com/office/drawing/2014/main" id="{2BCF4812-A4AF-4381-A413-9425277B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3207096"/>
            <a:ext cx="304800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5" name="matrix-row-1">
            <a:extLst xmlns:a="http://schemas.openxmlformats.org/drawingml/2006/main">
              <a:ext uri="{FF2B5EF4-FFF2-40B4-BE49-F238E27FC236}">
                <a16:creationId xmlns:a16="http://schemas.microsoft.com/office/drawing/2014/main" id="{6B2489CA-7BB3-4C87-A099-907DDECC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4295775"/>
            <a:ext cx="1619250" cy="18573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trix-row-label-1">
            <a:extLst xmlns:a="http://schemas.openxmlformats.org/drawingml/2006/main">
              <a:ext uri="{FF2B5EF4-FFF2-40B4-BE49-F238E27FC236}">
                <a16:creationId xmlns:a16="http://schemas.microsoft.com/office/drawing/2014/main" id="{5DB889AA-28FF-47D4-AF36-452A9433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119535"/>
            <a:ext cx="710956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结构选择</a:t>
            </a:r>
          </a:p>
        </p:txBody>
      </p:sp>
      <p:sp>
        <p:nvSpPr>
          <p:cNvPr id="17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FF533C95-573E-4060-B49C-6EA756B1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4295775"/>
            <a:ext cx="453390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18" name="matrix-item-1-0-0">
            <a:extLst xmlns:a="http://schemas.openxmlformats.org/drawingml/2006/main">
              <a:ext uri="{FF2B5EF4-FFF2-40B4-BE49-F238E27FC236}">
                <a16:creationId xmlns:a16="http://schemas.microsoft.com/office/drawing/2014/main" id="{72ACC715-983D-4902-8BA1-20322A7E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5083521"/>
            <a:ext cx="495300" cy="2818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19" name="matrix-item-text-1-0-0">
            <a:extLst xmlns:a="http://schemas.openxmlformats.org/drawingml/2006/main">
              <a:ext uri="{FF2B5EF4-FFF2-40B4-BE49-F238E27FC236}">
                <a16:creationId xmlns:a16="http://schemas.microsoft.com/office/drawing/2014/main" id="{5BC8524A-E401-4132-ACFF-458181D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5140671"/>
            <a:ext cx="304800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20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154572E2-C90B-4E9B-BD2F-05FF0939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4295775"/>
            <a:ext cx="453390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21" name="matrix-item-1-1-0">
            <a:extLst xmlns:a="http://schemas.openxmlformats.org/drawingml/2006/main">
              <a:ext uri="{FF2B5EF4-FFF2-40B4-BE49-F238E27FC236}">
                <a16:creationId xmlns:a16="http://schemas.microsoft.com/office/drawing/2014/main" id="{714671CC-3188-4E1B-B631-C7C5F882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5083521"/>
            <a:ext cx="495300" cy="2818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22" name="matrix-item-text-1-1-0">
            <a:extLst xmlns:a="http://schemas.openxmlformats.org/drawingml/2006/main">
              <a:ext uri="{FF2B5EF4-FFF2-40B4-BE49-F238E27FC236}">
                <a16:creationId xmlns:a16="http://schemas.microsoft.com/office/drawing/2014/main" id="{7E7795B8-E386-446B-80D1-56FA3D09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5140671"/>
            <a:ext cx="304800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</p:spTree>
    <p:extLst>
      <p:ext uri="{BB962C8B-B14F-4D97-AF65-F5344CB8AC3E}">
        <p14:creationId xmlns:p14="http://schemas.microsoft.com/office/powerpoint/2010/main" val="72806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enefit-pan-shadow">
            <a:extLst xmlns:a="http://schemas.openxmlformats.org/drawingml/2006/main">
              <a:ext uri="{FF2B5EF4-FFF2-40B4-BE49-F238E27FC236}">
                <a16:creationId xmlns:a16="http://schemas.microsoft.com/office/drawing/2014/main" id="{03236BCB-5A20-49A6-9F73-C032AFA7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81425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63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5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3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6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2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4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78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7C7D9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risk-pan-shadow">
            <a:extLst xmlns:a="http://schemas.openxmlformats.org/drawingml/2006/main">
              <a:ext uri="{FF2B5EF4-FFF2-40B4-BE49-F238E27FC236}">
                <a16:creationId xmlns:a16="http://schemas.microsoft.com/office/drawing/2014/main" id="{AFCC3324-0723-4079-8957-509D412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514725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901" y="1833048"/>
                </a:lnTo>
                <a:lnTo>
                  <a:pt x="1153058" y="1817046"/>
                </a:lnTo>
                <a:lnTo>
                  <a:pt x="1114616" y="1800120"/>
                </a:lnTo>
                <a:lnTo>
                  <a:pt x="1076573" y="1782299"/>
                </a:lnTo>
                <a:lnTo>
                  <a:pt x="1038968" y="1763573"/>
                </a:lnTo>
                <a:lnTo>
                  <a:pt x="1001820" y="1743951"/>
                </a:lnTo>
                <a:lnTo>
                  <a:pt x="965159" y="1723454"/>
                </a:lnTo>
                <a:lnTo>
                  <a:pt x="929002" y="1702060"/>
                </a:lnTo>
                <a:lnTo>
                  <a:pt x="893378" y="1679810"/>
                </a:lnTo>
                <a:lnTo>
                  <a:pt x="858298" y="1656693"/>
                </a:lnTo>
                <a:lnTo>
                  <a:pt x="823798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21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7C7D9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balance-hanger-1">
            <a:extLst xmlns:a="http://schemas.openxmlformats.org/drawingml/2006/main">
              <a:ext uri="{FF2B5EF4-FFF2-40B4-BE49-F238E27FC236}">
                <a16:creationId xmlns:a16="http://schemas.microsoft.com/office/drawing/2014/main" id="{E60214AD-DE0D-44F7-8B47-FEB47408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3014358"/>
            <a:ext cx="1847850" cy="700392"/>
          </a:xfrm>
          <a:custGeom xmlns:a="http://schemas.openxmlformats.org/drawingml/2006/main">
            <a:pathLst>
              <a:path w="1847850" h="700392">
                <a:moveTo>
                  <a:pt x="1847850" y="0"/>
                </a:moveTo>
                <a:lnTo>
                  <a:pt x="1830086" y="6734"/>
                </a:lnTo>
                <a:lnTo>
                  <a:pt x="1812312" y="13468"/>
                </a:lnTo>
                <a:lnTo>
                  <a:pt x="1794548" y="20203"/>
                </a:lnTo>
                <a:lnTo>
                  <a:pt x="1776774" y="26937"/>
                </a:lnTo>
                <a:lnTo>
                  <a:pt x="1759010" y="33671"/>
                </a:lnTo>
                <a:lnTo>
                  <a:pt x="1741246" y="40405"/>
                </a:lnTo>
                <a:lnTo>
                  <a:pt x="1723473" y="47139"/>
                </a:lnTo>
                <a:lnTo>
                  <a:pt x="1705708" y="53873"/>
                </a:lnTo>
                <a:lnTo>
                  <a:pt x="1687944" y="60608"/>
                </a:lnTo>
                <a:lnTo>
                  <a:pt x="1670171" y="67342"/>
                </a:lnTo>
                <a:lnTo>
                  <a:pt x="1652407" y="74076"/>
                </a:lnTo>
                <a:lnTo>
                  <a:pt x="1634633" y="80810"/>
                </a:lnTo>
                <a:lnTo>
                  <a:pt x="1616869" y="87554"/>
                </a:lnTo>
                <a:lnTo>
                  <a:pt x="1599105" y="94288"/>
                </a:lnTo>
                <a:lnTo>
                  <a:pt x="1581331" y="101022"/>
                </a:lnTo>
                <a:lnTo>
                  <a:pt x="1563567" y="107756"/>
                </a:lnTo>
                <a:lnTo>
                  <a:pt x="1545793" y="114491"/>
                </a:lnTo>
                <a:lnTo>
                  <a:pt x="1528029" y="121225"/>
                </a:lnTo>
                <a:lnTo>
                  <a:pt x="1510265" y="127959"/>
                </a:lnTo>
                <a:lnTo>
                  <a:pt x="1492491" y="134693"/>
                </a:lnTo>
                <a:lnTo>
                  <a:pt x="1474727" y="141427"/>
                </a:lnTo>
                <a:lnTo>
                  <a:pt x="1456963" y="148161"/>
                </a:lnTo>
                <a:lnTo>
                  <a:pt x="1439189" y="154896"/>
                </a:lnTo>
                <a:lnTo>
                  <a:pt x="1421425" y="161630"/>
                </a:lnTo>
                <a:lnTo>
                  <a:pt x="1403652" y="168364"/>
                </a:lnTo>
                <a:lnTo>
                  <a:pt x="1385888" y="175098"/>
                </a:lnTo>
                <a:lnTo>
                  <a:pt x="1368123" y="181832"/>
                </a:lnTo>
                <a:lnTo>
                  <a:pt x="1350350" y="188566"/>
                </a:lnTo>
                <a:lnTo>
                  <a:pt x="1332586" y="195301"/>
                </a:lnTo>
                <a:lnTo>
                  <a:pt x="1314812" y="202035"/>
                </a:lnTo>
                <a:lnTo>
                  <a:pt x="1297048" y="208769"/>
                </a:lnTo>
                <a:lnTo>
                  <a:pt x="1279284" y="215503"/>
                </a:lnTo>
                <a:lnTo>
                  <a:pt x="1261510" y="222237"/>
                </a:lnTo>
                <a:lnTo>
                  <a:pt x="1243746" y="228971"/>
                </a:lnTo>
                <a:lnTo>
                  <a:pt x="1225982" y="235706"/>
                </a:lnTo>
                <a:lnTo>
                  <a:pt x="1208208" y="242449"/>
                </a:lnTo>
                <a:lnTo>
                  <a:pt x="1190444" y="249184"/>
                </a:lnTo>
                <a:lnTo>
                  <a:pt x="1172670" y="255918"/>
                </a:lnTo>
                <a:lnTo>
                  <a:pt x="1154906" y="262652"/>
                </a:lnTo>
                <a:lnTo>
                  <a:pt x="1137142" y="269386"/>
                </a:lnTo>
                <a:lnTo>
                  <a:pt x="1119368" y="276120"/>
                </a:lnTo>
                <a:lnTo>
                  <a:pt x="1101604" y="282854"/>
                </a:lnTo>
                <a:lnTo>
                  <a:pt x="1083831" y="289589"/>
                </a:lnTo>
                <a:lnTo>
                  <a:pt x="1066067" y="296323"/>
                </a:lnTo>
                <a:lnTo>
                  <a:pt x="1048302" y="303057"/>
                </a:lnTo>
                <a:lnTo>
                  <a:pt x="1030529" y="309791"/>
                </a:lnTo>
                <a:lnTo>
                  <a:pt x="1012765" y="316525"/>
                </a:lnTo>
                <a:lnTo>
                  <a:pt x="995001" y="323259"/>
                </a:lnTo>
                <a:lnTo>
                  <a:pt x="977227" y="329994"/>
                </a:lnTo>
                <a:lnTo>
                  <a:pt x="959463" y="336728"/>
                </a:lnTo>
                <a:lnTo>
                  <a:pt x="941689" y="343462"/>
                </a:lnTo>
                <a:lnTo>
                  <a:pt x="923925" y="350196"/>
                </a:lnTo>
                <a:lnTo>
                  <a:pt x="906161" y="356930"/>
                </a:lnTo>
                <a:lnTo>
                  <a:pt x="888387" y="363665"/>
                </a:lnTo>
                <a:lnTo>
                  <a:pt x="870623" y="370399"/>
                </a:lnTo>
                <a:lnTo>
                  <a:pt x="852849" y="377133"/>
                </a:lnTo>
                <a:lnTo>
                  <a:pt x="835085" y="383867"/>
                </a:lnTo>
                <a:lnTo>
                  <a:pt x="817321" y="390601"/>
                </a:lnTo>
                <a:lnTo>
                  <a:pt x="799548" y="397335"/>
                </a:lnTo>
                <a:lnTo>
                  <a:pt x="781783" y="404079"/>
                </a:lnTo>
                <a:lnTo>
                  <a:pt x="764019" y="410813"/>
                </a:lnTo>
                <a:lnTo>
                  <a:pt x="746246" y="417547"/>
                </a:lnTo>
                <a:lnTo>
                  <a:pt x="728482" y="424282"/>
                </a:lnTo>
                <a:lnTo>
                  <a:pt x="710708" y="431016"/>
                </a:lnTo>
                <a:lnTo>
                  <a:pt x="692944" y="437750"/>
                </a:lnTo>
                <a:lnTo>
                  <a:pt x="675180" y="444484"/>
                </a:lnTo>
                <a:lnTo>
                  <a:pt x="657406" y="451218"/>
                </a:lnTo>
                <a:lnTo>
                  <a:pt x="639642" y="457952"/>
                </a:lnTo>
                <a:lnTo>
                  <a:pt x="621868" y="464687"/>
                </a:lnTo>
                <a:lnTo>
                  <a:pt x="604104" y="471421"/>
                </a:lnTo>
                <a:lnTo>
                  <a:pt x="586340" y="478155"/>
                </a:lnTo>
                <a:lnTo>
                  <a:pt x="568566" y="484889"/>
                </a:lnTo>
                <a:lnTo>
                  <a:pt x="550802" y="491623"/>
                </a:lnTo>
                <a:lnTo>
                  <a:pt x="533038" y="498358"/>
                </a:lnTo>
                <a:lnTo>
                  <a:pt x="515264" y="505092"/>
                </a:lnTo>
                <a:lnTo>
                  <a:pt x="497500" y="511826"/>
                </a:lnTo>
                <a:lnTo>
                  <a:pt x="479727" y="518560"/>
                </a:lnTo>
                <a:lnTo>
                  <a:pt x="461963" y="525294"/>
                </a:lnTo>
                <a:lnTo>
                  <a:pt x="444198" y="532028"/>
                </a:lnTo>
                <a:lnTo>
                  <a:pt x="426425" y="538763"/>
                </a:lnTo>
                <a:lnTo>
                  <a:pt x="408661" y="545497"/>
                </a:lnTo>
                <a:lnTo>
                  <a:pt x="390887" y="552231"/>
                </a:lnTo>
                <a:lnTo>
                  <a:pt x="373123" y="558965"/>
                </a:lnTo>
                <a:lnTo>
                  <a:pt x="355359" y="565709"/>
                </a:lnTo>
                <a:lnTo>
                  <a:pt x="337585" y="572443"/>
                </a:lnTo>
                <a:lnTo>
                  <a:pt x="319821" y="579177"/>
                </a:lnTo>
                <a:lnTo>
                  <a:pt x="302057" y="585911"/>
                </a:lnTo>
                <a:lnTo>
                  <a:pt x="284283" y="592646"/>
                </a:lnTo>
                <a:lnTo>
                  <a:pt x="266519" y="599380"/>
                </a:lnTo>
                <a:lnTo>
                  <a:pt x="248745" y="606114"/>
                </a:lnTo>
                <a:lnTo>
                  <a:pt x="230981" y="612848"/>
                </a:lnTo>
                <a:lnTo>
                  <a:pt x="213217" y="619582"/>
                </a:lnTo>
                <a:lnTo>
                  <a:pt x="195443" y="626316"/>
                </a:lnTo>
                <a:lnTo>
                  <a:pt x="177679" y="633051"/>
                </a:lnTo>
                <a:lnTo>
                  <a:pt x="159906" y="639785"/>
                </a:lnTo>
                <a:lnTo>
                  <a:pt x="142142" y="646519"/>
                </a:lnTo>
                <a:lnTo>
                  <a:pt x="124377" y="653253"/>
                </a:lnTo>
                <a:lnTo>
                  <a:pt x="106604" y="659987"/>
                </a:lnTo>
                <a:lnTo>
                  <a:pt x="88840" y="666721"/>
                </a:lnTo>
                <a:lnTo>
                  <a:pt x="71076" y="673456"/>
                </a:lnTo>
                <a:lnTo>
                  <a:pt x="53302" y="680190"/>
                </a:lnTo>
                <a:lnTo>
                  <a:pt x="35538" y="686924"/>
                </a:lnTo>
                <a:lnTo>
                  <a:pt x="17764" y="693658"/>
                </a:lnTo>
                <a:lnTo>
                  <a:pt x="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4" name="balance-hanger-2">
            <a:extLst xmlns:a="http://schemas.openxmlformats.org/drawingml/2006/main">
              <a:ext uri="{FF2B5EF4-FFF2-40B4-BE49-F238E27FC236}">
                <a16:creationId xmlns:a16="http://schemas.microsoft.com/office/drawing/2014/main" id="{28F51F55-1957-47C2-9A81-7C2D2C0E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3014358"/>
            <a:ext cx="1257300" cy="700392"/>
          </a:xfrm>
          <a:custGeom xmlns:a="http://schemas.openxmlformats.org/drawingml/2006/main">
            <a:pathLst>
              <a:path w="1257300" h="700392">
                <a:moveTo>
                  <a:pt x="0" y="0"/>
                </a:moveTo>
                <a:lnTo>
                  <a:pt x="16545" y="9220"/>
                </a:lnTo>
                <a:lnTo>
                  <a:pt x="33090" y="18431"/>
                </a:lnTo>
                <a:lnTo>
                  <a:pt x="49635" y="27651"/>
                </a:lnTo>
                <a:lnTo>
                  <a:pt x="66170" y="36862"/>
                </a:lnTo>
                <a:lnTo>
                  <a:pt x="82715" y="46082"/>
                </a:lnTo>
                <a:lnTo>
                  <a:pt x="99260" y="55293"/>
                </a:lnTo>
                <a:lnTo>
                  <a:pt x="115805" y="64513"/>
                </a:lnTo>
                <a:lnTo>
                  <a:pt x="132350" y="73724"/>
                </a:lnTo>
                <a:lnTo>
                  <a:pt x="148895" y="82944"/>
                </a:lnTo>
                <a:lnTo>
                  <a:pt x="165430" y="92154"/>
                </a:lnTo>
                <a:lnTo>
                  <a:pt x="181975" y="101375"/>
                </a:lnTo>
                <a:lnTo>
                  <a:pt x="198520" y="110585"/>
                </a:lnTo>
                <a:lnTo>
                  <a:pt x="215065" y="119805"/>
                </a:lnTo>
                <a:lnTo>
                  <a:pt x="231610" y="129016"/>
                </a:lnTo>
                <a:lnTo>
                  <a:pt x="248155" y="138236"/>
                </a:lnTo>
                <a:lnTo>
                  <a:pt x="264690" y="147447"/>
                </a:lnTo>
                <a:lnTo>
                  <a:pt x="281235" y="156667"/>
                </a:lnTo>
                <a:lnTo>
                  <a:pt x="297780" y="165887"/>
                </a:lnTo>
                <a:lnTo>
                  <a:pt x="314325" y="175098"/>
                </a:lnTo>
                <a:lnTo>
                  <a:pt x="330870" y="184318"/>
                </a:lnTo>
                <a:lnTo>
                  <a:pt x="347415" y="193529"/>
                </a:lnTo>
                <a:lnTo>
                  <a:pt x="363960" y="202749"/>
                </a:lnTo>
                <a:lnTo>
                  <a:pt x="380495" y="211960"/>
                </a:lnTo>
                <a:lnTo>
                  <a:pt x="397040" y="221180"/>
                </a:lnTo>
                <a:lnTo>
                  <a:pt x="413585" y="230391"/>
                </a:lnTo>
                <a:lnTo>
                  <a:pt x="430130" y="239611"/>
                </a:lnTo>
                <a:lnTo>
                  <a:pt x="446675" y="248822"/>
                </a:lnTo>
                <a:lnTo>
                  <a:pt x="463220" y="258042"/>
                </a:lnTo>
                <a:lnTo>
                  <a:pt x="479755" y="267252"/>
                </a:lnTo>
                <a:lnTo>
                  <a:pt x="496300" y="276473"/>
                </a:lnTo>
                <a:lnTo>
                  <a:pt x="512845" y="285683"/>
                </a:lnTo>
                <a:lnTo>
                  <a:pt x="529390" y="294904"/>
                </a:lnTo>
                <a:lnTo>
                  <a:pt x="545935" y="304124"/>
                </a:lnTo>
                <a:lnTo>
                  <a:pt x="562480" y="313334"/>
                </a:lnTo>
                <a:lnTo>
                  <a:pt x="579015" y="322555"/>
                </a:lnTo>
                <a:lnTo>
                  <a:pt x="595560" y="331765"/>
                </a:lnTo>
                <a:lnTo>
                  <a:pt x="612105" y="340985"/>
                </a:lnTo>
                <a:lnTo>
                  <a:pt x="628650" y="350196"/>
                </a:lnTo>
                <a:lnTo>
                  <a:pt x="645195" y="359416"/>
                </a:lnTo>
                <a:lnTo>
                  <a:pt x="661740" y="368627"/>
                </a:lnTo>
                <a:lnTo>
                  <a:pt x="678285" y="377847"/>
                </a:lnTo>
                <a:lnTo>
                  <a:pt x="694820" y="387058"/>
                </a:lnTo>
                <a:lnTo>
                  <a:pt x="711365" y="396278"/>
                </a:lnTo>
                <a:lnTo>
                  <a:pt x="727910" y="405489"/>
                </a:lnTo>
                <a:lnTo>
                  <a:pt x="744455" y="414709"/>
                </a:lnTo>
                <a:lnTo>
                  <a:pt x="761000" y="423920"/>
                </a:lnTo>
                <a:lnTo>
                  <a:pt x="777545" y="433140"/>
                </a:lnTo>
                <a:lnTo>
                  <a:pt x="794080" y="442351"/>
                </a:lnTo>
                <a:lnTo>
                  <a:pt x="810625" y="451571"/>
                </a:lnTo>
                <a:lnTo>
                  <a:pt x="827170" y="460791"/>
                </a:lnTo>
                <a:lnTo>
                  <a:pt x="843715" y="470002"/>
                </a:lnTo>
                <a:lnTo>
                  <a:pt x="860260" y="479222"/>
                </a:lnTo>
                <a:lnTo>
                  <a:pt x="876805" y="488432"/>
                </a:lnTo>
                <a:lnTo>
                  <a:pt x="893340" y="497653"/>
                </a:lnTo>
                <a:lnTo>
                  <a:pt x="909885" y="506863"/>
                </a:lnTo>
                <a:lnTo>
                  <a:pt x="926430" y="516084"/>
                </a:lnTo>
                <a:lnTo>
                  <a:pt x="942975" y="525294"/>
                </a:lnTo>
                <a:lnTo>
                  <a:pt x="959520" y="534514"/>
                </a:lnTo>
                <a:lnTo>
                  <a:pt x="976065" y="543725"/>
                </a:lnTo>
                <a:lnTo>
                  <a:pt x="992610" y="552945"/>
                </a:lnTo>
                <a:lnTo>
                  <a:pt x="1009145" y="562156"/>
                </a:lnTo>
                <a:lnTo>
                  <a:pt x="1025690" y="571376"/>
                </a:lnTo>
                <a:lnTo>
                  <a:pt x="1042235" y="580587"/>
                </a:lnTo>
                <a:lnTo>
                  <a:pt x="1058780" y="589807"/>
                </a:lnTo>
                <a:lnTo>
                  <a:pt x="1075325" y="599027"/>
                </a:lnTo>
                <a:lnTo>
                  <a:pt x="1091870" y="608238"/>
                </a:lnTo>
                <a:lnTo>
                  <a:pt x="1108405" y="617458"/>
                </a:lnTo>
                <a:lnTo>
                  <a:pt x="1124950" y="626669"/>
                </a:lnTo>
                <a:lnTo>
                  <a:pt x="1141495" y="635889"/>
                </a:lnTo>
                <a:lnTo>
                  <a:pt x="1158040" y="645100"/>
                </a:lnTo>
                <a:lnTo>
                  <a:pt x="1174585" y="654320"/>
                </a:lnTo>
                <a:lnTo>
                  <a:pt x="1191130" y="663531"/>
                </a:lnTo>
                <a:lnTo>
                  <a:pt x="1207665" y="672751"/>
                </a:lnTo>
                <a:lnTo>
                  <a:pt x="1224210" y="681961"/>
                </a:lnTo>
                <a:lnTo>
                  <a:pt x="1240755" y="691182"/>
                </a:lnTo>
                <a:lnTo>
                  <a:pt x="125730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5" name="balance-hanger-3">
            <a:extLst xmlns:a="http://schemas.openxmlformats.org/drawingml/2006/main">
              <a:ext uri="{FF2B5EF4-FFF2-40B4-BE49-F238E27FC236}">
                <a16:creationId xmlns:a16="http://schemas.microsoft.com/office/drawing/2014/main" id="{851F4FE8-9EB9-452A-96F1-C602C51F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853042"/>
            <a:ext cx="1257300" cy="595008"/>
          </a:xfrm>
          <a:custGeom xmlns:a="http://schemas.openxmlformats.org/drawingml/2006/main">
            <a:pathLst>
              <a:path w="1257300" h="595008">
                <a:moveTo>
                  <a:pt x="1257300" y="0"/>
                </a:moveTo>
                <a:lnTo>
                  <a:pt x="1240307" y="8039"/>
                </a:lnTo>
                <a:lnTo>
                  <a:pt x="1223315" y="16078"/>
                </a:lnTo>
                <a:lnTo>
                  <a:pt x="1206332" y="24117"/>
                </a:lnTo>
                <a:lnTo>
                  <a:pt x="1189339" y="32166"/>
                </a:lnTo>
                <a:lnTo>
                  <a:pt x="1172347" y="40205"/>
                </a:lnTo>
                <a:lnTo>
                  <a:pt x="1155354" y="48244"/>
                </a:lnTo>
                <a:lnTo>
                  <a:pt x="1138361" y="56283"/>
                </a:lnTo>
                <a:lnTo>
                  <a:pt x="1121378" y="64322"/>
                </a:lnTo>
                <a:lnTo>
                  <a:pt x="1104386" y="72361"/>
                </a:lnTo>
                <a:lnTo>
                  <a:pt x="1087393" y="80410"/>
                </a:lnTo>
                <a:lnTo>
                  <a:pt x="1070400" y="88449"/>
                </a:lnTo>
                <a:lnTo>
                  <a:pt x="1053417" y="96488"/>
                </a:lnTo>
                <a:lnTo>
                  <a:pt x="1036425" y="104527"/>
                </a:lnTo>
                <a:lnTo>
                  <a:pt x="1019432" y="112566"/>
                </a:lnTo>
                <a:lnTo>
                  <a:pt x="1002440" y="120606"/>
                </a:lnTo>
                <a:lnTo>
                  <a:pt x="985447" y="128654"/>
                </a:lnTo>
                <a:lnTo>
                  <a:pt x="968464" y="136693"/>
                </a:lnTo>
                <a:lnTo>
                  <a:pt x="951471" y="144732"/>
                </a:lnTo>
                <a:lnTo>
                  <a:pt x="934479" y="152771"/>
                </a:lnTo>
                <a:lnTo>
                  <a:pt x="917486" y="160811"/>
                </a:lnTo>
                <a:lnTo>
                  <a:pt x="900503" y="168850"/>
                </a:lnTo>
                <a:lnTo>
                  <a:pt x="883510" y="176889"/>
                </a:lnTo>
                <a:lnTo>
                  <a:pt x="866518" y="184937"/>
                </a:lnTo>
                <a:lnTo>
                  <a:pt x="849525" y="192977"/>
                </a:lnTo>
                <a:lnTo>
                  <a:pt x="832533" y="201016"/>
                </a:lnTo>
                <a:lnTo>
                  <a:pt x="815550" y="209055"/>
                </a:lnTo>
                <a:lnTo>
                  <a:pt x="798557" y="217094"/>
                </a:lnTo>
                <a:lnTo>
                  <a:pt x="781564" y="225133"/>
                </a:lnTo>
                <a:lnTo>
                  <a:pt x="764572" y="233182"/>
                </a:lnTo>
                <a:lnTo>
                  <a:pt x="747589" y="241221"/>
                </a:lnTo>
                <a:lnTo>
                  <a:pt x="730596" y="249260"/>
                </a:lnTo>
                <a:lnTo>
                  <a:pt x="713603" y="257299"/>
                </a:lnTo>
                <a:lnTo>
                  <a:pt x="696611" y="265338"/>
                </a:lnTo>
                <a:lnTo>
                  <a:pt x="679618" y="273377"/>
                </a:lnTo>
                <a:lnTo>
                  <a:pt x="662635" y="281416"/>
                </a:lnTo>
                <a:lnTo>
                  <a:pt x="645643" y="289465"/>
                </a:lnTo>
                <a:lnTo>
                  <a:pt x="628650" y="297504"/>
                </a:lnTo>
                <a:lnTo>
                  <a:pt x="611657" y="305543"/>
                </a:lnTo>
                <a:lnTo>
                  <a:pt x="594665" y="313582"/>
                </a:lnTo>
                <a:lnTo>
                  <a:pt x="577682" y="321621"/>
                </a:lnTo>
                <a:lnTo>
                  <a:pt x="560689" y="329660"/>
                </a:lnTo>
                <a:lnTo>
                  <a:pt x="543697" y="337709"/>
                </a:lnTo>
                <a:lnTo>
                  <a:pt x="526704" y="345748"/>
                </a:lnTo>
                <a:lnTo>
                  <a:pt x="509711" y="353787"/>
                </a:lnTo>
                <a:lnTo>
                  <a:pt x="492728" y="361826"/>
                </a:lnTo>
                <a:lnTo>
                  <a:pt x="475736" y="369865"/>
                </a:lnTo>
                <a:lnTo>
                  <a:pt x="458743" y="377904"/>
                </a:lnTo>
                <a:lnTo>
                  <a:pt x="441750" y="385953"/>
                </a:lnTo>
                <a:lnTo>
                  <a:pt x="424767" y="393992"/>
                </a:lnTo>
                <a:lnTo>
                  <a:pt x="407775" y="402031"/>
                </a:lnTo>
                <a:lnTo>
                  <a:pt x="390782" y="410070"/>
                </a:lnTo>
                <a:lnTo>
                  <a:pt x="373790" y="418109"/>
                </a:lnTo>
                <a:lnTo>
                  <a:pt x="356797" y="426149"/>
                </a:lnTo>
                <a:lnTo>
                  <a:pt x="339814" y="434188"/>
                </a:lnTo>
                <a:lnTo>
                  <a:pt x="322821" y="442236"/>
                </a:lnTo>
                <a:lnTo>
                  <a:pt x="305829" y="450275"/>
                </a:lnTo>
                <a:lnTo>
                  <a:pt x="288836" y="458314"/>
                </a:lnTo>
                <a:lnTo>
                  <a:pt x="271853" y="466354"/>
                </a:lnTo>
                <a:lnTo>
                  <a:pt x="254860" y="474393"/>
                </a:lnTo>
                <a:lnTo>
                  <a:pt x="237868" y="482432"/>
                </a:lnTo>
                <a:lnTo>
                  <a:pt x="220875" y="490480"/>
                </a:lnTo>
                <a:lnTo>
                  <a:pt x="203883" y="498519"/>
                </a:lnTo>
                <a:lnTo>
                  <a:pt x="186900" y="506559"/>
                </a:lnTo>
                <a:lnTo>
                  <a:pt x="169907" y="514598"/>
                </a:lnTo>
                <a:lnTo>
                  <a:pt x="152914" y="522637"/>
                </a:lnTo>
                <a:lnTo>
                  <a:pt x="135922" y="530676"/>
                </a:lnTo>
                <a:lnTo>
                  <a:pt x="118939" y="538724"/>
                </a:lnTo>
                <a:lnTo>
                  <a:pt x="101946" y="546764"/>
                </a:lnTo>
                <a:lnTo>
                  <a:pt x="84953" y="554803"/>
                </a:lnTo>
                <a:lnTo>
                  <a:pt x="67961" y="562842"/>
                </a:lnTo>
                <a:lnTo>
                  <a:pt x="50968" y="570881"/>
                </a:lnTo>
                <a:lnTo>
                  <a:pt x="33985" y="578920"/>
                </a:lnTo>
                <a:lnTo>
                  <a:pt x="16993" y="586959"/>
                </a:lnTo>
                <a:lnTo>
                  <a:pt x="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6" name="balance-hanger-4">
            <a:extLst xmlns:a="http://schemas.openxmlformats.org/drawingml/2006/main">
              <a:ext uri="{FF2B5EF4-FFF2-40B4-BE49-F238E27FC236}">
                <a16:creationId xmlns:a16="http://schemas.microsoft.com/office/drawing/2014/main" id="{8031430C-D6AB-4A21-98AF-03D51AD7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2853042"/>
            <a:ext cx="1847850" cy="595008"/>
          </a:xfrm>
          <a:custGeom xmlns:a="http://schemas.openxmlformats.org/drawingml/2006/main">
            <a:pathLst>
              <a:path w="1847850" h="595008">
                <a:moveTo>
                  <a:pt x="0" y="0"/>
                </a:moveTo>
                <a:lnTo>
                  <a:pt x="18117" y="5829"/>
                </a:lnTo>
                <a:lnTo>
                  <a:pt x="36233" y="11668"/>
                </a:lnTo>
                <a:lnTo>
                  <a:pt x="54350" y="17497"/>
                </a:lnTo>
                <a:lnTo>
                  <a:pt x="72466" y="23336"/>
                </a:lnTo>
                <a:lnTo>
                  <a:pt x="90583" y="29166"/>
                </a:lnTo>
                <a:lnTo>
                  <a:pt x="108699" y="35004"/>
                </a:lnTo>
                <a:lnTo>
                  <a:pt x="126816" y="40834"/>
                </a:lnTo>
                <a:lnTo>
                  <a:pt x="144932" y="46663"/>
                </a:lnTo>
                <a:lnTo>
                  <a:pt x="163049" y="52502"/>
                </a:lnTo>
                <a:lnTo>
                  <a:pt x="181166" y="58331"/>
                </a:lnTo>
                <a:lnTo>
                  <a:pt x="199282" y="64170"/>
                </a:lnTo>
                <a:lnTo>
                  <a:pt x="217399" y="69999"/>
                </a:lnTo>
                <a:lnTo>
                  <a:pt x="235506" y="75838"/>
                </a:lnTo>
                <a:lnTo>
                  <a:pt x="253622" y="81667"/>
                </a:lnTo>
                <a:lnTo>
                  <a:pt x="271739" y="87497"/>
                </a:lnTo>
                <a:lnTo>
                  <a:pt x="289855" y="93335"/>
                </a:lnTo>
                <a:lnTo>
                  <a:pt x="307972" y="99165"/>
                </a:lnTo>
                <a:lnTo>
                  <a:pt x="326088" y="105004"/>
                </a:lnTo>
                <a:lnTo>
                  <a:pt x="344205" y="110833"/>
                </a:lnTo>
                <a:lnTo>
                  <a:pt x="362321" y="116672"/>
                </a:lnTo>
                <a:lnTo>
                  <a:pt x="380438" y="122501"/>
                </a:lnTo>
                <a:lnTo>
                  <a:pt x="398555" y="128330"/>
                </a:lnTo>
                <a:lnTo>
                  <a:pt x="416671" y="134169"/>
                </a:lnTo>
                <a:lnTo>
                  <a:pt x="434788" y="139998"/>
                </a:lnTo>
                <a:lnTo>
                  <a:pt x="452904" y="145837"/>
                </a:lnTo>
                <a:lnTo>
                  <a:pt x="471021" y="151667"/>
                </a:lnTo>
                <a:lnTo>
                  <a:pt x="489137" y="157505"/>
                </a:lnTo>
                <a:lnTo>
                  <a:pt x="507254" y="163335"/>
                </a:lnTo>
                <a:lnTo>
                  <a:pt x="525370" y="169164"/>
                </a:lnTo>
                <a:lnTo>
                  <a:pt x="543487" y="175003"/>
                </a:lnTo>
                <a:lnTo>
                  <a:pt x="561604" y="180832"/>
                </a:lnTo>
                <a:lnTo>
                  <a:pt x="579720" y="186671"/>
                </a:lnTo>
                <a:lnTo>
                  <a:pt x="597837" y="192500"/>
                </a:lnTo>
                <a:lnTo>
                  <a:pt x="615953" y="198339"/>
                </a:lnTo>
                <a:lnTo>
                  <a:pt x="634070" y="204168"/>
                </a:lnTo>
                <a:lnTo>
                  <a:pt x="652186" y="209998"/>
                </a:lnTo>
                <a:lnTo>
                  <a:pt x="670303" y="215837"/>
                </a:lnTo>
                <a:lnTo>
                  <a:pt x="688419" y="221666"/>
                </a:lnTo>
                <a:lnTo>
                  <a:pt x="706526" y="227505"/>
                </a:lnTo>
                <a:lnTo>
                  <a:pt x="724643" y="233334"/>
                </a:lnTo>
                <a:lnTo>
                  <a:pt x="742760" y="239173"/>
                </a:lnTo>
                <a:lnTo>
                  <a:pt x="760876" y="245002"/>
                </a:lnTo>
                <a:lnTo>
                  <a:pt x="778993" y="250831"/>
                </a:lnTo>
                <a:lnTo>
                  <a:pt x="797109" y="256670"/>
                </a:lnTo>
                <a:lnTo>
                  <a:pt x="815226" y="262499"/>
                </a:lnTo>
                <a:lnTo>
                  <a:pt x="833342" y="268338"/>
                </a:lnTo>
                <a:lnTo>
                  <a:pt x="851459" y="274168"/>
                </a:lnTo>
                <a:lnTo>
                  <a:pt x="869575" y="280006"/>
                </a:lnTo>
                <a:lnTo>
                  <a:pt x="887692" y="285836"/>
                </a:lnTo>
                <a:lnTo>
                  <a:pt x="905808" y="291665"/>
                </a:lnTo>
                <a:lnTo>
                  <a:pt x="923925" y="297504"/>
                </a:lnTo>
                <a:lnTo>
                  <a:pt x="942042" y="303333"/>
                </a:lnTo>
                <a:lnTo>
                  <a:pt x="960158" y="309172"/>
                </a:lnTo>
                <a:lnTo>
                  <a:pt x="978275" y="315001"/>
                </a:lnTo>
                <a:lnTo>
                  <a:pt x="996391" y="320840"/>
                </a:lnTo>
                <a:lnTo>
                  <a:pt x="1014508" y="326669"/>
                </a:lnTo>
                <a:lnTo>
                  <a:pt x="1032624" y="332499"/>
                </a:lnTo>
                <a:lnTo>
                  <a:pt x="1050741" y="338338"/>
                </a:lnTo>
                <a:lnTo>
                  <a:pt x="1068857" y="344167"/>
                </a:lnTo>
                <a:lnTo>
                  <a:pt x="1086974" y="350006"/>
                </a:lnTo>
                <a:lnTo>
                  <a:pt x="1105091" y="355835"/>
                </a:lnTo>
                <a:lnTo>
                  <a:pt x="1123207" y="361674"/>
                </a:lnTo>
                <a:lnTo>
                  <a:pt x="1141314" y="367503"/>
                </a:lnTo>
                <a:lnTo>
                  <a:pt x="1159431" y="373332"/>
                </a:lnTo>
                <a:lnTo>
                  <a:pt x="1177547" y="379171"/>
                </a:lnTo>
                <a:lnTo>
                  <a:pt x="1195664" y="385001"/>
                </a:lnTo>
                <a:lnTo>
                  <a:pt x="1213780" y="390839"/>
                </a:lnTo>
                <a:lnTo>
                  <a:pt x="1231897" y="396669"/>
                </a:lnTo>
                <a:lnTo>
                  <a:pt x="1250013" y="402507"/>
                </a:lnTo>
                <a:lnTo>
                  <a:pt x="1268130" y="408337"/>
                </a:lnTo>
                <a:lnTo>
                  <a:pt x="1286246" y="414166"/>
                </a:lnTo>
                <a:lnTo>
                  <a:pt x="1304363" y="420005"/>
                </a:lnTo>
                <a:lnTo>
                  <a:pt x="1322480" y="425834"/>
                </a:lnTo>
                <a:lnTo>
                  <a:pt x="1340596" y="431673"/>
                </a:lnTo>
                <a:lnTo>
                  <a:pt x="1358713" y="437502"/>
                </a:lnTo>
                <a:lnTo>
                  <a:pt x="1376829" y="443332"/>
                </a:lnTo>
                <a:lnTo>
                  <a:pt x="1394946" y="449170"/>
                </a:lnTo>
                <a:lnTo>
                  <a:pt x="1413062" y="455000"/>
                </a:lnTo>
                <a:lnTo>
                  <a:pt x="1431179" y="460839"/>
                </a:lnTo>
                <a:lnTo>
                  <a:pt x="1449295" y="466668"/>
                </a:lnTo>
                <a:lnTo>
                  <a:pt x="1467412" y="472507"/>
                </a:lnTo>
                <a:lnTo>
                  <a:pt x="1485529" y="478336"/>
                </a:lnTo>
                <a:lnTo>
                  <a:pt x="1503645" y="484165"/>
                </a:lnTo>
                <a:lnTo>
                  <a:pt x="1521762" y="490004"/>
                </a:lnTo>
                <a:lnTo>
                  <a:pt x="1539878" y="495833"/>
                </a:lnTo>
                <a:lnTo>
                  <a:pt x="1557995" y="501672"/>
                </a:lnTo>
                <a:lnTo>
                  <a:pt x="1576111" y="507502"/>
                </a:lnTo>
                <a:lnTo>
                  <a:pt x="1594228" y="513340"/>
                </a:lnTo>
                <a:lnTo>
                  <a:pt x="1612344" y="519170"/>
                </a:lnTo>
                <a:lnTo>
                  <a:pt x="1630461" y="524999"/>
                </a:lnTo>
                <a:lnTo>
                  <a:pt x="1648568" y="530838"/>
                </a:lnTo>
                <a:lnTo>
                  <a:pt x="1666685" y="536667"/>
                </a:lnTo>
                <a:lnTo>
                  <a:pt x="1684801" y="542506"/>
                </a:lnTo>
                <a:lnTo>
                  <a:pt x="1702918" y="548335"/>
                </a:lnTo>
                <a:lnTo>
                  <a:pt x="1721034" y="554174"/>
                </a:lnTo>
                <a:lnTo>
                  <a:pt x="1739151" y="560003"/>
                </a:lnTo>
                <a:lnTo>
                  <a:pt x="1757267" y="565833"/>
                </a:lnTo>
                <a:lnTo>
                  <a:pt x="1775384" y="571671"/>
                </a:lnTo>
                <a:lnTo>
                  <a:pt x="1793500" y="577501"/>
                </a:lnTo>
                <a:lnTo>
                  <a:pt x="1811617" y="583340"/>
                </a:lnTo>
                <a:lnTo>
                  <a:pt x="1829733" y="589169"/>
                </a:lnTo>
                <a:lnTo>
                  <a:pt x="184785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7" name="benefit-pan">
            <a:extLst xmlns:a="http://schemas.openxmlformats.org/drawingml/2006/main">
              <a:ext uri="{FF2B5EF4-FFF2-40B4-BE49-F238E27FC236}">
                <a16:creationId xmlns:a16="http://schemas.microsoft.com/office/drawing/2014/main" id="{C52DE4E3-B552-4B84-A257-DBD83B24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695700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6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6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5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7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7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72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6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1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7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4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74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6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7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8" name="risk-pan">
            <a:extLst xmlns:a="http://schemas.openxmlformats.org/drawingml/2006/main">
              <a:ext uri="{FF2B5EF4-FFF2-40B4-BE49-F238E27FC236}">
                <a16:creationId xmlns:a16="http://schemas.microsoft.com/office/drawing/2014/main" id="{8F5583C0-38FF-49B1-8A04-32ABBCC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75" y="3429000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12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78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30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8575">
            <a:solidFill>
              <a:srgbClr val="7795B6"/>
            </a:solidFill>
            <a:prstDash val="solid"/>
          </a:ln>
        </p:spPr>
      </p:sp>
      <p:sp>
        <p:nvSpPr>
          <p:cNvPr id="9" name="benefit-rim-highlight">
            <a:extLst xmlns:a="http://schemas.openxmlformats.org/drawingml/2006/main">
              <a:ext uri="{FF2B5EF4-FFF2-40B4-BE49-F238E27FC236}">
                <a16:creationId xmlns:a16="http://schemas.microsoft.com/office/drawing/2014/main" id="{9E8485B1-1ED9-48F1-A41A-B246645A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7623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risk-rim-highlight">
            <a:extLst xmlns:a="http://schemas.openxmlformats.org/drawingml/2006/main">
              <a:ext uri="{FF2B5EF4-FFF2-40B4-BE49-F238E27FC236}">
                <a16:creationId xmlns:a16="http://schemas.microsoft.com/office/drawing/2014/main" id="{72EC1642-E468-4767-9907-6317BACD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4956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balance-fulcrum">
            <a:extLst xmlns:a="http://schemas.openxmlformats.org/drawingml/2006/main">
              <a:ext uri="{FF2B5EF4-FFF2-40B4-BE49-F238E27FC236}">
                <a16:creationId xmlns:a16="http://schemas.microsoft.com/office/drawing/2014/main" id="{B871F915-E31D-43BE-963A-89B0A37A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5420" y="3067050"/>
            <a:ext cx="3798141" cy="2952750"/>
          </a:xfrm>
          <a:custGeom xmlns:a="http://schemas.openxmlformats.org/drawingml/2006/main">
            <a:pathLst>
              <a:path w="3798141" h="2952750">
                <a:moveTo>
                  <a:pt x="1643405" y="0"/>
                </a:moveTo>
                <a:lnTo>
                  <a:pt x="1689602" y="0"/>
                </a:lnTo>
                <a:lnTo>
                  <a:pt x="1735798" y="0"/>
                </a:lnTo>
                <a:lnTo>
                  <a:pt x="1781994" y="0"/>
                </a:lnTo>
                <a:lnTo>
                  <a:pt x="1828190" y="0"/>
                </a:lnTo>
                <a:lnTo>
                  <a:pt x="1874387" y="0"/>
                </a:lnTo>
                <a:lnTo>
                  <a:pt x="1920583" y="0"/>
                </a:lnTo>
                <a:lnTo>
                  <a:pt x="1966779" y="0"/>
                </a:lnTo>
                <a:lnTo>
                  <a:pt x="2012975" y="0"/>
                </a:lnTo>
                <a:lnTo>
                  <a:pt x="2059172" y="0"/>
                </a:lnTo>
                <a:lnTo>
                  <a:pt x="2105368" y="0"/>
                </a:lnTo>
                <a:lnTo>
                  <a:pt x="2151574" y="0"/>
                </a:lnTo>
                <a:lnTo>
                  <a:pt x="2177253" y="34938"/>
                </a:lnTo>
                <a:lnTo>
                  <a:pt x="2199761" y="75276"/>
                </a:lnTo>
                <a:lnTo>
                  <a:pt x="2222278" y="115614"/>
                </a:lnTo>
                <a:lnTo>
                  <a:pt x="2244785" y="155962"/>
                </a:lnTo>
                <a:lnTo>
                  <a:pt x="2267302" y="196301"/>
                </a:lnTo>
                <a:lnTo>
                  <a:pt x="2289810" y="236639"/>
                </a:lnTo>
                <a:lnTo>
                  <a:pt x="2312327" y="276977"/>
                </a:lnTo>
                <a:lnTo>
                  <a:pt x="2334844" y="317316"/>
                </a:lnTo>
                <a:lnTo>
                  <a:pt x="2357352" y="357664"/>
                </a:lnTo>
                <a:lnTo>
                  <a:pt x="2379869" y="398002"/>
                </a:lnTo>
                <a:lnTo>
                  <a:pt x="2402376" y="438341"/>
                </a:lnTo>
                <a:lnTo>
                  <a:pt x="2424894" y="478679"/>
                </a:lnTo>
                <a:lnTo>
                  <a:pt x="2447401" y="519017"/>
                </a:lnTo>
                <a:lnTo>
                  <a:pt x="2469918" y="559356"/>
                </a:lnTo>
                <a:lnTo>
                  <a:pt x="2492426" y="599704"/>
                </a:lnTo>
                <a:lnTo>
                  <a:pt x="2514943" y="640042"/>
                </a:lnTo>
                <a:lnTo>
                  <a:pt x="2537450" y="680380"/>
                </a:lnTo>
                <a:lnTo>
                  <a:pt x="2559968" y="720719"/>
                </a:lnTo>
                <a:lnTo>
                  <a:pt x="2582475" y="761057"/>
                </a:lnTo>
                <a:lnTo>
                  <a:pt x="2604992" y="801405"/>
                </a:lnTo>
                <a:lnTo>
                  <a:pt x="2627500" y="841743"/>
                </a:lnTo>
                <a:lnTo>
                  <a:pt x="2650017" y="882082"/>
                </a:lnTo>
                <a:lnTo>
                  <a:pt x="2672525" y="922420"/>
                </a:lnTo>
                <a:lnTo>
                  <a:pt x="2695042" y="962758"/>
                </a:lnTo>
                <a:lnTo>
                  <a:pt x="2717549" y="1003097"/>
                </a:lnTo>
                <a:lnTo>
                  <a:pt x="2740066" y="1043445"/>
                </a:lnTo>
                <a:lnTo>
                  <a:pt x="2762574" y="1083783"/>
                </a:lnTo>
                <a:lnTo>
                  <a:pt x="2785091" y="1124121"/>
                </a:lnTo>
                <a:lnTo>
                  <a:pt x="2807599" y="1164460"/>
                </a:lnTo>
                <a:lnTo>
                  <a:pt x="2830116" y="1204798"/>
                </a:lnTo>
                <a:lnTo>
                  <a:pt x="2852623" y="1245146"/>
                </a:lnTo>
                <a:lnTo>
                  <a:pt x="2875140" y="1285484"/>
                </a:lnTo>
                <a:lnTo>
                  <a:pt x="2897648" y="1325823"/>
                </a:lnTo>
                <a:lnTo>
                  <a:pt x="2920165" y="1366161"/>
                </a:lnTo>
                <a:lnTo>
                  <a:pt x="2942673" y="1406500"/>
                </a:lnTo>
                <a:lnTo>
                  <a:pt x="2965190" y="1446838"/>
                </a:lnTo>
                <a:lnTo>
                  <a:pt x="2987697" y="1487186"/>
                </a:lnTo>
                <a:lnTo>
                  <a:pt x="3010214" y="1527524"/>
                </a:lnTo>
                <a:lnTo>
                  <a:pt x="3032722" y="1567863"/>
                </a:lnTo>
                <a:lnTo>
                  <a:pt x="3055239" y="1608201"/>
                </a:lnTo>
                <a:lnTo>
                  <a:pt x="3077747" y="1648539"/>
                </a:lnTo>
                <a:lnTo>
                  <a:pt x="3100264" y="1688887"/>
                </a:lnTo>
                <a:lnTo>
                  <a:pt x="3122771" y="1729226"/>
                </a:lnTo>
                <a:lnTo>
                  <a:pt x="3145288" y="1769564"/>
                </a:lnTo>
                <a:lnTo>
                  <a:pt x="3167796" y="1809902"/>
                </a:lnTo>
                <a:lnTo>
                  <a:pt x="3190313" y="1850241"/>
                </a:lnTo>
                <a:lnTo>
                  <a:pt x="3212821" y="1890589"/>
                </a:lnTo>
                <a:lnTo>
                  <a:pt x="3235338" y="1930927"/>
                </a:lnTo>
                <a:lnTo>
                  <a:pt x="3257845" y="1971265"/>
                </a:lnTo>
                <a:lnTo>
                  <a:pt x="3280362" y="2011604"/>
                </a:lnTo>
                <a:lnTo>
                  <a:pt x="3302870" y="2051942"/>
                </a:lnTo>
                <a:lnTo>
                  <a:pt x="3325387" y="2092281"/>
                </a:lnTo>
                <a:lnTo>
                  <a:pt x="3347895" y="2132628"/>
                </a:lnTo>
                <a:lnTo>
                  <a:pt x="3370412" y="2172967"/>
                </a:lnTo>
                <a:lnTo>
                  <a:pt x="3392919" y="2213305"/>
                </a:lnTo>
                <a:lnTo>
                  <a:pt x="3415436" y="2253644"/>
                </a:lnTo>
                <a:lnTo>
                  <a:pt x="3437944" y="2293982"/>
                </a:lnTo>
                <a:lnTo>
                  <a:pt x="3460461" y="2334330"/>
                </a:lnTo>
                <a:lnTo>
                  <a:pt x="3482969" y="2374668"/>
                </a:lnTo>
                <a:lnTo>
                  <a:pt x="3505486" y="2415007"/>
                </a:lnTo>
                <a:lnTo>
                  <a:pt x="3527993" y="2455345"/>
                </a:lnTo>
                <a:lnTo>
                  <a:pt x="3550510" y="2495683"/>
                </a:lnTo>
                <a:lnTo>
                  <a:pt x="3573018" y="2536031"/>
                </a:lnTo>
                <a:lnTo>
                  <a:pt x="3595535" y="2576370"/>
                </a:lnTo>
                <a:lnTo>
                  <a:pt x="3618043" y="2616708"/>
                </a:lnTo>
                <a:lnTo>
                  <a:pt x="3640560" y="2657046"/>
                </a:lnTo>
                <a:lnTo>
                  <a:pt x="3663067" y="2697385"/>
                </a:lnTo>
                <a:lnTo>
                  <a:pt x="3685584" y="2737723"/>
                </a:lnTo>
                <a:lnTo>
                  <a:pt x="3708092" y="2778071"/>
                </a:lnTo>
                <a:lnTo>
                  <a:pt x="3730609" y="2818409"/>
                </a:lnTo>
                <a:lnTo>
                  <a:pt x="3753117" y="2858748"/>
                </a:lnTo>
                <a:lnTo>
                  <a:pt x="3775634" y="2899086"/>
                </a:lnTo>
                <a:lnTo>
                  <a:pt x="3798141" y="2939425"/>
                </a:lnTo>
                <a:lnTo>
                  <a:pt x="3774643" y="2952750"/>
                </a:lnTo>
                <a:lnTo>
                  <a:pt x="3728447" y="2952750"/>
                </a:lnTo>
                <a:lnTo>
                  <a:pt x="3682241" y="2952750"/>
                </a:lnTo>
                <a:lnTo>
                  <a:pt x="3636054" y="2952750"/>
                </a:lnTo>
                <a:lnTo>
                  <a:pt x="3589849" y="2952750"/>
                </a:lnTo>
                <a:lnTo>
                  <a:pt x="3543652" y="2952750"/>
                </a:lnTo>
                <a:lnTo>
                  <a:pt x="3497456" y="2952750"/>
                </a:lnTo>
                <a:lnTo>
                  <a:pt x="3451260" y="2952750"/>
                </a:lnTo>
                <a:lnTo>
                  <a:pt x="3405064" y="2952750"/>
                </a:lnTo>
                <a:lnTo>
                  <a:pt x="3358867" y="2952750"/>
                </a:lnTo>
                <a:lnTo>
                  <a:pt x="3312671" y="2952750"/>
                </a:lnTo>
                <a:lnTo>
                  <a:pt x="3266475" y="2952750"/>
                </a:lnTo>
                <a:lnTo>
                  <a:pt x="3220279" y="2952750"/>
                </a:lnTo>
                <a:lnTo>
                  <a:pt x="3174082" y="2952750"/>
                </a:lnTo>
                <a:lnTo>
                  <a:pt x="3127886" y="2952750"/>
                </a:lnTo>
                <a:lnTo>
                  <a:pt x="3081690" y="2952750"/>
                </a:lnTo>
                <a:lnTo>
                  <a:pt x="3035494" y="2952750"/>
                </a:lnTo>
                <a:lnTo>
                  <a:pt x="2989297" y="2952750"/>
                </a:lnTo>
                <a:lnTo>
                  <a:pt x="2943101" y="2952750"/>
                </a:lnTo>
                <a:lnTo>
                  <a:pt x="2896905" y="2952750"/>
                </a:lnTo>
                <a:lnTo>
                  <a:pt x="2850709" y="2952750"/>
                </a:lnTo>
                <a:lnTo>
                  <a:pt x="2804512" y="2952750"/>
                </a:lnTo>
                <a:lnTo>
                  <a:pt x="2758316" y="2952750"/>
                </a:lnTo>
                <a:lnTo>
                  <a:pt x="2712120" y="2952750"/>
                </a:lnTo>
                <a:lnTo>
                  <a:pt x="2665924" y="2952750"/>
                </a:lnTo>
                <a:lnTo>
                  <a:pt x="2619718" y="2952750"/>
                </a:lnTo>
                <a:lnTo>
                  <a:pt x="2573522" y="2952750"/>
                </a:lnTo>
                <a:lnTo>
                  <a:pt x="2527325" y="2952750"/>
                </a:lnTo>
                <a:lnTo>
                  <a:pt x="2481129" y="2952750"/>
                </a:lnTo>
                <a:lnTo>
                  <a:pt x="2434933" y="2952750"/>
                </a:lnTo>
                <a:lnTo>
                  <a:pt x="2388737" y="2952750"/>
                </a:lnTo>
                <a:lnTo>
                  <a:pt x="2342540" y="2952750"/>
                </a:lnTo>
                <a:lnTo>
                  <a:pt x="2296344" y="2952750"/>
                </a:lnTo>
                <a:lnTo>
                  <a:pt x="2250148" y="2952750"/>
                </a:lnTo>
                <a:lnTo>
                  <a:pt x="2203952" y="2952750"/>
                </a:lnTo>
                <a:lnTo>
                  <a:pt x="2157755" y="2952750"/>
                </a:lnTo>
                <a:lnTo>
                  <a:pt x="2111559" y="2952750"/>
                </a:lnTo>
                <a:lnTo>
                  <a:pt x="2065363" y="2952750"/>
                </a:lnTo>
                <a:lnTo>
                  <a:pt x="2019167" y="2952750"/>
                </a:lnTo>
                <a:lnTo>
                  <a:pt x="1972970" y="2952750"/>
                </a:lnTo>
                <a:lnTo>
                  <a:pt x="1926774" y="2952750"/>
                </a:lnTo>
                <a:lnTo>
                  <a:pt x="1880578" y="2952750"/>
                </a:lnTo>
                <a:lnTo>
                  <a:pt x="1834382" y="2952750"/>
                </a:lnTo>
                <a:lnTo>
                  <a:pt x="1788185" y="2952750"/>
                </a:lnTo>
                <a:lnTo>
                  <a:pt x="1741989" y="2952750"/>
                </a:lnTo>
                <a:lnTo>
                  <a:pt x="1695783" y="2952750"/>
                </a:lnTo>
                <a:lnTo>
                  <a:pt x="1649587" y="2952750"/>
                </a:lnTo>
                <a:lnTo>
                  <a:pt x="1603391" y="2952750"/>
                </a:lnTo>
                <a:lnTo>
                  <a:pt x="1557195" y="2952750"/>
                </a:lnTo>
                <a:lnTo>
                  <a:pt x="1510998" y="2952750"/>
                </a:lnTo>
                <a:lnTo>
                  <a:pt x="1464802" y="2952750"/>
                </a:lnTo>
                <a:lnTo>
                  <a:pt x="1418606" y="2952750"/>
                </a:lnTo>
                <a:lnTo>
                  <a:pt x="1372410" y="2952750"/>
                </a:lnTo>
                <a:lnTo>
                  <a:pt x="1326213" y="2952750"/>
                </a:lnTo>
                <a:lnTo>
                  <a:pt x="1280017" y="2952750"/>
                </a:lnTo>
                <a:lnTo>
                  <a:pt x="1233821" y="2952750"/>
                </a:lnTo>
                <a:lnTo>
                  <a:pt x="1187625" y="2952750"/>
                </a:lnTo>
                <a:lnTo>
                  <a:pt x="1141428" y="2952750"/>
                </a:lnTo>
                <a:lnTo>
                  <a:pt x="1095232" y="2952750"/>
                </a:lnTo>
                <a:lnTo>
                  <a:pt x="1049036" y="2952750"/>
                </a:lnTo>
                <a:lnTo>
                  <a:pt x="1002840" y="2952750"/>
                </a:lnTo>
                <a:lnTo>
                  <a:pt x="956643" y="2952750"/>
                </a:lnTo>
                <a:lnTo>
                  <a:pt x="910447" y="2952750"/>
                </a:lnTo>
                <a:lnTo>
                  <a:pt x="864251" y="2952750"/>
                </a:lnTo>
                <a:lnTo>
                  <a:pt x="818055" y="2952750"/>
                </a:lnTo>
                <a:lnTo>
                  <a:pt x="771858" y="2952750"/>
                </a:lnTo>
                <a:lnTo>
                  <a:pt x="725662" y="2952750"/>
                </a:lnTo>
                <a:lnTo>
                  <a:pt x="679466" y="2952750"/>
                </a:lnTo>
                <a:lnTo>
                  <a:pt x="633260" y="2952750"/>
                </a:lnTo>
                <a:lnTo>
                  <a:pt x="587064" y="2952750"/>
                </a:lnTo>
                <a:lnTo>
                  <a:pt x="540868" y="2952750"/>
                </a:lnTo>
                <a:lnTo>
                  <a:pt x="494671" y="2952750"/>
                </a:lnTo>
                <a:lnTo>
                  <a:pt x="448475" y="2952750"/>
                </a:lnTo>
                <a:lnTo>
                  <a:pt x="402279" y="2952750"/>
                </a:lnTo>
                <a:lnTo>
                  <a:pt x="356083" y="2952750"/>
                </a:lnTo>
                <a:lnTo>
                  <a:pt x="309886" y="2952750"/>
                </a:lnTo>
                <a:lnTo>
                  <a:pt x="263690" y="2952750"/>
                </a:lnTo>
                <a:lnTo>
                  <a:pt x="217494" y="2952750"/>
                </a:lnTo>
                <a:lnTo>
                  <a:pt x="171298" y="2952750"/>
                </a:lnTo>
                <a:lnTo>
                  <a:pt x="125101" y="2952750"/>
                </a:lnTo>
                <a:lnTo>
                  <a:pt x="78905" y="2952750"/>
                </a:lnTo>
                <a:lnTo>
                  <a:pt x="32709" y="2952750"/>
                </a:lnTo>
                <a:lnTo>
                  <a:pt x="0" y="2944825"/>
                </a:lnTo>
                <a:lnTo>
                  <a:pt x="22508" y="2904487"/>
                </a:lnTo>
                <a:lnTo>
                  <a:pt x="45025" y="2864148"/>
                </a:lnTo>
                <a:lnTo>
                  <a:pt x="67532" y="2823810"/>
                </a:lnTo>
                <a:lnTo>
                  <a:pt x="90049" y="2783472"/>
                </a:lnTo>
                <a:lnTo>
                  <a:pt x="112566" y="2743133"/>
                </a:lnTo>
                <a:lnTo>
                  <a:pt x="135074" y="2702785"/>
                </a:lnTo>
                <a:lnTo>
                  <a:pt x="157591" y="2662447"/>
                </a:lnTo>
                <a:lnTo>
                  <a:pt x="180099" y="2622109"/>
                </a:lnTo>
                <a:lnTo>
                  <a:pt x="202616" y="2581770"/>
                </a:lnTo>
                <a:lnTo>
                  <a:pt x="225123" y="2541432"/>
                </a:lnTo>
                <a:lnTo>
                  <a:pt x="247640" y="2501084"/>
                </a:lnTo>
                <a:lnTo>
                  <a:pt x="270148" y="2460746"/>
                </a:lnTo>
                <a:lnTo>
                  <a:pt x="292665" y="2420407"/>
                </a:lnTo>
                <a:lnTo>
                  <a:pt x="315173" y="2380069"/>
                </a:lnTo>
                <a:lnTo>
                  <a:pt x="337690" y="2339731"/>
                </a:lnTo>
                <a:lnTo>
                  <a:pt x="360197" y="2299392"/>
                </a:lnTo>
                <a:lnTo>
                  <a:pt x="382715" y="2259044"/>
                </a:lnTo>
                <a:lnTo>
                  <a:pt x="405222" y="2218706"/>
                </a:lnTo>
                <a:lnTo>
                  <a:pt x="427739" y="2178368"/>
                </a:lnTo>
                <a:lnTo>
                  <a:pt x="450247" y="2138029"/>
                </a:lnTo>
                <a:lnTo>
                  <a:pt x="472764" y="2097691"/>
                </a:lnTo>
                <a:lnTo>
                  <a:pt x="495271" y="2057343"/>
                </a:lnTo>
                <a:lnTo>
                  <a:pt x="517789" y="2017004"/>
                </a:lnTo>
                <a:lnTo>
                  <a:pt x="540296" y="1976666"/>
                </a:lnTo>
                <a:lnTo>
                  <a:pt x="562813" y="1936328"/>
                </a:lnTo>
                <a:lnTo>
                  <a:pt x="585321" y="1895989"/>
                </a:lnTo>
                <a:lnTo>
                  <a:pt x="607838" y="1855651"/>
                </a:lnTo>
                <a:lnTo>
                  <a:pt x="630345" y="1815303"/>
                </a:lnTo>
                <a:lnTo>
                  <a:pt x="652863" y="1774965"/>
                </a:lnTo>
                <a:lnTo>
                  <a:pt x="675370" y="1734626"/>
                </a:lnTo>
                <a:lnTo>
                  <a:pt x="697887" y="1694288"/>
                </a:lnTo>
                <a:lnTo>
                  <a:pt x="720395" y="1653950"/>
                </a:lnTo>
                <a:lnTo>
                  <a:pt x="742912" y="1613602"/>
                </a:lnTo>
                <a:lnTo>
                  <a:pt x="765419" y="1573263"/>
                </a:lnTo>
                <a:lnTo>
                  <a:pt x="787937" y="1532925"/>
                </a:lnTo>
                <a:lnTo>
                  <a:pt x="810444" y="1492587"/>
                </a:lnTo>
                <a:lnTo>
                  <a:pt x="832961" y="1452248"/>
                </a:lnTo>
                <a:lnTo>
                  <a:pt x="855469" y="1411900"/>
                </a:lnTo>
                <a:lnTo>
                  <a:pt x="877986" y="1371562"/>
                </a:lnTo>
                <a:lnTo>
                  <a:pt x="900494" y="1331224"/>
                </a:lnTo>
                <a:lnTo>
                  <a:pt x="923011" y="1290885"/>
                </a:lnTo>
                <a:lnTo>
                  <a:pt x="945518" y="1250547"/>
                </a:lnTo>
                <a:lnTo>
                  <a:pt x="968035" y="1210208"/>
                </a:lnTo>
                <a:lnTo>
                  <a:pt x="990543" y="1169861"/>
                </a:lnTo>
                <a:lnTo>
                  <a:pt x="1013060" y="1129522"/>
                </a:lnTo>
                <a:lnTo>
                  <a:pt x="1035568" y="1089184"/>
                </a:lnTo>
                <a:lnTo>
                  <a:pt x="1058085" y="1048845"/>
                </a:lnTo>
                <a:lnTo>
                  <a:pt x="1080592" y="1008507"/>
                </a:lnTo>
                <a:lnTo>
                  <a:pt x="1103109" y="968159"/>
                </a:lnTo>
                <a:lnTo>
                  <a:pt x="1125617" y="927821"/>
                </a:lnTo>
                <a:lnTo>
                  <a:pt x="1148134" y="887482"/>
                </a:lnTo>
                <a:lnTo>
                  <a:pt x="1170642" y="847144"/>
                </a:lnTo>
                <a:lnTo>
                  <a:pt x="1193159" y="806806"/>
                </a:lnTo>
                <a:lnTo>
                  <a:pt x="1215666" y="766467"/>
                </a:lnTo>
                <a:lnTo>
                  <a:pt x="1238183" y="726119"/>
                </a:lnTo>
                <a:lnTo>
                  <a:pt x="1260691" y="685781"/>
                </a:lnTo>
                <a:lnTo>
                  <a:pt x="1283208" y="645443"/>
                </a:lnTo>
                <a:lnTo>
                  <a:pt x="1305716" y="605104"/>
                </a:lnTo>
                <a:lnTo>
                  <a:pt x="1328233" y="564766"/>
                </a:lnTo>
                <a:lnTo>
                  <a:pt x="1350740" y="524418"/>
                </a:lnTo>
                <a:lnTo>
                  <a:pt x="1373257" y="484080"/>
                </a:lnTo>
                <a:lnTo>
                  <a:pt x="1395765" y="443741"/>
                </a:lnTo>
                <a:lnTo>
                  <a:pt x="1418282" y="403403"/>
                </a:lnTo>
                <a:lnTo>
                  <a:pt x="1440790" y="363064"/>
                </a:lnTo>
                <a:lnTo>
                  <a:pt x="1463307" y="322726"/>
                </a:lnTo>
                <a:lnTo>
                  <a:pt x="1485814" y="282378"/>
                </a:lnTo>
                <a:lnTo>
                  <a:pt x="1508331" y="242040"/>
                </a:lnTo>
                <a:lnTo>
                  <a:pt x="1530839" y="201701"/>
                </a:lnTo>
                <a:lnTo>
                  <a:pt x="1553356" y="161363"/>
                </a:lnTo>
                <a:lnTo>
                  <a:pt x="1575864" y="121025"/>
                </a:lnTo>
                <a:lnTo>
                  <a:pt x="1598381" y="80677"/>
                </a:lnTo>
                <a:lnTo>
                  <a:pt x="1620888" y="40338"/>
                </a:lnTo>
                <a:lnTo>
                  <a:pt x="1643405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balance-fulcrum-facet">
            <a:extLst xmlns:a="http://schemas.openxmlformats.org/drawingml/2006/main">
              <a:ext uri="{FF2B5EF4-FFF2-40B4-BE49-F238E27FC236}">
                <a16:creationId xmlns:a16="http://schemas.microsoft.com/office/drawing/2014/main" id="{D1E7AE76-B658-43BA-B0BA-E41C43E3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915" y="3067050"/>
            <a:ext cx="1896085" cy="2952750"/>
          </a:xfrm>
          <a:custGeom xmlns:a="http://schemas.openxmlformats.org/drawingml/2006/main">
            <a:pathLst>
              <a:path w="1896085" h="2952750">
                <a:moveTo>
                  <a:pt x="1638910" y="0"/>
                </a:moveTo>
                <a:lnTo>
                  <a:pt x="1674314" y="0"/>
                </a:lnTo>
                <a:lnTo>
                  <a:pt x="1709718" y="0"/>
                </a:lnTo>
                <a:lnTo>
                  <a:pt x="1745113" y="0"/>
                </a:lnTo>
                <a:lnTo>
                  <a:pt x="1780518" y="0"/>
                </a:lnTo>
                <a:lnTo>
                  <a:pt x="1815922" y="0"/>
                </a:lnTo>
                <a:lnTo>
                  <a:pt x="1851327" y="0"/>
                </a:lnTo>
                <a:lnTo>
                  <a:pt x="1886722" y="0"/>
                </a:lnTo>
                <a:lnTo>
                  <a:pt x="1896085" y="26041"/>
                </a:lnTo>
                <a:lnTo>
                  <a:pt x="1896085" y="61436"/>
                </a:lnTo>
                <a:lnTo>
                  <a:pt x="1896085" y="96841"/>
                </a:lnTo>
                <a:lnTo>
                  <a:pt x="1896085" y="132245"/>
                </a:lnTo>
                <a:lnTo>
                  <a:pt x="1896085" y="167640"/>
                </a:lnTo>
                <a:lnTo>
                  <a:pt x="1896085" y="203044"/>
                </a:lnTo>
                <a:lnTo>
                  <a:pt x="1896085" y="238449"/>
                </a:lnTo>
                <a:lnTo>
                  <a:pt x="1896085" y="273844"/>
                </a:lnTo>
                <a:lnTo>
                  <a:pt x="1896085" y="309248"/>
                </a:lnTo>
                <a:lnTo>
                  <a:pt x="1896085" y="344653"/>
                </a:lnTo>
                <a:lnTo>
                  <a:pt x="1896085" y="380048"/>
                </a:lnTo>
                <a:lnTo>
                  <a:pt x="1896085" y="415452"/>
                </a:lnTo>
                <a:lnTo>
                  <a:pt x="1896085" y="450856"/>
                </a:lnTo>
                <a:lnTo>
                  <a:pt x="1896085" y="486251"/>
                </a:lnTo>
                <a:lnTo>
                  <a:pt x="1896085" y="521656"/>
                </a:lnTo>
                <a:lnTo>
                  <a:pt x="1896085" y="557060"/>
                </a:lnTo>
                <a:lnTo>
                  <a:pt x="1896085" y="592465"/>
                </a:lnTo>
                <a:lnTo>
                  <a:pt x="1896085" y="627859"/>
                </a:lnTo>
                <a:lnTo>
                  <a:pt x="1896085" y="663264"/>
                </a:lnTo>
                <a:lnTo>
                  <a:pt x="1896085" y="698668"/>
                </a:lnTo>
                <a:lnTo>
                  <a:pt x="1896085" y="734063"/>
                </a:lnTo>
                <a:lnTo>
                  <a:pt x="1896085" y="769468"/>
                </a:lnTo>
                <a:lnTo>
                  <a:pt x="1896085" y="804872"/>
                </a:lnTo>
                <a:lnTo>
                  <a:pt x="1896085" y="840267"/>
                </a:lnTo>
                <a:lnTo>
                  <a:pt x="1896085" y="875671"/>
                </a:lnTo>
                <a:lnTo>
                  <a:pt x="1896085" y="911076"/>
                </a:lnTo>
                <a:lnTo>
                  <a:pt x="1896085" y="946471"/>
                </a:lnTo>
                <a:lnTo>
                  <a:pt x="1896085" y="981875"/>
                </a:lnTo>
                <a:lnTo>
                  <a:pt x="1896085" y="1017280"/>
                </a:lnTo>
                <a:lnTo>
                  <a:pt x="1896085" y="1052684"/>
                </a:lnTo>
                <a:lnTo>
                  <a:pt x="1896085" y="1088079"/>
                </a:lnTo>
                <a:lnTo>
                  <a:pt x="1896085" y="1123483"/>
                </a:lnTo>
                <a:lnTo>
                  <a:pt x="1896085" y="1158888"/>
                </a:lnTo>
                <a:lnTo>
                  <a:pt x="1896085" y="1194283"/>
                </a:lnTo>
                <a:lnTo>
                  <a:pt x="1896085" y="1229687"/>
                </a:lnTo>
                <a:lnTo>
                  <a:pt x="1896085" y="1265091"/>
                </a:lnTo>
                <a:lnTo>
                  <a:pt x="1896085" y="1300486"/>
                </a:lnTo>
                <a:lnTo>
                  <a:pt x="1896085" y="1335891"/>
                </a:lnTo>
                <a:lnTo>
                  <a:pt x="1896085" y="1371295"/>
                </a:lnTo>
                <a:lnTo>
                  <a:pt x="1896085" y="1406690"/>
                </a:lnTo>
                <a:lnTo>
                  <a:pt x="1896085" y="1442095"/>
                </a:lnTo>
                <a:lnTo>
                  <a:pt x="1896085" y="1477499"/>
                </a:lnTo>
                <a:lnTo>
                  <a:pt x="1896085" y="1512903"/>
                </a:lnTo>
                <a:lnTo>
                  <a:pt x="1896085" y="1548298"/>
                </a:lnTo>
                <a:lnTo>
                  <a:pt x="1896085" y="1583703"/>
                </a:lnTo>
                <a:lnTo>
                  <a:pt x="1896085" y="1619107"/>
                </a:lnTo>
                <a:lnTo>
                  <a:pt x="1896085" y="1654502"/>
                </a:lnTo>
                <a:lnTo>
                  <a:pt x="1896085" y="1689906"/>
                </a:lnTo>
                <a:lnTo>
                  <a:pt x="1896085" y="1725311"/>
                </a:lnTo>
                <a:lnTo>
                  <a:pt x="1896085" y="1760706"/>
                </a:lnTo>
                <a:lnTo>
                  <a:pt x="1896085" y="1796110"/>
                </a:lnTo>
                <a:lnTo>
                  <a:pt x="1896085" y="1831515"/>
                </a:lnTo>
                <a:lnTo>
                  <a:pt x="1896085" y="1866910"/>
                </a:lnTo>
                <a:lnTo>
                  <a:pt x="1896085" y="1902314"/>
                </a:lnTo>
                <a:lnTo>
                  <a:pt x="1896085" y="1937718"/>
                </a:lnTo>
                <a:lnTo>
                  <a:pt x="1896085" y="1973113"/>
                </a:lnTo>
                <a:lnTo>
                  <a:pt x="1896085" y="2008518"/>
                </a:lnTo>
                <a:lnTo>
                  <a:pt x="1896085" y="2043922"/>
                </a:lnTo>
                <a:lnTo>
                  <a:pt x="1896085" y="2079327"/>
                </a:lnTo>
                <a:lnTo>
                  <a:pt x="1896085" y="2114721"/>
                </a:lnTo>
                <a:lnTo>
                  <a:pt x="1896085" y="2150126"/>
                </a:lnTo>
                <a:lnTo>
                  <a:pt x="1896085" y="2185530"/>
                </a:lnTo>
                <a:lnTo>
                  <a:pt x="1896085" y="2220925"/>
                </a:lnTo>
                <a:lnTo>
                  <a:pt x="1896085" y="2256330"/>
                </a:lnTo>
                <a:lnTo>
                  <a:pt x="1896085" y="2291734"/>
                </a:lnTo>
                <a:lnTo>
                  <a:pt x="1896085" y="2327129"/>
                </a:lnTo>
                <a:lnTo>
                  <a:pt x="1896085" y="2362533"/>
                </a:lnTo>
                <a:lnTo>
                  <a:pt x="1896085" y="2397938"/>
                </a:lnTo>
                <a:lnTo>
                  <a:pt x="1896085" y="2433333"/>
                </a:lnTo>
                <a:lnTo>
                  <a:pt x="1896085" y="2468737"/>
                </a:lnTo>
                <a:lnTo>
                  <a:pt x="1896085" y="2504142"/>
                </a:lnTo>
                <a:lnTo>
                  <a:pt x="1896085" y="2539546"/>
                </a:lnTo>
                <a:lnTo>
                  <a:pt x="1896085" y="2574941"/>
                </a:lnTo>
                <a:lnTo>
                  <a:pt x="1896085" y="2610345"/>
                </a:lnTo>
                <a:lnTo>
                  <a:pt x="1896085" y="2645750"/>
                </a:lnTo>
                <a:lnTo>
                  <a:pt x="1896085" y="2681145"/>
                </a:lnTo>
                <a:lnTo>
                  <a:pt x="1896085" y="2716549"/>
                </a:lnTo>
                <a:lnTo>
                  <a:pt x="1896085" y="2751953"/>
                </a:lnTo>
                <a:lnTo>
                  <a:pt x="1896085" y="2787348"/>
                </a:lnTo>
                <a:lnTo>
                  <a:pt x="1896085" y="2822753"/>
                </a:lnTo>
                <a:lnTo>
                  <a:pt x="1896085" y="2858157"/>
                </a:lnTo>
                <a:lnTo>
                  <a:pt x="1896085" y="2893552"/>
                </a:lnTo>
                <a:lnTo>
                  <a:pt x="1896085" y="2928957"/>
                </a:lnTo>
                <a:lnTo>
                  <a:pt x="1884483" y="2952750"/>
                </a:lnTo>
                <a:lnTo>
                  <a:pt x="1849079" y="2952750"/>
                </a:lnTo>
                <a:lnTo>
                  <a:pt x="1813674" y="2952750"/>
                </a:lnTo>
                <a:lnTo>
                  <a:pt x="1778270" y="2952750"/>
                </a:lnTo>
                <a:lnTo>
                  <a:pt x="1742875" y="2952750"/>
                </a:lnTo>
                <a:lnTo>
                  <a:pt x="1707471" y="2952750"/>
                </a:lnTo>
                <a:lnTo>
                  <a:pt x="1672066" y="2952750"/>
                </a:lnTo>
                <a:lnTo>
                  <a:pt x="1636671" y="2952750"/>
                </a:lnTo>
                <a:lnTo>
                  <a:pt x="1601267" y="2952750"/>
                </a:lnTo>
                <a:lnTo>
                  <a:pt x="1565862" y="2952750"/>
                </a:lnTo>
                <a:lnTo>
                  <a:pt x="1530467" y="2952750"/>
                </a:lnTo>
                <a:lnTo>
                  <a:pt x="1495063" y="2952750"/>
                </a:lnTo>
                <a:lnTo>
                  <a:pt x="1459659" y="2952750"/>
                </a:lnTo>
                <a:lnTo>
                  <a:pt x="1424264" y="2952750"/>
                </a:lnTo>
                <a:lnTo>
                  <a:pt x="1388859" y="2952750"/>
                </a:lnTo>
                <a:lnTo>
                  <a:pt x="1353455" y="2952750"/>
                </a:lnTo>
                <a:lnTo>
                  <a:pt x="1318050" y="2952750"/>
                </a:lnTo>
                <a:lnTo>
                  <a:pt x="1282656" y="2952750"/>
                </a:lnTo>
                <a:lnTo>
                  <a:pt x="1247251" y="2952750"/>
                </a:lnTo>
                <a:lnTo>
                  <a:pt x="1211847" y="2952750"/>
                </a:lnTo>
                <a:lnTo>
                  <a:pt x="1176452" y="2952750"/>
                </a:lnTo>
                <a:lnTo>
                  <a:pt x="1141047" y="2952750"/>
                </a:lnTo>
                <a:lnTo>
                  <a:pt x="1105643" y="2952750"/>
                </a:lnTo>
                <a:lnTo>
                  <a:pt x="1070248" y="2952750"/>
                </a:lnTo>
                <a:lnTo>
                  <a:pt x="1034844" y="2952750"/>
                </a:lnTo>
                <a:lnTo>
                  <a:pt x="999439" y="2952750"/>
                </a:lnTo>
                <a:lnTo>
                  <a:pt x="964044" y="2952750"/>
                </a:lnTo>
                <a:lnTo>
                  <a:pt x="928640" y="2952750"/>
                </a:lnTo>
                <a:lnTo>
                  <a:pt x="893235" y="2952750"/>
                </a:lnTo>
                <a:lnTo>
                  <a:pt x="857841" y="2952750"/>
                </a:lnTo>
                <a:lnTo>
                  <a:pt x="822436" y="2952750"/>
                </a:lnTo>
                <a:lnTo>
                  <a:pt x="787032" y="2952750"/>
                </a:lnTo>
                <a:lnTo>
                  <a:pt x="751627" y="2952750"/>
                </a:lnTo>
                <a:lnTo>
                  <a:pt x="716232" y="2952750"/>
                </a:lnTo>
                <a:lnTo>
                  <a:pt x="680828" y="2952750"/>
                </a:lnTo>
                <a:lnTo>
                  <a:pt x="645424" y="2952750"/>
                </a:lnTo>
                <a:lnTo>
                  <a:pt x="610029" y="2952750"/>
                </a:lnTo>
                <a:lnTo>
                  <a:pt x="574624" y="2952750"/>
                </a:lnTo>
                <a:lnTo>
                  <a:pt x="539220" y="2952750"/>
                </a:lnTo>
                <a:lnTo>
                  <a:pt x="503825" y="2952750"/>
                </a:lnTo>
                <a:lnTo>
                  <a:pt x="468420" y="2952750"/>
                </a:lnTo>
                <a:lnTo>
                  <a:pt x="433016" y="2952750"/>
                </a:lnTo>
                <a:lnTo>
                  <a:pt x="397621" y="2952750"/>
                </a:lnTo>
                <a:lnTo>
                  <a:pt x="362217" y="2952750"/>
                </a:lnTo>
                <a:lnTo>
                  <a:pt x="326812" y="2952750"/>
                </a:lnTo>
                <a:lnTo>
                  <a:pt x="291408" y="2952750"/>
                </a:lnTo>
                <a:lnTo>
                  <a:pt x="256013" y="2952750"/>
                </a:lnTo>
                <a:lnTo>
                  <a:pt x="220609" y="2952750"/>
                </a:lnTo>
                <a:lnTo>
                  <a:pt x="185204" y="2952750"/>
                </a:lnTo>
                <a:lnTo>
                  <a:pt x="149809" y="2952750"/>
                </a:lnTo>
                <a:lnTo>
                  <a:pt x="114405" y="2952750"/>
                </a:lnTo>
                <a:lnTo>
                  <a:pt x="79000" y="2952750"/>
                </a:lnTo>
                <a:lnTo>
                  <a:pt x="43605" y="2952750"/>
                </a:lnTo>
                <a:lnTo>
                  <a:pt x="8201" y="2952750"/>
                </a:lnTo>
                <a:lnTo>
                  <a:pt x="0" y="2936777"/>
                </a:lnTo>
                <a:lnTo>
                  <a:pt x="17250" y="2905868"/>
                </a:lnTo>
                <a:lnTo>
                  <a:pt x="34500" y="2874950"/>
                </a:lnTo>
                <a:lnTo>
                  <a:pt x="51759" y="2844041"/>
                </a:lnTo>
                <a:lnTo>
                  <a:pt x="69009" y="2813123"/>
                </a:lnTo>
                <a:lnTo>
                  <a:pt x="86258" y="2782214"/>
                </a:lnTo>
                <a:lnTo>
                  <a:pt x="103508" y="2751296"/>
                </a:lnTo>
                <a:lnTo>
                  <a:pt x="120758" y="2720388"/>
                </a:lnTo>
                <a:lnTo>
                  <a:pt x="138017" y="2689469"/>
                </a:lnTo>
                <a:lnTo>
                  <a:pt x="155267" y="2658561"/>
                </a:lnTo>
                <a:lnTo>
                  <a:pt x="172517" y="2627643"/>
                </a:lnTo>
                <a:lnTo>
                  <a:pt x="189767" y="2596734"/>
                </a:lnTo>
                <a:lnTo>
                  <a:pt x="207016" y="2565816"/>
                </a:lnTo>
                <a:lnTo>
                  <a:pt x="224276" y="2534907"/>
                </a:lnTo>
                <a:lnTo>
                  <a:pt x="241525" y="2503989"/>
                </a:lnTo>
                <a:lnTo>
                  <a:pt x="258775" y="2473081"/>
                </a:lnTo>
                <a:lnTo>
                  <a:pt x="276025" y="2442162"/>
                </a:lnTo>
                <a:lnTo>
                  <a:pt x="293275" y="2411254"/>
                </a:lnTo>
                <a:lnTo>
                  <a:pt x="310534" y="2380336"/>
                </a:lnTo>
                <a:lnTo>
                  <a:pt x="327784" y="2349427"/>
                </a:lnTo>
                <a:lnTo>
                  <a:pt x="345034" y="2318509"/>
                </a:lnTo>
                <a:lnTo>
                  <a:pt x="362283" y="2287600"/>
                </a:lnTo>
                <a:lnTo>
                  <a:pt x="379533" y="2256682"/>
                </a:lnTo>
                <a:lnTo>
                  <a:pt x="396792" y="2225773"/>
                </a:lnTo>
                <a:lnTo>
                  <a:pt x="414042" y="2194855"/>
                </a:lnTo>
                <a:lnTo>
                  <a:pt x="431292" y="2163947"/>
                </a:lnTo>
                <a:lnTo>
                  <a:pt x="448542" y="2133029"/>
                </a:lnTo>
                <a:lnTo>
                  <a:pt x="465792" y="2102120"/>
                </a:lnTo>
                <a:lnTo>
                  <a:pt x="483051" y="2071202"/>
                </a:lnTo>
                <a:lnTo>
                  <a:pt x="500301" y="2040293"/>
                </a:lnTo>
                <a:lnTo>
                  <a:pt x="517550" y="2009375"/>
                </a:lnTo>
                <a:lnTo>
                  <a:pt x="534800" y="1978466"/>
                </a:lnTo>
                <a:lnTo>
                  <a:pt x="552050" y="1947548"/>
                </a:lnTo>
                <a:lnTo>
                  <a:pt x="569309" y="1916640"/>
                </a:lnTo>
                <a:lnTo>
                  <a:pt x="586559" y="1885721"/>
                </a:lnTo>
                <a:lnTo>
                  <a:pt x="603809" y="1854813"/>
                </a:lnTo>
                <a:lnTo>
                  <a:pt x="621059" y="1823895"/>
                </a:lnTo>
                <a:lnTo>
                  <a:pt x="638318" y="1792986"/>
                </a:lnTo>
                <a:lnTo>
                  <a:pt x="655568" y="1762068"/>
                </a:lnTo>
                <a:lnTo>
                  <a:pt x="672817" y="1731150"/>
                </a:lnTo>
                <a:lnTo>
                  <a:pt x="690067" y="1700241"/>
                </a:lnTo>
                <a:lnTo>
                  <a:pt x="707317" y="1669332"/>
                </a:lnTo>
                <a:lnTo>
                  <a:pt x="724576" y="1638414"/>
                </a:lnTo>
                <a:lnTo>
                  <a:pt x="741826" y="1607496"/>
                </a:lnTo>
                <a:lnTo>
                  <a:pt x="759076" y="1576588"/>
                </a:lnTo>
                <a:lnTo>
                  <a:pt x="776326" y="1545669"/>
                </a:lnTo>
                <a:lnTo>
                  <a:pt x="793575" y="1514761"/>
                </a:lnTo>
                <a:lnTo>
                  <a:pt x="810835" y="1483843"/>
                </a:lnTo>
                <a:lnTo>
                  <a:pt x="828084" y="1452934"/>
                </a:lnTo>
                <a:lnTo>
                  <a:pt x="845334" y="1422016"/>
                </a:lnTo>
                <a:lnTo>
                  <a:pt x="862584" y="1391107"/>
                </a:lnTo>
                <a:lnTo>
                  <a:pt x="879834" y="1360189"/>
                </a:lnTo>
                <a:lnTo>
                  <a:pt x="897093" y="1329280"/>
                </a:lnTo>
                <a:lnTo>
                  <a:pt x="914343" y="1298362"/>
                </a:lnTo>
                <a:lnTo>
                  <a:pt x="931593" y="1267454"/>
                </a:lnTo>
                <a:lnTo>
                  <a:pt x="948842" y="1236536"/>
                </a:lnTo>
                <a:lnTo>
                  <a:pt x="966092" y="1205627"/>
                </a:lnTo>
                <a:lnTo>
                  <a:pt x="983351" y="1174709"/>
                </a:lnTo>
                <a:lnTo>
                  <a:pt x="1000601" y="1143800"/>
                </a:lnTo>
                <a:lnTo>
                  <a:pt x="1017851" y="1112882"/>
                </a:lnTo>
                <a:lnTo>
                  <a:pt x="1035101" y="1081973"/>
                </a:lnTo>
                <a:lnTo>
                  <a:pt x="1052351" y="1051055"/>
                </a:lnTo>
                <a:lnTo>
                  <a:pt x="1069610" y="1020147"/>
                </a:lnTo>
                <a:lnTo>
                  <a:pt x="1086860" y="989228"/>
                </a:lnTo>
                <a:lnTo>
                  <a:pt x="1104109" y="958320"/>
                </a:lnTo>
                <a:lnTo>
                  <a:pt x="1121359" y="927402"/>
                </a:lnTo>
                <a:lnTo>
                  <a:pt x="1138609" y="896493"/>
                </a:lnTo>
                <a:lnTo>
                  <a:pt x="1155868" y="865575"/>
                </a:lnTo>
                <a:lnTo>
                  <a:pt x="1173118" y="834666"/>
                </a:lnTo>
                <a:lnTo>
                  <a:pt x="1190368" y="803748"/>
                </a:lnTo>
                <a:lnTo>
                  <a:pt x="1207618" y="772839"/>
                </a:lnTo>
                <a:lnTo>
                  <a:pt x="1224867" y="741921"/>
                </a:lnTo>
                <a:lnTo>
                  <a:pt x="1242127" y="711013"/>
                </a:lnTo>
                <a:lnTo>
                  <a:pt x="1259376" y="680095"/>
                </a:lnTo>
                <a:lnTo>
                  <a:pt x="1276626" y="649186"/>
                </a:lnTo>
                <a:lnTo>
                  <a:pt x="1293876" y="618268"/>
                </a:lnTo>
                <a:lnTo>
                  <a:pt x="1311126" y="587359"/>
                </a:lnTo>
                <a:lnTo>
                  <a:pt x="1328385" y="556441"/>
                </a:lnTo>
                <a:lnTo>
                  <a:pt x="1345635" y="525532"/>
                </a:lnTo>
                <a:lnTo>
                  <a:pt x="1362885" y="494614"/>
                </a:lnTo>
                <a:lnTo>
                  <a:pt x="1380134" y="463706"/>
                </a:lnTo>
                <a:lnTo>
                  <a:pt x="1397384" y="432787"/>
                </a:lnTo>
                <a:lnTo>
                  <a:pt x="1414643" y="401879"/>
                </a:lnTo>
                <a:lnTo>
                  <a:pt x="1431893" y="370961"/>
                </a:lnTo>
                <a:lnTo>
                  <a:pt x="1449143" y="340052"/>
                </a:lnTo>
                <a:lnTo>
                  <a:pt x="1466393" y="309134"/>
                </a:lnTo>
                <a:lnTo>
                  <a:pt x="1483643" y="278225"/>
                </a:lnTo>
                <a:lnTo>
                  <a:pt x="1500902" y="247307"/>
                </a:lnTo>
                <a:lnTo>
                  <a:pt x="1518152" y="216398"/>
                </a:lnTo>
                <a:lnTo>
                  <a:pt x="1535401" y="185480"/>
                </a:lnTo>
                <a:lnTo>
                  <a:pt x="1552651" y="154572"/>
                </a:lnTo>
                <a:lnTo>
                  <a:pt x="1569911" y="123654"/>
                </a:lnTo>
                <a:lnTo>
                  <a:pt x="1587160" y="92745"/>
                </a:lnTo>
                <a:lnTo>
                  <a:pt x="1604410" y="61827"/>
                </a:lnTo>
                <a:lnTo>
                  <a:pt x="1621660" y="30909"/>
                </a:lnTo>
                <a:lnTo>
                  <a:pt x="1638910" y="0"/>
                </a:lnTo>
                <a:close/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balance-beam">
            <a:extLst xmlns:a="http://schemas.openxmlformats.org/drawingml/2006/main">
              <a:ext uri="{FF2B5EF4-FFF2-40B4-BE49-F238E27FC236}">
                <a16:creationId xmlns:a16="http://schemas.microsoft.com/office/drawing/2014/main" id="{7C9D1F66-1CEF-4AC7-B745-7D7160A0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2763269"/>
            <a:ext cx="7943850" cy="302752"/>
          </a:xfrm>
          <a:custGeom xmlns:a="http://schemas.openxmlformats.org/drawingml/2006/main">
            <a:pathLst>
              <a:path w="7943850" h="302752">
                <a:moveTo>
                  <a:pt x="0" y="208531"/>
                </a:moveTo>
                <a:lnTo>
                  <a:pt x="66989" y="206759"/>
                </a:lnTo>
                <a:lnTo>
                  <a:pt x="133988" y="204997"/>
                </a:lnTo>
                <a:lnTo>
                  <a:pt x="200978" y="203225"/>
                </a:lnTo>
                <a:lnTo>
                  <a:pt x="267967" y="201463"/>
                </a:lnTo>
                <a:lnTo>
                  <a:pt x="334966" y="199692"/>
                </a:lnTo>
                <a:lnTo>
                  <a:pt x="401955" y="197920"/>
                </a:lnTo>
                <a:lnTo>
                  <a:pt x="468944" y="196158"/>
                </a:lnTo>
                <a:lnTo>
                  <a:pt x="535934" y="194386"/>
                </a:lnTo>
                <a:lnTo>
                  <a:pt x="602933" y="192624"/>
                </a:lnTo>
                <a:lnTo>
                  <a:pt x="669922" y="190852"/>
                </a:lnTo>
                <a:lnTo>
                  <a:pt x="736911" y="189090"/>
                </a:lnTo>
                <a:lnTo>
                  <a:pt x="803910" y="187319"/>
                </a:lnTo>
                <a:lnTo>
                  <a:pt x="870899" y="185557"/>
                </a:lnTo>
                <a:lnTo>
                  <a:pt x="937889" y="183785"/>
                </a:lnTo>
                <a:lnTo>
                  <a:pt x="1004888" y="182023"/>
                </a:lnTo>
                <a:lnTo>
                  <a:pt x="1071877" y="180251"/>
                </a:lnTo>
                <a:lnTo>
                  <a:pt x="1138866" y="178489"/>
                </a:lnTo>
                <a:lnTo>
                  <a:pt x="1205855" y="176717"/>
                </a:lnTo>
                <a:lnTo>
                  <a:pt x="1272854" y="174955"/>
                </a:lnTo>
                <a:lnTo>
                  <a:pt x="1339844" y="173184"/>
                </a:lnTo>
                <a:lnTo>
                  <a:pt x="1406833" y="171412"/>
                </a:lnTo>
                <a:lnTo>
                  <a:pt x="1473832" y="169650"/>
                </a:lnTo>
                <a:lnTo>
                  <a:pt x="1540821" y="167878"/>
                </a:lnTo>
                <a:lnTo>
                  <a:pt x="1607810" y="166116"/>
                </a:lnTo>
                <a:lnTo>
                  <a:pt x="1674809" y="164344"/>
                </a:lnTo>
                <a:lnTo>
                  <a:pt x="1741799" y="162582"/>
                </a:lnTo>
                <a:lnTo>
                  <a:pt x="1808788" y="160811"/>
                </a:lnTo>
                <a:lnTo>
                  <a:pt x="1875787" y="159048"/>
                </a:lnTo>
                <a:lnTo>
                  <a:pt x="1942776" y="157277"/>
                </a:lnTo>
                <a:lnTo>
                  <a:pt x="2009765" y="155515"/>
                </a:lnTo>
                <a:lnTo>
                  <a:pt x="2076755" y="153743"/>
                </a:lnTo>
                <a:lnTo>
                  <a:pt x="2143754" y="151981"/>
                </a:lnTo>
                <a:lnTo>
                  <a:pt x="2210743" y="150209"/>
                </a:lnTo>
                <a:lnTo>
                  <a:pt x="2277732" y="148447"/>
                </a:lnTo>
                <a:lnTo>
                  <a:pt x="2344731" y="146675"/>
                </a:lnTo>
                <a:lnTo>
                  <a:pt x="2411720" y="144913"/>
                </a:lnTo>
                <a:lnTo>
                  <a:pt x="2478710" y="143142"/>
                </a:lnTo>
                <a:lnTo>
                  <a:pt x="2545709" y="141370"/>
                </a:lnTo>
                <a:lnTo>
                  <a:pt x="2612698" y="139608"/>
                </a:lnTo>
                <a:lnTo>
                  <a:pt x="2679687" y="137836"/>
                </a:lnTo>
                <a:lnTo>
                  <a:pt x="2746677" y="136074"/>
                </a:lnTo>
                <a:lnTo>
                  <a:pt x="2813675" y="134303"/>
                </a:lnTo>
                <a:lnTo>
                  <a:pt x="2880665" y="132540"/>
                </a:lnTo>
                <a:lnTo>
                  <a:pt x="2947654" y="130769"/>
                </a:lnTo>
                <a:lnTo>
                  <a:pt x="3014653" y="129007"/>
                </a:lnTo>
                <a:lnTo>
                  <a:pt x="3081642" y="127235"/>
                </a:lnTo>
                <a:lnTo>
                  <a:pt x="3148632" y="125473"/>
                </a:lnTo>
                <a:lnTo>
                  <a:pt x="3215630" y="123701"/>
                </a:lnTo>
                <a:lnTo>
                  <a:pt x="3282620" y="121939"/>
                </a:lnTo>
                <a:lnTo>
                  <a:pt x="3349609" y="120167"/>
                </a:lnTo>
                <a:lnTo>
                  <a:pt x="3416608" y="118405"/>
                </a:lnTo>
                <a:lnTo>
                  <a:pt x="3483597" y="116634"/>
                </a:lnTo>
                <a:lnTo>
                  <a:pt x="3550587" y="114872"/>
                </a:lnTo>
                <a:lnTo>
                  <a:pt x="3617576" y="113100"/>
                </a:lnTo>
                <a:lnTo>
                  <a:pt x="3684575" y="111328"/>
                </a:lnTo>
                <a:lnTo>
                  <a:pt x="3751564" y="109566"/>
                </a:lnTo>
                <a:lnTo>
                  <a:pt x="3818553" y="107794"/>
                </a:lnTo>
                <a:lnTo>
                  <a:pt x="3885552" y="106032"/>
                </a:lnTo>
                <a:lnTo>
                  <a:pt x="3952542" y="104261"/>
                </a:lnTo>
                <a:lnTo>
                  <a:pt x="4019531" y="102499"/>
                </a:lnTo>
                <a:lnTo>
                  <a:pt x="4086530" y="100727"/>
                </a:lnTo>
                <a:lnTo>
                  <a:pt x="4153519" y="98965"/>
                </a:lnTo>
                <a:lnTo>
                  <a:pt x="4220508" y="97193"/>
                </a:lnTo>
                <a:lnTo>
                  <a:pt x="4287498" y="95431"/>
                </a:lnTo>
                <a:lnTo>
                  <a:pt x="4354497" y="93659"/>
                </a:lnTo>
                <a:lnTo>
                  <a:pt x="4421486" y="91897"/>
                </a:lnTo>
                <a:lnTo>
                  <a:pt x="4488475" y="90126"/>
                </a:lnTo>
                <a:lnTo>
                  <a:pt x="4555474" y="88363"/>
                </a:lnTo>
                <a:lnTo>
                  <a:pt x="4622463" y="86592"/>
                </a:lnTo>
                <a:lnTo>
                  <a:pt x="4689453" y="84820"/>
                </a:lnTo>
                <a:lnTo>
                  <a:pt x="4756452" y="83058"/>
                </a:lnTo>
                <a:lnTo>
                  <a:pt x="4823441" y="81286"/>
                </a:lnTo>
                <a:lnTo>
                  <a:pt x="4890430" y="79524"/>
                </a:lnTo>
                <a:lnTo>
                  <a:pt x="4957429" y="77753"/>
                </a:lnTo>
                <a:lnTo>
                  <a:pt x="5024418" y="75990"/>
                </a:lnTo>
                <a:lnTo>
                  <a:pt x="5091408" y="74219"/>
                </a:lnTo>
                <a:lnTo>
                  <a:pt x="5158397" y="72457"/>
                </a:lnTo>
                <a:lnTo>
                  <a:pt x="5225396" y="70685"/>
                </a:lnTo>
                <a:lnTo>
                  <a:pt x="5292385" y="68923"/>
                </a:lnTo>
                <a:lnTo>
                  <a:pt x="5359375" y="67151"/>
                </a:lnTo>
                <a:lnTo>
                  <a:pt x="5426373" y="65389"/>
                </a:lnTo>
                <a:lnTo>
                  <a:pt x="5493363" y="63617"/>
                </a:lnTo>
                <a:lnTo>
                  <a:pt x="5560352" y="61855"/>
                </a:lnTo>
                <a:lnTo>
                  <a:pt x="5627351" y="60084"/>
                </a:lnTo>
                <a:lnTo>
                  <a:pt x="5694340" y="58322"/>
                </a:lnTo>
                <a:lnTo>
                  <a:pt x="5761330" y="56550"/>
                </a:lnTo>
                <a:lnTo>
                  <a:pt x="5828328" y="54778"/>
                </a:lnTo>
                <a:lnTo>
                  <a:pt x="5895318" y="53016"/>
                </a:lnTo>
                <a:lnTo>
                  <a:pt x="5962307" y="51245"/>
                </a:lnTo>
                <a:lnTo>
                  <a:pt x="6029296" y="49482"/>
                </a:lnTo>
                <a:lnTo>
                  <a:pt x="6096295" y="47711"/>
                </a:lnTo>
                <a:lnTo>
                  <a:pt x="6163285" y="45949"/>
                </a:lnTo>
                <a:lnTo>
                  <a:pt x="6230274" y="44177"/>
                </a:lnTo>
                <a:lnTo>
                  <a:pt x="6297273" y="42415"/>
                </a:lnTo>
                <a:lnTo>
                  <a:pt x="6364262" y="40643"/>
                </a:lnTo>
                <a:lnTo>
                  <a:pt x="6431251" y="38881"/>
                </a:lnTo>
                <a:lnTo>
                  <a:pt x="6498250" y="37109"/>
                </a:lnTo>
                <a:lnTo>
                  <a:pt x="6565240" y="35347"/>
                </a:lnTo>
                <a:lnTo>
                  <a:pt x="6632229" y="33576"/>
                </a:lnTo>
                <a:lnTo>
                  <a:pt x="6699218" y="31814"/>
                </a:lnTo>
                <a:lnTo>
                  <a:pt x="6766217" y="30042"/>
                </a:lnTo>
                <a:lnTo>
                  <a:pt x="6833206" y="28270"/>
                </a:lnTo>
                <a:lnTo>
                  <a:pt x="6900196" y="26508"/>
                </a:lnTo>
                <a:lnTo>
                  <a:pt x="6967195" y="24736"/>
                </a:lnTo>
                <a:lnTo>
                  <a:pt x="7034184" y="22974"/>
                </a:lnTo>
                <a:lnTo>
                  <a:pt x="7101173" y="21203"/>
                </a:lnTo>
                <a:lnTo>
                  <a:pt x="7168172" y="19441"/>
                </a:lnTo>
                <a:lnTo>
                  <a:pt x="7235161" y="17669"/>
                </a:lnTo>
                <a:lnTo>
                  <a:pt x="7302151" y="15907"/>
                </a:lnTo>
                <a:lnTo>
                  <a:pt x="7369150" y="14135"/>
                </a:lnTo>
                <a:lnTo>
                  <a:pt x="7436139" y="12373"/>
                </a:lnTo>
                <a:lnTo>
                  <a:pt x="7503128" y="10601"/>
                </a:lnTo>
                <a:lnTo>
                  <a:pt x="7570118" y="8839"/>
                </a:lnTo>
                <a:lnTo>
                  <a:pt x="7637116" y="7068"/>
                </a:lnTo>
                <a:lnTo>
                  <a:pt x="7704106" y="5305"/>
                </a:lnTo>
                <a:lnTo>
                  <a:pt x="7771095" y="3534"/>
                </a:lnTo>
                <a:lnTo>
                  <a:pt x="7838094" y="1772"/>
                </a:lnTo>
                <a:lnTo>
                  <a:pt x="7905083" y="0"/>
                </a:lnTo>
                <a:lnTo>
                  <a:pt x="7943850" y="27213"/>
                </a:lnTo>
                <a:lnTo>
                  <a:pt x="7943850" y="94231"/>
                </a:lnTo>
                <a:lnTo>
                  <a:pt x="7876861" y="95993"/>
                </a:lnTo>
                <a:lnTo>
                  <a:pt x="7809862" y="97765"/>
                </a:lnTo>
                <a:lnTo>
                  <a:pt x="7742873" y="99527"/>
                </a:lnTo>
                <a:lnTo>
                  <a:pt x="7675883" y="101298"/>
                </a:lnTo>
                <a:lnTo>
                  <a:pt x="7608884" y="103061"/>
                </a:lnTo>
                <a:lnTo>
                  <a:pt x="7541895" y="104832"/>
                </a:lnTo>
                <a:lnTo>
                  <a:pt x="7474906" y="106594"/>
                </a:lnTo>
                <a:lnTo>
                  <a:pt x="7407916" y="108366"/>
                </a:lnTo>
                <a:lnTo>
                  <a:pt x="7340918" y="110128"/>
                </a:lnTo>
                <a:lnTo>
                  <a:pt x="7273928" y="111900"/>
                </a:lnTo>
                <a:lnTo>
                  <a:pt x="7206939" y="113662"/>
                </a:lnTo>
                <a:lnTo>
                  <a:pt x="7139940" y="115433"/>
                </a:lnTo>
                <a:lnTo>
                  <a:pt x="7072951" y="117205"/>
                </a:lnTo>
                <a:lnTo>
                  <a:pt x="7005961" y="118967"/>
                </a:lnTo>
                <a:lnTo>
                  <a:pt x="6938963" y="120739"/>
                </a:lnTo>
                <a:lnTo>
                  <a:pt x="6871973" y="122501"/>
                </a:lnTo>
                <a:lnTo>
                  <a:pt x="6804984" y="124273"/>
                </a:lnTo>
                <a:lnTo>
                  <a:pt x="6737995" y="126035"/>
                </a:lnTo>
                <a:lnTo>
                  <a:pt x="6670996" y="127806"/>
                </a:lnTo>
                <a:lnTo>
                  <a:pt x="6604006" y="129569"/>
                </a:lnTo>
                <a:lnTo>
                  <a:pt x="6537017" y="131340"/>
                </a:lnTo>
                <a:lnTo>
                  <a:pt x="6470018" y="133102"/>
                </a:lnTo>
                <a:lnTo>
                  <a:pt x="6403029" y="134874"/>
                </a:lnTo>
                <a:lnTo>
                  <a:pt x="6336040" y="136636"/>
                </a:lnTo>
                <a:lnTo>
                  <a:pt x="6269041" y="138408"/>
                </a:lnTo>
                <a:lnTo>
                  <a:pt x="6202051" y="140170"/>
                </a:lnTo>
                <a:lnTo>
                  <a:pt x="6135062" y="141942"/>
                </a:lnTo>
                <a:lnTo>
                  <a:pt x="6068063" y="143704"/>
                </a:lnTo>
                <a:lnTo>
                  <a:pt x="6001074" y="145475"/>
                </a:lnTo>
                <a:lnTo>
                  <a:pt x="5934085" y="147247"/>
                </a:lnTo>
                <a:lnTo>
                  <a:pt x="5867095" y="149009"/>
                </a:lnTo>
                <a:lnTo>
                  <a:pt x="5800096" y="150781"/>
                </a:lnTo>
                <a:lnTo>
                  <a:pt x="5733107" y="152543"/>
                </a:lnTo>
                <a:lnTo>
                  <a:pt x="5666118" y="154315"/>
                </a:lnTo>
                <a:lnTo>
                  <a:pt x="5599119" y="156077"/>
                </a:lnTo>
                <a:lnTo>
                  <a:pt x="5532130" y="157848"/>
                </a:lnTo>
                <a:lnTo>
                  <a:pt x="5465140" y="159610"/>
                </a:lnTo>
                <a:lnTo>
                  <a:pt x="5398141" y="161382"/>
                </a:lnTo>
                <a:lnTo>
                  <a:pt x="5331152" y="163144"/>
                </a:lnTo>
                <a:lnTo>
                  <a:pt x="5264163" y="164916"/>
                </a:lnTo>
                <a:lnTo>
                  <a:pt x="5197173" y="166678"/>
                </a:lnTo>
                <a:lnTo>
                  <a:pt x="5130175" y="168450"/>
                </a:lnTo>
                <a:lnTo>
                  <a:pt x="5063185" y="170212"/>
                </a:lnTo>
                <a:lnTo>
                  <a:pt x="4996196" y="171983"/>
                </a:lnTo>
                <a:lnTo>
                  <a:pt x="4929197" y="173755"/>
                </a:lnTo>
                <a:lnTo>
                  <a:pt x="4862208" y="175517"/>
                </a:lnTo>
                <a:lnTo>
                  <a:pt x="4795218" y="177289"/>
                </a:lnTo>
                <a:lnTo>
                  <a:pt x="4728220" y="179051"/>
                </a:lnTo>
                <a:lnTo>
                  <a:pt x="4661230" y="180823"/>
                </a:lnTo>
                <a:lnTo>
                  <a:pt x="4594241" y="182585"/>
                </a:lnTo>
                <a:lnTo>
                  <a:pt x="4527242" y="184356"/>
                </a:lnTo>
                <a:lnTo>
                  <a:pt x="4460253" y="186119"/>
                </a:lnTo>
                <a:lnTo>
                  <a:pt x="4393263" y="187890"/>
                </a:lnTo>
                <a:lnTo>
                  <a:pt x="4326274" y="189652"/>
                </a:lnTo>
                <a:lnTo>
                  <a:pt x="4259275" y="191424"/>
                </a:lnTo>
                <a:lnTo>
                  <a:pt x="4192286" y="193186"/>
                </a:lnTo>
                <a:lnTo>
                  <a:pt x="4125297" y="194958"/>
                </a:lnTo>
                <a:lnTo>
                  <a:pt x="4058298" y="196720"/>
                </a:lnTo>
                <a:lnTo>
                  <a:pt x="3991308" y="198491"/>
                </a:lnTo>
                <a:lnTo>
                  <a:pt x="3924319" y="200254"/>
                </a:lnTo>
                <a:lnTo>
                  <a:pt x="3857320" y="202025"/>
                </a:lnTo>
                <a:lnTo>
                  <a:pt x="3790331" y="203797"/>
                </a:lnTo>
                <a:lnTo>
                  <a:pt x="3723342" y="205559"/>
                </a:lnTo>
                <a:lnTo>
                  <a:pt x="3656352" y="207331"/>
                </a:lnTo>
                <a:lnTo>
                  <a:pt x="3589353" y="209093"/>
                </a:lnTo>
                <a:lnTo>
                  <a:pt x="3522364" y="210864"/>
                </a:lnTo>
                <a:lnTo>
                  <a:pt x="3455375" y="212627"/>
                </a:lnTo>
                <a:lnTo>
                  <a:pt x="3388376" y="214398"/>
                </a:lnTo>
                <a:lnTo>
                  <a:pt x="3321387" y="216160"/>
                </a:lnTo>
                <a:lnTo>
                  <a:pt x="3254397" y="217932"/>
                </a:lnTo>
                <a:lnTo>
                  <a:pt x="3187398" y="219694"/>
                </a:lnTo>
                <a:lnTo>
                  <a:pt x="3120409" y="221466"/>
                </a:lnTo>
                <a:lnTo>
                  <a:pt x="3053420" y="223228"/>
                </a:lnTo>
                <a:lnTo>
                  <a:pt x="2986421" y="225000"/>
                </a:lnTo>
                <a:lnTo>
                  <a:pt x="2919432" y="226762"/>
                </a:lnTo>
                <a:lnTo>
                  <a:pt x="2852442" y="228533"/>
                </a:lnTo>
                <a:lnTo>
                  <a:pt x="2785453" y="230295"/>
                </a:lnTo>
                <a:lnTo>
                  <a:pt x="2718454" y="232067"/>
                </a:lnTo>
                <a:lnTo>
                  <a:pt x="2651465" y="233839"/>
                </a:lnTo>
                <a:lnTo>
                  <a:pt x="2584475" y="235601"/>
                </a:lnTo>
                <a:lnTo>
                  <a:pt x="2517477" y="237373"/>
                </a:lnTo>
                <a:lnTo>
                  <a:pt x="2450487" y="239135"/>
                </a:lnTo>
                <a:lnTo>
                  <a:pt x="2383498" y="240906"/>
                </a:lnTo>
                <a:lnTo>
                  <a:pt x="2316499" y="242668"/>
                </a:lnTo>
                <a:lnTo>
                  <a:pt x="2249510" y="244440"/>
                </a:lnTo>
                <a:lnTo>
                  <a:pt x="2182520" y="246202"/>
                </a:lnTo>
                <a:lnTo>
                  <a:pt x="2115531" y="247974"/>
                </a:lnTo>
                <a:lnTo>
                  <a:pt x="2048532" y="249736"/>
                </a:lnTo>
                <a:lnTo>
                  <a:pt x="1981543" y="251508"/>
                </a:lnTo>
                <a:lnTo>
                  <a:pt x="1914554" y="253270"/>
                </a:lnTo>
                <a:lnTo>
                  <a:pt x="1847555" y="255041"/>
                </a:lnTo>
                <a:lnTo>
                  <a:pt x="1780565" y="256804"/>
                </a:lnTo>
                <a:lnTo>
                  <a:pt x="1713576" y="258575"/>
                </a:lnTo>
                <a:lnTo>
                  <a:pt x="1646577" y="260347"/>
                </a:lnTo>
                <a:lnTo>
                  <a:pt x="1579588" y="262109"/>
                </a:lnTo>
                <a:lnTo>
                  <a:pt x="1512599" y="263881"/>
                </a:lnTo>
                <a:lnTo>
                  <a:pt x="1445600" y="265643"/>
                </a:lnTo>
                <a:lnTo>
                  <a:pt x="1378610" y="267414"/>
                </a:lnTo>
                <a:lnTo>
                  <a:pt x="1311621" y="269177"/>
                </a:lnTo>
                <a:lnTo>
                  <a:pt x="1244622" y="270948"/>
                </a:lnTo>
                <a:lnTo>
                  <a:pt x="1177633" y="272710"/>
                </a:lnTo>
                <a:lnTo>
                  <a:pt x="1110644" y="274482"/>
                </a:lnTo>
                <a:lnTo>
                  <a:pt x="1043654" y="276244"/>
                </a:lnTo>
                <a:lnTo>
                  <a:pt x="976655" y="278016"/>
                </a:lnTo>
                <a:lnTo>
                  <a:pt x="909666" y="279778"/>
                </a:lnTo>
                <a:lnTo>
                  <a:pt x="842677" y="281549"/>
                </a:lnTo>
                <a:lnTo>
                  <a:pt x="775678" y="283312"/>
                </a:lnTo>
                <a:lnTo>
                  <a:pt x="708689" y="285083"/>
                </a:lnTo>
                <a:lnTo>
                  <a:pt x="641699" y="286845"/>
                </a:lnTo>
                <a:lnTo>
                  <a:pt x="574710" y="288617"/>
                </a:lnTo>
                <a:lnTo>
                  <a:pt x="507711" y="290389"/>
                </a:lnTo>
                <a:lnTo>
                  <a:pt x="440722" y="292151"/>
                </a:lnTo>
                <a:lnTo>
                  <a:pt x="373732" y="293922"/>
                </a:lnTo>
                <a:lnTo>
                  <a:pt x="306734" y="295685"/>
                </a:lnTo>
                <a:lnTo>
                  <a:pt x="239744" y="297456"/>
                </a:lnTo>
                <a:lnTo>
                  <a:pt x="172755" y="299218"/>
                </a:lnTo>
                <a:lnTo>
                  <a:pt x="105756" y="300990"/>
                </a:lnTo>
                <a:lnTo>
                  <a:pt x="38767" y="302752"/>
                </a:lnTo>
                <a:lnTo>
                  <a:pt x="0" y="275539"/>
                </a:lnTo>
                <a:lnTo>
                  <a:pt x="0" y="208531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balance-joint-ring">
            <a:extLst xmlns:a="http://schemas.openxmlformats.org/drawingml/2006/main">
              <a:ext uri="{FF2B5EF4-FFF2-40B4-BE49-F238E27FC236}">
                <a16:creationId xmlns:a16="http://schemas.microsoft.com/office/drawing/2014/main" id="{6A7C6E21-AD99-4748-858B-EAB89084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balance-joint-core">
            <a:extLst xmlns:a="http://schemas.openxmlformats.org/drawingml/2006/main">
              <a:ext uri="{FF2B5EF4-FFF2-40B4-BE49-F238E27FC236}">
                <a16:creationId xmlns:a16="http://schemas.microsoft.com/office/drawing/2014/main" id="{6E007492-E81F-421C-9F80-8B3C6BFE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4075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balance-topic-kicker">
            <a:extLst xmlns:a="http://schemas.openxmlformats.org/drawingml/2006/main">
              <a:ext uri="{FF2B5EF4-FFF2-40B4-BE49-F238E27FC236}">
                <a16:creationId xmlns:a16="http://schemas.microsoft.com/office/drawing/2014/main" id="{486935D9-1A0B-4C7D-A0DB-098D5390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600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决策权衡</a:t>
            </a:r>
          </a:p>
        </p:txBody>
      </p:sp>
      <p:sp>
        <p:nvSpPr>
          <p:cNvPr id="17" name="balance-topic-title">
            <a:extLst xmlns:a="http://schemas.openxmlformats.org/drawingml/2006/main">
              <a:ext uri="{FF2B5EF4-FFF2-40B4-BE49-F238E27FC236}">
                <a16:creationId xmlns:a16="http://schemas.microsoft.com/office/drawing/2014/main" id="{79B72EE8-35D0-4661-9FB9-1C4B570F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1838325"/>
            <a:ext cx="4629150" cy="274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是否采用 HTML 作为单一布局源</a:t>
            </a:r>
          </a:p>
        </p:txBody>
      </p:sp>
      <p:sp>
        <p:nvSpPr>
          <p:cNvPr id="18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D6F15DD3-5236-4711-9FCF-B35D7EBE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924300"/>
            <a:ext cx="31242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19" name="benefit-separator">
            <a:extLst xmlns:a="http://schemas.openxmlformats.org/drawingml/2006/main">
              <a:ext uri="{FF2B5EF4-FFF2-40B4-BE49-F238E27FC236}">
                <a16:creationId xmlns:a16="http://schemas.microsoft.com/office/drawing/2014/main" id="{5C80AE2B-F73F-4F8C-A9E2-10881C40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4289231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enefit-points">
            <a:extLst xmlns:a="http://schemas.openxmlformats.org/drawingml/2006/main">
              <a:ext uri="{FF2B5EF4-FFF2-40B4-BE49-F238E27FC236}">
                <a16:creationId xmlns:a16="http://schemas.microsoft.com/office/drawing/2014/main" id="{BD69F187-330C-4EF2-9B32-486D05BC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422581"/>
            <a:ext cx="3124200" cy="483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数量状态可以响应扩散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审美结果可直接审核</a:t>
            </a:r>
          </a:p>
        </p:txBody>
      </p:sp>
      <p:sp>
        <p:nvSpPr>
          <p:cNvPr id="21" name="risk-heading">
            <a:extLst xmlns:a="http://schemas.openxmlformats.org/drawingml/2006/main">
              <a:ext uri="{FF2B5EF4-FFF2-40B4-BE49-F238E27FC236}">
                <a16:creationId xmlns:a16="http://schemas.microsoft.com/office/drawing/2014/main" id="{C527633C-99E2-4AC8-896B-6FFACEE8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657600"/>
            <a:ext cx="31242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代价与风险</a:t>
            </a:r>
          </a:p>
        </p:txBody>
      </p:sp>
      <p:sp>
        <p:nvSpPr>
          <p:cNvPr id="22" name="risk-separator">
            <a:extLst xmlns:a="http://schemas.openxmlformats.org/drawingml/2006/main">
              <a:ext uri="{FF2B5EF4-FFF2-40B4-BE49-F238E27FC236}">
                <a16:creationId xmlns:a16="http://schemas.microsoft.com/office/drawing/2014/main" id="{BA3F82BE-BD5B-4915-987B-1F0A1512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4022531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isk-points">
            <a:extLst xmlns:a="http://schemas.openxmlformats.org/drawingml/2006/main">
              <a:ext uri="{FF2B5EF4-FFF2-40B4-BE49-F238E27FC236}">
                <a16:creationId xmlns:a16="http://schemas.microsoft.com/office/drawing/2014/main" id="{4C394F31-A12B-4D29-93FE-3AA1385B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155881"/>
            <a:ext cx="3124200" cy="483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复杂样式需要限制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媒体依赖必须声明</a:t>
            </a:r>
          </a:p>
        </p:txBody>
      </p:sp>
      <p:sp>
        <p:nvSpPr>
          <p:cNvPr id="24" name="balance-verdict-title">
            <a:extLst xmlns:a="http://schemas.openxmlformats.org/drawingml/2006/main">
              <a:ext uri="{FF2B5EF4-FFF2-40B4-BE49-F238E27FC236}">
                <a16:creationId xmlns:a16="http://schemas.microsoft.com/office/drawing/2014/main" id="{EB45FA9A-23A0-425D-9765-E6F13112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772025"/>
            <a:ext cx="22479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25" name="balance-verdict-separator">
            <a:extLst xmlns:a="http://schemas.openxmlformats.org/drawingml/2006/main">
              <a:ext uri="{FF2B5EF4-FFF2-40B4-BE49-F238E27FC236}">
                <a16:creationId xmlns:a16="http://schemas.microsoft.com/office/drawing/2014/main" id="{99A049F0-C10D-4E20-977E-CE5E10B2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108381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lance-verdict-body">
            <a:extLst xmlns:a="http://schemas.openxmlformats.org/drawingml/2006/main">
              <a:ext uri="{FF2B5EF4-FFF2-40B4-BE49-F238E27FC236}">
                <a16:creationId xmlns:a16="http://schemas.microsoft.com/office/drawing/2014/main" id="{1BF52CC5-8077-400B-A24F-C5909CD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5203631"/>
            <a:ext cx="2247900" cy="70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收益更具长期价值，但必须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以审核组件和明确失败边界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为前提</a:t>
            </a:r>
          </a:p>
        </p:txBody>
      </p:sp>
    </p:spTree>
    <p:extLst>
      <p:ext uri="{BB962C8B-B14F-4D97-AF65-F5344CB8AC3E}">
        <p14:creationId xmlns:p14="http://schemas.microsoft.com/office/powerpoint/2010/main" val="520636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enefit-pan-shadow">
            <a:extLst xmlns:a="http://schemas.openxmlformats.org/drawingml/2006/main">
              <a:ext uri="{FF2B5EF4-FFF2-40B4-BE49-F238E27FC236}">
                <a16:creationId xmlns:a16="http://schemas.microsoft.com/office/drawing/2014/main" id="{A9ED340A-D30F-49F6-9089-0886091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81425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63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5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3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6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2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4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78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BDE9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risk-pan-shadow">
            <a:extLst xmlns:a="http://schemas.openxmlformats.org/drawingml/2006/main">
              <a:ext uri="{FF2B5EF4-FFF2-40B4-BE49-F238E27FC236}">
                <a16:creationId xmlns:a16="http://schemas.microsoft.com/office/drawing/2014/main" id="{78D79290-D272-4CCE-BD77-CD450D36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514725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901" y="1833048"/>
                </a:lnTo>
                <a:lnTo>
                  <a:pt x="1153058" y="1817046"/>
                </a:lnTo>
                <a:lnTo>
                  <a:pt x="1114616" y="1800120"/>
                </a:lnTo>
                <a:lnTo>
                  <a:pt x="1076573" y="1782299"/>
                </a:lnTo>
                <a:lnTo>
                  <a:pt x="1038968" y="1763573"/>
                </a:lnTo>
                <a:lnTo>
                  <a:pt x="1001820" y="1743951"/>
                </a:lnTo>
                <a:lnTo>
                  <a:pt x="965159" y="1723454"/>
                </a:lnTo>
                <a:lnTo>
                  <a:pt x="929002" y="1702060"/>
                </a:lnTo>
                <a:lnTo>
                  <a:pt x="893378" y="1679810"/>
                </a:lnTo>
                <a:lnTo>
                  <a:pt x="858298" y="1656693"/>
                </a:lnTo>
                <a:lnTo>
                  <a:pt x="823798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21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BDE9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balance-hanger-1">
            <a:extLst xmlns:a="http://schemas.openxmlformats.org/drawingml/2006/main">
              <a:ext uri="{FF2B5EF4-FFF2-40B4-BE49-F238E27FC236}">
                <a16:creationId xmlns:a16="http://schemas.microsoft.com/office/drawing/2014/main" id="{1E2956EA-F050-40CC-9E6D-BC74B788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3014358"/>
            <a:ext cx="1847850" cy="700392"/>
          </a:xfrm>
          <a:custGeom xmlns:a="http://schemas.openxmlformats.org/drawingml/2006/main">
            <a:pathLst>
              <a:path w="1847850" h="700392">
                <a:moveTo>
                  <a:pt x="1847850" y="0"/>
                </a:moveTo>
                <a:lnTo>
                  <a:pt x="1830086" y="6734"/>
                </a:lnTo>
                <a:lnTo>
                  <a:pt x="1812312" y="13468"/>
                </a:lnTo>
                <a:lnTo>
                  <a:pt x="1794548" y="20203"/>
                </a:lnTo>
                <a:lnTo>
                  <a:pt x="1776774" y="26937"/>
                </a:lnTo>
                <a:lnTo>
                  <a:pt x="1759010" y="33671"/>
                </a:lnTo>
                <a:lnTo>
                  <a:pt x="1741246" y="40405"/>
                </a:lnTo>
                <a:lnTo>
                  <a:pt x="1723473" y="47139"/>
                </a:lnTo>
                <a:lnTo>
                  <a:pt x="1705708" y="53873"/>
                </a:lnTo>
                <a:lnTo>
                  <a:pt x="1687944" y="60608"/>
                </a:lnTo>
                <a:lnTo>
                  <a:pt x="1670171" y="67342"/>
                </a:lnTo>
                <a:lnTo>
                  <a:pt x="1652407" y="74076"/>
                </a:lnTo>
                <a:lnTo>
                  <a:pt x="1634633" y="80810"/>
                </a:lnTo>
                <a:lnTo>
                  <a:pt x="1616869" y="87554"/>
                </a:lnTo>
                <a:lnTo>
                  <a:pt x="1599105" y="94288"/>
                </a:lnTo>
                <a:lnTo>
                  <a:pt x="1581331" y="101022"/>
                </a:lnTo>
                <a:lnTo>
                  <a:pt x="1563567" y="107756"/>
                </a:lnTo>
                <a:lnTo>
                  <a:pt x="1545793" y="114491"/>
                </a:lnTo>
                <a:lnTo>
                  <a:pt x="1528029" y="121225"/>
                </a:lnTo>
                <a:lnTo>
                  <a:pt x="1510265" y="127959"/>
                </a:lnTo>
                <a:lnTo>
                  <a:pt x="1492491" y="134693"/>
                </a:lnTo>
                <a:lnTo>
                  <a:pt x="1474727" y="141427"/>
                </a:lnTo>
                <a:lnTo>
                  <a:pt x="1456963" y="148161"/>
                </a:lnTo>
                <a:lnTo>
                  <a:pt x="1439189" y="154896"/>
                </a:lnTo>
                <a:lnTo>
                  <a:pt x="1421425" y="161630"/>
                </a:lnTo>
                <a:lnTo>
                  <a:pt x="1403652" y="168364"/>
                </a:lnTo>
                <a:lnTo>
                  <a:pt x="1385888" y="175098"/>
                </a:lnTo>
                <a:lnTo>
                  <a:pt x="1368123" y="181832"/>
                </a:lnTo>
                <a:lnTo>
                  <a:pt x="1350350" y="188566"/>
                </a:lnTo>
                <a:lnTo>
                  <a:pt x="1332586" y="195301"/>
                </a:lnTo>
                <a:lnTo>
                  <a:pt x="1314812" y="202035"/>
                </a:lnTo>
                <a:lnTo>
                  <a:pt x="1297048" y="208769"/>
                </a:lnTo>
                <a:lnTo>
                  <a:pt x="1279284" y="215503"/>
                </a:lnTo>
                <a:lnTo>
                  <a:pt x="1261510" y="222237"/>
                </a:lnTo>
                <a:lnTo>
                  <a:pt x="1243746" y="228971"/>
                </a:lnTo>
                <a:lnTo>
                  <a:pt x="1225982" y="235706"/>
                </a:lnTo>
                <a:lnTo>
                  <a:pt x="1208208" y="242449"/>
                </a:lnTo>
                <a:lnTo>
                  <a:pt x="1190444" y="249184"/>
                </a:lnTo>
                <a:lnTo>
                  <a:pt x="1172670" y="255918"/>
                </a:lnTo>
                <a:lnTo>
                  <a:pt x="1154906" y="262652"/>
                </a:lnTo>
                <a:lnTo>
                  <a:pt x="1137142" y="269386"/>
                </a:lnTo>
                <a:lnTo>
                  <a:pt x="1119368" y="276120"/>
                </a:lnTo>
                <a:lnTo>
                  <a:pt x="1101604" y="282854"/>
                </a:lnTo>
                <a:lnTo>
                  <a:pt x="1083831" y="289589"/>
                </a:lnTo>
                <a:lnTo>
                  <a:pt x="1066067" y="296323"/>
                </a:lnTo>
                <a:lnTo>
                  <a:pt x="1048302" y="303057"/>
                </a:lnTo>
                <a:lnTo>
                  <a:pt x="1030529" y="309791"/>
                </a:lnTo>
                <a:lnTo>
                  <a:pt x="1012765" y="316525"/>
                </a:lnTo>
                <a:lnTo>
                  <a:pt x="995001" y="323259"/>
                </a:lnTo>
                <a:lnTo>
                  <a:pt x="977227" y="329994"/>
                </a:lnTo>
                <a:lnTo>
                  <a:pt x="959463" y="336728"/>
                </a:lnTo>
                <a:lnTo>
                  <a:pt x="941689" y="343462"/>
                </a:lnTo>
                <a:lnTo>
                  <a:pt x="923925" y="350196"/>
                </a:lnTo>
                <a:lnTo>
                  <a:pt x="906161" y="356930"/>
                </a:lnTo>
                <a:lnTo>
                  <a:pt x="888387" y="363665"/>
                </a:lnTo>
                <a:lnTo>
                  <a:pt x="870623" y="370399"/>
                </a:lnTo>
                <a:lnTo>
                  <a:pt x="852849" y="377133"/>
                </a:lnTo>
                <a:lnTo>
                  <a:pt x="835085" y="383867"/>
                </a:lnTo>
                <a:lnTo>
                  <a:pt x="817321" y="390601"/>
                </a:lnTo>
                <a:lnTo>
                  <a:pt x="799548" y="397335"/>
                </a:lnTo>
                <a:lnTo>
                  <a:pt x="781783" y="404079"/>
                </a:lnTo>
                <a:lnTo>
                  <a:pt x="764019" y="410813"/>
                </a:lnTo>
                <a:lnTo>
                  <a:pt x="746246" y="417547"/>
                </a:lnTo>
                <a:lnTo>
                  <a:pt x="728482" y="424282"/>
                </a:lnTo>
                <a:lnTo>
                  <a:pt x="710708" y="431016"/>
                </a:lnTo>
                <a:lnTo>
                  <a:pt x="692944" y="437750"/>
                </a:lnTo>
                <a:lnTo>
                  <a:pt x="675180" y="444484"/>
                </a:lnTo>
                <a:lnTo>
                  <a:pt x="657406" y="451218"/>
                </a:lnTo>
                <a:lnTo>
                  <a:pt x="639642" y="457952"/>
                </a:lnTo>
                <a:lnTo>
                  <a:pt x="621868" y="464687"/>
                </a:lnTo>
                <a:lnTo>
                  <a:pt x="604104" y="471421"/>
                </a:lnTo>
                <a:lnTo>
                  <a:pt x="586340" y="478155"/>
                </a:lnTo>
                <a:lnTo>
                  <a:pt x="568566" y="484889"/>
                </a:lnTo>
                <a:lnTo>
                  <a:pt x="550802" y="491623"/>
                </a:lnTo>
                <a:lnTo>
                  <a:pt x="533038" y="498358"/>
                </a:lnTo>
                <a:lnTo>
                  <a:pt x="515264" y="505092"/>
                </a:lnTo>
                <a:lnTo>
                  <a:pt x="497500" y="511826"/>
                </a:lnTo>
                <a:lnTo>
                  <a:pt x="479727" y="518560"/>
                </a:lnTo>
                <a:lnTo>
                  <a:pt x="461963" y="525294"/>
                </a:lnTo>
                <a:lnTo>
                  <a:pt x="444198" y="532028"/>
                </a:lnTo>
                <a:lnTo>
                  <a:pt x="426425" y="538763"/>
                </a:lnTo>
                <a:lnTo>
                  <a:pt x="408661" y="545497"/>
                </a:lnTo>
                <a:lnTo>
                  <a:pt x="390887" y="552231"/>
                </a:lnTo>
                <a:lnTo>
                  <a:pt x="373123" y="558965"/>
                </a:lnTo>
                <a:lnTo>
                  <a:pt x="355359" y="565709"/>
                </a:lnTo>
                <a:lnTo>
                  <a:pt x="337585" y="572443"/>
                </a:lnTo>
                <a:lnTo>
                  <a:pt x="319821" y="579177"/>
                </a:lnTo>
                <a:lnTo>
                  <a:pt x="302057" y="585911"/>
                </a:lnTo>
                <a:lnTo>
                  <a:pt x="284283" y="592646"/>
                </a:lnTo>
                <a:lnTo>
                  <a:pt x="266519" y="599380"/>
                </a:lnTo>
                <a:lnTo>
                  <a:pt x="248745" y="606114"/>
                </a:lnTo>
                <a:lnTo>
                  <a:pt x="230981" y="612848"/>
                </a:lnTo>
                <a:lnTo>
                  <a:pt x="213217" y="619582"/>
                </a:lnTo>
                <a:lnTo>
                  <a:pt x="195443" y="626316"/>
                </a:lnTo>
                <a:lnTo>
                  <a:pt x="177679" y="633051"/>
                </a:lnTo>
                <a:lnTo>
                  <a:pt x="159906" y="639785"/>
                </a:lnTo>
                <a:lnTo>
                  <a:pt x="142142" y="646519"/>
                </a:lnTo>
                <a:lnTo>
                  <a:pt x="124377" y="653253"/>
                </a:lnTo>
                <a:lnTo>
                  <a:pt x="106604" y="659987"/>
                </a:lnTo>
                <a:lnTo>
                  <a:pt x="88840" y="666721"/>
                </a:lnTo>
                <a:lnTo>
                  <a:pt x="71076" y="673456"/>
                </a:lnTo>
                <a:lnTo>
                  <a:pt x="53302" y="680190"/>
                </a:lnTo>
                <a:lnTo>
                  <a:pt x="35538" y="686924"/>
                </a:lnTo>
                <a:lnTo>
                  <a:pt x="17764" y="693658"/>
                </a:lnTo>
                <a:lnTo>
                  <a:pt x="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F42C1"/>
            </a:solidFill>
            <a:prstDash val="solid"/>
          </a:ln>
        </p:spPr>
      </p:sp>
      <p:sp>
        <p:nvSpPr>
          <p:cNvPr id="4" name="balance-hanger-2">
            <a:extLst xmlns:a="http://schemas.openxmlformats.org/drawingml/2006/main">
              <a:ext uri="{FF2B5EF4-FFF2-40B4-BE49-F238E27FC236}">
                <a16:creationId xmlns:a16="http://schemas.microsoft.com/office/drawing/2014/main" id="{E7EF03D8-2C85-4813-B985-AB4C2FF6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3014358"/>
            <a:ext cx="1257300" cy="700392"/>
          </a:xfrm>
          <a:custGeom xmlns:a="http://schemas.openxmlformats.org/drawingml/2006/main">
            <a:pathLst>
              <a:path w="1257300" h="700392">
                <a:moveTo>
                  <a:pt x="0" y="0"/>
                </a:moveTo>
                <a:lnTo>
                  <a:pt x="16545" y="9220"/>
                </a:lnTo>
                <a:lnTo>
                  <a:pt x="33090" y="18431"/>
                </a:lnTo>
                <a:lnTo>
                  <a:pt x="49635" y="27651"/>
                </a:lnTo>
                <a:lnTo>
                  <a:pt x="66170" y="36862"/>
                </a:lnTo>
                <a:lnTo>
                  <a:pt x="82715" y="46082"/>
                </a:lnTo>
                <a:lnTo>
                  <a:pt x="99260" y="55293"/>
                </a:lnTo>
                <a:lnTo>
                  <a:pt x="115805" y="64513"/>
                </a:lnTo>
                <a:lnTo>
                  <a:pt x="132350" y="73724"/>
                </a:lnTo>
                <a:lnTo>
                  <a:pt x="148895" y="82944"/>
                </a:lnTo>
                <a:lnTo>
                  <a:pt x="165430" y="92154"/>
                </a:lnTo>
                <a:lnTo>
                  <a:pt x="181975" y="101375"/>
                </a:lnTo>
                <a:lnTo>
                  <a:pt x="198520" y="110585"/>
                </a:lnTo>
                <a:lnTo>
                  <a:pt x="215065" y="119805"/>
                </a:lnTo>
                <a:lnTo>
                  <a:pt x="231610" y="129016"/>
                </a:lnTo>
                <a:lnTo>
                  <a:pt x="248155" y="138236"/>
                </a:lnTo>
                <a:lnTo>
                  <a:pt x="264690" y="147447"/>
                </a:lnTo>
                <a:lnTo>
                  <a:pt x="281235" y="156667"/>
                </a:lnTo>
                <a:lnTo>
                  <a:pt x="297780" y="165887"/>
                </a:lnTo>
                <a:lnTo>
                  <a:pt x="314325" y="175098"/>
                </a:lnTo>
                <a:lnTo>
                  <a:pt x="330870" y="184318"/>
                </a:lnTo>
                <a:lnTo>
                  <a:pt x="347415" y="193529"/>
                </a:lnTo>
                <a:lnTo>
                  <a:pt x="363960" y="202749"/>
                </a:lnTo>
                <a:lnTo>
                  <a:pt x="380495" y="211960"/>
                </a:lnTo>
                <a:lnTo>
                  <a:pt x="397040" y="221180"/>
                </a:lnTo>
                <a:lnTo>
                  <a:pt x="413585" y="230391"/>
                </a:lnTo>
                <a:lnTo>
                  <a:pt x="430130" y="239611"/>
                </a:lnTo>
                <a:lnTo>
                  <a:pt x="446675" y="248822"/>
                </a:lnTo>
                <a:lnTo>
                  <a:pt x="463220" y="258042"/>
                </a:lnTo>
                <a:lnTo>
                  <a:pt x="479755" y="267252"/>
                </a:lnTo>
                <a:lnTo>
                  <a:pt x="496300" y="276473"/>
                </a:lnTo>
                <a:lnTo>
                  <a:pt x="512845" y="285683"/>
                </a:lnTo>
                <a:lnTo>
                  <a:pt x="529390" y="294904"/>
                </a:lnTo>
                <a:lnTo>
                  <a:pt x="545935" y="304124"/>
                </a:lnTo>
                <a:lnTo>
                  <a:pt x="562480" y="313334"/>
                </a:lnTo>
                <a:lnTo>
                  <a:pt x="579015" y="322555"/>
                </a:lnTo>
                <a:lnTo>
                  <a:pt x="595560" y="331765"/>
                </a:lnTo>
                <a:lnTo>
                  <a:pt x="612105" y="340985"/>
                </a:lnTo>
                <a:lnTo>
                  <a:pt x="628650" y="350196"/>
                </a:lnTo>
                <a:lnTo>
                  <a:pt x="645195" y="359416"/>
                </a:lnTo>
                <a:lnTo>
                  <a:pt x="661740" y="368627"/>
                </a:lnTo>
                <a:lnTo>
                  <a:pt x="678285" y="377847"/>
                </a:lnTo>
                <a:lnTo>
                  <a:pt x="694820" y="387058"/>
                </a:lnTo>
                <a:lnTo>
                  <a:pt x="711365" y="396278"/>
                </a:lnTo>
                <a:lnTo>
                  <a:pt x="727910" y="405489"/>
                </a:lnTo>
                <a:lnTo>
                  <a:pt x="744455" y="414709"/>
                </a:lnTo>
                <a:lnTo>
                  <a:pt x="761000" y="423920"/>
                </a:lnTo>
                <a:lnTo>
                  <a:pt x="777545" y="433140"/>
                </a:lnTo>
                <a:lnTo>
                  <a:pt x="794080" y="442351"/>
                </a:lnTo>
                <a:lnTo>
                  <a:pt x="810625" y="451571"/>
                </a:lnTo>
                <a:lnTo>
                  <a:pt x="827170" y="460791"/>
                </a:lnTo>
                <a:lnTo>
                  <a:pt x="843715" y="470002"/>
                </a:lnTo>
                <a:lnTo>
                  <a:pt x="860260" y="479222"/>
                </a:lnTo>
                <a:lnTo>
                  <a:pt x="876805" y="488432"/>
                </a:lnTo>
                <a:lnTo>
                  <a:pt x="893340" y="497653"/>
                </a:lnTo>
                <a:lnTo>
                  <a:pt x="909885" y="506863"/>
                </a:lnTo>
                <a:lnTo>
                  <a:pt x="926430" y="516084"/>
                </a:lnTo>
                <a:lnTo>
                  <a:pt x="942975" y="525294"/>
                </a:lnTo>
                <a:lnTo>
                  <a:pt x="959520" y="534514"/>
                </a:lnTo>
                <a:lnTo>
                  <a:pt x="976065" y="543725"/>
                </a:lnTo>
                <a:lnTo>
                  <a:pt x="992610" y="552945"/>
                </a:lnTo>
                <a:lnTo>
                  <a:pt x="1009145" y="562156"/>
                </a:lnTo>
                <a:lnTo>
                  <a:pt x="1025690" y="571376"/>
                </a:lnTo>
                <a:lnTo>
                  <a:pt x="1042235" y="580587"/>
                </a:lnTo>
                <a:lnTo>
                  <a:pt x="1058780" y="589807"/>
                </a:lnTo>
                <a:lnTo>
                  <a:pt x="1075325" y="599027"/>
                </a:lnTo>
                <a:lnTo>
                  <a:pt x="1091870" y="608238"/>
                </a:lnTo>
                <a:lnTo>
                  <a:pt x="1108405" y="617458"/>
                </a:lnTo>
                <a:lnTo>
                  <a:pt x="1124950" y="626669"/>
                </a:lnTo>
                <a:lnTo>
                  <a:pt x="1141495" y="635889"/>
                </a:lnTo>
                <a:lnTo>
                  <a:pt x="1158040" y="645100"/>
                </a:lnTo>
                <a:lnTo>
                  <a:pt x="1174585" y="654320"/>
                </a:lnTo>
                <a:lnTo>
                  <a:pt x="1191130" y="663531"/>
                </a:lnTo>
                <a:lnTo>
                  <a:pt x="1207665" y="672751"/>
                </a:lnTo>
                <a:lnTo>
                  <a:pt x="1224210" y="681961"/>
                </a:lnTo>
                <a:lnTo>
                  <a:pt x="1240755" y="691182"/>
                </a:lnTo>
                <a:lnTo>
                  <a:pt x="125730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F42C1"/>
            </a:solidFill>
            <a:prstDash val="solid"/>
          </a:ln>
        </p:spPr>
      </p:sp>
      <p:sp>
        <p:nvSpPr>
          <p:cNvPr id="5" name="balance-hanger-3">
            <a:extLst xmlns:a="http://schemas.openxmlformats.org/drawingml/2006/main">
              <a:ext uri="{FF2B5EF4-FFF2-40B4-BE49-F238E27FC236}">
                <a16:creationId xmlns:a16="http://schemas.microsoft.com/office/drawing/2014/main" id="{309F8540-E393-4395-B149-B885D6CF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853042"/>
            <a:ext cx="1257300" cy="595008"/>
          </a:xfrm>
          <a:custGeom xmlns:a="http://schemas.openxmlformats.org/drawingml/2006/main">
            <a:pathLst>
              <a:path w="1257300" h="595008">
                <a:moveTo>
                  <a:pt x="1257300" y="0"/>
                </a:moveTo>
                <a:lnTo>
                  <a:pt x="1240307" y="8039"/>
                </a:lnTo>
                <a:lnTo>
                  <a:pt x="1223315" y="16078"/>
                </a:lnTo>
                <a:lnTo>
                  <a:pt x="1206332" y="24117"/>
                </a:lnTo>
                <a:lnTo>
                  <a:pt x="1189339" y="32166"/>
                </a:lnTo>
                <a:lnTo>
                  <a:pt x="1172347" y="40205"/>
                </a:lnTo>
                <a:lnTo>
                  <a:pt x="1155354" y="48244"/>
                </a:lnTo>
                <a:lnTo>
                  <a:pt x="1138361" y="56283"/>
                </a:lnTo>
                <a:lnTo>
                  <a:pt x="1121378" y="64322"/>
                </a:lnTo>
                <a:lnTo>
                  <a:pt x="1104386" y="72361"/>
                </a:lnTo>
                <a:lnTo>
                  <a:pt x="1087393" y="80410"/>
                </a:lnTo>
                <a:lnTo>
                  <a:pt x="1070400" y="88449"/>
                </a:lnTo>
                <a:lnTo>
                  <a:pt x="1053417" y="96488"/>
                </a:lnTo>
                <a:lnTo>
                  <a:pt x="1036425" y="104527"/>
                </a:lnTo>
                <a:lnTo>
                  <a:pt x="1019432" y="112566"/>
                </a:lnTo>
                <a:lnTo>
                  <a:pt x="1002440" y="120606"/>
                </a:lnTo>
                <a:lnTo>
                  <a:pt x="985447" y="128654"/>
                </a:lnTo>
                <a:lnTo>
                  <a:pt x="968464" y="136693"/>
                </a:lnTo>
                <a:lnTo>
                  <a:pt x="951471" y="144732"/>
                </a:lnTo>
                <a:lnTo>
                  <a:pt x="934479" y="152771"/>
                </a:lnTo>
                <a:lnTo>
                  <a:pt x="917486" y="160811"/>
                </a:lnTo>
                <a:lnTo>
                  <a:pt x="900503" y="168850"/>
                </a:lnTo>
                <a:lnTo>
                  <a:pt x="883510" y="176889"/>
                </a:lnTo>
                <a:lnTo>
                  <a:pt x="866518" y="184937"/>
                </a:lnTo>
                <a:lnTo>
                  <a:pt x="849525" y="192977"/>
                </a:lnTo>
                <a:lnTo>
                  <a:pt x="832533" y="201016"/>
                </a:lnTo>
                <a:lnTo>
                  <a:pt x="815550" y="209055"/>
                </a:lnTo>
                <a:lnTo>
                  <a:pt x="798557" y="217094"/>
                </a:lnTo>
                <a:lnTo>
                  <a:pt x="781564" y="225133"/>
                </a:lnTo>
                <a:lnTo>
                  <a:pt x="764572" y="233182"/>
                </a:lnTo>
                <a:lnTo>
                  <a:pt x="747589" y="241221"/>
                </a:lnTo>
                <a:lnTo>
                  <a:pt x="730596" y="249260"/>
                </a:lnTo>
                <a:lnTo>
                  <a:pt x="713603" y="257299"/>
                </a:lnTo>
                <a:lnTo>
                  <a:pt x="696611" y="265338"/>
                </a:lnTo>
                <a:lnTo>
                  <a:pt x="679618" y="273377"/>
                </a:lnTo>
                <a:lnTo>
                  <a:pt x="662635" y="281416"/>
                </a:lnTo>
                <a:lnTo>
                  <a:pt x="645643" y="289465"/>
                </a:lnTo>
                <a:lnTo>
                  <a:pt x="628650" y="297504"/>
                </a:lnTo>
                <a:lnTo>
                  <a:pt x="611657" y="305543"/>
                </a:lnTo>
                <a:lnTo>
                  <a:pt x="594665" y="313582"/>
                </a:lnTo>
                <a:lnTo>
                  <a:pt x="577682" y="321621"/>
                </a:lnTo>
                <a:lnTo>
                  <a:pt x="560689" y="329660"/>
                </a:lnTo>
                <a:lnTo>
                  <a:pt x="543697" y="337709"/>
                </a:lnTo>
                <a:lnTo>
                  <a:pt x="526704" y="345748"/>
                </a:lnTo>
                <a:lnTo>
                  <a:pt x="509711" y="353787"/>
                </a:lnTo>
                <a:lnTo>
                  <a:pt x="492728" y="361826"/>
                </a:lnTo>
                <a:lnTo>
                  <a:pt x="475736" y="369865"/>
                </a:lnTo>
                <a:lnTo>
                  <a:pt x="458743" y="377904"/>
                </a:lnTo>
                <a:lnTo>
                  <a:pt x="441750" y="385953"/>
                </a:lnTo>
                <a:lnTo>
                  <a:pt x="424767" y="393992"/>
                </a:lnTo>
                <a:lnTo>
                  <a:pt x="407775" y="402031"/>
                </a:lnTo>
                <a:lnTo>
                  <a:pt x="390782" y="410070"/>
                </a:lnTo>
                <a:lnTo>
                  <a:pt x="373790" y="418109"/>
                </a:lnTo>
                <a:lnTo>
                  <a:pt x="356797" y="426149"/>
                </a:lnTo>
                <a:lnTo>
                  <a:pt x="339814" y="434188"/>
                </a:lnTo>
                <a:lnTo>
                  <a:pt x="322821" y="442236"/>
                </a:lnTo>
                <a:lnTo>
                  <a:pt x="305829" y="450275"/>
                </a:lnTo>
                <a:lnTo>
                  <a:pt x="288836" y="458314"/>
                </a:lnTo>
                <a:lnTo>
                  <a:pt x="271853" y="466354"/>
                </a:lnTo>
                <a:lnTo>
                  <a:pt x="254860" y="474393"/>
                </a:lnTo>
                <a:lnTo>
                  <a:pt x="237868" y="482432"/>
                </a:lnTo>
                <a:lnTo>
                  <a:pt x="220875" y="490480"/>
                </a:lnTo>
                <a:lnTo>
                  <a:pt x="203883" y="498519"/>
                </a:lnTo>
                <a:lnTo>
                  <a:pt x="186900" y="506559"/>
                </a:lnTo>
                <a:lnTo>
                  <a:pt x="169907" y="514598"/>
                </a:lnTo>
                <a:lnTo>
                  <a:pt x="152914" y="522637"/>
                </a:lnTo>
                <a:lnTo>
                  <a:pt x="135922" y="530676"/>
                </a:lnTo>
                <a:lnTo>
                  <a:pt x="118939" y="538724"/>
                </a:lnTo>
                <a:lnTo>
                  <a:pt x="101946" y="546764"/>
                </a:lnTo>
                <a:lnTo>
                  <a:pt x="84953" y="554803"/>
                </a:lnTo>
                <a:lnTo>
                  <a:pt x="67961" y="562842"/>
                </a:lnTo>
                <a:lnTo>
                  <a:pt x="50968" y="570881"/>
                </a:lnTo>
                <a:lnTo>
                  <a:pt x="33985" y="578920"/>
                </a:lnTo>
                <a:lnTo>
                  <a:pt x="16993" y="586959"/>
                </a:lnTo>
                <a:lnTo>
                  <a:pt x="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F42C1"/>
            </a:solidFill>
            <a:prstDash val="solid"/>
          </a:ln>
        </p:spPr>
      </p:sp>
      <p:sp>
        <p:nvSpPr>
          <p:cNvPr id="6" name="balance-hanger-4">
            <a:extLst xmlns:a="http://schemas.openxmlformats.org/drawingml/2006/main">
              <a:ext uri="{FF2B5EF4-FFF2-40B4-BE49-F238E27FC236}">
                <a16:creationId xmlns:a16="http://schemas.microsoft.com/office/drawing/2014/main" id="{78484A84-D760-489A-AED2-69EE9A47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2853042"/>
            <a:ext cx="1847850" cy="595008"/>
          </a:xfrm>
          <a:custGeom xmlns:a="http://schemas.openxmlformats.org/drawingml/2006/main">
            <a:pathLst>
              <a:path w="1847850" h="595008">
                <a:moveTo>
                  <a:pt x="0" y="0"/>
                </a:moveTo>
                <a:lnTo>
                  <a:pt x="18117" y="5829"/>
                </a:lnTo>
                <a:lnTo>
                  <a:pt x="36233" y="11668"/>
                </a:lnTo>
                <a:lnTo>
                  <a:pt x="54350" y="17497"/>
                </a:lnTo>
                <a:lnTo>
                  <a:pt x="72466" y="23336"/>
                </a:lnTo>
                <a:lnTo>
                  <a:pt x="90583" y="29166"/>
                </a:lnTo>
                <a:lnTo>
                  <a:pt x="108699" y="35004"/>
                </a:lnTo>
                <a:lnTo>
                  <a:pt x="126816" y="40834"/>
                </a:lnTo>
                <a:lnTo>
                  <a:pt x="144932" y="46663"/>
                </a:lnTo>
                <a:lnTo>
                  <a:pt x="163049" y="52502"/>
                </a:lnTo>
                <a:lnTo>
                  <a:pt x="181166" y="58331"/>
                </a:lnTo>
                <a:lnTo>
                  <a:pt x="199282" y="64170"/>
                </a:lnTo>
                <a:lnTo>
                  <a:pt x="217399" y="69999"/>
                </a:lnTo>
                <a:lnTo>
                  <a:pt x="235506" y="75838"/>
                </a:lnTo>
                <a:lnTo>
                  <a:pt x="253622" y="81667"/>
                </a:lnTo>
                <a:lnTo>
                  <a:pt x="271739" y="87497"/>
                </a:lnTo>
                <a:lnTo>
                  <a:pt x="289855" y="93335"/>
                </a:lnTo>
                <a:lnTo>
                  <a:pt x="307972" y="99165"/>
                </a:lnTo>
                <a:lnTo>
                  <a:pt x="326088" y="105004"/>
                </a:lnTo>
                <a:lnTo>
                  <a:pt x="344205" y="110833"/>
                </a:lnTo>
                <a:lnTo>
                  <a:pt x="362321" y="116672"/>
                </a:lnTo>
                <a:lnTo>
                  <a:pt x="380438" y="122501"/>
                </a:lnTo>
                <a:lnTo>
                  <a:pt x="398555" y="128330"/>
                </a:lnTo>
                <a:lnTo>
                  <a:pt x="416671" y="134169"/>
                </a:lnTo>
                <a:lnTo>
                  <a:pt x="434788" y="139998"/>
                </a:lnTo>
                <a:lnTo>
                  <a:pt x="452904" y="145837"/>
                </a:lnTo>
                <a:lnTo>
                  <a:pt x="471021" y="151667"/>
                </a:lnTo>
                <a:lnTo>
                  <a:pt x="489137" y="157505"/>
                </a:lnTo>
                <a:lnTo>
                  <a:pt x="507254" y="163335"/>
                </a:lnTo>
                <a:lnTo>
                  <a:pt x="525370" y="169164"/>
                </a:lnTo>
                <a:lnTo>
                  <a:pt x="543487" y="175003"/>
                </a:lnTo>
                <a:lnTo>
                  <a:pt x="561604" y="180832"/>
                </a:lnTo>
                <a:lnTo>
                  <a:pt x="579720" y="186671"/>
                </a:lnTo>
                <a:lnTo>
                  <a:pt x="597837" y="192500"/>
                </a:lnTo>
                <a:lnTo>
                  <a:pt x="615953" y="198339"/>
                </a:lnTo>
                <a:lnTo>
                  <a:pt x="634070" y="204168"/>
                </a:lnTo>
                <a:lnTo>
                  <a:pt x="652186" y="209998"/>
                </a:lnTo>
                <a:lnTo>
                  <a:pt x="670303" y="215837"/>
                </a:lnTo>
                <a:lnTo>
                  <a:pt x="688419" y="221666"/>
                </a:lnTo>
                <a:lnTo>
                  <a:pt x="706526" y="227505"/>
                </a:lnTo>
                <a:lnTo>
                  <a:pt x="724643" y="233334"/>
                </a:lnTo>
                <a:lnTo>
                  <a:pt x="742760" y="239173"/>
                </a:lnTo>
                <a:lnTo>
                  <a:pt x="760876" y="245002"/>
                </a:lnTo>
                <a:lnTo>
                  <a:pt x="778993" y="250831"/>
                </a:lnTo>
                <a:lnTo>
                  <a:pt x="797109" y="256670"/>
                </a:lnTo>
                <a:lnTo>
                  <a:pt x="815226" y="262499"/>
                </a:lnTo>
                <a:lnTo>
                  <a:pt x="833342" y="268338"/>
                </a:lnTo>
                <a:lnTo>
                  <a:pt x="851459" y="274168"/>
                </a:lnTo>
                <a:lnTo>
                  <a:pt x="869575" y="280006"/>
                </a:lnTo>
                <a:lnTo>
                  <a:pt x="887692" y="285836"/>
                </a:lnTo>
                <a:lnTo>
                  <a:pt x="905808" y="291665"/>
                </a:lnTo>
                <a:lnTo>
                  <a:pt x="923925" y="297504"/>
                </a:lnTo>
                <a:lnTo>
                  <a:pt x="942042" y="303333"/>
                </a:lnTo>
                <a:lnTo>
                  <a:pt x="960158" y="309172"/>
                </a:lnTo>
                <a:lnTo>
                  <a:pt x="978275" y="315001"/>
                </a:lnTo>
                <a:lnTo>
                  <a:pt x="996391" y="320840"/>
                </a:lnTo>
                <a:lnTo>
                  <a:pt x="1014508" y="326669"/>
                </a:lnTo>
                <a:lnTo>
                  <a:pt x="1032624" y="332499"/>
                </a:lnTo>
                <a:lnTo>
                  <a:pt x="1050741" y="338338"/>
                </a:lnTo>
                <a:lnTo>
                  <a:pt x="1068857" y="344167"/>
                </a:lnTo>
                <a:lnTo>
                  <a:pt x="1086974" y="350006"/>
                </a:lnTo>
                <a:lnTo>
                  <a:pt x="1105091" y="355835"/>
                </a:lnTo>
                <a:lnTo>
                  <a:pt x="1123207" y="361674"/>
                </a:lnTo>
                <a:lnTo>
                  <a:pt x="1141314" y="367503"/>
                </a:lnTo>
                <a:lnTo>
                  <a:pt x="1159431" y="373332"/>
                </a:lnTo>
                <a:lnTo>
                  <a:pt x="1177547" y="379171"/>
                </a:lnTo>
                <a:lnTo>
                  <a:pt x="1195664" y="385001"/>
                </a:lnTo>
                <a:lnTo>
                  <a:pt x="1213780" y="390839"/>
                </a:lnTo>
                <a:lnTo>
                  <a:pt x="1231897" y="396669"/>
                </a:lnTo>
                <a:lnTo>
                  <a:pt x="1250013" y="402507"/>
                </a:lnTo>
                <a:lnTo>
                  <a:pt x="1268130" y="408337"/>
                </a:lnTo>
                <a:lnTo>
                  <a:pt x="1286246" y="414166"/>
                </a:lnTo>
                <a:lnTo>
                  <a:pt x="1304363" y="420005"/>
                </a:lnTo>
                <a:lnTo>
                  <a:pt x="1322480" y="425834"/>
                </a:lnTo>
                <a:lnTo>
                  <a:pt x="1340596" y="431673"/>
                </a:lnTo>
                <a:lnTo>
                  <a:pt x="1358713" y="437502"/>
                </a:lnTo>
                <a:lnTo>
                  <a:pt x="1376829" y="443332"/>
                </a:lnTo>
                <a:lnTo>
                  <a:pt x="1394946" y="449170"/>
                </a:lnTo>
                <a:lnTo>
                  <a:pt x="1413062" y="455000"/>
                </a:lnTo>
                <a:lnTo>
                  <a:pt x="1431179" y="460839"/>
                </a:lnTo>
                <a:lnTo>
                  <a:pt x="1449295" y="466668"/>
                </a:lnTo>
                <a:lnTo>
                  <a:pt x="1467412" y="472507"/>
                </a:lnTo>
                <a:lnTo>
                  <a:pt x="1485529" y="478336"/>
                </a:lnTo>
                <a:lnTo>
                  <a:pt x="1503645" y="484165"/>
                </a:lnTo>
                <a:lnTo>
                  <a:pt x="1521762" y="490004"/>
                </a:lnTo>
                <a:lnTo>
                  <a:pt x="1539878" y="495833"/>
                </a:lnTo>
                <a:lnTo>
                  <a:pt x="1557995" y="501672"/>
                </a:lnTo>
                <a:lnTo>
                  <a:pt x="1576111" y="507502"/>
                </a:lnTo>
                <a:lnTo>
                  <a:pt x="1594228" y="513340"/>
                </a:lnTo>
                <a:lnTo>
                  <a:pt x="1612344" y="519170"/>
                </a:lnTo>
                <a:lnTo>
                  <a:pt x="1630461" y="524999"/>
                </a:lnTo>
                <a:lnTo>
                  <a:pt x="1648568" y="530838"/>
                </a:lnTo>
                <a:lnTo>
                  <a:pt x="1666685" y="536667"/>
                </a:lnTo>
                <a:lnTo>
                  <a:pt x="1684801" y="542506"/>
                </a:lnTo>
                <a:lnTo>
                  <a:pt x="1702918" y="548335"/>
                </a:lnTo>
                <a:lnTo>
                  <a:pt x="1721034" y="554174"/>
                </a:lnTo>
                <a:lnTo>
                  <a:pt x="1739151" y="560003"/>
                </a:lnTo>
                <a:lnTo>
                  <a:pt x="1757267" y="565833"/>
                </a:lnTo>
                <a:lnTo>
                  <a:pt x="1775384" y="571671"/>
                </a:lnTo>
                <a:lnTo>
                  <a:pt x="1793500" y="577501"/>
                </a:lnTo>
                <a:lnTo>
                  <a:pt x="1811617" y="583340"/>
                </a:lnTo>
                <a:lnTo>
                  <a:pt x="1829733" y="589169"/>
                </a:lnTo>
                <a:lnTo>
                  <a:pt x="184785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F42C1"/>
            </a:solidFill>
            <a:prstDash val="solid"/>
          </a:ln>
        </p:spPr>
      </p:sp>
      <p:sp>
        <p:nvSpPr>
          <p:cNvPr id="7" name="benefit-pan">
            <a:extLst xmlns:a="http://schemas.openxmlformats.org/drawingml/2006/main">
              <a:ext uri="{FF2B5EF4-FFF2-40B4-BE49-F238E27FC236}">
                <a16:creationId xmlns:a16="http://schemas.microsoft.com/office/drawing/2014/main" id="{E4B6FC90-00DA-4B1E-B877-9A00D54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695700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6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6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5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7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7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72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6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1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7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4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74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6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7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28575">
            <a:solidFill>
              <a:srgbClr val="6F42C1"/>
            </a:solidFill>
            <a:prstDash val="solid"/>
          </a:ln>
        </p:spPr>
      </p:sp>
      <p:sp>
        <p:nvSpPr>
          <p:cNvPr id="8" name="risk-pan">
            <a:extLst xmlns:a="http://schemas.openxmlformats.org/drawingml/2006/main">
              <a:ext uri="{FF2B5EF4-FFF2-40B4-BE49-F238E27FC236}">
                <a16:creationId xmlns:a16="http://schemas.microsoft.com/office/drawing/2014/main" id="{76E4BF6C-84A0-43FC-B67F-9F261EC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75" y="3429000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12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78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30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28575">
            <a:solidFill>
              <a:srgbClr val="A082D6"/>
            </a:solidFill>
            <a:prstDash val="solid"/>
          </a:ln>
        </p:spPr>
      </p:sp>
      <p:sp>
        <p:nvSpPr>
          <p:cNvPr id="9" name="benefit-rim-highlight">
            <a:extLst xmlns:a="http://schemas.openxmlformats.org/drawingml/2006/main">
              <a:ext uri="{FF2B5EF4-FFF2-40B4-BE49-F238E27FC236}">
                <a16:creationId xmlns:a16="http://schemas.microsoft.com/office/drawing/2014/main" id="{6A0D972B-CBA6-4F29-85C6-E0309881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7623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risk-rim-highlight">
            <a:extLst xmlns:a="http://schemas.openxmlformats.org/drawingml/2006/main">
              <a:ext uri="{FF2B5EF4-FFF2-40B4-BE49-F238E27FC236}">
                <a16:creationId xmlns:a16="http://schemas.microsoft.com/office/drawing/2014/main" id="{FE7E35B7-BA0D-478D-86E2-4A64BFB0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4956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balance-fulcrum">
            <a:extLst xmlns:a="http://schemas.openxmlformats.org/drawingml/2006/main">
              <a:ext uri="{FF2B5EF4-FFF2-40B4-BE49-F238E27FC236}">
                <a16:creationId xmlns:a16="http://schemas.microsoft.com/office/drawing/2014/main" id="{BF05E73F-D5DE-4C58-BD3D-A7DD1462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5420" y="3067050"/>
            <a:ext cx="3798141" cy="2952750"/>
          </a:xfrm>
          <a:custGeom xmlns:a="http://schemas.openxmlformats.org/drawingml/2006/main">
            <a:pathLst>
              <a:path w="3798141" h="2952750">
                <a:moveTo>
                  <a:pt x="1643405" y="0"/>
                </a:moveTo>
                <a:lnTo>
                  <a:pt x="1689602" y="0"/>
                </a:lnTo>
                <a:lnTo>
                  <a:pt x="1735798" y="0"/>
                </a:lnTo>
                <a:lnTo>
                  <a:pt x="1781994" y="0"/>
                </a:lnTo>
                <a:lnTo>
                  <a:pt x="1828190" y="0"/>
                </a:lnTo>
                <a:lnTo>
                  <a:pt x="1874387" y="0"/>
                </a:lnTo>
                <a:lnTo>
                  <a:pt x="1920583" y="0"/>
                </a:lnTo>
                <a:lnTo>
                  <a:pt x="1966779" y="0"/>
                </a:lnTo>
                <a:lnTo>
                  <a:pt x="2012975" y="0"/>
                </a:lnTo>
                <a:lnTo>
                  <a:pt x="2059172" y="0"/>
                </a:lnTo>
                <a:lnTo>
                  <a:pt x="2105368" y="0"/>
                </a:lnTo>
                <a:lnTo>
                  <a:pt x="2151574" y="0"/>
                </a:lnTo>
                <a:lnTo>
                  <a:pt x="2177253" y="34938"/>
                </a:lnTo>
                <a:lnTo>
                  <a:pt x="2199761" y="75276"/>
                </a:lnTo>
                <a:lnTo>
                  <a:pt x="2222278" y="115614"/>
                </a:lnTo>
                <a:lnTo>
                  <a:pt x="2244785" y="155962"/>
                </a:lnTo>
                <a:lnTo>
                  <a:pt x="2267302" y="196301"/>
                </a:lnTo>
                <a:lnTo>
                  <a:pt x="2289810" y="236639"/>
                </a:lnTo>
                <a:lnTo>
                  <a:pt x="2312327" y="276977"/>
                </a:lnTo>
                <a:lnTo>
                  <a:pt x="2334844" y="317316"/>
                </a:lnTo>
                <a:lnTo>
                  <a:pt x="2357352" y="357664"/>
                </a:lnTo>
                <a:lnTo>
                  <a:pt x="2379869" y="398002"/>
                </a:lnTo>
                <a:lnTo>
                  <a:pt x="2402376" y="438341"/>
                </a:lnTo>
                <a:lnTo>
                  <a:pt x="2424894" y="478679"/>
                </a:lnTo>
                <a:lnTo>
                  <a:pt x="2447401" y="519017"/>
                </a:lnTo>
                <a:lnTo>
                  <a:pt x="2469918" y="559356"/>
                </a:lnTo>
                <a:lnTo>
                  <a:pt x="2492426" y="599704"/>
                </a:lnTo>
                <a:lnTo>
                  <a:pt x="2514943" y="640042"/>
                </a:lnTo>
                <a:lnTo>
                  <a:pt x="2537450" y="680380"/>
                </a:lnTo>
                <a:lnTo>
                  <a:pt x="2559968" y="720719"/>
                </a:lnTo>
                <a:lnTo>
                  <a:pt x="2582475" y="761057"/>
                </a:lnTo>
                <a:lnTo>
                  <a:pt x="2604992" y="801405"/>
                </a:lnTo>
                <a:lnTo>
                  <a:pt x="2627500" y="841743"/>
                </a:lnTo>
                <a:lnTo>
                  <a:pt x="2650017" y="882082"/>
                </a:lnTo>
                <a:lnTo>
                  <a:pt x="2672525" y="922420"/>
                </a:lnTo>
                <a:lnTo>
                  <a:pt x="2695042" y="962758"/>
                </a:lnTo>
                <a:lnTo>
                  <a:pt x="2717549" y="1003097"/>
                </a:lnTo>
                <a:lnTo>
                  <a:pt x="2740066" y="1043445"/>
                </a:lnTo>
                <a:lnTo>
                  <a:pt x="2762574" y="1083783"/>
                </a:lnTo>
                <a:lnTo>
                  <a:pt x="2785091" y="1124121"/>
                </a:lnTo>
                <a:lnTo>
                  <a:pt x="2807599" y="1164460"/>
                </a:lnTo>
                <a:lnTo>
                  <a:pt x="2830116" y="1204798"/>
                </a:lnTo>
                <a:lnTo>
                  <a:pt x="2852623" y="1245146"/>
                </a:lnTo>
                <a:lnTo>
                  <a:pt x="2875140" y="1285484"/>
                </a:lnTo>
                <a:lnTo>
                  <a:pt x="2897648" y="1325823"/>
                </a:lnTo>
                <a:lnTo>
                  <a:pt x="2920165" y="1366161"/>
                </a:lnTo>
                <a:lnTo>
                  <a:pt x="2942673" y="1406500"/>
                </a:lnTo>
                <a:lnTo>
                  <a:pt x="2965190" y="1446838"/>
                </a:lnTo>
                <a:lnTo>
                  <a:pt x="2987697" y="1487186"/>
                </a:lnTo>
                <a:lnTo>
                  <a:pt x="3010214" y="1527524"/>
                </a:lnTo>
                <a:lnTo>
                  <a:pt x="3032722" y="1567863"/>
                </a:lnTo>
                <a:lnTo>
                  <a:pt x="3055239" y="1608201"/>
                </a:lnTo>
                <a:lnTo>
                  <a:pt x="3077747" y="1648539"/>
                </a:lnTo>
                <a:lnTo>
                  <a:pt x="3100264" y="1688887"/>
                </a:lnTo>
                <a:lnTo>
                  <a:pt x="3122771" y="1729226"/>
                </a:lnTo>
                <a:lnTo>
                  <a:pt x="3145288" y="1769564"/>
                </a:lnTo>
                <a:lnTo>
                  <a:pt x="3167796" y="1809902"/>
                </a:lnTo>
                <a:lnTo>
                  <a:pt x="3190313" y="1850241"/>
                </a:lnTo>
                <a:lnTo>
                  <a:pt x="3212821" y="1890589"/>
                </a:lnTo>
                <a:lnTo>
                  <a:pt x="3235338" y="1930927"/>
                </a:lnTo>
                <a:lnTo>
                  <a:pt x="3257845" y="1971265"/>
                </a:lnTo>
                <a:lnTo>
                  <a:pt x="3280362" y="2011604"/>
                </a:lnTo>
                <a:lnTo>
                  <a:pt x="3302870" y="2051942"/>
                </a:lnTo>
                <a:lnTo>
                  <a:pt x="3325387" y="2092281"/>
                </a:lnTo>
                <a:lnTo>
                  <a:pt x="3347895" y="2132628"/>
                </a:lnTo>
                <a:lnTo>
                  <a:pt x="3370412" y="2172967"/>
                </a:lnTo>
                <a:lnTo>
                  <a:pt x="3392919" y="2213305"/>
                </a:lnTo>
                <a:lnTo>
                  <a:pt x="3415436" y="2253644"/>
                </a:lnTo>
                <a:lnTo>
                  <a:pt x="3437944" y="2293982"/>
                </a:lnTo>
                <a:lnTo>
                  <a:pt x="3460461" y="2334330"/>
                </a:lnTo>
                <a:lnTo>
                  <a:pt x="3482969" y="2374668"/>
                </a:lnTo>
                <a:lnTo>
                  <a:pt x="3505486" y="2415007"/>
                </a:lnTo>
                <a:lnTo>
                  <a:pt x="3527993" y="2455345"/>
                </a:lnTo>
                <a:lnTo>
                  <a:pt x="3550510" y="2495683"/>
                </a:lnTo>
                <a:lnTo>
                  <a:pt x="3573018" y="2536031"/>
                </a:lnTo>
                <a:lnTo>
                  <a:pt x="3595535" y="2576370"/>
                </a:lnTo>
                <a:lnTo>
                  <a:pt x="3618043" y="2616708"/>
                </a:lnTo>
                <a:lnTo>
                  <a:pt x="3640560" y="2657046"/>
                </a:lnTo>
                <a:lnTo>
                  <a:pt x="3663067" y="2697385"/>
                </a:lnTo>
                <a:lnTo>
                  <a:pt x="3685584" y="2737723"/>
                </a:lnTo>
                <a:lnTo>
                  <a:pt x="3708092" y="2778071"/>
                </a:lnTo>
                <a:lnTo>
                  <a:pt x="3730609" y="2818409"/>
                </a:lnTo>
                <a:lnTo>
                  <a:pt x="3753117" y="2858748"/>
                </a:lnTo>
                <a:lnTo>
                  <a:pt x="3775634" y="2899086"/>
                </a:lnTo>
                <a:lnTo>
                  <a:pt x="3798141" y="2939425"/>
                </a:lnTo>
                <a:lnTo>
                  <a:pt x="3774643" y="2952750"/>
                </a:lnTo>
                <a:lnTo>
                  <a:pt x="3728447" y="2952750"/>
                </a:lnTo>
                <a:lnTo>
                  <a:pt x="3682241" y="2952750"/>
                </a:lnTo>
                <a:lnTo>
                  <a:pt x="3636054" y="2952750"/>
                </a:lnTo>
                <a:lnTo>
                  <a:pt x="3589849" y="2952750"/>
                </a:lnTo>
                <a:lnTo>
                  <a:pt x="3543652" y="2952750"/>
                </a:lnTo>
                <a:lnTo>
                  <a:pt x="3497456" y="2952750"/>
                </a:lnTo>
                <a:lnTo>
                  <a:pt x="3451260" y="2952750"/>
                </a:lnTo>
                <a:lnTo>
                  <a:pt x="3405064" y="2952750"/>
                </a:lnTo>
                <a:lnTo>
                  <a:pt x="3358867" y="2952750"/>
                </a:lnTo>
                <a:lnTo>
                  <a:pt x="3312671" y="2952750"/>
                </a:lnTo>
                <a:lnTo>
                  <a:pt x="3266475" y="2952750"/>
                </a:lnTo>
                <a:lnTo>
                  <a:pt x="3220279" y="2952750"/>
                </a:lnTo>
                <a:lnTo>
                  <a:pt x="3174082" y="2952750"/>
                </a:lnTo>
                <a:lnTo>
                  <a:pt x="3127886" y="2952750"/>
                </a:lnTo>
                <a:lnTo>
                  <a:pt x="3081690" y="2952750"/>
                </a:lnTo>
                <a:lnTo>
                  <a:pt x="3035494" y="2952750"/>
                </a:lnTo>
                <a:lnTo>
                  <a:pt x="2989297" y="2952750"/>
                </a:lnTo>
                <a:lnTo>
                  <a:pt x="2943101" y="2952750"/>
                </a:lnTo>
                <a:lnTo>
                  <a:pt x="2896905" y="2952750"/>
                </a:lnTo>
                <a:lnTo>
                  <a:pt x="2850709" y="2952750"/>
                </a:lnTo>
                <a:lnTo>
                  <a:pt x="2804512" y="2952750"/>
                </a:lnTo>
                <a:lnTo>
                  <a:pt x="2758316" y="2952750"/>
                </a:lnTo>
                <a:lnTo>
                  <a:pt x="2712120" y="2952750"/>
                </a:lnTo>
                <a:lnTo>
                  <a:pt x="2665924" y="2952750"/>
                </a:lnTo>
                <a:lnTo>
                  <a:pt x="2619718" y="2952750"/>
                </a:lnTo>
                <a:lnTo>
                  <a:pt x="2573522" y="2952750"/>
                </a:lnTo>
                <a:lnTo>
                  <a:pt x="2527325" y="2952750"/>
                </a:lnTo>
                <a:lnTo>
                  <a:pt x="2481129" y="2952750"/>
                </a:lnTo>
                <a:lnTo>
                  <a:pt x="2434933" y="2952750"/>
                </a:lnTo>
                <a:lnTo>
                  <a:pt x="2388737" y="2952750"/>
                </a:lnTo>
                <a:lnTo>
                  <a:pt x="2342540" y="2952750"/>
                </a:lnTo>
                <a:lnTo>
                  <a:pt x="2296344" y="2952750"/>
                </a:lnTo>
                <a:lnTo>
                  <a:pt x="2250148" y="2952750"/>
                </a:lnTo>
                <a:lnTo>
                  <a:pt x="2203952" y="2952750"/>
                </a:lnTo>
                <a:lnTo>
                  <a:pt x="2157755" y="2952750"/>
                </a:lnTo>
                <a:lnTo>
                  <a:pt x="2111559" y="2952750"/>
                </a:lnTo>
                <a:lnTo>
                  <a:pt x="2065363" y="2952750"/>
                </a:lnTo>
                <a:lnTo>
                  <a:pt x="2019167" y="2952750"/>
                </a:lnTo>
                <a:lnTo>
                  <a:pt x="1972970" y="2952750"/>
                </a:lnTo>
                <a:lnTo>
                  <a:pt x="1926774" y="2952750"/>
                </a:lnTo>
                <a:lnTo>
                  <a:pt x="1880578" y="2952750"/>
                </a:lnTo>
                <a:lnTo>
                  <a:pt x="1834382" y="2952750"/>
                </a:lnTo>
                <a:lnTo>
                  <a:pt x="1788185" y="2952750"/>
                </a:lnTo>
                <a:lnTo>
                  <a:pt x="1741989" y="2952750"/>
                </a:lnTo>
                <a:lnTo>
                  <a:pt x="1695783" y="2952750"/>
                </a:lnTo>
                <a:lnTo>
                  <a:pt x="1649587" y="2952750"/>
                </a:lnTo>
                <a:lnTo>
                  <a:pt x="1603391" y="2952750"/>
                </a:lnTo>
                <a:lnTo>
                  <a:pt x="1557195" y="2952750"/>
                </a:lnTo>
                <a:lnTo>
                  <a:pt x="1510998" y="2952750"/>
                </a:lnTo>
                <a:lnTo>
                  <a:pt x="1464802" y="2952750"/>
                </a:lnTo>
                <a:lnTo>
                  <a:pt x="1418606" y="2952750"/>
                </a:lnTo>
                <a:lnTo>
                  <a:pt x="1372410" y="2952750"/>
                </a:lnTo>
                <a:lnTo>
                  <a:pt x="1326213" y="2952750"/>
                </a:lnTo>
                <a:lnTo>
                  <a:pt x="1280017" y="2952750"/>
                </a:lnTo>
                <a:lnTo>
                  <a:pt x="1233821" y="2952750"/>
                </a:lnTo>
                <a:lnTo>
                  <a:pt x="1187625" y="2952750"/>
                </a:lnTo>
                <a:lnTo>
                  <a:pt x="1141428" y="2952750"/>
                </a:lnTo>
                <a:lnTo>
                  <a:pt x="1095232" y="2952750"/>
                </a:lnTo>
                <a:lnTo>
                  <a:pt x="1049036" y="2952750"/>
                </a:lnTo>
                <a:lnTo>
                  <a:pt x="1002840" y="2952750"/>
                </a:lnTo>
                <a:lnTo>
                  <a:pt x="956643" y="2952750"/>
                </a:lnTo>
                <a:lnTo>
                  <a:pt x="910447" y="2952750"/>
                </a:lnTo>
                <a:lnTo>
                  <a:pt x="864251" y="2952750"/>
                </a:lnTo>
                <a:lnTo>
                  <a:pt x="818055" y="2952750"/>
                </a:lnTo>
                <a:lnTo>
                  <a:pt x="771858" y="2952750"/>
                </a:lnTo>
                <a:lnTo>
                  <a:pt x="725662" y="2952750"/>
                </a:lnTo>
                <a:lnTo>
                  <a:pt x="679466" y="2952750"/>
                </a:lnTo>
                <a:lnTo>
                  <a:pt x="633260" y="2952750"/>
                </a:lnTo>
                <a:lnTo>
                  <a:pt x="587064" y="2952750"/>
                </a:lnTo>
                <a:lnTo>
                  <a:pt x="540868" y="2952750"/>
                </a:lnTo>
                <a:lnTo>
                  <a:pt x="494671" y="2952750"/>
                </a:lnTo>
                <a:lnTo>
                  <a:pt x="448475" y="2952750"/>
                </a:lnTo>
                <a:lnTo>
                  <a:pt x="402279" y="2952750"/>
                </a:lnTo>
                <a:lnTo>
                  <a:pt x="356083" y="2952750"/>
                </a:lnTo>
                <a:lnTo>
                  <a:pt x="309886" y="2952750"/>
                </a:lnTo>
                <a:lnTo>
                  <a:pt x="263690" y="2952750"/>
                </a:lnTo>
                <a:lnTo>
                  <a:pt x="217494" y="2952750"/>
                </a:lnTo>
                <a:lnTo>
                  <a:pt x="171298" y="2952750"/>
                </a:lnTo>
                <a:lnTo>
                  <a:pt x="125101" y="2952750"/>
                </a:lnTo>
                <a:lnTo>
                  <a:pt x="78905" y="2952750"/>
                </a:lnTo>
                <a:lnTo>
                  <a:pt x="32709" y="2952750"/>
                </a:lnTo>
                <a:lnTo>
                  <a:pt x="0" y="2944825"/>
                </a:lnTo>
                <a:lnTo>
                  <a:pt x="22508" y="2904487"/>
                </a:lnTo>
                <a:lnTo>
                  <a:pt x="45025" y="2864148"/>
                </a:lnTo>
                <a:lnTo>
                  <a:pt x="67532" y="2823810"/>
                </a:lnTo>
                <a:lnTo>
                  <a:pt x="90049" y="2783472"/>
                </a:lnTo>
                <a:lnTo>
                  <a:pt x="112566" y="2743133"/>
                </a:lnTo>
                <a:lnTo>
                  <a:pt x="135074" y="2702785"/>
                </a:lnTo>
                <a:lnTo>
                  <a:pt x="157591" y="2662447"/>
                </a:lnTo>
                <a:lnTo>
                  <a:pt x="180099" y="2622109"/>
                </a:lnTo>
                <a:lnTo>
                  <a:pt x="202616" y="2581770"/>
                </a:lnTo>
                <a:lnTo>
                  <a:pt x="225123" y="2541432"/>
                </a:lnTo>
                <a:lnTo>
                  <a:pt x="247640" y="2501084"/>
                </a:lnTo>
                <a:lnTo>
                  <a:pt x="270148" y="2460746"/>
                </a:lnTo>
                <a:lnTo>
                  <a:pt x="292665" y="2420407"/>
                </a:lnTo>
                <a:lnTo>
                  <a:pt x="315173" y="2380069"/>
                </a:lnTo>
                <a:lnTo>
                  <a:pt x="337690" y="2339731"/>
                </a:lnTo>
                <a:lnTo>
                  <a:pt x="360197" y="2299392"/>
                </a:lnTo>
                <a:lnTo>
                  <a:pt x="382715" y="2259044"/>
                </a:lnTo>
                <a:lnTo>
                  <a:pt x="405222" y="2218706"/>
                </a:lnTo>
                <a:lnTo>
                  <a:pt x="427739" y="2178368"/>
                </a:lnTo>
                <a:lnTo>
                  <a:pt x="450247" y="2138029"/>
                </a:lnTo>
                <a:lnTo>
                  <a:pt x="472764" y="2097691"/>
                </a:lnTo>
                <a:lnTo>
                  <a:pt x="495271" y="2057343"/>
                </a:lnTo>
                <a:lnTo>
                  <a:pt x="517789" y="2017004"/>
                </a:lnTo>
                <a:lnTo>
                  <a:pt x="540296" y="1976666"/>
                </a:lnTo>
                <a:lnTo>
                  <a:pt x="562813" y="1936328"/>
                </a:lnTo>
                <a:lnTo>
                  <a:pt x="585321" y="1895989"/>
                </a:lnTo>
                <a:lnTo>
                  <a:pt x="607838" y="1855651"/>
                </a:lnTo>
                <a:lnTo>
                  <a:pt x="630345" y="1815303"/>
                </a:lnTo>
                <a:lnTo>
                  <a:pt x="652863" y="1774965"/>
                </a:lnTo>
                <a:lnTo>
                  <a:pt x="675370" y="1734626"/>
                </a:lnTo>
                <a:lnTo>
                  <a:pt x="697887" y="1694288"/>
                </a:lnTo>
                <a:lnTo>
                  <a:pt x="720395" y="1653950"/>
                </a:lnTo>
                <a:lnTo>
                  <a:pt x="742912" y="1613602"/>
                </a:lnTo>
                <a:lnTo>
                  <a:pt x="765419" y="1573263"/>
                </a:lnTo>
                <a:lnTo>
                  <a:pt x="787937" y="1532925"/>
                </a:lnTo>
                <a:lnTo>
                  <a:pt x="810444" y="1492587"/>
                </a:lnTo>
                <a:lnTo>
                  <a:pt x="832961" y="1452248"/>
                </a:lnTo>
                <a:lnTo>
                  <a:pt x="855469" y="1411900"/>
                </a:lnTo>
                <a:lnTo>
                  <a:pt x="877986" y="1371562"/>
                </a:lnTo>
                <a:lnTo>
                  <a:pt x="900494" y="1331224"/>
                </a:lnTo>
                <a:lnTo>
                  <a:pt x="923011" y="1290885"/>
                </a:lnTo>
                <a:lnTo>
                  <a:pt x="945518" y="1250547"/>
                </a:lnTo>
                <a:lnTo>
                  <a:pt x="968035" y="1210208"/>
                </a:lnTo>
                <a:lnTo>
                  <a:pt x="990543" y="1169861"/>
                </a:lnTo>
                <a:lnTo>
                  <a:pt x="1013060" y="1129522"/>
                </a:lnTo>
                <a:lnTo>
                  <a:pt x="1035568" y="1089184"/>
                </a:lnTo>
                <a:lnTo>
                  <a:pt x="1058085" y="1048845"/>
                </a:lnTo>
                <a:lnTo>
                  <a:pt x="1080592" y="1008507"/>
                </a:lnTo>
                <a:lnTo>
                  <a:pt x="1103109" y="968159"/>
                </a:lnTo>
                <a:lnTo>
                  <a:pt x="1125617" y="927821"/>
                </a:lnTo>
                <a:lnTo>
                  <a:pt x="1148134" y="887482"/>
                </a:lnTo>
                <a:lnTo>
                  <a:pt x="1170642" y="847144"/>
                </a:lnTo>
                <a:lnTo>
                  <a:pt x="1193159" y="806806"/>
                </a:lnTo>
                <a:lnTo>
                  <a:pt x="1215666" y="766467"/>
                </a:lnTo>
                <a:lnTo>
                  <a:pt x="1238183" y="726119"/>
                </a:lnTo>
                <a:lnTo>
                  <a:pt x="1260691" y="685781"/>
                </a:lnTo>
                <a:lnTo>
                  <a:pt x="1283208" y="645443"/>
                </a:lnTo>
                <a:lnTo>
                  <a:pt x="1305716" y="605104"/>
                </a:lnTo>
                <a:lnTo>
                  <a:pt x="1328233" y="564766"/>
                </a:lnTo>
                <a:lnTo>
                  <a:pt x="1350740" y="524418"/>
                </a:lnTo>
                <a:lnTo>
                  <a:pt x="1373257" y="484080"/>
                </a:lnTo>
                <a:lnTo>
                  <a:pt x="1395765" y="443741"/>
                </a:lnTo>
                <a:lnTo>
                  <a:pt x="1418282" y="403403"/>
                </a:lnTo>
                <a:lnTo>
                  <a:pt x="1440790" y="363064"/>
                </a:lnTo>
                <a:lnTo>
                  <a:pt x="1463307" y="322726"/>
                </a:lnTo>
                <a:lnTo>
                  <a:pt x="1485814" y="282378"/>
                </a:lnTo>
                <a:lnTo>
                  <a:pt x="1508331" y="242040"/>
                </a:lnTo>
                <a:lnTo>
                  <a:pt x="1530839" y="201701"/>
                </a:lnTo>
                <a:lnTo>
                  <a:pt x="1553356" y="161363"/>
                </a:lnTo>
                <a:lnTo>
                  <a:pt x="1575864" y="121025"/>
                </a:lnTo>
                <a:lnTo>
                  <a:pt x="1598381" y="80677"/>
                </a:lnTo>
                <a:lnTo>
                  <a:pt x="1620888" y="40338"/>
                </a:lnTo>
                <a:lnTo>
                  <a:pt x="1643405" y="0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balance-fulcrum-facet">
            <a:extLst xmlns:a="http://schemas.openxmlformats.org/drawingml/2006/main">
              <a:ext uri="{FF2B5EF4-FFF2-40B4-BE49-F238E27FC236}">
                <a16:creationId xmlns:a16="http://schemas.microsoft.com/office/drawing/2014/main" id="{49896CEE-88E2-4544-AC96-15957669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915" y="3067050"/>
            <a:ext cx="1896085" cy="2952750"/>
          </a:xfrm>
          <a:custGeom xmlns:a="http://schemas.openxmlformats.org/drawingml/2006/main">
            <a:pathLst>
              <a:path w="1896085" h="2952750">
                <a:moveTo>
                  <a:pt x="1638910" y="0"/>
                </a:moveTo>
                <a:lnTo>
                  <a:pt x="1674314" y="0"/>
                </a:lnTo>
                <a:lnTo>
                  <a:pt x="1709718" y="0"/>
                </a:lnTo>
                <a:lnTo>
                  <a:pt x="1745113" y="0"/>
                </a:lnTo>
                <a:lnTo>
                  <a:pt x="1780518" y="0"/>
                </a:lnTo>
                <a:lnTo>
                  <a:pt x="1815922" y="0"/>
                </a:lnTo>
                <a:lnTo>
                  <a:pt x="1851327" y="0"/>
                </a:lnTo>
                <a:lnTo>
                  <a:pt x="1886722" y="0"/>
                </a:lnTo>
                <a:lnTo>
                  <a:pt x="1896085" y="26041"/>
                </a:lnTo>
                <a:lnTo>
                  <a:pt x="1896085" y="61436"/>
                </a:lnTo>
                <a:lnTo>
                  <a:pt x="1896085" y="96841"/>
                </a:lnTo>
                <a:lnTo>
                  <a:pt x="1896085" y="132245"/>
                </a:lnTo>
                <a:lnTo>
                  <a:pt x="1896085" y="167640"/>
                </a:lnTo>
                <a:lnTo>
                  <a:pt x="1896085" y="203044"/>
                </a:lnTo>
                <a:lnTo>
                  <a:pt x="1896085" y="238449"/>
                </a:lnTo>
                <a:lnTo>
                  <a:pt x="1896085" y="273844"/>
                </a:lnTo>
                <a:lnTo>
                  <a:pt x="1896085" y="309248"/>
                </a:lnTo>
                <a:lnTo>
                  <a:pt x="1896085" y="344653"/>
                </a:lnTo>
                <a:lnTo>
                  <a:pt x="1896085" y="380048"/>
                </a:lnTo>
                <a:lnTo>
                  <a:pt x="1896085" y="415452"/>
                </a:lnTo>
                <a:lnTo>
                  <a:pt x="1896085" y="450856"/>
                </a:lnTo>
                <a:lnTo>
                  <a:pt x="1896085" y="486251"/>
                </a:lnTo>
                <a:lnTo>
                  <a:pt x="1896085" y="521656"/>
                </a:lnTo>
                <a:lnTo>
                  <a:pt x="1896085" y="557060"/>
                </a:lnTo>
                <a:lnTo>
                  <a:pt x="1896085" y="592465"/>
                </a:lnTo>
                <a:lnTo>
                  <a:pt x="1896085" y="627859"/>
                </a:lnTo>
                <a:lnTo>
                  <a:pt x="1896085" y="663264"/>
                </a:lnTo>
                <a:lnTo>
                  <a:pt x="1896085" y="698668"/>
                </a:lnTo>
                <a:lnTo>
                  <a:pt x="1896085" y="734063"/>
                </a:lnTo>
                <a:lnTo>
                  <a:pt x="1896085" y="769468"/>
                </a:lnTo>
                <a:lnTo>
                  <a:pt x="1896085" y="804872"/>
                </a:lnTo>
                <a:lnTo>
                  <a:pt x="1896085" y="840267"/>
                </a:lnTo>
                <a:lnTo>
                  <a:pt x="1896085" y="875671"/>
                </a:lnTo>
                <a:lnTo>
                  <a:pt x="1896085" y="911076"/>
                </a:lnTo>
                <a:lnTo>
                  <a:pt x="1896085" y="946471"/>
                </a:lnTo>
                <a:lnTo>
                  <a:pt x="1896085" y="981875"/>
                </a:lnTo>
                <a:lnTo>
                  <a:pt x="1896085" y="1017280"/>
                </a:lnTo>
                <a:lnTo>
                  <a:pt x="1896085" y="1052684"/>
                </a:lnTo>
                <a:lnTo>
                  <a:pt x="1896085" y="1088079"/>
                </a:lnTo>
                <a:lnTo>
                  <a:pt x="1896085" y="1123483"/>
                </a:lnTo>
                <a:lnTo>
                  <a:pt x="1896085" y="1158888"/>
                </a:lnTo>
                <a:lnTo>
                  <a:pt x="1896085" y="1194283"/>
                </a:lnTo>
                <a:lnTo>
                  <a:pt x="1896085" y="1229687"/>
                </a:lnTo>
                <a:lnTo>
                  <a:pt x="1896085" y="1265091"/>
                </a:lnTo>
                <a:lnTo>
                  <a:pt x="1896085" y="1300486"/>
                </a:lnTo>
                <a:lnTo>
                  <a:pt x="1896085" y="1335891"/>
                </a:lnTo>
                <a:lnTo>
                  <a:pt x="1896085" y="1371295"/>
                </a:lnTo>
                <a:lnTo>
                  <a:pt x="1896085" y="1406690"/>
                </a:lnTo>
                <a:lnTo>
                  <a:pt x="1896085" y="1442095"/>
                </a:lnTo>
                <a:lnTo>
                  <a:pt x="1896085" y="1477499"/>
                </a:lnTo>
                <a:lnTo>
                  <a:pt x="1896085" y="1512903"/>
                </a:lnTo>
                <a:lnTo>
                  <a:pt x="1896085" y="1548298"/>
                </a:lnTo>
                <a:lnTo>
                  <a:pt x="1896085" y="1583703"/>
                </a:lnTo>
                <a:lnTo>
                  <a:pt x="1896085" y="1619107"/>
                </a:lnTo>
                <a:lnTo>
                  <a:pt x="1896085" y="1654502"/>
                </a:lnTo>
                <a:lnTo>
                  <a:pt x="1896085" y="1689906"/>
                </a:lnTo>
                <a:lnTo>
                  <a:pt x="1896085" y="1725311"/>
                </a:lnTo>
                <a:lnTo>
                  <a:pt x="1896085" y="1760706"/>
                </a:lnTo>
                <a:lnTo>
                  <a:pt x="1896085" y="1796110"/>
                </a:lnTo>
                <a:lnTo>
                  <a:pt x="1896085" y="1831515"/>
                </a:lnTo>
                <a:lnTo>
                  <a:pt x="1896085" y="1866910"/>
                </a:lnTo>
                <a:lnTo>
                  <a:pt x="1896085" y="1902314"/>
                </a:lnTo>
                <a:lnTo>
                  <a:pt x="1896085" y="1937718"/>
                </a:lnTo>
                <a:lnTo>
                  <a:pt x="1896085" y="1973113"/>
                </a:lnTo>
                <a:lnTo>
                  <a:pt x="1896085" y="2008518"/>
                </a:lnTo>
                <a:lnTo>
                  <a:pt x="1896085" y="2043922"/>
                </a:lnTo>
                <a:lnTo>
                  <a:pt x="1896085" y="2079327"/>
                </a:lnTo>
                <a:lnTo>
                  <a:pt x="1896085" y="2114721"/>
                </a:lnTo>
                <a:lnTo>
                  <a:pt x="1896085" y="2150126"/>
                </a:lnTo>
                <a:lnTo>
                  <a:pt x="1896085" y="2185530"/>
                </a:lnTo>
                <a:lnTo>
                  <a:pt x="1896085" y="2220925"/>
                </a:lnTo>
                <a:lnTo>
                  <a:pt x="1896085" y="2256330"/>
                </a:lnTo>
                <a:lnTo>
                  <a:pt x="1896085" y="2291734"/>
                </a:lnTo>
                <a:lnTo>
                  <a:pt x="1896085" y="2327129"/>
                </a:lnTo>
                <a:lnTo>
                  <a:pt x="1896085" y="2362533"/>
                </a:lnTo>
                <a:lnTo>
                  <a:pt x="1896085" y="2397938"/>
                </a:lnTo>
                <a:lnTo>
                  <a:pt x="1896085" y="2433333"/>
                </a:lnTo>
                <a:lnTo>
                  <a:pt x="1896085" y="2468737"/>
                </a:lnTo>
                <a:lnTo>
                  <a:pt x="1896085" y="2504142"/>
                </a:lnTo>
                <a:lnTo>
                  <a:pt x="1896085" y="2539546"/>
                </a:lnTo>
                <a:lnTo>
                  <a:pt x="1896085" y="2574941"/>
                </a:lnTo>
                <a:lnTo>
                  <a:pt x="1896085" y="2610345"/>
                </a:lnTo>
                <a:lnTo>
                  <a:pt x="1896085" y="2645750"/>
                </a:lnTo>
                <a:lnTo>
                  <a:pt x="1896085" y="2681145"/>
                </a:lnTo>
                <a:lnTo>
                  <a:pt x="1896085" y="2716549"/>
                </a:lnTo>
                <a:lnTo>
                  <a:pt x="1896085" y="2751953"/>
                </a:lnTo>
                <a:lnTo>
                  <a:pt x="1896085" y="2787348"/>
                </a:lnTo>
                <a:lnTo>
                  <a:pt x="1896085" y="2822753"/>
                </a:lnTo>
                <a:lnTo>
                  <a:pt x="1896085" y="2858157"/>
                </a:lnTo>
                <a:lnTo>
                  <a:pt x="1896085" y="2893552"/>
                </a:lnTo>
                <a:lnTo>
                  <a:pt x="1896085" y="2928957"/>
                </a:lnTo>
                <a:lnTo>
                  <a:pt x="1884483" y="2952750"/>
                </a:lnTo>
                <a:lnTo>
                  <a:pt x="1849079" y="2952750"/>
                </a:lnTo>
                <a:lnTo>
                  <a:pt x="1813674" y="2952750"/>
                </a:lnTo>
                <a:lnTo>
                  <a:pt x="1778270" y="2952750"/>
                </a:lnTo>
                <a:lnTo>
                  <a:pt x="1742875" y="2952750"/>
                </a:lnTo>
                <a:lnTo>
                  <a:pt x="1707471" y="2952750"/>
                </a:lnTo>
                <a:lnTo>
                  <a:pt x="1672066" y="2952750"/>
                </a:lnTo>
                <a:lnTo>
                  <a:pt x="1636671" y="2952750"/>
                </a:lnTo>
                <a:lnTo>
                  <a:pt x="1601267" y="2952750"/>
                </a:lnTo>
                <a:lnTo>
                  <a:pt x="1565862" y="2952750"/>
                </a:lnTo>
                <a:lnTo>
                  <a:pt x="1530467" y="2952750"/>
                </a:lnTo>
                <a:lnTo>
                  <a:pt x="1495063" y="2952750"/>
                </a:lnTo>
                <a:lnTo>
                  <a:pt x="1459659" y="2952750"/>
                </a:lnTo>
                <a:lnTo>
                  <a:pt x="1424264" y="2952750"/>
                </a:lnTo>
                <a:lnTo>
                  <a:pt x="1388859" y="2952750"/>
                </a:lnTo>
                <a:lnTo>
                  <a:pt x="1353455" y="2952750"/>
                </a:lnTo>
                <a:lnTo>
                  <a:pt x="1318050" y="2952750"/>
                </a:lnTo>
                <a:lnTo>
                  <a:pt x="1282656" y="2952750"/>
                </a:lnTo>
                <a:lnTo>
                  <a:pt x="1247251" y="2952750"/>
                </a:lnTo>
                <a:lnTo>
                  <a:pt x="1211847" y="2952750"/>
                </a:lnTo>
                <a:lnTo>
                  <a:pt x="1176452" y="2952750"/>
                </a:lnTo>
                <a:lnTo>
                  <a:pt x="1141047" y="2952750"/>
                </a:lnTo>
                <a:lnTo>
                  <a:pt x="1105643" y="2952750"/>
                </a:lnTo>
                <a:lnTo>
                  <a:pt x="1070248" y="2952750"/>
                </a:lnTo>
                <a:lnTo>
                  <a:pt x="1034844" y="2952750"/>
                </a:lnTo>
                <a:lnTo>
                  <a:pt x="999439" y="2952750"/>
                </a:lnTo>
                <a:lnTo>
                  <a:pt x="964044" y="2952750"/>
                </a:lnTo>
                <a:lnTo>
                  <a:pt x="928640" y="2952750"/>
                </a:lnTo>
                <a:lnTo>
                  <a:pt x="893235" y="2952750"/>
                </a:lnTo>
                <a:lnTo>
                  <a:pt x="857841" y="2952750"/>
                </a:lnTo>
                <a:lnTo>
                  <a:pt x="822436" y="2952750"/>
                </a:lnTo>
                <a:lnTo>
                  <a:pt x="787032" y="2952750"/>
                </a:lnTo>
                <a:lnTo>
                  <a:pt x="751627" y="2952750"/>
                </a:lnTo>
                <a:lnTo>
                  <a:pt x="716232" y="2952750"/>
                </a:lnTo>
                <a:lnTo>
                  <a:pt x="680828" y="2952750"/>
                </a:lnTo>
                <a:lnTo>
                  <a:pt x="645424" y="2952750"/>
                </a:lnTo>
                <a:lnTo>
                  <a:pt x="610029" y="2952750"/>
                </a:lnTo>
                <a:lnTo>
                  <a:pt x="574624" y="2952750"/>
                </a:lnTo>
                <a:lnTo>
                  <a:pt x="539220" y="2952750"/>
                </a:lnTo>
                <a:lnTo>
                  <a:pt x="503825" y="2952750"/>
                </a:lnTo>
                <a:lnTo>
                  <a:pt x="468420" y="2952750"/>
                </a:lnTo>
                <a:lnTo>
                  <a:pt x="433016" y="2952750"/>
                </a:lnTo>
                <a:lnTo>
                  <a:pt x="397621" y="2952750"/>
                </a:lnTo>
                <a:lnTo>
                  <a:pt x="362217" y="2952750"/>
                </a:lnTo>
                <a:lnTo>
                  <a:pt x="326812" y="2952750"/>
                </a:lnTo>
                <a:lnTo>
                  <a:pt x="291408" y="2952750"/>
                </a:lnTo>
                <a:lnTo>
                  <a:pt x="256013" y="2952750"/>
                </a:lnTo>
                <a:lnTo>
                  <a:pt x="220609" y="2952750"/>
                </a:lnTo>
                <a:lnTo>
                  <a:pt x="185204" y="2952750"/>
                </a:lnTo>
                <a:lnTo>
                  <a:pt x="149809" y="2952750"/>
                </a:lnTo>
                <a:lnTo>
                  <a:pt x="114405" y="2952750"/>
                </a:lnTo>
                <a:lnTo>
                  <a:pt x="79000" y="2952750"/>
                </a:lnTo>
                <a:lnTo>
                  <a:pt x="43605" y="2952750"/>
                </a:lnTo>
                <a:lnTo>
                  <a:pt x="8201" y="2952750"/>
                </a:lnTo>
                <a:lnTo>
                  <a:pt x="0" y="2936777"/>
                </a:lnTo>
                <a:lnTo>
                  <a:pt x="17250" y="2905868"/>
                </a:lnTo>
                <a:lnTo>
                  <a:pt x="34500" y="2874950"/>
                </a:lnTo>
                <a:lnTo>
                  <a:pt x="51759" y="2844041"/>
                </a:lnTo>
                <a:lnTo>
                  <a:pt x="69009" y="2813123"/>
                </a:lnTo>
                <a:lnTo>
                  <a:pt x="86258" y="2782214"/>
                </a:lnTo>
                <a:lnTo>
                  <a:pt x="103508" y="2751296"/>
                </a:lnTo>
                <a:lnTo>
                  <a:pt x="120758" y="2720388"/>
                </a:lnTo>
                <a:lnTo>
                  <a:pt x="138017" y="2689469"/>
                </a:lnTo>
                <a:lnTo>
                  <a:pt x="155267" y="2658561"/>
                </a:lnTo>
                <a:lnTo>
                  <a:pt x="172517" y="2627643"/>
                </a:lnTo>
                <a:lnTo>
                  <a:pt x="189767" y="2596734"/>
                </a:lnTo>
                <a:lnTo>
                  <a:pt x="207016" y="2565816"/>
                </a:lnTo>
                <a:lnTo>
                  <a:pt x="224276" y="2534907"/>
                </a:lnTo>
                <a:lnTo>
                  <a:pt x="241525" y="2503989"/>
                </a:lnTo>
                <a:lnTo>
                  <a:pt x="258775" y="2473081"/>
                </a:lnTo>
                <a:lnTo>
                  <a:pt x="276025" y="2442162"/>
                </a:lnTo>
                <a:lnTo>
                  <a:pt x="293275" y="2411254"/>
                </a:lnTo>
                <a:lnTo>
                  <a:pt x="310534" y="2380336"/>
                </a:lnTo>
                <a:lnTo>
                  <a:pt x="327784" y="2349427"/>
                </a:lnTo>
                <a:lnTo>
                  <a:pt x="345034" y="2318509"/>
                </a:lnTo>
                <a:lnTo>
                  <a:pt x="362283" y="2287600"/>
                </a:lnTo>
                <a:lnTo>
                  <a:pt x="379533" y="2256682"/>
                </a:lnTo>
                <a:lnTo>
                  <a:pt x="396792" y="2225773"/>
                </a:lnTo>
                <a:lnTo>
                  <a:pt x="414042" y="2194855"/>
                </a:lnTo>
                <a:lnTo>
                  <a:pt x="431292" y="2163947"/>
                </a:lnTo>
                <a:lnTo>
                  <a:pt x="448542" y="2133029"/>
                </a:lnTo>
                <a:lnTo>
                  <a:pt x="465792" y="2102120"/>
                </a:lnTo>
                <a:lnTo>
                  <a:pt x="483051" y="2071202"/>
                </a:lnTo>
                <a:lnTo>
                  <a:pt x="500301" y="2040293"/>
                </a:lnTo>
                <a:lnTo>
                  <a:pt x="517550" y="2009375"/>
                </a:lnTo>
                <a:lnTo>
                  <a:pt x="534800" y="1978466"/>
                </a:lnTo>
                <a:lnTo>
                  <a:pt x="552050" y="1947548"/>
                </a:lnTo>
                <a:lnTo>
                  <a:pt x="569309" y="1916640"/>
                </a:lnTo>
                <a:lnTo>
                  <a:pt x="586559" y="1885721"/>
                </a:lnTo>
                <a:lnTo>
                  <a:pt x="603809" y="1854813"/>
                </a:lnTo>
                <a:lnTo>
                  <a:pt x="621059" y="1823895"/>
                </a:lnTo>
                <a:lnTo>
                  <a:pt x="638318" y="1792986"/>
                </a:lnTo>
                <a:lnTo>
                  <a:pt x="655568" y="1762068"/>
                </a:lnTo>
                <a:lnTo>
                  <a:pt x="672817" y="1731150"/>
                </a:lnTo>
                <a:lnTo>
                  <a:pt x="690067" y="1700241"/>
                </a:lnTo>
                <a:lnTo>
                  <a:pt x="707317" y="1669332"/>
                </a:lnTo>
                <a:lnTo>
                  <a:pt x="724576" y="1638414"/>
                </a:lnTo>
                <a:lnTo>
                  <a:pt x="741826" y="1607496"/>
                </a:lnTo>
                <a:lnTo>
                  <a:pt x="759076" y="1576588"/>
                </a:lnTo>
                <a:lnTo>
                  <a:pt x="776326" y="1545669"/>
                </a:lnTo>
                <a:lnTo>
                  <a:pt x="793575" y="1514761"/>
                </a:lnTo>
                <a:lnTo>
                  <a:pt x="810835" y="1483843"/>
                </a:lnTo>
                <a:lnTo>
                  <a:pt x="828084" y="1452934"/>
                </a:lnTo>
                <a:lnTo>
                  <a:pt x="845334" y="1422016"/>
                </a:lnTo>
                <a:lnTo>
                  <a:pt x="862584" y="1391107"/>
                </a:lnTo>
                <a:lnTo>
                  <a:pt x="879834" y="1360189"/>
                </a:lnTo>
                <a:lnTo>
                  <a:pt x="897093" y="1329280"/>
                </a:lnTo>
                <a:lnTo>
                  <a:pt x="914343" y="1298362"/>
                </a:lnTo>
                <a:lnTo>
                  <a:pt x="931593" y="1267454"/>
                </a:lnTo>
                <a:lnTo>
                  <a:pt x="948842" y="1236536"/>
                </a:lnTo>
                <a:lnTo>
                  <a:pt x="966092" y="1205627"/>
                </a:lnTo>
                <a:lnTo>
                  <a:pt x="983351" y="1174709"/>
                </a:lnTo>
                <a:lnTo>
                  <a:pt x="1000601" y="1143800"/>
                </a:lnTo>
                <a:lnTo>
                  <a:pt x="1017851" y="1112882"/>
                </a:lnTo>
                <a:lnTo>
                  <a:pt x="1035101" y="1081973"/>
                </a:lnTo>
                <a:lnTo>
                  <a:pt x="1052351" y="1051055"/>
                </a:lnTo>
                <a:lnTo>
                  <a:pt x="1069610" y="1020147"/>
                </a:lnTo>
                <a:lnTo>
                  <a:pt x="1086860" y="989228"/>
                </a:lnTo>
                <a:lnTo>
                  <a:pt x="1104109" y="958320"/>
                </a:lnTo>
                <a:lnTo>
                  <a:pt x="1121359" y="927402"/>
                </a:lnTo>
                <a:lnTo>
                  <a:pt x="1138609" y="896493"/>
                </a:lnTo>
                <a:lnTo>
                  <a:pt x="1155868" y="865575"/>
                </a:lnTo>
                <a:lnTo>
                  <a:pt x="1173118" y="834666"/>
                </a:lnTo>
                <a:lnTo>
                  <a:pt x="1190368" y="803748"/>
                </a:lnTo>
                <a:lnTo>
                  <a:pt x="1207618" y="772839"/>
                </a:lnTo>
                <a:lnTo>
                  <a:pt x="1224867" y="741921"/>
                </a:lnTo>
                <a:lnTo>
                  <a:pt x="1242127" y="711013"/>
                </a:lnTo>
                <a:lnTo>
                  <a:pt x="1259376" y="680095"/>
                </a:lnTo>
                <a:lnTo>
                  <a:pt x="1276626" y="649186"/>
                </a:lnTo>
                <a:lnTo>
                  <a:pt x="1293876" y="618268"/>
                </a:lnTo>
                <a:lnTo>
                  <a:pt x="1311126" y="587359"/>
                </a:lnTo>
                <a:lnTo>
                  <a:pt x="1328385" y="556441"/>
                </a:lnTo>
                <a:lnTo>
                  <a:pt x="1345635" y="525532"/>
                </a:lnTo>
                <a:lnTo>
                  <a:pt x="1362885" y="494614"/>
                </a:lnTo>
                <a:lnTo>
                  <a:pt x="1380134" y="463706"/>
                </a:lnTo>
                <a:lnTo>
                  <a:pt x="1397384" y="432787"/>
                </a:lnTo>
                <a:lnTo>
                  <a:pt x="1414643" y="401879"/>
                </a:lnTo>
                <a:lnTo>
                  <a:pt x="1431893" y="370961"/>
                </a:lnTo>
                <a:lnTo>
                  <a:pt x="1449143" y="340052"/>
                </a:lnTo>
                <a:lnTo>
                  <a:pt x="1466393" y="309134"/>
                </a:lnTo>
                <a:lnTo>
                  <a:pt x="1483643" y="278225"/>
                </a:lnTo>
                <a:lnTo>
                  <a:pt x="1500902" y="247307"/>
                </a:lnTo>
                <a:lnTo>
                  <a:pt x="1518152" y="216398"/>
                </a:lnTo>
                <a:lnTo>
                  <a:pt x="1535401" y="185480"/>
                </a:lnTo>
                <a:lnTo>
                  <a:pt x="1552651" y="154572"/>
                </a:lnTo>
                <a:lnTo>
                  <a:pt x="1569911" y="123654"/>
                </a:lnTo>
                <a:lnTo>
                  <a:pt x="1587160" y="92745"/>
                </a:lnTo>
                <a:lnTo>
                  <a:pt x="1604410" y="61827"/>
                </a:lnTo>
                <a:lnTo>
                  <a:pt x="1621660" y="30909"/>
                </a:lnTo>
                <a:lnTo>
                  <a:pt x="1638910" y="0"/>
                </a:lnTo>
                <a:close/>
              </a:path>
            </a:pathLst>
          </a:custGeom>
          <a:solidFill xmlns:a="http://schemas.openxmlformats.org/drawingml/2006/main">
            <a:srgbClr val="CDBD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balance-beam">
            <a:extLst xmlns:a="http://schemas.openxmlformats.org/drawingml/2006/main">
              <a:ext uri="{FF2B5EF4-FFF2-40B4-BE49-F238E27FC236}">
                <a16:creationId xmlns:a16="http://schemas.microsoft.com/office/drawing/2014/main" id="{2A8E228A-C083-4132-A751-DB04C381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2763269"/>
            <a:ext cx="7943850" cy="302752"/>
          </a:xfrm>
          <a:custGeom xmlns:a="http://schemas.openxmlformats.org/drawingml/2006/main">
            <a:pathLst>
              <a:path w="7943850" h="302752">
                <a:moveTo>
                  <a:pt x="0" y="208531"/>
                </a:moveTo>
                <a:lnTo>
                  <a:pt x="66989" y="206759"/>
                </a:lnTo>
                <a:lnTo>
                  <a:pt x="133988" y="204997"/>
                </a:lnTo>
                <a:lnTo>
                  <a:pt x="200978" y="203225"/>
                </a:lnTo>
                <a:lnTo>
                  <a:pt x="267967" y="201463"/>
                </a:lnTo>
                <a:lnTo>
                  <a:pt x="334966" y="199692"/>
                </a:lnTo>
                <a:lnTo>
                  <a:pt x="401955" y="197920"/>
                </a:lnTo>
                <a:lnTo>
                  <a:pt x="468944" y="196158"/>
                </a:lnTo>
                <a:lnTo>
                  <a:pt x="535934" y="194386"/>
                </a:lnTo>
                <a:lnTo>
                  <a:pt x="602933" y="192624"/>
                </a:lnTo>
                <a:lnTo>
                  <a:pt x="669922" y="190852"/>
                </a:lnTo>
                <a:lnTo>
                  <a:pt x="736911" y="189090"/>
                </a:lnTo>
                <a:lnTo>
                  <a:pt x="803910" y="187319"/>
                </a:lnTo>
                <a:lnTo>
                  <a:pt x="870899" y="185557"/>
                </a:lnTo>
                <a:lnTo>
                  <a:pt x="937889" y="183785"/>
                </a:lnTo>
                <a:lnTo>
                  <a:pt x="1004888" y="182023"/>
                </a:lnTo>
                <a:lnTo>
                  <a:pt x="1071877" y="180251"/>
                </a:lnTo>
                <a:lnTo>
                  <a:pt x="1138866" y="178489"/>
                </a:lnTo>
                <a:lnTo>
                  <a:pt x="1205855" y="176717"/>
                </a:lnTo>
                <a:lnTo>
                  <a:pt x="1272854" y="174955"/>
                </a:lnTo>
                <a:lnTo>
                  <a:pt x="1339844" y="173184"/>
                </a:lnTo>
                <a:lnTo>
                  <a:pt x="1406833" y="171412"/>
                </a:lnTo>
                <a:lnTo>
                  <a:pt x="1473832" y="169650"/>
                </a:lnTo>
                <a:lnTo>
                  <a:pt x="1540821" y="167878"/>
                </a:lnTo>
                <a:lnTo>
                  <a:pt x="1607810" y="166116"/>
                </a:lnTo>
                <a:lnTo>
                  <a:pt x="1674809" y="164344"/>
                </a:lnTo>
                <a:lnTo>
                  <a:pt x="1741799" y="162582"/>
                </a:lnTo>
                <a:lnTo>
                  <a:pt x="1808788" y="160811"/>
                </a:lnTo>
                <a:lnTo>
                  <a:pt x="1875787" y="159048"/>
                </a:lnTo>
                <a:lnTo>
                  <a:pt x="1942776" y="157277"/>
                </a:lnTo>
                <a:lnTo>
                  <a:pt x="2009765" y="155515"/>
                </a:lnTo>
                <a:lnTo>
                  <a:pt x="2076755" y="153743"/>
                </a:lnTo>
                <a:lnTo>
                  <a:pt x="2143754" y="151981"/>
                </a:lnTo>
                <a:lnTo>
                  <a:pt x="2210743" y="150209"/>
                </a:lnTo>
                <a:lnTo>
                  <a:pt x="2277732" y="148447"/>
                </a:lnTo>
                <a:lnTo>
                  <a:pt x="2344731" y="146675"/>
                </a:lnTo>
                <a:lnTo>
                  <a:pt x="2411720" y="144913"/>
                </a:lnTo>
                <a:lnTo>
                  <a:pt x="2478710" y="143142"/>
                </a:lnTo>
                <a:lnTo>
                  <a:pt x="2545709" y="141370"/>
                </a:lnTo>
                <a:lnTo>
                  <a:pt x="2612698" y="139608"/>
                </a:lnTo>
                <a:lnTo>
                  <a:pt x="2679687" y="137836"/>
                </a:lnTo>
                <a:lnTo>
                  <a:pt x="2746677" y="136074"/>
                </a:lnTo>
                <a:lnTo>
                  <a:pt x="2813675" y="134303"/>
                </a:lnTo>
                <a:lnTo>
                  <a:pt x="2880665" y="132540"/>
                </a:lnTo>
                <a:lnTo>
                  <a:pt x="2947654" y="130769"/>
                </a:lnTo>
                <a:lnTo>
                  <a:pt x="3014653" y="129007"/>
                </a:lnTo>
                <a:lnTo>
                  <a:pt x="3081642" y="127235"/>
                </a:lnTo>
                <a:lnTo>
                  <a:pt x="3148632" y="125473"/>
                </a:lnTo>
                <a:lnTo>
                  <a:pt x="3215630" y="123701"/>
                </a:lnTo>
                <a:lnTo>
                  <a:pt x="3282620" y="121939"/>
                </a:lnTo>
                <a:lnTo>
                  <a:pt x="3349609" y="120167"/>
                </a:lnTo>
                <a:lnTo>
                  <a:pt x="3416608" y="118405"/>
                </a:lnTo>
                <a:lnTo>
                  <a:pt x="3483597" y="116634"/>
                </a:lnTo>
                <a:lnTo>
                  <a:pt x="3550587" y="114872"/>
                </a:lnTo>
                <a:lnTo>
                  <a:pt x="3617576" y="113100"/>
                </a:lnTo>
                <a:lnTo>
                  <a:pt x="3684575" y="111328"/>
                </a:lnTo>
                <a:lnTo>
                  <a:pt x="3751564" y="109566"/>
                </a:lnTo>
                <a:lnTo>
                  <a:pt x="3818553" y="107794"/>
                </a:lnTo>
                <a:lnTo>
                  <a:pt x="3885552" y="106032"/>
                </a:lnTo>
                <a:lnTo>
                  <a:pt x="3952542" y="104261"/>
                </a:lnTo>
                <a:lnTo>
                  <a:pt x="4019531" y="102499"/>
                </a:lnTo>
                <a:lnTo>
                  <a:pt x="4086530" y="100727"/>
                </a:lnTo>
                <a:lnTo>
                  <a:pt x="4153519" y="98965"/>
                </a:lnTo>
                <a:lnTo>
                  <a:pt x="4220508" y="97193"/>
                </a:lnTo>
                <a:lnTo>
                  <a:pt x="4287498" y="95431"/>
                </a:lnTo>
                <a:lnTo>
                  <a:pt x="4354497" y="93659"/>
                </a:lnTo>
                <a:lnTo>
                  <a:pt x="4421486" y="91897"/>
                </a:lnTo>
                <a:lnTo>
                  <a:pt x="4488475" y="90126"/>
                </a:lnTo>
                <a:lnTo>
                  <a:pt x="4555474" y="88363"/>
                </a:lnTo>
                <a:lnTo>
                  <a:pt x="4622463" y="86592"/>
                </a:lnTo>
                <a:lnTo>
                  <a:pt x="4689453" y="84820"/>
                </a:lnTo>
                <a:lnTo>
                  <a:pt x="4756452" y="83058"/>
                </a:lnTo>
                <a:lnTo>
                  <a:pt x="4823441" y="81286"/>
                </a:lnTo>
                <a:lnTo>
                  <a:pt x="4890430" y="79524"/>
                </a:lnTo>
                <a:lnTo>
                  <a:pt x="4957429" y="77753"/>
                </a:lnTo>
                <a:lnTo>
                  <a:pt x="5024418" y="75990"/>
                </a:lnTo>
                <a:lnTo>
                  <a:pt x="5091408" y="74219"/>
                </a:lnTo>
                <a:lnTo>
                  <a:pt x="5158397" y="72457"/>
                </a:lnTo>
                <a:lnTo>
                  <a:pt x="5225396" y="70685"/>
                </a:lnTo>
                <a:lnTo>
                  <a:pt x="5292385" y="68923"/>
                </a:lnTo>
                <a:lnTo>
                  <a:pt x="5359375" y="67151"/>
                </a:lnTo>
                <a:lnTo>
                  <a:pt x="5426373" y="65389"/>
                </a:lnTo>
                <a:lnTo>
                  <a:pt x="5493363" y="63617"/>
                </a:lnTo>
                <a:lnTo>
                  <a:pt x="5560352" y="61855"/>
                </a:lnTo>
                <a:lnTo>
                  <a:pt x="5627351" y="60084"/>
                </a:lnTo>
                <a:lnTo>
                  <a:pt x="5694340" y="58322"/>
                </a:lnTo>
                <a:lnTo>
                  <a:pt x="5761330" y="56550"/>
                </a:lnTo>
                <a:lnTo>
                  <a:pt x="5828328" y="54778"/>
                </a:lnTo>
                <a:lnTo>
                  <a:pt x="5895318" y="53016"/>
                </a:lnTo>
                <a:lnTo>
                  <a:pt x="5962307" y="51245"/>
                </a:lnTo>
                <a:lnTo>
                  <a:pt x="6029296" y="49482"/>
                </a:lnTo>
                <a:lnTo>
                  <a:pt x="6096295" y="47711"/>
                </a:lnTo>
                <a:lnTo>
                  <a:pt x="6163285" y="45949"/>
                </a:lnTo>
                <a:lnTo>
                  <a:pt x="6230274" y="44177"/>
                </a:lnTo>
                <a:lnTo>
                  <a:pt x="6297273" y="42415"/>
                </a:lnTo>
                <a:lnTo>
                  <a:pt x="6364262" y="40643"/>
                </a:lnTo>
                <a:lnTo>
                  <a:pt x="6431251" y="38881"/>
                </a:lnTo>
                <a:lnTo>
                  <a:pt x="6498250" y="37109"/>
                </a:lnTo>
                <a:lnTo>
                  <a:pt x="6565240" y="35347"/>
                </a:lnTo>
                <a:lnTo>
                  <a:pt x="6632229" y="33576"/>
                </a:lnTo>
                <a:lnTo>
                  <a:pt x="6699218" y="31814"/>
                </a:lnTo>
                <a:lnTo>
                  <a:pt x="6766217" y="30042"/>
                </a:lnTo>
                <a:lnTo>
                  <a:pt x="6833206" y="28270"/>
                </a:lnTo>
                <a:lnTo>
                  <a:pt x="6900196" y="26508"/>
                </a:lnTo>
                <a:lnTo>
                  <a:pt x="6967195" y="24736"/>
                </a:lnTo>
                <a:lnTo>
                  <a:pt x="7034184" y="22974"/>
                </a:lnTo>
                <a:lnTo>
                  <a:pt x="7101173" y="21203"/>
                </a:lnTo>
                <a:lnTo>
                  <a:pt x="7168172" y="19441"/>
                </a:lnTo>
                <a:lnTo>
                  <a:pt x="7235161" y="17669"/>
                </a:lnTo>
                <a:lnTo>
                  <a:pt x="7302151" y="15907"/>
                </a:lnTo>
                <a:lnTo>
                  <a:pt x="7369150" y="14135"/>
                </a:lnTo>
                <a:lnTo>
                  <a:pt x="7436139" y="12373"/>
                </a:lnTo>
                <a:lnTo>
                  <a:pt x="7503128" y="10601"/>
                </a:lnTo>
                <a:lnTo>
                  <a:pt x="7570118" y="8839"/>
                </a:lnTo>
                <a:lnTo>
                  <a:pt x="7637116" y="7068"/>
                </a:lnTo>
                <a:lnTo>
                  <a:pt x="7704106" y="5305"/>
                </a:lnTo>
                <a:lnTo>
                  <a:pt x="7771095" y="3534"/>
                </a:lnTo>
                <a:lnTo>
                  <a:pt x="7838094" y="1772"/>
                </a:lnTo>
                <a:lnTo>
                  <a:pt x="7905083" y="0"/>
                </a:lnTo>
                <a:lnTo>
                  <a:pt x="7943850" y="27213"/>
                </a:lnTo>
                <a:lnTo>
                  <a:pt x="7943850" y="94231"/>
                </a:lnTo>
                <a:lnTo>
                  <a:pt x="7876861" y="95993"/>
                </a:lnTo>
                <a:lnTo>
                  <a:pt x="7809862" y="97765"/>
                </a:lnTo>
                <a:lnTo>
                  <a:pt x="7742873" y="99527"/>
                </a:lnTo>
                <a:lnTo>
                  <a:pt x="7675883" y="101298"/>
                </a:lnTo>
                <a:lnTo>
                  <a:pt x="7608884" y="103061"/>
                </a:lnTo>
                <a:lnTo>
                  <a:pt x="7541895" y="104832"/>
                </a:lnTo>
                <a:lnTo>
                  <a:pt x="7474906" y="106594"/>
                </a:lnTo>
                <a:lnTo>
                  <a:pt x="7407916" y="108366"/>
                </a:lnTo>
                <a:lnTo>
                  <a:pt x="7340918" y="110128"/>
                </a:lnTo>
                <a:lnTo>
                  <a:pt x="7273928" y="111900"/>
                </a:lnTo>
                <a:lnTo>
                  <a:pt x="7206939" y="113662"/>
                </a:lnTo>
                <a:lnTo>
                  <a:pt x="7139940" y="115433"/>
                </a:lnTo>
                <a:lnTo>
                  <a:pt x="7072951" y="117205"/>
                </a:lnTo>
                <a:lnTo>
                  <a:pt x="7005961" y="118967"/>
                </a:lnTo>
                <a:lnTo>
                  <a:pt x="6938963" y="120739"/>
                </a:lnTo>
                <a:lnTo>
                  <a:pt x="6871973" y="122501"/>
                </a:lnTo>
                <a:lnTo>
                  <a:pt x="6804984" y="124273"/>
                </a:lnTo>
                <a:lnTo>
                  <a:pt x="6737995" y="126035"/>
                </a:lnTo>
                <a:lnTo>
                  <a:pt x="6670996" y="127806"/>
                </a:lnTo>
                <a:lnTo>
                  <a:pt x="6604006" y="129569"/>
                </a:lnTo>
                <a:lnTo>
                  <a:pt x="6537017" y="131340"/>
                </a:lnTo>
                <a:lnTo>
                  <a:pt x="6470018" y="133102"/>
                </a:lnTo>
                <a:lnTo>
                  <a:pt x="6403029" y="134874"/>
                </a:lnTo>
                <a:lnTo>
                  <a:pt x="6336040" y="136636"/>
                </a:lnTo>
                <a:lnTo>
                  <a:pt x="6269041" y="138408"/>
                </a:lnTo>
                <a:lnTo>
                  <a:pt x="6202051" y="140170"/>
                </a:lnTo>
                <a:lnTo>
                  <a:pt x="6135062" y="141942"/>
                </a:lnTo>
                <a:lnTo>
                  <a:pt x="6068063" y="143704"/>
                </a:lnTo>
                <a:lnTo>
                  <a:pt x="6001074" y="145475"/>
                </a:lnTo>
                <a:lnTo>
                  <a:pt x="5934085" y="147247"/>
                </a:lnTo>
                <a:lnTo>
                  <a:pt x="5867095" y="149009"/>
                </a:lnTo>
                <a:lnTo>
                  <a:pt x="5800096" y="150781"/>
                </a:lnTo>
                <a:lnTo>
                  <a:pt x="5733107" y="152543"/>
                </a:lnTo>
                <a:lnTo>
                  <a:pt x="5666118" y="154315"/>
                </a:lnTo>
                <a:lnTo>
                  <a:pt x="5599119" y="156077"/>
                </a:lnTo>
                <a:lnTo>
                  <a:pt x="5532130" y="157848"/>
                </a:lnTo>
                <a:lnTo>
                  <a:pt x="5465140" y="159610"/>
                </a:lnTo>
                <a:lnTo>
                  <a:pt x="5398141" y="161382"/>
                </a:lnTo>
                <a:lnTo>
                  <a:pt x="5331152" y="163144"/>
                </a:lnTo>
                <a:lnTo>
                  <a:pt x="5264163" y="164916"/>
                </a:lnTo>
                <a:lnTo>
                  <a:pt x="5197173" y="166678"/>
                </a:lnTo>
                <a:lnTo>
                  <a:pt x="5130175" y="168450"/>
                </a:lnTo>
                <a:lnTo>
                  <a:pt x="5063185" y="170212"/>
                </a:lnTo>
                <a:lnTo>
                  <a:pt x="4996196" y="171983"/>
                </a:lnTo>
                <a:lnTo>
                  <a:pt x="4929197" y="173755"/>
                </a:lnTo>
                <a:lnTo>
                  <a:pt x="4862208" y="175517"/>
                </a:lnTo>
                <a:lnTo>
                  <a:pt x="4795218" y="177289"/>
                </a:lnTo>
                <a:lnTo>
                  <a:pt x="4728220" y="179051"/>
                </a:lnTo>
                <a:lnTo>
                  <a:pt x="4661230" y="180823"/>
                </a:lnTo>
                <a:lnTo>
                  <a:pt x="4594241" y="182585"/>
                </a:lnTo>
                <a:lnTo>
                  <a:pt x="4527242" y="184356"/>
                </a:lnTo>
                <a:lnTo>
                  <a:pt x="4460253" y="186119"/>
                </a:lnTo>
                <a:lnTo>
                  <a:pt x="4393263" y="187890"/>
                </a:lnTo>
                <a:lnTo>
                  <a:pt x="4326274" y="189652"/>
                </a:lnTo>
                <a:lnTo>
                  <a:pt x="4259275" y="191424"/>
                </a:lnTo>
                <a:lnTo>
                  <a:pt x="4192286" y="193186"/>
                </a:lnTo>
                <a:lnTo>
                  <a:pt x="4125297" y="194958"/>
                </a:lnTo>
                <a:lnTo>
                  <a:pt x="4058298" y="196720"/>
                </a:lnTo>
                <a:lnTo>
                  <a:pt x="3991308" y="198491"/>
                </a:lnTo>
                <a:lnTo>
                  <a:pt x="3924319" y="200254"/>
                </a:lnTo>
                <a:lnTo>
                  <a:pt x="3857320" y="202025"/>
                </a:lnTo>
                <a:lnTo>
                  <a:pt x="3790331" y="203797"/>
                </a:lnTo>
                <a:lnTo>
                  <a:pt x="3723342" y="205559"/>
                </a:lnTo>
                <a:lnTo>
                  <a:pt x="3656352" y="207331"/>
                </a:lnTo>
                <a:lnTo>
                  <a:pt x="3589353" y="209093"/>
                </a:lnTo>
                <a:lnTo>
                  <a:pt x="3522364" y="210864"/>
                </a:lnTo>
                <a:lnTo>
                  <a:pt x="3455375" y="212627"/>
                </a:lnTo>
                <a:lnTo>
                  <a:pt x="3388376" y="214398"/>
                </a:lnTo>
                <a:lnTo>
                  <a:pt x="3321387" y="216160"/>
                </a:lnTo>
                <a:lnTo>
                  <a:pt x="3254397" y="217932"/>
                </a:lnTo>
                <a:lnTo>
                  <a:pt x="3187398" y="219694"/>
                </a:lnTo>
                <a:lnTo>
                  <a:pt x="3120409" y="221466"/>
                </a:lnTo>
                <a:lnTo>
                  <a:pt x="3053420" y="223228"/>
                </a:lnTo>
                <a:lnTo>
                  <a:pt x="2986421" y="225000"/>
                </a:lnTo>
                <a:lnTo>
                  <a:pt x="2919432" y="226762"/>
                </a:lnTo>
                <a:lnTo>
                  <a:pt x="2852442" y="228533"/>
                </a:lnTo>
                <a:lnTo>
                  <a:pt x="2785453" y="230295"/>
                </a:lnTo>
                <a:lnTo>
                  <a:pt x="2718454" y="232067"/>
                </a:lnTo>
                <a:lnTo>
                  <a:pt x="2651465" y="233839"/>
                </a:lnTo>
                <a:lnTo>
                  <a:pt x="2584475" y="235601"/>
                </a:lnTo>
                <a:lnTo>
                  <a:pt x="2517477" y="237373"/>
                </a:lnTo>
                <a:lnTo>
                  <a:pt x="2450487" y="239135"/>
                </a:lnTo>
                <a:lnTo>
                  <a:pt x="2383498" y="240906"/>
                </a:lnTo>
                <a:lnTo>
                  <a:pt x="2316499" y="242668"/>
                </a:lnTo>
                <a:lnTo>
                  <a:pt x="2249510" y="244440"/>
                </a:lnTo>
                <a:lnTo>
                  <a:pt x="2182520" y="246202"/>
                </a:lnTo>
                <a:lnTo>
                  <a:pt x="2115531" y="247974"/>
                </a:lnTo>
                <a:lnTo>
                  <a:pt x="2048532" y="249736"/>
                </a:lnTo>
                <a:lnTo>
                  <a:pt x="1981543" y="251508"/>
                </a:lnTo>
                <a:lnTo>
                  <a:pt x="1914554" y="253270"/>
                </a:lnTo>
                <a:lnTo>
                  <a:pt x="1847555" y="255041"/>
                </a:lnTo>
                <a:lnTo>
                  <a:pt x="1780565" y="256804"/>
                </a:lnTo>
                <a:lnTo>
                  <a:pt x="1713576" y="258575"/>
                </a:lnTo>
                <a:lnTo>
                  <a:pt x="1646577" y="260347"/>
                </a:lnTo>
                <a:lnTo>
                  <a:pt x="1579588" y="262109"/>
                </a:lnTo>
                <a:lnTo>
                  <a:pt x="1512599" y="263881"/>
                </a:lnTo>
                <a:lnTo>
                  <a:pt x="1445600" y="265643"/>
                </a:lnTo>
                <a:lnTo>
                  <a:pt x="1378610" y="267414"/>
                </a:lnTo>
                <a:lnTo>
                  <a:pt x="1311621" y="269177"/>
                </a:lnTo>
                <a:lnTo>
                  <a:pt x="1244622" y="270948"/>
                </a:lnTo>
                <a:lnTo>
                  <a:pt x="1177633" y="272710"/>
                </a:lnTo>
                <a:lnTo>
                  <a:pt x="1110644" y="274482"/>
                </a:lnTo>
                <a:lnTo>
                  <a:pt x="1043654" y="276244"/>
                </a:lnTo>
                <a:lnTo>
                  <a:pt x="976655" y="278016"/>
                </a:lnTo>
                <a:lnTo>
                  <a:pt x="909666" y="279778"/>
                </a:lnTo>
                <a:lnTo>
                  <a:pt x="842677" y="281549"/>
                </a:lnTo>
                <a:lnTo>
                  <a:pt x="775678" y="283312"/>
                </a:lnTo>
                <a:lnTo>
                  <a:pt x="708689" y="285083"/>
                </a:lnTo>
                <a:lnTo>
                  <a:pt x="641699" y="286845"/>
                </a:lnTo>
                <a:lnTo>
                  <a:pt x="574710" y="288617"/>
                </a:lnTo>
                <a:lnTo>
                  <a:pt x="507711" y="290389"/>
                </a:lnTo>
                <a:lnTo>
                  <a:pt x="440722" y="292151"/>
                </a:lnTo>
                <a:lnTo>
                  <a:pt x="373732" y="293922"/>
                </a:lnTo>
                <a:lnTo>
                  <a:pt x="306734" y="295685"/>
                </a:lnTo>
                <a:lnTo>
                  <a:pt x="239744" y="297456"/>
                </a:lnTo>
                <a:lnTo>
                  <a:pt x="172755" y="299218"/>
                </a:lnTo>
                <a:lnTo>
                  <a:pt x="105756" y="300990"/>
                </a:lnTo>
                <a:lnTo>
                  <a:pt x="38767" y="302752"/>
                </a:lnTo>
                <a:lnTo>
                  <a:pt x="0" y="275539"/>
                </a:lnTo>
                <a:lnTo>
                  <a:pt x="0" y="208531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balance-joint-ring">
            <a:extLst xmlns:a="http://schemas.openxmlformats.org/drawingml/2006/main">
              <a:ext uri="{FF2B5EF4-FFF2-40B4-BE49-F238E27FC236}">
                <a16:creationId xmlns:a16="http://schemas.microsoft.com/office/drawing/2014/main" id="{790F26D9-AB96-490F-BCFE-45ACD0DD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balance-joint-core">
            <a:extLst xmlns:a="http://schemas.openxmlformats.org/drawingml/2006/main">
              <a:ext uri="{FF2B5EF4-FFF2-40B4-BE49-F238E27FC236}">
                <a16:creationId xmlns:a16="http://schemas.microsoft.com/office/drawing/2014/main" id="{8A00324F-B475-4A5B-9A79-478B79C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4075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balance-topic-kicker">
            <a:extLst xmlns:a="http://schemas.openxmlformats.org/drawingml/2006/main">
              <a:ext uri="{FF2B5EF4-FFF2-40B4-BE49-F238E27FC236}">
                <a16:creationId xmlns:a16="http://schemas.microsoft.com/office/drawing/2014/main" id="{64FDBEC5-B9C5-4CC1-B3D4-A0EFADBF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600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决策权衡</a:t>
            </a:r>
          </a:p>
        </p:txBody>
      </p:sp>
      <p:sp>
        <p:nvSpPr>
          <p:cNvPr id="17" name="balance-topic-title">
            <a:extLst xmlns:a="http://schemas.openxmlformats.org/drawingml/2006/main">
              <a:ext uri="{FF2B5EF4-FFF2-40B4-BE49-F238E27FC236}">
                <a16:creationId xmlns:a16="http://schemas.microsoft.com/office/drawing/2014/main" id="{76D314FF-E0FA-4AFE-B2C1-C5CD40F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1838325"/>
            <a:ext cx="4629150" cy="274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是否采用 HTML 作为单一布局源</a:t>
            </a:r>
          </a:p>
        </p:txBody>
      </p:sp>
      <p:sp>
        <p:nvSpPr>
          <p:cNvPr id="18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56CF86A5-8714-480C-9991-22FABFE3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924300"/>
            <a:ext cx="31242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19" name="benefit-separator">
            <a:extLst xmlns:a="http://schemas.openxmlformats.org/drawingml/2006/main">
              <a:ext uri="{FF2B5EF4-FFF2-40B4-BE49-F238E27FC236}">
                <a16:creationId xmlns:a16="http://schemas.microsoft.com/office/drawing/2014/main" id="{3D3B30C0-BF65-4E41-87F8-E96682D8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4289231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enefit-points">
            <a:extLst xmlns:a="http://schemas.openxmlformats.org/drawingml/2006/main">
              <a:ext uri="{FF2B5EF4-FFF2-40B4-BE49-F238E27FC236}">
                <a16:creationId xmlns:a16="http://schemas.microsoft.com/office/drawing/2014/main" id="{8D01E7C8-3C82-4732-A00A-B1048DF1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422581"/>
            <a:ext cx="3124200" cy="483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数量状态可以响应扩散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审美结果可直接审核</a:t>
            </a:r>
          </a:p>
        </p:txBody>
      </p:sp>
      <p:sp>
        <p:nvSpPr>
          <p:cNvPr id="21" name="risk-heading">
            <a:extLst xmlns:a="http://schemas.openxmlformats.org/drawingml/2006/main">
              <a:ext uri="{FF2B5EF4-FFF2-40B4-BE49-F238E27FC236}">
                <a16:creationId xmlns:a16="http://schemas.microsoft.com/office/drawing/2014/main" id="{4ADE2A79-091C-42A0-8C45-65ABEBB6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657600"/>
            <a:ext cx="31242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代价与风险</a:t>
            </a:r>
          </a:p>
        </p:txBody>
      </p:sp>
      <p:sp>
        <p:nvSpPr>
          <p:cNvPr id="22" name="risk-separator">
            <a:extLst xmlns:a="http://schemas.openxmlformats.org/drawingml/2006/main">
              <a:ext uri="{FF2B5EF4-FFF2-40B4-BE49-F238E27FC236}">
                <a16:creationId xmlns:a16="http://schemas.microsoft.com/office/drawing/2014/main" id="{91E1F721-4F8C-49B2-B748-E6337BE3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4022531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08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isk-points">
            <a:extLst xmlns:a="http://schemas.openxmlformats.org/drawingml/2006/main">
              <a:ext uri="{FF2B5EF4-FFF2-40B4-BE49-F238E27FC236}">
                <a16:creationId xmlns:a16="http://schemas.microsoft.com/office/drawing/2014/main" id="{B29F4EFC-E1A9-4310-81F0-F7CA21DC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155881"/>
            <a:ext cx="3124200" cy="483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复杂样式需要限制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媒体依赖必须声明</a:t>
            </a:r>
          </a:p>
        </p:txBody>
      </p:sp>
      <p:sp>
        <p:nvSpPr>
          <p:cNvPr id="24" name="balance-verdict-title">
            <a:extLst xmlns:a="http://schemas.openxmlformats.org/drawingml/2006/main">
              <a:ext uri="{FF2B5EF4-FFF2-40B4-BE49-F238E27FC236}">
                <a16:creationId xmlns:a16="http://schemas.microsoft.com/office/drawing/2014/main" id="{4AF2D7FA-223F-43AC-BDA6-C977FCE1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772025"/>
            <a:ext cx="22479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25" name="balance-verdict-separator">
            <a:extLst xmlns:a="http://schemas.openxmlformats.org/drawingml/2006/main">
              <a:ext uri="{FF2B5EF4-FFF2-40B4-BE49-F238E27FC236}">
                <a16:creationId xmlns:a16="http://schemas.microsoft.com/office/drawing/2014/main" id="{B14BED52-3D37-41E5-B50A-3CCA5CC7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108381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lance-verdict-body">
            <a:extLst xmlns:a="http://schemas.openxmlformats.org/drawingml/2006/main">
              <a:ext uri="{FF2B5EF4-FFF2-40B4-BE49-F238E27FC236}">
                <a16:creationId xmlns:a16="http://schemas.microsoft.com/office/drawing/2014/main" id="{495C558A-DE24-42B0-AC6D-98629640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5203631"/>
            <a:ext cx="2247900" cy="70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收益更具长期价值，但必须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以审核组件和明确失败边界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为前提</a:t>
            </a:r>
          </a:p>
        </p:txBody>
      </p:sp>
    </p:spTree>
    <p:extLst>
      <p:ext uri="{BB962C8B-B14F-4D97-AF65-F5344CB8AC3E}">
        <p14:creationId xmlns:p14="http://schemas.microsoft.com/office/powerpoint/2010/main" val="1787609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2E253615-5D9F-43EA-9835-7082B9F1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07E582E6-DD0B-487C-9EDC-CBB6C0AB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38ED2B6B-D5E0-4351-BB89-D7D078BA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010B57A4-3DE9-490C-B080-4FC77B85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B81F7033-313A-4875-B856-19A0AA8E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34320471-0AFC-4063-8416-CD684382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8E79F092-58FA-43DB-887E-870349E4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9E342137-6989-4EB5-AE8B-60AD200A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3AFEFF99-4A31-42F3-85C7-FCCF56C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47430683-FA79-4694-BE1E-8851D389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947177CE-84F5-4D6E-8A4C-5D77028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E7DFA615-2C10-42CA-84B4-FEB83D63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CC3DC562-F3E0-4EAB-A7F8-E1731F20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31E02B94-51E7-40FB-A2E8-EDEC7F41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C1D23922-E0C5-48AB-9432-82E97FB3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D2480938-3CD3-408F-8DB4-8E873FBA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EBEEE58F-CA45-4B7A-98CD-6C6877B0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E1309966-192E-42EA-B56B-D142890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F15A9A7B-3ABF-4580-B0DF-50C9C1D8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039898F2-9EA2-4B91-9C1C-BD9F8E18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0134AAB0-D9DE-420D-9A8E-8DF9E65E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D9C81622-E0FB-4319-B77A-2963A684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E62C26D3-FF32-4723-B481-FFE3ECB1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D3C67E5E-2B94-42CA-A069-8EC3076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4B8BC49A-B8ED-4BEE-9A96-2A1986AA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E976FAF4-98A4-4A67-A937-AEF34E8D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2AA4CE24-3CC6-47D3-B904-876A9640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D8E9250A-150D-41A8-A8D9-00932597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EB907D9F-59B8-4E35-A90B-6564E4F0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E04E1603-11A0-4011-8E7B-8426B21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AB831B0D-35B7-4E70-9088-E2A7E13B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FC551021-E504-4791-BBF7-69CB1B2E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8965BF32-3CF6-446F-8FE7-C865DE8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8CFAEB49-C60F-4DEA-A6EA-8B493088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918BF28D-0819-4CD5-AF34-DB73D737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C89FB422-6491-46D7-BABE-1A1034F8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BE514864-BE6B-4368-9065-05A9EE27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C29AD4D8-A61B-43CC-9FBE-108E5297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E20B4811-ECBD-45A7-BFCF-57555807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C4CAB3E8-0AA8-41D5-9707-2C35BEF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2AF65DFB-E18C-44C6-B70A-0D6ADAC5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064E3353-5BB4-4A6A-8E9C-E89B2FF3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4B24DE81-42D3-4E50-B0BB-92DE9C50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2A9E491D-3CFB-4C3D-8BF6-A2DA6E0B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25FD9B0E-70F4-4DBD-B8B4-A84E60A9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5634AC60-0B58-494C-94D0-0E1E0215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936A6264-2A48-4F36-BDAA-C236500E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3AFA9A59-F244-4C08-A867-CB512AC9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2D30E428-8E8E-4D22-BCC4-FEF404AA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1AA1AD8F-6489-495C-A156-572977A5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551F58C2-044A-4E52-B365-8A2A1913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5C1C453A-56C9-4050-BED1-C2B15806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7F51BD6F-118F-480E-93DE-7FBD9207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230D6BB7-F687-4B0C-B77D-E12CC0AB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4F1D18F2-13A0-4E68-A2FA-C900CF66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C37EFC93-4DAD-43BC-8DFA-E0C98076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6A9300A3-E996-4867-A4C2-C465E278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7FF685FF-5361-4F37-A102-D7873642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95BF32FB-02A5-4A14-A76D-AED09E2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29545EAD-1159-4D13-85E1-CC240FE7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46FC573F-871F-4688-AFA0-6353D23D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45912DAB-F6F0-4354-9AF8-4AA6940F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06A270F8-F25B-4521-AB76-4548669A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DECDD4D8-71C4-4E53-8DBF-A73E9ACF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9A1052CA-08D9-43C1-9B19-E6C395A4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12AFB947-BADB-4F77-ACCC-59B260D0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5E645772-152B-499B-8E49-9C16CE0F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2AE19F3D-359E-461A-A2BA-2449B5DF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A71FD7C0-D7A4-44C5-A0F2-EE5E3FEC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3791BB8E-9E11-400C-99EC-8B6E4FAB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A274DFB9-E3E7-4D26-9450-9F36CDE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FE6A474E-27CB-40FE-94E9-ED70CBF3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7A70AA18-C8C6-41A0-9C49-A75646FF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877D4D82-68E1-4D4A-BC73-4C9E7AE5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353192A3-5120-46A0-9E89-F44756A6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2F638B78-A248-4C7B-927F-9F2245D7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11EF23DD-834D-4C77-9B99-742A5961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6701FD89-B85C-4221-8B12-1ED21783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2F0C624A-79D8-4B2C-AFD7-67646CE2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51C1B59F-05B1-4BB7-AB44-132466FC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46AFFB43-CD5F-4F01-9A53-B852B1F6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76B95404-C902-4B8E-84E8-31CC663A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2DD2EEBC-16E2-4E79-80D5-8099B8BB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00CED249-CB51-4142-B629-DD9B2913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4C3B6499-E799-4881-874F-B5FA0462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C17A6646-280B-4A84-8C14-11F25B3C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991255F6-E0FE-482D-9540-69E835F4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380E7AC5-BAFB-4119-8560-12A20335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78744F5C-C224-4C21-9E4B-7C534466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E3F058C3-3630-4C56-8184-69C053BD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8381C887-81DF-4145-9C9A-E0F6C98C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A2B84A84-18BC-4DA2-8652-0D58E1EA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14A12BB6-5F4B-4191-AD60-CD8DD12E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70A94BD4-FD90-48FE-AC79-20DEBB6E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951F75BC-D998-45C8-9810-E5533B7C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BAA5B2B4-412E-4FDD-8DA1-D80C9AC4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5BB5321A-08F5-4CDC-9649-BE8A7284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547F44B7-A0B0-4107-A6C6-8378A1C9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6FD5FF2F-23DC-4DF6-8354-DABEA9D9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DF62A358-1A72-461C-9004-7F55F9DA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90FF258F-14BD-4431-84C1-1F5DBD0F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CD040F80-14C5-46BC-B0E0-25009377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197B7A19-70ED-477F-8738-0E10B85C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8154FFD9-E5FB-42F5-83BE-A5DEF401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E2E4DF4F-0043-4EED-A7B0-981FF1C5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762BD689-D18F-470D-B532-F37AE283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1C6E0280-C65A-4B51-86A2-8EDA6FCB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4E0EBC36-2497-431F-B0C0-40DF6E50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1E3DA576-FD56-4BAF-9E23-0299F9DA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10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69E63106-0DA6-4D5E-A686-6ADECF5C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95B6"/>
            </a:solidFill>
            <a:prstDash val="solid"/>
          </a:ln>
        </p:spPr>
      </p:sp>
      <p:sp>
        <p:nvSpPr>
          <p:cNvPr id="111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9989C506-3B91-43F0-8D63-A9DE053D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2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0075F020-A9BC-4B48-B399-AA03A77F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060631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13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2F1C8118-938C-4B4C-971F-ABDB035F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403531"/>
            <a:ext cx="1885950" cy="227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统一目标 · 协同资源</a:t>
            </a:r>
          </a:p>
        </p:txBody>
      </p:sp>
      <p:sp>
        <p:nvSpPr>
          <p:cNvPr id="114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CD5C9A51-2D7E-4292-A475-3F7E9719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A2DD1071-7F61-4BF8-876D-F01014AE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16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A84D4AB9-9EA6-47F2-B70F-79A387AA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0576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5F2CB9F7-C4B3-4D31-95CC-40522887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0100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18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75479A6D-7555-4E21-9F3E-FC148F59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0576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916B609B-7BAB-4262-9E29-0AA8588E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0100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0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B5DA962B-DC57-41BE-888B-D2FA57C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21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7E2BEB73-D704-42DC-B9E1-E3FB7BA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067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22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CF273FB1-8456-4197-AD25-2EFBB643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067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23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2A2DE8B6-BD8B-4DC6-80E6-E0E74FA0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5790ADDE-D59E-47D4-B076-EA191814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162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BCE7F0C5-F145-41B2-B9D9-22CE851F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162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e80cbcfa94472">
            <a:extLst>
              <a:ext uri="{96DAC541-7B7A-43D3-8B79-37D633B846F1}">
                <asvg:svgBlip xmlns:asvg="http://schemas.microsoft.com/office/drawing/2016/SVG/main" r:embed="R45a6d11203df42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e018e6fc44082">
            <a:extLst>
              <a:ext uri="{96DAC541-7B7A-43D3-8B79-37D633B846F1}">
                <asvg:svgBlip xmlns:asvg="http://schemas.microsoft.com/office/drawing/2016/SVG/main" r:embed="R2e4e857165024c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42576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a6c0af7a34373">
            <a:extLst>
              <a:ext uri="{96DAC541-7B7A-43D3-8B79-37D633B846F1}">
                <asvg:svgBlip xmlns:asvg="http://schemas.microsoft.com/office/drawing/2016/SVG/main" r:embed="R700abf4bf0ec42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42576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9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2D34CE17-BB03-4CDA-A10E-F79147D8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33702"/>
            <a:ext cx="24574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战略牵引</a:t>
            </a:r>
          </a:p>
        </p:txBody>
      </p:sp>
      <p:sp>
        <p:nvSpPr>
          <p:cNvPr id="130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8C27D86D-CFDA-4CA5-A70E-977003B6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060524"/>
            <a:ext cx="24574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明确方向并形成共同目标</a:t>
            </a:r>
          </a:p>
        </p:txBody>
      </p:sp>
      <p:sp>
        <p:nvSpPr>
          <p:cNvPr id="131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FBF6C730-3F39-4B4D-8ECB-2ED19287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12447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数据支撑</a:t>
            </a:r>
          </a:p>
        </p:txBody>
      </p:sp>
      <p:sp>
        <p:nvSpPr>
          <p:cNvPr id="132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757FCB98-7CED-40B8-9EFF-A207B4CF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45129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汇集信息并提供可靠依据</a:t>
            </a:r>
          </a:p>
        </p:txBody>
      </p:sp>
      <p:sp>
        <p:nvSpPr>
          <p:cNvPr id="133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4C029A1C-E80E-4AA9-8F07-6CA132A1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12447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平台赋能</a:t>
            </a:r>
          </a:p>
        </p:txBody>
      </p:sp>
      <p:sp>
        <p:nvSpPr>
          <p:cNvPr id="134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D5619C67-17D4-47E4-9780-8A50ECC0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45129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连接资源并提升协同效率</a:t>
            </a:r>
          </a:p>
        </p:txBody>
      </p:sp>
    </p:spTree>
    <p:extLst>
      <p:ext uri="{BB962C8B-B14F-4D97-AF65-F5344CB8AC3E}">
        <p14:creationId xmlns:p14="http://schemas.microsoft.com/office/powerpoint/2010/main" val="169908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23A60CBD-05A4-4E96-8A21-219E48B2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ED16C549-94F2-4BAF-A3CF-75560C0E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DBC2209B-97C5-418A-A0BA-3BA6BC8E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212B1D97-A5BF-4811-A142-6BCC4739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D8D6DE08-01EA-4825-9C1F-57EF8AFB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7F2539AD-D95C-4F8B-BC16-056C1B47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D408244D-619A-46EE-8C19-FB135DF5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A11E2ABF-1AE7-4372-9C2F-E1C97169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731DF1C0-F060-4515-8E51-EB06F86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EB4FF593-0E79-4210-B859-DA1E4E36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47F99488-DFB1-422B-B1CE-90588B3D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EBDA5B2B-A9B9-4433-A228-E2BE3817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CAC3311B-30DC-4E29-BC6C-68B32033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1D3D20CA-8711-4989-A559-EDBC404A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D1E8D327-D315-4B0A-85CE-1026AA7C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68CC3F81-4A02-4E91-BB0B-7045AF65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F9354E3D-D7CC-456F-B8A0-66E91FF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84F28FFE-0ABA-4926-B44E-90903F97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003FE5FC-616C-424D-A35B-E2A5C93D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DE17872A-2013-4839-A55E-700BE00A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A6C04271-9D45-45EB-A816-E20CC021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1E58BC26-4120-4FFA-A8EA-983E5A5F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307F9511-5231-4647-AA80-D7CCE4AB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92D93571-27F2-407B-B459-C7B6F673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FD419A71-E7A2-4430-80D3-38BC53C9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DB67A71D-FFA1-4E15-AA37-521D7C0A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2A91AF8E-18D9-45A0-89CC-223E3A2D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47AFD729-7650-4738-8B5C-C945AA4E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E08D421D-63F3-4EF6-8623-5C73F004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94C6D4B9-C346-4635-80F8-13E7FFC4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D50B2057-53D6-4DA4-90F0-F5F2D6C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ABCBDA04-31CB-4E9C-B3CD-90308BD7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73521A41-3DF4-4824-8B40-4DFBD71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2EEF45FA-0869-4C19-BEC1-9613DB51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9CBF7392-4A73-4930-B16A-3D4295DD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EB253486-98AB-4EB9-8ADE-E194BC5A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A355D5D2-CA94-46B3-8D10-CF5D9A5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5B10C52B-83A6-49DA-813C-E6438D92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E613F425-EEBB-426F-89D4-71ACBB4D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5C0EFB89-AC54-4C2B-9D6D-6FB8E140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EC73BA20-0449-4309-B492-C1BB5E31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A4916954-0209-43DB-BF0B-C084C576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D69678B7-0224-4096-A0F3-9CF01CC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4C5F8E4B-99C8-43C4-AF35-B7B1F315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4D728D72-8C29-4CB6-88CE-CA9F558D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C34367E8-53C5-4E06-BA09-40AA956F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9A6255FF-1F27-43AE-BC96-75106B00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19AF7C4D-BFB0-4325-BE6B-3DCE786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224851C0-4D53-44A5-9F83-2B4C2ED5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415195EB-8461-4699-A758-DB672BA6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10D8929B-98EC-42EE-84BD-8F125FF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5BCE7B13-D4C9-42C3-992F-9EFEA98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A648E40E-14E6-4502-9C4E-8CEF80EA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69DA107A-4443-48CC-99B7-C7C8967D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67247673-25FA-493F-A2C3-315AB62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7425B43B-0CEC-47F0-91EE-8D11B92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BBE6BCE2-A2AE-42D2-9DAB-B437B2F5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D20DA8B8-AB49-45FC-8EB1-D30B3FF1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E275BB2E-F46D-4495-BC96-202F818A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8D490B6A-0E5E-4926-9777-3B6716BD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9BA40742-EA3F-4CD3-8765-C6A034C6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FCE12E0D-DFE5-4B14-A644-8203CB86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3BCECF67-DCD6-4FDA-BC9C-B1D3CE27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B12BA2D9-58AF-4334-927C-5CD5BC7E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E4BCDB81-A2F8-4097-9A41-71B0C622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6259DF84-F788-4948-A0B1-FF7DE6AA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486B85DF-95BD-434D-BDAE-8F58955E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8C6DD516-F72F-410B-8CE2-58402640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38870580-1A18-47D5-B5F0-D6571E58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07E24B63-7846-4DEB-8F25-237C44A9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C74B7785-C2F9-4170-94E8-B3640EE3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0D87A14F-BD7E-4FF1-96F2-A866DB47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7DA82D65-0662-4E45-8432-434050DD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AAA8B794-DE57-40F5-8F13-BEACB848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1547D98D-337D-47CE-A8E7-57F4523F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02E55858-8251-4F09-B7B2-6AD9C561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713D2254-9E4E-43FA-8FA5-4EFDC932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3A840C56-03ED-4562-AE04-CEB3F414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ED155866-FCF2-4E95-BBA4-D112D4EF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580BE4FC-7BDA-40BC-9AB7-2916E028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420F28DE-954A-47C4-AA6B-1DCE289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06552425-75C2-40EE-AF33-D0E62CF4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14F47374-90CC-4AD3-BB03-A0A0EEB9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2E68499C-57F4-40EB-822C-8A21758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78ADFD24-8DCE-4BE3-A473-A102B81D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6AFADA3D-C1E1-4BFE-9E59-EC628056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3D81A4B1-079D-4AF6-906C-88179CE1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012BEB08-B85D-4D21-A178-AA96604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CBB10104-988B-4955-B63A-37C961D3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A95A73DA-3313-4BEC-9C0D-03237B1A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19B43C8F-C47D-49A6-A9BB-77807867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B7F59679-4284-45A7-BD5B-A69B7B09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47032DA6-B3B5-44BB-AEA9-B14D601F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7CD752D6-C371-439E-8CE3-22C3339F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BBEA7750-2C88-450A-A068-E57B1069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87E53A2D-E75D-40C1-AEDE-364244C1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59DC8364-62F2-4784-8DCB-2E0F699B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461A8B49-67AB-4CDC-A11C-99921AA8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CC693EDE-FC4C-48FD-AC7C-BFA716E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6D724C02-97AD-4B15-B186-792C1A1B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447E406B-7DC6-4196-A914-E380A2ED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635C5F8D-1F12-47F4-955F-A3854A08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8B538462-A6A2-4639-B8FF-5D151EAD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B6339AC5-6BC6-4C89-98DF-73D9F285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980F7F99-32E9-44B6-A310-A6C7E82E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B399954F-A981-4E84-BF51-811B576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92192217-3F95-45EB-BD62-E3A7EE76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964088AC-FD9C-42B8-A25D-6AC10EF7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5D79D08D-06FF-4F8B-90E5-4A8EC5A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110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B284310D-3CA3-43B9-83C1-B9088841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082D6"/>
            </a:solidFill>
            <a:prstDash val="solid"/>
          </a:ln>
        </p:spPr>
      </p:sp>
      <p:sp>
        <p:nvSpPr>
          <p:cNvPr id="111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D64DC10C-07AE-4038-880C-A776B319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12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77849BC8-4C03-40BE-8D5C-36B40630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060631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13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73763840-9837-4E49-A9A4-688BD783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403531"/>
            <a:ext cx="1885950" cy="227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统一目标 · 协同资源</a:t>
            </a:r>
          </a:p>
        </p:txBody>
      </p:sp>
      <p:sp>
        <p:nvSpPr>
          <p:cNvPr id="114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93BAFAAC-3E7D-460D-9EE3-B1FF6281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C02DAF75-D77A-406F-868A-5CD74560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16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63E2C9C3-3D10-4D2B-8665-183BB8A0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0576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A6BA2713-3B1F-469D-AE63-63512734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0100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18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58127F80-0DD8-47E4-80F3-85029799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0576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2CFE51D7-D380-4B19-8849-1BDF2AED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0100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20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6570E681-3C3D-49E0-B99E-F23DFEF1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sp>
        <p:nvSpPr>
          <p:cNvPr id="121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AE35DA35-F052-4A4F-8D02-9620BF64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067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sp>
        <p:nvSpPr>
          <p:cNvPr id="122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9B67ABE8-A9E7-4D43-8D7F-565D3229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067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sp>
        <p:nvSpPr>
          <p:cNvPr id="123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0C76C6AE-0A69-4D4C-AD14-CADB424B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BBF03F0A-6B11-4052-9C45-90A1251B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162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16001E35-B8FE-4B7B-BC0F-5D5766D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162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e97c56d06432b">
            <a:extLst>
              <a:ext uri="{96DAC541-7B7A-43D3-8B79-37D633B846F1}">
                <asvg:svgBlip xmlns:asvg="http://schemas.microsoft.com/office/drawing/2016/SVG/main" r:embed="R8202372e99724e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dd5c5ebeb4b31">
            <a:extLst>
              <a:ext uri="{96DAC541-7B7A-43D3-8B79-37D633B846F1}">
                <asvg:svgBlip xmlns:asvg="http://schemas.microsoft.com/office/drawing/2016/SVG/main" r:embed="R202efcce013246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42576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cc7768f4c42ed">
            <a:extLst>
              <a:ext uri="{96DAC541-7B7A-43D3-8B79-37D633B846F1}">
                <asvg:svgBlip xmlns:asvg="http://schemas.microsoft.com/office/drawing/2016/SVG/main" r:embed="R5de596c059ae4c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42576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9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FEBC263C-D9DA-44BF-9F44-291C4B84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33702"/>
            <a:ext cx="24574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战略牵引</a:t>
            </a:r>
          </a:p>
        </p:txBody>
      </p:sp>
      <p:sp>
        <p:nvSpPr>
          <p:cNvPr id="130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AE24BE4E-5F20-4938-B6AC-B7029266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060524"/>
            <a:ext cx="24574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明确方向并形成共同目标</a:t>
            </a:r>
          </a:p>
        </p:txBody>
      </p:sp>
      <p:sp>
        <p:nvSpPr>
          <p:cNvPr id="131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4A3DFFED-BE40-410E-8103-F43059AC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12447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数据支撑</a:t>
            </a:r>
          </a:p>
        </p:txBody>
      </p:sp>
      <p:sp>
        <p:nvSpPr>
          <p:cNvPr id="132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EED58813-A20E-4367-9783-26B00769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45129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汇集信息并提供可靠依据</a:t>
            </a:r>
          </a:p>
        </p:txBody>
      </p:sp>
      <p:sp>
        <p:nvSpPr>
          <p:cNvPr id="133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A79D0488-6C48-49AC-8B17-5A98B73A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12447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平台赋能</a:t>
            </a:r>
          </a:p>
        </p:txBody>
      </p:sp>
      <p:sp>
        <p:nvSpPr>
          <p:cNvPr id="134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FEC998A3-5BCF-4B47-B07C-B6E8F0A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45129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连接资源并提升协同效率</a:t>
            </a:r>
          </a:p>
        </p:txBody>
      </p:sp>
    </p:spTree>
    <p:extLst>
      <p:ext uri="{BB962C8B-B14F-4D97-AF65-F5344CB8AC3E}">
        <p14:creationId xmlns:p14="http://schemas.microsoft.com/office/powerpoint/2010/main" val="985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CC87AA52-A346-4D12-A32F-3DA4DE71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ECF2"/>
            </a:solidFill>
            <a:prstDash val="dash"/>
          </a:ln>
        </p:spPr>
      </p:sp>
      <p:sp>
        <p:nvSpPr>
          <p:cNvPr id="2" name="radial-outward-spoke-1">
            <a:extLst xmlns:a="http://schemas.openxmlformats.org/drawingml/2006/main">
              <a:ext uri="{FF2B5EF4-FFF2-40B4-BE49-F238E27FC236}">
                <a16:creationId xmlns:a16="http://schemas.microsoft.com/office/drawing/2014/main" id="{EFFEB462-D6FF-4B98-B24A-1192FC9A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132" y="2629776"/>
            <a:ext cx="339290" cy="505854"/>
          </a:xfrm>
          <a:custGeom xmlns:a="http://schemas.openxmlformats.org/drawingml/2006/main">
            <a:pathLst>
              <a:path w="339290" h="505854">
                <a:moveTo>
                  <a:pt x="235115" y="505854"/>
                </a:moveTo>
                <a:lnTo>
                  <a:pt x="237868" y="487080"/>
                </a:lnTo>
                <a:lnTo>
                  <a:pt x="240478" y="468278"/>
                </a:lnTo>
                <a:lnTo>
                  <a:pt x="242935" y="449466"/>
                </a:lnTo>
                <a:lnTo>
                  <a:pt x="245231" y="430625"/>
                </a:lnTo>
                <a:lnTo>
                  <a:pt x="247364" y="411766"/>
                </a:lnTo>
                <a:lnTo>
                  <a:pt x="249317" y="392887"/>
                </a:lnTo>
                <a:lnTo>
                  <a:pt x="251098" y="373999"/>
                </a:lnTo>
                <a:lnTo>
                  <a:pt x="252679" y="355082"/>
                </a:lnTo>
                <a:lnTo>
                  <a:pt x="254060" y="336156"/>
                </a:lnTo>
                <a:lnTo>
                  <a:pt x="255241" y="317221"/>
                </a:lnTo>
                <a:lnTo>
                  <a:pt x="256194" y="298266"/>
                </a:lnTo>
                <a:lnTo>
                  <a:pt x="256927" y="279302"/>
                </a:lnTo>
                <a:lnTo>
                  <a:pt x="257413" y="260328"/>
                </a:lnTo>
                <a:lnTo>
                  <a:pt x="257642" y="241354"/>
                </a:lnTo>
                <a:lnTo>
                  <a:pt x="257604" y="222380"/>
                </a:lnTo>
                <a:lnTo>
                  <a:pt x="257289" y="203406"/>
                </a:lnTo>
                <a:lnTo>
                  <a:pt x="256670" y="184433"/>
                </a:lnTo>
                <a:lnTo>
                  <a:pt x="255746" y="165478"/>
                </a:lnTo>
                <a:lnTo>
                  <a:pt x="254479" y="146552"/>
                </a:lnTo>
                <a:lnTo>
                  <a:pt x="252870" y="127635"/>
                </a:lnTo>
                <a:lnTo>
                  <a:pt x="250879" y="108766"/>
                </a:lnTo>
                <a:lnTo>
                  <a:pt x="248488" y="89945"/>
                </a:lnTo>
                <a:lnTo>
                  <a:pt x="245688" y="71171"/>
                </a:lnTo>
                <a:lnTo>
                  <a:pt x="263843" y="68551"/>
                </a:lnTo>
                <a:lnTo>
                  <a:pt x="282702" y="66475"/>
                </a:lnTo>
                <a:lnTo>
                  <a:pt x="301571" y="64399"/>
                </a:lnTo>
                <a:lnTo>
                  <a:pt x="320431" y="62332"/>
                </a:lnTo>
                <a:lnTo>
                  <a:pt x="339290" y="60255"/>
                </a:lnTo>
                <a:lnTo>
                  <a:pt x="324336" y="54521"/>
                </a:lnTo>
                <a:lnTo>
                  <a:pt x="306343" y="48463"/>
                </a:lnTo>
                <a:lnTo>
                  <a:pt x="288360" y="42405"/>
                </a:lnTo>
                <a:lnTo>
                  <a:pt x="270377" y="36347"/>
                </a:lnTo>
                <a:lnTo>
                  <a:pt x="252393" y="30290"/>
                </a:lnTo>
                <a:lnTo>
                  <a:pt x="234410" y="24232"/>
                </a:lnTo>
                <a:lnTo>
                  <a:pt x="216427" y="18174"/>
                </a:lnTo>
                <a:lnTo>
                  <a:pt x="198444" y="12116"/>
                </a:lnTo>
                <a:lnTo>
                  <a:pt x="180461" y="6058"/>
                </a:lnTo>
                <a:lnTo>
                  <a:pt x="162468" y="0"/>
                </a:lnTo>
                <a:lnTo>
                  <a:pt x="145999" y="7544"/>
                </a:lnTo>
                <a:lnTo>
                  <a:pt x="129769" y="17393"/>
                </a:lnTo>
                <a:lnTo>
                  <a:pt x="113548" y="27242"/>
                </a:lnTo>
                <a:lnTo>
                  <a:pt x="97326" y="37090"/>
                </a:lnTo>
                <a:lnTo>
                  <a:pt x="81105" y="46939"/>
                </a:lnTo>
                <a:lnTo>
                  <a:pt x="64884" y="56788"/>
                </a:lnTo>
                <a:lnTo>
                  <a:pt x="48663" y="66637"/>
                </a:lnTo>
                <a:lnTo>
                  <a:pt x="32442" y="76486"/>
                </a:lnTo>
                <a:lnTo>
                  <a:pt x="16221" y="86335"/>
                </a:lnTo>
                <a:lnTo>
                  <a:pt x="0" y="96183"/>
                </a:lnTo>
                <a:lnTo>
                  <a:pt x="18545" y="94393"/>
                </a:lnTo>
                <a:lnTo>
                  <a:pt x="37433" y="92478"/>
                </a:lnTo>
                <a:lnTo>
                  <a:pt x="56312" y="90573"/>
                </a:lnTo>
                <a:lnTo>
                  <a:pt x="75190" y="88668"/>
                </a:lnTo>
                <a:lnTo>
                  <a:pt x="94078" y="86763"/>
                </a:lnTo>
                <a:lnTo>
                  <a:pt x="97107" y="105423"/>
                </a:lnTo>
                <a:lnTo>
                  <a:pt x="99593" y="124235"/>
                </a:lnTo>
                <a:lnTo>
                  <a:pt x="101641" y="143104"/>
                </a:lnTo>
                <a:lnTo>
                  <a:pt x="103251" y="162011"/>
                </a:lnTo>
                <a:lnTo>
                  <a:pt x="104461" y="180956"/>
                </a:lnTo>
                <a:lnTo>
                  <a:pt x="105299" y="199911"/>
                </a:lnTo>
                <a:lnTo>
                  <a:pt x="105775" y="218885"/>
                </a:lnTo>
                <a:lnTo>
                  <a:pt x="105918" y="237858"/>
                </a:lnTo>
                <a:lnTo>
                  <a:pt x="105756" y="256832"/>
                </a:lnTo>
                <a:lnTo>
                  <a:pt x="105289" y="275806"/>
                </a:lnTo>
                <a:lnTo>
                  <a:pt x="104546" y="294770"/>
                </a:lnTo>
                <a:lnTo>
                  <a:pt x="103537" y="313715"/>
                </a:lnTo>
                <a:lnTo>
                  <a:pt x="102279" y="332651"/>
                </a:lnTo>
                <a:lnTo>
                  <a:pt x="100784" y="351568"/>
                </a:lnTo>
                <a:lnTo>
                  <a:pt x="99060" y="370475"/>
                </a:lnTo>
                <a:lnTo>
                  <a:pt x="97126" y="389353"/>
                </a:lnTo>
                <a:lnTo>
                  <a:pt x="94983" y="408203"/>
                </a:lnTo>
                <a:lnTo>
                  <a:pt x="92650" y="427034"/>
                </a:lnTo>
                <a:lnTo>
                  <a:pt x="90126" y="445846"/>
                </a:lnTo>
                <a:lnTo>
                  <a:pt x="87420" y="464630"/>
                </a:lnTo>
                <a:lnTo>
                  <a:pt x="85020" y="483051"/>
                </a:lnTo>
                <a:lnTo>
                  <a:pt x="103775" y="485899"/>
                </a:lnTo>
                <a:lnTo>
                  <a:pt x="122539" y="488756"/>
                </a:lnTo>
                <a:lnTo>
                  <a:pt x="141303" y="491604"/>
                </a:lnTo>
                <a:lnTo>
                  <a:pt x="160068" y="494452"/>
                </a:lnTo>
                <a:lnTo>
                  <a:pt x="178832" y="497300"/>
                </a:lnTo>
                <a:lnTo>
                  <a:pt x="197587" y="500148"/>
                </a:lnTo>
                <a:lnTo>
                  <a:pt x="216351" y="503006"/>
                </a:lnTo>
                <a:lnTo>
                  <a:pt x="235115" y="505854"/>
                </a:lnTo>
                <a:close/>
              </a:path>
            </a:pathLst>
          </a:custGeom>
          <a:solidFill xmlns:a="http://schemas.openxmlformats.org/drawingml/2006/main">
            <a:srgbClr val="25486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radial-outward-spoke-2">
            <a:extLst xmlns:a="http://schemas.openxmlformats.org/drawingml/2006/main">
              <a:ext uri="{FF2B5EF4-FFF2-40B4-BE49-F238E27FC236}">
                <a16:creationId xmlns:a16="http://schemas.microsoft.com/office/drawing/2014/main" id="{1CA3AE1F-2192-46E9-B03A-7101E873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483" y="2677611"/>
            <a:ext cx="1342473" cy="833304"/>
          </a:xfrm>
          <a:custGeom xmlns:a="http://schemas.openxmlformats.org/drawingml/2006/main">
            <a:pathLst>
              <a:path w="1342473" h="833304">
                <a:moveTo>
                  <a:pt x="52340" y="833304"/>
                </a:moveTo>
                <a:lnTo>
                  <a:pt x="70171" y="826732"/>
                </a:lnTo>
                <a:lnTo>
                  <a:pt x="87982" y="820112"/>
                </a:lnTo>
                <a:lnTo>
                  <a:pt x="105785" y="813445"/>
                </a:lnTo>
                <a:lnTo>
                  <a:pt x="123558" y="806729"/>
                </a:lnTo>
                <a:lnTo>
                  <a:pt x="141322" y="799948"/>
                </a:lnTo>
                <a:lnTo>
                  <a:pt x="159048" y="793118"/>
                </a:lnTo>
                <a:lnTo>
                  <a:pt x="176765" y="786222"/>
                </a:lnTo>
                <a:lnTo>
                  <a:pt x="194453" y="779288"/>
                </a:lnTo>
                <a:lnTo>
                  <a:pt x="212131" y="772297"/>
                </a:lnTo>
                <a:lnTo>
                  <a:pt x="229772" y="765239"/>
                </a:lnTo>
                <a:lnTo>
                  <a:pt x="247393" y="758114"/>
                </a:lnTo>
                <a:lnTo>
                  <a:pt x="264995" y="750941"/>
                </a:lnTo>
                <a:lnTo>
                  <a:pt x="282569" y="743712"/>
                </a:lnTo>
                <a:lnTo>
                  <a:pt x="300123" y="736425"/>
                </a:lnTo>
                <a:lnTo>
                  <a:pt x="317649" y="729072"/>
                </a:lnTo>
                <a:lnTo>
                  <a:pt x="335147" y="721652"/>
                </a:lnTo>
                <a:lnTo>
                  <a:pt x="352616" y="714165"/>
                </a:lnTo>
                <a:lnTo>
                  <a:pt x="370056" y="706622"/>
                </a:lnTo>
                <a:lnTo>
                  <a:pt x="387477" y="699030"/>
                </a:lnTo>
                <a:lnTo>
                  <a:pt x="404860" y="691353"/>
                </a:lnTo>
                <a:lnTo>
                  <a:pt x="422224" y="683619"/>
                </a:lnTo>
                <a:lnTo>
                  <a:pt x="439550" y="675818"/>
                </a:lnTo>
                <a:lnTo>
                  <a:pt x="456848" y="667941"/>
                </a:lnTo>
                <a:lnTo>
                  <a:pt x="474116" y="659997"/>
                </a:lnTo>
                <a:lnTo>
                  <a:pt x="491347" y="651986"/>
                </a:lnTo>
                <a:lnTo>
                  <a:pt x="508549" y="643900"/>
                </a:lnTo>
                <a:lnTo>
                  <a:pt x="525713" y="635746"/>
                </a:lnTo>
                <a:lnTo>
                  <a:pt x="542849" y="627526"/>
                </a:lnTo>
                <a:lnTo>
                  <a:pt x="559946" y="619220"/>
                </a:lnTo>
                <a:lnTo>
                  <a:pt x="577005" y="610848"/>
                </a:lnTo>
                <a:lnTo>
                  <a:pt x="594027" y="602399"/>
                </a:lnTo>
                <a:lnTo>
                  <a:pt x="611010" y="593865"/>
                </a:lnTo>
                <a:lnTo>
                  <a:pt x="627955" y="585264"/>
                </a:lnTo>
                <a:lnTo>
                  <a:pt x="644862" y="576577"/>
                </a:lnTo>
                <a:lnTo>
                  <a:pt x="661721" y="567814"/>
                </a:lnTo>
                <a:lnTo>
                  <a:pt x="678542" y="558965"/>
                </a:lnTo>
                <a:lnTo>
                  <a:pt x="695315" y="550031"/>
                </a:lnTo>
                <a:lnTo>
                  <a:pt x="712051" y="541020"/>
                </a:lnTo>
                <a:lnTo>
                  <a:pt x="728739" y="531924"/>
                </a:lnTo>
                <a:lnTo>
                  <a:pt x="745369" y="522742"/>
                </a:lnTo>
                <a:lnTo>
                  <a:pt x="761962" y="513464"/>
                </a:lnTo>
                <a:lnTo>
                  <a:pt x="778507" y="504111"/>
                </a:lnTo>
                <a:lnTo>
                  <a:pt x="794995" y="494662"/>
                </a:lnTo>
                <a:lnTo>
                  <a:pt x="811425" y="485118"/>
                </a:lnTo>
                <a:lnTo>
                  <a:pt x="827808" y="475478"/>
                </a:lnTo>
                <a:lnTo>
                  <a:pt x="844134" y="465753"/>
                </a:lnTo>
                <a:lnTo>
                  <a:pt x="860403" y="455933"/>
                </a:lnTo>
                <a:lnTo>
                  <a:pt x="876614" y="446008"/>
                </a:lnTo>
                <a:lnTo>
                  <a:pt x="892769" y="435988"/>
                </a:lnTo>
                <a:lnTo>
                  <a:pt x="908856" y="425872"/>
                </a:lnTo>
                <a:lnTo>
                  <a:pt x="924878" y="415652"/>
                </a:lnTo>
                <a:lnTo>
                  <a:pt x="940832" y="405336"/>
                </a:lnTo>
                <a:lnTo>
                  <a:pt x="956729" y="394907"/>
                </a:lnTo>
                <a:lnTo>
                  <a:pt x="972550" y="384381"/>
                </a:lnTo>
                <a:lnTo>
                  <a:pt x="988295" y="373742"/>
                </a:lnTo>
                <a:lnTo>
                  <a:pt x="1003973" y="362998"/>
                </a:lnTo>
                <a:lnTo>
                  <a:pt x="1019575" y="352139"/>
                </a:lnTo>
                <a:lnTo>
                  <a:pt x="1035091" y="341176"/>
                </a:lnTo>
                <a:lnTo>
                  <a:pt x="1050531" y="330089"/>
                </a:lnTo>
                <a:lnTo>
                  <a:pt x="1065886" y="318897"/>
                </a:lnTo>
                <a:lnTo>
                  <a:pt x="1081164" y="307581"/>
                </a:lnTo>
                <a:lnTo>
                  <a:pt x="1096347" y="296151"/>
                </a:lnTo>
                <a:lnTo>
                  <a:pt x="1111434" y="284607"/>
                </a:lnTo>
                <a:lnTo>
                  <a:pt x="1126436" y="272929"/>
                </a:lnTo>
                <a:lnTo>
                  <a:pt x="1141333" y="261137"/>
                </a:lnTo>
                <a:lnTo>
                  <a:pt x="1156135" y="249222"/>
                </a:lnTo>
                <a:lnTo>
                  <a:pt x="1170842" y="237173"/>
                </a:lnTo>
                <a:lnTo>
                  <a:pt x="1185434" y="225009"/>
                </a:lnTo>
                <a:lnTo>
                  <a:pt x="1199550" y="216008"/>
                </a:lnTo>
                <a:lnTo>
                  <a:pt x="1210828" y="231305"/>
                </a:lnTo>
                <a:lnTo>
                  <a:pt x="1222105" y="246602"/>
                </a:lnTo>
                <a:lnTo>
                  <a:pt x="1233383" y="261899"/>
                </a:lnTo>
                <a:lnTo>
                  <a:pt x="1244670" y="277187"/>
                </a:lnTo>
                <a:lnTo>
                  <a:pt x="1255176" y="287884"/>
                </a:lnTo>
                <a:lnTo>
                  <a:pt x="1260824" y="269738"/>
                </a:lnTo>
                <a:lnTo>
                  <a:pt x="1266473" y="251593"/>
                </a:lnTo>
                <a:lnTo>
                  <a:pt x="1272130" y="233448"/>
                </a:lnTo>
                <a:lnTo>
                  <a:pt x="1277779" y="215303"/>
                </a:lnTo>
                <a:lnTo>
                  <a:pt x="1283427" y="197158"/>
                </a:lnTo>
                <a:lnTo>
                  <a:pt x="1289085" y="179013"/>
                </a:lnTo>
                <a:lnTo>
                  <a:pt x="1294733" y="160868"/>
                </a:lnTo>
                <a:lnTo>
                  <a:pt x="1300391" y="142723"/>
                </a:lnTo>
                <a:lnTo>
                  <a:pt x="1306039" y="124577"/>
                </a:lnTo>
                <a:lnTo>
                  <a:pt x="1311688" y="106432"/>
                </a:lnTo>
                <a:lnTo>
                  <a:pt x="1317346" y="88287"/>
                </a:lnTo>
                <a:lnTo>
                  <a:pt x="1322994" y="70142"/>
                </a:lnTo>
                <a:lnTo>
                  <a:pt x="1328642" y="51997"/>
                </a:lnTo>
                <a:lnTo>
                  <a:pt x="1334300" y="33852"/>
                </a:lnTo>
                <a:lnTo>
                  <a:pt x="1339948" y="15707"/>
                </a:lnTo>
                <a:lnTo>
                  <a:pt x="1342473" y="0"/>
                </a:lnTo>
                <a:lnTo>
                  <a:pt x="1323499" y="1038"/>
                </a:lnTo>
                <a:lnTo>
                  <a:pt x="1304515" y="2086"/>
                </a:lnTo>
                <a:lnTo>
                  <a:pt x="1285542" y="3124"/>
                </a:lnTo>
                <a:lnTo>
                  <a:pt x="1266568" y="4162"/>
                </a:lnTo>
                <a:lnTo>
                  <a:pt x="1247585" y="5201"/>
                </a:lnTo>
                <a:lnTo>
                  <a:pt x="1228611" y="6248"/>
                </a:lnTo>
                <a:lnTo>
                  <a:pt x="1209637" y="7287"/>
                </a:lnTo>
                <a:lnTo>
                  <a:pt x="1190663" y="8325"/>
                </a:lnTo>
                <a:lnTo>
                  <a:pt x="1171680" y="9363"/>
                </a:lnTo>
                <a:lnTo>
                  <a:pt x="1152706" y="10411"/>
                </a:lnTo>
                <a:lnTo>
                  <a:pt x="1133732" y="11449"/>
                </a:lnTo>
                <a:lnTo>
                  <a:pt x="1114749" y="12487"/>
                </a:lnTo>
                <a:lnTo>
                  <a:pt x="1095775" y="13526"/>
                </a:lnTo>
                <a:lnTo>
                  <a:pt x="1076801" y="14573"/>
                </a:lnTo>
                <a:lnTo>
                  <a:pt x="1057827" y="15611"/>
                </a:lnTo>
                <a:lnTo>
                  <a:pt x="1056075" y="24679"/>
                </a:lnTo>
                <a:lnTo>
                  <a:pt x="1067476" y="39881"/>
                </a:lnTo>
                <a:lnTo>
                  <a:pt x="1078878" y="55093"/>
                </a:lnTo>
                <a:lnTo>
                  <a:pt x="1090279" y="70295"/>
                </a:lnTo>
                <a:lnTo>
                  <a:pt x="1101681" y="85496"/>
                </a:lnTo>
                <a:lnTo>
                  <a:pt x="1098747" y="99127"/>
                </a:lnTo>
                <a:lnTo>
                  <a:pt x="1084221" y="111385"/>
                </a:lnTo>
                <a:lnTo>
                  <a:pt x="1069591" y="123511"/>
                </a:lnTo>
                <a:lnTo>
                  <a:pt x="1054846" y="135503"/>
                </a:lnTo>
                <a:lnTo>
                  <a:pt x="1040006" y="147371"/>
                </a:lnTo>
                <a:lnTo>
                  <a:pt x="1025052" y="159106"/>
                </a:lnTo>
                <a:lnTo>
                  <a:pt x="1010002" y="170707"/>
                </a:lnTo>
                <a:lnTo>
                  <a:pt x="994858" y="182185"/>
                </a:lnTo>
                <a:lnTo>
                  <a:pt x="979618" y="193538"/>
                </a:lnTo>
                <a:lnTo>
                  <a:pt x="964292" y="204778"/>
                </a:lnTo>
                <a:lnTo>
                  <a:pt x="948871" y="215894"/>
                </a:lnTo>
                <a:lnTo>
                  <a:pt x="933364" y="226886"/>
                </a:lnTo>
                <a:lnTo>
                  <a:pt x="917781" y="237763"/>
                </a:lnTo>
                <a:lnTo>
                  <a:pt x="902113" y="248517"/>
                </a:lnTo>
                <a:lnTo>
                  <a:pt x="886377" y="259166"/>
                </a:lnTo>
                <a:lnTo>
                  <a:pt x="870556" y="269700"/>
                </a:lnTo>
                <a:lnTo>
                  <a:pt x="854669" y="280121"/>
                </a:lnTo>
                <a:lnTo>
                  <a:pt x="838705" y="290436"/>
                </a:lnTo>
                <a:lnTo>
                  <a:pt x="822674" y="300647"/>
                </a:lnTo>
                <a:lnTo>
                  <a:pt x="806577" y="310744"/>
                </a:lnTo>
                <a:lnTo>
                  <a:pt x="790413" y="320745"/>
                </a:lnTo>
                <a:lnTo>
                  <a:pt x="774182" y="330641"/>
                </a:lnTo>
                <a:lnTo>
                  <a:pt x="757895" y="340433"/>
                </a:lnTo>
                <a:lnTo>
                  <a:pt x="741550" y="350129"/>
                </a:lnTo>
                <a:lnTo>
                  <a:pt x="725148" y="359721"/>
                </a:lnTo>
                <a:lnTo>
                  <a:pt x="708689" y="369218"/>
                </a:lnTo>
                <a:lnTo>
                  <a:pt x="692172" y="378628"/>
                </a:lnTo>
                <a:lnTo>
                  <a:pt x="675599" y="387934"/>
                </a:lnTo>
                <a:lnTo>
                  <a:pt x="658978" y="397154"/>
                </a:lnTo>
                <a:lnTo>
                  <a:pt x="642309" y="406279"/>
                </a:lnTo>
                <a:lnTo>
                  <a:pt x="625592" y="415319"/>
                </a:lnTo>
                <a:lnTo>
                  <a:pt x="608828" y="424263"/>
                </a:lnTo>
                <a:lnTo>
                  <a:pt x="592017" y="433121"/>
                </a:lnTo>
                <a:lnTo>
                  <a:pt x="575158" y="441893"/>
                </a:lnTo>
                <a:lnTo>
                  <a:pt x="558251" y="450590"/>
                </a:lnTo>
                <a:lnTo>
                  <a:pt x="541306" y="459200"/>
                </a:lnTo>
                <a:lnTo>
                  <a:pt x="524323" y="467725"/>
                </a:lnTo>
                <a:lnTo>
                  <a:pt x="507302" y="476164"/>
                </a:lnTo>
                <a:lnTo>
                  <a:pt x="490233" y="484537"/>
                </a:lnTo>
                <a:lnTo>
                  <a:pt x="473126" y="492814"/>
                </a:lnTo>
                <a:lnTo>
                  <a:pt x="455990" y="501025"/>
                </a:lnTo>
                <a:lnTo>
                  <a:pt x="438807" y="509159"/>
                </a:lnTo>
                <a:lnTo>
                  <a:pt x="421596" y="517217"/>
                </a:lnTo>
                <a:lnTo>
                  <a:pt x="404355" y="525199"/>
                </a:lnTo>
                <a:lnTo>
                  <a:pt x="387067" y="533105"/>
                </a:lnTo>
                <a:lnTo>
                  <a:pt x="369761" y="540944"/>
                </a:lnTo>
                <a:lnTo>
                  <a:pt x="352415" y="548707"/>
                </a:lnTo>
                <a:lnTo>
                  <a:pt x="335032" y="556403"/>
                </a:lnTo>
                <a:lnTo>
                  <a:pt x="317630" y="564032"/>
                </a:lnTo>
                <a:lnTo>
                  <a:pt x="300190" y="571586"/>
                </a:lnTo>
                <a:lnTo>
                  <a:pt x="282721" y="579082"/>
                </a:lnTo>
                <a:lnTo>
                  <a:pt x="265224" y="586492"/>
                </a:lnTo>
                <a:lnTo>
                  <a:pt x="247707" y="593855"/>
                </a:lnTo>
                <a:lnTo>
                  <a:pt x="230153" y="601151"/>
                </a:lnTo>
                <a:lnTo>
                  <a:pt x="212579" y="608390"/>
                </a:lnTo>
                <a:lnTo>
                  <a:pt x="194977" y="615553"/>
                </a:lnTo>
                <a:lnTo>
                  <a:pt x="177356" y="622659"/>
                </a:lnTo>
                <a:lnTo>
                  <a:pt x="159696" y="629698"/>
                </a:lnTo>
                <a:lnTo>
                  <a:pt x="142027" y="636680"/>
                </a:lnTo>
                <a:lnTo>
                  <a:pt x="124330" y="643604"/>
                </a:lnTo>
                <a:lnTo>
                  <a:pt x="106604" y="650472"/>
                </a:lnTo>
                <a:lnTo>
                  <a:pt x="88859" y="657282"/>
                </a:lnTo>
                <a:lnTo>
                  <a:pt x="71095" y="664035"/>
                </a:lnTo>
                <a:lnTo>
                  <a:pt x="53302" y="670722"/>
                </a:lnTo>
                <a:lnTo>
                  <a:pt x="35500" y="677361"/>
                </a:lnTo>
                <a:lnTo>
                  <a:pt x="17669" y="683943"/>
                </a:lnTo>
                <a:lnTo>
                  <a:pt x="0" y="690563"/>
                </a:lnTo>
                <a:lnTo>
                  <a:pt x="6544" y="708403"/>
                </a:lnTo>
                <a:lnTo>
                  <a:pt x="13087" y="726243"/>
                </a:lnTo>
                <a:lnTo>
                  <a:pt x="19631" y="744093"/>
                </a:lnTo>
                <a:lnTo>
                  <a:pt x="26175" y="761933"/>
                </a:lnTo>
                <a:lnTo>
                  <a:pt x="32709" y="779774"/>
                </a:lnTo>
                <a:lnTo>
                  <a:pt x="39253" y="797614"/>
                </a:lnTo>
                <a:lnTo>
                  <a:pt x="45796" y="815464"/>
                </a:lnTo>
                <a:lnTo>
                  <a:pt x="52340" y="833304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radial-outward-spoke-3">
            <a:extLst xmlns:a="http://schemas.openxmlformats.org/drawingml/2006/main">
              <a:ext uri="{FF2B5EF4-FFF2-40B4-BE49-F238E27FC236}">
                <a16:creationId xmlns:a16="http://schemas.microsoft.com/office/drawing/2014/main" id="{4522DF13-6803-407A-B46E-3382F780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4350639"/>
            <a:ext cx="1366066" cy="886568"/>
          </a:xfrm>
          <a:custGeom xmlns:a="http://schemas.openxmlformats.org/drawingml/2006/main">
            <a:pathLst>
              <a:path w="1366066" h="886568">
                <a:moveTo>
                  <a:pt x="0" y="116586"/>
                </a:moveTo>
                <a:lnTo>
                  <a:pt x="14621" y="128740"/>
                </a:lnTo>
                <a:lnTo>
                  <a:pt x="29270" y="140846"/>
                </a:lnTo>
                <a:lnTo>
                  <a:pt x="43948" y="152924"/>
                </a:lnTo>
                <a:lnTo>
                  <a:pt x="58664" y="164954"/>
                </a:lnTo>
                <a:lnTo>
                  <a:pt x="73419" y="176936"/>
                </a:lnTo>
                <a:lnTo>
                  <a:pt x="88211" y="188871"/>
                </a:lnTo>
                <a:lnTo>
                  <a:pt x="103041" y="200758"/>
                </a:lnTo>
                <a:lnTo>
                  <a:pt x="117910" y="212608"/>
                </a:lnTo>
                <a:lnTo>
                  <a:pt x="132807" y="224409"/>
                </a:lnTo>
                <a:lnTo>
                  <a:pt x="147752" y="236163"/>
                </a:lnTo>
                <a:lnTo>
                  <a:pt x="162735" y="247860"/>
                </a:lnTo>
                <a:lnTo>
                  <a:pt x="177756" y="259509"/>
                </a:lnTo>
                <a:lnTo>
                  <a:pt x="192805" y="271110"/>
                </a:lnTo>
                <a:lnTo>
                  <a:pt x="207902" y="282664"/>
                </a:lnTo>
                <a:lnTo>
                  <a:pt x="223037" y="294170"/>
                </a:lnTo>
                <a:lnTo>
                  <a:pt x="238220" y="305610"/>
                </a:lnTo>
                <a:lnTo>
                  <a:pt x="253441" y="316992"/>
                </a:lnTo>
                <a:lnTo>
                  <a:pt x="268700" y="328327"/>
                </a:lnTo>
                <a:lnTo>
                  <a:pt x="283997" y="339604"/>
                </a:lnTo>
                <a:lnTo>
                  <a:pt x="299333" y="350834"/>
                </a:lnTo>
                <a:lnTo>
                  <a:pt x="314716" y="361998"/>
                </a:lnTo>
                <a:lnTo>
                  <a:pt x="330146" y="373104"/>
                </a:lnTo>
                <a:lnTo>
                  <a:pt x="345615" y="384143"/>
                </a:lnTo>
                <a:lnTo>
                  <a:pt x="361131" y="395126"/>
                </a:lnTo>
                <a:lnTo>
                  <a:pt x="376695" y="406051"/>
                </a:lnTo>
                <a:lnTo>
                  <a:pt x="392297" y="416900"/>
                </a:lnTo>
                <a:lnTo>
                  <a:pt x="407946" y="427692"/>
                </a:lnTo>
                <a:lnTo>
                  <a:pt x="423634" y="438417"/>
                </a:lnTo>
                <a:lnTo>
                  <a:pt x="439379" y="449075"/>
                </a:lnTo>
                <a:lnTo>
                  <a:pt x="455162" y="459667"/>
                </a:lnTo>
                <a:lnTo>
                  <a:pt x="470992" y="470183"/>
                </a:lnTo>
                <a:lnTo>
                  <a:pt x="486870" y="480632"/>
                </a:lnTo>
                <a:lnTo>
                  <a:pt x="502796" y="491014"/>
                </a:lnTo>
                <a:lnTo>
                  <a:pt x="518770" y="501310"/>
                </a:lnTo>
                <a:lnTo>
                  <a:pt x="534800" y="511540"/>
                </a:lnTo>
                <a:lnTo>
                  <a:pt x="550869" y="521684"/>
                </a:lnTo>
                <a:lnTo>
                  <a:pt x="566995" y="531752"/>
                </a:lnTo>
                <a:lnTo>
                  <a:pt x="583168" y="541744"/>
                </a:lnTo>
                <a:lnTo>
                  <a:pt x="599389" y="551650"/>
                </a:lnTo>
                <a:lnTo>
                  <a:pt x="615658" y="561470"/>
                </a:lnTo>
                <a:lnTo>
                  <a:pt x="631984" y="571214"/>
                </a:lnTo>
                <a:lnTo>
                  <a:pt x="648357" y="580863"/>
                </a:lnTo>
                <a:lnTo>
                  <a:pt x="664788" y="590426"/>
                </a:lnTo>
                <a:lnTo>
                  <a:pt x="681266" y="599904"/>
                </a:lnTo>
                <a:lnTo>
                  <a:pt x="697802" y="609276"/>
                </a:lnTo>
                <a:lnTo>
                  <a:pt x="714385" y="618563"/>
                </a:lnTo>
                <a:lnTo>
                  <a:pt x="731025" y="627755"/>
                </a:lnTo>
                <a:lnTo>
                  <a:pt x="747722" y="636842"/>
                </a:lnTo>
                <a:lnTo>
                  <a:pt x="764467" y="645824"/>
                </a:lnTo>
                <a:lnTo>
                  <a:pt x="781269" y="654710"/>
                </a:lnTo>
                <a:lnTo>
                  <a:pt x="798138" y="663492"/>
                </a:lnTo>
                <a:lnTo>
                  <a:pt x="815045" y="672160"/>
                </a:lnTo>
                <a:lnTo>
                  <a:pt x="832018" y="680723"/>
                </a:lnTo>
                <a:lnTo>
                  <a:pt x="849049" y="689172"/>
                </a:lnTo>
                <a:lnTo>
                  <a:pt x="866127" y="697506"/>
                </a:lnTo>
                <a:lnTo>
                  <a:pt x="883272" y="705717"/>
                </a:lnTo>
                <a:lnTo>
                  <a:pt x="900474" y="713813"/>
                </a:lnTo>
                <a:lnTo>
                  <a:pt x="917724" y="721785"/>
                </a:lnTo>
                <a:lnTo>
                  <a:pt x="935041" y="729634"/>
                </a:lnTo>
                <a:lnTo>
                  <a:pt x="952414" y="737349"/>
                </a:lnTo>
                <a:lnTo>
                  <a:pt x="969845" y="744931"/>
                </a:lnTo>
                <a:lnTo>
                  <a:pt x="987333" y="752380"/>
                </a:lnTo>
                <a:lnTo>
                  <a:pt x="1004878" y="759695"/>
                </a:lnTo>
                <a:lnTo>
                  <a:pt x="1022480" y="766858"/>
                </a:lnTo>
                <a:lnTo>
                  <a:pt x="1040140" y="773887"/>
                </a:lnTo>
                <a:lnTo>
                  <a:pt x="1057866" y="780764"/>
                </a:lnTo>
                <a:lnTo>
                  <a:pt x="1075639" y="787489"/>
                </a:lnTo>
                <a:lnTo>
                  <a:pt x="1093480" y="794061"/>
                </a:lnTo>
                <a:lnTo>
                  <a:pt x="1107605" y="802129"/>
                </a:lnTo>
                <a:lnTo>
                  <a:pt x="1100185" y="819626"/>
                </a:lnTo>
                <a:lnTo>
                  <a:pt x="1092775" y="837133"/>
                </a:lnTo>
                <a:lnTo>
                  <a:pt x="1085355" y="854631"/>
                </a:lnTo>
                <a:lnTo>
                  <a:pt x="1077935" y="872128"/>
                </a:lnTo>
                <a:lnTo>
                  <a:pt x="1074182" y="886568"/>
                </a:lnTo>
                <a:lnTo>
                  <a:pt x="1092727" y="882396"/>
                </a:lnTo>
                <a:lnTo>
                  <a:pt x="1111272" y="878224"/>
                </a:lnTo>
                <a:lnTo>
                  <a:pt x="1129817" y="874052"/>
                </a:lnTo>
                <a:lnTo>
                  <a:pt x="1148363" y="869871"/>
                </a:lnTo>
                <a:lnTo>
                  <a:pt x="1166908" y="865699"/>
                </a:lnTo>
                <a:lnTo>
                  <a:pt x="1185443" y="861527"/>
                </a:lnTo>
                <a:lnTo>
                  <a:pt x="1203989" y="857355"/>
                </a:lnTo>
                <a:lnTo>
                  <a:pt x="1222534" y="853183"/>
                </a:lnTo>
                <a:lnTo>
                  <a:pt x="1241079" y="849001"/>
                </a:lnTo>
                <a:lnTo>
                  <a:pt x="1259624" y="844829"/>
                </a:lnTo>
                <a:lnTo>
                  <a:pt x="1278169" y="840657"/>
                </a:lnTo>
                <a:lnTo>
                  <a:pt x="1296714" y="836485"/>
                </a:lnTo>
                <a:lnTo>
                  <a:pt x="1315260" y="832304"/>
                </a:lnTo>
                <a:lnTo>
                  <a:pt x="1333805" y="828132"/>
                </a:lnTo>
                <a:lnTo>
                  <a:pt x="1352350" y="823960"/>
                </a:lnTo>
                <a:lnTo>
                  <a:pt x="1366066" y="817817"/>
                </a:lnTo>
                <a:lnTo>
                  <a:pt x="1355731" y="801862"/>
                </a:lnTo>
                <a:lnTo>
                  <a:pt x="1345397" y="785908"/>
                </a:lnTo>
                <a:lnTo>
                  <a:pt x="1335072" y="769953"/>
                </a:lnTo>
                <a:lnTo>
                  <a:pt x="1324737" y="753999"/>
                </a:lnTo>
                <a:lnTo>
                  <a:pt x="1314402" y="738035"/>
                </a:lnTo>
                <a:lnTo>
                  <a:pt x="1304077" y="722081"/>
                </a:lnTo>
                <a:lnTo>
                  <a:pt x="1293743" y="706126"/>
                </a:lnTo>
                <a:lnTo>
                  <a:pt x="1283408" y="690172"/>
                </a:lnTo>
                <a:lnTo>
                  <a:pt x="1273083" y="674218"/>
                </a:lnTo>
                <a:lnTo>
                  <a:pt x="1262748" y="658263"/>
                </a:lnTo>
                <a:lnTo>
                  <a:pt x="1252414" y="642309"/>
                </a:lnTo>
                <a:lnTo>
                  <a:pt x="1242089" y="626354"/>
                </a:lnTo>
                <a:lnTo>
                  <a:pt x="1231754" y="610391"/>
                </a:lnTo>
                <a:lnTo>
                  <a:pt x="1221419" y="594436"/>
                </a:lnTo>
                <a:lnTo>
                  <a:pt x="1211094" y="578482"/>
                </a:lnTo>
                <a:lnTo>
                  <a:pt x="1202379" y="582101"/>
                </a:lnTo>
                <a:lnTo>
                  <a:pt x="1194797" y="599532"/>
                </a:lnTo>
                <a:lnTo>
                  <a:pt x="1187215" y="616963"/>
                </a:lnTo>
                <a:lnTo>
                  <a:pt x="1179633" y="634394"/>
                </a:lnTo>
                <a:lnTo>
                  <a:pt x="1172061" y="651824"/>
                </a:lnTo>
                <a:lnTo>
                  <a:pt x="1158688" y="655977"/>
                </a:lnTo>
                <a:lnTo>
                  <a:pt x="1140809" y="649538"/>
                </a:lnTo>
                <a:lnTo>
                  <a:pt x="1122988" y="642928"/>
                </a:lnTo>
                <a:lnTo>
                  <a:pt x="1105224" y="636156"/>
                </a:lnTo>
                <a:lnTo>
                  <a:pt x="1087526" y="629231"/>
                </a:lnTo>
                <a:lnTo>
                  <a:pt x="1069886" y="622144"/>
                </a:lnTo>
                <a:lnTo>
                  <a:pt x="1052303" y="614915"/>
                </a:lnTo>
                <a:lnTo>
                  <a:pt x="1034786" y="607533"/>
                </a:lnTo>
                <a:lnTo>
                  <a:pt x="1017337" y="600008"/>
                </a:lnTo>
                <a:lnTo>
                  <a:pt x="999944" y="592341"/>
                </a:lnTo>
                <a:lnTo>
                  <a:pt x="982609" y="584540"/>
                </a:lnTo>
                <a:lnTo>
                  <a:pt x="965340" y="576605"/>
                </a:lnTo>
                <a:lnTo>
                  <a:pt x="948128" y="568538"/>
                </a:lnTo>
                <a:lnTo>
                  <a:pt x="930974" y="560337"/>
                </a:lnTo>
                <a:lnTo>
                  <a:pt x="913886" y="552021"/>
                </a:lnTo>
                <a:lnTo>
                  <a:pt x="896855" y="543582"/>
                </a:lnTo>
                <a:lnTo>
                  <a:pt x="879881" y="535019"/>
                </a:lnTo>
                <a:lnTo>
                  <a:pt x="862965" y="526342"/>
                </a:lnTo>
                <a:lnTo>
                  <a:pt x="846115" y="517550"/>
                </a:lnTo>
                <a:lnTo>
                  <a:pt x="829323" y="508645"/>
                </a:lnTo>
                <a:lnTo>
                  <a:pt x="812587" y="499634"/>
                </a:lnTo>
                <a:lnTo>
                  <a:pt x="795909" y="490518"/>
                </a:lnTo>
                <a:lnTo>
                  <a:pt x="779288" y="481298"/>
                </a:lnTo>
                <a:lnTo>
                  <a:pt x="762724" y="471973"/>
                </a:lnTo>
                <a:lnTo>
                  <a:pt x="746217" y="462544"/>
                </a:lnTo>
                <a:lnTo>
                  <a:pt x="729767" y="453028"/>
                </a:lnTo>
                <a:lnTo>
                  <a:pt x="713365" y="443408"/>
                </a:lnTo>
                <a:lnTo>
                  <a:pt x="697030" y="433702"/>
                </a:lnTo>
                <a:lnTo>
                  <a:pt x="680742" y="423901"/>
                </a:lnTo>
                <a:lnTo>
                  <a:pt x="664502" y="414014"/>
                </a:lnTo>
                <a:lnTo>
                  <a:pt x="648329" y="404031"/>
                </a:lnTo>
                <a:lnTo>
                  <a:pt x="632203" y="393973"/>
                </a:lnTo>
                <a:lnTo>
                  <a:pt x="616125" y="383819"/>
                </a:lnTo>
                <a:lnTo>
                  <a:pt x="600104" y="373590"/>
                </a:lnTo>
                <a:lnTo>
                  <a:pt x="584140" y="363284"/>
                </a:lnTo>
                <a:lnTo>
                  <a:pt x="568223" y="352892"/>
                </a:lnTo>
                <a:lnTo>
                  <a:pt x="552355" y="342424"/>
                </a:lnTo>
                <a:lnTo>
                  <a:pt x="536534" y="331889"/>
                </a:lnTo>
                <a:lnTo>
                  <a:pt x="520770" y="321269"/>
                </a:lnTo>
                <a:lnTo>
                  <a:pt x="505044" y="310582"/>
                </a:lnTo>
                <a:lnTo>
                  <a:pt x="489375" y="299818"/>
                </a:lnTo>
                <a:lnTo>
                  <a:pt x="473754" y="288989"/>
                </a:lnTo>
                <a:lnTo>
                  <a:pt x="458181" y="278092"/>
                </a:lnTo>
                <a:lnTo>
                  <a:pt x="442655" y="267129"/>
                </a:lnTo>
                <a:lnTo>
                  <a:pt x="427177" y="256099"/>
                </a:lnTo>
                <a:lnTo>
                  <a:pt x="411737" y="245002"/>
                </a:lnTo>
                <a:lnTo>
                  <a:pt x="396354" y="233848"/>
                </a:lnTo>
                <a:lnTo>
                  <a:pt x="381010" y="222628"/>
                </a:lnTo>
                <a:lnTo>
                  <a:pt x="365712" y="211341"/>
                </a:lnTo>
                <a:lnTo>
                  <a:pt x="350463" y="199996"/>
                </a:lnTo>
                <a:lnTo>
                  <a:pt x="335261" y="188595"/>
                </a:lnTo>
                <a:lnTo>
                  <a:pt x="320088" y="177127"/>
                </a:lnTo>
                <a:lnTo>
                  <a:pt x="304971" y="165611"/>
                </a:lnTo>
                <a:lnTo>
                  <a:pt x="289893" y="154038"/>
                </a:lnTo>
                <a:lnTo>
                  <a:pt x="274853" y="142418"/>
                </a:lnTo>
                <a:lnTo>
                  <a:pt x="259852" y="130740"/>
                </a:lnTo>
                <a:lnTo>
                  <a:pt x="244897" y="119005"/>
                </a:lnTo>
                <a:lnTo>
                  <a:pt x="229991" y="107213"/>
                </a:lnTo>
                <a:lnTo>
                  <a:pt x="215113" y="95374"/>
                </a:lnTo>
                <a:lnTo>
                  <a:pt x="200282" y="83487"/>
                </a:lnTo>
                <a:lnTo>
                  <a:pt x="185490" y="71561"/>
                </a:lnTo>
                <a:lnTo>
                  <a:pt x="170726" y="59579"/>
                </a:lnTo>
                <a:lnTo>
                  <a:pt x="156020" y="47539"/>
                </a:lnTo>
                <a:lnTo>
                  <a:pt x="141341" y="35452"/>
                </a:lnTo>
                <a:lnTo>
                  <a:pt x="126711" y="23327"/>
                </a:lnTo>
                <a:lnTo>
                  <a:pt x="112109" y="11163"/>
                </a:lnTo>
                <a:lnTo>
                  <a:pt x="97631" y="0"/>
                </a:lnTo>
                <a:lnTo>
                  <a:pt x="85430" y="14573"/>
                </a:lnTo>
                <a:lnTo>
                  <a:pt x="73219" y="29147"/>
                </a:lnTo>
                <a:lnTo>
                  <a:pt x="61017" y="43720"/>
                </a:lnTo>
                <a:lnTo>
                  <a:pt x="48816" y="58293"/>
                </a:lnTo>
                <a:lnTo>
                  <a:pt x="36614" y="72866"/>
                </a:lnTo>
                <a:lnTo>
                  <a:pt x="24403" y="87440"/>
                </a:lnTo>
                <a:lnTo>
                  <a:pt x="12202" y="102013"/>
                </a:lnTo>
                <a:lnTo>
                  <a:pt x="0" y="116586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radial-outward-spoke-4">
            <a:extLst xmlns:a="http://schemas.openxmlformats.org/drawingml/2006/main">
              <a:ext uri="{FF2B5EF4-FFF2-40B4-BE49-F238E27FC236}">
                <a16:creationId xmlns:a16="http://schemas.microsoft.com/office/drawing/2014/main" id="{0638D0F5-E521-4D32-9D0E-E1CB1D4F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568" y="4712970"/>
            <a:ext cx="339290" cy="505854"/>
          </a:xfrm>
          <a:custGeom xmlns:a="http://schemas.openxmlformats.org/drawingml/2006/main">
            <a:pathLst>
              <a:path w="339290" h="505854">
                <a:moveTo>
                  <a:pt x="104184" y="0"/>
                </a:moveTo>
                <a:lnTo>
                  <a:pt x="101422" y="18774"/>
                </a:lnTo>
                <a:lnTo>
                  <a:pt x="98812" y="37576"/>
                </a:lnTo>
                <a:lnTo>
                  <a:pt x="96355" y="56388"/>
                </a:lnTo>
                <a:lnTo>
                  <a:pt x="94059" y="75228"/>
                </a:lnTo>
                <a:lnTo>
                  <a:pt x="91926" y="94088"/>
                </a:lnTo>
                <a:lnTo>
                  <a:pt x="89973" y="112967"/>
                </a:lnTo>
                <a:lnTo>
                  <a:pt x="88202" y="131855"/>
                </a:lnTo>
                <a:lnTo>
                  <a:pt x="86620" y="150771"/>
                </a:lnTo>
                <a:lnTo>
                  <a:pt x="85230" y="169697"/>
                </a:lnTo>
                <a:lnTo>
                  <a:pt x="84058" y="188633"/>
                </a:lnTo>
                <a:lnTo>
                  <a:pt x="83096" y="207588"/>
                </a:lnTo>
                <a:lnTo>
                  <a:pt x="82372" y="226552"/>
                </a:lnTo>
                <a:lnTo>
                  <a:pt x="81877" y="245526"/>
                </a:lnTo>
                <a:lnTo>
                  <a:pt x="81648" y="264500"/>
                </a:lnTo>
                <a:lnTo>
                  <a:pt x="81686" y="283474"/>
                </a:lnTo>
                <a:lnTo>
                  <a:pt x="82001" y="302447"/>
                </a:lnTo>
                <a:lnTo>
                  <a:pt x="82620" y="321412"/>
                </a:lnTo>
                <a:lnTo>
                  <a:pt x="83553" y="340366"/>
                </a:lnTo>
                <a:lnTo>
                  <a:pt x="84811" y="359302"/>
                </a:lnTo>
                <a:lnTo>
                  <a:pt x="86430" y="378209"/>
                </a:lnTo>
                <a:lnTo>
                  <a:pt x="88421" y="397088"/>
                </a:lnTo>
                <a:lnTo>
                  <a:pt x="90802" y="415909"/>
                </a:lnTo>
                <a:lnTo>
                  <a:pt x="93602" y="434683"/>
                </a:lnTo>
                <a:lnTo>
                  <a:pt x="75457" y="437302"/>
                </a:lnTo>
                <a:lnTo>
                  <a:pt x="56588" y="439379"/>
                </a:lnTo>
                <a:lnTo>
                  <a:pt x="37729" y="441446"/>
                </a:lnTo>
                <a:lnTo>
                  <a:pt x="18860" y="443522"/>
                </a:lnTo>
                <a:lnTo>
                  <a:pt x="0" y="445599"/>
                </a:lnTo>
                <a:lnTo>
                  <a:pt x="14964" y="451333"/>
                </a:lnTo>
                <a:lnTo>
                  <a:pt x="32947" y="457391"/>
                </a:lnTo>
                <a:lnTo>
                  <a:pt x="50930" y="463448"/>
                </a:lnTo>
                <a:lnTo>
                  <a:pt x="68913" y="469506"/>
                </a:lnTo>
                <a:lnTo>
                  <a:pt x="86897" y="475564"/>
                </a:lnTo>
                <a:lnTo>
                  <a:pt x="104880" y="481622"/>
                </a:lnTo>
                <a:lnTo>
                  <a:pt x="122873" y="487680"/>
                </a:lnTo>
                <a:lnTo>
                  <a:pt x="140856" y="493738"/>
                </a:lnTo>
                <a:lnTo>
                  <a:pt x="158839" y="499796"/>
                </a:lnTo>
                <a:lnTo>
                  <a:pt x="176822" y="505854"/>
                </a:lnTo>
                <a:lnTo>
                  <a:pt x="193300" y="498310"/>
                </a:lnTo>
                <a:lnTo>
                  <a:pt x="209521" y="488461"/>
                </a:lnTo>
                <a:lnTo>
                  <a:pt x="225743" y="478612"/>
                </a:lnTo>
                <a:lnTo>
                  <a:pt x="241964" y="468763"/>
                </a:lnTo>
                <a:lnTo>
                  <a:pt x="258185" y="458915"/>
                </a:lnTo>
                <a:lnTo>
                  <a:pt x="274406" y="449066"/>
                </a:lnTo>
                <a:lnTo>
                  <a:pt x="290627" y="439217"/>
                </a:lnTo>
                <a:lnTo>
                  <a:pt x="306848" y="429368"/>
                </a:lnTo>
                <a:lnTo>
                  <a:pt x="323069" y="419519"/>
                </a:lnTo>
                <a:lnTo>
                  <a:pt x="339290" y="409670"/>
                </a:lnTo>
                <a:lnTo>
                  <a:pt x="320745" y="411461"/>
                </a:lnTo>
                <a:lnTo>
                  <a:pt x="301866" y="413375"/>
                </a:lnTo>
                <a:lnTo>
                  <a:pt x="282978" y="415280"/>
                </a:lnTo>
                <a:lnTo>
                  <a:pt x="264100" y="417185"/>
                </a:lnTo>
                <a:lnTo>
                  <a:pt x="245221" y="419090"/>
                </a:lnTo>
                <a:lnTo>
                  <a:pt x="242192" y="400431"/>
                </a:lnTo>
                <a:lnTo>
                  <a:pt x="239697" y="381619"/>
                </a:lnTo>
                <a:lnTo>
                  <a:pt x="237658" y="362750"/>
                </a:lnTo>
                <a:lnTo>
                  <a:pt x="236049" y="343843"/>
                </a:lnTo>
                <a:lnTo>
                  <a:pt x="234839" y="324898"/>
                </a:lnTo>
                <a:lnTo>
                  <a:pt x="234001" y="305943"/>
                </a:lnTo>
                <a:lnTo>
                  <a:pt x="233524" y="286969"/>
                </a:lnTo>
                <a:lnTo>
                  <a:pt x="233372" y="267995"/>
                </a:lnTo>
                <a:lnTo>
                  <a:pt x="233543" y="249022"/>
                </a:lnTo>
                <a:lnTo>
                  <a:pt x="234001" y="230048"/>
                </a:lnTo>
                <a:lnTo>
                  <a:pt x="234744" y="211084"/>
                </a:lnTo>
                <a:lnTo>
                  <a:pt x="235753" y="192138"/>
                </a:lnTo>
                <a:lnTo>
                  <a:pt x="237011" y="173203"/>
                </a:lnTo>
                <a:lnTo>
                  <a:pt x="238506" y="154276"/>
                </a:lnTo>
                <a:lnTo>
                  <a:pt x="240230" y="135379"/>
                </a:lnTo>
                <a:lnTo>
                  <a:pt x="242164" y="116500"/>
                </a:lnTo>
                <a:lnTo>
                  <a:pt x="244316" y="97650"/>
                </a:lnTo>
                <a:lnTo>
                  <a:pt x="246650" y="78819"/>
                </a:lnTo>
                <a:lnTo>
                  <a:pt x="249174" y="60008"/>
                </a:lnTo>
                <a:lnTo>
                  <a:pt x="251870" y="41224"/>
                </a:lnTo>
                <a:lnTo>
                  <a:pt x="254279" y="22803"/>
                </a:lnTo>
                <a:lnTo>
                  <a:pt x="235515" y="19945"/>
                </a:lnTo>
                <a:lnTo>
                  <a:pt x="216751" y="17097"/>
                </a:lnTo>
                <a:lnTo>
                  <a:pt x="197987" y="14249"/>
                </a:lnTo>
                <a:lnTo>
                  <a:pt x="179232" y="11401"/>
                </a:lnTo>
                <a:lnTo>
                  <a:pt x="160468" y="8553"/>
                </a:lnTo>
                <a:lnTo>
                  <a:pt x="141703" y="5696"/>
                </a:lnTo>
                <a:lnTo>
                  <a:pt x="122939" y="2848"/>
                </a:lnTo>
                <a:lnTo>
                  <a:pt x="104184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radial-outward-spoke-5">
            <a:extLst xmlns:a="http://schemas.openxmlformats.org/drawingml/2006/main">
              <a:ext uri="{FF2B5EF4-FFF2-40B4-BE49-F238E27FC236}">
                <a16:creationId xmlns:a16="http://schemas.microsoft.com/office/drawing/2014/main" id="{71E4CF3C-C94C-4774-BDCB-D681D3C5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0045" y="4337685"/>
            <a:ext cx="1342473" cy="833304"/>
          </a:xfrm>
          <a:custGeom xmlns:a="http://schemas.openxmlformats.org/drawingml/2006/main">
            <a:pathLst>
              <a:path w="1342473" h="833304">
                <a:moveTo>
                  <a:pt x="1290133" y="0"/>
                </a:moveTo>
                <a:lnTo>
                  <a:pt x="1272292" y="6563"/>
                </a:lnTo>
                <a:lnTo>
                  <a:pt x="1254481" y="13183"/>
                </a:lnTo>
                <a:lnTo>
                  <a:pt x="1236688" y="19850"/>
                </a:lnTo>
                <a:lnTo>
                  <a:pt x="1218905" y="26575"/>
                </a:lnTo>
                <a:lnTo>
                  <a:pt x="1201150" y="33357"/>
                </a:lnTo>
                <a:lnTo>
                  <a:pt x="1183415" y="40186"/>
                </a:lnTo>
                <a:lnTo>
                  <a:pt x="1165708" y="47063"/>
                </a:lnTo>
                <a:lnTo>
                  <a:pt x="1148010" y="54016"/>
                </a:lnTo>
                <a:lnTo>
                  <a:pt x="1130341" y="61008"/>
                </a:lnTo>
                <a:lnTo>
                  <a:pt x="1112701" y="68066"/>
                </a:lnTo>
                <a:lnTo>
                  <a:pt x="1095070" y="75181"/>
                </a:lnTo>
                <a:lnTo>
                  <a:pt x="1077478" y="82353"/>
                </a:lnTo>
                <a:lnTo>
                  <a:pt x="1059904" y="89583"/>
                </a:lnTo>
                <a:lnTo>
                  <a:pt x="1042349" y="96879"/>
                </a:lnTo>
                <a:lnTo>
                  <a:pt x="1024823" y="104232"/>
                </a:lnTo>
                <a:lnTo>
                  <a:pt x="1007326" y="111652"/>
                </a:lnTo>
                <a:lnTo>
                  <a:pt x="989857" y="119129"/>
                </a:lnTo>
                <a:lnTo>
                  <a:pt x="972407" y="126673"/>
                </a:lnTo>
                <a:lnTo>
                  <a:pt x="954996" y="134274"/>
                </a:lnTo>
                <a:lnTo>
                  <a:pt x="937612" y="141951"/>
                </a:lnTo>
                <a:lnTo>
                  <a:pt x="920248" y="149685"/>
                </a:lnTo>
                <a:lnTo>
                  <a:pt x="902922" y="157496"/>
                </a:lnTo>
                <a:lnTo>
                  <a:pt x="885625" y="165364"/>
                </a:lnTo>
                <a:lnTo>
                  <a:pt x="868356" y="173307"/>
                </a:lnTo>
                <a:lnTo>
                  <a:pt x="851125" y="181318"/>
                </a:lnTo>
                <a:lnTo>
                  <a:pt x="833923" y="189405"/>
                </a:lnTo>
                <a:lnTo>
                  <a:pt x="816759" y="197558"/>
                </a:lnTo>
                <a:lnTo>
                  <a:pt x="799624" y="205788"/>
                </a:lnTo>
                <a:lnTo>
                  <a:pt x="782526" y="214084"/>
                </a:lnTo>
                <a:lnTo>
                  <a:pt x="765467" y="222456"/>
                </a:lnTo>
                <a:lnTo>
                  <a:pt x="748446" y="230915"/>
                </a:lnTo>
                <a:lnTo>
                  <a:pt x="731463" y="239439"/>
                </a:lnTo>
                <a:lnTo>
                  <a:pt x="714518" y="248050"/>
                </a:lnTo>
                <a:lnTo>
                  <a:pt x="697611" y="256727"/>
                </a:lnTo>
                <a:lnTo>
                  <a:pt x="680752" y="265490"/>
                </a:lnTo>
                <a:lnTo>
                  <a:pt x="663931" y="274339"/>
                </a:lnTo>
                <a:lnTo>
                  <a:pt x="647157" y="283274"/>
                </a:lnTo>
                <a:lnTo>
                  <a:pt x="630422" y="292284"/>
                </a:lnTo>
                <a:lnTo>
                  <a:pt x="613734" y="301381"/>
                </a:lnTo>
                <a:lnTo>
                  <a:pt x="597103" y="310563"/>
                </a:lnTo>
                <a:lnTo>
                  <a:pt x="580511" y="319840"/>
                </a:lnTo>
                <a:lnTo>
                  <a:pt x="563966" y="329194"/>
                </a:lnTo>
                <a:lnTo>
                  <a:pt x="547478" y="338652"/>
                </a:lnTo>
                <a:lnTo>
                  <a:pt x="531047" y="348186"/>
                </a:lnTo>
                <a:lnTo>
                  <a:pt x="514664" y="357826"/>
                </a:lnTo>
                <a:lnTo>
                  <a:pt x="498338" y="367551"/>
                </a:lnTo>
                <a:lnTo>
                  <a:pt x="482070" y="377371"/>
                </a:lnTo>
                <a:lnTo>
                  <a:pt x="465858" y="387296"/>
                </a:lnTo>
                <a:lnTo>
                  <a:pt x="449704" y="397316"/>
                </a:lnTo>
                <a:lnTo>
                  <a:pt x="433616" y="407432"/>
                </a:lnTo>
                <a:lnTo>
                  <a:pt x="417595" y="417652"/>
                </a:lnTo>
                <a:lnTo>
                  <a:pt x="401631" y="427968"/>
                </a:lnTo>
                <a:lnTo>
                  <a:pt x="385743" y="438398"/>
                </a:lnTo>
                <a:lnTo>
                  <a:pt x="369922" y="448923"/>
                </a:lnTo>
                <a:lnTo>
                  <a:pt x="354178" y="459562"/>
                </a:lnTo>
                <a:lnTo>
                  <a:pt x="338499" y="470306"/>
                </a:lnTo>
                <a:lnTo>
                  <a:pt x="322898" y="481165"/>
                </a:lnTo>
                <a:lnTo>
                  <a:pt x="307381" y="492128"/>
                </a:lnTo>
                <a:lnTo>
                  <a:pt x="291941" y="503215"/>
                </a:lnTo>
                <a:lnTo>
                  <a:pt x="276587" y="514407"/>
                </a:lnTo>
                <a:lnTo>
                  <a:pt x="261309" y="525723"/>
                </a:lnTo>
                <a:lnTo>
                  <a:pt x="246126" y="537153"/>
                </a:lnTo>
                <a:lnTo>
                  <a:pt x="231038" y="548697"/>
                </a:lnTo>
                <a:lnTo>
                  <a:pt x="216037" y="560375"/>
                </a:lnTo>
                <a:lnTo>
                  <a:pt x="201130" y="572167"/>
                </a:lnTo>
                <a:lnTo>
                  <a:pt x="186328" y="584083"/>
                </a:lnTo>
                <a:lnTo>
                  <a:pt x="171631" y="596132"/>
                </a:lnTo>
                <a:lnTo>
                  <a:pt x="157029" y="608305"/>
                </a:lnTo>
                <a:lnTo>
                  <a:pt x="142923" y="617296"/>
                </a:lnTo>
                <a:lnTo>
                  <a:pt x="131645" y="601999"/>
                </a:lnTo>
                <a:lnTo>
                  <a:pt x="120367" y="586702"/>
                </a:lnTo>
                <a:lnTo>
                  <a:pt x="109080" y="571414"/>
                </a:lnTo>
                <a:lnTo>
                  <a:pt x="97803" y="556117"/>
                </a:lnTo>
                <a:lnTo>
                  <a:pt x="87297" y="545421"/>
                </a:lnTo>
                <a:lnTo>
                  <a:pt x="81648" y="563566"/>
                </a:lnTo>
                <a:lnTo>
                  <a:pt x="75990" y="581711"/>
                </a:lnTo>
                <a:lnTo>
                  <a:pt x="70342" y="599856"/>
                </a:lnTo>
                <a:lnTo>
                  <a:pt x="64694" y="618001"/>
                </a:lnTo>
                <a:lnTo>
                  <a:pt x="59036" y="636146"/>
                </a:lnTo>
                <a:lnTo>
                  <a:pt x="53388" y="654291"/>
                </a:lnTo>
                <a:lnTo>
                  <a:pt x="47739" y="672436"/>
                </a:lnTo>
                <a:lnTo>
                  <a:pt x="42081" y="690582"/>
                </a:lnTo>
                <a:lnTo>
                  <a:pt x="36433" y="708727"/>
                </a:lnTo>
                <a:lnTo>
                  <a:pt x="30785" y="726872"/>
                </a:lnTo>
                <a:lnTo>
                  <a:pt x="25127" y="745017"/>
                </a:lnTo>
                <a:lnTo>
                  <a:pt x="19479" y="763162"/>
                </a:lnTo>
                <a:lnTo>
                  <a:pt x="13830" y="781307"/>
                </a:lnTo>
                <a:lnTo>
                  <a:pt x="8172" y="799452"/>
                </a:lnTo>
                <a:lnTo>
                  <a:pt x="2524" y="817597"/>
                </a:lnTo>
                <a:lnTo>
                  <a:pt x="0" y="833304"/>
                </a:lnTo>
                <a:lnTo>
                  <a:pt x="18974" y="832266"/>
                </a:lnTo>
                <a:lnTo>
                  <a:pt x="37957" y="831228"/>
                </a:lnTo>
                <a:lnTo>
                  <a:pt x="56931" y="830180"/>
                </a:lnTo>
                <a:lnTo>
                  <a:pt x="75905" y="829142"/>
                </a:lnTo>
                <a:lnTo>
                  <a:pt x="94879" y="828104"/>
                </a:lnTo>
                <a:lnTo>
                  <a:pt x="113862" y="827065"/>
                </a:lnTo>
                <a:lnTo>
                  <a:pt x="132836" y="826018"/>
                </a:lnTo>
                <a:lnTo>
                  <a:pt x="151809" y="824979"/>
                </a:lnTo>
                <a:lnTo>
                  <a:pt x="170783" y="823941"/>
                </a:lnTo>
                <a:lnTo>
                  <a:pt x="189767" y="822903"/>
                </a:lnTo>
                <a:lnTo>
                  <a:pt x="208740" y="821855"/>
                </a:lnTo>
                <a:lnTo>
                  <a:pt x="227714" y="820817"/>
                </a:lnTo>
                <a:lnTo>
                  <a:pt x="246698" y="819779"/>
                </a:lnTo>
                <a:lnTo>
                  <a:pt x="265671" y="818740"/>
                </a:lnTo>
                <a:lnTo>
                  <a:pt x="284645" y="817693"/>
                </a:lnTo>
                <a:lnTo>
                  <a:pt x="286398" y="808625"/>
                </a:lnTo>
                <a:lnTo>
                  <a:pt x="274996" y="793423"/>
                </a:lnTo>
                <a:lnTo>
                  <a:pt x="263595" y="778221"/>
                </a:lnTo>
                <a:lnTo>
                  <a:pt x="252193" y="763010"/>
                </a:lnTo>
                <a:lnTo>
                  <a:pt x="240782" y="747808"/>
                </a:lnTo>
                <a:lnTo>
                  <a:pt x="243726" y="734177"/>
                </a:lnTo>
                <a:lnTo>
                  <a:pt x="258251" y="721919"/>
                </a:lnTo>
                <a:lnTo>
                  <a:pt x="272882" y="709793"/>
                </a:lnTo>
                <a:lnTo>
                  <a:pt x="287617" y="697802"/>
                </a:lnTo>
                <a:lnTo>
                  <a:pt x="302466" y="685933"/>
                </a:lnTo>
                <a:lnTo>
                  <a:pt x="317421" y="674199"/>
                </a:lnTo>
                <a:lnTo>
                  <a:pt x="332470" y="662597"/>
                </a:lnTo>
                <a:lnTo>
                  <a:pt x="347615" y="651119"/>
                </a:lnTo>
                <a:lnTo>
                  <a:pt x="362855" y="639766"/>
                </a:lnTo>
                <a:lnTo>
                  <a:pt x="378181" y="628526"/>
                </a:lnTo>
                <a:lnTo>
                  <a:pt x="393602" y="617410"/>
                </a:lnTo>
                <a:lnTo>
                  <a:pt x="409099" y="606419"/>
                </a:lnTo>
                <a:lnTo>
                  <a:pt x="424691" y="595551"/>
                </a:lnTo>
                <a:lnTo>
                  <a:pt x="440350" y="584787"/>
                </a:lnTo>
                <a:lnTo>
                  <a:pt x="456095" y="574138"/>
                </a:lnTo>
                <a:lnTo>
                  <a:pt x="471916" y="563604"/>
                </a:lnTo>
                <a:lnTo>
                  <a:pt x="487804" y="553183"/>
                </a:lnTo>
                <a:lnTo>
                  <a:pt x="503768" y="542868"/>
                </a:lnTo>
                <a:lnTo>
                  <a:pt x="519798" y="532657"/>
                </a:lnTo>
                <a:lnTo>
                  <a:pt x="535896" y="522561"/>
                </a:lnTo>
                <a:lnTo>
                  <a:pt x="552059" y="512559"/>
                </a:lnTo>
                <a:lnTo>
                  <a:pt x="568290" y="502663"/>
                </a:lnTo>
                <a:lnTo>
                  <a:pt x="584578" y="492871"/>
                </a:lnTo>
                <a:lnTo>
                  <a:pt x="600923" y="483184"/>
                </a:lnTo>
                <a:lnTo>
                  <a:pt x="617325" y="473583"/>
                </a:lnTo>
                <a:lnTo>
                  <a:pt x="633784" y="464087"/>
                </a:lnTo>
                <a:lnTo>
                  <a:pt x="650300" y="454685"/>
                </a:lnTo>
                <a:lnTo>
                  <a:pt x="666874" y="445370"/>
                </a:lnTo>
                <a:lnTo>
                  <a:pt x="683485" y="436150"/>
                </a:lnTo>
                <a:lnTo>
                  <a:pt x="700164" y="427025"/>
                </a:lnTo>
                <a:lnTo>
                  <a:pt x="716880" y="417995"/>
                </a:lnTo>
                <a:lnTo>
                  <a:pt x="733644" y="409042"/>
                </a:lnTo>
                <a:lnTo>
                  <a:pt x="750456" y="400183"/>
                </a:lnTo>
                <a:lnTo>
                  <a:pt x="767315" y="391411"/>
                </a:lnTo>
                <a:lnTo>
                  <a:pt x="784222" y="382715"/>
                </a:lnTo>
                <a:lnTo>
                  <a:pt x="801157" y="374113"/>
                </a:lnTo>
                <a:lnTo>
                  <a:pt x="818150" y="365589"/>
                </a:lnTo>
                <a:lnTo>
                  <a:pt x="835171" y="357140"/>
                </a:lnTo>
                <a:lnTo>
                  <a:pt x="852240" y="348777"/>
                </a:lnTo>
                <a:lnTo>
                  <a:pt x="869337" y="340490"/>
                </a:lnTo>
                <a:lnTo>
                  <a:pt x="886482" y="332280"/>
                </a:lnTo>
                <a:lnTo>
                  <a:pt x="903656" y="324145"/>
                </a:lnTo>
                <a:lnTo>
                  <a:pt x="920877" y="316097"/>
                </a:lnTo>
                <a:lnTo>
                  <a:pt x="938117" y="308105"/>
                </a:lnTo>
                <a:lnTo>
                  <a:pt x="955396" y="300199"/>
                </a:lnTo>
                <a:lnTo>
                  <a:pt x="972712" y="292360"/>
                </a:lnTo>
                <a:lnTo>
                  <a:pt x="990057" y="284597"/>
                </a:lnTo>
                <a:lnTo>
                  <a:pt x="1007440" y="276901"/>
                </a:lnTo>
                <a:lnTo>
                  <a:pt x="1024842" y="269272"/>
                </a:lnTo>
                <a:lnTo>
                  <a:pt x="1042283" y="261718"/>
                </a:lnTo>
                <a:lnTo>
                  <a:pt x="1059752" y="254222"/>
                </a:lnTo>
                <a:lnTo>
                  <a:pt x="1077239" y="246802"/>
                </a:lnTo>
                <a:lnTo>
                  <a:pt x="1094765" y="239439"/>
                </a:lnTo>
                <a:lnTo>
                  <a:pt x="1112310" y="232143"/>
                </a:lnTo>
                <a:lnTo>
                  <a:pt x="1129894" y="224914"/>
                </a:lnTo>
                <a:lnTo>
                  <a:pt x="1147486" y="217751"/>
                </a:lnTo>
                <a:lnTo>
                  <a:pt x="1165117" y="210645"/>
                </a:lnTo>
                <a:lnTo>
                  <a:pt x="1182767" y="203597"/>
                </a:lnTo>
                <a:lnTo>
                  <a:pt x="1200445" y="196615"/>
                </a:lnTo>
                <a:lnTo>
                  <a:pt x="1218143" y="189690"/>
                </a:lnTo>
                <a:lnTo>
                  <a:pt x="1235869" y="182823"/>
                </a:lnTo>
                <a:lnTo>
                  <a:pt x="1253604" y="176022"/>
                </a:lnTo>
                <a:lnTo>
                  <a:pt x="1271378" y="169269"/>
                </a:lnTo>
                <a:lnTo>
                  <a:pt x="1289161" y="162573"/>
                </a:lnTo>
                <a:lnTo>
                  <a:pt x="1306973" y="155943"/>
                </a:lnTo>
                <a:lnTo>
                  <a:pt x="1324804" y="149362"/>
                </a:lnTo>
                <a:lnTo>
                  <a:pt x="1342473" y="142742"/>
                </a:lnTo>
                <a:lnTo>
                  <a:pt x="1335929" y="124901"/>
                </a:lnTo>
                <a:lnTo>
                  <a:pt x="1329385" y="107061"/>
                </a:lnTo>
                <a:lnTo>
                  <a:pt x="1322842" y="89221"/>
                </a:lnTo>
                <a:lnTo>
                  <a:pt x="1316298" y="71371"/>
                </a:lnTo>
                <a:lnTo>
                  <a:pt x="1309754" y="53531"/>
                </a:lnTo>
                <a:lnTo>
                  <a:pt x="1303220" y="35690"/>
                </a:lnTo>
                <a:lnTo>
                  <a:pt x="1296676" y="17840"/>
                </a:lnTo>
                <a:lnTo>
                  <a:pt x="1290133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radial-outward-spoke-6">
            <a:extLst xmlns:a="http://schemas.openxmlformats.org/drawingml/2006/main">
              <a:ext uri="{FF2B5EF4-FFF2-40B4-BE49-F238E27FC236}">
                <a16:creationId xmlns:a16="http://schemas.microsoft.com/office/drawing/2014/main" id="{1C8E032C-B160-455E-B181-BF8F152C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9359" y="2611393"/>
            <a:ext cx="1366066" cy="886568"/>
          </a:xfrm>
          <a:custGeom xmlns:a="http://schemas.openxmlformats.org/drawingml/2006/main">
            <a:pathLst>
              <a:path w="1366066" h="886568">
                <a:moveTo>
                  <a:pt x="1366066" y="769982"/>
                </a:moveTo>
                <a:lnTo>
                  <a:pt x="1351445" y="757828"/>
                </a:lnTo>
                <a:lnTo>
                  <a:pt x="1336805" y="745712"/>
                </a:lnTo>
                <a:lnTo>
                  <a:pt x="1322118" y="733644"/>
                </a:lnTo>
                <a:lnTo>
                  <a:pt x="1307402" y="721614"/>
                </a:lnTo>
                <a:lnTo>
                  <a:pt x="1292647" y="709632"/>
                </a:lnTo>
                <a:lnTo>
                  <a:pt x="1277855" y="697697"/>
                </a:lnTo>
                <a:lnTo>
                  <a:pt x="1263025" y="685800"/>
                </a:lnTo>
                <a:lnTo>
                  <a:pt x="1248156" y="673951"/>
                </a:lnTo>
                <a:lnTo>
                  <a:pt x="1233259" y="662159"/>
                </a:lnTo>
                <a:lnTo>
                  <a:pt x="1218314" y="650405"/>
                </a:lnTo>
                <a:lnTo>
                  <a:pt x="1203331" y="638708"/>
                </a:lnTo>
                <a:lnTo>
                  <a:pt x="1188320" y="627050"/>
                </a:lnTo>
                <a:lnTo>
                  <a:pt x="1173261" y="615448"/>
                </a:lnTo>
                <a:lnTo>
                  <a:pt x="1158164" y="603904"/>
                </a:lnTo>
                <a:lnTo>
                  <a:pt x="1143029" y="592398"/>
                </a:lnTo>
                <a:lnTo>
                  <a:pt x="1127846" y="580958"/>
                </a:lnTo>
                <a:lnTo>
                  <a:pt x="1112625" y="569566"/>
                </a:lnTo>
                <a:lnTo>
                  <a:pt x="1097375" y="558232"/>
                </a:lnTo>
                <a:lnTo>
                  <a:pt x="1082069" y="546954"/>
                </a:lnTo>
                <a:lnTo>
                  <a:pt x="1066724" y="535734"/>
                </a:lnTo>
                <a:lnTo>
                  <a:pt x="1051341" y="524570"/>
                </a:lnTo>
                <a:lnTo>
                  <a:pt x="1035910" y="513464"/>
                </a:lnTo>
                <a:lnTo>
                  <a:pt x="1020442" y="502425"/>
                </a:lnTo>
                <a:lnTo>
                  <a:pt x="1004926" y="491442"/>
                </a:lnTo>
                <a:lnTo>
                  <a:pt x="989371" y="480517"/>
                </a:lnTo>
                <a:lnTo>
                  <a:pt x="973769" y="469668"/>
                </a:lnTo>
                <a:lnTo>
                  <a:pt x="958120" y="458876"/>
                </a:lnTo>
                <a:lnTo>
                  <a:pt x="942423" y="448151"/>
                </a:lnTo>
                <a:lnTo>
                  <a:pt x="926687" y="437493"/>
                </a:lnTo>
                <a:lnTo>
                  <a:pt x="910904" y="426901"/>
                </a:lnTo>
                <a:lnTo>
                  <a:pt x="895064" y="416385"/>
                </a:lnTo>
                <a:lnTo>
                  <a:pt x="879186" y="405936"/>
                </a:lnTo>
                <a:lnTo>
                  <a:pt x="863260" y="395564"/>
                </a:lnTo>
                <a:lnTo>
                  <a:pt x="847287" y="385258"/>
                </a:lnTo>
                <a:lnTo>
                  <a:pt x="831266" y="375037"/>
                </a:lnTo>
                <a:lnTo>
                  <a:pt x="815188" y="364884"/>
                </a:lnTo>
                <a:lnTo>
                  <a:pt x="799071" y="354816"/>
                </a:lnTo>
                <a:lnTo>
                  <a:pt x="782898" y="344824"/>
                </a:lnTo>
                <a:lnTo>
                  <a:pt x="766677" y="334918"/>
                </a:lnTo>
                <a:lnTo>
                  <a:pt x="750408" y="325098"/>
                </a:lnTo>
                <a:lnTo>
                  <a:pt x="734082" y="315354"/>
                </a:lnTo>
                <a:lnTo>
                  <a:pt x="717709" y="305705"/>
                </a:lnTo>
                <a:lnTo>
                  <a:pt x="701278" y="296142"/>
                </a:lnTo>
                <a:lnTo>
                  <a:pt x="684800" y="286674"/>
                </a:lnTo>
                <a:lnTo>
                  <a:pt x="668264" y="277292"/>
                </a:lnTo>
                <a:lnTo>
                  <a:pt x="651672" y="268005"/>
                </a:lnTo>
                <a:lnTo>
                  <a:pt x="635032" y="258823"/>
                </a:lnTo>
                <a:lnTo>
                  <a:pt x="618344" y="249726"/>
                </a:lnTo>
                <a:lnTo>
                  <a:pt x="601589" y="240744"/>
                </a:lnTo>
                <a:lnTo>
                  <a:pt x="584787" y="231858"/>
                </a:lnTo>
                <a:lnTo>
                  <a:pt x="567928" y="223076"/>
                </a:lnTo>
                <a:lnTo>
                  <a:pt x="551012" y="214408"/>
                </a:lnTo>
                <a:lnTo>
                  <a:pt x="534038" y="205845"/>
                </a:lnTo>
                <a:lnTo>
                  <a:pt x="517017" y="197396"/>
                </a:lnTo>
                <a:lnTo>
                  <a:pt x="499929" y="189062"/>
                </a:lnTo>
                <a:lnTo>
                  <a:pt x="482794" y="180851"/>
                </a:lnTo>
                <a:lnTo>
                  <a:pt x="465592" y="172755"/>
                </a:lnTo>
                <a:lnTo>
                  <a:pt x="448332" y="164783"/>
                </a:lnTo>
                <a:lnTo>
                  <a:pt x="431025" y="156943"/>
                </a:lnTo>
                <a:lnTo>
                  <a:pt x="413652" y="149228"/>
                </a:lnTo>
                <a:lnTo>
                  <a:pt x="396221" y="141637"/>
                </a:lnTo>
                <a:lnTo>
                  <a:pt x="378733" y="134188"/>
                </a:lnTo>
                <a:lnTo>
                  <a:pt x="361188" y="126873"/>
                </a:lnTo>
                <a:lnTo>
                  <a:pt x="343586" y="119710"/>
                </a:lnTo>
                <a:lnTo>
                  <a:pt x="325917" y="112681"/>
                </a:lnTo>
                <a:lnTo>
                  <a:pt x="308200" y="105804"/>
                </a:lnTo>
                <a:lnTo>
                  <a:pt x="290417" y="99079"/>
                </a:lnTo>
                <a:lnTo>
                  <a:pt x="272586" y="92507"/>
                </a:lnTo>
                <a:lnTo>
                  <a:pt x="258451" y="84439"/>
                </a:lnTo>
                <a:lnTo>
                  <a:pt x="265871" y="66942"/>
                </a:lnTo>
                <a:lnTo>
                  <a:pt x="273291" y="49444"/>
                </a:lnTo>
                <a:lnTo>
                  <a:pt x="280711" y="31937"/>
                </a:lnTo>
                <a:lnTo>
                  <a:pt x="288131" y="14440"/>
                </a:lnTo>
                <a:lnTo>
                  <a:pt x="291875" y="0"/>
                </a:lnTo>
                <a:lnTo>
                  <a:pt x="273339" y="4172"/>
                </a:lnTo>
                <a:lnTo>
                  <a:pt x="254794" y="8344"/>
                </a:lnTo>
                <a:lnTo>
                  <a:pt x="236249" y="12525"/>
                </a:lnTo>
                <a:lnTo>
                  <a:pt x="217703" y="16697"/>
                </a:lnTo>
                <a:lnTo>
                  <a:pt x="199158" y="20869"/>
                </a:lnTo>
                <a:lnTo>
                  <a:pt x="180613" y="25041"/>
                </a:lnTo>
                <a:lnTo>
                  <a:pt x="162068" y="29213"/>
                </a:lnTo>
                <a:lnTo>
                  <a:pt x="143523" y="33395"/>
                </a:lnTo>
                <a:lnTo>
                  <a:pt x="124978" y="37567"/>
                </a:lnTo>
                <a:lnTo>
                  <a:pt x="106432" y="41739"/>
                </a:lnTo>
                <a:lnTo>
                  <a:pt x="87887" y="45911"/>
                </a:lnTo>
                <a:lnTo>
                  <a:pt x="69352" y="50092"/>
                </a:lnTo>
                <a:lnTo>
                  <a:pt x="50806" y="54264"/>
                </a:lnTo>
                <a:lnTo>
                  <a:pt x="32261" y="58436"/>
                </a:lnTo>
                <a:lnTo>
                  <a:pt x="13716" y="62608"/>
                </a:lnTo>
                <a:lnTo>
                  <a:pt x="0" y="68751"/>
                </a:lnTo>
                <a:lnTo>
                  <a:pt x="10335" y="84706"/>
                </a:lnTo>
                <a:lnTo>
                  <a:pt x="20660" y="100670"/>
                </a:lnTo>
                <a:lnTo>
                  <a:pt x="30994" y="116624"/>
                </a:lnTo>
                <a:lnTo>
                  <a:pt x="41329" y="132578"/>
                </a:lnTo>
                <a:lnTo>
                  <a:pt x="51654" y="148533"/>
                </a:lnTo>
                <a:lnTo>
                  <a:pt x="61989" y="164487"/>
                </a:lnTo>
                <a:lnTo>
                  <a:pt x="72323" y="180442"/>
                </a:lnTo>
                <a:lnTo>
                  <a:pt x="82648" y="196396"/>
                </a:lnTo>
                <a:lnTo>
                  <a:pt x="92983" y="212350"/>
                </a:lnTo>
                <a:lnTo>
                  <a:pt x="103318" y="228305"/>
                </a:lnTo>
                <a:lnTo>
                  <a:pt x="113643" y="244269"/>
                </a:lnTo>
                <a:lnTo>
                  <a:pt x="123977" y="260223"/>
                </a:lnTo>
                <a:lnTo>
                  <a:pt x="134303" y="276177"/>
                </a:lnTo>
                <a:lnTo>
                  <a:pt x="144637" y="292132"/>
                </a:lnTo>
                <a:lnTo>
                  <a:pt x="154972" y="308086"/>
                </a:lnTo>
                <a:lnTo>
                  <a:pt x="163687" y="304467"/>
                </a:lnTo>
                <a:lnTo>
                  <a:pt x="171269" y="287036"/>
                </a:lnTo>
                <a:lnTo>
                  <a:pt x="178841" y="269605"/>
                </a:lnTo>
                <a:lnTo>
                  <a:pt x="186423" y="252174"/>
                </a:lnTo>
                <a:lnTo>
                  <a:pt x="194005" y="234744"/>
                </a:lnTo>
                <a:lnTo>
                  <a:pt x="207369" y="230591"/>
                </a:lnTo>
                <a:lnTo>
                  <a:pt x="225257" y="237030"/>
                </a:lnTo>
                <a:lnTo>
                  <a:pt x="243078" y="243640"/>
                </a:lnTo>
                <a:lnTo>
                  <a:pt x="260842" y="250412"/>
                </a:lnTo>
                <a:lnTo>
                  <a:pt x="278540" y="257337"/>
                </a:lnTo>
                <a:lnTo>
                  <a:pt x="296180" y="264424"/>
                </a:lnTo>
                <a:lnTo>
                  <a:pt x="313754" y="271653"/>
                </a:lnTo>
                <a:lnTo>
                  <a:pt x="331270" y="279035"/>
                </a:lnTo>
                <a:lnTo>
                  <a:pt x="348729" y="286560"/>
                </a:lnTo>
                <a:lnTo>
                  <a:pt x="366122" y="294227"/>
                </a:lnTo>
                <a:lnTo>
                  <a:pt x="383457" y="302028"/>
                </a:lnTo>
                <a:lnTo>
                  <a:pt x="400726" y="309963"/>
                </a:lnTo>
                <a:lnTo>
                  <a:pt x="417938" y="318030"/>
                </a:lnTo>
                <a:lnTo>
                  <a:pt x="435092" y="326231"/>
                </a:lnTo>
                <a:lnTo>
                  <a:pt x="452180" y="334547"/>
                </a:lnTo>
                <a:lnTo>
                  <a:pt x="469211" y="342995"/>
                </a:lnTo>
                <a:lnTo>
                  <a:pt x="486185" y="351549"/>
                </a:lnTo>
                <a:lnTo>
                  <a:pt x="503091" y="360226"/>
                </a:lnTo>
                <a:lnTo>
                  <a:pt x="519951" y="369018"/>
                </a:lnTo>
                <a:lnTo>
                  <a:pt x="536743" y="377923"/>
                </a:lnTo>
                <a:lnTo>
                  <a:pt x="553479" y="386934"/>
                </a:lnTo>
                <a:lnTo>
                  <a:pt x="570157" y="396050"/>
                </a:lnTo>
                <a:lnTo>
                  <a:pt x="586778" y="405279"/>
                </a:lnTo>
                <a:lnTo>
                  <a:pt x="603342" y="414604"/>
                </a:lnTo>
                <a:lnTo>
                  <a:pt x="619849" y="424024"/>
                </a:lnTo>
                <a:lnTo>
                  <a:pt x="636299" y="433540"/>
                </a:lnTo>
                <a:lnTo>
                  <a:pt x="652701" y="443160"/>
                </a:lnTo>
                <a:lnTo>
                  <a:pt x="669036" y="452866"/>
                </a:lnTo>
                <a:lnTo>
                  <a:pt x="685324" y="462667"/>
                </a:lnTo>
                <a:lnTo>
                  <a:pt x="701554" y="472564"/>
                </a:lnTo>
                <a:lnTo>
                  <a:pt x="717737" y="482536"/>
                </a:lnTo>
                <a:lnTo>
                  <a:pt x="733863" y="492604"/>
                </a:lnTo>
                <a:lnTo>
                  <a:pt x="749932" y="502749"/>
                </a:lnTo>
                <a:lnTo>
                  <a:pt x="765953" y="512978"/>
                </a:lnTo>
                <a:lnTo>
                  <a:pt x="781926" y="523284"/>
                </a:lnTo>
                <a:lnTo>
                  <a:pt x="797843" y="533676"/>
                </a:lnTo>
                <a:lnTo>
                  <a:pt x="813711" y="544144"/>
                </a:lnTo>
                <a:lnTo>
                  <a:pt x="829532" y="554679"/>
                </a:lnTo>
                <a:lnTo>
                  <a:pt x="845296" y="565299"/>
                </a:lnTo>
                <a:lnTo>
                  <a:pt x="861012" y="575986"/>
                </a:lnTo>
                <a:lnTo>
                  <a:pt x="876681" y="586750"/>
                </a:lnTo>
                <a:lnTo>
                  <a:pt x="892302" y="597579"/>
                </a:lnTo>
                <a:lnTo>
                  <a:pt x="907885" y="608476"/>
                </a:lnTo>
                <a:lnTo>
                  <a:pt x="923411" y="619439"/>
                </a:lnTo>
                <a:lnTo>
                  <a:pt x="938889" y="630469"/>
                </a:lnTo>
                <a:lnTo>
                  <a:pt x="954319" y="641566"/>
                </a:lnTo>
                <a:lnTo>
                  <a:pt x="969712" y="652729"/>
                </a:lnTo>
                <a:lnTo>
                  <a:pt x="985047" y="663950"/>
                </a:lnTo>
                <a:lnTo>
                  <a:pt x="1000354" y="675227"/>
                </a:lnTo>
                <a:lnTo>
                  <a:pt x="1015603" y="686572"/>
                </a:lnTo>
                <a:lnTo>
                  <a:pt x="1030815" y="697973"/>
                </a:lnTo>
                <a:lnTo>
                  <a:pt x="1045978" y="709432"/>
                </a:lnTo>
                <a:lnTo>
                  <a:pt x="1061104" y="720947"/>
                </a:lnTo>
                <a:lnTo>
                  <a:pt x="1076182" y="732520"/>
                </a:lnTo>
                <a:lnTo>
                  <a:pt x="1091213" y="744150"/>
                </a:lnTo>
                <a:lnTo>
                  <a:pt x="1106214" y="755828"/>
                </a:lnTo>
                <a:lnTo>
                  <a:pt x="1121169" y="767563"/>
                </a:lnTo>
                <a:lnTo>
                  <a:pt x="1136075" y="779345"/>
                </a:lnTo>
                <a:lnTo>
                  <a:pt x="1150953" y="791185"/>
                </a:lnTo>
                <a:lnTo>
                  <a:pt x="1165784" y="803072"/>
                </a:lnTo>
                <a:lnTo>
                  <a:pt x="1180576" y="815007"/>
                </a:lnTo>
                <a:lnTo>
                  <a:pt x="1195330" y="826989"/>
                </a:lnTo>
                <a:lnTo>
                  <a:pt x="1210046" y="839029"/>
                </a:lnTo>
                <a:lnTo>
                  <a:pt x="1224725" y="851106"/>
                </a:lnTo>
                <a:lnTo>
                  <a:pt x="1239364" y="863232"/>
                </a:lnTo>
                <a:lnTo>
                  <a:pt x="1253957" y="875405"/>
                </a:lnTo>
                <a:lnTo>
                  <a:pt x="1268435" y="886568"/>
                </a:lnTo>
                <a:lnTo>
                  <a:pt x="1280636" y="871995"/>
                </a:lnTo>
                <a:lnTo>
                  <a:pt x="1292838" y="857421"/>
                </a:lnTo>
                <a:lnTo>
                  <a:pt x="1305039" y="842848"/>
                </a:lnTo>
                <a:lnTo>
                  <a:pt x="1317250" y="828275"/>
                </a:lnTo>
                <a:lnTo>
                  <a:pt x="1329452" y="813702"/>
                </a:lnTo>
                <a:lnTo>
                  <a:pt x="1341653" y="799128"/>
                </a:lnTo>
                <a:lnTo>
                  <a:pt x="1353855" y="784555"/>
                </a:lnTo>
                <a:lnTo>
                  <a:pt x="1366066" y="769982"/>
                </a:lnTo>
                <a:close/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655394B5-7CE9-43C4-9C53-E437655B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9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BD149D69-A83F-4054-840F-621FF3F2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95B6"/>
            </a:solidFill>
            <a:prstDash val="solid"/>
          </a:ln>
        </p:spPr>
      </p:sp>
      <p:sp>
        <p:nvSpPr>
          <p:cNvPr id="10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21912EA0-5482-4A25-855D-B872739B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21AB83C2-BB3C-47DA-8337-E0688ECB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587353"/>
            <a:ext cx="1562100" cy="235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响应式引擎</a:t>
            </a:r>
          </a:p>
        </p:txBody>
      </p:sp>
      <p:sp>
        <p:nvSpPr>
          <p:cNvPr id="12" name="radial-center-body">
            <a:extLst xmlns:a="http://schemas.openxmlformats.org/drawingml/2006/main">
              <a:ext uri="{FF2B5EF4-FFF2-40B4-BE49-F238E27FC236}">
                <a16:creationId xmlns:a16="http://schemas.microsoft.com/office/drawing/2014/main" id="{B2F7EEAA-6468-40E6-AE6A-1735AEE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880094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E6E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6ECF2"/>
                </a:solidFill>
                <a:latin typeface="Microsoft YaHei"/>
                <a:ea typeface="Microsoft YaHei"/>
                <a:cs typeface="Microsoft YaHei"/>
              </a:rPr>
              <a:t>统一求解结构、容量与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E6E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6ECF2"/>
                </a:solidFill>
                <a:latin typeface="Microsoft YaHei"/>
                <a:ea typeface="Microsoft YaHei"/>
                <a:cs typeface="Microsoft YaHei"/>
              </a:rPr>
              <a:t>内容边界</a:t>
            </a:r>
          </a:p>
        </p:txBody>
      </p:sp>
      <p:sp>
        <p:nvSpPr>
          <p:cNvPr id="13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8CA462A3-B874-4167-9F5A-3F8A7F53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0F8C4D3F-B09C-45BE-A610-5499A573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0A646C9F-706B-4C15-A282-797F182F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dial-node-surface-4">
            <a:extLst xmlns:a="http://schemas.openxmlformats.org/drawingml/2006/main">
              <a:ext uri="{FF2B5EF4-FFF2-40B4-BE49-F238E27FC236}">
                <a16:creationId xmlns:a16="http://schemas.microsoft.com/office/drawing/2014/main" id="{C33549F3-E5EB-498A-90D3-7B5E12E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node-surface-5">
            <a:extLst xmlns:a="http://schemas.openxmlformats.org/drawingml/2006/main">
              <a:ext uri="{FF2B5EF4-FFF2-40B4-BE49-F238E27FC236}">
                <a16:creationId xmlns:a16="http://schemas.microsoft.com/office/drawing/2014/main" id="{2B9969CB-DF05-45A7-8672-8151CB7D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dial-node-surface-6">
            <a:extLst xmlns:a="http://schemas.openxmlformats.org/drawingml/2006/main">
              <a:ext uri="{FF2B5EF4-FFF2-40B4-BE49-F238E27FC236}">
                <a16:creationId xmlns:a16="http://schemas.microsoft.com/office/drawing/2014/main" id="{C765BA42-BE83-4144-A9A9-10565774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7D9A6002-90A6-40B5-8534-5466F9A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6BBF7AD2-3952-47E6-87CA-4B3D4227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5F36563C-4FAB-4D30-89AB-93CA87BD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adial-node-accent-4">
            <a:extLst xmlns:a="http://schemas.openxmlformats.org/drawingml/2006/main">
              <a:ext uri="{FF2B5EF4-FFF2-40B4-BE49-F238E27FC236}">
                <a16:creationId xmlns:a16="http://schemas.microsoft.com/office/drawing/2014/main" id="{6901F8B8-323E-4936-BECB-E1D72DED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dial-node-accent-5">
            <a:extLst xmlns:a="http://schemas.openxmlformats.org/drawingml/2006/main">
              <a:ext uri="{FF2B5EF4-FFF2-40B4-BE49-F238E27FC236}">
                <a16:creationId xmlns:a16="http://schemas.microsoft.com/office/drawing/2014/main" id="{12F8086C-8DC8-4A45-9BFC-D8BA6B6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adial-node-accent-6">
            <a:extLst xmlns:a="http://schemas.openxmlformats.org/drawingml/2006/main">
              <a:ext uri="{FF2B5EF4-FFF2-40B4-BE49-F238E27FC236}">
                <a16:creationId xmlns:a16="http://schemas.microsoft.com/office/drawing/2014/main" id="{A111722F-9934-4C21-8FD0-115F4858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116B283A-5751-4878-AE75-1DD0B97F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3923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6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20B352EB-41BE-4F8F-8090-7DA5BE81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9908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减少随机排版与结构误用</a:t>
            </a:r>
          </a:p>
        </p:txBody>
      </p:sp>
      <p:sp>
        <p:nvSpPr>
          <p:cNvPr id="27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DF31949E-C1C3-46E3-B77D-8C67BDDD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原生可编</a:t>
            </a:r>
          </a:p>
        </p:txBody>
      </p:sp>
      <p:sp>
        <p:nvSpPr>
          <p:cNvPr id="28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D25F94D2-F199-49B1-89B4-60EDFE7A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形状和文字均可继续编辑</a:t>
            </a:r>
          </a:p>
        </p:txBody>
      </p:sp>
      <p:sp>
        <p:nvSpPr>
          <p:cNvPr id="29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D5959D8C-1248-46CC-B1C4-0B48D3B2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生成高效</a:t>
            </a:r>
          </a:p>
        </p:txBody>
      </p:sp>
      <p:sp>
        <p:nvSpPr>
          <p:cNvPr id="30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A2D39991-DA12-4AAC-8B60-E9ED3F01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运行期只做选择与参数填写</a:t>
            </a:r>
          </a:p>
        </p:txBody>
      </p:sp>
      <p:sp>
        <p:nvSpPr>
          <p:cNvPr id="31" name="radial-node-3-title">
            <a:extLst xmlns:a="http://schemas.openxmlformats.org/drawingml/2006/main">
              <a:ext uri="{FF2B5EF4-FFF2-40B4-BE49-F238E27FC236}">
                <a16:creationId xmlns:a16="http://schemas.microsoft.com/office/drawing/2014/main" id="{A072DA4B-BA5C-4806-9B10-9942FFF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53968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数量适配</a:t>
            </a:r>
          </a:p>
        </p:txBody>
      </p:sp>
      <p:sp>
        <p:nvSpPr>
          <p:cNvPr id="32" name="radial-node-3-body">
            <a:extLst xmlns:a="http://schemas.openxmlformats.org/drawingml/2006/main">
              <a:ext uri="{FF2B5EF4-FFF2-40B4-BE49-F238E27FC236}">
                <a16:creationId xmlns:a16="http://schemas.microsoft.com/office/drawing/2014/main" id="{C7F55BDF-0E2D-4037-A3DD-522BEA0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79953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按真实内容重新求解布局</a:t>
            </a:r>
          </a:p>
        </p:txBody>
      </p:sp>
      <p:sp>
        <p:nvSpPr>
          <p:cNvPr id="33" name="radial-node-4-title">
            <a:extLst xmlns:a="http://schemas.openxmlformats.org/drawingml/2006/main">
              <a:ext uri="{FF2B5EF4-FFF2-40B4-BE49-F238E27FC236}">
                <a16:creationId xmlns:a16="http://schemas.microsoft.com/office/drawing/2014/main" id="{32675804-7805-49E3-A2C5-00FB349D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风格一致</a:t>
            </a:r>
          </a:p>
        </p:txBody>
      </p:sp>
      <p:sp>
        <p:nvSpPr>
          <p:cNvPr id="34" name="radial-node-4-body">
            <a:extLst xmlns:a="http://schemas.openxmlformats.org/drawingml/2006/main">
              <a:ext uri="{FF2B5EF4-FFF2-40B4-BE49-F238E27FC236}">
                <a16:creationId xmlns:a16="http://schemas.microsoft.com/office/drawing/2014/main" id="{D91390CC-EACA-4139-8E46-FE60BC87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共享同一 Shell 与视觉语言</a:t>
            </a:r>
          </a:p>
        </p:txBody>
      </p:sp>
      <p:sp>
        <p:nvSpPr>
          <p:cNvPr id="35" name="radial-node-5-title">
            <a:extLst xmlns:a="http://schemas.openxmlformats.org/drawingml/2006/main">
              <a:ext uri="{FF2B5EF4-FFF2-40B4-BE49-F238E27FC236}">
                <a16:creationId xmlns:a16="http://schemas.microsoft.com/office/drawing/2014/main" id="{653B8A21-5271-4487-9D13-4C2D4CB6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779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7795B6"/>
                </a:solidFill>
                <a:latin typeface="Microsoft YaHei"/>
                <a:ea typeface="Microsoft YaHei"/>
                <a:cs typeface="Microsoft YaHei"/>
              </a:rPr>
              <a:t>过程可审</a:t>
            </a:r>
          </a:p>
        </p:txBody>
      </p:sp>
      <p:sp>
        <p:nvSpPr>
          <p:cNvPr id="36" name="radial-node-5-body">
            <a:extLst xmlns:a="http://schemas.openxmlformats.org/drawingml/2006/main">
              <a:ext uri="{FF2B5EF4-FFF2-40B4-BE49-F238E27FC236}">
                <a16:creationId xmlns:a16="http://schemas.microsoft.com/office/drawing/2014/main" id="{2C9D23E1-823A-49EC-B5CC-F4A90E3A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来源、组件和结果统一查看</a:t>
            </a:r>
          </a:p>
        </p:txBody>
      </p:sp>
    </p:spTree>
    <p:extLst>
      <p:ext uri="{BB962C8B-B14F-4D97-AF65-F5344CB8AC3E}">
        <p14:creationId xmlns:p14="http://schemas.microsoft.com/office/powerpoint/2010/main" val="13143709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0EC5DBFB-FE03-47B7-A44B-0259A79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E8F8"/>
            </a:solidFill>
            <a:prstDash val="dash"/>
          </a:ln>
        </p:spPr>
      </p:sp>
      <p:sp>
        <p:nvSpPr>
          <p:cNvPr id="2" name="radial-outward-spoke-1">
            <a:extLst xmlns:a="http://schemas.openxmlformats.org/drawingml/2006/main">
              <a:ext uri="{FF2B5EF4-FFF2-40B4-BE49-F238E27FC236}">
                <a16:creationId xmlns:a16="http://schemas.microsoft.com/office/drawing/2014/main" id="{CC570D87-9925-44E6-860D-6ED94AD9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132" y="2629776"/>
            <a:ext cx="339290" cy="505854"/>
          </a:xfrm>
          <a:custGeom xmlns:a="http://schemas.openxmlformats.org/drawingml/2006/main">
            <a:pathLst>
              <a:path w="339290" h="505854">
                <a:moveTo>
                  <a:pt x="235115" y="505854"/>
                </a:moveTo>
                <a:lnTo>
                  <a:pt x="237868" y="487080"/>
                </a:lnTo>
                <a:lnTo>
                  <a:pt x="240478" y="468278"/>
                </a:lnTo>
                <a:lnTo>
                  <a:pt x="242935" y="449466"/>
                </a:lnTo>
                <a:lnTo>
                  <a:pt x="245231" y="430625"/>
                </a:lnTo>
                <a:lnTo>
                  <a:pt x="247364" y="411766"/>
                </a:lnTo>
                <a:lnTo>
                  <a:pt x="249317" y="392887"/>
                </a:lnTo>
                <a:lnTo>
                  <a:pt x="251098" y="373999"/>
                </a:lnTo>
                <a:lnTo>
                  <a:pt x="252679" y="355082"/>
                </a:lnTo>
                <a:lnTo>
                  <a:pt x="254060" y="336156"/>
                </a:lnTo>
                <a:lnTo>
                  <a:pt x="255241" y="317221"/>
                </a:lnTo>
                <a:lnTo>
                  <a:pt x="256194" y="298266"/>
                </a:lnTo>
                <a:lnTo>
                  <a:pt x="256927" y="279302"/>
                </a:lnTo>
                <a:lnTo>
                  <a:pt x="257413" y="260328"/>
                </a:lnTo>
                <a:lnTo>
                  <a:pt x="257642" y="241354"/>
                </a:lnTo>
                <a:lnTo>
                  <a:pt x="257604" y="222380"/>
                </a:lnTo>
                <a:lnTo>
                  <a:pt x="257289" y="203406"/>
                </a:lnTo>
                <a:lnTo>
                  <a:pt x="256670" y="184433"/>
                </a:lnTo>
                <a:lnTo>
                  <a:pt x="255746" y="165478"/>
                </a:lnTo>
                <a:lnTo>
                  <a:pt x="254479" y="146552"/>
                </a:lnTo>
                <a:lnTo>
                  <a:pt x="252870" y="127635"/>
                </a:lnTo>
                <a:lnTo>
                  <a:pt x="250879" y="108766"/>
                </a:lnTo>
                <a:lnTo>
                  <a:pt x="248488" y="89945"/>
                </a:lnTo>
                <a:lnTo>
                  <a:pt x="245688" y="71171"/>
                </a:lnTo>
                <a:lnTo>
                  <a:pt x="263843" y="68551"/>
                </a:lnTo>
                <a:lnTo>
                  <a:pt x="282702" y="66475"/>
                </a:lnTo>
                <a:lnTo>
                  <a:pt x="301571" y="64399"/>
                </a:lnTo>
                <a:lnTo>
                  <a:pt x="320431" y="62332"/>
                </a:lnTo>
                <a:lnTo>
                  <a:pt x="339290" y="60255"/>
                </a:lnTo>
                <a:lnTo>
                  <a:pt x="324336" y="54521"/>
                </a:lnTo>
                <a:lnTo>
                  <a:pt x="306343" y="48463"/>
                </a:lnTo>
                <a:lnTo>
                  <a:pt x="288360" y="42405"/>
                </a:lnTo>
                <a:lnTo>
                  <a:pt x="270377" y="36347"/>
                </a:lnTo>
                <a:lnTo>
                  <a:pt x="252393" y="30290"/>
                </a:lnTo>
                <a:lnTo>
                  <a:pt x="234410" y="24232"/>
                </a:lnTo>
                <a:lnTo>
                  <a:pt x="216427" y="18174"/>
                </a:lnTo>
                <a:lnTo>
                  <a:pt x="198444" y="12116"/>
                </a:lnTo>
                <a:lnTo>
                  <a:pt x="180461" y="6058"/>
                </a:lnTo>
                <a:lnTo>
                  <a:pt x="162468" y="0"/>
                </a:lnTo>
                <a:lnTo>
                  <a:pt x="145999" y="7544"/>
                </a:lnTo>
                <a:lnTo>
                  <a:pt x="129769" y="17393"/>
                </a:lnTo>
                <a:lnTo>
                  <a:pt x="113548" y="27242"/>
                </a:lnTo>
                <a:lnTo>
                  <a:pt x="97326" y="37090"/>
                </a:lnTo>
                <a:lnTo>
                  <a:pt x="81105" y="46939"/>
                </a:lnTo>
                <a:lnTo>
                  <a:pt x="64884" y="56788"/>
                </a:lnTo>
                <a:lnTo>
                  <a:pt x="48663" y="66637"/>
                </a:lnTo>
                <a:lnTo>
                  <a:pt x="32442" y="76486"/>
                </a:lnTo>
                <a:lnTo>
                  <a:pt x="16221" y="86335"/>
                </a:lnTo>
                <a:lnTo>
                  <a:pt x="0" y="96183"/>
                </a:lnTo>
                <a:lnTo>
                  <a:pt x="18545" y="94393"/>
                </a:lnTo>
                <a:lnTo>
                  <a:pt x="37433" y="92478"/>
                </a:lnTo>
                <a:lnTo>
                  <a:pt x="56312" y="90573"/>
                </a:lnTo>
                <a:lnTo>
                  <a:pt x="75190" y="88668"/>
                </a:lnTo>
                <a:lnTo>
                  <a:pt x="94078" y="86763"/>
                </a:lnTo>
                <a:lnTo>
                  <a:pt x="97107" y="105423"/>
                </a:lnTo>
                <a:lnTo>
                  <a:pt x="99593" y="124235"/>
                </a:lnTo>
                <a:lnTo>
                  <a:pt x="101641" y="143104"/>
                </a:lnTo>
                <a:lnTo>
                  <a:pt x="103251" y="162011"/>
                </a:lnTo>
                <a:lnTo>
                  <a:pt x="104461" y="180956"/>
                </a:lnTo>
                <a:lnTo>
                  <a:pt x="105299" y="199911"/>
                </a:lnTo>
                <a:lnTo>
                  <a:pt x="105775" y="218885"/>
                </a:lnTo>
                <a:lnTo>
                  <a:pt x="105918" y="237858"/>
                </a:lnTo>
                <a:lnTo>
                  <a:pt x="105756" y="256832"/>
                </a:lnTo>
                <a:lnTo>
                  <a:pt x="105289" y="275806"/>
                </a:lnTo>
                <a:lnTo>
                  <a:pt x="104546" y="294770"/>
                </a:lnTo>
                <a:lnTo>
                  <a:pt x="103537" y="313715"/>
                </a:lnTo>
                <a:lnTo>
                  <a:pt x="102279" y="332651"/>
                </a:lnTo>
                <a:lnTo>
                  <a:pt x="100784" y="351568"/>
                </a:lnTo>
                <a:lnTo>
                  <a:pt x="99060" y="370475"/>
                </a:lnTo>
                <a:lnTo>
                  <a:pt x="97126" y="389353"/>
                </a:lnTo>
                <a:lnTo>
                  <a:pt x="94983" y="408203"/>
                </a:lnTo>
                <a:lnTo>
                  <a:pt x="92650" y="427034"/>
                </a:lnTo>
                <a:lnTo>
                  <a:pt x="90126" y="445846"/>
                </a:lnTo>
                <a:lnTo>
                  <a:pt x="87420" y="464630"/>
                </a:lnTo>
                <a:lnTo>
                  <a:pt x="85020" y="483051"/>
                </a:lnTo>
                <a:lnTo>
                  <a:pt x="103775" y="485899"/>
                </a:lnTo>
                <a:lnTo>
                  <a:pt x="122539" y="488756"/>
                </a:lnTo>
                <a:lnTo>
                  <a:pt x="141303" y="491604"/>
                </a:lnTo>
                <a:lnTo>
                  <a:pt x="160068" y="494452"/>
                </a:lnTo>
                <a:lnTo>
                  <a:pt x="178832" y="497300"/>
                </a:lnTo>
                <a:lnTo>
                  <a:pt x="197587" y="500148"/>
                </a:lnTo>
                <a:lnTo>
                  <a:pt x="216351" y="503006"/>
                </a:lnTo>
                <a:lnTo>
                  <a:pt x="235115" y="505854"/>
                </a:lnTo>
                <a:close/>
              </a:path>
            </a:pathLst>
          </a:custGeom>
          <a:solidFill xmlns:a="http://schemas.openxmlformats.org/drawingml/2006/main">
            <a:srgbClr val="5432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radial-outward-spoke-2">
            <a:extLst xmlns:a="http://schemas.openxmlformats.org/drawingml/2006/main">
              <a:ext uri="{FF2B5EF4-FFF2-40B4-BE49-F238E27FC236}">
                <a16:creationId xmlns:a16="http://schemas.microsoft.com/office/drawing/2014/main" id="{745A456F-7174-48F7-AC36-91F5BEDA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483" y="2677611"/>
            <a:ext cx="1342473" cy="833304"/>
          </a:xfrm>
          <a:custGeom xmlns:a="http://schemas.openxmlformats.org/drawingml/2006/main">
            <a:pathLst>
              <a:path w="1342473" h="833304">
                <a:moveTo>
                  <a:pt x="52340" y="833304"/>
                </a:moveTo>
                <a:lnTo>
                  <a:pt x="70171" y="826732"/>
                </a:lnTo>
                <a:lnTo>
                  <a:pt x="87982" y="820112"/>
                </a:lnTo>
                <a:lnTo>
                  <a:pt x="105785" y="813445"/>
                </a:lnTo>
                <a:lnTo>
                  <a:pt x="123558" y="806729"/>
                </a:lnTo>
                <a:lnTo>
                  <a:pt x="141322" y="799948"/>
                </a:lnTo>
                <a:lnTo>
                  <a:pt x="159048" y="793118"/>
                </a:lnTo>
                <a:lnTo>
                  <a:pt x="176765" y="786222"/>
                </a:lnTo>
                <a:lnTo>
                  <a:pt x="194453" y="779288"/>
                </a:lnTo>
                <a:lnTo>
                  <a:pt x="212131" y="772297"/>
                </a:lnTo>
                <a:lnTo>
                  <a:pt x="229772" y="765239"/>
                </a:lnTo>
                <a:lnTo>
                  <a:pt x="247393" y="758114"/>
                </a:lnTo>
                <a:lnTo>
                  <a:pt x="264995" y="750941"/>
                </a:lnTo>
                <a:lnTo>
                  <a:pt x="282569" y="743712"/>
                </a:lnTo>
                <a:lnTo>
                  <a:pt x="300123" y="736425"/>
                </a:lnTo>
                <a:lnTo>
                  <a:pt x="317649" y="729072"/>
                </a:lnTo>
                <a:lnTo>
                  <a:pt x="335147" y="721652"/>
                </a:lnTo>
                <a:lnTo>
                  <a:pt x="352616" y="714165"/>
                </a:lnTo>
                <a:lnTo>
                  <a:pt x="370056" y="706622"/>
                </a:lnTo>
                <a:lnTo>
                  <a:pt x="387477" y="699030"/>
                </a:lnTo>
                <a:lnTo>
                  <a:pt x="404860" y="691353"/>
                </a:lnTo>
                <a:lnTo>
                  <a:pt x="422224" y="683619"/>
                </a:lnTo>
                <a:lnTo>
                  <a:pt x="439550" y="675818"/>
                </a:lnTo>
                <a:lnTo>
                  <a:pt x="456848" y="667941"/>
                </a:lnTo>
                <a:lnTo>
                  <a:pt x="474116" y="659997"/>
                </a:lnTo>
                <a:lnTo>
                  <a:pt x="491347" y="651986"/>
                </a:lnTo>
                <a:lnTo>
                  <a:pt x="508549" y="643900"/>
                </a:lnTo>
                <a:lnTo>
                  <a:pt x="525713" y="635746"/>
                </a:lnTo>
                <a:lnTo>
                  <a:pt x="542849" y="627526"/>
                </a:lnTo>
                <a:lnTo>
                  <a:pt x="559946" y="619220"/>
                </a:lnTo>
                <a:lnTo>
                  <a:pt x="577005" y="610848"/>
                </a:lnTo>
                <a:lnTo>
                  <a:pt x="594027" y="602399"/>
                </a:lnTo>
                <a:lnTo>
                  <a:pt x="611010" y="593865"/>
                </a:lnTo>
                <a:lnTo>
                  <a:pt x="627955" y="585264"/>
                </a:lnTo>
                <a:lnTo>
                  <a:pt x="644862" y="576577"/>
                </a:lnTo>
                <a:lnTo>
                  <a:pt x="661721" y="567814"/>
                </a:lnTo>
                <a:lnTo>
                  <a:pt x="678542" y="558965"/>
                </a:lnTo>
                <a:lnTo>
                  <a:pt x="695315" y="550031"/>
                </a:lnTo>
                <a:lnTo>
                  <a:pt x="712051" y="541020"/>
                </a:lnTo>
                <a:lnTo>
                  <a:pt x="728739" y="531924"/>
                </a:lnTo>
                <a:lnTo>
                  <a:pt x="745369" y="522742"/>
                </a:lnTo>
                <a:lnTo>
                  <a:pt x="761962" y="513464"/>
                </a:lnTo>
                <a:lnTo>
                  <a:pt x="778507" y="504111"/>
                </a:lnTo>
                <a:lnTo>
                  <a:pt x="794995" y="494662"/>
                </a:lnTo>
                <a:lnTo>
                  <a:pt x="811425" y="485118"/>
                </a:lnTo>
                <a:lnTo>
                  <a:pt x="827808" y="475478"/>
                </a:lnTo>
                <a:lnTo>
                  <a:pt x="844134" y="465753"/>
                </a:lnTo>
                <a:lnTo>
                  <a:pt x="860403" y="455933"/>
                </a:lnTo>
                <a:lnTo>
                  <a:pt x="876614" y="446008"/>
                </a:lnTo>
                <a:lnTo>
                  <a:pt x="892769" y="435988"/>
                </a:lnTo>
                <a:lnTo>
                  <a:pt x="908856" y="425872"/>
                </a:lnTo>
                <a:lnTo>
                  <a:pt x="924878" y="415652"/>
                </a:lnTo>
                <a:lnTo>
                  <a:pt x="940832" y="405336"/>
                </a:lnTo>
                <a:lnTo>
                  <a:pt x="956729" y="394907"/>
                </a:lnTo>
                <a:lnTo>
                  <a:pt x="972550" y="384381"/>
                </a:lnTo>
                <a:lnTo>
                  <a:pt x="988295" y="373742"/>
                </a:lnTo>
                <a:lnTo>
                  <a:pt x="1003973" y="362998"/>
                </a:lnTo>
                <a:lnTo>
                  <a:pt x="1019575" y="352139"/>
                </a:lnTo>
                <a:lnTo>
                  <a:pt x="1035091" y="341176"/>
                </a:lnTo>
                <a:lnTo>
                  <a:pt x="1050531" y="330089"/>
                </a:lnTo>
                <a:lnTo>
                  <a:pt x="1065886" y="318897"/>
                </a:lnTo>
                <a:lnTo>
                  <a:pt x="1081164" y="307581"/>
                </a:lnTo>
                <a:lnTo>
                  <a:pt x="1096347" y="296151"/>
                </a:lnTo>
                <a:lnTo>
                  <a:pt x="1111434" y="284607"/>
                </a:lnTo>
                <a:lnTo>
                  <a:pt x="1126436" y="272929"/>
                </a:lnTo>
                <a:lnTo>
                  <a:pt x="1141333" y="261137"/>
                </a:lnTo>
                <a:lnTo>
                  <a:pt x="1156135" y="249222"/>
                </a:lnTo>
                <a:lnTo>
                  <a:pt x="1170842" y="237173"/>
                </a:lnTo>
                <a:lnTo>
                  <a:pt x="1185434" y="225009"/>
                </a:lnTo>
                <a:lnTo>
                  <a:pt x="1199550" y="216008"/>
                </a:lnTo>
                <a:lnTo>
                  <a:pt x="1210828" y="231305"/>
                </a:lnTo>
                <a:lnTo>
                  <a:pt x="1222105" y="246602"/>
                </a:lnTo>
                <a:lnTo>
                  <a:pt x="1233383" y="261899"/>
                </a:lnTo>
                <a:lnTo>
                  <a:pt x="1244670" y="277187"/>
                </a:lnTo>
                <a:lnTo>
                  <a:pt x="1255176" y="287884"/>
                </a:lnTo>
                <a:lnTo>
                  <a:pt x="1260824" y="269738"/>
                </a:lnTo>
                <a:lnTo>
                  <a:pt x="1266473" y="251593"/>
                </a:lnTo>
                <a:lnTo>
                  <a:pt x="1272130" y="233448"/>
                </a:lnTo>
                <a:lnTo>
                  <a:pt x="1277779" y="215303"/>
                </a:lnTo>
                <a:lnTo>
                  <a:pt x="1283427" y="197158"/>
                </a:lnTo>
                <a:lnTo>
                  <a:pt x="1289085" y="179013"/>
                </a:lnTo>
                <a:lnTo>
                  <a:pt x="1294733" y="160868"/>
                </a:lnTo>
                <a:lnTo>
                  <a:pt x="1300391" y="142723"/>
                </a:lnTo>
                <a:lnTo>
                  <a:pt x="1306039" y="124577"/>
                </a:lnTo>
                <a:lnTo>
                  <a:pt x="1311688" y="106432"/>
                </a:lnTo>
                <a:lnTo>
                  <a:pt x="1317346" y="88287"/>
                </a:lnTo>
                <a:lnTo>
                  <a:pt x="1322994" y="70142"/>
                </a:lnTo>
                <a:lnTo>
                  <a:pt x="1328642" y="51997"/>
                </a:lnTo>
                <a:lnTo>
                  <a:pt x="1334300" y="33852"/>
                </a:lnTo>
                <a:lnTo>
                  <a:pt x="1339948" y="15707"/>
                </a:lnTo>
                <a:lnTo>
                  <a:pt x="1342473" y="0"/>
                </a:lnTo>
                <a:lnTo>
                  <a:pt x="1323499" y="1038"/>
                </a:lnTo>
                <a:lnTo>
                  <a:pt x="1304515" y="2086"/>
                </a:lnTo>
                <a:lnTo>
                  <a:pt x="1285542" y="3124"/>
                </a:lnTo>
                <a:lnTo>
                  <a:pt x="1266568" y="4162"/>
                </a:lnTo>
                <a:lnTo>
                  <a:pt x="1247585" y="5201"/>
                </a:lnTo>
                <a:lnTo>
                  <a:pt x="1228611" y="6248"/>
                </a:lnTo>
                <a:lnTo>
                  <a:pt x="1209637" y="7287"/>
                </a:lnTo>
                <a:lnTo>
                  <a:pt x="1190663" y="8325"/>
                </a:lnTo>
                <a:lnTo>
                  <a:pt x="1171680" y="9363"/>
                </a:lnTo>
                <a:lnTo>
                  <a:pt x="1152706" y="10411"/>
                </a:lnTo>
                <a:lnTo>
                  <a:pt x="1133732" y="11449"/>
                </a:lnTo>
                <a:lnTo>
                  <a:pt x="1114749" y="12487"/>
                </a:lnTo>
                <a:lnTo>
                  <a:pt x="1095775" y="13526"/>
                </a:lnTo>
                <a:lnTo>
                  <a:pt x="1076801" y="14573"/>
                </a:lnTo>
                <a:lnTo>
                  <a:pt x="1057827" y="15611"/>
                </a:lnTo>
                <a:lnTo>
                  <a:pt x="1056075" y="24679"/>
                </a:lnTo>
                <a:lnTo>
                  <a:pt x="1067476" y="39881"/>
                </a:lnTo>
                <a:lnTo>
                  <a:pt x="1078878" y="55093"/>
                </a:lnTo>
                <a:lnTo>
                  <a:pt x="1090279" y="70295"/>
                </a:lnTo>
                <a:lnTo>
                  <a:pt x="1101681" y="85496"/>
                </a:lnTo>
                <a:lnTo>
                  <a:pt x="1098747" y="99127"/>
                </a:lnTo>
                <a:lnTo>
                  <a:pt x="1084221" y="111385"/>
                </a:lnTo>
                <a:lnTo>
                  <a:pt x="1069591" y="123511"/>
                </a:lnTo>
                <a:lnTo>
                  <a:pt x="1054846" y="135503"/>
                </a:lnTo>
                <a:lnTo>
                  <a:pt x="1040006" y="147371"/>
                </a:lnTo>
                <a:lnTo>
                  <a:pt x="1025052" y="159106"/>
                </a:lnTo>
                <a:lnTo>
                  <a:pt x="1010002" y="170707"/>
                </a:lnTo>
                <a:lnTo>
                  <a:pt x="994858" y="182185"/>
                </a:lnTo>
                <a:lnTo>
                  <a:pt x="979618" y="193538"/>
                </a:lnTo>
                <a:lnTo>
                  <a:pt x="964292" y="204778"/>
                </a:lnTo>
                <a:lnTo>
                  <a:pt x="948871" y="215894"/>
                </a:lnTo>
                <a:lnTo>
                  <a:pt x="933364" y="226886"/>
                </a:lnTo>
                <a:lnTo>
                  <a:pt x="917781" y="237763"/>
                </a:lnTo>
                <a:lnTo>
                  <a:pt x="902113" y="248517"/>
                </a:lnTo>
                <a:lnTo>
                  <a:pt x="886377" y="259166"/>
                </a:lnTo>
                <a:lnTo>
                  <a:pt x="870556" y="269700"/>
                </a:lnTo>
                <a:lnTo>
                  <a:pt x="854669" y="280121"/>
                </a:lnTo>
                <a:lnTo>
                  <a:pt x="838705" y="290436"/>
                </a:lnTo>
                <a:lnTo>
                  <a:pt x="822674" y="300647"/>
                </a:lnTo>
                <a:lnTo>
                  <a:pt x="806577" y="310744"/>
                </a:lnTo>
                <a:lnTo>
                  <a:pt x="790413" y="320745"/>
                </a:lnTo>
                <a:lnTo>
                  <a:pt x="774182" y="330641"/>
                </a:lnTo>
                <a:lnTo>
                  <a:pt x="757895" y="340433"/>
                </a:lnTo>
                <a:lnTo>
                  <a:pt x="741550" y="350129"/>
                </a:lnTo>
                <a:lnTo>
                  <a:pt x="725148" y="359721"/>
                </a:lnTo>
                <a:lnTo>
                  <a:pt x="708689" y="369218"/>
                </a:lnTo>
                <a:lnTo>
                  <a:pt x="692172" y="378628"/>
                </a:lnTo>
                <a:lnTo>
                  <a:pt x="675599" y="387934"/>
                </a:lnTo>
                <a:lnTo>
                  <a:pt x="658978" y="397154"/>
                </a:lnTo>
                <a:lnTo>
                  <a:pt x="642309" y="406279"/>
                </a:lnTo>
                <a:lnTo>
                  <a:pt x="625592" y="415319"/>
                </a:lnTo>
                <a:lnTo>
                  <a:pt x="608828" y="424263"/>
                </a:lnTo>
                <a:lnTo>
                  <a:pt x="592017" y="433121"/>
                </a:lnTo>
                <a:lnTo>
                  <a:pt x="575158" y="441893"/>
                </a:lnTo>
                <a:lnTo>
                  <a:pt x="558251" y="450590"/>
                </a:lnTo>
                <a:lnTo>
                  <a:pt x="541306" y="459200"/>
                </a:lnTo>
                <a:lnTo>
                  <a:pt x="524323" y="467725"/>
                </a:lnTo>
                <a:lnTo>
                  <a:pt x="507302" y="476164"/>
                </a:lnTo>
                <a:lnTo>
                  <a:pt x="490233" y="484537"/>
                </a:lnTo>
                <a:lnTo>
                  <a:pt x="473126" y="492814"/>
                </a:lnTo>
                <a:lnTo>
                  <a:pt x="455990" y="501025"/>
                </a:lnTo>
                <a:lnTo>
                  <a:pt x="438807" y="509159"/>
                </a:lnTo>
                <a:lnTo>
                  <a:pt x="421596" y="517217"/>
                </a:lnTo>
                <a:lnTo>
                  <a:pt x="404355" y="525199"/>
                </a:lnTo>
                <a:lnTo>
                  <a:pt x="387067" y="533105"/>
                </a:lnTo>
                <a:lnTo>
                  <a:pt x="369761" y="540944"/>
                </a:lnTo>
                <a:lnTo>
                  <a:pt x="352415" y="548707"/>
                </a:lnTo>
                <a:lnTo>
                  <a:pt x="335032" y="556403"/>
                </a:lnTo>
                <a:lnTo>
                  <a:pt x="317630" y="564032"/>
                </a:lnTo>
                <a:lnTo>
                  <a:pt x="300190" y="571586"/>
                </a:lnTo>
                <a:lnTo>
                  <a:pt x="282721" y="579082"/>
                </a:lnTo>
                <a:lnTo>
                  <a:pt x="265224" y="586492"/>
                </a:lnTo>
                <a:lnTo>
                  <a:pt x="247707" y="593855"/>
                </a:lnTo>
                <a:lnTo>
                  <a:pt x="230153" y="601151"/>
                </a:lnTo>
                <a:lnTo>
                  <a:pt x="212579" y="608390"/>
                </a:lnTo>
                <a:lnTo>
                  <a:pt x="194977" y="615553"/>
                </a:lnTo>
                <a:lnTo>
                  <a:pt x="177356" y="622659"/>
                </a:lnTo>
                <a:lnTo>
                  <a:pt x="159696" y="629698"/>
                </a:lnTo>
                <a:lnTo>
                  <a:pt x="142027" y="636680"/>
                </a:lnTo>
                <a:lnTo>
                  <a:pt x="124330" y="643604"/>
                </a:lnTo>
                <a:lnTo>
                  <a:pt x="106604" y="650472"/>
                </a:lnTo>
                <a:lnTo>
                  <a:pt x="88859" y="657282"/>
                </a:lnTo>
                <a:lnTo>
                  <a:pt x="71095" y="664035"/>
                </a:lnTo>
                <a:lnTo>
                  <a:pt x="53302" y="670722"/>
                </a:lnTo>
                <a:lnTo>
                  <a:pt x="35500" y="677361"/>
                </a:lnTo>
                <a:lnTo>
                  <a:pt x="17669" y="683943"/>
                </a:lnTo>
                <a:lnTo>
                  <a:pt x="0" y="690563"/>
                </a:lnTo>
                <a:lnTo>
                  <a:pt x="6544" y="708403"/>
                </a:lnTo>
                <a:lnTo>
                  <a:pt x="13087" y="726243"/>
                </a:lnTo>
                <a:lnTo>
                  <a:pt x="19631" y="744093"/>
                </a:lnTo>
                <a:lnTo>
                  <a:pt x="26175" y="761933"/>
                </a:lnTo>
                <a:lnTo>
                  <a:pt x="32709" y="779774"/>
                </a:lnTo>
                <a:lnTo>
                  <a:pt x="39253" y="797614"/>
                </a:lnTo>
                <a:lnTo>
                  <a:pt x="45796" y="815464"/>
                </a:lnTo>
                <a:lnTo>
                  <a:pt x="52340" y="833304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radial-outward-spoke-3">
            <a:extLst xmlns:a="http://schemas.openxmlformats.org/drawingml/2006/main">
              <a:ext uri="{FF2B5EF4-FFF2-40B4-BE49-F238E27FC236}">
                <a16:creationId xmlns:a16="http://schemas.microsoft.com/office/drawing/2014/main" id="{8014721D-3EDD-4ABC-BDB6-0CD51DDF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4350639"/>
            <a:ext cx="1366066" cy="886568"/>
          </a:xfrm>
          <a:custGeom xmlns:a="http://schemas.openxmlformats.org/drawingml/2006/main">
            <a:pathLst>
              <a:path w="1366066" h="886568">
                <a:moveTo>
                  <a:pt x="0" y="116586"/>
                </a:moveTo>
                <a:lnTo>
                  <a:pt x="14621" y="128740"/>
                </a:lnTo>
                <a:lnTo>
                  <a:pt x="29270" y="140846"/>
                </a:lnTo>
                <a:lnTo>
                  <a:pt x="43948" y="152924"/>
                </a:lnTo>
                <a:lnTo>
                  <a:pt x="58664" y="164954"/>
                </a:lnTo>
                <a:lnTo>
                  <a:pt x="73419" y="176936"/>
                </a:lnTo>
                <a:lnTo>
                  <a:pt x="88211" y="188871"/>
                </a:lnTo>
                <a:lnTo>
                  <a:pt x="103041" y="200758"/>
                </a:lnTo>
                <a:lnTo>
                  <a:pt x="117910" y="212608"/>
                </a:lnTo>
                <a:lnTo>
                  <a:pt x="132807" y="224409"/>
                </a:lnTo>
                <a:lnTo>
                  <a:pt x="147752" y="236163"/>
                </a:lnTo>
                <a:lnTo>
                  <a:pt x="162735" y="247860"/>
                </a:lnTo>
                <a:lnTo>
                  <a:pt x="177756" y="259509"/>
                </a:lnTo>
                <a:lnTo>
                  <a:pt x="192805" y="271110"/>
                </a:lnTo>
                <a:lnTo>
                  <a:pt x="207902" y="282664"/>
                </a:lnTo>
                <a:lnTo>
                  <a:pt x="223037" y="294170"/>
                </a:lnTo>
                <a:lnTo>
                  <a:pt x="238220" y="305610"/>
                </a:lnTo>
                <a:lnTo>
                  <a:pt x="253441" y="316992"/>
                </a:lnTo>
                <a:lnTo>
                  <a:pt x="268700" y="328327"/>
                </a:lnTo>
                <a:lnTo>
                  <a:pt x="283997" y="339604"/>
                </a:lnTo>
                <a:lnTo>
                  <a:pt x="299333" y="350834"/>
                </a:lnTo>
                <a:lnTo>
                  <a:pt x="314716" y="361998"/>
                </a:lnTo>
                <a:lnTo>
                  <a:pt x="330146" y="373104"/>
                </a:lnTo>
                <a:lnTo>
                  <a:pt x="345615" y="384143"/>
                </a:lnTo>
                <a:lnTo>
                  <a:pt x="361131" y="395126"/>
                </a:lnTo>
                <a:lnTo>
                  <a:pt x="376695" y="406051"/>
                </a:lnTo>
                <a:lnTo>
                  <a:pt x="392297" y="416900"/>
                </a:lnTo>
                <a:lnTo>
                  <a:pt x="407946" y="427692"/>
                </a:lnTo>
                <a:lnTo>
                  <a:pt x="423634" y="438417"/>
                </a:lnTo>
                <a:lnTo>
                  <a:pt x="439379" y="449075"/>
                </a:lnTo>
                <a:lnTo>
                  <a:pt x="455162" y="459667"/>
                </a:lnTo>
                <a:lnTo>
                  <a:pt x="470992" y="470183"/>
                </a:lnTo>
                <a:lnTo>
                  <a:pt x="486870" y="480632"/>
                </a:lnTo>
                <a:lnTo>
                  <a:pt x="502796" y="491014"/>
                </a:lnTo>
                <a:lnTo>
                  <a:pt x="518770" y="501310"/>
                </a:lnTo>
                <a:lnTo>
                  <a:pt x="534800" y="511540"/>
                </a:lnTo>
                <a:lnTo>
                  <a:pt x="550869" y="521684"/>
                </a:lnTo>
                <a:lnTo>
                  <a:pt x="566995" y="531752"/>
                </a:lnTo>
                <a:lnTo>
                  <a:pt x="583168" y="541744"/>
                </a:lnTo>
                <a:lnTo>
                  <a:pt x="599389" y="551650"/>
                </a:lnTo>
                <a:lnTo>
                  <a:pt x="615658" y="561470"/>
                </a:lnTo>
                <a:lnTo>
                  <a:pt x="631984" y="571214"/>
                </a:lnTo>
                <a:lnTo>
                  <a:pt x="648357" y="580863"/>
                </a:lnTo>
                <a:lnTo>
                  <a:pt x="664788" y="590426"/>
                </a:lnTo>
                <a:lnTo>
                  <a:pt x="681266" y="599904"/>
                </a:lnTo>
                <a:lnTo>
                  <a:pt x="697802" y="609276"/>
                </a:lnTo>
                <a:lnTo>
                  <a:pt x="714385" y="618563"/>
                </a:lnTo>
                <a:lnTo>
                  <a:pt x="731025" y="627755"/>
                </a:lnTo>
                <a:lnTo>
                  <a:pt x="747722" y="636842"/>
                </a:lnTo>
                <a:lnTo>
                  <a:pt x="764467" y="645824"/>
                </a:lnTo>
                <a:lnTo>
                  <a:pt x="781269" y="654710"/>
                </a:lnTo>
                <a:lnTo>
                  <a:pt x="798138" y="663492"/>
                </a:lnTo>
                <a:lnTo>
                  <a:pt x="815045" y="672160"/>
                </a:lnTo>
                <a:lnTo>
                  <a:pt x="832018" y="680723"/>
                </a:lnTo>
                <a:lnTo>
                  <a:pt x="849049" y="689172"/>
                </a:lnTo>
                <a:lnTo>
                  <a:pt x="866127" y="697506"/>
                </a:lnTo>
                <a:lnTo>
                  <a:pt x="883272" y="705717"/>
                </a:lnTo>
                <a:lnTo>
                  <a:pt x="900474" y="713813"/>
                </a:lnTo>
                <a:lnTo>
                  <a:pt x="917724" y="721785"/>
                </a:lnTo>
                <a:lnTo>
                  <a:pt x="935041" y="729634"/>
                </a:lnTo>
                <a:lnTo>
                  <a:pt x="952414" y="737349"/>
                </a:lnTo>
                <a:lnTo>
                  <a:pt x="969845" y="744931"/>
                </a:lnTo>
                <a:lnTo>
                  <a:pt x="987333" y="752380"/>
                </a:lnTo>
                <a:lnTo>
                  <a:pt x="1004878" y="759695"/>
                </a:lnTo>
                <a:lnTo>
                  <a:pt x="1022480" y="766858"/>
                </a:lnTo>
                <a:lnTo>
                  <a:pt x="1040140" y="773887"/>
                </a:lnTo>
                <a:lnTo>
                  <a:pt x="1057866" y="780764"/>
                </a:lnTo>
                <a:lnTo>
                  <a:pt x="1075639" y="787489"/>
                </a:lnTo>
                <a:lnTo>
                  <a:pt x="1093480" y="794061"/>
                </a:lnTo>
                <a:lnTo>
                  <a:pt x="1107605" y="802129"/>
                </a:lnTo>
                <a:lnTo>
                  <a:pt x="1100185" y="819626"/>
                </a:lnTo>
                <a:lnTo>
                  <a:pt x="1092775" y="837133"/>
                </a:lnTo>
                <a:lnTo>
                  <a:pt x="1085355" y="854631"/>
                </a:lnTo>
                <a:lnTo>
                  <a:pt x="1077935" y="872128"/>
                </a:lnTo>
                <a:lnTo>
                  <a:pt x="1074182" y="886568"/>
                </a:lnTo>
                <a:lnTo>
                  <a:pt x="1092727" y="882396"/>
                </a:lnTo>
                <a:lnTo>
                  <a:pt x="1111272" y="878224"/>
                </a:lnTo>
                <a:lnTo>
                  <a:pt x="1129817" y="874052"/>
                </a:lnTo>
                <a:lnTo>
                  <a:pt x="1148363" y="869871"/>
                </a:lnTo>
                <a:lnTo>
                  <a:pt x="1166908" y="865699"/>
                </a:lnTo>
                <a:lnTo>
                  <a:pt x="1185443" y="861527"/>
                </a:lnTo>
                <a:lnTo>
                  <a:pt x="1203989" y="857355"/>
                </a:lnTo>
                <a:lnTo>
                  <a:pt x="1222534" y="853183"/>
                </a:lnTo>
                <a:lnTo>
                  <a:pt x="1241079" y="849001"/>
                </a:lnTo>
                <a:lnTo>
                  <a:pt x="1259624" y="844829"/>
                </a:lnTo>
                <a:lnTo>
                  <a:pt x="1278169" y="840657"/>
                </a:lnTo>
                <a:lnTo>
                  <a:pt x="1296714" y="836485"/>
                </a:lnTo>
                <a:lnTo>
                  <a:pt x="1315260" y="832304"/>
                </a:lnTo>
                <a:lnTo>
                  <a:pt x="1333805" y="828132"/>
                </a:lnTo>
                <a:lnTo>
                  <a:pt x="1352350" y="823960"/>
                </a:lnTo>
                <a:lnTo>
                  <a:pt x="1366066" y="817817"/>
                </a:lnTo>
                <a:lnTo>
                  <a:pt x="1355731" y="801862"/>
                </a:lnTo>
                <a:lnTo>
                  <a:pt x="1345397" y="785908"/>
                </a:lnTo>
                <a:lnTo>
                  <a:pt x="1335072" y="769953"/>
                </a:lnTo>
                <a:lnTo>
                  <a:pt x="1324737" y="753999"/>
                </a:lnTo>
                <a:lnTo>
                  <a:pt x="1314402" y="738035"/>
                </a:lnTo>
                <a:lnTo>
                  <a:pt x="1304077" y="722081"/>
                </a:lnTo>
                <a:lnTo>
                  <a:pt x="1293743" y="706126"/>
                </a:lnTo>
                <a:lnTo>
                  <a:pt x="1283408" y="690172"/>
                </a:lnTo>
                <a:lnTo>
                  <a:pt x="1273083" y="674218"/>
                </a:lnTo>
                <a:lnTo>
                  <a:pt x="1262748" y="658263"/>
                </a:lnTo>
                <a:lnTo>
                  <a:pt x="1252414" y="642309"/>
                </a:lnTo>
                <a:lnTo>
                  <a:pt x="1242089" y="626354"/>
                </a:lnTo>
                <a:lnTo>
                  <a:pt x="1231754" y="610391"/>
                </a:lnTo>
                <a:lnTo>
                  <a:pt x="1221419" y="594436"/>
                </a:lnTo>
                <a:lnTo>
                  <a:pt x="1211094" y="578482"/>
                </a:lnTo>
                <a:lnTo>
                  <a:pt x="1202379" y="582101"/>
                </a:lnTo>
                <a:lnTo>
                  <a:pt x="1194797" y="599532"/>
                </a:lnTo>
                <a:lnTo>
                  <a:pt x="1187215" y="616963"/>
                </a:lnTo>
                <a:lnTo>
                  <a:pt x="1179633" y="634394"/>
                </a:lnTo>
                <a:lnTo>
                  <a:pt x="1172061" y="651824"/>
                </a:lnTo>
                <a:lnTo>
                  <a:pt x="1158688" y="655977"/>
                </a:lnTo>
                <a:lnTo>
                  <a:pt x="1140809" y="649538"/>
                </a:lnTo>
                <a:lnTo>
                  <a:pt x="1122988" y="642928"/>
                </a:lnTo>
                <a:lnTo>
                  <a:pt x="1105224" y="636156"/>
                </a:lnTo>
                <a:lnTo>
                  <a:pt x="1087526" y="629231"/>
                </a:lnTo>
                <a:lnTo>
                  <a:pt x="1069886" y="622144"/>
                </a:lnTo>
                <a:lnTo>
                  <a:pt x="1052303" y="614915"/>
                </a:lnTo>
                <a:lnTo>
                  <a:pt x="1034786" y="607533"/>
                </a:lnTo>
                <a:lnTo>
                  <a:pt x="1017337" y="600008"/>
                </a:lnTo>
                <a:lnTo>
                  <a:pt x="999944" y="592341"/>
                </a:lnTo>
                <a:lnTo>
                  <a:pt x="982609" y="584540"/>
                </a:lnTo>
                <a:lnTo>
                  <a:pt x="965340" y="576605"/>
                </a:lnTo>
                <a:lnTo>
                  <a:pt x="948128" y="568538"/>
                </a:lnTo>
                <a:lnTo>
                  <a:pt x="930974" y="560337"/>
                </a:lnTo>
                <a:lnTo>
                  <a:pt x="913886" y="552021"/>
                </a:lnTo>
                <a:lnTo>
                  <a:pt x="896855" y="543582"/>
                </a:lnTo>
                <a:lnTo>
                  <a:pt x="879881" y="535019"/>
                </a:lnTo>
                <a:lnTo>
                  <a:pt x="862965" y="526342"/>
                </a:lnTo>
                <a:lnTo>
                  <a:pt x="846115" y="517550"/>
                </a:lnTo>
                <a:lnTo>
                  <a:pt x="829323" y="508645"/>
                </a:lnTo>
                <a:lnTo>
                  <a:pt x="812587" y="499634"/>
                </a:lnTo>
                <a:lnTo>
                  <a:pt x="795909" y="490518"/>
                </a:lnTo>
                <a:lnTo>
                  <a:pt x="779288" y="481298"/>
                </a:lnTo>
                <a:lnTo>
                  <a:pt x="762724" y="471973"/>
                </a:lnTo>
                <a:lnTo>
                  <a:pt x="746217" y="462544"/>
                </a:lnTo>
                <a:lnTo>
                  <a:pt x="729767" y="453028"/>
                </a:lnTo>
                <a:lnTo>
                  <a:pt x="713365" y="443408"/>
                </a:lnTo>
                <a:lnTo>
                  <a:pt x="697030" y="433702"/>
                </a:lnTo>
                <a:lnTo>
                  <a:pt x="680742" y="423901"/>
                </a:lnTo>
                <a:lnTo>
                  <a:pt x="664502" y="414014"/>
                </a:lnTo>
                <a:lnTo>
                  <a:pt x="648329" y="404031"/>
                </a:lnTo>
                <a:lnTo>
                  <a:pt x="632203" y="393973"/>
                </a:lnTo>
                <a:lnTo>
                  <a:pt x="616125" y="383819"/>
                </a:lnTo>
                <a:lnTo>
                  <a:pt x="600104" y="373590"/>
                </a:lnTo>
                <a:lnTo>
                  <a:pt x="584140" y="363284"/>
                </a:lnTo>
                <a:lnTo>
                  <a:pt x="568223" y="352892"/>
                </a:lnTo>
                <a:lnTo>
                  <a:pt x="552355" y="342424"/>
                </a:lnTo>
                <a:lnTo>
                  <a:pt x="536534" y="331889"/>
                </a:lnTo>
                <a:lnTo>
                  <a:pt x="520770" y="321269"/>
                </a:lnTo>
                <a:lnTo>
                  <a:pt x="505044" y="310582"/>
                </a:lnTo>
                <a:lnTo>
                  <a:pt x="489375" y="299818"/>
                </a:lnTo>
                <a:lnTo>
                  <a:pt x="473754" y="288989"/>
                </a:lnTo>
                <a:lnTo>
                  <a:pt x="458181" y="278092"/>
                </a:lnTo>
                <a:lnTo>
                  <a:pt x="442655" y="267129"/>
                </a:lnTo>
                <a:lnTo>
                  <a:pt x="427177" y="256099"/>
                </a:lnTo>
                <a:lnTo>
                  <a:pt x="411737" y="245002"/>
                </a:lnTo>
                <a:lnTo>
                  <a:pt x="396354" y="233848"/>
                </a:lnTo>
                <a:lnTo>
                  <a:pt x="381010" y="222628"/>
                </a:lnTo>
                <a:lnTo>
                  <a:pt x="365712" y="211341"/>
                </a:lnTo>
                <a:lnTo>
                  <a:pt x="350463" y="199996"/>
                </a:lnTo>
                <a:lnTo>
                  <a:pt x="335261" y="188595"/>
                </a:lnTo>
                <a:lnTo>
                  <a:pt x="320088" y="177127"/>
                </a:lnTo>
                <a:lnTo>
                  <a:pt x="304971" y="165611"/>
                </a:lnTo>
                <a:lnTo>
                  <a:pt x="289893" y="154038"/>
                </a:lnTo>
                <a:lnTo>
                  <a:pt x="274853" y="142418"/>
                </a:lnTo>
                <a:lnTo>
                  <a:pt x="259852" y="130740"/>
                </a:lnTo>
                <a:lnTo>
                  <a:pt x="244897" y="119005"/>
                </a:lnTo>
                <a:lnTo>
                  <a:pt x="229991" y="107213"/>
                </a:lnTo>
                <a:lnTo>
                  <a:pt x="215113" y="95374"/>
                </a:lnTo>
                <a:lnTo>
                  <a:pt x="200282" y="83487"/>
                </a:lnTo>
                <a:lnTo>
                  <a:pt x="185490" y="71561"/>
                </a:lnTo>
                <a:lnTo>
                  <a:pt x="170726" y="59579"/>
                </a:lnTo>
                <a:lnTo>
                  <a:pt x="156020" y="47539"/>
                </a:lnTo>
                <a:lnTo>
                  <a:pt x="141341" y="35452"/>
                </a:lnTo>
                <a:lnTo>
                  <a:pt x="126711" y="23327"/>
                </a:lnTo>
                <a:lnTo>
                  <a:pt x="112109" y="11163"/>
                </a:lnTo>
                <a:lnTo>
                  <a:pt x="97631" y="0"/>
                </a:lnTo>
                <a:lnTo>
                  <a:pt x="85430" y="14573"/>
                </a:lnTo>
                <a:lnTo>
                  <a:pt x="73219" y="29147"/>
                </a:lnTo>
                <a:lnTo>
                  <a:pt x="61017" y="43720"/>
                </a:lnTo>
                <a:lnTo>
                  <a:pt x="48816" y="58293"/>
                </a:lnTo>
                <a:lnTo>
                  <a:pt x="36614" y="72866"/>
                </a:lnTo>
                <a:lnTo>
                  <a:pt x="24403" y="87440"/>
                </a:lnTo>
                <a:lnTo>
                  <a:pt x="12202" y="102013"/>
                </a:lnTo>
                <a:lnTo>
                  <a:pt x="0" y="116586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radial-outward-spoke-4">
            <a:extLst xmlns:a="http://schemas.openxmlformats.org/drawingml/2006/main">
              <a:ext uri="{FF2B5EF4-FFF2-40B4-BE49-F238E27FC236}">
                <a16:creationId xmlns:a16="http://schemas.microsoft.com/office/drawing/2014/main" id="{331C953E-2DD7-43E3-8047-41D57E79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568" y="4712970"/>
            <a:ext cx="339290" cy="505854"/>
          </a:xfrm>
          <a:custGeom xmlns:a="http://schemas.openxmlformats.org/drawingml/2006/main">
            <a:pathLst>
              <a:path w="339290" h="505854">
                <a:moveTo>
                  <a:pt x="104184" y="0"/>
                </a:moveTo>
                <a:lnTo>
                  <a:pt x="101422" y="18774"/>
                </a:lnTo>
                <a:lnTo>
                  <a:pt x="98812" y="37576"/>
                </a:lnTo>
                <a:lnTo>
                  <a:pt x="96355" y="56388"/>
                </a:lnTo>
                <a:lnTo>
                  <a:pt x="94059" y="75228"/>
                </a:lnTo>
                <a:lnTo>
                  <a:pt x="91926" y="94088"/>
                </a:lnTo>
                <a:lnTo>
                  <a:pt x="89973" y="112967"/>
                </a:lnTo>
                <a:lnTo>
                  <a:pt x="88202" y="131855"/>
                </a:lnTo>
                <a:lnTo>
                  <a:pt x="86620" y="150771"/>
                </a:lnTo>
                <a:lnTo>
                  <a:pt x="85230" y="169697"/>
                </a:lnTo>
                <a:lnTo>
                  <a:pt x="84058" y="188633"/>
                </a:lnTo>
                <a:lnTo>
                  <a:pt x="83096" y="207588"/>
                </a:lnTo>
                <a:lnTo>
                  <a:pt x="82372" y="226552"/>
                </a:lnTo>
                <a:lnTo>
                  <a:pt x="81877" y="245526"/>
                </a:lnTo>
                <a:lnTo>
                  <a:pt x="81648" y="264500"/>
                </a:lnTo>
                <a:lnTo>
                  <a:pt x="81686" y="283474"/>
                </a:lnTo>
                <a:lnTo>
                  <a:pt x="82001" y="302447"/>
                </a:lnTo>
                <a:lnTo>
                  <a:pt x="82620" y="321412"/>
                </a:lnTo>
                <a:lnTo>
                  <a:pt x="83553" y="340366"/>
                </a:lnTo>
                <a:lnTo>
                  <a:pt x="84811" y="359302"/>
                </a:lnTo>
                <a:lnTo>
                  <a:pt x="86430" y="378209"/>
                </a:lnTo>
                <a:lnTo>
                  <a:pt x="88421" y="397088"/>
                </a:lnTo>
                <a:lnTo>
                  <a:pt x="90802" y="415909"/>
                </a:lnTo>
                <a:lnTo>
                  <a:pt x="93602" y="434683"/>
                </a:lnTo>
                <a:lnTo>
                  <a:pt x="75457" y="437302"/>
                </a:lnTo>
                <a:lnTo>
                  <a:pt x="56588" y="439379"/>
                </a:lnTo>
                <a:lnTo>
                  <a:pt x="37729" y="441446"/>
                </a:lnTo>
                <a:lnTo>
                  <a:pt x="18860" y="443522"/>
                </a:lnTo>
                <a:lnTo>
                  <a:pt x="0" y="445599"/>
                </a:lnTo>
                <a:lnTo>
                  <a:pt x="14964" y="451333"/>
                </a:lnTo>
                <a:lnTo>
                  <a:pt x="32947" y="457391"/>
                </a:lnTo>
                <a:lnTo>
                  <a:pt x="50930" y="463448"/>
                </a:lnTo>
                <a:lnTo>
                  <a:pt x="68913" y="469506"/>
                </a:lnTo>
                <a:lnTo>
                  <a:pt x="86897" y="475564"/>
                </a:lnTo>
                <a:lnTo>
                  <a:pt x="104880" y="481622"/>
                </a:lnTo>
                <a:lnTo>
                  <a:pt x="122873" y="487680"/>
                </a:lnTo>
                <a:lnTo>
                  <a:pt x="140856" y="493738"/>
                </a:lnTo>
                <a:lnTo>
                  <a:pt x="158839" y="499796"/>
                </a:lnTo>
                <a:lnTo>
                  <a:pt x="176822" y="505854"/>
                </a:lnTo>
                <a:lnTo>
                  <a:pt x="193300" y="498310"/>
                </a:lnTo>
                <a:lnTo>
                  <a:pt x="209521" y="488461"/>
                </a:lnTo>
                <a:lnTo>
                  <a:pt x="225743" y="478612"/>
                </a:lnTo>
                <a:lnTo>
                  <a:pt x="241964" y="468763"/>
                </a:lnTo>
                <a:lnTo>
                  <a:pt x="258185" y="458915"/>
                </a:lnTo>
                <a:lnTo>
                  <a:pt x="274406" y="449066"/>
                </a:lnTo>
                <a:lnTo>
                  <a:pt x="290627" y="439217"/>
                </a:lnTo>
                <a:lnTo>
                  <a:pt x="306848" y="429368"/>
                </a:lnTo>
                <a:lnTo>
                  <a:pt x="323069" y="419519"/>
                </a:lnTo>
                <a:lnTo>
                  <a:pt x="339290" y="409670"/>
                </a:lnTo>
                <a:lnTo>
                  <a:pt x="320745" y="411461"/>
                </a:lnTo>
                <a:lnTo>
                  <a:pt x="301866" y="413375"/>
                </a:lnTo>
                <a:lnTo>
                  <a:pt x="282978" y="415280"/>
                </a:lnTo>
                <a:lnTo>
                  <a:pt x="264100" y="417185"/>
                </a:lnTo>
                <a:lnTo>
                  <a:pt x="245221" y="419090"/>
                </a:lnTo>
                <a:lnTo>
                  <a:pt x="242192" y="400431"/>
                </a:lnTo>
                <a:lnTo>
                  <a:pt x="239697" y="381619"/>
                </a:lnTo>
                <a:lnTo>
                  <a:pt x="237658" y="362750"/>
                </a:lnTo>
                <a:lnTo>
                  <a:pt x="236049" y="343843"/>
                </a:lnTo>
                <a:lnTo>
                  <a:pt x="234839" y="324898"/>
                </a:lnTo>
                <a:lnTo>
                  <a:pt x="234001" y="305943"/>
                </a:lnTo>
                <a:lnTo>
                  <a:pt x="233524" y="286969"/>
                </a:lnTo>
                <a:lnTo>
                  <a:pt x="233372" y="267995"/>
                </a:lnTo>
                <a:lnTo>
                  <a:pt x="233543" y="249022"/>
                </a:lnTo>
                <a:lnTo>
                  <a:pt x="234001" y="230048"/>
                </a:lnTo>
                <a:lnTo>
                  <a:pt x="234744" y="211084"/>
                </a:lnTo>
                <a:lnTo>
                  <a:pt x="235753" y="192138"/>
                </a:lnTo>
                <a:lnTo>
                  <a:pt x="237011" y="173203"/>
                </a:lnTo>
                <a:lnTo>
                  <a:pt x="238506" y="154276"/>
                </a:lnTo>
                <a:lnTo>
                  <a:pt x="240230" y="135379"/>
                </a:lnTo>
                <a:lnTo>
                  <a:pt x="242164" y="116500"/>
                </a:lnTo>
                <a:lnTo>
                  <a:pt x="244316" y="97650"/>
                </a:lnTo>
                <a:lnTo>
                  <a:pt x="246650" y="78819"/>
                </a:lnTo>
                <a:lnTo>
                  <a:pt x="249174" y="60008"/>
                </a:lnTo>
                <a:lnTo>
                  <a:pt x="251870" y="41224"/>
                </a:lnTo>
                <a:lnTo>
                  <a:pt x="254279" y="22803"/>
                </a:lnTo>
                <a:lnTo>
                  <a:pt x="235515" y="19945"/>
                </a:lnTo>
                <a:lnTo>
                  <a:pt x="216751" y="17097"/>
                </a:lnTo>
                <a:lnTo>
                  <a:pt x="197987" y="14249"/>
                </a:lnTo>
                <a:lnTo>
                  <a:pt x="179232" y="11401"/>
                </a:lnTo>
                <a:lnTo>
                  <a:pt x="160468" y="8553"/>
                </a:lnTo>
                <a:lnTo>
                  <a:pt x="141703" y="5696"/>
                </a:lnTo>
                <a:lnTo>
                  <a:pt x="122939" y="2848"/>
                </a:lnTo>
                <a:lnTo>
                  <a:pt x="104184" y="0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radial-outward-spoke-5">
            <a:extLst xmlns:a="http://schemas.openxmlformats.org/drawingml/2006/main">
              <a:ext uri="{FF2B5EF4-FFF2-40B4-BE49-F238E27FC236}">
                <a16:creationId xmlns:a16="http://schemas.microsoft.com/office/drawing/2014/main" id="{1015C8B9-CDDB-4747-8E90-17EAF7D4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0045" y="4337685"/>
            <a:ext cx="1342473" cy="833304"/>
          </a:xfrm>
          <a:custGeom xmlns:a="http://schemas.openxmlformats.org/drawingml/2006/main">
            <a:pathLst>
              <a:path w="1342473" h="833304">
                <a:moveTo>
                  <a:pt x="1290133" y="0"/>
                </a:moveTo>
                <a:lnTo>
                  <a:pt x="1272292" y="6563"/>
                </a:lnTo>
                <a:lnTo>
                  <a:pt x="1254481" y="13183"/>
                </a:lnTo>
                <a:lnTo>
                  <a:pt x="1236688" y="19850"/>
                </a:lnTo>
                <a:lnTo>
                  <a:pt x="1218905" y="26575"/>
                </a:lnTo>
                <a:lnTo>
                  <a:pt x="1201150" y="33357"/>
                </a:lnTo>
                <a:lnTo>
                  <a:pt x="1183415" y="40186"/>
                </a:lnTo>
                <a:lnTo>
                  <a:pt x="1165708" y="47063"/>
                </a:lnTo>
                <a:lnTo>
                  <a:pt x="1148010" y="54016"/>
                </a:lnTo>
                <a:lnTo>
                  <a:pt x="1130341" y="61008"/>
                </a:lnTo>
                <a:lnTo>
                  <a:pt x="1112701" y="68066"/>
                </a:lnTo>
                <a:lnTo>
                  <a:pt x="1095070" y="75181"/>
                </a:lnTo>
                <a:lnTo>
                  <a:pt x="1077478" y="82353"/>
                </a:lnTo>
                <a:lnTo>
                  <a:pt x="1059904" y="89583"/>
                </a:lnTo>
                <a:lnTo>
                  <a:pt x="1042349" y="96879"/>
                </a:lnTo>
                <a:lnTo>
                  <a:pt x="1024823" y="104232"/>
                </a:lnTo>
                <a:lnTo>
                  <a:pt x="1007326" y="111652"/>
                </a:lnTo>
                <a:lnTo>
                  <a:pt x="989857" y="119129"/>
                </a:lnTo>
                <a:lnTo>
                  <a:pt x="972407" y="126673"/>
                </a:lnTo>
                <a:lnTo>
                  <a:pt x="954996" y="134274"/>
                </a:lnTo>
                <a:lnTo>
                  <a:pt x="937612" y="141951"/>
                </a:lnTo>
                <a:lnTo>
                  <a:pt x="920248" y="149685"/>
                </a:lnTo>
                <a:lnTo>
                  <a:pt x="902922" y="157496"/>
                </a:lnTo>
                <a:lnTo>
                  <a:pt x="885625" y="165364"/>
                </a:lnTo>
                <a:lnTo>
                  <a:pt x="868356" y="173307"/>
                </a:lnTo>
                <a:lnTo>
                  <a:pt x="851125" y="181318"/>
                </a:lnTo>
                <a:lnTo>
                  <a:pt x="833923" y="189405"/>
                </a:lnTo>
                <a:lnTo>
                  <a:pt x="816759" y="197558"/>
                </a:lnTo>
                <a:lnTo>
                  <a:pt x="799624" y="205788"/>
                </a:lnTo>
                <a:lnTo>
                  <a:pt x="782526" y="214084"/>
                </a:lnTo>
                <a:lnTo>
                  <a:pt x="765467" y="222456"/>
                </a:lnTo>
                <a:lnTo>
                  <a:pt x="748446" y="230915"/>
                </a:lnTo>
                <a:lnTo>
                  <a:pt x="731463" y="239439"/>
                </a:lnTo>
                <a:lnTo>
                  <a:pt x="714518" y="248050"/>
                </a:lnTo>
                <a:lnTo>
                  <a:pt x="697611" y="256727"/>
                </a:lnTo>
                <a:lnTo>
                  <a:pt x="680752" y="265490"/>
                </a:lnTo>
                <a:lnTo>
                  <a:pt x="663931" y="274339"/>
                </a:lnTo>
                <a:lnTo>
                  <a:pt x="647157" y="283274"/>
                </a:lnTo>
                <a:lnTo>
                  <a:pt x="630422" y="292284"/>
                </a:lnTo>
                <a:lnTo>
                  <a:pt x="613734" y="301381"/>
                </a:lnTo>
                <a:lnTo>
                  <a:pt x="597103" y="310563"/>
                </a:lnTo>
                <a:lnTo>
                  <a:pt x="580511" y="319840"/>
                </a:lnTo>
                <a:lnTo>
                  <a:pt x="563966" y="329194"/>
                </a:lnTo>
                <a:lnTo>
                  <a:pt x="547478" y="338652"/>
                </a:lnTo>
                <a:lnTo>
                  <a:pt x="531047" y="348186"/>
                </a:lnTo>
                <a:lnTo>
                  <a:pt x="514664" y="357826"/>
                </a:lnTo>
                <a:lnTo>
                  <a:pt x="498338" y="367551"/>
                </a:lnTo>
                <a:lnTo>
                  <a:pt x="482070" y="377371"/>
                </a:lnTo>
                <a:lnTo>
                  <a:pt x="465858" y="387296"/>
                </a:lnTo>
                <a:lnTo>
                  <a:pt x="449704" y="397316"/>
                </a:lnTo>
                <a:lnTo>
                  <a:pt x="433616" y="407432"/>
                </a:lnTo>
                <a:lnTo>
                  <a:pt x="417595" y="417652"/>
                </a:lnTo>
                <a:lnTo>
                  <a:pt x="401631" y="427968"/>
                </a:lnTo>
                <a:lnTo>
                  <a:pt x="385743" y="438398"/>
                </a:lnTo>
                <a:lnTo>
                  <a:pt x="369922" y="448923"/>
                </a:lnTo>
                <a:lnTo>
                  <a:pt x="354178" y="459562"/>
                </a:lnTo>
                <a:lnTo>
                  <a:pt x="338499" y="470306"/>
                </a:lnTo>
                <a:lnTo>
                  <a:pt x="322898" y="481165"/>
                </a:lnTo>
                <a:lnTo>
                  <a:pt x="307381" y="492128"/>
                </a:lnTo>
                <a:lnTo>
                  <a:pt x="291941" y="503215"/>
                </a:lnTo>
                <a:lnTo>
                  <a:pt x="276587" y="514407"/>
                </a:lnTo>
                <a:lnTo>
                  <a:pt x="261309" y="525723"/>
                </a:lnTo>
                <a:lnTo>
                  <a:pt x="246126" y="537153"/>
                </a:lnTo>
                <a:lnTo>
                  <a:pt x="231038" y="548697"/>
                </a:lnTo>
                <a:lnTo>
                  <a:pt x="216037" y="560375"/>
                </a:lnTo>
                <a:lnTo>
                  <a:pt x="201130" y="572167"/>
                </a:lnTo>
                <a:lnTo>
                  <a:pt x="186328" y="584083"/>
                </a:lnTo>
                <a:lnTo>
                  <a:pt x="171631" y="596132"/>
                </a:lnTo>
                <a:lnTo>
                  <a:pt x="157029" y="608305"/>
                </a:lnTo>
                <a:lnTo>
                  <a:pt x="142923" y="617296"/>
                </a:lnTo>
                <a:lnTo>
                  <a:pt x="131645" y="601999"/>
                </a:lnTo>
                <a:lnTo>
                  <a:pt x="120367" y="586702"/>
                </a:lnTo>
                <a:lnTo>
                  <a:pt x="109080" y="571414"/>
                </a:lnTo>
                <a:lnTo>
                  <a:pt x="97803" y="556117"/>
                </a:lnTo>
                <a:lnTo>
                  <a:pt x="87297" y="545421"/>
                </a:lnTo>
                <a:lnTo>
                  <a:pt x="81648" y="563566"/>
                </a:lnTo>
                <a:lnTo>
                  <a:pt x="75990" y="581711"/>
                </a:lnTo>
                <a:lnTo>
                  <a:pt x="70342" y="599856"/>
                </a:lnTo>
                <a:lnTo>
                  <a:pt x="64694" y="618001"/>
                </a:lnTo>
                <a:lnTo>
                  <a:pt x="59036" y="636146"/>
                </a:lnTo>
                <a:lnTo>
                  <a:pt x="53388" y="654291"/>
                </a:lnTo>
                <a:lnTo>
                  <a:pt x="47739" y="672436"/>
                </a:lnTo>
                <a:lnTo>
                  <a:pt x="42081" y="690582"/>
                </a:lnTo>
                <a:lnTo>
                  <a:pt x="36433" y="708727"/>
                </a:lnTo>
                <a:lnTo>
                  <a:pt x="30785" y="726872"/>
                </a:lnTo>
                <a:lnTo>
                  <a:pt x="25127" y="745017"/>
                </a:lnTo>
                <a:lnTo>
                  <a:pt x="19479" y="763162"/>
                </a:lnTo>
                <a:lnTo>
                  <a:pt x="13830" y="781307"/>
                </a:lnTo>
                <a:lnTo>
                  <a:pt x="8172" y="799452"/>
                </a:lnTo>
                <a:lnTo>
                  <a:pt x="2524" y="817597"/>
                </a:lnTo>
                <a:lnTo>
                  <a:pt x="0" y="833304"/>
                </a:lnTo>
                <a:lnTo>
                  <a:pt x="18974" y="832266"/>
                </a:lnTo>
                <a:lnTo>
                  <a:pt x="37957" y="831228"/>
                </a:lnTo>
                <a:lnTo>
                  <a:pt x="56931" y="830180"/>
                </a:lnTo>
                <a:lnTo>
                  <a:pt x="75905" y="829142"/>
                </a:lnTo>
                <a:lnTo>
                  <a:pt x="94879" y="828104"/>
                </a:lnTo>
                <a:lnTo>
                  <a:pt x="113862" y="827065"/>
                </a:lnTo>
                <a:lnTo>
                  <a:pt x="132836" y="826018"/>
                </a:lnTo>
                <a:lnTo>
                  <a:pt x="151809" y="824979"/>
                </a:lnTo>
                <a:lnTo>
                  <a:pt x="170783" y="823941"/>
                </a:lnTo>
                <a:lnTo>
                  <a:pt x="189767" y="822903"/>
                </a:lnTo>
                <a:lnTo>
                  <a:pt x="208740" y="821855"/>
                </a:lnTo>
                <a:lnTo>
                  <a:pt x="227714" y="820817"/>
                </a:lnTo>
                <a:lnTo>
                  <a:pt x="246698" y="819779"/>
                </a:lnTo>
                <a:lnTo>
                  <a:pt x="265671" y="818740"/>
                </a:lnTo>
                <a:lnTo>
                  <a:pt x="284645" y="817693"/>
                </a:lnTo>
                <a:lnTo>
                  <a:pt x="286398" y="808625"/>
                </a:lnTo>
                <a:lnTo>
                  <a:pt x="274996" y="793423"/>
                </a:lnTo>
                <a:lnTo>
                  <a:pt x="263595" y="778221"/>
                </a:lnTo>
                <a:lnTo>
                  <a:pt x="252193" y="763010"/>
                </a:lnTo>
                <a:lnTo>
                  <a:pt x="240782" y="747808"/>
                </a:lnTo>
                <a:lnTo>
                  <a:pt x="243726" y="734177"/>
                </a:lnTo>
                <a:lnTo>
                  <a:pt x="258251" y="721919"/>
                </a:lnTo>
                <a:lnTo>
                  <a:pt x="272882" y="709793"/>
                </a:lnTo>
                <a:lnTo>
                  <a:pt x="287617" y="697802"/>
                </a:lnTo>
                <a:lnTo>
                  <a:pt x="302466" y="685933"/>
                </a:lnTo>
                <a:lnTo>
                  <a:pt x="317421" y="674199"/>
                </a:lnTo>
                <a:lnTo>
                  <a:pt x="332470" y="662597"/>
                </a:lnTo>
                <a:lnTo>
                  <a:pt x="347615" y="651119"/>
                </a:lnTo>
                <a:lnTo>
                  <a:pt x="362855" y="639766"/>
                </a:lnTo>
                <a:lnTo>
                  <a:pt x="378181" y="628526"/>
                </a:lnTo>
                <a:lnTo>
                  <a:pt x="393602" y="617410"/>
                </a:lnTo>
                <a:lnTo>
                  <a:pt x="409099" y="606419"/>
                </a:lnTo>
                <a:lnTo>
                  <a:pt x="424691" y="595551"/>
                </a:lnTo>
                <a:lnTo>
                  <a:pt x="440350" y="584787"/>
                </a:lnTo>
                <a:lnTo>
                  <a:pt x="456095" y="574138"/>
                </a:lnTo>
                <a:lnTo>
                  <a:pt x="471916" y="563604"/>
                </a:lnTo>
                <a:lnTo>
                  <a:pt x="487804" y="553183"/>
                </a:lnTo>
                <a:lnTo>
                  <a:pt x="503768" y="542868"/>
                </a:lnTo>
                <a:lnTo>
                  <a:pt x="519798" y="532657"/>
                </a:lnTo>
                <a:lnTo>
                  <a:pt x="535896" y="522561"/>
                </a:lnTo>
                <a:lnTo>
                  <a:pt x="552059" y="512559"/>
                </a:lnTo>
                <a:lnTo>
                  <a:pt x="568290" y="502663"/>
                </a:lnTo>
                <a:lnTo>
                  <a:pt x="584578" y="492871"/>
                </a:lnTo>
                <a:lnTo>
                  <a:pt x="600923" y="483184"/>
                </a:lnTo>
                <a:lnTo>
                  <a:pt x="617325" y="473583"/>
                </a:lnTo>
                <a:lnTo>
                  <a:pt x="633784" y="464087"/>
                </a:lnTo>
                <a:lnTo>
                  <a:pt x="650300" y="454685"/>
                </a:lnTo>
                <a:lnTo>
                  <a:pt x="666874" y="445370"/>
                </a:lnTo>
                <a:lnTo>
                  <a:pt x="683485" y="436150"/>
                </a:lnTo>
                <a:lnTo>
                  <a:pt x="700164" y="427025"/>
                </a:lnTo>
                <a:lnTo>
                  <a:pt x="716880" y="417995"/>
                </a:lnTo>
                <a:lnTo>
                  <a:pt x="733644" y="409042"/>
                </a:lnTo>
                <a:lnTo>
                  <a:pt x="750456" y="400183"/>
                </a:lnTo>
                <a:lnTo>
                  <a:pt x="767315" y="391411"/>
                </a:lnTo>
                <a:lnTo>
                  <a:pt x="784222" y="382715"/>
                </a:lnTo>
                <a:lnTo>
                  <a:pt x="801157" y="374113"/>
                </a:lnTo>
                <a:lnTo>
                  <a:pt x="818150" y="365589"/>
                </a:lnTo>
                <a:lnTo>
                  <a:pt x="835171" y="357140"/>
                </a:lnTo>
                <a:lnTo>
                  <a:pt x="852240" y="348777"/>
                </a:lnTo>
                <a:lnTo>
                  <a:pt x="869337" y="340490"/>
                </a:lnTo>
                <a:lnTo>
                  <a:pt x="886482" y="332280"/>
                </a:lnTo>
                <a:lnTo>
                  <a:pt x="903656" y="324145"/>
                </a:lnTo>
                <a:lnTo>
                  <a:pt x="920877" y="316097"/>
                </a:lnTo>
                <a:lnTo>
                  <a:pt x="938117" y="308105"/>
                </a:lnTo>
                <a:lnTo>
                  <a:pt x="955396" y="300199"/>
                </a:lnTo>
                <a:lnTo>
                  <a:pt x="972712" y="292360"/>
                </a:lnTo>
                <a:lnTo>
                  <a:pt x="990057" y="284597"/>
                </a:lnTo>
                <a:lnTo>
                  <a:pt x="1007440" y="276901"/>
                </a:lnTo>
                <a:lnTo>
                  <a:pt x="1024842" y="269272"/>
                </a:lnTo>
                <a:lnTo>
                  <a:pt x="1042283" y="261718"/>
                </a:lnTo>
                <a:lnTo>
                  <a:pt x="1059752" y="254222"/>
                </a:lnTo>
                <a:lnTo>
                  <a:pt x="1077239" y="246802"/>
                </a:lnTo>
                <a:lnTo>
                  <a:pt x="1094765" y="239439"/>
                </a:lnTo>
                <a:lnTo>
                  <a:pt x="1112310" y="232143"/>
                </a:lnTo>
                <a:lnTo>
                  <a:pt x="1129894" y="224914"/>
                </a:lnTo>
                <a:lnTo>
                  <a:pt x="1147486" y="217751"/>
                </a:lnTo>
                <a:lnTo>
                  <a:pt x="1165117" y="210645"/>
                </a:lnTo>
                <a:lnTo>
                  <a:pt x="1182767" y="203597"/>
                </a:lnTo>
                <a:lnTo>
                  <a:pt x="1200445" y="196615"/>
                </a:lnTo>
                <a:lnTo>
                  <a:pt x="1218143" y="189690"/>
                </a:lnTo>
                <a:lnTo>
                  <a:pt x="1235869" y="182823"/>
                </a:lnTo>
                <a:lnTo>
                  <a:pt x="1253604" y="176022"/>
                </a:lnTo>
                <a:lnTo>
                  <a:pt x="1271378" y="169269"/>
                </a:lnTo>
                <a:lnTo>
                  <a:pt x="1289161" y="162573"/>
                </a:lnTo>
                <a:lnTo>
                  <a:pt x="1306973" y="155943"/>
                </a:lnTo>
                <a:lnTo>
                  <a:pt x="1324804" y="149362"/>
                </a:lnTo>
                <a:lnTo>
                  <a:pt x="1342473" y="142742"/>
                </a:lnTo>
                <a:lnTo>
                  <a:pt x="1335929" y="124901"/>
                </a:lnTo>
                <a:lnTo>
                  <a:pt x="1329385" y="107061"/>
                </a:lnTo>
                <a:lnTo>
                  <a:pt x="1322842" y="89221"/>
                </a:lnTo>
                <a:lnTo>
                  <a:pt x="1316298" y="71371"/>
                </a:lnTo>
                <a:lnTo>
                  <a:pt x="1309754" y="53531"/>
                </a:lnTo>
                <a:lnTo>
                  <a:pt x="1303220" y="35690"/>
                </a:lnTo>
                <a:lnTo>
                  <a:pt x="1296676" y="17840"/>
                </a:lnTo>
                <a:lnTo>
                  <a:pt x="1290133" y="0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radial-outward-spoke-6">
            <a:extLst xmlns:a="http://schemas.openxmlformats.org/drawingml/2006/main">
              <a:ext uri="{FF2B5EF4-FFF2-40B4-BE49-F238E27FC236}">
                <a16:creationId xmlns:a16="http://schemas.microsoft.com/office/drawing/2014/main" id="{412D6A2E-BB12-48ED-A858-69F79BC1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9359" y="2611393"/>
            <a:ext cx="1366066" cy="886568"/>
          </a:xfrm>
          <a:custGeom xmlns:a="http://schemas.openxmlformats.org/drawingml/2006/main">
            <a:pathLst>
              <a:path w="1366066" h="886568">
                <a:moveTo>
                  <a:pt x="1366066" y="769982"/>
                </a:moveTo>
                <a:lnTo>
                  <a:pt x="1351445" y="757828"/>
                </a:lnTo>
                <a:lnTo>
                  <a:pt x="1336805" y="745712"/>
                </a:lnTo>
                <a:lnTo>
                  <a:pt x="1322118" y="733644"/>
                </a:lnTo>
                <a:lnTo>
                  <a:pt x="1307402" y="721614"/>
                </a:lnTo>
                <a:lnTo>
                  <a:pt x="1292647" y="709632"/>
                </a:lnTo>
                <a:lnTo>
                  <a:pt x="1277855" y="697697"/>
                </a:lnTo>
                <a:lnTo>
                  <a:pt x="1263025" y="685800"/>
                </a:lnTo>
                <a:lnTo>
                  <a:pt x="1248156" y="673951"/>
                </a:lnTo>
                <a:lnTo>
                  <a:pt x="1233259" y="662159"/>
                </a:lnTo>
                <a:lnTo>
                  <a:pt x="1218314" y="650405"/>
                </a:lnTo>
                <a:lnTo>
                  <a:pt x="1203331" y="638708"/>
                </a:lnTo>
                <a:lnTo>
                  <a:pt x="1188320" y="627050"/>
                </a:lnTo>
                <a:lnTo>
                  <a:pt x="1173261" y="615448"/>
                </a:lnTo>
                <a:lnTo>
                  <a:pt x="1158164" y="603904"/>
                </a:lnTo>
                <a:lnTo>
                  <a:pt x="1143029" y="592398"/>
                </a:lnTo>
                <a:lnTo>
                  <a:pt x="1127846" y="580958"/>
                </a:lnTo>
                <a:lnTo>
                  <a:pt x="1112625" y="569566"/>
                </a:lnTo>
                <a:lnTo>
                  <a:pt x="1097375" y="558232"/>
                </a:lnTo>
                <a:lnTo>
                  <a:pt x="1082069" y="546954"/>
                </a:lnTo>
                <a:lnTo>
                  <a:pt x="1066724" y="535734"/>
                </a:lnTo>
                <a:lnTo>
                  <a:pt x="1051341" y="524570"/>
                </a:lnTo>
                <a:lnTo>
                  <a:pt x="1035910" y="513464"/>
                </a:lnTo>
                <a:lnTo>
                  <a:pt x="1020442" y="502425"/>
                </a:lnTo>
                <a:lnTo>
                  <a:pt x="1004926" y="491442"/>
                </a:lnTo>
                <a:lnTo>
                  <a:pt x="989371" y="480517"/>
                </a:lnTo>
                <a:lnTo>
                  <a:pt x="973769" y="469668"/>
                </a:lnTo>
                <a:lnTo>
                  <a:pt x="958120" y="458876"/>
                </a:lnTo>
                <a:lnTo>
                  <a:pt x="942423" y="448151"/>
                </a:lnTo>
                <a:lnTo>
                  <a:pt x="926687" y="437493"/>
                </a:lnTo>
                <a:lnTo>
                  <a:pt x="910904" y="426901"/>
                </a:lnTo>
                <a:lnTo>
                  <a:pt x="895064" y="416385"/>
                </a:lnTo>
                <a:lnTo>
                  <a:pt x="879186" y="405936"/>
                </a:lnTo>
                <a:lnTo>
                  <a:pt x="863260" y="395564"/>
                </a:lnTo>
                <a:lnTo>
                  <a:pt x="847287" y="385258"/>
                </a:lnTo>
                <a:lnTo>
                  <a:pt x="831266" y="375037"/>
                </a:lnTo>
                <a:lnTo>
                  <a:pt x="815188" y="364884"/>
                </a:lnTo>
                <a:lnTo>
                  <a:pt x="799071" y="354816"/>
                </a:lnTo>
                <a:lnTo>
                  <a:pt x="782898" y="344824"/>
                </a:lnTo>
                <a:lnTo>
                  <a:pt x="766677" y="334918"/>
                </a:lnTo>
                <a:lnTo>
                  <a:pt x="750408" y="325098"/>
                </a:lnTo>
                <a:lnTo>
                  <a:pt x="734082" y="315354"/>
                </a:lnTo>
                <a:lnTo>
                  <a:pt x="717709" y="305705"/>
                </a:lnTo>
                <a:lnTo>
                  <a:pt x="701278" y="296142"/>
                </a:lnTo>
                <a:lnTo>
                  <a:pt x="684800" y="286674"/>
                </a:lnTo>
                <a:lnTo>
                  <a:pt x="668264" y="277292"/>
                </a:lnTo>
                <a:lnTo>
                  <a:pt x="651672" y="268005"/>
                </a:lnTo>
                <a:lnTo>
                  <a:pt x="635032" y="258823"/>
                </a:lnTo>
                <a:lnTo>
                  <a:pt x="618344" y="249726"/>
                </a:lnTo>
                <a:lnTo>
                  <a:pt x="601589" y="240744"/>
                </a:lnTo>
                <a:lnTo>
                  <a:pt x="584787" y="231858"/>
                </a:lnTo>
                <a:lnTo>
                  <a:pt x="567928" y="223076"/>
                </a:lnTo>
                <a:lnTo>
                  <a:pt x="551012" y="214408"/>
                </a:lnTo>
                <a:lnTo>
                  <a:pt x="534038" y="205845"/>
                </a:lnTo>
                <a:lnTo>
                  <a:pt x="517017" y="197396"/>
                </a:lnTo>
                <a:lnTo>
                  <a:pt x="499929" y="189062"/>
                </a:lnTo>
                <a:lnTo>
                  <a:pt x="482794" y="180851"/>
                </a:lnTo>
                <a:lnTo>
                  <a:pt x="465592" y="172755"/>
                </a:lnTo>
                <a:lnTo>
                  <a:pt x="448332" y="164783"/>
                </a:lnTo>
                <a:lnTo>
                  <a:pt x="431025" y="156943"/>
                </a:lnTo>
                <a:lnTo>
                  <a:pt x="413652" y="149228"/>
                </a:lnTo>
                <a:lnTo>
                  <a:pt x="396221" y="141637"/>
                </a:lnTo>
                <a:lnTo>
                  <a:pt x="378733" y="134188"/>
                </a:lnTo>
                <a:lnTo>
                  <a:pt x="361188" y="126873"/>
                </a:lnTo>
                <a:lnTo>
                  <a:pt x="343586" y="119710"/>
                </a:lnTo>
                <a:lnTo>
                  <a:pt x="325917" y="112681"/>
                </a:lnTo>
                <a:lnTo>
                  <a:pt x="308200" y="105804"/>
                </a:lnTo>
                <a:lnTo>
                  <a:pt x="290417" y="99079"/>
                </a:lnTo>
                <a:lnTo>
                  <a:pt x="272586" y="92507"/>
                </a:lnTo>
                <a:lnTo>
                  <a:pt x="258451" y="84439"/>
                </a:lnTo>
                <a:lnTo>
                  <a:pt x="265871" y="66942"/>
                </a:lnTo>
                <a:lnTo>
                  <a:pt x="273291" y="49444"/>
                </a:lnTo>
                <a:lnTo>
                  <a:pt x="280711" y="31937"/>
                </a:lnTo>
                <a:lnTo>
                  <a:pt x="288131" y="14440"/>
                </a:lnTo>
                <a:lnTo>
                  <a:pt x="291875" y="0"/>
                </a:lnTo>
                <a:lnTo>
                  <a:pt x="273339" y="4172"/>
                </a:lnTo>
                <a:lnTo>
                  <a:pt x="254794" y="8344"/>
                </a:lnTo>
                <a:lnTo>
                  <a:pt x="236249" y="12525"/>
                </a:lnTo>
                <a:lnTo>
                  <a:pt x="217703" y="16697"/>
                </a:lnTo>
                <a:lnTo>
                  <a:pt x="199158" y="20869"/>
                </a:lnTo>
                <a:lnTo>
                  <a:pt x="180613" y="25041"/>
                </a:lnTo>
                <a:lnTo>
                  <a:pt x="162068" y="29213"/>
                </a:lnTo>
                <a:lnTo>
                  <a:pt x="143523" y="33395"/>
                </a:lnTo>
                <a:lnTo>
                  <a:pt x="124978" y="37567"/>
                </a:lnTo>
                <a:lnTo>
                  <a:pt x="106432" y="41739"/>
                </a:lnTo>
                <a:lnTo>
                  <a:pt x="87887" y="45911"/>
                </a:lnTo>
                <a:lnTo>
                  <a:pt x="69352" y="50092"/>
                </a:lnTo>
                <a:lnTo>
                  <a:pt x="50806" y="54264"/>
                </a:lnTo>
                <a:lnTo>
                  <a:pt x="32261" y="58436"/>
                </a:lnTo>
                <a:lnTo>
                  <a:pt x="13716" y="62608"/>
                </a:lnTo>
                <a:lnTo>
                  <a:pt x="0" y="68751"/>
                </a:lnTo>
                <a:lnTo>
                  <a:pt x="10335" y="84706"/>
                </a:lnTo>
                <a:lnTo>
                  <a:pt x="20660" y="100670"/>
                </a:lnTo>
                <a:lnTo>
                  <a:pt x="30994" y="116624"/>
                </a:lnTo>
                <a:lnTo>
                  <a:pt x="41329" y="132578"/>
                </a:lnTo>
                <a:lnTo>
                  <a:pt x="51654" y="148533"/>
                </a:lnTo>
                <a:lnTo>
                  <a:pt x="61989" y="164487"/>
                </a:lnTo>
                <a:lnTo>
                  <a:pt x="72323" y="180442"/>
                </a:lnTo>
                <a:lnTo>
                  <a:pt x="82648" y="196396"/>
                </a:lnTo>
                <a:lnTo>
                  <a:pt x="92983" y="212350"/>
                </a:lnTo>
                <a:lnTo>
                  <a:pt x="103318" y="228305"/>
                </a:lnTo>
                <a:lnTo>
                  <a:pt x="113643" y="244269"/>
                </a:lnTo>
                <a:lnTo>
                  <a:pt x="123977" y="260223"/>
                </a:lnTo>
                <a:lnTo>
                  <a:pt x="134303" y="276177"/>
                </a:lnTo>
                <a:lnTo>
                  <a:pt x="144637" y="292132"/>
                </a:lnTo>
                <a:lnTo>
                  <a:pt x="154972" y="308086"/>
                </a:lnTo>
                <a:lnTo>
                  <a:pt x="163687" y="304467"/>
                </a:lnTo>
                <a:lnTo>
                  <a:pt x="171269" y="287036"/>
                </a:lnTo>
                <a:lnTo>
                  <a:pt x="178841" y="269605"/>
                </a:lnTo>
                <a:lnTo>
                  <a:pt x="186423" y="252174"/>
                </a:lnTo>
                <a:lnTo>
                  <a:pt x="194005" y="234744"/>
                </a:lnTo>
                <a:lnTo>
                  <a:pt x="207369" y="230591"/>
                </a:lnTo>
                <a:lnTo>
                  <a:pt x="225257" y="237030"/>
                </a:lnTo>
                <a:lnTo>
                  <a:pt x="243078" y="243640"/>
                </a:lnTo>
                <a:lnTo>
                  <a:pt x="260842" y="250412"/>
                </a:lnTo>
                <a:lnTo>
                  <a:pt x="278540" y="257337"/>
                </a:lnTo>
                <a:lnTo>
                  <a:pt x="296180" y="264424"/>
                </a:lnTo>
                <a:lnTo>
                  <a:pt x="313754" y="271653"/>
                </a:lnTo>
                <a:lnTo>
                  <a:pt x="331270" y="279035"/>
                </a:lnTo>
                <a:lnTo>
                  <a:pt x="348729" y="286560"/>
                </a:lnTo>
                <a:lnTo>
                  <a:pt x="366122" y="294227"/>
                </a:lnTo>
                <a:lnTo>
                  <a:pt x="383457" y="302028"/>
                </a:lnTo>
                <a:lnTo>
                  <a:pt x="400726" y="309963"/>
                </a:lnTo>
                <a:lnTo>
                  <a:pt x="417938" y="318030"/>
                </a:lnTo>
                <a:lnTo>
                  <a:pt x="435092" y="326231"/>
                </a:lnTo>
                <a:lnTo>
                  <a:pt x="452180" y="334547"/>
                </a:lnTo>
                <a:lnTo>
                  <a:pt x="469211" y="342995"/>
                </a:lnTo>
                <a:lnTo>
                  <a:pt x="486185" y="351549"/>
                </a:lnTo>
                <a:lnTo>
                  <a:pt x="503091" y="360226"/>
                </a:lnTo>
                <a:lnTo>
                  <a:pt x="519951" y="369018"/>
                </a:lnTo>
                <a:lnTo>
                  <a:pt x="536743" y="377923"/>
                </a:lnTo>
                <a:lnTo>
                  <a:pt x="553479" y="386934"/>
                </a:lnTo>
                <a:lnTo>
                  <a:pt x="570157" y="396050"/>
                </a:lnTo>
                <a:lnTo>
                  <a:pt x="586778" y="405279"/>
                </a:lnTo>
                <a:lnTo>
                  <a:pt x="603342" y="414604"/>
                </a:lnTo>
                <a:lnTo>
                  <a:pt x="619849" y="424024"/>
                </a:lnTo>
                <a:lnTo>
                  <a:pt x="636299" y="433540"/>
                </a:lnTo>
                <a:lnTo>
                  <a:pt x="652701" y="443160"/>
                </a:lnTo>
                <a:lnTo>
                  <a:pt x="669036" y="452866"/>
                </a:lnTo>
                <a:lnTo>
                  <a:pt x="685324" y="462667"/>
                </a:lnTo>
                <a:lnTo>
                  <a:pt x="701554" y="472564"/>
                </a:lnTo>
                <a:lnTo>
                  <a:pt x="717737" y="482536"/>
                </a:lnTo>
                <a:lnTo>
                  <a:pt x="733863" y="492604"/>
                </a:lnTo>
                <a:lnTo>
                  <a:pt x="749932" y="502749"/>
                </a:lnTo>
                <a:lnTo>
                  <a:pt x="765953" y="512978"/>
                </a:lnTo>
                <a:lnTo>
                  <a:pt x="781926" y="523284"/>
                </a:lnTo>
                <a:lnTo>
                  <a:pt x="797843" y="533676"/>
                </a:lnTo>
                <a:lnTo>
                  <a:pt x="813711" y="544144"/>
                </a:lnTo>
                <a:lnTo>
                  <a:pt x="829532" y="554679"/>
                </a:lnTo>
                <a:lnTo>
                  <a:pt x="845296" y="565299"/>
                </a:lnTo>
                <a:lnTo>
                  <a:pt x="861012" y="575986"/>
                </a:lnTo>
                <a:lnTo>
                  <a:pt x="876681" y="586750"/>
                </a:lnTo>
                <a:lnTo>
                  <a:pt x="892302" y="597579"/>
                </a:lnTo>
                <a:lnTo>
                  <a:pt x="907885" y="608476"/>
                </a:lnTo>
                <a:lnTo>
                  <a:pt x="923411" y="619439"/>
                </a:lnTo>
                <a:lnTo>
                  <a:pt x="938889" y="630469"/>
                </a:lnTo>
                <a:lnTo>
                  <a:pt x="954319" y="641566"/>
                </a:lnTo>
                <a:lnTo>
                  <a:pt x="969712" y="652729"/>
                </a:lnTo>
                <a:lnTo>
                  <a:pt x="985047" y="663950"/>
                </a:lnTo>
                <a:lnTo>
                  <a:pt x="1000354" y="675227"/>
                </a:lnTo>
                <a:lnTo>
                  <a:pt x="1015603" y="686572"/>
                </a:lnTo>
                <a:lnTo>
                  <a:pt x="1030815" y="697973"/>
                </a:lnTo>
                <a:lnTo>
                  <a:pt x="1045978" y="709432"/>
                </a:lnTo>
                <a:lnTo>
                  <a:pt x="1061104" y="720947"/>
                </a:lnTo>
                <a:lnTo>
                  <a:pt x="1076182" y="732520"/>
                </a:lnTo>
                <a:lnTo>
                  <a:pt x="1091213" y="744150"/>
                </a:lnTo>
                <a:lnTo>
                  <a:pt x="1106214" y="755828"/>
                </a:lnTo>
                <a:lnTo>
                  <a:pt x="1121169" y="767563"/>
                </a:lnTo>
                <a:lnTo>
                  <a:pt x="1136075" y="779345"/>
                </a:lnTo>
                <a:lnTo>
                  <a:pt x="1150953" y="791185"/>
                </a:lnTo>
                <a:lnTo>
                  <a:pt x="1165784" y="803072"/>
                </a:lnTo>
                <a:lnTo>
                  <a:pt x="1180576" y="815007"/>
                </a:lnTo>
                <a:lnTo>
                  <a:pt x="1195330" y="826989"/>
                </a:lnTo>
                <a:lnTo>
                  <a:pt x="1210046" y="839029"/>
                </a:lnTo>
                <a:lnTo>
                  <a:pt x="1224725" y="851106"/>
                </a:lnTo>
                <a:lnTo>
                  <a:pt x="1239364" y="863232"/>
                </a:lnTo>
                <a:lnTo>
                  <a:pt x="1253957" y="875405"/>
                </a:lnTo>
                <a:lnTo>
                  <a:pt x="1268435" y="886568"/>
                </a:lnTo>
                <a:lnTo>
                  <a:pt x="1280636" y="871995"/>
                </a:lnTo>
                <a:lnTo>
                  <a:pt x="1292838" y="857421"/>
                </a:lnTo>
                <a:lnTo>
                  <a:pt x="1305039" y="842848"/>
                </a:lnTo>
                <a:lnTo>
                  <a:pt x="1317250" y="828275"/>
                </a:lnTo>
                <a:lnTo>
                  <a:pt x="1329452" y="813702"/>
                </a:lnTo>
                <a:lnTo>
                  <a:pt x="1341653" y="799128"/>
                </a:lnTo>
                <a:lnTo>
                  <a:pt x="1353855" y="784555"/>
                </a:lnTo>
                <a:lnTo>
                  <a:pt x="1366066" y="769982"/>
                </a:lnTo>
                <a:close/>
              </a:path>
            </a:pathLst>
          </a:custGeom>
          <a:solidFill xmlns:a="http://schemas.openxmlformats.org/drawingml/2006/main">
            <a:srgbClr val="A082D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75187C69-8CD0-4392-95CA-73C873E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9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91A2AA97-D8F7-428A-8A0C-8CE69AC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082D6"/>
            </a:solidFill>
            <a:prstDash val="solid"/>
          </a:ln>
        </p:spPr>
      </p:sp>
      <p:sp>
        <p:nvSpPr>
          <p:cNvPr id="10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FA9B484B-790C-461B-B489-5DE46C4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32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D12C495B-9D92-4653-98FE-CCC732D6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587353"/>
            <a:ext cx="1562100" cy="235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响应式引擎</a:t>
            </a:r>
          </a:p>
        </p:txBody>
      </p:sp>
      <p:sp>
        <p:nvSpPr>
          <p:cNvPr id="12" name="radial-center-body">
            <a:extLst xmlns:a="http://schemas.openxmlformats.org/drawingml/2006/main">
              <a:ext uri="{FF2B5EF4-FFF2-40B4-BE49-F238E27FC236}">
                <a16:creationId xmlns:a16="http://schemas.microsoft.com/office/drawing/2014/main" id="{6A78F657-92B3-45DE-A609-98D3DD27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880094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EE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EE8F8"/>
                </a:solidFill>
                <a:latin typeface="Microsoft YaHei"/>
                <a:ea typeface="Microsoft YaHei"/>
                <a:cs typeface="Microsoft YaHei"/>
              </a:rPr>
              <a:t>统一求解结构、容量与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EE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EE8F8"/>
                </a:solidFill>
                <a:latin typeface="Microsoft YaHei"/>
                <a:ea typeface="Microsoft YaHei"/>
                <a:cs typeface="Microsoft YaHei"/>
              </a:rPr>
              <a:t>内容边界</a:t>
            </a:r>
          </a:p>
        </p:txBody>
      </p:sp>
      <p:sp>
        <p:nvSpPr>
          <p:cNvPr id="13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22D1D49B-1C0F-4086-852D-2314BE8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2E304583-3FB8-480B-8856-DD145EAF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79905A85-0CC6-4121-B6D2-9D238012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dial-node-surface-4">
            <a:extLst xmlns:a="http://schemas.openxmlformats.org/drawingml/2006/main">
              <a:ext uri="{FF2B5EF4-FFF2-40B4-BE49-F238E27FC236}">
                <a16:creationId xmlns:a16="http://schemas.microsoft.com/office/drawing/2014/main" id="{D9754C69-8C53-49C5-8192-A47C0363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node-surface-5">
            <a:extLst xmlns:a="http://schemas.openxmlformats.org/drawingml/2006/main">
              <a:ext uri="{FF2B5EF4-FFF2-40B4-BE49-F238E27FC236}">
                <a16:creationId xmlns:a16="http://schemas.microsoft.com/office/drawing/2014/main" id="{3708BB76-5E4D-414E-920D-4B5ABC5D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dial-node-surface-6">
            <a:extLst xmlns:a="http://schemas.openxmlformats.org/drawingml/2006/main">
              <a:ext uri="{FF2B5EF4-FFF2-40B4-BE49-F238E27FC236}">
                <a16:creationId xmlns:a16="http://schemas.microsoft.com/office/drawing/2014/main" id="{23E82954-DEA0-4E06-B623-24DB7D4B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A895DC63-5DA0-4C41-A20A-BEE35D7E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32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FD15BED3-256F-4D52-A3AA-13B8DE93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D7E4553B-CC2A-49CE-8516-D3B7046A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adial-node-accent-4">
            <a:extLst xmlns:a="http://schemas.openxmlformats.org/drawingml/2006/main">
              <a:ext uri="{FF2B5EF4-FFF2-40B4-BE49-F238E27FC236}">
                <a16:creationId xmlns:a16="http://schemas.microsoft.com/office/drawing/2014/main" id="{3F16EF06-C131-46DD-ADF4-D07BD33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dial-node-accent-5">
            <a:extLst xmlns:a="http://schemas.openxmlformats.org/drawingml/2006/main">
              <a:ext uri="{FF2B5EF4-FFF2-40B4-BE49-F238E27FC236}">
                <a16:creationId xmlns:a16="http://schemas.microsoft.com/office/drawing/2014/main" id="{D1F310CC-F8B6-43F9-902F-390F8F47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adial-node-accent-6">
            <a:extLst xmlns:a="http://schemas.openxmlformats.org/drawingml/2006/main">
              <a:ext uri="{FF2B5EF4-FFF2-40B4-BE49-F238E27FC236}">
                <a16:creationId xmlns:a16="http://schemas.microsoft.com/office/drawing/2014/main" id="{1B41ADD7-14B2-466B-BF7D-08D8BEFA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8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ED173CD4-A2B8-4FDB-BC3B-2E17FC75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3923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6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3A3F09B6-39BF-48D3-8BF2-1F387FB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9908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减少随机排版与结构误用</a:t>
            </a:r>
          </a:p>
        </p:txBody>
      </p:sp>
      <p:sp>
        <p:nvSpPr>
          <p:cNvPr id="27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41AC027A-3C4D-41A3-AEB5-760A4828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原生可编</a:t>
            </a:r>
          </a:p>
        </p:txBody>
      </p:sp>
      <p:sp>
        <p:nvSpPr>
          <p:cNvPr id="28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CF5A6A9F-7722-4162-B915-3B4F0D4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形状和文字均可继续编辑</a:t>
            </a:r>
          </a:p>
        </p:txBody>
      </p:sp>
      <p:sp>
        <p:nvSpPr>
          <p:cNvPr id="29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5141CD2B-FEA4-447B-A29C-FFB2F585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生成高效</a:t>
            </a:r>
          </a:p>
        </p:txBody>
      </p:sp>
      <p:sp>
        <p:nvSpPr>
          <p:cNvPr id="30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10531AD2-23BD-40B1-9E09-9A87FEAF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运行期只做选择与参数填写</a:t>
            </a:r>
          </a:p>
        </p:txBody>
      </p:sp>
      <p:sp>
        <p:nvSpPr>
          <p:cNvPr id="31" name="radial-node-3-title">
            <a:extLst xmlns:a="http://schemas.openxmlformats.org/drawingml/2006/main">
              <a:ext uri="{FF2B5EF4-FFF2-40B4-BE49-F238E27FC236}">
                <a16:creationId xmlns:a16="http://schemas.microsoft.com/office/drawing/2014/main" id="{77E04114-B3F2-4F28-AD01-802E2A02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53968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数量适配</a:t>
            </a:r>
          </a:p>
        </p:txBody>
      </p:sp>
      <p:sp>
        <p:nvSpPr>
          <p:cNvPr id="32" name="radial-node-3-body">
            <a:extLst xmlns:a="http://schemas.openxmlformats.org/drawingml/2006/main">
              <a:ext uri="{FF2B5EF4-FFF2-40B4-BE49-F238E27FC236}">
                <a16:creationId xmlns:a16="http://schemas.microsoft.com/office/drawing/2014/main" id="{21D2D678-43D9-4241-92FF-E52C1693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79953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按真实内容重新求解布局</a:t>
            </a:r>
          </a:p>
        </p:txBody>
      </p:sp>
      <p:sp>
        <p:nvSpPr>
          <p:cNvPr id="33" name="radial-node-4-title">
            <a:extLst xmlns:a="http://schemas.openxmlformats.org/drawingml/2006/main">
              <a:ext uri="{FF2B5EF4-FFF2-40B4-BE49-F238E27FC236}">
                <a16:creationId xmlns:a16="http://schemas.microsoft.com/office/drawing/2014/main" id="{9B2E2C9A-B859-4BD4-852C-96EE654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风格一致</a:t>
            </a:r>
          </a:p>
        </p:txBody>
      </p:sp>
      <p:sp>
        <p:nvSpPr>
          <p:cNvPr id="34" name="radial-node-4-body">
            <a:extLst xmlns:a="http://schemas.openxmlformats.org/drawingml/2006/main">
              <a:ext uri="{FF2B5EF4-FFF2-40B4-BE49-F238E27FC236}">
                <a16:creationId xmlns:a16="http://schemas.microsoft.com/office/drawing/2014/main" id="{F2A638B5-3DBB-4341-AF15-ABAF1F85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共享同一 Shell 与视觉语言</a:t>
            </a:r>
          </a:p>
        </p:txBody>
      </p:sp>
      <p:sp>
        <p:nvSpPr>
          <p:cNvPr id="35" name="radial-node-5-title">
            <a:extLst xmlns:a="http://schemas.openxmlformats.org/drawingml/2006/main">
              <a:ext uri="{FF2B5EF4-FFF2-40B4-BE49-F238E27FC236}">
                <a16:creationId xmlns:a16="http://schemas.microsoft.com/office/drawing/2014/main" id="{959E3FC5-69A9-4214-84CE-616BB475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A08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A082D6"/>
                </a:solidFill>
                <a:latin typeface="Microsoft YaHei"/>
                <a:ea typeface="Microsoft YaHei"/>
                <a:cs typeface="Microsoft YaHei"/>
              </a:rPr>
              <a:t>过程可审</a:t>
            </a:r>
          </a:p>
        </p:txBody>
      </p:sp>
      <p:sp>
        <p:nvSpPr>
          <p:cNvPr id="36" name="radial-node-5-body">
            <a:extLst xmlns:a="http://schemas.openxmlformats.org/drawingml/2006/main">
              <a:ext uri="{FF2B5EF4-FFF2-40B4-BE49-F238E27FC236}">
                <a16:creationId xmlns:a16="http://schemas.microsoft.com/office/drawing/2014/main" id="{599402FA-0C10-474A-BDA2-242DC31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来源、组件和结果统一查看</a:t>
            </a:r>
          </a:p>
        </p:txBody>
      </p:sp>
    </p:spTree>
    <p:extLst>
      <p:ext uri="{BB962C8B-B14F-4D97-AF65-F5344CB8AC3E}">
        <p14:creationId xmlns:p14="http://schemas.microsoft.com/office/powerpoint/2010/main" val="271846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441D03F1-63E0-461E-A823-9A8ABE6B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ECF2"/>
            </a:solidFill>
            <a:prstDash val="dash"/>
          </a:ln>
        </p:spPr>
      </p:sp>
      <p:sp>
        <p:nvSpPr>
          <p:cNvPr id="2" name="radial-inward-spoke-1">
            <a:extLst xmlns:a="http://schemas.openxmlformats.org/drawingml/2006/main">
              <a:ext uri="{FF2B5EF4-FFF2-40B4-BE49-F238E27FC236}">
                <a16:creationId xmlns:a16="http://schemas.microsoft.com/office/drawing/2014/main" id="{DD86D52C-8BAD-460F-9D6F-3B4BE528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568" y="2617470"/>
            <a:ext cx="339290" cy="505854"/>
          </a:xfrm>
          <a:custGeom xmlns:a="http://schemas.openxmlformats.org/drawingml/2006/main">
            <a:pathLst>
              <a:path w="339290" h="505854">
                <a:moveTo>
                  <a:pt x="104184" y="0"/>
                </a:moveTo>
                <a:lnTo>
                  <a:pt x="101422" y="18774"/>
                </a:lnTo>
                <a:lnTo>
                  <a:pt x="98812" y="37576"/>
                </a:lnTo>
                <a:lnTo>
                  <a:pt x="96355" y="56388"/>
                </a:lnTo>
                <a:lnTo>
                  <a:pt x="94059" y="75228"/>
                </a:lnTo>
                <a:lnTo>
                  <a:pt x="91926" y="94088"/>
                </a:lnTo>
                <a:lnTo>
                  <a:pt x="89973" y="112967"/>
                </a:lnTo>
                <a:lnTo>
                  <a:pt x="88202" y="131855"/>
                </a:lnTo>
                <a:lnTo>
                  <a:pt x="86620" y="150771"/>
                </a:lnTo>
                <a:lnTo>
                  <a:pt x="85230" y="169697"/>
                </a:lnTo>
                <a:lnTo>
                  <a:pt x="84058" y="188633"/>
                </a:lnTo>
                <a:lnTo>
                  <a:pt x="83096" y="207588"/>
                </a:lnTo>
                <a:lnTo>
                  <a:pt x="82372" y="226552"/>
                </a:lnTo>
                <a:lnTo>
                  <a:pt x="81877" y="245526"/>
                </a:lnTo>
                <a:lnTo>
                  <a:pt x="81648" y="264500"/>
                </a:lnTo>
                <a:lnTo>
                  <a:pt x="81686" y="283474"/>
                </a:lnTo>
                <a:lnTo>
                  <a:pt x="82001" y="302447"/>
                </a:lnTo>
                <a:lnTo>
                  <a:pt x="82620" y="321412"/>
                </a:lnTo>
                <a:lnTo>
                  <a:pt x="83553" y="340366"/>
                </a:lnTo>
                <a:lnTo>
                  <a:pt x="84811" y="359302"/>
                </a:lnTo>
                <a:lnTo>
                  <a:pt x="86430" y="378209"/>
                </a:lnTo>
                <a:lnTo>
                  <a:pt x="88421" y="397088"/>
                </a:lnTo>
                <a:lnTo>
                  <a:pt x="90802" y="415909"/>
                </a:lnTo>
                <a:lnTo>
                  <a:pt x="93602" y="434683"/>
                </a:lnTo>
                <a:lnTo>
                  <a:pt x="75457" y="437302"/>
                </a:lnTo>
                <a:lnTo>
                  <a:pt x="56588" y="439379"/>
                </a:lnTo>
                <a:lnTo>
                  <a:pt x="37729" y="441446"/>
                </a:lnTo>
                <a:lnTo>
                  <a:pt x="18860" y="443522"/>
                </a:lnTo>
                <a:lnTo>
                  <a:pt x="0" y="445599"/>
                </a:lnTo>
                <a:lnTo>
                  <a:pt x="14964" y="451333"/>
                </a:lnTo>
                <a:lnTo>
                  <a:pt x="32947" y="457391"/>
                </a:lnTo>
                <a:lnTo>
                  <a:pt x="50930" y="463448"/>
                </a:lnTo>
                <a:lnTo>
                  <a:pt x="68913" y="469506"/>
                </a:lnTo>
                <a:lnTo>
                  <a:pt x="86897" y="475564"/>
                </a:lnTo>
                <a:lnTo>
                  <a:pt x="104880" y="481622"/>
                </a:lnTo>
                <a:lnTo>
                  <a:pt x="122873" y="487680"/>
                </a:lnTo>
                <a:lnTo>
                  <a:pt x="140856" y="493738"/>
                </a:lnTo>
                <a:lnTo>
                  <a:pt x="158839" y="499796"/>
                </a:lnTo>
                <a:lnTo>
                  <a:pt x="176822" y="505854"/>
                </a:lnTo>
                <a:lnTo>
                  <a:pt x="193300" y="498310"/>
                </a:lnTo>
                <a:lnTo>
                  <a:pt x="209521" y="488461"/>
                </a:lnTo>
                <a:lnTo>
                  <a:pt x="225743" y="478612"/>
                </a:lnTo>
                <a:lnTo>
                  <a:pt x="241964" y="468763"/>
                </a:lnTo>
                <a:lnTo>
                  <a:pt x="258185" y="458915"/>
                </a:lnTo>
                <a:lnTo>
                  <a:pt x="274406" y="449066"/>
                </a:lnTo>
                <a:lnTo>
                  <a:pt x="290627" y="439217"/>
                </a:lnTo>
                <a:lnTo>
                  <a:pt x="306848" y="429368"/>
                </a:lnTo>
                <a:lnTo>
                  <a:pt x="323069" y="419519"/>
                </a:lnTo>
                <a:lnTo>
                  <a:pt x="339290" y="409670"/>
                </a:lnTo>
                <a:lnTo>
                  <a:pt x="320745" y="411461"/>
                </a:lnTo>
                <a:lnTo>
                  <a:pt x="301866" y="413375"/>
                </a:lnTo>
                <a:lnTo>
                  <a:pt x="282978" y="415280"/>
                </a:lnTo>
                <a:lnTo>
                  <a:pt x="264100" y="417185"/>
                </a:lnTo>
                <a:lnTo>
                  <a:pt x="245221" y="419090"/>
                </a:lnTo>
                <a:lnTo>
                  <a:pt x="242192" y="400431"/>
                </a:lnTo>
                <a:lnTo>
                  <a:pt x="239697" y="381610"/>
                </a:lnTo>
                <a:lnTo>
                  <a:pt x="237658" y="362750"/>
                </a:lnTo>
                <a:lnTo>
                  <a:pt x="236049" y="343843"/>
                </a:lnTo>
                <a:lnTo>
                  <a:pt x="234839" y="324898"/>
                </a:lnTo>
                <a:lnTo>
                  <a:pt x="234001" y="305943"/>
                </a:lnTo>
                <a:lnTo>
                  <a:pt x="233524" y="286969"/>
                </a:lnTo>
                <a:lnTo>
                  <a:pt x="233372" y="267995"/>
                </a:lnTo>
                <a:lnTo>
                  <a:pt x="233543" y="249022"/>
                </a:lnTo>
                <a:lnTo>
                  <a:pt x="234001" y="230048"/>
                </a:lnTo>
                <a:lnTo>
                  <a:pt x="234744" y="211084"/>
                </a:lnTo>
                <a:lnTo>
                  <a:pt x="235753" y="192138"/>
                </a:lnTo>
                <a:lnTo>
                  <a:pt x="237011" y="173203"/>
                </a:lnTo>
                <a:lnTo>
                  <a:pt x="238506" y="154276"/>
                </a:lnTo>
                <a:lnTo>
                  <a:pt x="240230" y="135379"/>
                </a:lnTo>
                <a:lnTo>
                  <a:pt x="242164" y="116500"/>
                </a:lnTo>
                <a:lnTo>
                  <a:pt x="244316" y="97650"/>
                </a:lnTo>
                <a:lnTo>
                  <a:pt x="246650" y="78810"/>
                </a:lnTo>
                <a:lnTo>
                  <a:pt x="249174" y="60008"/>
                </a:lnTo>
                <a:lnTo>
                  <a:pt x="251870" y="41224"/>
                </a:lnTo>
                <a:lnTo>
                  <a:pt x="254279" y="22803"/>
                </a:lnTo>
                <a:lnTo>
                  <a:pt x="235515" y="19945"/>
                </a:lnTo>
                <a:lnTo>
                  <a:pt x="216751" y="17097"/>
                </a:lnTo>
                <a:lnTo>
                  <a:pt x="197987" y="14249"/>
                </a:lnTo>
                <a:lnTo>
                  <a:pt x="179232" y="11401"/>
                </a:lnTo>
                <a:lnTo>
                  <a:pt x="160468" y="8553"/>
                </a:lnTo>
                <a:lnTo>
                  <a:pt x="141703" y="5696"/>
                </a:lnTo>
                <a:lnTo>
                  <a:pt x="122939" y="2848"/>
                </a:lnTo>
                <a:lnTo>
                  <a:pt x="104184" y="0"/>
                </a:lnTo>
                <a:close/>
              </a:path>
            </a:pathLst>
          </a:custGeom>
          <a:solidFill xmlns:a="http://schemas.openxmlformats.org/drawingml/2006/main">
            <a:srgbClr val="25486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radial-inward-spoke-2">
            <a:extLst xmlns:a="http://schemas.openxmlformats.org/drawingml/2006/main">
              <a:ext uri="{FF2B5EF4-FFF2-40B4-BE49-F238E27FC236}">
                <a16:creationId xmlns:a16="http://schemas.microsoft.com/office/drawing/2014/main" id="{8A8021E6-5051-4FE8-B30E-97292C41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8448" y="2606040"/>
            <a:ext cx="1342263" cy="833266"/>
          </a:xfrm>
          <a:custGeom xmlns:a="http://schemas.openxmlformats.org/drawingml/2006/main">
            <a:pathLst>
              <a:path w="1342263" h="833266">
                <a:moveTo>
                  <a:pt x="1290199" y="0"/>
                </a:moveTo>
                <a:lnTo>
                  <a:pt x="1272369" y="6601"/>
                </a:lnTo>
                <a:lnTo>
                  <a:pt x="1254547" y="13240"/>
                </a:lnTo>
                <a:lnTo>
                  <a:pt x="1236745" y="19936"/>
                </a:lnTo>
                <a:lnTo>
                  <a:pt x="1218971" y="26670"/>
                </a:lnTo>
                <a:lnTo>
                  <a:pt x="1201207" y="33471"/>
                </a:lnTo>
                <a:lnTo>
                  <a:pt x="1183472" y="40329"/>
                </a:lnTo>
                <a:lnTo>
                  <a:pt x="1165755" y="47244"/>
                </a:lnTo>
                <a:lnTo>
                  <a:pt x="1148067" y="54207"/>
                </a:lnTo>
                <a:lnTo>
                  <a:pt x="1130389" y="61217"/>
                </a:lnTo>
                <a:lnTo>
                  <a:pt x="1112739" y="68304"/>
                </a:lnTo>
                <a:lnTo>
                  <a:pt x="1095118" y="75438"/>
                </a:lnTo>
                <a:lnTo>
                  <a:pt x="1077516" y="82639"/>
                </a:lnTo>
                <a:lnTo>
                  <a:pt x="1059942" y="89887"/>
                </a:lnTo>
                <a:lnTo>
                  <a:pt x="1042387" y="97203"/>
                </a:lnTo>
                <a:lnTo>
                  <a:pt x="1024852" y="104575"/>
                </a:lnTo>
                <a:lnTo>
                  <a:pt x="1007354" y="112014"/>
                </a:lnTo>
                <a:lnTo>
                  <a:pt x="989886" y="119520"/>
                </a:lnTo>
                <a:lnTo>
                  <a:pt x="972436" y="127073"/>
                </a:lnTo>
                <a:lnTo>
                  <a:pt x="955015" y="134703"/>
                </a:lnTo>
                <a:lnTo>
                  <a:pt x="937622" y="142389"/>
                </a:lnTo>
                <a:lnTo>
                  <a:pt x="920267" y="150152"/>
                </a:lnTo>
                <a:lnTo>
                  <a:pt x="902932" y="157972"/>
                </a:lnTo>
                <a:lnTo>
                  <a:pt x="885635" y="165868"/>
                </a:lnTo>
                <a:lnTo>
                  <a:pt x="868366" y="173831"/>
                </a:lnTo>
                <a:lnTo>
                  <a:pt x="851125" y="181861"/>
                </a:lnTo>
                <a:lnTo>
                  <a:pt x="833923" y="189967"/>
                </a:lnTo>
                <a:lnTo>
                  <a:pt x="816759" y="198139"/>
                </a:lnTo>
                <a:lnTo>
                  <a:pt x="799624" y="206378"/>
                </a:lnTo>
                <a:lnTo>
                  <a:pt x="782517" y="214703"/>
                </a:lnTo>
                <a:lnTo>
                  <a:pt x="765458" y="223095"/>
                </a:lnTo>
                <a:lnTo>
                  <a:pt x="748436" y="231562"/>
                </a:lnTo>
                <a:lnTo>
                  <a:pt x="731444" y="240116"/>
                </a:lnTo>
                <a:lnTo>
                  <a:pt x="714499" y="248736"/>
                </a:lnTo>
                <a:lnTo>
                  <a:pt x="697592" y="257432"/>
                </a:lnTo>
                <a:lnTo>
                  <a:pt x="680723" y="266214"/>
                </a:lnTo>
                <a:lnTo>
                  <a:pt x="663902" y="275082"/>
                </a:lnTo>
                <a:lnTo>
                  <a:pt x="647119" y="284026"/>
                </a:lnTo>
                <a:lnTo>
                  <a:pt x="630393" y="293056"/>
                </a:lnTo>
                <a:lnTo>
                  <a:pt x="613696" y="302171"/>
                </a:lnTo>
                <a:lnTo>
                  <a:pt x="597056" y="311372"/>
                </a:lnTo>
                <a:lnTo>
                  <a:pt x="580463" y="320659"/>
                </a:lnTo>
                <a:lnTo>
                  <a:pt x="563918" y="330032"/>
                </a:lnTo>
                <a:lnTo>
                  <a:pt x="547430" y="339500"/>
                </a:lnTo>
                <a:lnTo>
                  <a:pt x="530990" y="349053"/>
                </a:lnTo>
                <a:lnTo>
                  <a:pt x="514598" y="358702"/>
                </a:lnTo>
                <a:lnTo>
                  <a:pt x="498272" y="368446"/>
                </a:lnTo>
                <a:lnTo>
                  <a:pt x="482003" y="378285"/>
                </a:lnTo>
                <a:lnTo>
                  <a:pt x="465782" y="388220"/>
                </a:lnTo>
                <a:lnTo>
                  <a:pt x="449628" y="398250"/>
                </a:lnTo>
                <a:lnTo>
                  <a:pt x="433540" y="408384"/>
                </a:lnTo>
                <a:lnTo>
                  <a:pt x="417509" y="418614"/>
                </a:lnTo>
                <a:lnTo>
                  <a:pt x="401545" y="428949"/>
                </a:lnTo>
                <a:lnTo>
                  <a:pt x="385648" y="439388"/>
                </a:lnTo>
                <a:lnTo>
                  <a:pt x="369827" y="449923"/>
                </a:lnTo>
                <a:lnTo>
                  <a:pt x="354073" y="460572"/>
                </a:lnTo>
                <a:lnTo>
                  <a:pt x="338395" y="471335"/>
                </a:lnTo>
                <a:lnTo>
                  <a:pt x="322793" y="482203"/>
                </a:lnTo>
                <a:lnTo>
                  <a:pt x="307267" y="493185"/>
                </a:lnTo>
                <a:lnTo>
                  <a:pt x="291817" y="504273"/>
                </a:lnTo>
                <a:lnTo>
                  <a:pt x="276454" y="515483"/>
                </a:lnTo>
                <a:lnTo>
                  <a:pt x="261185" y="526809"/>
                </a:lnTo>
                <a:lnTo>
                  <a:pt x="245993" y="538248"/>
                </a:lnTo>
                <a:lnTo>
                  <a:pt x="230896" y="549802"/>
                </a:lnTo>
                <a:lnTo>
                  <a:pt x="215894" y="561489"/>
                </a:lnTo>
                <a:lnTo>
                  <a:pt x="200978" y="573291"/>
                </a:lnTo>
                <a:lnTo>
                  <a:pt x="186176" y="585216"/>
                </a:lnTo>
                <a:lnTo>
                  <a:pt x="171469" y="597275"/>
                </a:lnTo>
                <a:lnTo>
                  <a:pt x="156867" y="609457"/>
                </a:lnTo>
                <a:lnTo>
                  <a:pt x="142789" y="618001"/>
                </a:lnTo>
                <a:lnTo>
                  <a:pt x="131378" y="602790"/>
                </a:lnTo>
                <a:lnTo>
                  <a:pt x="119967" y="587578"/>
                </a:lnTo>
                <a:lnTo>
                  <a:pt x="108556" y="572367"/>
                </a:lnTo>
                <a:lnTo>
                  <a:pt x="97145" y="557155"/>
                </a:lnTo>
                <a:lnTo>
                  <a:pt x="86468" y="546192"/>
                </a:lnTo>
                <a:lnTo>
                  <a:pt x="80801" y="564337"/>
                </a:lnTo>
                <a:lnTo>
                  <a:pt x="75124" y="582492"/>
                </a:lnTo>
                <a:lnTo>
                  <a:pt x="69456" y="600637"/>
                </a:lnTo>
                <a:lnTo>
                  <a:pt x="63779" y="618792"/>
                </a:lnTo>
                <a:lnTo>
                  <a:pt x="58112" y="636937"/>
                </a:lnTo>
                <a:lnTo>
                  <a:pt x="52435" y="655091"/>
                </a:lnTo>
                <a:lnTo>
                  <a:pt x="46768" y="673237"/>
                </a:lnTo>
                <a:lnTo>
                  <a:pt x="41091" y="691391"/>
                </a:lnTo>
                <a:lnTo>
                  <a:pt x="35423" y="709536"/>
                </a:lnTo>
                <a:lnTo>
                  <a:pt x="29747" y="727691"/>
                </a:lnTo>
                <a:lnTo>
                  <a:pt x="24079" y="745836"/>
                </a:lnTo>
                <a:lnTo>
                  <a:pt x="18402" y="763991"/>
                </a:lnTo>
                <a:lnTo>
                  <a:pt x="12735" y="782136"/>
                </a:lnTo>
                <a:lnTo>
                  <a:pt x="7068" y="800291"/>
                </a:lnTo>
                <a:lnTo>
                  <a:pt x="1391" y="818436"/>
                </a:lnTo>
                <a:lnTo>
                  <a:pt x="0" y="833266"/>
                </a:lnTo>
                <a:lnTo>
                  <a:pt x="18993" y="832295"/>
                </a:lnTo>
                <a:lnTo>
                  <a:pt x="37976" y="831313"/>
                </a:lnTo>
                <a:lnTo>
                  <a:pt x="56969" y="830332"/>
                </a:lnTo>
                <a:lnTo>
                  <a:pt x="75962" y="829361"/>
                </a:lnTo>
                <a:lnTo>
                  <a:pt x="94955" y="828380"/>
                </a:lnTo>
                <a:lnTo>
                  <a:pt x="113948" y="827408"/>
                </a:lnTo>
                <a:lnTo>
                  <a:pt x="132931" y="826427"/>
                </a:lnTo>
                <a:lnTo>
                  <a:pt x="151924" y="825456"/>
                </a:lnTo>
                <a:lnTo>
                  <a:pt x="170917" y="824474"/>
                </a:lnTo>
                <a:lnTo>
                  <a:pt x="189909" y="823493"/>
                </a:lnTo>
                <a:lnTo>
                  <a:pt x="208893" y="822522"/>
                </a:lnTo>
                <a:lnTo>
                  <a:pt x="227886" y="821541"/>
                </a:lnTo>
                <a:lnTo>
                  <a:pt x="246878" y="820569"/>
                </a:lnTo>
                <a:lnTo>
                  <a:pt x="265862" y="819588"/>
                </a:lnTo>
                <a:lnTo>
                  <a:pt x="284855" y="818617"/>
                </a:lnTo>
                <a:lnTo>
                  <a:pt x="286369" y="809454"/>
                </a:lnTo>
                <a:lnTo>
                  <a:pt x="274968" y="794242"/>
                </a:lnTo>
                <a:lnTo>
                  <a:pt x="263557" y="779031"/>
                </a:lnTo>
                <a:lnTo>
                  <a:pt x="252146" y="763819"/>
                </a:lnTo>
                <a:lnTo>
                  <a:pt x="240735" y="748608"/>
                </a:lnTo>
                <a:lnTo>
                  <a:pt x="243945" y="734987"/>
                </a:lnTo>
                <a:lnTo>
                  <a:pt x="258451" y="722700"/>
                </a:lnTo>
                <a:lnTo>
                  <a:pt x="273082" y="710546"/>
                </a:lnTo>
                <a:lnTo>
                  <a:pt x="287817" y="698535"/>
                </a:lnTo>
                <a:lnTo>
                  <a:pt x="302657" y="686648"/>
                </a:lnTo>
                <a:lnTo>
                  <a:pt x="317602" y="674894"/>
                </a:lnTo>
                <a:lnTo>
                  <a:pt x="332651" y="663264"/>
                </a:lnTo>
                <a:lnTo>
                  <a:pt x="347796" y="651758"/>
                </a:lnTo>
                <a:lnTo>
                  <a:pt x="363036" y="640385"/>
                </a:lnTo>
                <a:lnTo>
                  <a:pt x="378362" y="629136"/>
                </a:lnTo>
                <a:lnTo>
                  <a:pt x="393773" y="618001"/>
                </a:lnTo>
                <a:lnTo>
                  <a:pt x="409280" y="606990"/>
                </a:lnTo>
                <a:lnTo>
                  <a:pt x="424863" y="596094"/>
                </a:lnTo>
                <a:lnTo>
                  <a:pt x="440531" y="585321"/>
                </a:lnTo>
                <a:lnTo>
                  <a:pt x="456276" y="574653"/>
                </a:lnTo>
                <a:lnTo>
                  <a:pt x="472097" y="564109"/>
                </a:lnTo>
                <a:lnTo>
                  <a:pt x="487994" y="553669"/>
                </a:lnTo>
                <a:lnTo>
                  <a:pt x="503958" y="543335"/>
                </a:lnTo>
                <a:lnTo>
                  <a:pt x="519998" y="533114"/>
                </a:lnTo>
                <a:lnTo>
                  <a:pt x="536096" y="523008"/>
                </a:lnTo>
                <a:lnTo>
                  <a:pt x="552269" y="512997"/>
                </a:lnTo>
                <a:lnTo>
                  <a:pt x="568500" y="503091"/>
                </a:lnTo>
                <a:lnTo>
                  <a:pt x="584787" y="493290"/>
                </a:lnTo>
                <a:lnTo>
                  <a:pt x="601142" y="483584"/>
                </a:lnTo>
                <a:lnTo>
                  <a:pt x="617553" y="473983"/>
                </a:lnTo>
                <a:lnTo>
                  <a:pt x="634022" y="464477"/>
                </a:lnTo>
                <a:lnTo>
                  <a:pt x="650548" y="455066"/>
                </a:lnTo>
                <a:lnTo>
                  <a:pt x="667121" y="445741"/>
                </a:lnTo>
                <a:lnTo>
                  <a:pt x="683752" y="436521"/>
                </a:lnTo>
                <a:lnTo>
                  <a:pt x="700430" y="427396"/>
                </a:lnTo>
                <a:lnTo>
                  <a:pt x="717166" y="418348"/>
                </a:lnTo>
                <a:lnTo>
                  <a:pt x="733939" y="409404"/>
                </a:lnTo>
                <a:lnTo>
                  <a:pt x="750760" y="400536"/>
                </a:lnTo>
                <a:lnTo>
                  <a:pt x="767629" y="391763"/>
                </a:lnTo>
                <a:lnTo>
                  <a:pt x="784546" y="383067"/>
                </a:lnTo>
                <a:lnTo>
                  <a:pt x="801500" y="374466"/>
                </a:lnTo>
                <a:lnTo>
                  <a:pt x="818502" y="365941"/>
                </a:lnTo>
                <a:lnTo>
                  <a:pt x="835533" y="357492"/>
                </a:lnTo>
                <a:lnTo>
                  <a:pt x="852611" y="349129"/>
                </a:lnTo>
                <a:lnTo>
                  <a:pt x="869728" y="340843"/>
                </a:lnTo>
                <a:lnTo>
                  <a:pt x="886882" y="332642"/>
                </a:lnTo>
                <a:lnTo>
                  <a:pt x="904075" y="324517"/>
                </a:lnTo>
                <a:lnTo>
                  <a:pt x="921306" y="316459"/>
                </a:lnTo>
                <a:lnTo>
                  <a:pt x="938565" y="308486"/>
                </a:lnTo>
                <a:lnTo>
                  <a:pt x="955862" y="300580"/>
                </a:lnTo>
                <a:lnTo>
                  <a:pt x="973188" y="292751"/>
                </a:lnTo>
                <a:lnTo>
                  <a:pt x="990552" y="284998"/>
                </a:lnTo>
                <a:lnTo>
                  <a:pt x="1007945" y="277301"/>
                </a:lnTo>
                <a:lnTo>
                  <a:pt x="1025366" y="269681"/>
                </a:lnTo>
                <a:lnTo>
                  <a:pt x="1042816" y="262138"/>
                </a:lnTo>
                <a:lnTo>
                  <a:pt x="1060304" y="254660"/>
                </a:lnTo>
                <a:lnTo>
                  <a:pt x="1077811" y="247250"/>
                </a:lnTo>
                <a:lnTo>
                  <a:pt x="1095356" y="239906"/>
                </a:lnTo>
                <a:lnTo>
                  <a:pt x="1112920" y="232620"/>
                </a:lnTo>
                <a:lnTo>
                  <a:pt x="1130513" y="225400"/>
                </a:lnTo>
                <a:lnTo>
                  <a:pt x="1148124" y="218237"/>
                </a:lnTo>
                <a:lnTo>
                  <a:pt x="1165774" y="211150"/>
                </a:lnTo>
                <a:lnTo>
                  <a:pt x="1183443" y="204130"/>
                </a:lnTo>
                <a:lnTo>
                  <a:pt x="1201131" y="197158"/>
                </a:lnTo>
                <a:lnTo>
                  <a:pt x="1218848" y="190252"/>
                </a:lnTo>
                <a:lnTo>
                  <a:pt x="1236583" y="183394"/>
                </a:lnTo>
                <a:lnTo>
                  <a:pt x="1254347" y="176603"/>
                </a:lnTo>
                <a:lnTo>
                  <a:pt x="1272130" y="169878"/>
                </a:lnTo>
                <a:lnTo>
                  <a:pt x="1289942" y="163201"/>
                </a:lnTo>
                <a:lnTo>
                  <a:pt x="1307763" y="156581"/>
                </a:lnTo>
                <a:lnTo>
                  <a:pt x="1325613" y="150019"/>
                </a:lnTo>
                <a:lnTo>
                  <a:pt x="1342263" y="142942"/>
                </a:lnTo>
                <a:lnTo>
                  <a:pt x="1335757" y="125073"/>
                </a:lnTo>
                <a:lnTo>
                  <a:pt x="1329242" y="107204"/>
                </a:lnTo>
                <a:lnTo>
                  <a:pt x="1322737" y="89335"/>
                </a:lnTo>
                <a:lnTo>
                  <a:pt x="1316231" y="71466"/>
                </a:lnTo>
                <a:lnTo>
                  <a:pt x="1309726" y="53597"/>
                </a:lnTo>
                <a:lnTo>
                  <a:pt x="1303211" y="35738"/>
                </a:lnTo>
                <a:lnTo>
                  <a:pt x="1296705" y="17869"/>
                </a:lnTo>
                <a:lnTo>
                  <a:pt x="1290199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radial-inward-spoke-3">
            <a:extLst xmlns:a="http://schemas.openxmlformats.org/drawingml/2006/main">
              <a:ext uri="{FF2B5EF4-FFF2-40B4-BE49-F238E27FC236}">
                <a16:creationId xmlns:a16="http://schemas.microsoft.com/office/drawing/2014/main" id="{6CB6B7C4-1145-44EF-98A0-4D61DF2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524" y="4343057"/>
            <a:ext cx="1367371" cy="885673"/>
          </a:xfrm>
          <a:custGeom xmlns:a="http://schemas.openxmlformats.org/drawingml/2006/main">
            <a:pathLst>
              <a:path w="1367371" h="885673">
                <a:moveTo>
                  <a:pt x="1367371" y="769010"/>
                </a:moveTo>
                <a:lnTo>
                  <a:pt x="1352741" y="756856"/>
                </a:lnTo>
                <a:lnTo>
                  <a:pt x="1338082" y="744741"/>
                </a:lnTo>
                <a:lnTo>
                  <a:pt x="1323394" y="732653"/>
                </a:lnTo>
                <a:lnTo>
                  <a:pt x="1308668" y="720623"/>
                </a:lnTo>
                <a:lnTo>
                  <a:pt x="1293895" y="708631"/>
                </a:lnTo>
                <a:lnTo>
                  <a:pt x="1279093" y="696687"/>
                </a:lnTo>
                <a:lnTo>
                  <a:pt x="1264253" y="684790"/>
                </a:lnTo>
                <a:lnTo>
                  <a:pt x="1249375" y="672941"/>
                </a:lnTo>
                <a:lnTo>
                  <a:pt x="1234469" y="661140"/>
                </a:lnTo>
                <a:lnTo>
                  <a:pt x="1219514" y="649386"/>
                </a:lnTo>
                <a:lnTo>
                  <a:pt x="1204522" y="637680"/>
                </a:lnTo>
                <a:lnTo>
                  <a:pt x="1189482" y="626031"/>
                </a:lnTo>
                <a:lnTo>
                  <a:pt x="1174413" y="614420"/>
                </a:lnTo>
                <a:lnTo>
                  <a:pt x="1159307" y="602866"/>
                </a:lnTo>
                <a:lnTo>
                  <a:pt x="1144162" y="591369"/>
                </a:lnTo>
                <a:lnTo>
                  <a:pt x="1128970" y="579930"/>
                </a:lnTo>
                <a:lnTo>
                  <a:pt x="1113730" y="568538"/>
                </a:lnTo>
                <a:lnTo>
                  <a:pt x="1098461" y="557203"/>
                </a:lnTo>
                <a:lnTo>
                  <a:pt x="1083145" y="545925"/>
                </a:lnTo>
                <a:lnTo>
                  <a:pt x="1067791" y="534705"/>
                </a:lnTo>
                <a:lnTo>
                  <a:pt x="1052389" y="523532"/>
                </a:lnTo>
                <a:lnTo>
                  <a:pt x="1036949" y="512435"/>
                </a:lnTo>
                <a:lnTo>
                  <a:pt x="1021461" y="501396"/>
                </a:lnTo>
                <a:lnTo>
                  <a:pt x="1005926" y="490414"/>
                </a:lnTo>
                <a:lnTo>
                  <a:pt x="990352" y="479498"/>
                </a:lnTo>
                <a:lnTo>
                  <a:pt x="974731" y="468640"/>
                </a:lnTo>
                <a:lnTo>
                  <a:pt x="959072" y="457857"/>
                </a:lnTo>
                <a:lnTo>
                  <a:pt x="943356" y="447142"/>
                </a:lnTo>
                <a:lnTo>
                  <a:pt x="927602" y="436483"/>
                </a:lnTo>
                <a:lnTo>
                  <a:pt x="911800" y="425901"/>
                </a:lnTo>
                <a:lnTo>
                  <a:pt x="895950" y="415395"/>
                </a:lnTo>
                <a:lnTo>
                  <a:pt x="880053" y="404946"/>
                </a:lnTo>
                <a:lnTo>
                  <a:pt x="864098" y="394583"/>
                </a:lnTo>
                <a:lnTo>
                  <a:pt x="848106" y="384286"/>
                </a:lnTo>
                <a:lnTo>
                  <a:pt x="832066" y="374075"/>
                </a:lnTo>
                <a:lnTo>
                  <a:pt x="815969" y="363931"/>
                </a:lnTo>
                <a:lnTo>
                  <a:pt x="799833" y="353882"/>
                </a:lnTo>
                <a:lnTo>
                  <a:pt x="783641" y="343900"/>
                </a:lnTo>
                <a:lnTo>
                  <a:pt x="767391" y="334004"/>
                </a:lnTo>
                <a:lnTo>
                  <a:pt x="751103" y="324193"/>
                </a:lnTo>
                <a:lnTo>
                  <a:pt x="734759" y="314468"/>
                </a:lnTo>
                <a:lnTo>
                  <a:pt x="718356" y="304829"/>
                </a:lnTo>
                <a:lnTo>
                  <a:pt x="701907" y="295285"/>
                </a:lnTo>
                <a:lnTo>
                  <a:pt x="685400" y="285826"/>
                </a:lnTo>
                <a:lnTo>
                  <a:pt x="668846" y="276463"/>
                </a:lnTo>
                <a:lnTo>
                  <a:pt x="652234" y="267205"/>
                </a:lnTo>
                <a:lnTo>
                  <a:pt x="635575" y="258032"/>
                </a:lnTo>
                <a:lnTo>
                  <a:pt x="618858" y="248964"/>
                </a:lnTo>
                <a:lnTo>
                  <a:pt x="602085" y="239992"/>
                </a:lnTo>
                <a:lnTo>
                  <a:pt x="585254" y="231134"/>
                </a:lnTo>
                <a:lnTo>
                  <a:pt x="568366" y="222371"/>
                </a:lnTo>
                <a:lnTo>
                  <a:pt x="551431" y="213722"/>
                </a:lnTo>
                <a:lnTo>
                  <a:pt x="534438" y="205188"/>
                </a:lnTo>
                <a:lnTo>
                  <a:pt x="517379" y="196767"/>
                </a:lnTo>
                <a:lnTo>
                  <a:pt x="500272" y="188452"/>
                </a:lnTo>
                <a:lnTo>
                  <a:pt x="483108" y="180270"/>
                </a:lnTo>
                <a:lnTo>
                  <a:pt x="465877" y="172202"/>
                </a:lnTo>
                <a:lnTo>
                  <a:pt x="448599" y="164259"/>
                </a:lnTo>
                <a:lnTo>
                  <a:pt x="431254" y="156448"/>
                </a:lnTo>
                <a:lnTo>
                  <a:pt x="413861" y="148761"/>
                </a:lnTo>
                <a:lnTo>
                  <a:pt x="396402" y="141208"/>
                </a:lnTo>
                <a:lnTo>
                  <a:pt x="378895" y="133788"/>
                </a:lnTo>
                <a:lnTo>
                  <a:pt x="361321" y="126511"/>
                </a:lnTo>
                <a:lnTo>
                  <a:pt x="343691" y="119377"/>
                </a:lnTo>
                <a:lnTo>
                  <a:pt x="325993" y="112385"/>
                </a:lnTo>
                <a:lnTo>
                  <a:pt x="308248" y="105547"/>
                </a:lnTo>
                <a:lnTo>
                  <a:pt x="290446" y="98860"/>
                </a:lnTo>
                <a:lnTo>
                  <a:pt x="272586" y="92326"/>
                </a:lnTo>
                <a:lnTo>
                  <a:pt x="258994" y="84068"/>
                </a:lnTo>
                <a:lnTo>
                  <a:pt x="266576" y="66627"/>
                </a:lnTo>
                <a:lnTo>
                  <a:pt x="274158" y="49178"/>
                </a:lnTo>
                <a:lnTo>
                  <a:pt x="281740" y="31737"/>
                </a:lnTo>
                <a:lnTo>
                  <a:pt x="289322" y="14297"/>
                </a:lnTo>
                <a:lnTo>
                  <a:pt x="293103" y="0"/>
                </a:lnTo>
                <a:lnTo>
                  <a:pt x="274539" y="4162"/>
                </a:lnTo>
                <a:lnTo>
                  <a:pt x="255984" y="8325"/>
                </a:lnTo>
                <a:lnTo>
                  <a:pt x="237430" y="12487"/>
                </a:lnTo>
                <a:lnTo>
                  <a:pt x="218865" y="16659"/>
                </a:lnTo>
                <a:lnTo>
                  <a:pt x="200311" y="20822"/>
                </a:lnTo>
                <a:lnTo>
                  <a:pt x="181747" y="24984"/>
                </a:lnTo>
                <a:lnTo>
                  <a:pt x="163192" y="29147"/>
                </a:lnTo>
                <a:lnTo>
                  <a:pt x="144637" y="33309"/>
                </a:lnTo>
                <a:lnTo>
                  <a:pt x="126073" y="37471"/>
                </a:lnTo>
                <a:lnTo>
                  <a:pt x="107518" y="41634"/>
                </a:lnTo>
                <a:lnTo>
                  <a:pt x="88954" y="45806"/>
                </a:lnTo>
                <a:lnTo>
                  <a:pt x="70399" y="49968"/>
                </a:lnTo>
                <a:lnTo>
                  <a:pt x="51845" y="54131"/>
                </a:lnTo>
                <a:lnTo>
                  <a:pt x="33280" y="58293"/>
                </a:lnTo>
                <a:lnTo>
                  <a:pt x="14726" y="62455"/>
                </a:lnTo>
                <a:lnTo>
                  <a:pt x="0" y="68180"/>
                </a:lnTo>
                <a:lnTo>
                  <a:pt x="10382" y="84115"/>
                </a:lnTo>
                <a:lnTo>
                  <a:pt x="20765" y="100060"/>
                </a:lnTo>
                <a:lnTo>
                  <a:pt x="31147" y="115995"/>
                </a:lnTo>
                <a:lnTo>
                  <a:pt x="41519" y="131931"/>
                </a:lnTo>
                <a:lnTo>
                  <a:pt x="51902" y="147866"/>
                </a:lnTo>
                <a:lnTo>
                  <a:pt x="62284" y="163801"/>
                </a:lnTo>
                <a:lnTo>
                  <a:pt x="72666" y="179746"/>
                </a:lnTo>
                <a:lnTo>
                  <a:pt x="83048" y="195682"/>
                </a:lnTo>
                <a:lnTo>
                  <a:pt x="93421" y="211617"/>
                </a:lnTo>
                <a:lnTo>
                  <a:pt x="103803" y="227552"/>
                </a:lnTo>
                <a:lnTo>
                  <a:pt x="114186" y="243488"/>
                </a:lnTo>
                <a:lnTo>
                  <a:pt x="124568" y="259432"/>
                </a:lnTo>
                <a:lnTo>
                  <a:pt x="134950" y="275368"/>
                </a:lnTo>
                <a:lnTo>
                  <a:pt x="145332" y="291303"/>
                </a:lnTo>
                <a:lnTo>
                  <a:pt x="155705" y="307238"/>
                </a:lnTo>
                <a:lnTo>
                  <a:pt x="164516" y="305324"/>
                </a:lnTo>
                <a:lnTo>
                  <a:pt x="171936" y="287817"/>
                </a:lnTo>
                <a:lnTo>
                  <a:pt x="179356" y="270300"/>
                </a:lnTo>
                <a:lnTo>
                  <a:pt x="186785" y="252794"/>
                </a:lnTo>
                <a:lnTo>
                  <a:pt x="194205" y="235277"/>
                </a:lnTo>
                <a:lnTo>
                  <a:pt x="207197" y="230381"/>
                </a:lnTo>
                <a:lnTo>
                  <a:pt x="225104" y="236811"/>
                </a:lnTo>
                <a:lnTo>
                  <a:pt x="242945" y="243402"/>
                </a:lnTo>
                <a:lnTo>
                  <a:pt x="260718" y="250165"/>
                </a:lnTo>
                <a:lnTo>
                  <a:pt x="278435" y="257080"/>
                </a:lnTo>
                <a:lnTo>
                  <a:pt x="296094" y="264147"/>
                </a:lnTo>
                <a:lnTo>
                  <a:pt x="313696" y="271358"/>
                </a:lnTo>
                <a:lnTo>
                  <a:pt x="331222" y="278730"/>
                </a:lnTo>
                <a:lnTo>
                  <a:pt x="348701" y="286245"/>
                </a:lnTo>
                <a:lnTo>
                  <a:pt x="366112" y="293894"/>
                </a:lnTo>
                <a:lnTo>
                  <a:pt x="383467" y="301676"/>
                </a:lnTo>
                <a:lnTo>
                  <a:pt x="400764" y="309601"/>
                </a:lnTo>
                <a:lnTo>
                  <a:pt x="417995" y="317649"/>
                </a:lnTo>
                <a:lnTo>
                  <a:pt x="435159" y="325831"/>
                </a:lnTo>
                <a:lnTo>
                  <a:pt x="452276" y="334137"/>
                </a:lnTo>
                <a:lnTo>
                  <a:pt x="469325" y="342567"/>
                </a:lnTo>
                <a:lnTo>
                  <a:pt x="486318" y="351111"/>
                </a:lnTo>
                <a:lnTo>
                  <a:pt x="503253" y="359769"/>
                </a:lnTo>
                <a:lnTo>
                  <a:pt x="520122" y="368541"/>
                </a:lnTo>
                <a:lnTo>
                  <a:pt x="536943" y="377428"/>
                </a:lnTo>
                <a:lnTo>
                  <a:pt x="553698" y="386429"/>
                </a:lnTo>
                <a:lnTo>
                  <a:pt x="570395" y="395535"/>
                </a:lnTo>
                <a:lnTo>
                  <a:pt x="587045" y="404736"/>
                </a:lnTo>
                <a:lnTo>
                  <a:pt x="603628" y="414052"/>
                </a:lnTo>
                <a:lnTo>
                  <a:pt x="620154" y="423453"/>
                </a:lnTo>
                <a:lnTo>
                  <a:pt x="636632" y="432959"/>
                </a:lnTo>
                <a:lnTo>
                  <a:pt x="653053" y="442560"/>
                </a:lnTo>
                <a:lnTo>
                  <a:pt x="669417" y="452257"/>
                </a:lnTo>
                <a:lnTo>
                  <a:pt x="685724" y="462048"/>
                </a:lnTo>
                <a:lnTo>
                  <a:pt x="701973" y="471916"/>
                </a:lnTo>
                <a:lnTo>
                  <a:pt x="718175" y="481879"/>
                </a:lnTo>
                <a:lnTo>
                  <a:pt x="734330" y="491928"/>
                </a:lnTo>
                <a:lnTo>
                  <a:pt x="750418" y="502063"/>
                </a:lnTo>
                <a:lnTo>
                  <a:pt x="766467" y="512283"/>
                </a:lnTo>
                <a:lnTo>
                  <a:pt x="782460" y="522580"/>
                </a:lnTo>
                <a:lnTo>
                  <a:pt x="798395" y="532952"/>
                </a:lnTo>
                <a:lnTo>
                  <a:pt x="814292" y="543411"/>
                </a:lnTo>
                <a:lnTo>
                  <a:pt x="830132" y="553936"/>
                </a:lnTo>
                <a:lnTo>
                  <a:pt x="845915" y="564537"/>
                </a:lnTo>
                <a:lnTo>
                  <a:pt x="861660" y="575215"/>
                </a:lnTo>
                <a:lnTo>
                  <a:pt x="877348" y="585959"/>
                </a:lnTo>
                <a:lnTo>
                  <a:pt x="892997" y="596779"/>
                </a:lnTo>
                <a:lnTo>
                  <a:pt x="908590" y="607666"/>
                </a:lnTo>
                <a:lnTo>
                  <a:pt x="924144" y="618620"/>
                </a:lnTo>
                <a:lnTo>
                  <a:pt x="939641" y="629641"/>
                </a:lnTo>
                <a:lnTo>
                  <a:pt x="955091" y="640728"/>
                </a:lnTo>
                <a:lnTo>
                  <a:pt x="970502" y="651872"/>
                </a:lnTo>
                <a:lnTo>
                  <a:pt x="985876" y="663083"/>
                </a:lnTo>
                <a:lnTo>
                  <a:pt x="1001192" y="674351"/>
                </a:lnTo>
                <a:lnTo>
                  <a:pt x="1016470" y="685686"/>
                </a:lnTo>
                <a:lnTo>
                  <a:pt x="1031700" y="697087"/>
                </a:lnTo>
                <a:lnTo>
                  <a:pt x="1046883" y="708536"/>
                </a:lnTo>
                <a:lnTo>
                  <a:pt x="1062028" y="720042"/>
                </a:lnTo>
                <a:lnTo>
                  <a:pt x="1077125" y="731606"/>
                </a:lnTo>
                <a:lnTo>
                  <a:pt x="1092194" y="743217"/>
                </a:lnTo>
                <a:lnTo>
                  <a:pt x="1107215" y="754885"/>
                </a:lnTo>
                <a:lnTo>
                  <a:pt x="1122188" y="766610"/>
                </a:lnTo>
                <a:lnTo>
                  <a:pt x="1137114" y="778393"/>
                </a:lnTo>
                <a:lnTo>
                  <a:pt x="1152011" y="790223"/>
                </a:lnTo>
                <a:lnTo>
                  <a:pt x="1166870" y="802100"/>
                </a:lnTo>
                <a:lnTo>
                  <a:pt x="1181681" y="814026"/>
                </a:lnTo>
                <a:lnTo>
                  <a:pt x="1196464" y="825998"/>
                </a:lnTo>
                <a:lnTo>
                  <a:pt x="1211189" y="838029"/>
                </a:lnTo>
                <a:lnTo>
                  <a:pt x="1225887" y="850106"/>
                </a:lnTo>
                <a:lnTo>
                  <a:pt x="1240546" y="862222"/>
                </a:lnTo>
                <a:lnTo>
                  <a:pt x="1255166" y="874385"/>
                </a:lnTo>
                <a:lnTo>
                  <a:pt x="1269673" y="885673"/>
                </a:lnTo>
                <a:lnTo>
                  <a:pt x="1281884" y="871090"/>
                </a:lnTo>
                <a:lnTo>
                  <a:pt x="1294105" y="856507"/>
                </a:lnTo>
                <a:lnTo>
                  <a:pt x="1306316" y="841924"/>
                </a:lnTo>
                <a:lnTo>
                  <a:pt x="1318527" y="827342"/>
                </a:lnTo>
                <a:lnTo>
                  <a:pt x="1330738" y="812759"/>
                </a:lnTo>
                <a:lnTo>
                  <a:pt x="1342949" y="798176"/>
                </a:lnTo>
                <a:lnTo>
                  <a:pt x="1355160" y="783593"/>
                </a:lnTo>
                <a:lnTo>
                  <a:pt x="1367371" y="76901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radial-inward-spoke-4">
            <a:extLst xmlns:a="http://schemas.openxmlformats.org/drawingml/2006/main">
              <a:ext uri="{FF2B5EF4-FFF2-40B4-BE49-F238E27FC236}">
                <a16:creationId xmlns:a16="http://schemas.microsoft.com/office/drawing/2014/main" id="{4C263DC1-A2AD-4A43-A8AA-09BB75E1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132" y="4725276"/>
            <a:ext cx="339290" cy="505854"/>
          </a:xfrm>
          <a:custGeom xmlns:a="http://schemas.openxmlformats.org/drawingml/2006/main">
            <a:pathLst>
              <a:path w="339290" h="505854">
                <a:moveTo>
                  <a:pt x="235115" y="505854"/>
                </a:moveTo>
                <a:lnTo>
                  <a:pt x="237868" y="487080"/>
                </a:lnTo>
                <a:lnTo>
                  <a:pt x="240478" y="468278"/>
                </a:lnTo>
                <a:lnTo>
                  <a:pt x="242935" y="449466"/>
                </a:lnTo>
                <a:lnTo>
                  <a:pt x="245231" y="430625"/>
                </a:lnTo>
                <a:lnTo>
                  <a:pt x="247364" y="411766"/>
                </a:lnTo>
                <a:lnTo>
                  <a:pt x="249317" y="392887"/>
                </a:lnTo>
                <a:lnTo>
                  <a:pt x="251098" y="373999"/>
                </a:lnTo>
                <a:lnTo>
                  <a:pt x="252670" y="355082"/>
                </a:lnTo>
                <a:lnTo>
                  <a:pt x="254060" y="336156"/>
                </a:lnTo>
                <a:lnTo>
                  <a:pt x="255241" y="317221"/>
                </a:lnTo>
                <a:lnTo>
                  <a:pt x="256194" y="298266"/>
                </a:lnTo>
                <a:lnTo>
                  <a:pt x="256927" y="279302"/>
                </a:lnTo>
                <a:lnTo>
                  <a:pt x="257413" y="260328"/>
                </a:lnTo>
                <a:lnTo>
                  <a:pt x="257642" y="241354"/>
                </a:lnTo>
                <a:lnTo>
                  <a:pt x="257604" y="222380"/>
                </a:lnTo>
                <a:lnTo>
                  <a:pt x="257289" y="203406"/>
                </a:lnTo>
                <a:lnTo>
                  <a:pt x="256670" y="184433"/>
                </a:lnTo>
                <a:lnTo>
                  <a:pt x="255746" y="165478"/>
                </a:lnTo>
                <a:lnTo>
                  <a:pt x="254479" y="146552"/>
                </a:lnTo>
                <a:lnTo>
                  <a:pt x="252870" y="127635"/>
                </a:lnTo>
                <a:lnTo>
                  <a:pt x="250879" y="108766"/>
                </a:lnTo>
                <a:lnTo>
                  <a:pt x="248488" y="89945"/>
                </a:lnTo>
                <a:lnTo>
                  <a:pt x="245688" y="71171"/>
                </a:lnTo>
                <a:lnTo>
                  <a:pt x="263843" y="68551"/>
                </a:lnTo>
                <a:lnTo>
                  <a:pt x="282702" y="66475"/>
                </a:lnTo>
                <a:lnTo>
                  <a:pt x="301562" y="64399"/>
                </a:lnTo>
                <a:lnTo>
                  <a:pt x="320431" y="62332"/>
                </a:lnTo>
                <a:lnTo>
                  <a:pt x="339290" y="60255"/>
                </a:lnTo>
                <a:lnTo>
                  <a:pt x="324336" y="54521"/>
                </a:lnTo>
                <a:lnTo>
                  <a:pt x="306343" y="48463"/>
                </a:lnTo>
                <a:lnTo>
                  <a:pt x="288360" y="42405"/>
                </a:lnTo>
                <a:lnTo>
                  <a:pt x="270377" y="36347"/>
                </a:lnTo>
                <a:lnTo>
                  <a:pt x="252393" y="30290"/>
                </a:lnTo>
                <a:lnTo>
                  <a:pt x="234410" y="24232"/>
                </a:lnTo>
                <a:lnTo>
                  <a:pt x="216427" y="18174"/>
                </a:lnTo>
                <a:lnTo>
                  <a:pt x="198444" y="12116"/>
                </a:lnTo>
                <a:lnTo>
                  <a:pt x="180451" y="6058"/>
                </a:lnTo>
                <a:lnTo>
                  <a:pt x="162468" y="0"/>
                </a:lnTo>
                <a:lnTo>
                  <a:pt x="145999" y="7544"/>
                </a:lnTo>
                <a:lnTo>
                  <a:pt x="129769" y="17393"/>
                </a:lnTo>
                <a:lnTo>
                  <a:pt x="113548" y="27242"/>
                </a:lnTo>
                <a:lnTo>
                  <a:pt x="97326" y="37090"/>
                </a:lnTo>
                <a:lnTo>
                  <a:pt x="81105" y="46939"/>
                </a:lnTo>
                <a:lnTo>
                  <a:pt x="64884" y="56788"/>
                </a:lnTo>
                <a:lnTo>
                  <a:pt x="48663" y="66637"/>
                </a:lnTo>
                <a:lnTo>
                  <a:pt x="32442" y="76486"/>
                </a:lnTo>
                <a:lnTo>
                  <a:pt x="16221" y="86335"/>
                </a:lnTo>
                <a:lnTo>
                  <a:pt x="0" y="96183"/>
                </a:lnTo>
                <a:lnTo>
                  <a:pt x="18545" y="94393"/>
                </a:lnTo>
                <a:lnTo>
                  <a:pt x="37433" y="92478"/>
                </a:lnTo>
                <a:lnTo>
                  <a:pt x="56312" y="90573"/>
                </a:lnTo>
                <a:lnTo>
                  <a:pt x="75190" y="88668"/>
                </a:lnTo>
                <a:lnTo>
                  <a:pt x="94069" y="86763"/>
                </a:lnTo>
                <a:lnTo>
                  <a:pt x="97107" y="105423"/>
                </a:lnTo>
                <a:lnTo>
                  <a:pt x="99593" y="124235"/>
                </a:lnTo>
                <a:lnTo>
                  <a:pt x="101632" y="143104"/>
                </a:lnTo>
                <a:lnTo>
                  <a:pt x="103241" y="162011"/>
                </a:lnTo>
                <a:lnTo>
                  <a:pt x="104461" y="180956"/>
                </a:lnTo>
                <a:lnTo>
                  <a:pt x="105299" y="199911"/>
                </a:lnTo>
                <a:lnTo>
                  <a:pt x="105775" y="218885"/>
                </a:lnTo>
                <a:lnTo>
                  <a:pt x="105918" y="237858"/>
                </a:lnTo>
                <a:lnTo>
                  <a:pt x="105756" y="256832"/>
                </a:lnTo>
                <a:lnTo>
                  <a:pt x="105289" y="275806"/>
                </a:lnTo>
                <a:lnTo>
                  <a:pt x="104546" y="294770"/>
                </a:lnTo>
                <a:lnTo>
                  <a:pt x="103537" y="313715"/>
                </a:lnTo>
                <a:lnTo>
                  <a:pt x="102279" y="332651"/>
                </a:lnTo>
                <a:lnTo>
                  <a:pt x="100784" y="351568"/>
                </a:lnTo>
                <a:lnTo>
                  <a:pt x="99060" y="370475"/>
                </a:lnTo>
                <a:lnTo>
                  <a:pt x="97126" y="389353"/>
                </a:lnTo>
                <a:lnTo>
                  <a:pt x="94983" y="408203"/>
                </a:lnTo>
                <a:lnTo>
                  <a:pt x="92650" y="427034"/>
                </a:lnTo>
                <a:lnTo>
                  <a:pt x="90126" y="445846"/>
                </a:lnTo>
                <a:lnTo>
                  <a:pt x="87420" y="464630"/>
                </a:lnTo>
                <a:lnTo>
                  <a:pt x="85020" y="483051"/>
                </a:lnTo>
                <a:lnTo>
                  <a:pt x="103775" y="485899"/>
                </a:lnTo>
                <a:lnTo>
                  <a:pt x="122539" y="488756"/>
                </a:lnTo>
                <a:lnTo>
                  <a:pt x="141303" y="491604"/>
                </a:lnTo>
                <a:lnTo>
                  <a:pt x="160068" y="494452"/>
                </a:lnTo>
                <a:lnTo>
                  <a:pt x="178822" y="497300"/>
                </a:lnTo>
                <a:lnTo>
                  <a:pt x="197587" y="500148"/>
                </a:lnTo>
                <a:lnTo>
                  <a:pt x="216351" y="503006"/>
                </a:lnTo>
                <a:lnTo>
                  <a:pt x="235115" y="505854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radial-inward-spoke-5">
            <a:extLst xmlns:a="http://schemas.openxmlformats.org/drawingml/2006/main">
              <a:ext uri="{FF2B5EF4-FFF2-40B4-BE49-F238E27FC236}">
                <a16:creationId xmlns:a16="http://schemas.microsoft.com/office/drawing/2014/main" id="{4E6F8979-F5DF-45CE-B96D-BC8223A9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1289" y="4409294"/>
            <a:ext cx="1342263" cy="833266"/>
          </a:xfrm>
          <a:custGeom xmlns:a="http://schemas.openxmlformats.org/drawingml/2006/main">
            <a:pathLst>
              <a:path w="1342263" h="833266">
                <a:moveTo>
                  <a:pt x="52064" y="833266"/>
                </a:moveTo>
                <a:lnTo>
                  <a:pt x="69904" y="826675"/>
                </a:lnTo>
                <a:lnTo>
                  <a:pt x="87716" y="820036"/>
                </a:lnTo>
                <a:lnTo>
                  <a:pt x="105518" y="813340"/>
                </a:lnTo>
                <a:lnTo>
                  <a:pt x="123292" y="806596"/>
                </a:lnTo>
                <a:lnTo>
                  <a:pt x="141056" y="799795"/>
                </a:lnTo>
                <a:lnTo>
                  <a:pt x="158791" y="792947"/>
                </a:lnTo>
                <a:lnTo>
                  <a:pt x="176508" y="786041"/>
                </a:lnTo>
                <a:lnTo>
                  <a:pt x="194205" y="779069"/>
                </a:lnTo>
                <a:lnTo>
                  <a:pt x="211874" y="772049"/>
                </a:lnTo>
                <a:lnTo>
                  <a:pt x="229524" y="764972"/>
                </a:lnTo>
                <a:lnTo>
                  <a:pt x="247145" y="757838"/>
                </a:lnTo>
                <a:lnTo>
                  <a:pt x="264747" y="750637"/>
                </a:lnTo>
                <a:lnTo>
                  <a:pt x="282331" y="743388"/>
                </a:lnTo>
                <a:lnTo>
                  <a:pt x="299876" y="736073"/>
                </a:lnTo>
                <a:lnTo>
                  <a:pt x="317411" y="728701"/>
                </a:lnTo>
                <a:lnTo>
                  <a:pt x="334909" y="721262"/>
                </a:lnTo>
                <a:lnTo>
                  <a:pt x="352377" y="713756"/>
                </a:lnTo>
                <a:lnTo>
                  <a:pt x="369827" y="706193"/>
                </a:lnTo>
                <a:lnTo>
                  <a:pt x="387248" y="698564"/>
                </a:lnTo>
                <a:lnTo>
                  <a:pt x="404641" y="690877"/>
                </a:lnTo>
                <a:lnTo>
                  <a:pt x="421996" y="683114"/>
                </a:lnTo>
                <a:lnTo>
                  <a:pt x="439331" y="675294"/>
                </a:lnTo>
                <a:lnTo>
                  <a:pt x="456629" y="667398"/>
                </a:lnTo>
                <a:lnTo>
                  <a:pt x="473897" y="659435"/>
                </a:lnTo>
                <a:lnTo>
                  <a:pt x="491138" y="651405"/>
                </a:lnTo>
                <a:lnTo>
                  <a:pt x="508340" y="643309"/>
                </a:lnTo>
                <a:lnTo>
                  <a:pt x="525504" y="635127"/>
                </a:lnTo>
                <a:lnTo>
                  <a:pt x="542639" y="626888"/>
                </a:lnTo>
                <a:lnTo>
                  <a:pt x="559746" y="618573"/>
                </a:lnTo>
                <a:lnTo>
                  <a:pt x="576805" y="610172"/>
                </a:lnTo>
                <a:lnTo>
                  <a:pt x="593827" y="601704"/>
                </a:lnTo>
                <a:lnTo>
                  <a:pt x="610819" y="593160"/>
                </a:lnTo>
                <a:lnTo>
                  <a:pt x="627764" y="584530"/>
                </a:lnTo>
                <a:lnTo>
                  <a:pt x="644671" y="575834"/>
                </a:lnTo>
                <a:lnTo>
                  <a:pt x="661540" y="567052"/>
                </a:lnTo>
                <a:lnTo>
                  <a:pt x="678361" y="558184"/>
                </a:lnTo>
                <a:lnTo>
                  <a:pt x="695135" y="549240"/>
                </a:lnTo>
                <a:lnTo>
                  <a:pt x="711870" y="540210"/>
                </a:lnTo>
                <a:lnTo>
                  <a:pt x="728567" y="531095"/>
                </a:lnTo>
                <a:lnTo>
                  <a:pt x="745207" y="521894"/>
                </a:lnTo>
                <a:lnTo>
                  <a:pt x="761800" y="512607"/>
                </a:lnTo>
                <a:lnTo>
                  <a:pt x="778345" y="503234"/>
                </a:lnTo>
                <a:lnTo>
                  <a:pt x="794833" y="493766"/>
                </a:lnTo>
                <a:lnTo>
                  <a:pt x="811273" y="484213"/>
                </a:lnTo>
                <a:lnTo>
                  <a:pt x="827656" y="474564"/>
                </a:lnTo>
                <a:lnTo>
                  <a:pt x="843991" y="464820"/>
                </a:lnTo>
                <a:lnTo>
                  <a:pt x="860260" y="454981"/>
                </a:lnTo>
                <a:lnTo>
                  <a:pt x="876481" y="445046"/>
                </a:lnTo>
                <a:lnTo>
                  <a:pt x="892635" y="435016"/>
                </a:lnTo>
                <a:lnTo>
                  <a:pt x="908723" y="424882"/>
                </a:lnTo>
                <a:lnTo>
                  <a:pt x="924754" y="414652"/>
                </a:lnTo>
                <a:lnTo>
                  <a:pt x="940718" y="404317"/>
                </a:lnTo>
                <a:lnTo>
                  <a:pt x="956605" y="393887"/>
                </a:lnTo>
                <a:lnTo>
                  <a:pt x="972436" y="383343"/>
                </a:lnTo>
                <a:lnTo>
                  <a:pt x="988190" y="372694"/>
                </a:lnTo>
                <a:lnTo>
                  <a:pt x="1003868" y="361931"/>
                </a:lnTo>
                <a:lnTo>
                  <a:pt x="1019470" y="351063"/>
                </a:lnTo>
                <a:lnTo>
                  <a:pt x="1034996" y="340090"/>
                </a:lnTo>
                <a:lnTo>
                  <a:pt x="1050446" y="328994"/>
                </a:lnTo>
                <a:lnTo>
                  <a:pt x="1065800" y="317783"/>
                </a:lnTo>
                <a:lnTo>
                  <a:pt x="1081078" y="306467"/>
                </a:lnTo>
                <a:lnTo>
                  <a:pt x="1096270" y="295027"/>
                </a:lnTo>
                <a:lnTo>
                  <a:pt x="1111367" y="283464"/>
                </a:lnTo>
                <a:lnTo>
                  <a:pt x="1126369" y="271786"/>
                </a:lnTo>
                <a:lnTo>
                  <a:pt x="1141276" y="259975"/>
                </a:lnTo>
                <a:lnTo>
                  <a:pt x="1156087" y="248050"/>
                </a:lnTo>
                <a:lnTo>
                  <a:pt x="1170794" y="235991"/>
                </a:lnTo>
                <a:lnTo>
                  <a:pt x="1185396" y="223818"/>
                </a:lnTo>
                <a:lnTo>
                  <a:pt x="1199474" y="215265"/>
                </a:lnTo>
                <a:lnTo>
                  <a:pt x="1210885" y="230476"/>
                </a:lnTo>
                <a:lnTo>
                  <a:pt x="1222296" y="245688"/>
                </a:lnTo>
                <a:lnTo>
                  <a:pt x="1233707" y="260899"/>
                </a:lnTo>
                <a:lnTo>
                  <a:pt x="1245118" y="276111"/>
                </a:lnTo>
                <a:lnTo>
                  <a:pt x="1255795" y="287084"/>
                </a:lnTo>
                <a:lnTo>
                  <a:pt x="1261462" y="268929"/>
                </a:lnTo>
                <a:lnTo>
                  <a:pt x="1267139" y="250784"/>
                </a:lnTo>
                <a:lnTo>
                  <a:pt x="1272807" y="232629"/>
                </a:lnTo>
                <a:lnTo>
                  <a:pt x="1278484" y="214484"/>
                </a:lnTo>
                <a:lnTo>
                  <a:pt x="1284151" y="196329"/>
                </a:lnTo>
                <a:lnTo>
                  <a:pt x="1289828" y="178184"/>
                </a:lnTo>
                <a:lnTo>
                  <a:pt x="1295495" y="160030"/>
                </a:lnTo>
                <a:lnTo>
                  <a:pt x="1301172" y="141884"/>
                </a:lnTo>
                <a:lnTo>
                  <a:pt x="1306840" y="123730"/>
                </a:lnTo>
                <a:lnTo>
                  <a:pt x="1312507" y="105585"/>
                </a:lnTo>
                <a:lnTo>
                  <a:pt x="1318184" y="87430"/>
                </a:lnTo>
                <a:lnTo>
                  <a:pt x="1323851" y="69275"/>
                </a:lnTo>
                <a:lnTo>
                  <a:pt x="1329528" y="51130"/>
                </a:lnTo>
                <a:lnTo>
                  <a:pt x="1335195" y="32976"/>
                </a:lnTo>
                <a:lnTo>
                  <a:pt x="1340872" y="14830"/>
                </a:lnTo>
                <a:lnTo>
                  <a:pt x="1342263" y="0"/>
                </a:lnTo>
                <a:lnTo>
                  <a:pt x="1323270" y="981"/>
                </a:lnTo>
                <a:lnTo>
                  <a:pt x="1304277" y="1953"/>
                </a:lnTo>
                <a:lnTo>
                  <a:pt x="1285294" y="2934"/>
                </a:lnTo>
                <a:lnTo>
                  <a:pt x="1266301" y="3905"/>
                </a:lnTo>
                <a:lnTo>
                  <a:pt x="1247308" y="4886"/>
                </a:lnTo>
                <a:lnTo>
                  <a:pt x="1228315" y="5858"/>
                </a:lnTo>
                <a:lnTo>
                  <a:pt x="1209332" y="6839"/>
                </a:lnTo>
                <a:lnTo>
                  <a:pt x="1190339" y="7820"/>
                </a:lnTo>
                <a:lnTo>
                  <a:pt x="1171346" y="8792"/>
                </a:lnTo>
                <a:lnTo>
                  <a:pt x="1152354" y="9773"/>
                </a:lnTo>
                <a:lnTo>
                  <a:pt x="1133370" y="10744"/>
                </a:lnTo>
                <a:lnTo>
                  <a:pt x="1114377" y="11725"/>
                </a:lnTo>
                <a:lnTo>
                  <a:pt x="1095385" y="12697"/>
                </a:lnTo>
                <a:lnTo>
                  <a:pt x="1076392" y="13678"/>
                </a:lnTo>
                <a:lnTo>
                  <a:pt x="1057408" y="14659"/>
                </a:lnTo>
                <a:lnTo>
                  <a:pt x="1055884" y="23813"/>
                </a:lnTo>
                <a:lnTo>
                  <a:pt x="1067295" y="39024"/>
                </a:lnTo>
                <a:lnTo>
                  <a:pt x="1078706" y="54235"/>
                </a:lnTo>
                <a:lnTo>
                  <a:pt x="1090117" y="69456"/>
                </a:lnTo>
                <a:lnTo>
                  <a:pt x="1101528" y="84668"/>
                </a:lnTo>
                <a:lnTo>
                  <a:pt x="1098318" y="98279"/>
                </a:lnTo>
                <a:lnTo>
                  <a:pt x="1083802" y="110566"/>
                </a:lnTo>
                <a:lnTo>
                  <a:pt x="1069181" y="122720"/>
                </a:lnTo>
                <a:lnTo>
                  <a:pt x="1054446" y="134741"/>
                </a:lnTo>
                <a:lnTo>
                  <a:pt x="1039597" y="146618"/>
                </a:lnTo>
                <a:lnTo>
                  <a:pt x="1024652" y="158382"/>
                </a:lnTo>
                <a:lnTo>
                  <a:pt x="1009612" y="170012"/>
                </a:lnTo>
                <a:lnTo>
                  <a:pt x="994467" y="181508"/>
                </a:lnTo>
                <a:lnTo>
                  <a:pt x="979227" y="192881"/>
                </a:lnTo>
                <a:lnTo>
                  <a:pt x="963901" y="204140"/>
                </a:lnTo>
                <a:lnTo>
                  <a:pt x="948480" y="215265"/>
                </a:lnTo>
                <a:lnTo>
                  <a:pt x="932983" y="226276"/>
                </a:lnTo>
                <a:lnTo>
                  <a:pt x="917391" y="237173"/>
                </a:lnTo>
                <a:lnTo>
                  <a:pt x="901732" y="247945"/>
                </a:lnTo>
                <a:lnTo>
                  <a:pt x="885987" y="258613"/>
                </a:lnTo>
                <a:lnTo>
                  <a:pt x="870166" y="269157"/>
                </a:lnTo>
                <a:lnTo>
                  <a:pt x="854269" y="279597"/>
                </a:lnTo>
                <a:lnTo>
                  <a:pt x="838305" y="289931"/>
                </a:lnTo>
                <a:lnTo>
                  <a:pt x="822265" y="300152"/>
                </a:lnTo>
                <a:lnTo>
                  <a:pt x="806167" y="310267"/>
                </a:lnTo>
                <a:lnTo>
                  <a:pt x="789994" y="320269"/>
                </a:lnTo>
                <a:lnTo>
                  <a:pt x="773763" y="330175"/>
                </a:lnTo>
                <a:lnTo>
                  <a:pt x="757476" y="339985"/>
                </a:lnTo>
                <a:lnTo>
                  <a:pt x="741121" y="349682"/>
                </a:lnTo>
                <a:lnTo>
                  <a:pt x="724710" y="359293"/>
                </a:lnTo>
                <a:lnTo>
                  <a:pt x="708241" y="368798"/>
                </a:lnTo>
                <a:lnTo>
                  <a:pt x="691715" y="378209"/>
                </a:lnTo>
                <a:lnTo>
                  <a:pt x="675142" y="387525"/>
                </a:lnTo>
                <a:lnTo>
                  <a:pt x="658511" y="396745"/>
                </a:lnTo>
                <a:lnTo>
                  <a:pt x="641833" y="405879"/>
                </a:lnTo>
                <a:lnTo>
                  <a:pt x="625097" y="414919"/>
                </a:lnTo>
                <a:lnTo>
                  <a:pt x="608324" y="423872"/>
                </a:lnTo>
                <a:lnTo>
                  <a:pt x="591503" y="432730"/>
                </a:lnTo>
                <a:lnTo>
                  <a:pt x="574634" y="441512"/>
                </a:lnTo>
                <a:lnTo>
                  <a:pt x="557717" y="450199"/>
                </a:lnTo>
                <a:lnTo>
                  <a:pt x="540763" y="458810"/>
                </a:lnTo>
                <a:lnTo>
                  <a:pt x="523761" y="467335"/>
                </a:lnTo>
                <a:lnTo>
                  <a:pt x="506730" y="475774"/>
                </a:lnTo>
                <a:lnTo>
                  <a:pt x="489652" y="484137"/>
                </a:lnTo>
                <a:lnTo>
                  <a:pt x="472535" y="492423"/>
                </a:lnTo>
                <a:lnTo>
                  <a:pt x="455381" y="500624"/>
                </a:lnTo>
                <a:lnTo>
                  <a:pt x="438188" y="508749"/>
                </a:lnTo>
                <a:lnTo>
                  <a:pt x="420957" y="516807"/>
                </a:lnTo>
                <a:lnTo>
                  <a:pt x="403698" y="524780"/>
                </a:lnTo>
                <a:lnTo>
                  <a:pt x="386401" y="532686"/>
                </a:lnTo>
                <a:lnTo>
                  <a:pt x="369075" y="540515"/>
                </a:lnTo>
                <a:lnTo>
                  <a:pt x="351711" y="548278"/>
                </a:lnTo>
                <a:lnTo>
                  <a:pt x="334318" y="555965"/>
                </a:lnTo>
                <a:lnTo>
                  <a:pt x="316897" y="563585"/>
                </a:lnTo>
                <a:lnTo>
                  <a:pt x="299447" y="571129"/>
                </a:lnTo>
                <a:lnTo>
                  <a:pt x="281959" y="578606"/>
                </a:lnTo>
                <a:lnTo>
                  <a:pt x="264452" y="586026"/>
                </a:lnTo>
                <a:lnTo>
                  <a:pt x="246917" y="593369"/>
                </a:lnTo>
                <a:lnTo>
                  <a:pt x="229343" y="600656"/>
                </a:lnTo>
                <a:lnTo>
                  <a:pt x="211760" y="607876"/>
                </a:lnTo>
                <a:lnTo>
                  <a:pt x="194139" y="615029"/>
                </a:lnTo>
                <a:lnTo>
                  <a:pt x="176489" y="622116"/>
                </a:lnTo>
                <a:lnTo>
                  <a:pt x="158829" y="629145"/>
                </a:lnTo>
                <a:lnTo>
                  <a:pt x="141132" y="636118"/>
                </a:lnTo>
                <a:lnTo>
                  <a:pt x="123415" y="643023"/>
                </a:lnTo>
                <a:lnTo>
                  <a:pt x="105680" y="649872"/>
                </a:lnTo>
                <a:lnTo>
                  <a:pt x="87916" y="656663"/>
                </a:lnTo>
                <a:lnTo>
                  <a:pt x="70133" y="663397"/>
                </a:lnTo>
                <a:lnTo>
                  <a:pt x="52330" y="670074"/>
                </a:lnTo>
                <a:lnTo>
                  <a:pt x="34500" y="676694"/>
                </a:lnTo>
                <a:lnTo>
                  <a:pt x="16650" y="683257"/>
                </a:lnTo>
                <a:lnTo>
                  <a:pt x="0" y="690334"/>
                </a:lnTo>
                <a:lnTo>
                  <a:pt x="6506" y="708193"/>
                </a:lnTo>
                <a:lnTo>
                  <a:pt x="13011" y="726062"/>
                </a:lnTo>
                <a:lnTo>
                  <a:pt x="19526" y="743931"/>
                </a:lnTo>
                <a:lnTo>
                  <a:pt x="26032" y="761800"/>
                </a:lnTo>
                <a:lnTo>
                  <a:pt x="32537" y="779669"/>
                </a:lnTo>
                <a:lnTo>
                  <a:pt x="39043" y="797538"/>
                </a:lnTo>
                <a:lnTo>
                  <a:pt x="45558" y="815397"/>
                </a:lnTo>
                <a:lnTo>
                  <a:pt x="52064" y="833266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radial-inward-spoke-6">
            <a:extLst xmlns:a="http://schemas.openxmlformats.org/drawingml/2006/main">
              <a:ext uri="{FF2B5EF4-FFF2-40B4-BE49-F238E27FC236}">
                <a16:creationId xmlns:a16="http://schemas.microsoft.com/office/drawing/2014/main" id="{536DCE0E-3585-4B2B-9AAC-BA02F3DF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105" y="2619870"/>
            <a:ext cx="1367371" cy="885673"/>
          </a:xfrm>
          <a:custGeom xmlns:a="http://schemas.openxmlformats.org/drawingml/2006/main">
            <a:pathLst>
              <a:path w="1367371" h="885673">
                <a:moveTo>
                  <a:pt x="0" y="116662"/>
                </a:moveTo>
                <a:lnTo>
                  <a:pt x="14621" y="128816"/>
                </a:lnTo>
                <a:lnTo>
                  <a:pt x="29280" y="140941"/>
                </a:lnTo>
                <a:lnTo>
                  <a:pt x="43977" y="153019"/>
                </a:lnTo>
                <a:lnTo>
                  <a:pt x="58703" y="165059"/>
                </a:lnTo>
                <a:lnTo>
                  <a:pt x="73466" y="177041"/>
                </a:lnTo>
                <a:lnTo>
                  <a:pt x="88268" y="188986"/>
                </a:lnTo>
                <a:lnTo>
                  <a:pt x="103108" y="200882"/>
                </a:lnTo>
                <a:lnTo>
                  <a:pt x="117986" y="212731"/>
                </a:lnTo>
                <a:lnTo>
                  <a:pt x="132902" y="224542"/>
                </a:lnTo>
                <a:lnTo>
                  <a:pt x="147857" y="236296"/>
                </a:lnTo>
                <a:lnTo>
                  <a:pt x="162849" y="247993"/>
                </a:lnTo>
                <a:lnTo>
                  <a:pt x="177870" y="259652"/>
                </a:lnTo>
                <a:lnTo>
                  <a:pt x="192948" y="271253"/>
                </a:lnTo>
                <a:lnTo>
                  <a:pt x="208055" y="282807"/>
                </a:lnTo>
                <a:lnTo>
                  <a:pt x="223209" y="294303"/>
                </a:lnTo>
                <a:lnTo>
                  <a:pt x="238401" y="305753"/>
                </a:lnTo>
                <a:lnTo>
                  <a:pt x="253632" y="317144"/>
                </a:lnTo>
                <a:lnTo>
                  <a:pt x="268900" y="328479"/>
                </a:lnTo>
                <a:lnTo>
                  <a:pt x="284216" y="339757"/>
                </a:lnTo>
                <a:lnTo>
                  <a:pt x="299580" y="350977"/>
                </a:lnTo>
                <a:lnTo>
                  <a:pt x="314973" y="362141"/>
                </a:lnTo>
                <a:lnTo>
                  <a:pt x="330422" y="373237"/>
                </a:lnTo>
                <a:lnTo>
                  <a:pt x="345910" y="384277"/>
                </a:lnTo>
                <a:lnTo>
                  <a:pt x="361436" y="395259"/>
                </a:lnTo>
                <a:lnTo>
                  <a:pt x="377009" y="406175"/>
                </a:lnTo>
                <a:lnTo>
                  <a:pt x="392630" y="417024"/>
                </a:lnTo>
                <a:lnTo>
                  <a:pt x="408299" y="427815"/>
                </a:lnTo>
                <a:lnTo>
                  <a:pt x="424005" y="438531"/>
                </a:lnTo>
                <a:lnTo>
                  <a:pt x="439769" y="449189"/>
                </a:lnTo>
                <a:lnTo>
                  <a:pt x="455571" y="459772"/>
                </a:lnTo>
                <a:lnTo>
                  <a:pt x="471421" y="470278"/>
                </a:lnTo>
                <a:lnTo>
                  <a:pt x="487318" y="480717"/>
                </a:lnTo>
                <a:lnTo>
                  <a:pt x="503263" y="491090"/>
                </a:lnTo>
                <a:lnTo>
                  <a:pt x="519255" y="501386"/>
                </a:lnTo>
                <a:lnTo>
                  <a:pt x="535305" y="511597"/>
                </a:lnTo>
                <a:lnTo>
                  <a:pt x="551393" y="521732"/>
                </a:lnTo>
                <a:lnTo>
                  <a:pt x="567538" y="531790"/>
                </a:lnTo>
                <a:lnTo>
                  <a:pt x="583730" y="541772"/>
                </a:lnTo>
                <a:lnTo>
                  <a:pt x="599970" y="551669"/>
                </a:lnTo>
                <a:lnTo>
                  <a:pt x="616268" y="561480"/>
                </a:lnTo>
                <a:lnTo>
                  <a:pt x="632612" y="571205"/>
                </a:lnTo>
                <a:lnTo>
                  <a:pt x="649014" y="580844"/>
                </a:lnTo>
                <a:lnTo>
                  <a:pt x="665464" y="590388"/>
                </a:lnTo>
                <a:lnTo>
                  <a:pt x="681961" y="599846"/>
                </a:lnTo>
                <a:lnTo>
                  <a:pt x="698516" y="609209"/>
                </a:lnTo>
                <a:lnTo>
                  <a:pt x="715127" y="618468"/>
                </a:lnTo>
                <a:lnTo>
                  <a:pt x="731796" y="627640"/>
                </a:lnTo>
                <a:lnTo>
                  <a:pt x="748513" y="636708"/>
                </a:lnTo>
                <a:lnTo>
                  <a:pt x="765286" y="645681"/>
                </a:lnTo>
                <a:lnTo>
                  <a:pt x="782117" y="654539"/>
                </a:lnTo>
                <a:lnTo>
                  <a:pt x="798995" y="663302"/>
                </a:lnTo>
                <a:lnTo>
                  <a:pt x="815940" y="671941"/>
                </a:lnTo>
                <a:lnTo>
                  <a:pt x="832933" y="680485"/>
                </a:lnTo>
                <a:lnTo>
                  <a:pt x="849982" y="688905"/>
                </a:lnTo>
                <a:lnTo>
                  <a:pt x="867099" y="697220"/>
                </a:lnTo>
                <a:lnTo>
                  <a:pt x="884263" y="705402"/>
                </a:lnTo>
                <a:lnTo>
                  <a:pt x="901484" y="713470"/>
                </a:lnTo>
                <a:lnTo>
                  <a:pt x="918772" y="721414"/>
                </a:lnTo>
                <a:lnTo>
                  <a:pt x="936107" y="729224"/>
                </a:lnTo>
                <a:lnTo>
                  <a:pt x="953510" y="736911"/>
                </a:lnTo>
                <a:lnTo>
                  <a:pt x="970959" y="744464"/>
                </a:lnTo>
                <a:lnTo>
                  <a:pt x="988476" y="751884"/>
                </a:lnTo>
                <a:lnTo>
                  <a:pt x="1006050" y="759162"/>
                </a:lnTo>
                <a:lnTo>
                  <a:pt x="1023680" y="766296"/>
                </a:lnTo>
                <a:lnTo>
                  <a:pt x="1041368" y="773287"/>
                </a:lnTo>
                <a:lnTo>
                  <a:pt x="1059113" y="780126"/>
                </a:lnTo>
                <a:lnTo>
                  <a:pt x="1076925" y="786813"/>
                </a:lnTo>
                <a:lnTo>
                  <a:pt x="1094784" y="793347"/>
                </a:lnTo>
                <a:lnTo>
                  <a:pt x="1108377" y="801605"/>
                </a:lnTo>
                <a:lnTo>
                  <a:pt x="1100795" y="819045"/>
                </a:lnTo>
                <a:lnTo>
                  <a:pt x="1093213" y="836495"/>
                </a:lnTo>
                <a:lnTo>
                  <a:pt x="1085621" y="853935"/>
                </a:lnTo>
                <a:lnTo>
                  <a:pt x="1078040" y="871376"/>
                </a:lnTo>
                <a:lnTo>
                  <a:pt x="1074268" y="885673"/>
                </a:lnTo>
                <a:lnTo>
                  <a:pt x="1092822" y="881510"/>
                </a:lnTo>
                <a:lnTo>
                  <a:pt x="1111387" y="877348"/>
                </a:lnTo>
                <a:lnTo>
                  <a:pt x="1129941" y="873185"/>
                </a:lnTo>
                <a:lnTo>
                  <a:pt x="1148496" y="869013"/>
                </a:lnTo>
                <a:lnTo>
                  <a:pt x="1167060" y="864851"/>
                </a:lnTo>
                <a:lnTo>
                  <a:pt x="1185615" y="860689"/>
                </a:lnTo>
                <a:lnTo>
                  <a:pt x="1204179" y="856526"/>
                </a:lnTo>
                <a:lnTo>
                  <a:pt x="1222734" y="852364"/>
                </a:lnTo>
                <a:lnTo>
                  <a:pt x="1241288" y="848201"/>
                </a:lnTo>
                <a:lnTo>
                  <a:pt x="1259853" y="844039"/>
                </a:lnTo>
                <a:lnTo>
                  <a:pt x="1278407" y="839867"/>
                </a:lnTo>
                <a:lnTo>
                  <a:pt x="1296972" y="835704"/>
                </a:lnTo>
                <a:lnTo>
                  <a:pt x="1315526" y="831542"/>
                </a:lnTo>
                <a:lnTo>
                  <a:pt x="1334081" y="827380"/>
                </a:lnTo>
                <a:lnTo>
                  <a:pt x="1352645" y="823217"/>
                </a:lnTo>
                <a:lnTo>
                  <a:pt x="1367371" y="817493"/>
                </a:lnTo>
                <a:lnTo>
                  <a:pt x="1356989" y="801557"/>
                </a:lnTo>
                <a:lnTo>
                  <a:pt x="1346606" y="785612"/>
                </a:lnTo>
                <a:lnTo>
                  <a:pt x="1336224" y="769677"/>
                </a:lnTo>
                <a:lnTo>
                  <a:pt x="1325842" y="753742"/>
                </a:lnTo>
                <a:lnTo>
                  <a:pt x="1315460" y="737806"/>
                </a:lnTo>
                <a:lnTo>
                  <a:pt x="1305087" y="721871"/>
                </a:lnTo>
                <a:lnTo>
                  <a:pt x="1294705" y="705926"/>
                </a:lnTo>
                <a:lnTo>
                  <a:pt x="1284322" y="689991"/>
                </a:lnTo>
                <a:lnTo>
                  <a:pt x="1273940" y="674056"/>
                </a:lnTo>
                <a:lnTo>
                  <a:pt x="1263558" y="658120"/>
                </a:lnTo>
                <a:lnTo>
                  <a:pt x="1253176" y="642185"/>
                </a:lnTo>
                <a:lnTo>
                  <a:pt x="1242803" y="626240"/>
                </a:lnTo>
                <a:lnTo>
                  <a:pt x="1232421" y="610305"/>
                </a:lnTo>
                <a:lnTo>
                  <a:pt x="1222038" y="594370"/>
                </a:lnTo>
                <a:lnTo>
                  <a:pt x="1211656" y="578434"/>
                </a:lnTo>
                <a:lnTo>
                  <a:pt x="1202855" y="580349"/>
                </a:lnTo>
                <a:lnTo>
                  <a:pt x="1195435" y="597856"/>
                </a:lnTo>
                <a:lnTo>
                  <a:pt x="1188006" y="615372"/>
                </a:lnTo>
                <a:lnTo>
                  <a:pt x="1180586" y="632879"/>
                </a:lnTo>
                <a:lnTo>
                  <a:pt x="1173166" y="650396"/>
                </a:lnTo>
                <a:lnTo>
                  <a:pt x="1160164" y="655291"/>
                </a:lnTo>
                <a:lnTo>
                  <a:pt x="1142267" y="648862"/>
                </a:lnTo>
                <a:lnTo>
                  <a:pt x="1124426" y="642271"/>
                </a:lnTo>
                <a:lnTo>
                  <a:pt x="1106643" y="635508"/>
                </a:lnTo>
                <a:lnTo>
                  <a:pt x="1088927" y="628593"/>
                </a:lnTo>
                <a:lnTo>
                  <a:pt x="1071267" y="621525"/>
                </a:lnTo>
                <a:lnTo>
                  <a:pt x="1053675" y="614305"/>
                </a:lnTo>
                <a:lnTo>
                  <a:pt x="1036139" y="606943"/>
                </a:lnTo>
                <a:lnTo>
                  <a:pt x="1018670" y="599427"/>
                </a:lnTo>
                <a:lnTo>
                  <a:pt x="1001249" y="591779"/>
                </a:lnTo>
                <a:lnTo>
                  <a:pt x="983894" y="583997"/>
                </a:lnTo>
                <a:lnTo>
                  <a:pt x="966607" y="576072"/>
                </a:lnTo>
                <a:lnTo>
                  <a:pt x="949376" y="568023"/>
                </a:lnTo>
                <a:lnTo>
                  <a:pt x="932202" y="559841"/>
                </a:lnTo>
                <a:lnTo>
                  <a:pt x="915095" y="551536"/>
                </a:lnTo>
                <a:lnTo>
                  <a:pt x="898046" y="543106"/>
                </a:lnTo>
                <a:lnTo>
                  <a:pt x="881053" y="534562"/>
                </a:lnTo>
                <a:lnTo>
                  <a:pt x="864118" y="525904"/>
                </a:lnTo>
                <a:lnTo>
                  <a:pt x="847239" y="517131"/>
                </a:lnTo>
                <a:lnTo>
                  <a:pt x="830428" y="508244"/>
                </a:lnTo>
                <a:lnTo>
                  <a:pt x="813673" y="499243"/>
                </a:lnTo>
                <a:lnTo>
                  <a:pt x="796966" y="490137"/>
                </a:lnTo>
                <a:lnTo>
                  <a:pt x="780326" y="480936"/>
                </a:lnTo>
                <a:lnTo>
                  <a:pt x="763743" y="471621"/>
                </a:lnTo>
                <a:lnTo>
                  <a:pt x="747208" y="462220"/>
                </a:lnTo>
                <a:lnTo>
                  <a:pt x="730739" y="452714"/>
                </a:lnTo>
                <a:lnTo>
                  <a:pt x="714318" y="443113"/>
                </a:lnTo>
                <a:lnTo>
                  <a:pt x="697954" y="433416"/>
                </a:lnTo>
                <a:lnTo>
                  <a:pt x="681647" y="423624"/>
                </a:lnTo>
                <a:lnTo>
                  <a:pt x="665388" y="413756"/>
                </a:lnTo>
                <a:lnTo>
                  <a:pt x="649186" y="403793"/>
                </a:lnTo>
                <a:lnTo>
                  <a:pt x="633041" y="393735"/>
                </a:lnTo>
                <a:lnTo>
                  <a:pt x="616944" y="383600"/>
                </a:lnTo>
                <a:lnTo>
                  <a:pt x="600904" y="373390"/>
                </a:lnTo>
                <a:lnTo>
                  <a:pt x="584911" y="363093"/>
                </a:lnTo>
                <a:lnTo>
                  <a:pt x="568966" y="352720"/>
                </a:lnTo>
                <a:lnTo>
                  <a:pt x="553079" y="342262"/>
                </a:lnTo>
                <a:lnTo>
                  <a:pt x="537239" y="331737"/>
                </a:lnTo>
                <a:lnTo>
                  <a:pt x="521446" y="321135"/>
                </a:lnTo>
                <a:lnTo>
                  <a:pt x="505711" y="310458"/>
                </a:lnTo>
                <a:lnTo>
                  <a:pt x="490014" y="299714"/>
                </a:lnTo>
                <a:lnTo>
                  <a:pt x="474374" y="288893"/>
                </a:lnTo>
                <a:lnTo>
                  <a:pt x="458772" y="278006"/>
                </a:lnTo>
                <a:lnTo>
                  <a:pt x="443227" y="267052"/>
                </a:lnTo>
                <a:lnTo>
                  <a:pt x="427720" y="256032"/>
                </a:lnTo>
                <a:lnTo>
                  <a:pt x="412271" y="244954"/>
                </a:lnTo>
                <a:lnTo>
                  <a:pt x="396859" y="233801"/>
                </a:lnTo>
                <a:lnTo>
                  <a:pt x="381495" y="222590"/>
                </a:lnTo>
                <a:lnTo>
                  <a:pt x="366170" y="211322"/>
                </a:lnTo>
                <a:lnTo>
                  <a:pt x="350901" y="199987"/>
                </a:lnTo>
                <a:lnTo>
                  <a:pt x="335671" y="188595"/>
                </a:lnTo>
                <a:lnTo>
                  <a:pt x="320478" y="177146"/>
                </a:lnTo>
                <a:lnTo>
                  <a:pt x="305333" y="165640"/>
                </a:lnTo>
                <a:lnTo>
                  <a:pt x="290236" y="154076"/>
                </a:lnTo>
                <a:lnTo>
                  <a:pt x="275177" y="142456"/>
                </a:lnTo>
                <a:lnTo>
                  <a:pt x="260156" y="130788"/>
                </a:lnTo>
                <a:lnTo>
                  <a:pt x="245183" y="119063"/>
                </a:lnTo>
                <a:lnTo>
                  <a:pt x="230248" y="107280"/>
                </a:lnTo>
                <a:lnTo>
                  <a:pt x="215351" y="95460"/>
                </a:lnTo>
                <a:lnTo>
                  <a:pt x="200501" y="83572"/>
                </a:lnTo>
                <a:lnTo>
                  <a:pt x="185680" y="71647"/>
                </a:lnTo>
                <a:lnTo>
                  <a:pt x="170907" y="59674"/>
                </a:lnTo>
                <a:lnTo>
                  <a:pt x="156172" y="47644"/>
                </a:lnTo>
                <a:lnTo>
                  <a:pt x="141475" y="35576"/>
                </a:lnTo>
                <a:lnTo>
                  <a:pt x="126816" y="23451"/>
                </a:lnTo>
                <a:lnTo>
                  <a:pt x="112195" y="11287"/>
                </a:lnTo>
                <a:lnTo>
                  <a:pt x="97688" y="0"/>
                </a:lnTo>
                <a:lnTo>
                  <a:pt x="85477" y="14583"/>
                </a:lnTo>
                <a:lnTo>
                  <a:pt x="73266" y="29166"/>
                </a:lnTo>
                <a:lnTo>
                  <a:pt x="61055" y="43748"/>
                </a:lnTo>
                <a:lnTo>
                  <a:pt x="48844" y="58331"/>
                </a:lnTo>
                <a:lnTo>
                  <a:pt x="36633" y="72914"/>
                </a:lnTo>
                <a:lnTo>
                  <a:pt x="24422" y="87497"/>
                </a:lnTo>
                <a:lnTo>
                  <a:pt x="12211" y="102079"/>
                </a:lnTo>
                <a:lnTo>
                  <a:pt x="0" y="116662"/>
                </a:lnTo>
                <a:close/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0F33C294-7425-4779-ADC3-A0F6C6BC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9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D9A247EA-5D19-4067-BB31-F8D59EED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95B6"/>
            </a:solidFill>
            <a:prstDash val="solid"/>
          </a:ln>
        </p:spPr>
      </p:sp>
      <p:sp>
        <p:nvSpPr>
          <p:cNvPr id="10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CEF44718-F8EA-47F6-882D-36CC593F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A460A900-28A7-410D-A57E-B924BA59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587353"/>
            <a:ext cx="1562100" cy="235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统一页面决策</a:t>
            </a:r>
          </a:p>
        </p:txBody>
      </p:sp>
      <p:sp>
        <p:nvSpPr>
          <p:cNvPr id="12" name="radial-center-body">
            <a:extLst xmlns:a="http://schemas.openxmlformats.org/drawingml/2006/main">
              <a:ext uri="{FF2B5EF4-FFF2-40B4-BE49-F238E27FC236}">
                <a16:creationId xmlns:a16="http://schemas.microsoft.com/office/drawing/2014/main" id="{7F7DAB82-EC2F-42FC-BB68-4A7003B2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880094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E6E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6ECF2"/>
                </a:solidFill>
                <a:latin typeface="Microsoft YaHei"/>
                <a:ea typeface="Microsoft YaHei"/>
                <a:cs typeface="Microsoft YaHei"/>
              </a:rPr>
              <a:t>综合多类真实输入后形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E6E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6ECF2"/>
                </a:solidFill>
                <a:latin typeface="Microsoft YaHei"/>
                <a:ea typeface="Microsoft YaHei"/>
                <a:cs typeface="Microsoft YaHei"/>
              </a:rPr>
              <a:t>成可执行方案</a:t>
            </a:r>
          </a:p>
        </p:txBody>
      </p:sp>
      <p:sp>
        <p:nvSpPr>
          <p:cNvPr id="13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0B9C9B92-87B7-4E43-AE34-CC912CD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BEF4FC57-E224-42AD-8097-4F1C96C6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E26779EE-EA6F-4674-8D66-E8454BE9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dial-node-surface-4">
            <a:extLst xmlns:a="http://schemas.openxmlformats.org/drawingml/2006/main">
              <a:ext uri="{FF2B5EF4-FFF2-40B4-BE49-F238E27FC236}">
                <a16:creationId xmlns:a16="http://schemas.microsoft.com/office/drawing/2014/main" id="{7878C8A2-73D5-4CC8-81E2-1CEDF891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node-surface-5">
            <a:extLst xmlns:a="http://schemas.openxmlformats.org/drawingml/2006/main">
              <a:ext uri="{FF2B5EF4-FFF2-40B4-BE49-F238E27FC236}">
                <a16:creationId xmlns:a16="http://schemas.microsoft.com/office/drawing/2014/main" id="{A288E654-281B-46E7-8B08-90C7DED0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dial-node-surface-6">
            <a:extLst xmlns:a="http://schemas.openxmlformats.org/drawingml/2006/main">
              <a:ext uri="{FF2B5EF4-FFF2-40B4-BE49-F238E27FC236}">
                <a16:creationId xmlns:a16="http://schemas.microsoft.com/office/drawing/2014/main" id="{3A3DB161-9C34-4FE9-A3F7-3B6A87E4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A6D4E193-222E-456D-8295-4F1ED020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48B7FAA0-47D1-4937-89A4-5976AC17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B8CAC7BF-ABDA-4557-A4E7-B76E1DA8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adial-node-accent-4">
            <a:extLst xmlns:a="http://schemas.openxmlformats.org/drawingml/2006/main">
              <a:ext uri="{FF2B5EF4-FFF2-40B4-BE49-F238E27FC236}">
                <a16:creationId xmlns:a16="http://schemas.microsoft.com/office/drawing/2014/main" id="{FAF66A9C-970F-4411-A0B5-F68BCB74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dial-node-accent-5">
            <a:extLst xmlns:a="http://schemas.openxmlformats.org/drawingml/2006/main">
              <a:ext uri="{FF2B5EF4-FFF2-40B4-BE49-F238E27FC236}">
                <a16:creationId xmlns:a16="http://schemas.microsoft.com/office/drawing/2014/main" id="{31C5A44F-73BC-48A4-9BE7-BF9A0316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adial-node-accent-6">
            <a:extLst xmlns:a="http://schemas.openxmlformats.org/drawingml/2006/main">
              <a:ext uri="{FF2B5EF4-FFF2-40B4-BE49-F238E27FC236}">
                <a16:creationId xmlns:a16="http://schemas.microsoft.com/office/drawing/2014/main" id="{4C7CBBD2-9322-4FFA-8072-CE44B1BE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3D21DFEB-7003-4147-A26B-0B1BB42C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3923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稿件内容</a:t>
            </a:r>
          </a:p>
        </p:txBody>
      </p:sp>
      <p:sp>
        <p:nvSpPr>
          <p:cNvPr id="26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B703A018-5444-420E-AFE4-747D10F8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9908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事实、论点与段落关系</a:t>
            </a:r>
          </a:p>
        </p:txBody>
      </p:sp>
      <p:sp>
        <p:nvSpPr>
          <p:cNvPr id="27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12DEEB1E-52EA-4D40-943A-AD5B1AF1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页面目的</a:t>
            </a:r>
          </a:p>
        </p:txBody>
      </p:sp>
      <p:sp>
        <p:nvSpPr>
          <p:cNvPr id="28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499361CD-7B60-4C43-8AC5-F4B11EB1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解释、比较或推动决策</a:t>
            </a:r>
          </a:p>
        </p:txBody>
      </p:sp>
      <p:sp>
        <p:nvSpPr>
          <p:cNvPr id="29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8B28398F-E458-4624-87C1-BBD3AFD8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逻辑关系</a:t>
            </a:r>
          </a:p>
        </p:txBody>
      </p:sp>
      <p:sp>
        <p:nvSpPr>
          <p:cNvPr id="30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56B45912-39FB-4139-9F0E-FA535A70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顺序、因果、层级与汇聚</a:t>
            </a:r>
          </a:p>
        </p:txBody>
      </p:sp>
      <p:sp>
        <p:nvSpPr>
          <p:cNvPr id="31" name="radial-node-3-title">
            <a:extLst xmlns:a="http://schemas.openxmlformats.org/drawingml/2006/main">
              <a:ext uri="{FF2B5EF4-FFF2-40B4-BE49-F238E27FC236}">
                <a16:creationId xmlns:a16="http://schemas.microsoft.com/office/drawing/2014/main" id="{9DBA5CCA-3BDD-408C-BB77-7694BAE6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53968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容量边界</a:t>
            </a:r>
          </a:p>
        </p:txBody>
      </p:sp>
      <p:sp>
        <p:nvSpPr>
          <p:cNvPr id="32" name="radial-node-3-body">
            <a:extLst xmlns:a="http://schemas.openxmlformats.org/drawingml/2006/main">
              <a:ext uri="{FF2B5EF4-FFF2-40B4-BE49-F238E27FC236}">
                <a16:creationId xmlns:a16="http://schemas.microsoft.com/office/drawing/2014/main" id="{609F3D29-550B-47D2-B2AD-A2CDA7B1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79953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项目数、字数和媒体条件</a:t>
            </a:r>
          </a:p>
        </p:txBody>
      </p:sp>
      <p:sp>
        <p:nvSpPr>
          <p:cNvPr id="33" name="radial-node-4-title">
            <a:extLst xmlns:a="http://schemas.openxmlformats.org/drawingml/2006/main">
              <a:ext uri="{FF2B5EF4-FFF2-40B4-BE49-F238E27FC236}">
                <a16:creationId xmlns:a16="http://schemas.microsoft.com/office/drawing/2014/main" id="{A10CE6F7-FE7A-4379-AB2D-22ADEE6E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34" name="radial-node-4-body">
            <a:extLst xmlns:a="http://schemas.openxmlformats.org/drawingml/2006/main">
              <a:ext uri="{FF2B5EF4-FFF2-40B4-BE49-F238E27FC236}">
                <a16:creationId xmlns:a16="http://schemas.microsoft.com/office/drawing/2014/main" id="{C04A852A-F383-4C03-AB62-F934C124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前后页关系与全局节奏</a:t>
            </a:r>
          </a:p>
        </p:txBody>
      </p:sp>
      <p:sp>
        <p:nvSpPr>
          <p:cNvPr id="35" name="radial-node-5-title">
            <a:extLst xmlns:a="http://schemas.openxmlformats.org/drawingml/2006/main">
              <a:ext uri="{FF2B5EF4-FFF2-40B4-BE49-F238E27FC236}">
                <a16:creationId xmlns:a16="http://schemas.microsoft.com/office/drawing/2014/main" id="{EE994F39-7F21-4BE6-9286-4768D2A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779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7795B6"/>
                </a:solidFill>
                <a:latin typeface="Microsoft YaHei"/>
                <a:ea typeface="Microsoft YaHei"/>
                <a:cs typeface="Microsoft YaHei"/>
              </a:rPr>
              <a:t>视觉规范</a:t>
            </a:r>
          </a:p>
        </p:txBody>
      </p:sp>
      <p:sp>
        <p:nvSpPr>
          <p:cNvPr id="36" name="radial-node-5-body">
            <a:extLst xmlns:a="http://schemas.openxmlformats.org/drawingml/2006/main">
              <a:ext uri="{FF2B5EF4-FFF2-40B4-BE49-F238E27FC236}">
                <a16:creationId xmlns:a16="http://schemas.microsoft.com/office/drawing/2014/main" id="{FF31C549-50B2-4311-A9F6-9F6A158F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Shell、字体和内容区域</a:t>
            </a:r>
          </a:p>
        </p:txBody>
      </p:sp>
    </p:spTree>
    <p:extLst>
      <p:ext uri="{BB962C8B-B14F-4D97-AF65-F5344CB8AC3E}">
        <p14:creationId xmlns:p14="http://schemas.microsoft.com/office/powerpoint/2010/main" val="21346761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7FF3ED58-8856-43DA-BAFD-4331E1CA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E8F8"/>
            </a:solidFill>
            <a:prstDash val="dash"/>
          </a:ln>
        </p:spPr>
      </p:sp>
      <p:sp>
        <p:nvSpPr>
          <p:cNvPr id="2" name="radial-inward-spoke-1">
            <a:extLst xmlns:a="http://schemas.openxmlformats.org/drawingml/2006/main">
              <a:ext uri="{FF2B5EF4-FFF2-40B4-BE49-F238E27FC236}">
                <a16:creationId xmlns:a16="http://schemas.microsoft.com/office/drawing/2014/main" id="{6861D84A-F302-4FAC-BA80-5757D06F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568" y="2617470"/>
            <a:ext cx="339290" cy="505854"/>
          </a:xfrm>
          <a:custGeom xmlns:a="http://schemas.openxmlformats.org/drawingml/2006/main">
            <a:pathLst>
              <a:path w="339290" h="505854">
                <a:moveTo>
                  <a:pt x="104184" y="0"/>
                </a:moveTo>
                <a:lnTo>
                  <a:pt x="101422" y="18774"/>
                </a:lnTo>
                <a:lnTo>
                  <a:pt x="98812" y="37576"/>
                </a:lnTo>
                <a:lnTo>
                  <a:pt x="96355" y="56388"/>
                </a:lnTo>
                <a:lnTo>
                  <a:pt x="94059" y="75228"/>
                </a:lnTo>
                <a:lnTo>
                  <a:pt x="91926" y="94088"/>
                </a:lnTo>
                <a:lnTo>
                  <a:pt x="89973" y="112967"/>
                </a:lnTo>
                <a:lnTo>
                  <a:pt x="88202" y="131855"/>
                </a:lnTo>
                <a:lnTo>
                  <a:pt x="86620" y="150771"/>
                </a:lnTo>
                <a:lnTo>
                  <a:pt x="85230" y="169697"/>
                </a:lnTo>
                <a:lnTo>
                  <a:pt x="84058" y="188633"/>
                </a:lnTo>
                <a:lnTo>
                  <a:pt x="83096" y="207588"/>
                </a:lnTo>
                <a:lnTo>
                  <a:pt x="82372" y="226552"/>
                </a:lnTo>
                <a:lnTo>
                  <a:pt x="81877" y="245526"/>
                </a:lnTo>
                <a:lnTo>
                  <a:pt x="81648" y="264500"/>
                </a:lnTo>
                <a:lnTo>
                  <a:pt x="81686" y="283474"/>
                </a:lnTo>
                <a:lnTo>
                  <a:pt x="82001" y="302447"/>
                </a:lnTo>
                <a:lnTo>
                  <a:pt x="82620" y="321412"/>
                </a:lnTo>
                <a:lnTo>
                  <a:pt x="83553" y="340366"/>
                </a:lnTo>
                <a:lnTo>
                  <a:pt x="84811" y="359302"/>
                </a:lnTo>
                <a:lnTo>
                  <a:pt x="86430" y="378209"/>
                </a:lnTo>
                <a:lnTo>
                  <a:pt x="88421" y="397088"/>
                </a:lnTo>
                <a:lnTo>
                  <a:pt x="90802" y="415909"/>
                </a:lnTo>
                <a:lnTo>
                  <a:pt x="93602" y="434683"/>
                </a:lnTo>
                <a:lnTo>
                  <a:pt x="75457" y="437302"/>
                </a:lnTo>
                <a:lnTo>
                  <a:pt x="56588" y="439379"/>
                </a:lnTo>
                <a:lnTo>
                  <a:pt x="37729" y="441446"/>
                </a:lnTo>
                <a:lnTo>
                  <a:pt x="18860" y="443522"/>
                </a:lnTo>
                <a:lnTo>
                  <a:pt x="0" y="445599"/>
                </a:lnTo>
                <a:lnTo>
                  <a:pt x="14964" y="451333"/>
                </a:lnTo>
                <a:lnTo>
                  <a:pt x="32947" y="457391"/>
                </a:lnTo>
                <a:lnTo>
                  <a:pt x="50930" y="463448"/>
                </a:lnTo>
                <a:lnTo>
                  <a:pt x="68913" y="469506"/>
                </a:lnTo>
                <a:lnTo>
                  <a:pt x="86897" y="475564"/>
                </a:lnTo>
                <a:lnTo>
                  <a:pt x="104880" y="481622"/>
                </a:lnTo>
                <a:lnTo>
                  <a:pt x="122873" y="487680"/>
                </a:lnTo>
                <a:lnTo>
                  <a:pt x="140856" y="493738"/>
                </a:lnTo>
                <a:lnTo>
                  <a:pt x="158839" y="499796"/>
                </a:lnTo>
                <a:lnTo>
                  <a:pt x="176822" y="505854"/>
                </a:lnTo>
                <a:lnTo>
                  <a:pt x="193300" y="498310"/>
                </a:lnTo>
                <a:lnTo>
                  <a:pt x="209521" y="488461"/>
                </a:lnTo>
                <a:lnTo>
                  <a:pt x="225743" y="478612"/>
                </a:lnTo>
                <a:lnTo>
                  <a:pt x="241964" y="468763"/>
                </a:lnTo>
                <a:lnTo>
                  <a:pt x="258185" y="458915"/>
                </a:lnTo>
                <a:lnTo>
                  <a:pt x="274406" y="449066"/>
                </a:lnTo>
                <a:lnTo>
                  <a:pt x="290627" y="439217"/>
                </a:lnTo>
                <a:lnTo>
                  <a:pt x="306848" y="429368"/>
                </a:lnTo>
                <a:lnTo>
                  <a:pt x="323069" y="419519"/>
                </a:lnTo>
                <a:lnTo>
                  <a:pt x="339290" y="409670"/>
                </a:lnTo>
                <a:lnTo>
                  <a:pt x="320745" y="411461"/>
                </a:lnTo>
                <a:lnTo>
                  <a:pt x="301866" y="413375"/>
                </a:lnTo>
                <a:lnTo>
                  <a:pt x="282978" y="415280"/>
                </a:lnTo>
                <a:lnTo>
                  <a:pt x="264100" y="417185"/>
                </a:lnTo>
                <a:lnTo>
                  <a:pt x="245221" y="419090"/>
                </a:lnTo>
                <a:lnTo>
                  <a:pt x="242192" y="400431"/>
                </a:lnTo>
                <a:lnTo>
                  <a:pt x="239697" y="381610"/>
                </a:lnTo>
                <a:lnTo>
                  <a:pt x="237658" y="362750"/>
                </a:lnTo>
                <a:lnTo>
                  <a:pt x="236049" y="343843"/>
                </a:lnTo>
                <a:lnTo>
                  <a:pt x="234839" y="324898"/>
                </a:lnTo>
                <a:lnTo>
                  <a:pt x="234001" y="305943"/>
                </a:lnTo>
                <a:lnTo>
                  <a:pt x="233524" y="286969"/>
                </a:lnTo>
                <a:lnTo>
                  <a:pt x="233372" y="267995"/>
                </a:lnTo>
                <a:lnTo>
                  <a:pt x="233543" y="249022"/>
                </a:lnTo>
                <a:lnTo>
                  <a:pt x="234001" y="230048"/>
                </a:lnTo>
                <a:lnTo>
                  <a:pt x="234744" y="211084"/>
                </a:lnTo>
                <a:lnTo>
                  <a:pt x="235753" y="192138"/>
                </a:lnTo>
                <a:lnTo>
                  <a:pt x="237011" y="173203"/>
                </a:lnTo>
                <a:lnTo>
                  <a:pt x="238506" y="154276"/>
                </a:lnTo>
                <a:lnTo>
                  <a:pt x="240230" y="135379"/>
                </a:lnTo>
                <a:lnTo>
                  <a:pt x="242164" y="116500"/>
                </a:lnTo>
                <a:lnTo>
                  <a:pt x="244316" y="97650"/>
                </a:lnTo>
                <a:lnTo>
                  <a:pt x="246650" y="78810"/>
                </a:lnTo>
                <a:lnTo>
                  <a:pt x="249174" y="60008"/>
                </a:lnTo>
                <a:lnTo>
                  <a:pt x="251870" y="41224"/>
                </a:lnTo>
                <a:lnTo>
                  <a:pt x="254279" y="22803"/>
                </a:lnTo>
                <a:lnTo>
                  <a:pt x="235515" y="19945"/>
                </a:lnTo>
                <a:lnTo>
                  <a:pt x="216751" y="17097"/>
                </a:lnTo>
                <a:lnTo>
                  <a:pt x="197987" y="14249"/>
                </a:lnTo>
                <a:lnTo>
                  <a:pt x="179232" y="11401"/>
                </a:lnTo>
                <a:lnTo>
                  <a:pt x="160468" y="8553"/>
                </a:lnTo>
                <a:lnTo>
                  <a:pt x="141703" y="5696"/>
                </a:lnTo>
                <a:lnTo>
                  <a:pt x="122939" y="2848"/>
                </a:lnTo>
                <a:lnTo>
                  <a:pt x="104184" y="0"/>
                </a:lnTo>
                <a:close/>
              </a:path>
            </a:pathLst>
          </a:custGeom>
          <a:solidFill xmlns:a="http://schemas.openxmlformats.org/drawingml/2006/main">
            <a:srgbClr val="5432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radial-inward-spoke-2">
            <a:extLst xmlns:a="http://schemas.openxmlformats.org/drawingml/2006/main">
              <a:ext uri="{FF2B5EF4-FFF2-40B4-BE49-F238E27FC236}">
                <a16:creationId xmlns:a16="http://schemas.microsoft.com/office/drawing/2014/main" id="{8164661E-24D6-44B0-961A-962E4EC3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8448" y="2606040"/>
            <a:ext cx="1342263" cy="833266"/>
          </a:xfrm>
          <a:custGeom xmlns:a="http://schemas.openxmlformats.org/drawingml/2006/main">
            <a:pathLst>
              <a:path w="1342263" h="833266">
                <a:moveTo>
                  <a:pt x="1290199" y="0"/>
                </a:moveTo>
                <a:lnTo>
                  <a:pt x="1272369" y="6601"/>
                </a:lnTo>
                <a:lnTo>
                  <a:pt x="1254547" y="13240"/>
                </a:lnTo>
                <a:lnTo>
                  <a:pt x="1236745" y="19936"/>
                </a:lnTo>
                <a:lnTo>
                  <a:pt x="1218971" y="26670"/>
                </a:lnTo>
                <a:lnTo>
                  <a:pt x="1201207" y="33471"/>
                </a:lnTo>
                <a:lnTo>
                  <a:pt x="1183472" y="40329"/>
                </a:lnTo>
                <a:lnTo>
                  <a:pt x="1165755" y="47244"/>
                </a:lnTo>
                <a:lnTo>
                  <a:pt x="1148067" y="54207"/>
                </a:lnTo>
                <a:lnTo>
                  <a:pt x="1130389" y="61217"/>
                </a:lnTo>
                <a:lnTo>
                  <a:pt x="1112739" y="68304"/>
                </a:lnTo>
                <a:lnTo>
                  <a:pt x="1095118" y="75438"/>
                </a:lnTo>
                <a:lnTo>
                  <a:pt x="1077516" y="82639"/>
                </a:lnTo>
                <a:lnTo>
                  <a:pt x="1059942" y="89887"/>
                </a:lnTo>
                <a:lnTo>
                  <a:pt x="1042387" y="97203"/>
                </a:lnTo>
                <a:lnTo>
                  <a:pt x="1024852" y="104575"/>
                </a:lnTo>
                <a:lnTo>
                  <a:pt x="1007354" y="112014"/>
                </a:lnTo>
                <a:lnTo>
                  <a:pt x="989886" y="119520"/>
                </a:lnTo>
                <a:lnTo>
                  <a:pt x="972436" y="127073"/>
                </a:lnTo>
                <a:lnTo>
                  <a:pt x="955015" y="134703"/>
                </a:lnTo>
                <a:lnTo>
                  <a:pt x="937622" y="142389"/>
                </a:lnTo>
                <a:lnTo>
                  <a:pt x="920267" y="150152"/>
                </a:lnTo>
                <a:lnTo>
                  <a:pt x="902932" y="157972"/>
                </a:lnTo>
                <a:lnTo>
                  <a:pt x="885635" y="165868"/>
                </a:lnTo>
                <a:lnTo>
                  <a:pt x="868366" y="173831"/>
                </a:lnTo>
                <a:lnTo>
                  <a:pt x="851125" y="181861"/>
                </a:lnTo>
                <a:lnTo>
                  <a:pt x="833923" y="189967"/>
                </a:lnTo>
                <a:lnTo>
                  <a:pt x="816759" y="198139"/>
                </a:lnTo>
                <a:lnTo>
                  <a:pt x="799624" y="206378"/>
                </a:lnTo>
                <a:lnTo>
                  <a:pt x="782517" y="214703"/>
                </a:lnTo>
                <a:lnTo>
                  <a:pt x="765458" y="223095"/>
                </a:lnTo>
                <a:lnTo>
                  <a:pt x="748436" y="231562"/>
                </a:lnTo>
                <a:lnTo>
                  <a:pt x="731444" y="240116"/>
                </a:lnTo>
                <a:lnTo>
                  <a:pt x="714499" y="248736"/>
                </a:lnTo>
                <a:lnTo>
                  <a:pt x="697592" y="257432"/>
                </a:lnTo>
                <a:lnTo>
                  <a:pt x="680723" y="266214"/>
                </a:lnTo>
                <a:lnTo>
                  <a:pt x="663902" y="275082"/>
                </a:lnTo>
                <a:lnTo>
                  <a:pt x="647119" y="284026"/>
                </a:lnTo>
                <a:lnTo>
                  <a:pt x="630393" y="293056"/>
                </a:lnTo>
                <a:lnTo>
                  <a:pt x="613696" y="302171"/>
                </a:lnTo>
                <a:lnTo>
                  <a:pt x="597056" y="311372"/>
                </a:lnTo>
                <a:lnTo>
                  <a:pt x="580463" y="320659"/>
                </a:lnTo>
                <a:lnTo>
                  <a:pt x="563918" y="330032"/>
                </a:lnTo>
                <a:lnTo>
                  <a:pt x="547430" y="339500"/>
                </a:lnTo>
                <a:lnTo>
                  <a:pt x="530990" y="349053"/>
                </a:lnTo>
                <a:lnTo>
                  <a:pt x="514598" y="358702"/>
                </a:lnTo>
                <a:lnTo>
                  <a:pt x="498272" y="368446"/>
                </a:lnTo>
                <a:lnTo>
                  <a:pt x="482003" y="378285"/>
                </a:lnTo>
                <a:lnTo>
                  <a:pt x="465782" y="388220"/>
                </a:lnTo>
                <a:lnTo>
                  <a:pt x="449628" y="398250"/>
                </a:lnTo>
                <a:lnTo>
                  <a:pt x="433540" y="408384"/>
                </a:lnTo>
                <a:lnTo>
                  <a:pt x="417509" y="418614"/>
                </a:lnTo>
                <a:lnTo>
                  <a:pt x="401545" y="428949"/>
                </a:lnTo>
                <a:lnTo>
                  <a:pt x="385648" y="439388"/>
                </a:lnTo>
                <a:lnTo>
                  <a:pt x="369827" y="449923"/>
                </a:lnTo>
                <a:lnTo>
                  <a:pt x="354073" y="460572"/>
                </a:lnTo>
                <a:lnTo>
                  <a:pt x="338395" y="471335"/>
                </a:lnTo>
                <a:lnTo>
                  <a:pt x="322793" y="482203"/>
                </a:lnTo>
                <a:lnTo>
                  <a:pt x="307267" y="493185"/>
                </a:lnTo>
                <a:lnTo>
                  <a:pt x="291817" y="504273"/>
                </a:lnTo>
                <a:lnTo>
                  <a:pt x="276454" y="515483"/>
                </a:lnTo>
                <a:lnTo>
                  <a:pt x="261185" y="526809"/>
                </a:lnTo>
                <a:lnTo>
                  <a:pt x="245993" y="538248"/>
                </a:lnTo>
                <a:lnTo>
                  <a:pt x="230896" y="549802"/>
                </a:lnTo>
                <a:lnTo>
                  <a:pt x="215894" y="561489"/>
                </a:lnTo>
                <a:lnTo>
                  <a:pt x="200978" y="573291"/>
                </a:lnTo>
                <a:lnTo>
                  <a:pt x="186176" y="585216"/>
                </a:lnTo>
                <a:lnTo>
                  <a:pt x="171469" y="597275"/>
                </a:lnTo>
                <a:lnTo>
                  <a:pt x="156867" y="609457"/>
                </a:lnTo>
                <a:lnTo>
                  <a:pt x="142789" y="618001"/>
                </a:lnTo>
                <a:lnTo>
                  <a:pt x="131378" y="602790"/>
                </a:lnTo>
                <a:lnTo>
                  <a:pt x="119967" y="587578"/>
                </a:lnTo>
                <a:lnTo>
                  <a:pt x="108556" y="572367"/>
                </a:lnTo>
                <a:lnTo>
                  <a:pt x="97145" y="557155"/>
                </a:lnTo>
                <a:lnTo>
                  <a:pt x="86468" y="546192"/>
                </a:lnTo>
                <a:lnTo>
                  <a:pt x="80801" y="564337"/>
                </a:lnTo>
                <a:lnTo>
                  <a:pt x="75124" y="582492"/>
                </a:lnTo>
                <a:lnTo>
                  <a:pt x="69456" y="600637"/>
                </a:lnTo>
                <a:lnTo>
                  <a:pt x="63779" y="618792"/>
                </a:lnTo>
                <a:lnTo>
                  <a:pt x="58112" y="636937"/>
                </a:lnTo>
                <a:lnTo>
                  <a:pt x="52435" y="655091"/>
                </a:lnTo>
                <a:lnTo>
                  <a:pt x="46768" y="673237"/>
                </a:lnTo>
                <a:lnTo>
                  <a:pt x="41091" y="691391"/>
                </a:lnTo>
                <a:lnTo>
                  <a:pt x="35423" y="709536"/>
                </a:lnTo>
                <a:lnTo>
                  <a:pt x="29747" y="727691"/>
                </a:lnTo>
                <a:lnTo>
                  <a:pt x="24079" y="745836"/>
                </a:lnTo>
                <a:lnTo>
                  <a:pt x="18402" y="763991"/>
                </a:lnTo>
                <a:lnTo>
                  <a:pt x="12735" y="782136"/>
                </a:lnTo>
                <a:lnTo>
                  <a:pt x="7068" y="800291"/>
                </a:lnTo>
                <a:lnTo>
                  <a:pt x="1391" y="818436"/>
                </a:lnTo>
                <a:lnTo>
                  <a:pt x="0" y="833266"/>
                </a:lnTo>
                <a:lnTo>
                  <a:pt x="18993" y="832295"/>
                </a:lnTo>
                <a:lnTo>
                  <a:pt x="37976" y="831313"/>
                </a:lnTo>
                <a:lnTo>
                  <a:pt x="56969" y="830332"/>
                </a:lnTo>
                <a:lnTo>
                  <a:pt x="75962" y="829361"/>
                </a:lnTo>
                <a:lnTo>
                  <a:pt x="94955" y="828380"/>
                </a:lnTo>
                <a:lnTo>
                  <a:pt x="113948" y="827408"/>
                </a:lnTo>
                <a:lnTo>
                  <a:pt x="132931" y="826427"/>
                </a:lnTo>
                <a:lnTo>
                  <a:pt x="151924" y="825456"/>
                </a:lnTo>
                <a:lnTo>
                  <a:pt x="170917" y="824474"/>
                </a:lnTo>
                <a:lnTo>
                  <a:pt x="189909" y="823493"/>
                </a:lnTo>
                <a:lnTo>
                  <a:pt x="208893" y="822522"/>
                </a:lnTo>
                <a:lnTo>
                  <a:pt x="227886" y="821541"/>
                </a:lnTo>
                <a:lnTo>
                  <a:pt x="246878" y="820569"/>
                </a:lnTo>
                <a:lnTo>
                  <a:pt x="265862" y="819588"/>
                </a:lnTo>
                <a:lnTo>
                  <a:pt x="284855" y="818617"/>
                </a:lnTo>
                <a:lnTo>
                  <a:pt x="286369" y="809454"/>
                </a:lnTo>
                <a:lnTo>
                  <a:pt x="274968" y="794242"/>
                </a:lnTo>
                <a:lnTo>
                  <a:pt x="263557" y="779031"/>
                </a:lnTo>
                <a:lnTo>
                  <a:pt x="252146" y="763819"/>
                </a:lnTo>
                <a:lnTo>
                  <a:pt x="240735" y="748608"/>
                </a:lnTo>
                <a:lnTo>
                  <a:pt x="243945" y="734987"/>
                </a:lnTo>
                <a:lnTo>
                  <a:pt x="258451" y="722700"/>
                </a:lnTo>
                <a:lnTo>
                  <a:pt x="273082" y="710546"/>
                </a:lnTo>
                <a:lnTo>
                  <a:pt x="287817" y="698535"/>
                </a:lnTo>
                <a:lnTo>
                  <a:pt x="302657" y="686648"/>
                </a:lnTo>
                <a:lnTo>
                  <a:pt x="317602" y="674894"/>
                </a:lnTo>
                <a:lnTo>
                  <a:pt x="332651" y="663264"/>
                </a:lnTo>
                <a:lnTo>
                  <a:pt x="347796" y="651758"/>
                </a:lnTo>
                <a:lnTo>
                  <a:pt x="363036" y="640385"/>
                </a:lnTo>
                <a:lnTo>
                  <a:pt x="378362" y="629136"/>
                </a:lnTo>
                <a:lnTo>
                  <a:pt x="393773" y="618001"/>
                </a:lnTo>
                <a:lnTo>
                  <a:pt x="409280" y="606990"/>
                </a:lnTo>
                <a:lnTo>
                  <a:pt x="424863" y="596094"/>
                </a:lnTo>
                <a:lnTo>
                  <a:pt x="440531" y="585321"/>
                </a:lnTo>
                <a:lnTo>
                  <a:pt x="456276" y="574653"/>
                </a:lnTo>
                <a:lnTo>
                  <a:pt x="472097" y="564109"/>
                </a:lnTo>
                <a:lnTo>
                  <a:pt x="487994" y="553669"/>
                </a:lnTo>
                <a:lnTo>
                  <a:pt x="503958" y="543335"/>
                </a:lnTo>
                <a:lnTo>
                  <a:pt x="519998" y="533114"/>
                </a:lnTo>
                <a:lnTo>
                  <a:pt x="536096" y="523008"/>
                </a:lnTo>
                <a:lnTo>
                  <a:pt x="552269" y="512997"/>
                </a:lnTo>
                <a:lnTo>
                  <a:pt x="568500" y="503091"/>
                </a:lnTo>
                <a:lnTo>
                  <a:pt x="584787" y="493290"/>
                </a:lnTo>
                <a:lnTo>
                  <a:pt x="601142" y="483584"/>
                </a:lnTo>
                <a:lnTo>
                  <a:pt x="617553" y="473983"/>
                </a:lnTo>
                <a:lnTo>
                  <a:pt x="634022" y="464477"/>
                </a:lnTo>
                <a:lnTo>
                  <a:pt x="650548" y="455066"/>
                </a:lnTo>
                <a:lnTo>
                  <a:pt x="667121" y="445741"/>
                </a:lnTo>
                <a:lnTo>
                  <a:pt x="683752" y="436521"/>
                </a:lnTo>
                <a:lnTo>
                  <a:pt x="700430" y="427396"/>
                </a:lnTo>
                <a:lnTo>
                  <a:pt x="717166" y="418348"/>
                </a:lnTo>
                <a:lnTo>
                  <a:pt x="733939" y="409404"/>
                </a:lnTo>
                <a:lnTo>
                  <a:pt x="750760" y="400536"/>
                </a:lnTo>
                <a:lnTo>
                  <a:pt x="767629" y="391763"/>
                </a:lnTo>
                <a:lnTo>
                  <a:pt x="784546" y="383067"/>
                </a:lnTo>
                <a:lnTo>
                  <a:pt x="801500" y="374466"/>
                </a:lnTo>
                <a:lnTo>
                  <a:pt x="818502" y="365941"/>
                </a:lnTo>
                <a:lnTo>
                  <a:pt x="835533" y="357492"/>
                </a:lnTo>
                <a:lnTo>
                  <a:pt x="852611" y="349129"/>
                </a:lnTo>
                <a:lnTo>
                  <a:pt x="869728" y="340843"/>
                </a:lnTo>
                <a:lnTo>
                  <a:pt x="886882" y="332642"/>
                </a:lnTo>
                <a:lnTo>
                  <a:pt x="904075" y="324517"/>
                </a:lnTo>
                <a:lnTo>
                  <a:pt x="921306" y="316459"/>
                </a:lnTo>
                <a:lnTo>
                  <a:pt x="938565" y="308486"/>
                </a:lnTo>
                <a:lnTo>
                  <a:pt x="955862" y="300580"/>
                </a:lnTo>
                <a:lnTo>
                  <a:pt x="973188" y="292751"/>
                </a:lnTo>
                <a:lnTo>
                  <a:pt x="990552" y="284998"/>
                </a:lnTo>
                <a:lnTo>
                  <a:pt x="1007945" y="277301"/>
                </a:lnTo>
                <a:lnTo>
                  <a:pt x="1025366" y="269681"/>
                </a:lnTo>
                <a:lnTo>
                  <a:pt x="1042816" y="262138"/>
                </a:lnTo>
                <a:lnTo>
                  <a:pt x="1060304" y="254660"/>
                </a:lnTo>
                <a:lnTo>
                  <a:pt x="1077811" y="247250"/>
                </a:lnTo>
                <a:lnTo>
                  <a:pt x="1095356" y="239906"/>
                </a:lnTo>
                <a:lnTo>
                  <a:pt x="1112920" y="232620"/>
                </a:lnTo>
                <a:lnTo>
                  <a:pt x="1130513" y="225400"/>
                </a:lnTo>
                <a:lnTo>
                  <a:pt x="1148124" y="218237"/>
                </a:lnTo>
                <a:lnTo>
                  <a:pt x="1165774" y="211150"/>
                </a:lnTo>
                <a:lnTo>
                  <a:pt x="1183443" y="204130"/>
                </a:lnTo>
                <a:lnTo>
                  <a:pt x="1201131" y="197158"/>
                </a:lnTo>
                <a:lnTo>
                  <a:pt x="1218848" y="190252"/>
                </a:lnTo>
                <a:lnTo>
                  <a:pt x="1236583" y="183394"/>
                </a:lnTo>
                <a:lnTo>
                  <a:pt x="1254347" y="176603"/>
                </a:lnTo>
                <a:lnTo>
                  <a:pt x="1272130" y="169878"/>
                </a:lnTo>
                <a:lnTo>
                  <a:pt x="1289942" y="163201"/>
                </a:lnTo>
                <a:lnTo>
                  <a:pt x="1307763" y="156581"/>
                </a:lnTo>
                <a:lnTo>
                  <a:pt x="1325613" y="150019"/>
                </a:lnTo>
                <a:lnTo>
                  <a:pt x="1342263" y="142942"/>
                </a:lnTo>
                <a:lnTo>
                  <a:pt x="1335757" y="125073"/>
                </a:lnTo>
                <a:lnTo>
                  <a:pt x="1329242" y="107204"/>
                </a:lnTo>
                <a:lnTo>
                  <a:pt x="1322737" y="89335"/>
                </a:lnTo>
                <a:lnTo>
                  <a:pt x="1316231" y="71466"/>
                </a:lnTo>
                <a:lnTo>
                  <a:pt x="1309726" y="53597"/>
                </a:lnTo>
                <a:lnTo>
                  <a:pt x="1303211" y="35738"/>
                </a:lnTo>
                <a:lnTo>
                  <a:pt x="1296705" y="17869"/>
                </a:lnTo>
                <a:lnTo>
                  <a:pt x="1290199" y="0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radial-inward-spoke-3">
            <a:extLst xmlns:a="http://schemas.openxmlformats.org/drawingml/2006/main">
              <a:ext uri="{FF2B5EF4-FFF2-40B4-BE49-F238E27FC236}">
                <a16:creationId xmlns:a16="http://schemas.microsoft.com/office/drawing/2014/main" id="{07B1E9E5-565F-4B20-B1EA-580DC99E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524" y="4343057"/>
            <a:ext cx="1367371" cy="885673"/>
          </a:xfrm>
          <a:custGeom xmlns:a="http://schemas.openxmlformats.org/drawingml/2006/main">
            <a:pathLst>
              <a:path w="1367371" h="885673">
                <a:moveTo>
                  <a:pt x="1367371" y="769010"/>
                </a:moveTo>
                <a:lnTo>
                  <a:pt x="1352741" y="756856"/>
                </a:lnTo>
                <a:lnTo>
                  <a:pt x="1338082" y="744741"/>
                </a:lnTo>
                <a:lnTo>
                  <a:pt x="1323394" y="732653"/>
                </a:lnTo>
                <a:lnTo>
                  <a:pt x="1308668" y="720623"/>
                </a:lnTo>
                <a:lnTo>
                  <a:pt x="1293895" y="708631"/>
                </a:lnTo>
                <a:lnTo>
                  <a:pt x="1279093" y="696687"/>
                </a:lnTo>
                <a:lnTo>
                  <a:pt x="1264253" y="684790"/>
                </a:lnTo>
                <a:lnTo>
                  <a:pt x="1249375" y="672941"/>
                </a:lnTo>
                <a:lnTo>
                  <a:pt x="1234469" y="661140"/>
                </a:lnTo>
                <a:lnTo>
                  <a:pt x="1219514" y="649386"/>
                </a:lnTo>
                <a:lnTo>
                  <a:pt x="1204522" y="637680"/>
                </a:lnTo>
                <a:lnTo>
                  <a:pt x="1189482" y="626031"/>
                </a:lnTo>
                <a:lnTo>
                  <a:pt x="1174413" y="614420"/>
                </a:lnTo>
                <a:lnTo>
                  <a:pt x="1159307" y="602866"/>
                </a:lnTo>
                <a:lnTo>
                  <a:pt x="1144162" y="591369"/>
                </a:lnTo>
                <a:lnTo>
                  <a:pt x="1128970" y="579930"/>
                </a:lnTo>
                <a:lnTo>
                  <a:pt x="1113730" y="568538"/>
                </a:lnTo>
                <a:lnTo>
                  <a:pt x="1098461" y="557203"/>
                </a:lnTo>
                <a:lnTo>
                  <a:pt x="1083145" y="545925"/>
                </a:lnTo>
                <a:lnTo>
                  <a:pt x="1067791" y="534705"/>
                </a:lnTo>
                <a:lnTo>
                  <a:pt x="1052389" y="523532"/>
                </a:lnTo>
                <a:lnTo>
                  <a:pt x="1036949" y="512435"/>
                </a:lnTo>
                <a:lnTo>
                  <a:pt x="1021461" y="501396"/>
                </a:lnTo>
                <a:lnTo>
                  <a:pt x="1005926" y="490414"/>
                </a:lnTo>
                <a:lnTo>
                  <a:pt x="990352" y="479498"/>
                </a:lnTo>
                <a:lnTo>
                  <a:pt x="974731" y="468640"/>
                </a:lnTo>
                <a:lnTo>
                  <a:pt x="959072" y="457857"/>
                </a:lnTo>
                <a:lnTo>
                  <a:pt x="943356" y="447142"/>
                </a:lnTo>
                <a:lnTo>
                  <a:pt x="927602" y="436483"/>
                </a:lnTo>
                <a:lnTo>
                  <a:pt x="911800" y="425901"/>
                </a:lnTo>
                <a:lnTo>
                  <a:pt x="895950" y="415395"/>
                </a:lnTo>
                <a:lnTo>
                  <a:pt x="880053" y="404946"/>
                </a:lnTo>
                <a:lnTo>
                  <a:pt x="864098" y="394583"/>
                </a:lnTo>
                <a:lnTo>
                  <a:pt x="848106" y="384286"/>
                </a:lnTo>
                <a:lnTo>
                  <a:pt x="832066" y="374075"/>
                </a:lnTo>
                <a:lnTo>
                  <a:pt x="815969" y="363931"/>
                </a:lnTo>
                <a:lnTo>
                  <a:pt x="799833" y="353882"/>
                </a:lnTo>
                <a:lnTo>
                  <a:pt x="783641" y="343900"/>
                </a:lnTo>
                <a:lnTo>
                  <a:pt x="767391" y="334004"/>
                </a:lnTo>
                <a:lnTo>
                  <a:pt x="751103" y="324193"/>
                </a:lnTo>
                <a:lnTo>
                  <a:pt x="734759" y="314468"/>
                </a:lnTo>
                <a:lnTo>
                  <a:pt x="718356" y="304829"/>
                </a:lnTo>
                <a:lnTo>
                  <a:pt x="701907" y="295285"/>
                </a:lnTo>
                <a:lnTo>
                  <a:pt x="685400" y="285826"/>
                </a:lnTo>
                <a:lnTo>
                  <a:pt x="668846" y="276463"/>
                </a:lnTo>
                <a:lnTo>
                  <a:pt x="652234" y="267205"/>
                </a:lnTo>
                <a:lnTo>
                  <a:pt x="635575" y="258032"/>
                </a:lnTo>
                <a:lnTo>
                  <a:pt x="618858" y="248964"/>
                </a:lnTo>
                <a:lnTo>
                  <a:pt x="602085" y="239992"/>
                </a:lnTo>
                <a:lnTo>
                  <a:pt x="585254" y="231134"/>
                </a:lnTo>
                <a:lnTo>
                  <a:pt x="568366" y="222371"/>
                </a:lnTo>
                <a:lnTo>
                  <a:pt x="551431" y="213722"/>
                </a:lnTo>
                <a:lnTo>
                  <a:pt x="534438" y="205188"/>
                </a:lnTo>
                <a:lnTo>
                  <a:pt x="517379" y="196767"/>
                </a:lnTo>
                <a:lnTo>
                  <a:pt x="500272" y="188452"/>
                </a:lnTo>
                <a:lnTo>
                  <a:pt x="483108" y="180270"/>
                </a:lnTo>
                <a:lnTo>
                  <a:pt x="465877" y="172202"/>
                </a:lnTo>
                <a:lnTo>
                  <a:pt x="448599" y="164259"/>
                </a:lnTo>
                <a:lnTo>
                  <a:pt x="431254" y="156448"/>
                </a:lnTo>
                <a:lnTo>
                  <a:pt x="413861" y="148761"/>
                </a:lnTo>
                <a:lnTo>
                  <a:pt x="396402" y="141208"/>
                </a:lnTo>
                <a:lnTo>
                  <a:pt x="378895" y="133788"/>
                </a:lnTo>
                <a:lnTo>
                  <a:pt x="361321" y="126511"/>
                </a:lnTo>
                <a:lnTo>
                  <a:pt x="343691" y="119377"/>
                </a:lnTo>
                <a:lnTo>
                  <a:pt x="325993" y="112385"/>
                </a:lnTo>
                <a:lnTo>
                  <a:pt x="308248" y="105547"/>
                </a:lnTo>
                <a:lnTo>
                  <a:pt x="290446" y="98860"/>
                </a:lnTo>
                <a:lnTo>
                  <a:pt x="272586" y="92326"/>
                </a:lnTo>
                <a:lnTo>
                  <a:pt x="258994" y="84068"/>
                </a:lnTo>
                <a:lnTo>
                  <a:pt x="266576" y="66627"/>
                </a:lnTo>
                <a:lnTo>
                  <a:pt x="274158" y="49178"/>
                </a:lnTo>
                <a:lnTo>
                  <a:pt x="281740" y="31737"/>
                </a:lnTo>
                <a:lnTo>
                  <a:pt x="289322" y="14297"/>
                </a:lnTo>
                <a:lnTo>
                  <a:pt x="293103" y="0"/>
                </a:lnTo>
                <a:lnTo>
                  <a:pt x="274539" y="4162"/>
                </a:lnTo>
                <a:lnTo>
                  <a:pt x="255984" y="8325"/>
                </a:lnTo>
                <a:lnTo>
                  <a:pt x="237430" y="12487"/>
                </a:lnTo>
                <a:lnTo>
                  <a:pt x="218865" y="16659"/>
                </a:lnTo>
                <a:lnTo>
                  <a:pt x="200311" y="20822"/>
                </a:lnTo>
                <a:lnTo>
                  <a:pt x="181747" y="24984"/>
                </a:lnTo>
                <a:lnTo>
                  <a:pt x="163192" y="29147"/>
                </a:lnTo>
                <a:lnTo>
                  <a:pt x="144637" y="33309"/>
                </a:lnTo>
                <a:lnTo>
                  <a:pt x="126073" y="37471"/>
                </a:lnTo>
                <a:lnTo>
                  <a:pt x="107518" y="41634"/>
                </a:lnTo>
                <a:lnTo>
                  <a:pt x="88954" y="45806"/>
                </a:lnTo>
                <a:lnTo>
                  <a:pt x="70399" y="49968"/>
                </a:lnTo>
                <a:lnTo>
                  <a:pt x="51845" y="54131"/>
                </a:lnTo>
                <a:lnTo>
                  <a:pt x="33280" y="58293"/>
                </a:lnTo>
                <a:lnTo>
                  <a:pt x="14726" y="62455"/>
                </a:lnTo>
                <a:lnTo>
                  <a:pt x="0" y="68180"/>
                </a:lnTo>
                <a:lnTo>
                  <a:pt x="10382" y="84115"/>
                </a:lnTo>
                <a:lnTo>
                  <a:pt x="20765" y="100060"/>
                </a:lnTo>
                <a:lnTo>
                  <a:pt x="31147" y="115995"/>
                </a:lnTo>
                <a:lnTo>
                  <a:pt x="41519" y="131931"/>
                </a:lnTo>
                <a:lnTo>
                  <a:pt x="51902" y="147866"/>
                </a:lnTo>
                <a:lnTo>
                  <a:pt x="62284" y="163801"/>
                </a:lnTo>
                <a:lnTo>
                  <a:pt x="72666" y="179746"/>
                </a:lnTo>
                <a:lnTo>
                  <a:pt x="83048" y="195682"/>
                </a:lnTo>
                <a:lnTo>
                  <a:pt x="93421" y="211617"/>
                </a:lnTo>
                <a:lnTo>
                  <a:pt x="103803" y="227552"/>
                </a:lnTo>
                <a:lnTo>
                  <a:pt x="114186" y="243488"/>
                </a:lnTo>
                <a:lnTo>
                  <a:pt x="124568" y="259432"/>
                </a:lnTo>
                <a:lnTo>
                  <a:pt x="134950" y="275368"/>
                </a:lnTo>
                <a:lnTo>
                  <a:pt x="145332" y="291303"/>
                </a:lnTo>
                <a:lnTo>
                  <a:pt x="155705" y="307238"/>
                </a:lnTo>
                <a:lnTo>
                  <a:pt x="164516" y="305324"/>
                </a:lnTo>
                <a:lnTo>
                  <a:pt x="171936" y="287817"/>
                </a:lnTo>
                <a:lnTo>
                  <a:pt x="179356" y="270300"/>
                </a:lnTo>
                <a:lnTo>
                  <a:pt x="186785" y="252794"/>
                </a:lnTo>
                <a:lnTo>
                  <a:pt x="194205" y="235277"/>
                </a:lnTo>
                <a:lnTo>
                  <a:pt x="207197" y="230381"/>
                </a:lnTo>
                <a:lnTo>
                  <a:pt x="225104" y="236811"/>
                </a:lnTo>
                <a:lnTo>
                  <a:pt x="242945" y="243402"/>
                </a:lnTo>
                <a:lnTo>
                  <a:pt x="260718" y="250165"/>
                </a:lnTo>
                <a:lnTo>
                  <a:pt x="278435" y="257080"/>
                </a:lnTo>
                <a:lnTo>
                  <a:pt x="296094" y="264147"/>
                </a:lnTo>
                <a:lnTo>
                  <a:pt x="313696" y="271358"/>
                </a:lnTo>
                <a:lnTo>
                  <a:pt x="331222" y="278730"/>
                </a:lnTo>
                <a:lnTo>
                  <a:pt x="348701" y="286245"/>
                </a:lnTo>
                <a:lnTo>
                  <a:pt x="366112" y="293894"/>
                </a:lnTo>
                <a:lnTo>
                  <a:pt x="383467" y="301676"/>
                </a:lnTo>
                <a:lnTo>
                  <a:pt x="400764" y="309601"/>
                </a:lnTo>
                <a:lnTo>
                  <a:pt x="417995" y="317649"/>
                </a:lnTo>
                <a:lnTo>
                  <a:pt x="435159" y="325831"/>
                </a:lnTo>
                <a:lnTo>
                  <a:pt x="452276" y="334137"/>
                </a:lnTo>
                <a:lnTo>
                  <a:pt x="469325" y="342567"/>
                </a:lnTo>
                <a:lnTo>
                  <a:pt x="486318" y="351111"/>
                </a:lnTo>
                <a:lnTo>
                  <a:pt x="503253" y="359769"/>
                </a:lnTo>
                <a:lnTo>
                  <a:pt x="520122" y="368541"/>
                </a:lnTo>
                <a:lnTo>
                  <a:pt x="536943" y="377428"/>
                </a:lnTo>
                <a:lnTo>
                  <a:pt x="553698" y="386429"/>
                </a:lnTo>
                <a:lnTo>
                  <a:pt x="570395" y="395535"/>
                </a:lnTo>
                <a:lnTo>
                  <a:pt x="587045" y="404736"/>
                </a:lnTo>
                <a:lnTo>
                  <a:pt x="603628" y="414052"/>
                </a:lnTo>
                <a:lnTo>
                  <a:pt x="620154" y="423453"/>
                </a:lnTo>
                <a:lnTo>
                  <a:pt x="636632" y="432959"/>
                </a:lnTo>
                <a:lnTo>
                  <a:pt x="653053" y="442560"/>
                </a:lnTo>
                <a:lnTo>
                  <a:pt x="669417" y="452257"/>
                </a:lnTo>
                <a:lnTo>
                  <a:pt x="685724" y="462048"/>
                </a:lnTo>
                <a:lnTo>
                  <a:pt x="701973" y="471916"/>
                </a:lnTo>
                <a:lnTo>
                  <a:pt x="718175" y="481879"/>
                </a:lnTo>
                <a:lnTo>
                  <a:pt x="734330" y="491928"/>
                </a:lnTo>
                <a:lnTo>
                  <a:pt x="750418" y="502063"/>
                </a:lnTo>
                <a:lnTo>
                  <a:pt x="766467" y="512283"/>
                </a:lnTo>
                <a:lnTo>
                  <a:pt x="782460" y="522580"/>
                </a:lnTo>
                <a:lnTo>
                  <a:pt x="798395" y="532952"/>
                </a:lnTo>
                <a:lnTo>
                  <a:pt x="814292" y="543411"/>
                </a:lnTo>
                <a:lnTo>
                  <a:pt x="830132" y="553936"/>
                </a:lnTo>
                <a:lnTo>
                  <a:pt x="845915" y="564537"/>
                </a:lnTo>
                <a:lnTo>
                  <a:pt x="861660" y="575215"/>
                </a:lnTo>
                <a:lnTo>
                  <a:pt x="877348" y="585959"/>
                </a:lnTo>
                <a:lnTo>
                  <a:pt x="892997" y="596779"/>
                </a:lnTo>
                <a:lnTo>
                  <a:pt x="908590" y="607666"/>
                </a:lnTo>
                <a:lnTo>
                  <a:pt x="924144" y="618620"/>
                </a:lnTo>
                <a:lnTo>
                  <a:pt x="939641" y="629641"/>
                </a:lnTo>
                <a:lnTo>
                  <a:pt x="955091" y="640728"/>
                </a:lnTo>
                <a:lnTo>
                  <a:pt x="970502" y="651872"/>
                </a:lnTo>
                <a:lnTo>
                  <a:pt x="985876" y="663083"/>
                </a:lnTo>
                <a:lnTo>
                  <a:pt x="1001192" y="674351"/>
                </a:lnTo>
                <a:lnTo>
                  <a:pt x="1016470" y="685686"/>
                </a:lnTo>
                <a:lnTo>
                  <a:pt x="1031700" y="697087"/>
                </a:lnTo>
                <a:lnTo>
                  <a:pt x="1046883" y="708536"/>
                </a:lnTo>
                <a:lnTo>
                  <a:pt x="1062028" y="720042"/>
                </a:lnTo>
                <a:lnTo>
                  <a:pt x="1077125" y="731606"/>
                </a:lnTo>
                <a:lnTo>
                  <a:pt x="1092194" y="743217"/>
                </a:lnTo>
                <a:lnTo>
                  <a:pt x="1107215" y="754885"/>
                </a:lnTo>
                <a:lnTo>
                  <a:pt x="1122188" y="766610"/>
                </a:lnTo>
                <a:lnTo>
                  <a:pt x="1137114" y="778393"/>
                </a:lnTo>
                <a:lnTo>
                  <a:pt x="1152011" y="790223"/>
                </a:lnTo>
                <a:lnTo>
                  <a:pt x="1166870" y="802100"/>
                </a:lnTo>
                <a:lnTo>
                  <a:pt x="1181681" y="814026"/>
                </a:lnTo>
                <a:lnTo>
                  <a:pt x="1196464" y="825998"/>
                </a:lnTo>
                <a:lnTo>
                  <a:pt x="1211189" y="838029"/>
                </a:lnTo>
                <a:lnTo>
                  <a:pt x="1225887" y="850106"/>
                </a:lnTo>
                <a:lnTo>
                  <a:pt x="1240546" y="862222"/>
                </a:lnTo>
                <a:lnTo>
                  <a:pt x="1255166" y="874385"/>
                </a:lnTo>
                <a:lnTo>
                  <a:pt x="1269673" y="885673"/>
                </a:lnTo>
                <a:lnTo>
                  <a:pt x="1281884" y="871090"/>
                </a:lnTo>
                <a:lnTo>
                  <a:pt x="1294105" y="856507"/>
                </a:lnTo>
                <a:lnTo>
                  <a:pt x="1306316" y="841924"/>
                </a:lnTo>
                <a:lnTo>
                  <a:pt x="1318527" y="827342"/>
                </a:lnTo>
                <a:lnTo>
                  <a:pt x="1330738" y="812759"/>
                </a:lnTo>
                <a:lnTo>
                  <a:pt x="1342949" y="798176"/>
                </a:lnTo>
                <a:lnTo>
                  <a:pt x="1355160" y="783593"/>
                </a:lnTo>
                <a:lnTo>
                  <a:pt x="1367371" y="769010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radial-inward-spoke-4">
            <a:extLst xmlns:a="http://schemas.openxmlformats.org/drawingml/2006/main">
              <a:ext uri="{FF2B5EF4-FFF2-40B4-BE49-F238E27FC236}">
                <a16:creationId xmlns:a16="http://schemas.microsoft.com/office/drawing/2014/main" id="{317F9A96-7530-4A94-B577-B647D3B3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132" y="4725276"/>
            <a:ext cx="339290" cy="505854"/>
          </a:xfrm>
          <a:custGeom xmlns:a="http://schemas.openxmlformats.org/drawingml/2006/main">
            <a:pathLst>
              <a:path w="339290" h="505854">
                <a:moveTo>
                  <a:pt x="235115" y="505854"/>
                </a:moveTo>
                <a:lnTo>
                  <a:pt x="237868" y="487080"/>
                </a:lnTo>
                <a:lnTo>
                  <a:pt x="240478" y="468278"/>
                </a:lnTo>
                <a:lnTo>
                  <a:pt x="242935" y="449466"/>
                </a:lnTo>
                <a:lnTo>
                  <a:pt x="245231" y="430625"/>
                </a:lnTo>
                <a:lnTo>
                  <a:pt x="247364" y="411766"/>
                </a:lnTo>
                <a:lnTo>
                  <a:pt x="249317" y="392887"/>
                </a:lnTo>
                <a:lnTo>
                  <a:pt x="251098" y="373999"/>
                </a:lnTo>
                <a:lnTo>
                  <a:pt x="252670" y="355082"/>
                </a:lnTo>
                <a:lnTo>
                  <a:pt x="254060" y="336156"/>
                </a:lnTo>
                <a:lnTo>
                  <a:pt x="255241" y="317221"/>
                </a:lnTo>
                <a:lnTo>
                  <a:pt x="256194" y="298266"/>
                </a:lnTo>
                <a:lnTo>
                  <a:pt x="256927" y="279302"/>
                </a:lnTo>
                <a:lnTo>
                  <a:pt x="257413" y="260328"/>
                </a:lnTo>
                <a:lnTo>
                  <a:pt x="257642" y="241354"/>
                </a:lnTo>
                <a:lnTo>
                  <a:pt x="257604" y="222380"/>
                </a:lnTo>
                <a:lnTo>
                  <a:pt x="257289" y="203406"/>
                </a:lnTo>
                <a:lnTo>
                  <a:pt x="256670" y="184433"/>
                </a:lnTo>
                <a:lnTo>
                  <a:pt x="255746" y="165478"/>
                </a:lnTo>
                <a:lnTo>
                  <a:pt x="254479" y="146552"/>
                </a:lnTo>
                <a:lnTo>
                  <a:pt x="252870" y="127635"/>
                </a:lnTo>
                <a:lnTo>
                  <a:pt x="250879" y="108766"/>
                </a:lnTo>
                <a:lnTo>
                  <a:pt x="248488" y="89945"/>
                </a:lnTo>
                <a:lnTo>
                  <a:pt x="245688" y="71171"/>
                </a:lnTo>
                <a:lnTo>
                  <a:pt x="263843" y="68551"/>
                </a:lnTo>
                <a:lnTo>
                  <a:pt x="282702" y="66475"/>
                </a:lnTo>
                <a:lnTo>
                  <a:pt x="301562" y="64399"/>
                </a:lnTo>
                <a:lnTo>
                  <a:pt x="320431" y="62332"/>
                </a:lnTo>
                <a:lnTo>
                  <a:pt x="339290" y="60255"/>
                </a:lnTo>
                <a:lnTo>
                  <a:pt x="324336" y="54521"/>
                </a:lnTo>
                <a:lnTo>
                  <a:pt x="306343" y="48463"/>
                </a:lnTo>
                <a:lnTo>
                  <a:pt x="288360" y="42405"/>
                </a:lnTo>
                <a:lnTo>
                  <a:pt x="270377" y="36347"/>
                </a:lnTo>
                <a:lnTo>
                  <a:pt x="252393" y="30290"/>
                </a:lnTo>
                <a:lnTo>
                  <a:pt x="234410" y="24232"/>
                </a:lnTo>
                <a:lnTo>
                  <a:pt x="216427" y="18174"/>
                </a:lnTo>
                <a:lnTo>
                  <a:pt x="198444" y="12116"/>
                </a:lnTo>
                <a:lnTo>
                  <a:pt x="180451" y="6058"/>
                </a:lnTo>
                <a:lnTo>
                  <a:pt x="162468" y="0"/>
                </a:lnTo>
                <a:lnTo>
                  <a:pt x="145999" y="7544"/>
                </a:lnTo>
                <a:lnTo>
                  <a:pt x="129769" y="17393"/>
                </a:lnTo>
                <a:lnTo>
                  <a:pt x="113548" y="27242"/>
                </a:lnTo>
                <a:lnTo>
                  <a:pt x="97326" y="37090"/>
                </a:lnTo>
                <a:lnTo>
                  <a:pt x="81105" y="46939"/>
                </a:lnTo>
                <a:lnTo>
                  <a:pt x="64884" y="56788"/>
                </a:lnTo>
                <a:lnTo>
                  <a:pt x="48663" y="66637"/>
                </a:lnTo>
                <a:lnTo>
                  <a:pt x="32442" y="76486"/>
                </a:lnTo>
                <a:lnTo>
                  <a:pt x="16221" y="86335"/>
                </a:lnTo>
                <a:lnTo>
                  <a:pt x="0" y="96183"/>
                </a:lnTo>
                <a:lnTo>
                  <a:pt x="18545" y="94393"/>
                </a:lnTo>
                <a:lnTo>
                  <a:pt x="37433" y="92478"/>
                </a:lnTo>
                <a:lnTo>
                  <a:pt x="56312" y="90573"/>
                </a:lnTo>
                <a:lnTo>
                  <a:pt x="75190" y="88668"/>
                </a:lnTo>
                <a:lnTo>
                  <a:pt x="94069" y="86763"/>
                </a:lnTo>
                <a:lnTo>
                  <a:pt x="97107" y="105423"/>
                </a:lnTo>
                <a:lnTo>
                  <a:pt x="99593" y="124235"/>
                </a:lnTo>
                <a:lnTo>
                  <a:pt x="101632" y="143104"/>
                </a:lnTo>
                <a:lnTo>
                  <a:pt x="103241" y="162011"/>
                </a:lnTo>
                <a:lnTo>
                  <a:pt x="104461" y="180956"/>
                </a:lnTo>
                <a:lnTo>
                  <a:pt x="105299" y="199911"/>
                </a:lnTo>
                <a:lnTo>
                  <a:pt x="105775" y="218885"/>
                </a:lnTo>
                <a:lnTo>
                  <a:pt x="105918" y="237858"/>
                </a:lnTo>
                <a:lnTo>
                  <a:pt x="105756" y="256832"/>
                </a:lnTo>
                <a:lnTo>
                  <a:pt x="105289" y="275806"/>
                </a:lnTo>
                <a:lnTo>
                  <a:pt x="104546" y="294770"/>
                </a:lnTo>
                <a:lnTo>
                  <a:pt x="103537" y="313715"/>
                </a:lnTo>
                <a:lnTo>
                  <a:pt x="102279" y="332651"/>
                </a:lnTo>
                <a:lnTo>
                  <a:pt x="100784" y="351568"/>
                </a:lnTo>
                <a:lnTo>
                  <a:pt x="99060" y="370475"/>
                </a:lnTo>
                <a:lnTo>
                  <a:pt x="97126" y="389353"/>
                </a:lnTo>
                <a:lnTo>
                  <a:pt x="94983" y="408203"/>
                </a:lnTo>
                <a:lnTo>
                  <a:pt x="92650" y="427034"/>
                </a:lnTo>
                <a:lnTo>
                  <a:pt x="90126" y="445846"/>
                </a:lnTo>
                <a:lnTo>
                  <a:pt x="87420" y="464630"/>
                </a:lnTo>
                <a:lnTo>
                  <a:pt x="85020" y="483051"/>
                </a:lnTo>
                <a:lnTo>
                  <a:pt x="103775" y="485899"/>
                </a:lnTo>
                <a:lnTo>
                  <a:pt x="122539" y="488756"/>
                </a:lnTo>
                <a:lnTo>
                  <a:pt x="141303" y="491604"/>
                </a:lnTo>
                <a:lnTo>
                  <a:pt x="160068" y="494452"/>
                </a:lnTo>
                <a:lnTo>
                  <a:pt x="178822" y="497300"/>
                </a:lnTo>
                <a:lnTo>
                  <a:pt x="197587" y="500148"/>
                </a:lnTo>
                <a:lnTo>
                  <a:pt x="216351" y="503006"/>
                </a:lnTo>
                <a:lnTo>
                  <a:pt x="235115" y="505854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radial-inward-spoke-5">
            <a:extLst xmlns:a="http://schemas.openxmlformats.org/drawingml/2006/main">
              <a:ext uri="{FF2B5EF4-FFF2-40B4-BE49-F238E27FC236}">
                <a16:creationId xmlns:a16="http://schemas.microsoft.com/office/drawing/2014/main" id="{8840F598-BFF4-4939-B4F0-C7375240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1289" y="4409294"/>
            <a:ext cx="1342263" cy="833266"/>
          </a:xfrm>
          <a:custGeom xmlns:a="http://schemas.openxmlformats.org/drawingml/2006/main">
            <a:pathLst>
              <a:path w="1342263" h="833266">
                <a:moveTo>
                  <a:pt x="52064" y="833266"/>
                </a:moveTo>
                <a:lnTo>
                  <a:pt x="69904" y="826675"/>
                </a:lnTo>
                <a:lnTo>
                  <a:pt x="87716" y="820036"/>
                </a:lnTo>
                <a:lnTo>
                  <a:pt x="105518" y="813340"/>
                </a:lnTo>
                <a:lnTo>
                  <a:pt x="123292" y="806596"/>
                </a:lnTo>
                <a:lnTo>
                  <a:pt x="141056" y="799795"/>
                </a:lnTo>
                <a:lnTo>
                  <a:pt x="158791" y="792947"/>
                </a:lnTo>
                <a:lnTo>
                  <a:pt x="176508" y="786041"/>
                </a:lnTo>
                <a:lnTo>
                  <a:pt x="194205" y="779069"/>
                </a:lnTo>
                <a:lnTo>
                  <a:pt x="211874" y="772049"/>
                </a:lnTo>
                <a:lnTo>
                  <a:pt x="229524" y="764972"/>
                </a:lnTo>
                <a:lnTo>
                  <a:pt x="247145" y="757838"/>
                </a:lnTo>
                <a:lnTo>
                  <a:pt x="264747" y="750637"/>
                </a:lnTo>
                <a:lnTo>
                  <a:pt x="282331" y="743388"/>
                </a:lnTo>
                <a:lnTo>
                  <a:pt x="299876" y="736073"/>
                </a:lnTo>
                <a:lnTo>
                  <a:pt x="317411" y="728701"/>
                </a:lnTo>
                <a:lnTo>
                  <a:pt x="334909" y="721262"/>
                </a:lnTo>
                <a:lnTo>
                  <a:pt x="352377" y="713756"/>
                </a:lnTo>
                <a:lnTo>
                  <a:pt x="369827" y="706193"/>
                </a:lnTo>
                <a:lnTo>
                  <a:pt x="387248" y="698564"/>
                </a:lnTo>
                <a:lnTo>
                  <a:pt x="404641" y="690877"/>
                </a:lnTo>
                <a:lnTo>
                  <a:pt x="421996" y="683114"/>
                </a:lnTo>
                <a:lnTo>
                  <a:pt x="439331" y="675294"/>
                </a:lnTo>
                <a:lnTo>
                  <a:pt x="456629" y="667398"/>
                </a:lnTo>
                <a:lnTo>
                  <a:pt x="473897" y="659435"/>
                </a:lnTo>
                <a:lnTo>
                  <a:pt x="491138" y="651405"/>
                </a:lnTo>
                <a:lnTo>
                  <a:pt x="508340" y="643309"/>
                </a:lnTo>
                <a:lnTo>
                  <a:pt x="525504" y="635127"/>
                </a:lnTo>
                <a:lnTo>
                  <a:pt x="542639" y="626888"/>
                </a:lnTo>
                <a:lnTo>
                  <a:pt x="559746" y="618573"/>
                </a:lnTo>
                <a:lnTo>
                  <a:pt x="576805" y="610172"/>
                </a:lnTo>
                <a:lnTo>
                  <a:pt x="593827" y="601704"/>
                </a:lnTo>
                <a:lnTo>
                  <a:pt x="610819" y="593160"/>
                </a:lnTo>
                <a:lnTo>
                  <a:pt x="627764" y="584530"/>
                </a:lnTo>
                <a:lnTo>
                  <a:pt x="644671" y="575834"/>
                </a:lnTo>
                <a:lnTo>
                  <a:pt x="661540" y="567052"/>
                </a:lnTo>
                <a:lnTo>
                  <a:pt x="678361" y="558184"/>
                </a:lnTo>
                <a:lnTo>
                  <a:pt x="695135" y="549240"/>
                </a:lnTo>
                <a:lnTo>
                  <a:pt x="711870" y="540210"/>
                </a:lnTo>
                <a:lnTo>
                  <a:pt x="728567" y="531095"/>
                </a:lnTo>
                <a:lnTo>
                  <a:pt x="745207" y="521894"/>
                </a:lnTo>
                <a:lnTo>
                  <a:pt x="761800" y="512607"/>
                </a:lnTo>
                <a:lnTo>
                  <a:pt x="778345" y="503234"/>
                </a:lnTo>
                <a:lnTo>
                  <a:pt x="794833" y="493766"/>
                </a:lnTo>
                <a:lnTo>
                  <a:pt x="811273" y="484213"/>
                </a:lnTo>
                <a:lnTo>
                  <a:pt x="827656" y="474564"/>
                </a:lnTo>
                <a:lnTo>
                  <a:pt x="843991" y="464820"/>
                </a:lnTo>
                <a:lnTo>
                  <a:pt x="860260" y="454981"/>
                </a:lnTo>
                <a:lnTo>
                  <a:pt x="876481" y="445046"/>
                </a:lnTo>
                <a:lnTo>
                  <a:pt x="892635" y="435016"/>
                </a:lnTo>
                <a:lnTo>
                  <a:pt x="908723" y="424882"/>
                </a:lnTo>
                <a:lnTo>
                  <a:pt x="924754" y="414652"/>
                </a:lnTo>
                <a:lnTo>
                  <a:pt x="940718" y="404317"/>
                </a:lnTo>
                <a:lnTo>
                  <a:pt x="956605" y="393887"/>
                </a:lnTo>
                <a:lnTo>
                  <a:pt x="972436" y="383343"/>
                </a:lnTo>
                <a:lnTo>
                  <a:pt x="988190" y="372694"/>
                </a:lnTo>
                <a:lnTo>
                  <a:pt x="1003868" y="361931"/>
                </a:lnTo>
                <a:lnTo>
                  <a:pt x="1019470" y="351063"/>
                </a:lnTo>
                <a:lnTo>
                  <a:pt x="1034996" y="340090"/>
                </a:lnTo>
                <a:lnTo>
                  <a:pt x="1050446" y="328994"/>
                </a:lnTo>
                <a:lnTo>
                  <a:pt x="1065800" y="317783"/>
                </a:lnTo>
                <a:lnTo>
                  <a:pt x="1081078" y="306467"/>
                </a:lnTo>
                <a:lnTo>
                  <a:pt x="1096270" y="295027"/>
                </a:lnTo>
                <a:lnTo>
                  <a:pt x="1111367" y="283464"/>
                </a:lnTo>
                <a:lnTo>
                  <a:pt x="1126369" y="271786"/>
                </a:lnTo>
                <a:lnTo>
                  <a:pt x="1141276" y="259975"/>
                </a:lnTo>
                <a:lnTo>
                  <a:pt x="1156087" y="248050"/>
                </a:lnTo>
                <a:lnTo>
                  <a:pt x="1170794" y="235991"/>
                </a:lnTo>
                <a:lnTo>
                  <a:pt x="1185396" y="223818"/>
                </a:lnTo>
                <a:lnTo>
                  <a:pt x="1199474" y="215265"/>
                </a:lnTo>
                <a:lnTo>
                  <a:pt x="1210885" y="230476"/>
                </a:lnTo>
                <a:lnTo>
                  <a:pt x="1222296" y="245688"/>
                </a:lnTo>
                <a:lnTo>
                  <a:pt x="1233707" y="260899"/>
                </a:lnTo>
                <a:lnTo>
                  <a:pt x="1245118" y="276111"/>
                </a:lnTo>
                <a:lnTo>
                  <a:pt x="1255795" y="287084"/>
                </a:lnTo>
                <a:lnTo>
                  <a:pt x="1261462" y="268929"/>
                </a:lnTo>
                <a:lnTo>
                  <a:pt x="1267139" y="250784"/>
                </a:lnTo>
                <a:lnTo>
                  <a:pt x="1272807" y="232629"/>
                </a:lnTo>
                <a:lnTo>
                  <a:pt x="1278484" y="214484"/>
                </a:lnTo>
                <a:lnTo>
                  <a:pt x="1284151" y="196329"/>
                </a:lnTo>
                <a:lnTo>
                  <a:pt x="1289828" y="178184"/>
                </a:lnTo>
                <a:lnTo>
                  <a:pt x="1295495" y="160030"/>
                </a:lnTo>
                <a:lnTo>
                  <a:pt x="1301172" y="141884"/>
                </a:lnTo>
                <a:lnTo>
                  <a:pt x="1306840" y="123730"/>
                </a:lnTo>
                <a:lnTo>
                  <a:pt x="1312507" y="105585"/>
                </a:lnTo>
                <a:lnTo>
                  <a:pt x="1318184" y="87430"/>
                </a:lnTo>
                <a:lnTo>
                  <a:pt x="1323851" y="69275"/>
                </a:lnTo>
                <a:lnTo>
                  <a:pt x="1329528" y="51130"/>
                </a:lnTo>
                <a:lnTo>
                  <a:pt x="1335195" y="32976"/>
                </a:lnTo>
                <a:lnTo>
                  <a:pt x="1340872" y="14830"/>
                </a:lnTo>
                <a:lnTo>
                  <a:pt x="1342263" y="0"/>
                </a:lnTo>
                <a:lnTo>
                  <a:pt x="1323270" y="981"/>
                </a:lnTo>
                <a:lnTo>
                  <a:pt x="1304277" y="1953"/>
                </a:lnTo>
                <a:lnTo>
                  <a:pt x="1285294" y="2934"/>
                </a:lnTo>
                <a:lnTo>
                  <a:pt x="1266301" y="3905"/>
                </a:lnTo>
                <a:lnTo>
                  <a:pt x="1247308" y="4886"/>
                </a:lnTo>
                <a:lnTo>
                  <a:pt x="1228315" y="5858"/>
                </a:lnTo>
                <a:lnTo>
                  <a:pt x="1209332" y="6839"/>
                </a:lnTo>
                <a:lnTo>
                  <a:pt x="1190339" y="7820"/>
                </a:lnTo>
                <a:lnTo>
                  <a:pt x="1171346" y="8792"/>
                </a:lnTo>
                <a:lnTo>
                  <a:pt x="1152354" y="9773"/>
                </a:lnTo>
                <a:lnTo>
                  <a:pt x="1133370" y="10744"/>
                </a:lnTo>
                <a:lnTo>
                  <a:pt x="1114377" y="11725"/>
                </a:lnTo>
                <a:lnTo>
                  <a:pt x="1095385" y="12697"/>
                </a:lnTo>
                <a:lnTo>
                  <a:pt x="1076392" y="13678"/>
                </a:lnTo>
                <a:lnTo>
                  <a:pt x="1057408" y="14659"/>
                </a:lnTo>
                <a:lnTo>
                  <a:pt x="1055884" y="23813"/>
                </a:lnTo>
                <a:lnTo>
                  <a:pt x="1067295" y="39024"/>
                </a:lnTo>
                <a:lnTo>
                  <a:pt x="1078706" y="54235"/>
                </a:lnTo>
                <a:lnTo>
                  <a:pt x="1090117" y="69456"/>
                </a:lnTo>
                <a:lnTo>
                  <a:pt x="1101528" y="84668"/>
                </a:lnTo>
                <a:lnTo>
                  <a:pt x="1098318" y="98279"/>
                </a:lnTo>
                <a:lnTo>
                  <a:pt x="1083802" y="110566"/>
                </a:lnTo>
                <a:lnTo>
                  <a:pt x="1069181" y="122720"/>
                </a:lnTo>
                <a:lnTo>
                  <a:pt x="1054446" y="134741"/>
                </a:lnTo>
                <a:lnTo>
                  <a:pt x="1039597" y="146618"/>
                </a:lnTo>
                <a:lnTo>
                  <a:pt x="1024652" y="158382"/>
                </a:lnTo>
                <a:lnTo>
                  <a:pt x="1009612" y="170012"/>
                </a:lnTo>
                <a:lnTo>
                  <a:pt x="994467" y="181508"/>
                </a:lnTo>
                <a:lnTo>
                  <a:pt x="979227" y="192881"/>
                </a:lnTo>
                <a:lnTo>
                  <a:pt x="963901" y="204140"/>
                </a:lnTo>
                <a:lnTo>
                  <a:pt x="948480" y="215265"/>
                </a:lnTo>
                <a:lnTo>
                  <a:pt x="932983" y="226276"/>
                </a:lnTo>
                <a:lnTo>
                  <a:pt x="917391" y="237173"/>
                </a:lnTo>
                <a:lnTo>
                  <a:pt x="901732" y="247945"/>
                </a:lnTo>
                <a:lnTo>
                  <a:pt x="885987" y="258613"/>
                </a:lnTo>
                <a:lnTo>
                  <a:pt x="870166" y="269157"/>
                </a:lnTo>
                <a:lnTo>
                  <a:pt x="854269" y="279597"/>
                </a:lnTo>
                <a:lnTo>
                  <a:pt x="838305" y="289931"/>
                </a:lnTo>
                <a:lnTo>
                  <a:pt x="822265" y="300152"/>
                </a:lnTo>
                <a:lnTo>
                  <a:pt x="806167" y="310267"/>
                </a:lnTo>
                <a:lnTo>
                  <a:pt x="789994" y="320269"/>
                </a:lnTo>
                <a:lnTo>
                  <a:pt x="773763" y="330175"/>
                </a:lnTo>
                <a:lnTo>
                  <a:pt x="757476" y="339985"/>
                </a:lnTo>
                <a:lnTo>
                  <a:pt x="741121" y="349682"/>
                </a:lnTo>
                <a:lnTo>
                  <a:pt x="724710" y="359293"/>
                </a:lnTo>
                <a:lnTo>
                  <a:pt x="708241" y="368798"/>
                </a:lnTo>
                <a:lnTo>
                  <a:pt x="691715" y="378209"/>
                </a:lnTo>
                <a:lnTo>
                  <a:pt x="675142" y="387525"/>
                </a:lnTo>
                <a:lnTo>
                  <a:pt x="658511" y="396745"/>
                </a:lnTo>
                <a:lnTo>
                  <a:pt x="641833" y="405879"/>
                </a:lnTo>
                <a:lnTo>
                  <a:pt x="625097" y="414919"/>
                </a:lnTo>
                <a:lnTo>
                  <a:pt x="608324" y="423872"/>
                </a:lnTo>
                <a:lnTo>
                  <a:pt x="591503" y="432730"/>
                </a:lnTo>
                <a:lnTo>
                  <a:pt x="574634" y="441512"/>
                </a:lnTo>
                <a:lnTo>
                  <a:pt x="557717" y="450199"/>
                </a:lnTo>
                <a:lnTo>
                  <a:pt x="540763" y="458810"/>
                </a:lnTo>
                <a:lnTo>
                  <a:pt x="523761" y="467335"/>
                </a:lnTo>
                <a:lnTo>
                  <a:pt x="506730" y="475774"/>
                </a:lnTo>
                <a:lnTo>
                  <a:pt x="489652" y="484137"/>
                </a:lnTo>
                <a:lnTo>
                  <a:pt x="472535" y="492423"/>
                </a:lnTo>
                <a:lnTo>
                  <a:pt x="455381" y="500624"/>
                </a:lnTo>
                <a:lnTo>
                  <a:pt x="438188" y="508749"/>
                </a:lnTo>
                <a:lnTo>
                  <a:pt x="420957" y="516807"/>
                </a:lnTo>
                <a:lnTo>
                  <a:pt x="403698" y="524780"/>
                </a:lnTo>
                <a:lnTo>
                  <a:pt x="386401" y="532686"/>
                </a:lnTo>
                <a:lnTo>
                  <a:pt x="369075" y="540515"/>
                </a:lnTo>
                <a:lnTo>
                  <a:pt x="351711" y="548278"/>
                </a:lnTo>
                <a:lnTo>
                  <a:pt x="334318" y="555965"/>
                </a:lnTo>
                <a:lnTo>
                  <a:pt x="316897" y="563585"/>
                </a:lnTo>
                <a:lnTo>
                  <a:pt x="299447" y="571129"/>
                </a:lnTo>
                <a:lnTo>
                  <a:pt x="281959" y="578606"/>
                </a:lnTo>
                <a:lnTo>
                  <a:pt x="264452" y="586026"/>
                </a:lnTo>
                <a:lnTo>
                  <a:pt x="246917" y="593369"/>
                </a:lnTo>
                <a:lnTo>
                  <a:pt x="229343" y="600656"/>
                </a:lnTo>
                <a:lnTo>
                  <a:pt x="211760" y="607876"/>
                </a:lnTo>
                <a:lnTo>
                  <a:pt x="194139" y="615029"/>
                </a:lnTo>
                <a:lnTo>
                  <a:pt x="176489" y="622116"/>
                </a:lnTo>
                <a:lnTo>
                  <a:pt x="158829" y="629145"/>
                </a:lnTo>
                <a:lnTo>
                  <a:pt x="141132" y="636118"/>
                </a:lnTo>
                <a:lnTo>
                  <a:pt x="123415" y="643023"/>
                </a:lnTo>
                <a:lnTo>
                  <a:pt x="105680" y="649872"/>
                </a:lnTo>
                <a:lnTo>
                  <a:pt x="87916" y="656663"/>
                </a:lnTo>
                <a:lnTo>
                  <a:pt x="70133" y="663397"/>
                </a:lnTo>
                <a:lnTo>
                  <a:pt x="52330" y="670074"/>
                </a:lnTo>
                <a:lnTo>
                  <a:pt x="34500" y="676694"/>
                </a:lnTo>
                <a:lnTo>
                  <a:pt x="16650" y="683257"/>
                </a:lnTo>
                <a:lnTo>
                  <a:pt x="0" y="690334"/>
                </a:lnTo>
                <a:lnTo>
                  <a:pt x="6506" y="708193"/>
                </a:lnTo>
                <a:lnTo>
                  <a:pt x="13011" y="726062"/>
                </a:lnTo>
                <a:lnTo>
                  <a:pt x="19526" y="743931"/>
                </a:lnTo>
                <a:lnTo>
                  <a:pt x="26032" y="761800"/>
                </a:lnTo>
                <a:lnTo>
                  <a:pt x="32537" y="779669"/>
                </a:lnTo>
                <a:lnTo>
                  <a:pt x="39043" y="797538"/>
                </a:lnTo>
                <a:lnTo>
                  <a:pt x="45558" y="815397"/>
                </a:lnTo>
                <a:lnTo>
                  <a:pt x="52064" y="833266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radial-inward-spoke-6">
            <a:extLst xmlns:a="http://schemas.openxmlformats.org/drawingml/2006/main">
              <a:ext uri="{FF2B5EF4-FFF2-40B4-BE49-F238E27FC236}">
                <a16:creationId xmlns:a16="http://schemas.microsoft.com/office/drawing/2014/main" id="{3B43501C-3AA4-4B4E-8EF7-B4CE6B0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105" y="2619870"/>
            <a:ext cx="1367371" cy="885673"/>
          </a:xfrm>
          <a:custGeom xmlns:a="http://schemas.openxmlformats.org/drawingml/2006/main">
            <a:pathLst>
              <a:path w="1367371" h="885673">
                <a:moveTo>
                  <a:pt x="0" y="116662"/>
                </a:moveTo>
                <a:lnTo>
                  <a:pt x="14621" y="128816"/>
                </a:lnTo>
                <a:lnTo>
                  <a:pt x="29280" y="140941"/>
                </a:lnTo>
                <a:lnTo>
                  <a:pt x="43977" y="153019"/>
                </a:lnTo>
                <a:lnTo>
                  <a:pt x="58703" y="165059"/>
                </a:lnTo>
                <a:lnTo>
                  <a:pt x="73466" y="177041"/>
                </a:lnTo>
                <a:lnTo>
                  <a:pt x="88268" y="188986"/>
                </a:lnTo>
                <a:lnTo>
                  <a:pt x="103108" y="200882"/>
                </a:lnTo>
                <a:lnTo>
                  <a:pt x="117986" y="212731"/>
                </a:lnTo>
                <a:lnTo>
                  <a:pt x="132902" y="224542"/>
                </a:lnTo>
                <a:lnTo>
                  <a:pt x="147857" y="236296"/>
                </a:lnTo>
                <a:lnTo>
                  <a:pt x="162849" y="247993"/>
                </a:lnTo>
                <a:lnTo>
                  <a:pt x="177870" y="259652"/>
                </a:lnTo>
                <a:lnTo>
                  <a:pt x="192948" y="271253"/>
                </a:lnTo>
                <a:lnTo>
                  <a:pt x="208055" y="282807"/>
                </a:lnTo>
                <a:lnTo>
                  <a:pt x="223209" y="294303"/>
                </a:lnTo>
                <a:lnTo>
                  <a:pt x="238401" y="305753"/>
                </a:lnTo>
                <a:lnTo>
                  <a:pt x="253632" y="317144"/>
                </a:lnTo>
                <a:lnTo>
                  <a:pt x="268900" y="328479"/>
                </a:lnTo>
                <a:lnTo>
                  <a:pt x="284216" y="339757"/>
                </a:lnTo>
                <a:lnTo>
                  <a:pt x="299580" y="350977"/>
                </a:lnTo>
                <a:lnTo>
                  <a:pt x="314973" y="362141"/>
                </a:lnTo>
                <a:lnTo>
                  <a:pt x="330422" y="373237"/>
                </a:lnTo>
                <a:lnTo>
                  <a:pt x="345910" y="384277"/>
                </a:lnTo>
                <a:lnTo>
                  <a:pt x="361436" y="395259"/>
                </a:lnTo>
                <a:lnTo>
                  <a:pt x="377009" y="406175"/>
                </a:lnTo>
                <a:lnTo>
                  <a:pt x="392630" y="417024"/>
                </a:lnTo>
                <a:lnTo>
                  <a:pt x="408299" y="427815"/>
                </a:lnTo>
                <a:lnTo>
                  <a:pt x="424005" y="438531"/>
                </a:lnTo>
                <a:lnTo>
                  <a:pt x="439769" y="449189"/>
                </a:lnTo>
                <a:lnTo>
                  <a:pt x="455571" y="459772"/>
                </a:lnTo>
                <a:lnTo>
                  <a:pt x="471421" y="470278"/>
                </a:lnTo>
                <a:lnTo>
                  <a:pt x="487318" y="480717"/>
                </a:lnTo>
                <a:lnTo>
                  <a:pt x="503263" y="491090"/>
                </a:lnTo>
                <a:lnTo>
                  <a:pt x="519255" y="501386"/>
                </a:lnTo>
                <a:lnTo>
                  <a:pt x="535305" y="511597"/>
                </a:lnTo>
                <a:lnTo>
                  <a:pt x="551393" y="521732"/>
                </a:lnTo>
                <a:lnTo>
                  <a:pt x="567538" y="531790"/>
                </a:lnTo>
                <a:lnTo>
                  <a:pt x="583730" y="541772"/>
                </a:lnTo>
                <a:lnTo>
                  <a:pt x="599970" y="551669"/>
                </a:lnTo>
                <a:lnTo>
                  <a:pt x="616268" y="561480"/>
                </a:lnTo>
                <a:lnTo>
                  <a:pt x="632612" y="571205"/>
                </a:lnTo>
                <a:lnTo>
                  <a:pt x="649014" y="580844"/>
                </a:lnTo>
                <a:lnTo>
                  <a:pt x="665464" y="590388"/>
                </a:lnTo>
                <a:lnTo>
                  <a:pt x="681961" y="599846"/>
                </a:lnTo>
                <a:lnTo>
                  <a:pt x="698516" y="609209"/>
                </a:lnTo>
                <a:lnTo>
                  <a:pt x="715127" y="618468"/>
                </a:lnTo>
                <a:lnTo>
                  <a:pt x="731796" y="627640"/>
                </a:lnTo>
                <a:lnTo>
                  <a:pt x="748513" y="636708"/>
                </a:lnTo>
                <a:lnTo>
                  <a:pt x="765286" y="645681"/>
                </a:lnTo>
                <a:lnTo>
                  <a:pt x="782117" y="654539"/>
                </a:lnTo>
                <a:lnTo>
                  <a:pt x="798995" y="663302"/>
                </a:lnTo>
                <a:lnTo>
                  <a:pt x="815940" y="671941"/>
                </a:lnTo>
                <a:lnTo>
                  <a:pt x="832933" y="680485"/>
                </a:lnTo>
                <a:lnTo>
                  <a:pt x="849982" y="688905"/>
                </a:lnTo>
                <a:lnTo>
                  <a:pt x="867099" y="697220"/>
                </a:lnTo>
                <a:lnTo>
                  <a:pt x="884263" y="705402"/>
                </a:lnTo>
                <a:lnTo>
                  <a:pt x="901484" y="713470"/>
                </a:lnTo>
                <a:lnTo>
                  <a:pt x="918772" y="721414"/>
                </a:lnTo>
                <a:lnTo>
                  <a:pt x="936107" y="729224"/>
                </a:lnTo>
                <a:lnTo>
                  <a:pt x="953510" y="736911"/>
                </a:lnTo>
                <a:lnTo>
                  <a:pt x="970959" y="744464"/>
                </a:lnTo>
                <a:lnTo>
                  <a:pt x="988476" y="751884"/>
                </a:lnTo>
                <a:lnTo>
                  <a:pt x="1006050" y="759162"/>
                </a:lnTo>
                <a:lnTo>
                  <a:pt x="1023680" y="766296"/>
                </a:lnTo>
                <a:lnTo>
                  <a:pt x="1041368" y="773287"/>
                </a:lnTo>
                <a:lnTo>
                  <a:pt x="1059113" y="780126"/>
                </a:lnTo>
                <a:lnTo>
                  <a:pt x="1076925" y="786813"/>
                </a:lnTo>
                <a:lnTo>
                  <a:pt x="1094784" y="793347"/>
                </a:lnTo>
                <a:lnTo>
                  <a:pt x="1108377" y="801605"/>
                </a:lnTo>
                <a:lnTo>
                  <a:pt x="1100795" y="819045"/>
                </a:lnTo>
                <a:lnTo>
                  <a:pt x="1093213" y="836495"/>
                </a:lnTo>
                <a:lnTo>
                  <a:pt x="1085621" y="853935"/>
                </a:lnTo>
                <a:lnTo>
                  <a:pt x="1078040" y="871376"/>
                </a:lnTo>
                <a:lnTo>
                  <a:pt x="1074268" y="885673"/>
                </a:lnTo>
                <a:lnTo>
                  <a:pt x="1092822" y="881510"/>
                </a:lnTo>
                <a:lnTo>
                  <a:pt x="1111387" y="877348"/>
                </a:lnTo>
                <a:lnTo>
                  <a:pt x="1129941" y="873185"/>
                </a:lnTo>
                <a:lnTo>
                  <a:pt x="1148496" y="869013"/>
                </a:lnTo>
                <a:lnTo>
                  <a:pt x="1167060" y="864851"/>
                </a:lnTo>
                <a:lnTo>
                  <a:pt x="1185615" y="860689"/>
                </a:lnTo>
                <a:lnTo>
                  <a:pt x="1204179" y="856526"/>
                </a:lnTo>
                <a:lnTo>
                  <a:pt x="1222734" y="852364"/>
                </a:lnTo>
                <a:lnTo>
                  <a:pt x="1241288" y="848201"/>
                </a:lnTo>
                <a:lnTo>
                  <a:pt x="1259853" y="844039"/>
                </a:lnTo>
                <a:lnTo>
                  <a:pt x="1278407" y="839867"/>
                </a:lnTo>
                <a:lnTo>
                  <a:pt x="1296972" y="835704"/>
                </a:lnTo>
                <a:lnTo>
                  <a:pt x="1315526" y="831542"/>
                </a:lnTo>
                <a:lnTo>
                  <a:pt x="1334081" y="827380"/>
                </a:lnTo>
                <a:lnTo>
                  <a:pt x="1352645" y="823217"/>
                </a:lnTo>
                <a:lnTo>
                  <a:pt x="1367371" y="817493"/>
                </a:lnTo>
                <a:lnTo>
                  <a:pt x="1356989" y="801557"/>
                </a:lnTo>
                <a:lnTo>
                  <a:pt x="1346606" y="785612"/>
                </a:lnTo>
                <a:lnTo>
                  <a:pt x="1336224" y="769677"/>
                </a:lnTo>
                <a:lnTo>
                  <a:pt x="1325842" y="753742"/>
                </a:lnTo>
                <a:lnTo>
                  <a:pt x="1315460" y="737806"/>
                </a:lnTo>
                <a:lnTo>
                  <a:pt x="1305087" y="721871"/>
                </a:lnTo>
                <a:lnTo>
                  <a:pt x="1294705" y="705926"/>
                </a:lnTo>
                <a:lnTo>
                  <a:pt x="1284322" y="689991"/>
                </a:lnTo>
                <a:lnTo>
                  <a:pt x="1273940" y="674056"/>
                </a:lnTo>
                <a:lnTo>
                  <a:pt x="1263558" y="658120"/>
                </a:lnTo>
                <a:lnTo>
                  <a:pt x="1253176" y="642185"/>
                </a:lnTo>
                <a:lnTo>
                  <a:pt x="1242803" y="626240"/>
                </a:lnTo>
                <a:lnTo>
                  <a:pt x="1232421" y="610305"/>
                </a:lnTo>
                <a:lnTo>
                  <a:pt x="1222038" y="594370"/>
                </a:lnTo>
                <a:lnTo>
                  <a:pt x="1211656" y="578434"/>
                </a:lnTo>
                <a:lnTo>
                  <a:pt x="1202855" y="580349"/>
                </a:lnTo>
                <a:lnTo>
                  <a:pt x="1195435" y="597856"/>
                </a:lnTo>
                <a:lnTo>
                  <a:pt x="1188006" y="615372"/>
                </a:lnTo>
                <a:lnTo>
                  <a:pt x="1180586" y="632879"/>
                </a:lnTo>
                <a:lnTo>
                  <a:pt x="1173166" y="650396"/>
                </a:lnTo>
                <a:lnTo>
                  <a:pt x="1160164" y="655291"/>
                </a:lnTo>
                <a:lnTo>
                  <a:pt x="1142267" y="648862"/>
                </a:lnTo>
                <a:lnTo>
                  <a:pt x="1124426" y="642271"/>
                </a:lnTo>
                <a:lnTo>
                  <a:pt x="1106643" y="635508"/>
                </a:lnTo>
                <a:lnTo>
                  <a:pt x="1088927" y="628593"/>
                </a:lnTo>
                <a:lnTo>
                  <a:pt x="1071267" y="621525"/>
                </a:lnTo>
                <a:lnTo>
                  <a:pt x="1053675" y="614305"/>
                </a:lnTo>
                <a:lnTo>
                  <a:pt x="1036139" y="606943"/>
                </a:lnTo>
                <a:lnTo>
                  <a:pt x="1018670" y="599427"/>
                </a:lnTo>
                <a:lnTo>
                  <a:pt x="1001249" y="591779"/>
                </a:lnTo>
                <a:lnTo>
                  <a:pt x="983894" y="583997"/>
                </a:lnTo>
                <a:lnTo>
                  <a:pt x="966607" y="576072"/>
                </a:lnTo>
                <a:lnTo>
                  <a:pt x="949376" y="568023"/>
                </a:lnTo>
                <a:lnTo>
                  <a:pt x="932202" y="559841"/>
                </a:lnTo>
                <a:lnTo>
                  <a:pt x="915095" y="551536"/>
                </a:lnTo>
                <a:lnTo>
                  <a:pt x="898046" y="543106"/>
                </a:lnTo>
                <a:lnTo>
                  <a:pt x="881053" y="534562"/>
                </a:lnTo>
                <a:lnTo>
                  <a:pt x="864118" y="525904"/>
                </a:lnTo>
                <a:lnTo>
                  <a:pt x="847239" y="517131"/>
                </a:lnTo>
                <a:lnTo>
                  <a:pt x="830428" y="508244"/>
                </a:lnTo>
                <a:lnTo>
                  <a:pt x="813673" y="499243"/>
                </a:lnTo>
                <a:lnTo>
                  <a:pt x="796966" y="490137"/>
                </a:lnTo>
                <a:lnTo>
                  <a:pt x="780326" y="480936"/>
                </a:lnTo>
                <a:lnTo>
                  <a:pt x="763743" y="471621"/>
                </a:lnTo>
                <a:lnTo>
                  <a:pt x="747208" y="462220"/>
                </a:lnTo>
                <a:lnTo>
                  <a:pt x="730739" y="452714"/>
                </a:lnTo>
                <a:lnTo>
                  <a:pt x="714318" y="443113"/>
                </a:lnTo>
                <a:lnTo>
                  <a:pt x="697954" y="433416"/>
                </a:lnTo>
                <a:lnTo>
                  <a:pt x="681647" y="423624"/>
                </a:lnTo>
                <a:lnTo>
                  <a:pt x="665388" y="413756"/>
                </a:lnTo>
                <a:lnTo>
                  <a:pt x="649186" y="403793"/>
                </a:lnTo>
                <a:lnTo>
                  <a:pt x="633041" y="393735"/>
                </a:lnTo>
                <a:lnTo>
                  <a:pt x="616944" y="383600"/>
                </a:lnTo>
                <a:lnTo>
                  <a:pt x="600904" y="373390"/>
                </a:lnTo>
                <a:lnTo>
                  <a:pt x="584911" y="363093"/>
                </a:lnTo>
                <a:lnTo>
                  <a:pt x="568966" y="352720"/>
                </a:lnTo>
                <a:lnTo>
                  <a:pt x="553079" y="342262"/>
                </a:lnTo>
                <a:lnTo>
                  <a:pt x="537239" y="331737"/>
                </a:lnTo>
                <a:lnTo>
                  <a:pt x="521446" y="321135"/>
                </a:lnTo>
                <a:lnTo>
                  <a:pt x="505711" y="310458"/>
                </a:lnTo>
                <a:lnTo>
                  <a:pt x="490014" y="299714"/>
                </a:lnTo>
                <a:lnTo>
                  <a:pt x="474374" y="288893"/>
                </a:lnTo>
                <a:lnTo>
                  <a:pt x="458772" y="278006"/>
                </a:lnTo>
                <a:lnTo>
                  <a:pt x="443227" y="267052"/>
                </a:lnTo>
                <a:lnTo>
                  <a:pt x="427720" y="256032"/>
                </a:lnTo>
                <a:lnTo>
                  <a:pt x="412271" y="244954"/>
                </a:lnTo>
                <a:lnTo>
                  <a:pt x="396859" y="233801"/>
                </a:lnTo>
                <a:lnTo>
                  <a:pt x="381495" y="222590"/>
                </a:lnTo>
                <a:lnTo>
                  <a:pt x="366170" y="211322"/>
                </a:lnTo>
                <a:lnTo>
                  <a:pt x="350901" y="199987"/>
                </a:lnTo>
                <a:lnTo>
                  <a:pt x="335671" y="188595"/>
                </a:lnTo>
                <a:lnTo>
                  <a:pt x="320478" y="177146"/>
                </a:lnTo>
                <a:lnTo>
                  <a:pt x="305333" y="165640"/>
                </a:lnTo>
                <a:lnTo>
                  <a:pt x="290236" y="154076"/>
                </a:lnTo>
                <a:lnTo>
                  <a:pt x="275177" y="142456"/>
                </a:lnTo>
                <a:lnTo>
                  <a:pt x="260156" y="130788"/>
                </a:lnTo>
                <a:lnTo>
                  <a:pt x="245183" y="119063"/>
                </a:lnTo>
                <a:lnTo>
                  <a:pt x="230248" y="107280"/>
                </a:lnTo>
                <a:lnTo>
                  <a:pt x="215351" y="95460"/>
                </a:lnTo>
                <a:lnTo>
                  <a:pt x="200501" y="83572"/>
                </a:lnTo>
                <a:lnTo>
                  <a:pt x="185680" y="71647"/>
                </a:lnTo>
                <a:lnTo>
                  <a:pt x="170907" y="59674"/>
                </a:lnTo>
                <a:lnTo>
                  <a:pt x="156172" y="47644"/>
                </a:lnTo>
                <a:lnTo>
                  <a:pt x="141475" y="35576"/>
                </a:lnTo>
                <a:lnTo>
                  <a:pt x="126816" y="23451"/>
                </a:lnTo>
                <a:lnTo>
                  <a:pt x="112195" y="11287"/>
                </a:lnTo>
                <a:lnTo>
                  <a:pt x="97688" y="0"/>
                </a:lnTo>
                <a:lnTo>
                  <a:pt x="85477" y="14583"/>
                </a:lnTo>
                <a:lnTo>
                  <a:pt x="73266" y="29166"/>
                </a:lnTo>
                <a:lnTo>
                  <a:pt x="61055" y="43748"/>
                </a:lnTo>
                <a:lnTo>
                  <a:pt x="48844" y="58331"/>
                </a:lnTo>
                <a:lnTo>
                  <a:pt x="36633" y="72914"/>
                </a:lnTo>
                <a:lnTo>
                  <a:pt x="24422" y="87497"/>
                </a:lnTo>
                <a:lnTo>
                  <a:pt x="12211" y="102079"/>
                </a:lnTo>
                <a:lnTo>
                  <a:pt x="0" y="116662"/>
                </a:lnTo>
                <a:close/>
              </a:path>
            </a:pathLst>
          </a:custGeom>
          <a:solidFill xmlns:a="http://schemas.openxmlformats.org/drawingml/2006/main">
            <a:srgbClr val="A082D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B07E2BA6-C7E7-4ABE-8E0E-D7066DFF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9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F66A804D-2B4B-4687-97FC-EE5EED42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082D6"/>
            </a:solidFill>
            <a:prstDash val="solid"/>
          </a:ln>
        </p:spPr>
      </p:sp>
      <p:sp>
        <p:nvSpPr>
          <p:cNvPr id="10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0F698685-8CA9-47A7-B73F-184039AA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32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24FB8923-5248-4407-ADFB-C612258D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587353"/>
            <a:ext cx="1562100" cy="235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统一页面决策</a:t>
            </a:r>
          </a:p>
        </p:txBody>
      </p:sp>
      <p:sp>
        <p:nvSpPr>
          <p:cNvPr id="12" name="radial-center-body">
            <a:extLst xmlns:a="http://schemas.openxmlformats.org/drawingml/2006/main">
              <a:ext uri="{FF2B5EF4-FFF2-40B4-BE49-F238E27FC236}">
                <a16:creationId xmlns:a16="http://schemas.microsoft.com/office/drawing/2014/main" id="{82A439E1-96C8-4220-8CF3-14ECF8F7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880094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EE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EE8F8"/>
                </a:solidFill>
                <a:latin typeface="Microsoft YaHei"/>
                <a:ea typeface="Microsoft YaHei"/>
                <a:cs typeface="Microsoft YaHei"/>
              </a:rPr>
              <a:t>综合多类真实输入后形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EE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EE8F8"/>
                </a:solidFill>
                <a:latin typeface="Microsoft YaHei"/>
                <a:ea typeface="Microsoft YaHei"/>
                <a:cs typeface="Microsoft YaHei"/>
              </a:rPr>
              <a:t>成可执行方案</a:t>
            </a:r>
          </a:p>
        </p:txBody>
      </p:sp>
      <p:sp>
        <p:nvSpPr>
          <p:cNvPr id="13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79862BA0-9404-46A4-8472-22240FDF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73A19752-B172-4FBF-93BC-AD06DA50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78368CEA-9F8D-4A27-A1D6-CA7588C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dial-node-surface-4">
            <a:extLst xmlns:a="http://schemas.openxmlformats.org/drawingml/2006/main">
              <a:ext uri="{FF2B5EF4-FFF2-40B4-BE49-F238E27FC236}">
                <a16:creationId xmlns:a16="http://schemas.microsoft.com/office/drawing/2014/main" id="{C148FED2-1789-442A-B69F-FA64B39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node-surface-5">
            <a:extLst xmlns:a="http://schemas.openxmlformats.org/drawingml/2006/main">
              <a:ext uri="{FF2B5EF4-FFF2-40B4-BE49-F238E27FC236}">
                <a16:creationId xmlns:a16="http://schemas.microsoft.com/office/drawing/2014/main" id="{F19621F0-F92E-4386-9669-3FFD9BBE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dial-node-surface-6">
            <a:extLst xmlns:a="http://schemas.openxmlformats.org/drawingml/2006/main">
              <a:ext uri="{FF2B5EF4-FFF2-40B4-BE49-F238E27FC236}">
                <a16:creationId xmlns:a16="http://schemas.microsoft.com/office/drawing/2014/main" id="{2CA354B0-78B7-4A40-85A8-1BFB0E9D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29792ABA-93FC-407D-9F01-EE64B46A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32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D904EA5F-C9FD-4972-8934-35E05CF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24150630-E83C-4C89-BEC0-191CE17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adial-node-accent-4">
            <a:extLst xmlns:a="http://schemas.openxmlformats.org/drawingml/2006/main">
              <a:ext uri="{FF2B5EF4-FFF2-40B4-BE49-F238E27FC236}">
                <a16:creationId xmlns:a16="http://schemas.microsoft.com/office/drawing/2014/main" id="{C7DC4A06-874D-4568-A975-AFFAA8EC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dial-node-accent-5">
            <a:extLst xmlns:a="http://schemas.openxmlformats.org/drawingml/2006/main">
              <a:ext uri="{FF2B5EF4-FFF2-40B4-BE49-F238E27FC236}">
                <a16:creationId xmlns:a16="http://schemas.microsoft.com/office/drawing/2014/main" id="{1B922A88-66A9-4395-B305-DE4AAD73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adial-node-accent-6">
            <a:extLst xmlns:a="http://schemas.openxmlformats.org/drawingml/2006/main">
              <a:ext uri="{FF2B5EF4-FFF2-40B4-BE49-F238E27FC236}">
                <a16:creationId xmlns:a16="http://schemas.microsoft.com/office/drawing/2014/main" id="{B1088D74-29F1-4131-B149-638ED33B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8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96F23562-9075-46A2-8455-876DBEDA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3923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稿件内容</a:t>
            </a:r>
          </a:p>
        </p:txBody>
      </p:sp>
      <p:sp>
        <p:nvSpPr>
          <p:cNvPr id="26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6D3074A7-FAD5-4C85-BBF1-97C7E15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9908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事实、论点与段落关系</a:t>
            </a:r>
          </a:p>
        </p:txBody>
      </p:sp>
      <p:sp>
        <p:nvSpPr>
          <p:cNvPr id="27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9D1C4331-E0DE-42E2-89FE-275657F1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页面目的</a:t>
            </a:r>
          </a:p>
        </p:txBody>
      </p:sp>
      <p:sp>
        <p:nvSpPr>
          <p:cNvPr id="28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32AE9539-1B14-4AF3-B894-EA0F3948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解释、比较或推动决策</a:t>
            </a:r>
          </a:p>
        </p:txBody>
      </p:sp>
      <p:sp>
        <p:nvSpPr>
          <p:cNvPr id="29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D320545A-B7AB-4CB9-874B-D7C9CB7B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逻辑关系</a:t>
            </a:r>
          </a:p>
        </p:txBody>
      </p:sp>
      <p:sp>
        <p:nvSpPr>
          <p:cNvPr id="30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21D6AB08-AF12-4F07-A9D4-FF617238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顺序、因果、层级与汇聚</a:t>
            </a:r>
          </a:p>
        </p:txBody>
      </p:sp>
      <p:sp>
        <p:nvSpPr>
          <p:cNvPr id="31" name="radial-node-3-title">
            <a:extLst xmlns:a="http://schemas.openxmlformats.org/drawingml/2006/main">
              <a:ext uri="{FF2B5EF4-FFF2-40B4-BE49-F238E27FC236}">
                <a16:creationId xmlns:a16="http://schemas.microsoft.com/office/drawing/2014/main" id="{DE852364-3C48-4666-AC21-93EDCD0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53968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容量边界</a:t>
            </a:r>
          </a:p>
        </p:txBody>
      </p:sp>
      <p:sp>
        <p:nvSpPr>
          <p:cNvPr id="32" name="radial-node-3-body">
            <a:extLst xmlns:a="http://schemas.openxmlformats.org/drawingml/2006/main">
              <a:ext uri="{FF2B5EF4-FFF2-40B4-BE49-F238E27FC236}">
                <a16:creationId xmlns:a16="http://schemas.microsoft.com/office/drawing/2014/main" id="{39015BD1-BFD9-4989-A418-5B84152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79953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项目数、字数和媒体条件</a:t>
            </a:r>
          </a:p>
        </p:txBody>
      </p:sp>
      <p:sp>
        <p:nvSpPr>
          <p:cNvPr id="33" name="radial-node-4-title">
            <a:extLst xmlns:a="http://schemas.openxmlformats.org/drawingml/2006/main">
              <a:ext uri="{FF2B5EF4-FFF2-40B4-BE49-F238E27FC236}">
                <a16:creationId xmlns:a16="http://schemas.microsoft.com/office/drawing/2014/main" id="{26399EAD-D6F0-4725-B821-17B3F29E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34" name="radial-node-4-body">
            <a:extLst xmlns:a="http://schemas.openxmlformats.org/drawingml/2006/main">
              <a:ext uri="{FF2B5EF4-FFF2-40B4-BE49-F238E27FC236}">
                <a16:creationId xmlns:a16="http://schemas.microsoft.com/office/drawing/2014/main" id="{0D73FDDE-94B1-46AB-9995-C9A5B5F6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前后页关系与全局节奏</a:t>
            </a:r>
          </a:p>
        </p:txBody>
      </p:sp>
      <p:sp>
        <p:nvSpPr>
          <p:cNvPr id="35" name="radial-node-5-title">
            <a:extLst xmlns:a="http://schemas.openxmlformats.org/drawingml/2006/main">
              <a:ext uri="{FF2B5EF4-FFF2-40B4-BE49-F238E27FC236}">
                <a16:creationId xmlns:a16="http://schemas.microsoft.com/office/drawing/2014/main" id="{7A6CEE6B-26D0-44DD-B681-5E7BCC2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A08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A082D6"/>
                </a:solidFill>
                <a:latin typeface="Microsoft YaHei"/>
                <a:ea typeface="Microsoft YaHei"/>
                <a:cs typeface="Microsoft YaHei"/>
              </a:rPr>
              <a:t>视觉规范</a:t>
            </a:r>
          </a:p>
        </p:txBody>
      </p:sp>
      <p:sp>
        <p:nvSpPr>
          <p:cNvPr id="36" name="radial-node-5-body">
            <a:extLst xmlns:a="http://schemas.openxmlformats.org/drawingml/2006/main">
              <a:ext uri="{FF2B5EF4-FFF2-40B4-BE49-F238E27FC236}">
                <a16:creationId xmlns:a16="http://schemas.microsoft.com/office/drawing/2014/main" id="{45970059-4309-4DC5-8AC1-12766251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Shell、字体和内容区域</a:t>
            </a:r>
          </a:p>
        </p:txBody>
      </p:sp>
    </p:spTree>
    <p:extLst>
      <p:ext uri="{BB962C8B-B14F-4D97-AF65-F5344CB8AC3E}">
        <p14:creationId xmlns:p14="http://schemas.microsoft.com/office/powerpoint/2010/main" val="10904927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F3DC059C-1946-4159-8769-0EC7FEED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A5EB7EB6-995B-49C5-94D5-ABD9F60D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4FC394EE-14FD-4F1B-96E8-2D0058E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E6ECF2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4546ADDD-4369-4F8C-AFAC-9AD4DBD8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6"/>
          <a:fontRef xmlns:a="http://schemas.openxmlformats.org/drawingml/2006/main" idx="major"/>
        </p:style>
      </p:sp>
      <p:sp>
        <p:nvSpPr>
          <p:cNvPr id="5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76E6FA5C-B703-487A-86E4-766C3707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5E6CE049-8BC7-4B19-94C4-5B703B7F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A3685A57-965D-405A-9A5B-DDB4DF1D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传统工作方式</a:t>
            </a:r>
          </a:p>
        </p:txBody>
      </p:sp>
      <p:sp>
        <p:nvSpPr>
          <p:cNvPr id="8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6DE0E901-BBEC-4ED3-A22E-41027A60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</p:sp>
      <p:sp>
        <p:nvSpPr>
          <p:cNvPr id="9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BE57AC81-D40B-4C3F-9943-D74BF737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95BE6E8A-4994-430F-BA0C-5412D2F0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1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93E0F24E-BA9E-48EF-8694-558A1412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每页重新设计</a:t>
            </a:r>
          </a:p>
        </p:txBody>
      </p:sp>
      <p:sp>
        <p:nvSpPr>
          <p:cNvPr id="12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25C46771-5C33-4C8D-A1CE-B07E5EE5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</p:sp>
      <p:sp>
        <p:nvSpPr>
          <p:cNvPr id="13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216CF4E7-4FA1-4353-A237-9119A298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30CF5163-9B59-43E1-BF26-D9BACE1C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EFE35FAB-8DF4-4B0D-9224-C4B42339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规范依赖记忆</a:t>
            </a:r>
          </a:p>
        </p:txBody>
      </p:sp>
      <p:sp>
        <p:nvSpPr>
          <p:cNvPr id="16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E21D74B0-CDB2-46EB-876B-136CE4BB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</p:sp>
      <p:sp>
        <p:nvSpPr>
          <p:cNvPr id="17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D562146E-1A3B-421E-9AD8-52960F5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A44B4CE8-36D6-49BD-B2A2-F820CB85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68829D5E-97F7-4B01-A30C-04203BE3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稿件反复压缩</a:t>
            </a:r>
          </a:p>
        </p:txBody>
      </p:sp>
      <p:sp>
        <p:nvSpPr>
          <p:cNvPr id="20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887C837F-8ADA-41CC-B076-EEAC838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E6ECF2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FFC38063-2456-4818-B69F-6F0093AC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6"/>
          <a:fontRef xmlns:a="http://schemas.openxmlformats.org/drawingml/2006/main" idx="major"/>
        </p:style>
      </p:sp>
      <p:sp>
        <p:nvSpPr>
          <p:cNvPr id="22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7E4C3FB5-09C0-4A2D-97F7-C3426916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218C45EF-3068-483E-983F-1346106B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F06B7308-D5B8-4174-82C2-C366CD2B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受控生成系统</a:t>
            </a:r>
          </a:p>
        </p:txBody>
      </p:sp>
      <p:sp>
        <p:nvSpPr>
          <p:cNvPr id="25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02461C8D-56D7-403C-9FC9-6FF4932C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6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D73CC791-82C0-420B-B96E-C88ED59D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82146AAC-3FE0-403E-ABF0-6003B442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4F618DFB-FED3-4B97-A427-18F2AF98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复用成熟结构</a:t>
            </a:r>
          </a:p>
        </p:txBody>
      </p:sp>
      <p:sp>
        <p:nvSpPr>
          <p:cNvPr id="29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49F6469F-B543-4209-B5D5-7417A2E4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30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97ACB628-108B-48D4-876C-04D3B4A2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DF31DC4B-4FB2-44BA-B829-1842E4E6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41A6FEEC-933B-46C9-9E93-446AA339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规则统一执行</a:t>
            </a:r>
          </a:p>
        </p:txBody>
      </p:sp>
      <p:sp>
        <p:nvSpPr>
          <p:cNvPr id="33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A273639A-836B-4B70-8313-1051FEDA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34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EB0FA888-DF03-48F8-B85D-6A5706CE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F8B9BB0C-FA49-46A0-8478-46D766D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1A4E1C1D-1C4C-4F0A-84AA-A9EBBF7F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容量提前判断</a:t>
            </a:r>
          </a:p>
        </p:txBody>
      </p:sp>
      <p:sp>
        <p:nvSpPr>
          <p:cNvPr id="37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A60AB666-6810-4BBD-AD03-FA95A250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D9"/>
            </a:solidFill>
            <a:prstDash val="dash"/>
          </a:ln>
        </p:spPr>
      </p:sp>
      <p:sp>
        <p:nvSpPr>
          <p:cNvPr id="38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9D2AFB3C-A0A3-412D-8803-CE0305C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39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FFEFC8EA-CDE5-472A-9691-B981CF5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7"/>
          <a:fontRef xmlns:a="http://schemas.openxmlformats.org/drawingml/2006/main" idx="major"/>
        </p:style>
      </p:sp>
      <p:sp>
        <p:nvSpPr>
          <p:cNvPr id="40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14552C25-8AC3-4201-BF06-46F3F8D1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0741367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F909FB0D-2387-4BAB-B371-23AFEDBC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715037C6-2167-40B6-B35A-46C239A2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035558F9-6741-409F-B341-7AD782F5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EEE8F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3ABA4C97-B49C-4D1D-A4C0-898A78CD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5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53298A6C-A908-465C-B7AB-84B3C4D5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F6D33140-D9C3-4CE6-BF17-0AB70B6F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C788AD5E-5450-40FC-A05D-EA8409B8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传统工作方式</a:t>
            </a:r>
          </a:p>
        </p:txBody>
      </p:sp>
      <p:sp>
        <p:nvSpPr>
          <p:cNvPr id="8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3C4BB6FC-A0F3-4410-B92E-45D9BDFB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CDBDE9"/>
            </a:solidFill>
            <a:prstDash val="solid"/>
          </a:ln>
        </p:spPr>
      </p:sp>
      <p:sp>
        <p:nvSpPr>
          <p:cNvPr id="9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B8A35481-5BD2-42B3-B51D-AEF6867A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F9A15C31-BC8B-457D-BE20-BF344052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1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CB0C1AE2-90BD-487F-87BD-12F0E294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每页重新设计</a:t>
            </a:r>
          </a:p>
        </p:txBody>
      </p:sp>
      <p:sp>
        <p:nvSpPr>
          <p:cNvPr id="12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34903449-A9A9-4002-975D-AF0DC588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CDBDE9"/>
            </a:solidFill>
            <a:prstDash val="solid"/>
          </a:ln>
        </p:spPr>
      </p:sp>
      <p:sp>
        <p:nvSpPr>
          <p:cNvPr id="13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F4A81560-08EE-4D28-BCD9-77EF4351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98A16220-9D08-451C-9B8C-3E52A2C8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D9502CC8-9A99-4056-85D4-7E77BF20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规范依赖记忆</a:t>
            </a:r>
          </a:p>
        </p:txBody>
      </p:sp>
      <p:sp>
        <p:nvSpPr>
          <p:cNvPr id="16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CAE3F51C-9F16-4A5F-86A1-B5A6D29F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CDBDE9"/>
            </a:solidFill>
            <a:prstDash val="solid"/>
          </a:ln>
        </p:spPr>
      </p:sp>
      <p:sp>
        <p:nvSpPr>
          <p:cNvPr id="17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8681CA21-9C22-4696-8C57-7ABA8DEB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2AA03FAE-DE62-4825-863A-6C7C8948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E3A14789-4645-40B9-9AFD-F240890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稿件反复压缩</a:t>
            </a:r>
          </a:p>
        </p:txBody>
      </p:sp>
      <p:sp>
        <p:nvSpPr>
          <p:cNvPr id="20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7F2A9909-4399-4614-8475-00BDF72E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EEE8F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B0FC66C6-CC20-439A-B94E-37AEEA20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22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2D607DD0-3FC3-4696-A5BF-C7CE0586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DBCB8B67-DE13-479D-8B27-2616475E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3127BBE5-C7BC-41AE-82D7-DC936850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受控生成系统</a:t>
            </a:r>
          </a:p>
        </p:txBody>
      </p:sp>
      <p:sp>
        <p:nvSpPr>
          <p:cNvPr id="25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448AB96A-35D3-4A50-AF6C-0460C709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26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EE4BE07C-F651-4CC1-9A4E-C2E4324C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CF5AED89-F2AF-42FC-B09B-BE8714AE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FDF58A9F-DBB0-415D-BD76-EFAEEB2F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复用成熟结构</a:t>
            </a:r>
          </a:p>
        </p:txBody>
      </p:sp>
      <p:sp>
        <p:nvSpPr>
          <p:cNvPr id="29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99C008AE-87FE-457B-8264-7BE9F38A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30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A515F630-B690-4F57-B730-153607E3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1A4AD39E-16C0-445E-BEE6-9583AE93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8F1D81C5-1217-4E64-A205-556072D0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规则统一执行</a:t>
            </a:r>
          </a:p>
        </p:txBody>
      </p:sp>
      <p:sp>
        <p:nvSpPr>
          <p:cNvPr id="33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0FE1EF63-FB15-40AC-A382-28DBCE78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34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B14F65EF-830E-4516-9892-28905ADD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0545A7E7-C0D0-49DE-BE71-EE55B29B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508B0A2A-CCD8-4E30-B184-7A22F55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容量提前判断</a:t>
            </a:r>
          </a:p>
        </p:txBody>
      </p:sp>
      <p:sp>
        <p:nvSpPr>
          <p:cNvPr id="37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09F80B40-5A88-4038-85E7-284E2E7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DE9"/>
            </a:solidFill>
            <a:prstDash val="dash"/>
          </a:ln>
        </p:spPr>
      </p:sp>
      <p:sp>
        <p:nvSpPr>
          <p:cNvPr id="38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FE0CB213-CD1A-49B5-A2A8-63B13841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EEE8F8"/>
            </a:solidFill>
            <a:prstDash val="solid"/>
          </a:ln>
        </p:spPr>
      </p:sp>
      <p:sp>
        <p:nvSpPr>
          <p:cNvPr id="39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040D56D2-C5FA-4F82-A832-1230D6EA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2C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40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AC9F02D1-1F51-4074-8408-50AB2EA0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488039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315F91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315F91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315F91">
                <a:alpha val="10000"/>
              </a:srgbClr>
            </a:outerShdw>
          </a:effectLst>
        </a:effectStyle>
        <a:effectStyle>
          <a:effectLst>
            <a:outerShdw blurRad="266700" dist="114300" dir="5400000">
              <a:srgbClr val="6F42C1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6F42C1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6F42C1">
                <a:alpha val="10000"/>
              </a:srgbClr>
            </a:outerShdw>
          </a:effectLst>
        </a:effectStyle>
        <a:effectStyle>
          <a:effectLst>
            <a:outerShdw blurRad="285750" dist="133350" dir="5400000">
              <a:srgbClr val="25486E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315F91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543293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6F42C1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2026-09-05T18:24:10.4760000Z</dcterms:created>
  <dcterms:modified xsi:type="dcterms:W3CDTF">2026-09-05T18:24:10.4760000Z</dcterms:modified>
</coreProperties>
</file>