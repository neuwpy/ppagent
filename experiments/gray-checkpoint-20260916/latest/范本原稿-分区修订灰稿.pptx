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d4fa441174e83" /><Relationship Type="http://schemas.openxmlformats.org/officeDocument/2006/relationships/extended-properties" Target="/docProps/app.xml" Id="Ra7ef90e2a4e94cec" /><Relationship Type="http://schemas.openxmlformats.org/officeDocument/2006/relationships/officeDocument" Target="/ppt/presentation.xml" Id="Rce3c48ce7f9343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1e3f4edc3f4b55"/>
  </p:sldMasterIdLst>
  <p:notesMasterIdLst>
    <p:notesMasterId xmlns:r="http://schemas.openxmlformats.org/officeDocument/2006/relationships" r:id="Ra880f0abed3c43e4"/>
  </p:notesMasterIdLst>
  <p:sldIdLst>
    <p:sldId xmlns:r="http://schemas.openxmlformats.org/officeDocument/2006/relationships" id="256" r:id="R2b5b9cf2bdb5422b"/>
  </p:sldIdLst>
  <p:sldSz cx="13430250" cy="7143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67f46bbf7641af" /><Relationship Type="http://schemas.openxmlformats.org/officeDocument/2006/relationships/slideMaster" Target="/ppt/slideMasters/slideMaster1.xml" Id="Rc71e3f4edc3f4b55" /><Relationship Type="http://schemas.openxmlformats.org/officeDocument/2006/relationships/notesMaster" Target="/ppt/notesMasters/notesMaster1.xml" Id="Ra880f0abed3c43e4" /><Relationship Type="http://schemas.openxmlformats.org/officeDocument/2006/relationships/presProps" Target="/ppt/presProps.xml" Id="R7eb0d88af11a46aa" /><Relationship Type="http://schemas.openxmlformats.org/officeDocument/2006/relationships/tableStyles" Target="/ppt/tableStyles.xml" Id="R59a440eeecc34a5d" /><Relationship Type="http://schemas.openxmlformats.org/officeDocument/2006/relationships/slide" Target="/ppt/slides/slide1.xml" Id="R2b5b9cf2bdb542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05598c3014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12445001284ab9" /><Relationship Type="http://schemas.openxmlformats.org/officeDocument/2006/relationships/notesMaster" Target="/ppt/notesMasters/notesMaster1.xml" Id="R0fbbffed16c843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3e3629a3047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c330ca8d214410" /><Relationship Type="http://schemas.openxmlformats.org/officeDocument/2006/relationships/slideLayout" Target="/ppt/slideLayouts/slideLayout1.xml" Id="Rb83c10dfc97c42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3c10dfc97c42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bcefaf18e4585" /><Relationship Type="http://schemas.openxmlformats.org/officeDocument/2006/relationships/notesSlide" Target="/ppt/notesSlides/notesSlide1.xml" Id="R0500ec706f2b46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ED15E9-BCAD-4F59-B9AF-D2FB569F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梳理两点不足，明确四点工作感悟</a:t>
            </a:r>
          </a:p>
        </p:txBody>
      </p:sp>
      <p:sp>
        <p:nvSpPr>
          <p:cNvPr id="2" name="region:issues">
            <a:extLst xmlns:a="http://schemas.openxmlformats.org/drawingml/2006/main">
              <a:ext uri="{FF2B5EF4-FFF2-40B4-BE49-F238E27FC236}">
                <a16:creationId xmlns:a16="http://schemas.microsoft.com/office/drawing/2014/main" id="{6EC9EA40-5C0F-4944-98F8-E9A4F2B6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654386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53C08-DA87-4487-B1ED-230FF9C9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34958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4" name="block:issues:section-0">
            <a:extLst xmlns:a="http://schemas.openxmlformats.org/drawingml/2006/main">
              <a:ext uri="{FF2B5EF4-FFF2-40B4-BE49-F238E27FC236}">
                <a16:creationId xmlns:a16="http://schemas.microsoft.com/office/drawing/2014/main" id="{D0F159D5-12EB-4643-9FC5-74E957CE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349586" cy="3206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block:issues:section-1">
            <a:extLst xmlns:a="http://schemas.openxmlformats.org/drawingml/2006/main">
              <a:ext uri="{FF2B5EF4-FFF2-40B4-BE49-F238E27FC236}">
                <a16:creationId xmlns:a16="http://schemas.microsoft.com/office/drawing/2014/main" id="{F0C1F548-B65D-471D-B3FF-DCAF08FD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2846"/>
            <a:ext cx="5349586" cy="1727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3A2FA-C556-46E9-A91D-9809345B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2798"/>
            <a:ext cx="5197186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2254D-8681-4C02-B86C-F8F0264D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791"/>
            <a:ext cx="5197186" cy="1980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表达作用：梳理设计与落地间的障碍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承载内容：顶层设计已完成；公司内部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人力资源变革氛围尚未完全形成，信息系统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支撑能力仍有差距，缺乏市场化管理机制。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基本关系：三方面不足造成落地阻力。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制作要求：区分已完成的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设计、三项障碍和落地问题。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414B0-CA42-47F9-A128-5562D326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0811"/>
            <a:ext cx="5197186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02D92-3BC7-4507-A034-9A7E15A6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1803"/>
            <a:ext cx="5197186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2017年巡视整改取得一定成效，也暴露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人力条线基础管理薄弱：认识待提升、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作风待转变、能力待增强、协同待深化。</a:t>
            </a:r>
          </a:p>
        </p:txBody>
      </p:sp>
      <p:sp>
        <p:nvSpPr>
          <p:cNvPr id="10" name="region:insights">
            <a:extLst xmlns:a="http://schemas.openxmlformats.org/drawingml/2006/main">
              <a:ext uri="{FF2B5EF4-FFF2-40B4-BE49-F238E27FC236}">
                <a16:creationId xmlns:a16="http://schemas.microsoft.com/office/drawing/2014/main" id="{EA3247EE-BFFA-4AFB-9322-8FB2B280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986" y="1047750"/>
            <a:ext cx="6785264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BA27D-A559-4B5D-ADFF-52196B42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386" y="1162050"/>
            <a:ext cx="648046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12" name="block:insights:section-0">
            <a:extLst xmlns:a="http://schemas.openxmlformats.org/drawingml/2006/main">
              <a:ext uri="{FF2B5EF4-FFF2-40B4-BE49-F238E27FC236}">
                <a16:creationId xmlns:a16="http://schemas.microsoft.com/office/drawing/2014/main" id="{25A60487-1924-4521-860D-4B7866D2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386" y="1562100"/>
            <a:ext cx="6480464" cy="12624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block:insights:section-1">
            <a:extLst xmlns:a="http://schemas.openxmlformats.org/drawingml/2006/main">
              <a:ext uri="{FF2B5EF4-FFF2-40B4-BE49-F238E27FC236}">
                <a16:creationId xmlns:a16="http://schemas.microsoft.com/office/drawing/2014/main" id="{C6DC08D0-94B5-46B0-B583-BABE2FFB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386" y="2938811"/>
            <a:ext cx="6480464" cy="9181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4" name="block:insights:section-2">
            <a:extLst xmlns:a="http://schemas.openxmlformats.org/drawingml/2006/main">
              <a:ext uri="{FF2B5EF4-FFF2-40B4-BE49-F238E27FC236}">
                <a16:creationId xmlns:a16="http://schemas.microsoft.com/office/drawing/2014/main" id="{C97D7529-9B1A-4656-A0AC-97643E9C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386" y="3971228"/>
            <a:ext cx="6480464" cy="12624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5" name="block:insights:section-3">
            <a:extLst xmlns:a="http://schemas.openxmlformats.org/drawingml/2006/main">
              <a:ext uri="{FF2B5EF4-FFF2-40B4-BE49-F238E27FC236}">
                <a16:creationId xmlns:a16="http://schemas.microsoft.com/office/drawing/2014/main" id="{4766520B-8DA5-4AAB-AC69-64281B7D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386" y="5347939"/>
            <a:ext cx="6480464" cy="12624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DEDBC-1973-45C2-882A-9F2D7BA3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586" y="1745630"/>
            <a:ext cx="6328064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26083-3436-416D-968A-B47E0F5E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586" y="2066623"/>
            <a:ext cx="632806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9BED2-00CB-4C62-8747-15F4EBD7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586" y="3093070"/>
            <a:ext cx="6328064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6F0A6-538C-40B2-95B4-4F7FDE46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586" y="3414062"/>
            <a:ext cx="6328064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C7540-F36C-46E6-AEB0-88CD3968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586" y="4154759"/>
            <a:ext cx="6328064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6ADF1-DA8B-4682-AAE7-32D04CF0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586" y="4475751"/>
            <a:ext cx="632806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B3EC2-332E-4D51-ADF5-4C92CBC9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586" y="5531470"/>
            <a:ext cx="6328064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96651-E577-44E0-A78F-26B63EC2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586" y="5852462"/>
            <a:ext cx="632806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051694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2026-09-16T10:15:59.6280000Z</dcterms:created>
  <dcterms:modified xsi:type="dcterms:W3CDTF">2026-09-16T10:15:59.6280000Z</dcterms:modified>
</coreProperties>
</file>