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7e762a0a964778" /><Relationship Type="http://schemas.openxmlformats.org/officeDocument/2006/relationships/extended-properties" Target="/docProps/app.xml" Id="Rb322a96c64d545e9" /><Relationship Type="http://schemas.openxmlformats.org/officeDocument/2006/relationships/officeDocument" Target="/ppt/presentation.xml" Id="Rb42835a220464f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f4b2aac60b4fff"/>
  </p:sldMasterIdLst>
  <p:notesMasterIdLst>
    <p:notesMasterId xmlns:r="http://schemas.openxmlformats.org/officeDocument/2006/relationships" r:id="R19c0b9039ea34d7f"/>
  </p:notesMasterIdLst>
  <p:sldIdLst>
    <p:sldId xmlns:r="http://schemas.openxmlformats.org/officeDocument/2006/relationships" id="256" r:id="R2fccb2eeb46e4186"/>
  </p:sldIdLst>
  <p:sldSz cx="11906250" cy="61150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490be3e9694ad4" /><Relationship Type="http://schemas.openxmlformats.org/officeDocument/2006/relationships/slideMaster" Target="/ppt/slideMasters/slideMaster1.xml" Id="R3cf4b2aac60b4fff" /><Relationship Type="http://schemas.openxmlformats.org/officeDocument/2006/relationships/notesMaster" Target="/ppt/notesMasters/notesMaster1.xml" Id="R19c0b9039ea34d7f" /><Relationship Type="http://schemas.openxmlformats.org/officeDocument/2006/relationships/presProps" Target="/ppt/presProps.xml" Id="Rba0ab5b445d044c3" /><Relationship Type="http://schemas.openxmlformats.org/officeDocument/2006/relationships/tableStyles" Target="/ppt/tableStyles.xml" Id="R8dbd422fa3f441b9" /><Relationship Type="http://schemas.openxmlformats.org/officeDocument/2006/relationships/slide" Target="/ppt/slides/slide1.xml" Id="R2fccb2eeb46e41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d5ce04eb2241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f48fe62fc14c4a" /><Relationship Type="http://schemas.openxmlformats.org/officeDocument/2006/relationships/notesMaster" Target="/ppt/notesMasters/notesMaster1.xml" Id="R774c0e61b82540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99535b9bce43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b37b4065b0477b" /><Relationship Type="http://schemas.openxmlformats.org/officeDocument/2006/relationships/slideLayout" Target="/ppt/slideLayouts/slideLayout1.xml" Id="R0586f65cf0234b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86f65cf0234b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87e54938b48b1" /><Relationship Type="http://schemas.openxmlformats.org/officeDocument/2006/relationships/notesSlide" Target="/ppt/notesSlides/notesSlide1.xml" Id="R67256ce36c12484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3FB568-1E83-4A74-B8DD-DD3B3DEB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模拟建议：先试点，再按记录决定后续建设</a:t>
            </a:r>
          </a:p>
        </p:txBody>
      </p:sp>
      <p:sp>
        <p:nvSpPr>
          <p:cNvPr id="2" name="region:proposal">
            <a:extLst xmlns:a="http://schemas.openxmlformats.org/drawingml/2006/main">
              <a:ext uri="{FF2B5EF4-FFF2-40B4-BE49-F238E27FC236}">
                <a16:creationId xmlns:a16="http://schemas.microsoft.com/office/drawing/2014/main" id="{8934466B-6573-4062-B4AF-416CD9F0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6717323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7CC65-AD3E-40DB-AA51-E7BBCD6D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641252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八周试点与并行准备</a:t>
            </a:r>
          </a:p>
        </p:txBody>
      </p:sp>
      <p:sp>
        <p:nvSpPr>
          <p:cNvPr id="4" name="block:proposal:section-0">
            <a:extLst xmlns:a="http://schemas.openxmlformats.org/drawingml/2006/main">
              <a:ext uri="{FF2B5EF4-FFF2-40B4-BE49-F238E27FC236}">
                <a16:creationId xmlns:a16="http://schemas.microsoft.com/office/drawing/2014/main" id="{4CB2706D-374D-4852-A044-3A7D9EBD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6412523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224E5-61A8-4C9D-A9B2-AD02E06E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6260123" cy="1980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表达作用：呈现并行工作与后续判断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承载内容：统一服务窗口启动八周试点，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同时整理第二条路径所需字段与责任；八周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后按记录决定是否继续建设统一预约入口。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基本关系：两项工作并行，八周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后依据记录作继续与否的判断。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制作要求：两条并行工作线，八周处标出记录与判断。</a:t>
            </a:r>
          </a:p>
        </p:txBody>
      </p:sp>
      <p:sp>
        <p:nvSpPr>
          <p:cNvPr id="6" name="region:criteria">
            <a:extLst xmlns:a="http://schemas.openxmlformats.org/drawingml/2006/main">
              <a:ext uri="{FF2B5EF4-FFF2-40B4-BE49-F238E27FC236}">
                <a16:creationId xmlns:a16="http://schemas.microsoft.com/office/drawing/2014/main" id="{B2F608BE-692F-451C-AC00-5B8A625C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923" y="1047750"/>
            <a:ext cx="4198327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20CC3-900E-4C2E-91DA-8A52E398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323" y="1162050"/>
            <a:ext cx="389352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选择时共同采用三项准则</a:t>
            </a:r>
          </a:p>
        </p:txBody>
      </p:sp>
      <p:sp>
        <p:nvSpPr>
          <p:cNvPr id="8" name="block:criteria:section-0">
            <a:extLst xmlns:a="http://schemas.openxmlformats.org/drawingml/2006/main">
              <a:ext uri="{FF2B5EF4-FFF2-40B4-BE49-F238E27FC236}">
                <a16:creationId xmlns:a16="http://schemas.microsoft.com/office/drawing/2014/main" id="{EE6A4D1A-45C6-45C5-9B00-AB7328FB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323" y="1562100"/>
            <a:ext cx="3893527" cy="126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9" name="block:criteria:section-1">
            <a:extLst xmlns:a="http://schemas.openxmlformats.org/drawingml/2006/main">
              <a:ext uri="{FF2B5EF4-FFF2-40B4-BE49-F238E27FC236}">
                <a16:creationId xmlns:a16="http://schemas.microsoft.com/office/drawing/2014/main" id="{021B280B-4C77-481E-BCE9-637733CD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323" y="2940050"/>
            <a:ext cx="3893527" cy="126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0" name="block:criteria:section-2">
            <a:extLst xmlns:a="http://schemas.openxmlformats.org/drawingml/2006/main">
              <a:ext uri="{FF2B5EF4-FFF2-40B4-BE49-F238E27FC236}">
                <a16:creationId xmlns:a16="http://schemas.microsoft.com/office/drawing/2014/main" id="{CC54C793-4F52-415A-AED3-E7B74F56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323" y="4318000"/>
            <a:ext cx="3893527" cy="126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CEFA8-8BC1-42DC-9BEE-8F410DC2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523" y="2051050"/>
            <a:ext cx="3741127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能否保持安全责任清晰？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F1BE80-669D-4969-A814-84B88306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523" y="3429000"/>
            <a:ext cx="3741127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能否在现有人力条件下持续运行？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D37656-9C48-42A3-B03D-AF086329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523" y="4806950"/>
            <a:ext cx="3741127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能否用真实记录检查改进效果？</a:t>
            </a:r>
          </a:p>
        </p:txBody>
      </p:sp>
    </p:spTree>
    <p:extLst>
      <p:ext uri="{BB962C8B-B14F-4D97-AF65-F5344CB8AC3E}">
        <p14:creationId xmlns:p14="http://schemas.microsoft.com/office/powerpoint/2010/main" val="1484044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2026-09-16T10:16:00.9900000Z</dcterms:created>
  <dcterms:modified xsi:type="dcterms:W3CDTF">2026-09-16T10:16:00.9900000Z</dcterms:modified>
</coreProperties>
</file>