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495ed8c9324c17" /><Relationship Type="http://schemas.openxmlformats.org/officeDocument/2006/relationships/extended-properties" Target="/docProps/app.xml" Id="R06b766ddda4d4a8c" /><Relationship Type="http://schemas.openxmlformats.org/officeDocument/2006/relationships/officeDocument" Target="/ppt/presentation.xml" Id="R9bd9af3b82784b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39388073264b35"/>
    <p:sldMasterId xmlns:r="http://schemas.openxmlformats.org/officeDocument/2006/relationships" id="2147483660" r:id="R9f17e8b7757544eb"/>
    <p:sldMasterId xmlns:r="http://schemas.openxmlformats.org/officeDocument/2006/relationships" id="2147483663" r:id="Rbe72fe30d5ff42e8"/>
  </p:sldMasterIdLst>
  <p:notesMasterIdLst>
    <p:notesMasterId xmlns:r="http://schemas.openxmlformats.org/officeDocument/2006/relationships" r:id="R5abce161d1654378"/>
  </p:notesMasterIdLst>
  <p:sldIdLst>
    <p:sldId xmlns:r="http://schemas.openxmlformats.org/officeDocument/2006/relationships" id="256" r:id="R326a965501084b7a"/>
    <p:sldId xmlns:r="http://schemas.openxmlformats.org/officeDocument/2006/relationships" id="257" r:id="R20e3b2a6c79d4e2a"/>
    <p:sldId xmlns:r="http://schemas.openxmlformats.org/officeDocument/2006/relationships" id="258" r:id="Rde1b3bfd44ce4e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1aa2cb3f448bf" /><Relationship Type="http://schemas.openxmlformats.org/officeDocument/2006/relationships/slideMaster" Target="/ppt/slideMasters/slideMaster1.xml" Id="Rf039388073264b35" /><Relationship Type="http://schemas.openxmlformats.org/officeDocument/2006/relationships/slideMaster" Target="/ppt/slideMasters/slideMaster2.xml" Id="R9f17e8b7757544eb" /><Relationship Type="http://schemas.openxmlformats.org/officeDocument/2006/relationships/slideMaster" Target="/ppt/slideMasters/slideMaster3.xml" Id="Rbe72fe30d5ff42e8" /><Relationship Type="http://schemas.openxmlformats.org/officeDocument/2006/relationships/notesMaster" Target="/ppt/notesMasters/notesMaster1.xml" Id="R5abce161d1654378" /><Relationship Type="http://schemas.openxmlformats.org/officeDocument/2006/relationships/presProps" Target="/ppt/presProps.xml" Id="Rae8dd9ec8e1b4de5" /><Relationship Type="http://schemas.openxmlformats.org/officeDocument/2006/relationships/viewProps" Target="/ppt/viewProps.xml" Id="Rd432bca69904413b" /><Relationship Type="http://schemas.openxmlformats.org/officeDocument/2006/relationships/tableStyles" Target="/ppt/tableStyles.xml" Id="R85738c45b6df4dfd" /><Relationship Type="http://schemas.openxmlformats.org/officeDocument/2006/relationships/slide" Target="/ppt/slides/slide1.xml" Id="R326a965501084b7a" /><Relationship Type="http://schemas.openxmlformats.org/officeDocument/2006/relationships/slide" Target="/ppt/slides/slide2.xml" Id="R20e3b2a6c79d4e2a" /><Relationship Type="http://schemas.openxmlformats.org/officeDocument/2006/relationships/slide" Target="/ppt/slides/slide3.xml" Id="Rde1b3bfd44ce4e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3c57fc6e0ad41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9b0e7ea344438" /><Relationship Type="http://schemas.openxmlformats.org/officeDocument/2006/relationships/notesMaster" Target="/ppt/notesMasters/notesMaster1.xml" Id="Rb14620e03bfa49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f779d38ada443b" /><Relationship Type="http://schemas.openxmlformats.org/officeDocument/2006/relationships/notesMaster" Target="/ppt/notesMasters/notesMaster1.xml" Id="R98a9e7fe638e4f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d0f08d3c444960" /><Relationship Type="http://schemas.openxmlformats.org/officeDocument/2006/relationships/notesMaster" Target="/ppt/notesMasters/notesMaster1.xml" Id="R754e6c94d51f4a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e6104e85f46cf" /><Relationship Type="http://schemas.openxmlformats.org/officeDocument/2006/relationships/image" Target="/ppt/media/image.jpeg" Id="R090b5e6f05654d30" /><Relationship Type="http://schemas.openxmlformats.org/officeDocument/2006/relationships/image" Target="/ppt/media/image.png" Id="R337f69d1808f4a77" /><Relationship Type="http://schemas.openxmlformats.org/officeDocument/2006/relationships/image" Target="/ppt/media/image2.png" Id="R3c7041980df140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bf96c0e5747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5fd4659ce438c" /><Relationship Type="http://schemas.openxmlformats.org/officeDocument/2006/relationships/image" Target="/ppt/media/image3.png" Id="Re3b3c51bcc2b42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6351a344a462d" /><Relationship Type="http://schemas.openxmlformats.org/officeDocument/2006/relationships/image" Target="/ppt/media/image4.png" Id="Rb71cc286c38447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6aaaefdc04e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ee21cff404e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82d0b2c3b45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6ebe1d85248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2e3c5c66940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718d38efb462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98c8db9e844f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f6a66dba1b4c8c" /><Relationship Type="http://schemas.openxmlformats.org/officeDocument/2006/relationships/image" Target="/ppt/media/image5.png" Id="R32a6cbe168a6492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d78c010bc4441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2b10087e3d84e78" /><Relationship Type="http://schemas.openxmlformats.org/officeDocument/2006/relationships/image" Target="/ppt/media/image5.png" Id="Ra0c49ad42a3449e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285c11f4a37468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b5e6f05654d3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f69d1808f4a7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041980df140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3c51bcc2b425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cc286c38447f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6cbe168a6492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49ad42a3449e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562351b6614cab" /><Relationship Type="http://schemas.openxmlformats.org/officeDocument/2006/relationships/slideLayout" Target="/ppt/slideLayouts/slideLayout1.xml" Id="Rd8feac3c09654842" /><Relationship Type="http://schemas.openxmlformats.org/officeDocument/2006/relationships/slideLayout" Target="/ppt/slideLayouts/slideLayout2.xml" Id="R553b1bdcfba64fca" /><Relationship Type="http://schemas.openxmlformats.org/officeDocument/2006/relationships/slideLayout" Target="/ppt/slideLayouts/slideLayout3.xml" Id="R7297bf7d6b42400d" /><Relationship Type="http://schemas.openxmlformats.org/officeDocument/2006/relationships/slideLayout" Target="/ppt/slideLayouts/slideLayout4.xml" Id="R746b1560286c4720" /><Relationship Type="http://schemas.openxmlformats.org/officeDocument/2006/relationships/slideLayout" Target="/ppt/slideLayouts/slideLayout5.xml" Id="R659b2e64b6d64709" /><Relationship Type="http://schemas.openxmlformats.org/officeDocument/2006/relationships/slideLayout" Target="/ppt/slideLayouts/slideLayout6.xml" Id="R0ff72c45b56447a6" /><Relationship Type="http://schemas.openxmlformats.org/officeDocument/2006/relationships/slideLayout" Target="/ppt/slideLayouts/slideLayout7.xml" Id="R8daa272432d94fd5" /><Relationship Type="http://schemas.openxmlformats.org/officeDocument/2006/relationships/slideLayout" Target="/ppt/slideLayouts/slideLayout8.xml" Id="R8467be7f9c7b4983" /><Relationship Type="http://schemas.openxmlformats.org/officeDocument/2006/relationships/slideLayout" Target="/ppt/slideLayouts/slideLayout9.xml" Id="R3db6808ceef24b9a" /><Relationship Type="http://schemas.openxmlformats.org/officeDocument/2006/relationships/slideLayout" Target="/ppt/slideLayouts/slideLayout10.xml" Id="R937e5d8800e7438d" /><Relationship Type="http://schemas.openxmlformats.org/officeDocument/2006/relationships/slideLayout" Target="/ppt/slideLayouts/slideLayout11.xml" Id="R37d6771f6de44d4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b290a4e0a334743" /><Relationship Type="http://schemas.openxmlformats.org/officeDocument/2006/relationships/slideLayout" Target="/ppt/slideLayouts/slideLayout12.xml" Id="R2312a0cf754646d2" /><Relationship Type="http://schemas.openxmlformats.org/officeDocument/2006/relationships/slideLayout" Target="/ppt/slideLayouts/slideLayout13.xml" Id="R37685dc2c94d4e3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cb5b4f052b24b9e" /><Relationship Type="http://schemas.openxmlformats.org/officeDocument/2006/relationships/slideLayout" Target="/ppt/slideLayouts/slideLayout14.xml" Id="R2f8e58e65e0a48ea" /><Relationship Type="http://schemas.openxmlformats.org/officeDocument/2006/relationships/slideLayout" Target="/ppt/slideLayouts/slideLayout15.xml" Id="R7a33ebf3781a442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feac3c09654842"/>
    <p:sldLayoutId xmlns:r="http://schemas.openxmlformats.org/officeDocument/2006/relationships" id="2147483650" r:id="R553b1bdcfba64fca"/>
    <p:sldLayoutId xmlns:r="http://schemas.openxmlformats.org/officeDocument/2006/relationships" id="2147483651" r:id="R7297bf7d6b42400d"/>
    <p:sldLayoutId xmlns:r="http://schemas.openxmlformats.org/officeDocument/2006/relationships" id="2147483652" r:id="R746b1560286c4720"/>
    <p:sldLayoutId xmlns:r="http://schemas.openxmlformats.org/officeDocument/2006/relationships" id="2147483653" r:id="R659b2e64b6d64709"/>
    <p:sldLayoutId xmlns:r="http://schemas.openxmlformats.org/officeDocument/2006/relationships" id="2147483654" r:id="R0ff72c45b56447a6"/>
    <p:sldLayoutId xmlns:r="http://schemas.openxmlformats.org/officeDocument/2006/relationships" id="2147483655" r:id="R8daa272432d94fd5"/>
    <p:sldLayoutId xmlns:r="http://schemas.openxmlformats.org/officeDocument/2006/relationships" id="2147483656" r:id="R8467be7f9c7b4983"/>
    <p:sldLayoutId xmlns:r="http://schemas.openxmlformats.org/officeDocument/2006/relationships" id="2147483657" r:id="R3db6808ceef24b9a"/>
    <p:sldLayoutId xmlns:r="http://schemas.openxmlformats.org/officeDocument/2006/relationships" id="2147483658" r:id="R937e5d8800e7438d"/>
    <p:sldLayoutId xmlns:r="http://schemas.openxmlformats.org/officeDocument/2006/relationships" id="2147483659" r:id="R37d6771f6de44d4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312a0cf754646d2"/>
    <p:sldLayoutId xmlns:r="http://schemas.openxmlformats.org/officeDocument/2006/relationships" id="2147483662" r:id="R37685dc2c94d4e3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f8e58e65e0a48ea"/>
    <p:sldLayoutId xmlns:r="http://schemas.openxmlformats.org/officeDocument/2006/relationships" id="2147483665" r:id="R7a33ebf3781a442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e3b11c880a4a6f" /><Relationship Type="http://schemas.openxmlformats.org/officeDocument/2006/relationships/image" Target="/ppt/media/image6.png" Id="R0043bf0a65274bec" /><Relationship Type="http://schemas.openxmlformats.org/officeDocument/2006/relationships/notesSlide" Target="/ppt/notesSlides/notesSlide1.xml" Id="Rff7954015a9445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3b1ffc77244dc8" /><Relationship Type="http://schemas.openxmlformats.org/officeDocument/2006/relationships/image" Target="/ppt/media/image6.png" Id="R72a7eb2c9b734d1e" /><Relationship Type="http://schemas.openxmlformats.org/officeDocument/2006/relationships/notesSlide" Target="/ppt/notesSlides/notesSlide2.xml" Id="Red9b5661048c49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d7d1ec1415452c" /><Relationship Type="http://schemas.openxmlformats.org/officeDocument/2006/relationships/image" Target="/ppt/media/image6.png" Id="Rfd7b295abfc34b67" /><Relationship Type="http://schemas.openxmlformats.org/officeDocument/2006/relationships/notesSlide" Target="/ppt/notesSlides/notesSlide3.xml" Id="Re13758bc6c3c4e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3bf0a65274b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7eb2c9b734d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b295abfc34b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2026-09-09T05:39:56.3400000Z</dcterms:created>
  <dcterms:modified xsi:type="dcterms:W3CDTF">2026-09-09T05:39:56.3400000Z</dcterms:modified>
</coreProperties>
</file>