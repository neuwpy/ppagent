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01c1a4494465d" /><Relationship Type="http://schemas.openxmlformats.org/officeDocument/2006/relationships/extended-properties" Target="/docProps/app.xml" Id="Rf43a3755a4134055" /><Relationship Type="http://schemas.openxmlformats.org/officeDocument/2006/relationships/officeDocument" Target="/ppt/presentation.xml" Id="R7c4fdd2d8e124b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3e15acb7cb4ce4"/>
    <p:sldMasterId xmlns:r="http://schemas.openxmlformats.org/officeDocument/2006/relationships" id="2147483660" r:id="Raec63dda33aa4e1d"/>
    <p:sldMasterId xmlns:r="http://schemas.openxmlformats.org/officeDocument/2006/relationships" id="2147483663" r:id="R20787f081ba64ce4"/>
  </p:sldMasterIdLst>
  <p:notesMasterIdLst>
    <p:notesMasterId xmlns:r="http://schemas.openxmlformats.org/officeDocument/2006/relationships" r:id="Rf97c48cdbb7a41bc"/>
  </p:notesMasterIdLst>
  <p:sldIdLst>
    <p:sldId xmlns:r="http://schemas.openxmlformats.org/officeDocument/2006/relationships" id="256" r:id="R5b46dafa9a924437"/>
    <p:sldId xmlns:r="http://schemas.openxmlformats.org/officeDocument/2006/relationships" id="257" r:id="Rcaa4e3455254486d"/>
    <p:sldId xmlns:r="http://schemas.openxmlformats.org/officeDocument/2006/relationships" id="258" r:id="Rdac2c1edaab246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3e038f2974185" /><Relationship Type="http://schemas.openxmlformats.org/officeDocument/2006/relationships/slideMaster" Target="/ppt/slideMasters/slideMaster1.xml" Id="R993e15acb7cb4ce4" /><Relationship Type="http://schemas.openxmlformats.org/officeDocument/2006/relationships/slideMaster" Target="/ppt/slideMasters/slideMaster2.xml" Id="Raec63dda33aa4e1d" /><Relationship Type="http://schemas.openxmlformats.org/officeDocument/2006/relationships/slideMaster" Target="/ppt/slideMasters/slideMaster3.xml" Id="R20787f081ba64ce4" /><Relationship Type="http://schemas.openxmlformats.org/officeDocument/2006/relationships/notesMaster" Target="/ppt/notesMasters/notesMaster1.xml" Id="Rf97c48cdbb7a41bc" /><Relationship Type="http://schemas.openxmlformats.org/officeDocument/2006/relationships/presProps" Target="/ppt/presProps.xml" Id="R688af41d87684dd5" /><Relationship Type="http://schemas.openxmlformats.org/officeDocument/2006/relationships/viewProps" Target="/ppt/viewProps.xml" Id="R7761cff3904f4f9d" /><Relationship Type="http://schemas.openxmlformats.org/officeDocument/2006/relationships/tableStyles" Target="/ppt/tableStyles.xml" Id="R6b07d5e699f94ed1" /><Relationship Type="http://schemas.openxmlformats.org/officeDocument/2006/relationships/slide" Target="/ppt/slides/slide1.xml" Id="R5b46dafa9a924437" /><Relationship Type="http://schemas.openxmlformats.org/officeDocument/2006/relationships/slide" Target="/ppt/slides/slide2.xml" Id="Rcaa4e3455254486d" /><Relationship Type="http://schemas.openxmlformats.org/officeDocument/2006/relationships/slide" Target="/ppt/slides/slide3.xml" Id="Rdac2c1edaab246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d2b7229bd294f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573a71fb104f0d" /><Relationship Type="http://schemas.openxmlformats.org/officeDocument/2006/relationships/notesMaster" Target="/ppt/notesMasters/notesMaster1.xml" Id="R39fed6962e1241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e79aa8cad44155" /><Relationship Type="http://schemas.openxmlformats.org/officeDocument/2006/relationships/notesMaster" Target="/ppt/notesMasters/notesMaster1.xml" Id="Rb81f8d20168a4d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49f8e01f8f42ab" /><Relationship Type="http://schemas.openxmlformats.org/officeDocument/2006/relationships/notesMaster" Target="/ppt/notesMasters/notesMaster1.xml" Id="R022b7371d3b940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3969e2e134576" /><Relationship Type="http://schemas.openxmlformats.org/officeDocument/2006/relationships/image" Target="/ppt/media/image.jpeg" Id="R863411a1e1c049f1" /><Relationship Type="http://schemas.openxmlformats.org/officeDocument/2006/relationships/image" Target="/ppt/media/image.png" Id="R1450a1bed1c241aa" /><Relationship Type="http://schemas.openxmlformats.org/officeDocument/2006/relationships/image" Target="/ppt/media/image2.png" Id="R909219ff998340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7b08731aa4e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4ac064e584bf4" /><Relationship Type="http://schemas.openxmlformats.org/officeDocument/2006/relationships/image" Target="/ppt/media/image3.png" Id="R447d9494a29446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2b90263444fae" /><Relationship Type="http://schemas.openxmlformats.org/officeDocument/2006/relationships/image" Target="/ppt/media/image4.png" Id="R0569629fc68149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7b24de00c46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4c27b87034f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3edfb39704a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83c9762a94a5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fa4b2f98d4f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cb9eb1d0d4f6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8567dcd62431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9e3f2362bc4877" /><Relationship Type="http://schemas.openxmlformats.org/officeDocument/2006/relationships/image" Target="/ppt/media/image5.png" Id="Rfd8c226b295e47c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7fd0da18e1472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ddb570d945d47d2" /><Relationship Type="http://schemas.openxmlformats.org/officeDocument/2006/relationships/image" Target="/ppt/media/image5.png" Id="R4cfdc2c29d2c4db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2fd648e1d6947d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411a1e1c049f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0a1bed1c241aa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219ff998340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d9494a294465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9629fc681499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c226b295e47c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dc2c29d2c4db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3d3464c2a54f11" /><Relationship Type="http://schemas.openxmlformats.org/officeDocument/2006/relationships/slideLayout" Target="/ppt/slideLayouts/slideLayout1.xml" Id="Rbe26ecf8a95042f8" /><Relationship Type="http://schemas.openxmlformats.org/officeDocument/2006/relationships/slideLayout" Target="/ppt/slideLayouts/slideLayout2.xml" Id="Rf4d1e0f65392444e" /><Relationship Type="http://schemas.openxmlformats.org/officeDocument/2006/relationships/slideLayout" Target="/ppt/slideLayouts/slideLayout3.xml" Id="Rdacf24312c1549f3" /><Relationship Type="http://schemas.openxmlformats.org/officeDocument/2006/relationships/slideLayout" Target="/ppt/slideLayouts/slideLayout4.xml" Id="R8a69c4a9361c46f3" /><Relationship Type="http://schemas.openxmlformats.org/officeDocument/2006/relationships/slideLayout" Target="/ppt/slideLayouts/slideLayout5.xml" Id="R60c402cc0cc14ef8" /><Relationship Type="http://schemas.openxmlformats.org/officeDocument/2006/relationships/slideLayout" Target="/ppt/slideLayouts/slideLayout6.xml" Id="Rb64d2c32fb404b1f" /><Relationship Type="http://schemas.openxmlformats.org/officeDocument/2006/relationships/slideLayout" Target="/ppt/slideLayouts/slideLayout7.xml" Id="R7c31ad7e28324245" /><Relationship Type="http://schemas.openxmlformats.org/officeDocument/2006/relationships/slideLayout" Target="/ppt/slideLayouts/slideLayout8.xml" Id="R52a8fa5d68f24d3a" /><Relationship Type="http://schemas.openxmlformats.org/officeDocument/2006/relationships/slideLayout" Target="/ppt/slideLayouts/slideLayout9.xml" Id="R84581fc0b361449c" /><Relationship Type="http://schemas.openxmlformats.org/officeDocument/2006/relationships/slideLayout" Target="/ppt/slideLayouts/slideLayout10.xml" Id="R3e5ea24e11b74f27" /><Relationship Type="http://schemas.openxmlformats.org/officeDocument/2006/relationships/slideLayout" Target="/ppt/slideLayouts/slideLayout11.xml" Id="Rb7ee55eb39a94e0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ffa5fec83ea4ba5" /><Relationship Type="http://schemas.openxmlformats.org/officeDocument/2006/relationships/slideLayout" Target="/ppt/slideLayouts/slideLayout12.xml" Id="Rafe827dd11364b90" /><Relationship Type="http://schemas.openxmlformats.org/officeDocument/2006/relationships/slideLayout" Target="/ppt/slideLayouts/slideLayout13.xml" Id="R54150acde75a4fb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a47bcf538e64a56" /><Relationship Type="http://schemas.openxmlformats.org/officeDocument/2006/relationships/slideLayout" Target="/ppt/slideLayouts/slideLayout14.xml" Id="R5303e743f1284b47" /><Relationship Type="http://schemas.openxmlformats.org/officeDocument/2006/relationships/slideLayout" Target="/ppt/slideLayouts/slideLayout15.xml" Id="Rb3d1f6457dbb4a5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6ecf8a95042f8"/>
    <p:sldLayoutId xmlns:r="http://schemas.openxmlformats.org/officeDocument/2006/relationships" id="2147483650" r:id="Rf4d1e0f65392444e"/>
    <p:sldLayoutId xmlns:r="http://schemas.openxmlformats.org/officeDocument/2006/relationships" id="2147483651" r:id="Rdacf24312c1549f3"/>
    <p:sldLayoutId xmlns:r="http://schemas.openxmlformats.org/officeDocument/2006/relationships" id="2147483652" r:id="R8a69c4a9361c46f3"/>
    <p:sldLayoutId xmlns:r="http://schemas.openxmlformats.org/officeDocument/2006/relationships" id="2147483653" r:id="R60c402cc0cc14ef8"/>
    <p:sldLayoutId xmlns:r="http://schemas.openxmlformats.org/officeDocument/2006/relationships" id="2147483654" r:id="Rb64d2c32fb404b1f"/>
    <p:sldLayoutId xmlns:r="http://schemas.openxmlformats.org/officeDocument/2006/relationships" id="2147483655" r:id="R7c31ad7e28324245"/>
    <p:sldLayoutId xmlns:r="http://schemas.openxmlformats.org/officeDocument/2006/relationships" id="2147483656" r:id="R52a8fa5d68f24d3a"/>
    <p:sldLayoutId xmlns:r="http://schemas.openxmlformats.org/officeDocument/2006/relationships" id="2147483657" r:id="R84581fc0b361449c"/>
    <p:sldLayoutId xmlns:r="http://schemas.openxmlformats.org/officeDocument/2006/relationships" id="2147483658" r:id="R3e5ea24e11b74f27"/>
    <p:sldLayoutId xmlns:r="http://schemas.openxmlformats.org/officeDocument/2006/relationships" id="2147483659" r:id="Rb7ee55eb39a94e0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fe827dd11364b90"/>
    <p:sldLayoutId xmlns:r="http://schemas.openxmlformats.org/officeDocument/2006/relationships" id="2147483662" r:id="R54150acde75a4fb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303e743f1284b47"/>
    <p:sldLayoutId xmlns:r="http://schemas.openxmlformats.org/officeDocument/2006/relationships" id="2147483665" r:id="Rb3d1f6457dbb4a50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421e21569d4438" /><Relationship Type="http://schemas.openxmlformats.org/officeDocument/2006/relationships/image" Target="/ppt/media/image6.png" Id="Re07b58b2968341c4" /><Relationship Type="http://schemas.openxmlformats.org/officeDocument/2006/relationships/notesSlide" Target="/ppt/notesSlides/notesSlide1.xml" Id="R5a5b9736b0de41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4f7214dca84342" /><Relationship Type="http://schemas.openxmlformats.org/officeDocument/2006/relationships/image" Target="/ppt/media/image6.png" Id="Rffbdbcd7564b4252" /><Relationship Type="http://schemas.openxmlformats.org/officeDocument/2006/relationships/notesSlide" Target="/ppt/notesSlides/notesSlide2.xml" Id="Rdafed648f8964b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5771b93a73f47a8" /><Relationship Type="http://schemas.openxmlformats.org/officeDocument/2006/relationships/image" Target="/ppt/media/image6.png" Id="Rcdc714934676473e" /><Relationship Type="http://schemas.openxmlformats.org/officeDocument/2006/relationships/notesSlide" Target="/ppt/notesSlides/notesSlide3.xml" Id="Refd8c915836849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b58b2968341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dbcd7564b4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71493467647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2026-09-09T05:40:46.4970000Z</dcterms:created>
  <dcterms:modified xsi:type="dcterms:W3CDTF">2026-09-09T05:40:46.4970000Z</dcterms:modified>
</coreProperties>
</file>