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abaf18a954e55" /><Relationship Type="http://schemas.openxmlformats.org/officeDocument/2006/relationships/extended-properties" Target="/docProps/app.xml" Id="Rf54ed2dea30c4298" /><Relationship Type="http://schemas.openxmlformats.org/officeDocument/2006/relationships/officeDocument" Target="/ppt/presentation.xml" Id="R22bbdf54426d46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42f1cfabf64b9d"/>
    <p:sldMasterId xmlns:r="http://schemas.openxmlformats.org/officeDocument/2006/relationships" id="2147483660" r:id="R3b5b566e551e476f"/>
    <p:sldMasterId xmlns:r="http://schemas.openxmlformats.org/officeDocument/2006/relationships" id="2147483663" r:id="R3d7c691de93141be"/>
  </p:sldMasterIdLst>
  <p:notesMasterIdLst>
    <p:notesMasterId xmlns:r="http://schemas.openxmlformats.org/officeDocument/2006/relationships" r:id="R8f423309fbcb4f57"/>
  </p:notesMasterIdLst>
  <p:sldIdLst>
    <p:sldId xmlns:r="http://schemas.openxmlformats.org/officeDocument/2006/relationships" id="256" r:id="R73ec32dd64b84c77"/>
    <p:sldId xmlns:r="http://schemas.openxmlformats.org/officeDocument/2006/relationships" id="257" r:id="R6ddd3c70465747a0"/>
    <p:sldId xmlns:r="http://schemas.openxmlformats.org/officeDocument/2006/relationships" id="258" r:id="R93fe2f534859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e38042cf041ec" /><Relationship Type="http://schemas.openxmlformats.org/officeDocument/2006/relationships/slideMaster" Target="/ppt/slideMasters/slideMaster1.xml" Id="R3c42f1cfabf64b9d" /><Relationship Type="http://schemas.openxmlformats.org/officeDocument/2006/relationships/slideMaster" Target="/ppt/slideMasters/slideMaster2.xml" Id="R3b5b566e551e476f" /><Relationship Type="http://schemas.openxmlformats.org/officeDocument/2006/relationships/slideMaster" Target="/ppt/slideMasters/slideMaster3.xml" Id="R3d7c691de93141be" /><Relationship Type="http://schemas.openxmlformats.org/officeDocument/2006/relationships/notesMaster" Target="/ppt/notesMasters/notesMaster1.xml" Id="R8f423309fbcb4f57" /><Relationship Type="http://schemas.openxmlformats.org/officeDocument/2006/relationships/presProps" Target="/ppt/presProps.xml" Id="R2a5bbafbea414d87" /><Relationship Type="http://schemas.openxmlformats.org/officeDocument/2006/relationships/viewProps" Target="/ppt/viewProps.xml" Id="R60ad2dd81af34cb6" /><Relationship Type="http://schemas.openxmlformats.org/officeDocument/2006/relationships/tableStyles" Target="/ppt/tableStyles.xml" Id="R68ab5ca7798847c7" /><Relationship Type="http://schemas.openxmlformats.org/officeDocument/2006/relationships/slide" Target="/ppt/slides/slide1.xml" Id="R73ec32dd64b84c77" /><Relationship Type="http://schemas.openxmlformats.org/officeDocument/2006/relationships/slide" Target="/ppt/slides/slide2.xml" Id="R6ddd3c70465747a0" /><Relationship Type="http://schemas.openxmlformats.org/officeDocument/2006/relationships/slide" Target="/ppt/slides/slide3.xml" Id="R93fe2f534859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095ed5dae4e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7f7128d3f4717" /><Relationship Type="http://schemas.openxmlformats.org/officeDocument/2006/relationships/notesMaster" Target="/ppt/notesMasters/notesMaster1.xml" Id="R1b7251b8baed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bd158cd5a4139" /><Relationship Type="http://schemas.openxmlformats.org/officeDocument/2006/relationships/notesMaster" Target="/ppt/notesMasters/notesMaster1.xml" Id="R152e37c3596f40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ab7fd99014759" /><Relationship Type="http://schemas.openxmlformats.org/officeDocument/2006/relationships/notesMaster" Target="/ppt/notesMasters/notesMaster1.xml" Id="R18b6c9066c62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05814b70846af" /><Relationship Type="http://schemas.openxmlformats.org/officeDocument/2006/relationships/image" Target="/ppt/media/image.jpeg" Id="R07d9059a454f470b" /><Relationship Type="http://schemas.openxmlformats.org/officeDocument/2006/relationships/image" Target="/ppt/media/image.png" Id="Rb9efa393d2fa42b3" /><Relationship Type="http://schemas.openxmlformats.org/officeDocument/2006/relationships/image" Target="/ppt/media/image2.png" Id="Rc7fbeda2a91447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a2035362843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0f749c8af4b9f" /><Relationship Type="http://schemas.openxmlformats.org/officeDocument/2006/relationships/image" Target="/ppt/media/image3.png" Id="R19f9ff42c48642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220b0624548c6" /><Relationship Type="http://schemas.openxmlformats.org/officeDocument/2006/relationships/image" Target="/ppt/media/image4.png" Id="R78e7fadfe41944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2bf8c7b104f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b6e7888de46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5a8c3434f4c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0309757c34d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b08c0d63d4b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7ae1c5224e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0d6dbeda74c5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2dade53d724f87" /><Relationship Type="http://schemas.openxmlformats.org/officeDocument/2006/relationships/image" Target="/ppt/media/image5.png" Id="R5663bd3a513e4ae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9ad3bf2aae4f8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0779fbed1df4cc4" /><Relationship Type="http://schemas.openxmlformats.org/officeDocument/2006/relationships/image" Target="/ppt/media/image5.png" Id="R91eed168733b4ec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28440652654f7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059a454f470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fa393d2fa42b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beda2a914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9ff42c486423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7fadfe419440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3bd3a513e4ae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ed168733b4ec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794975e7844ab" /><Relationship Type="http://schemas.openxmlformats.org/officeDocument/2006/relationships/slideLayout" Target="/ppt/slideLayouts/slideLayout1.xml" Id="Rac0735abd966459e" /><Relationship Type="http://schemas.openxmlformats.org/officeDocument/2006/relationships/slideLayout" Target="/ppt/slideLayouts/slideLayout2.xml" Id="R845924a17e3841f3" /><Relationship Type="http://schemas.openxmlformats.org/officeDocument/2006/relationships/slideLayout" Target="/ppt/slideLayouts/slideLayout3.xml" Id="R1ba1fe1f3eea4ea4" /><Relationship Type="http://schemas.openxmlformats.org/officeDocument/2006/relationships/slideLayout" Target="/ppt/slideLayouts/slideLayout4.xml" Id="Rde3af59a42934b8f" /><Relationship Type="http://schemas.openxmlformats.org/officeDocument/2006/relationships/slideLayout" Target="/ppt/slideLayouts/slideLayout5.xml" Id="R70b2858c53334fa1" /><Relationship Type="http://schemas.openxmlformats.org/officeDocument/2006/relationships/slideLayout" Target="/ppt/slideLayouts/slideLayout6.xml" Id="Rede9a0e6e3084130" /><Relationship Type="http://schemas.openxmlformats.org/officeDocument/2006/relationships/slideLayout" Target="/ppt/slideLayouts/slideLayout7.xml" Id="R5cf581498ea7446d" /><Relationship Type="http://schemas.openxmlformats.org/officeDocument/2006/relationships/slideLayout" Target="/ppt/slideLayouts/slideLayout8.xml" Id="Rf0058ab29f9f4bb9" /><Relationship Type="http://schemas.openxmlformats.org/officeDocument/2006/relationships/slideLayout" Target="/ppt/slideLayouts/slideLayout9.xml" Id="R2879abfc8bc540e6" /><Relationship Type="http://schemas.openxmlformats.org/officeDocument/2006/relationships/slideLayout" Target="/ppt/slideLayouts/slideLayout10.xml" Id="Re4dd509c705948d1" /><Relationship Type="http://schemas.openxmlformats.org/officeDocument/2006/relationships/slideLayout" Target="/ppt/slideLayouts/slideLayout11.xml" Id="R4df94849489b4b3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b65fd9faa904755" /><Relationship Type="http://schemas.openxmlformats.org/officeDocument/2006/relationships/slideLayout" Target="/ppt/slideLayouts/slideLayout12.xml" Id="R83b24dbd7d604a30" /><Relationship Type="http://schemas.openxmlformats.org/officeDocument/2006/relationships/slideLayout" Target="/ppt/slideLayouts/slideLayout13.xml" Id="R8af594ddad5c4ea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ba000dcbb2c4982" /><Relationship Type="http://schemas.openxmlformats.org/officeDocument/2006/relationships/slideLayout" Target="/ppt/slideLayouts/slideLayout14.xml" Id="R402d4c72ad3b49ec" /><Relationship Type="http://schemas.openxmlformats.org/officeDocument/2006/relationships/slideLayout" Target="/ppt/slideLayouts/slideLayout15.xml" Id="Rc25693657bf84c8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735abd966459e"/>
    <p:sldLayoutId xmlns:r="http://schemas.openxmlformats.org/officeDocument/2006/relationships" id="2147483650" r:id="R845924a17e3841f3"/>
    <p:sldLayoutId xmlns:r="http://schemas.openxmlformats.org/officeDocument/2006/relationships" id="2147483651" r:id="R1ba1fe1f3eea4ea4"/>
    <p:sldLayoutId xmlns:r="http://schemas.openxmlformats.org/officeDocument/2006/relationships" id="2147483652" r:id="Rde3af59a42934b8f"/>
    <p:sldLayoutId xmlns:r="http://schemas.openxmlformats.org/officeDocument/2006/relationships" id="2147483653" r:id="R70b2858c53334fa1"/>
    <p:sldLayoutId xmlns:r="http://schemas.openxmlformats.org/officeDocument/2006/relationships" id="2147483654" r:id="Rede9a0e6e3084130"/>
    <p:sldLayoutId xmlns:r="http://schemas.openxmlformats.org/officeDocument/2006/relationships" id="2147483655" r:id="R5cf581498ea7446d"/>
    <p:sldLayoutId xmlns:r="http://schemas.openxmlformats.org/officeDocument/2006/relationships" id="2147483656" r:id="Rf0058ab29f9f4bb9"/>
    <p:sldLayoutId xmlns:r="http://schemas.openxmlformats.org/officeDocument/2006/relationships" id="2147483657" r:id="R2879abfc8bc540e6"/>
    <p:sldLayoutId xmlns:r="http://schemas.openxmlformats.org/officeDocument/2006/relationships" id="2147483658" r:id="Re4dd509c705948d1"/>
    <p:sldLayoutId xmlns:r="http://schemas.openxmlformats.org/officeDocument/2006/relationships" id="2147483659" r:id="R4df94849489b4b3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3b24dbd7d604a30"/>
    <p:sldLayoutId xmlns:r="http://schemas.openxmlformats.org/officeDocument/2006/relationships" id="2147483662" r:id="R8af594ddad5c4ea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02d4c72ad3b49ec"/>
    <p:sldLayoutId xmlns:r="http://schemas.openxmlformats.org/officeDocument/2006/relationships" id="2147483665" r:id="Rc25693657bf84c8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34bddf8f98424a" /><Relationship Type="http://schemas.openxmlformats.org/officeDocument/2006/relationships/image" Target="/ppt/media/image6.png" Id="R4d35b4bd871e4a1d" /><Relationship Type="http://schemas.openxmlformats.org/officeDocument/2006/relationships/notesSlide" Target="/ppt/notesSlides/notesSlide1.xml" Id="R1693f31f20504c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79173aaa554be4" /><Relationship Type="http://schemas.openxmlformats.org/officeDocument/2006/relationships/image" Target="/ppt/media/image6.png" Id="Rd6723ddb2f7f405d" /><Relationship Type="http://schemas.openxmlformats.org/officeDocument/2006/relationships/notesSlide" Target="/ppt/notesSlides/notesSlide2.xml" Id="Rad4912e64e4d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cf483068264076" /><Relationship Type="http://schemas.openxmlformats.org/officeDocument/2006/relationships/image" Target="/ppt/media/image6.png" Id="Rbd3ef353ba66414f" /><Relationship Type="http://schemas.openxmlformats.org/officeDocument/2006/relationships/notesSlide" Target="/ppt/notesSlides/notesSlide3.xml" Id="Rd034545a3a7e4d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b4bd871e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23ddb2f7f40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ef353ba6641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2026-09-09T10:34:03.7900000Z</dcterms:created>
  <dcterms:modified xsi:type="dcterms:W3CDTF">2026-09-09T10:34:03.7900000Z</dcterms:modified>
</coreProperties>
</file>