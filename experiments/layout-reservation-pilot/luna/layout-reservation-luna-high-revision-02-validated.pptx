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35c653ccd54f83" /><Relationship Type="http://schemas.openxmlformats.org/officeDocument/2006/relationships/extended-properties" Target="/docProps/app.xml" Id="R643d8e78b9e149b9" /><Relationship Type="http://schemas.openxmlformats.org/officeDocument/2006/relationships/officeDocument" Target="/ppt/presentation.xml" Id="Rdbf16a9ee4d74b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542582fe1542cf"/>
    <p:sldMasterId xmlns:r="http://schemas.openxmlformats.org/officeDocument/2006/relationships" id="2147483660" r:id="R754c3c3ff1924c14"/>
    <p:sldMasterId xmlns:r="http://schemas.openxmlformats.org/officeDocument/2006/relationships" id="2147483663" r:id="Rf29939f4b01941c3"/>
  </p:sldMasterIdLst>
  <p:notesMasterIdLst>
    <p:notesMasterId xmlns:r="http://schemas.openxmlformats.org/officeDocument/2006/relationships" r:id="Rfcf7993a95cd45f6"/>
  </p:notesMasterIdLst>
  <p:sldIdLst>
    <p:sldId xmlns:r="http://schemas.openxmlformats.org/officeDocument/2006/relationships" id="256" r:id="R3b4d7da814704377"/>
    <p:sldId xmlns:r="http://schemas.openxmlformats.org/officeDocument/2006/relationships" id="257" r:id="Ra4c64b69bfee4549"/>
    <p:sldId xmlns:r="http://schemas.openxmlformats.org/officeDocument/2006/relationships" id="258" r:id="R04bacf6029f644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9088f9fca84b40" /><Relationship Type="http://schemas.openxmlformats.org/officeDocument/2006/relationships/slideMaster" Target="/ppt/slideMasters/slideMaster1.xml" Id="Rc7542582fe1542cf" /><Relationship Type="http://schemas.openxmlformats.org/officeDocument/2006/relationships/slideMaster" Target="/ppt/slideMasters/slideMaster2.xml" Id="R754c3c3ff1924c14" /><Relationship Type="http://schemas.openxmlformats.org/officeDocument/2006/relationships/slideMaster" Target="/ppt/slideMasters/slideMaster3.xml" Id="Rf29939f4b01941c3" /><Relationship Type="http://schemas.openxmlformats.org/officeDocument/2006/relationships/notesMaster" Target="/ppt/notesMasters/notesMaster1.xml" Id="Rfcf7993a95cd45f6" /><Relationship Type="http://schemas.openxmlformats.org/officeDocument/2006/relationships/presProps" Target="/ppt/presProps.xml" Id="R65fc770180f240d4" /><Relationship Type="http://schemas.openxmlformats.org/officeDocument/2006/relationships/viewProps" Target="/ppt/viewProps.xml" Id="R945c5cdca7144c53" /><Relationship Type="http://schemas.openxmlformats.org/officeDocument/2006/relationships/tableStyles" Target="/ppt/tableStyles.xml" Id="R6eee501b1ebd4590" /><Relationship Type="http://schemas.openxmlformats.org/officeDocument/2006/relationships/slide" Target="/ppt/slides/slide1.xml" Id="R3b4d7da814704377" /><Relationship Type="http://schemas.openxmlformats.org/officeDocument/2006/relationships/slide" Target="/ppt/slides/slide2.xml" Id="Ra4c64b69bfee4549" /><Relationship Type="http://schemas.openxmlformats.org/officeDocument/2006/relationships/slide" Target="/ppt/slides/slide3.xml" Id="R04bacf6029f644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bd9fa9843f649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4be50032c24191" /><Relationship Type="http://schemas.openxmlformats.org/officeDocument/2006/relationships/notesMaster" Target="/ppt/notesMasters/notesMaster1.xml" Id="R1bebecbdc7a84f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f406600eb14257" /><Relationship Type="http://schemas.openxmlformats.org/officeDocument/2006/relationships/notesMaster" Target="/ppt/notesMasters/notesMaster1.xml" Id="Rd5d0c4a2addb44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19a495e7134cb5" /><Relationship Type="http://schemas.openxmlformats.org/officeDocument/2006/relationships/notesMaster" Target="/ppt/notesMasters/notesMaster1.xml" Id="R47c12a68250c4a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内容：experiments/layout-reservation-pilot/manuscript.md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PPagenT：layout-reservation-pilot → progression-maturity-steps-002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内容：experiments/layout-reservation-pilot/manuscript.md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PPagenT：layout-reservation-pilot → progression-maturity-steps-002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内容：experiments/layout-reservation-pilot/manuscript.md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PPagenT：layout-reservation-pilot → progression-maturity-steps-002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0d5f4057d42d5" /><Relationship Type="http://schemas.openxmlformats.org/officeDocument/2006/relationships/image" Target="/ppt/media/image.jpeg" Id="Ra99d76a40c6c4f27" /><Relationship Type="http://schemas.openxmlformats.org/officeDocument/2006/relationships/image" Target="/ppt/media/image.png" Id="R0da31c105c6c4814" /><Relationship Type="http://schemas.openxmlformats.org/officeDocument/2006/relationships/image" Target="/ppt/media/image2.png" Id="Rd0d398da99db48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9069837fa148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45e33b53a4d25" /><Relationship Type="http://schemas.openxmlformats.org/officeDocument/2006/relationships/image" Target="/ppt/media/image3.png" Id="R7b3d03ef972d46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58881888c45f9" /><Relationship Type="http://schemas.openxmlformats.org/officeDocument/2006/relationships/image" Target="/ppt/media/image4.png" Id="R919e13b04e2b46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df299dead44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5948ac03d453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0c0063dcd4ff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e12150d6e46c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15bfc9b2f414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46b43d8194b8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e2ade4e5543c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fdce099cc1460c" /><Relationship Type="http://schemas.openxmlformats.org/officeDocument/2006/relationships/image" Target="/ppt/media/image5.png" Id="Rd936292b32d8498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02b430619f42f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05f05bbb77d4e6c" /><Relationship Type="http://schemas.openxmlformats.org/officeDocument/2006/relationships/image" Target="/ppt/media/image5.png" Id="R763b078eacbc4eb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723a38735a54227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d76a40c6c4f2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31c105c6c481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398da99db48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d03ef972d4689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e13b04e2b46f0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6292b32d8498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b078eacbc4eb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0cc24ca38f48f8" /><Relationship Type="http://schemas.openxmlformats.org/officeDocument/2006/relationships/slideLayout" Target="/ppt/slideLayouts/slideLayout1.xml" Id="Rfb1dc70d84ec437b" /><Relationship Type="http://schemas.openxmlformats.org/officeDocument/2006/relationships/slideLayout" Target="/ppt/slideLayouts/slideLayout2.xml" Id="R3d19d933fac34180" /><Relationship Type="http://schemas.openxmlformats.org/officeDocument/2006/relationships/slideLayout" Target="/ppt/slideLayouts/slideLayout3.xml" Id="R80343fd53d464e20" /><Relationship Type="http://schemas.openxmlformats.org/officeDocument/2006/relationships/slideLayout" Target="/ppt/slideLayouts/slideLayout4.xml" Id="R532844fcbc97422a" /><Relationship Type="http://schemas.openxmlformats.org/officeDocument/2006/relationships/slideLayout" Target="/ppt/slideLayouts/slideLayout5.xml" Id="R0512c8826bea4233" /><Relationship Type="http://schemas.openxmlformats.org/officeDocument/2006/relationships/slideLayout" Target="/ppt/slideLayouts/slideLayout6.xml" Id="R03d833a608ff4f67" /><Relationship Type="http://schemas.openxmlformats.org/officeDocument/2006/relationships/slideLayout" Target="/ppt/slideLayouts/slideLayout7.xml" Id="Ra6697b28136144dd" /><Relationship Type="http://schemas.openxmlformats.org/officeDocument/2006/relationships/slideLayout" Target="/ppt/slideLayouts/slideLayout8.xml" Id="R5ad9cc3a20db4e1f" /><Relationship Type="http://schemas.openxmlformats.org/officeDocument/2006/relationships/slideLayout" Target="/ppt/slideLayouts/slideLayout9.xml" Id="Rf79db351d5484c0e" /><Relationship Type="http://schemas.openxmlformats.org/officeDocument/2006/relationships/slideLayout" Target="/ppt/slideLayouts/slideLayout10.xml" Id="Rb16620ec2ca546f9" /><Relationship Type="http://schemas.openxmlformats.org/officeDocument/2006/relationships/slideLayout" Target="/ppt/slideLayouts/slideLayout11.xml" Id="R8178e6e0b453412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feab0b9820e408b" /><Relationship Type="http://schemas.openxmlformats.org/officeDocument/2006/relationships/slideLayout" Target="/ppt/slideLayouts/slideLayout12.xml" Id="R3d49373249e848d1" /><Relationship Type="http://schemas.openxmlformats.org/officeDocument/2006/relationships/slideLayout" Target="/ppt/slideLayouts/slideLayout13.xml" Id="Rf9bccebaf1ed41a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7cbcc61630b4c2d" /><Relationship Type="http://schemas.openxmlformats.org/officeDocument/2006/relationships/slideLayout" Target="/ppt/slideLayouts/slideLayout14.xml" Id="Rcc5588817b95434f" /><Relationship Type="http://schemas.openxmlformats.org/officeDocument/2006/relationships/slideLayout" Target="/ppt/slideLayouts/slideLayout15.xml" Id="R476f4e29e9034aa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1dc70d84ec437b"/>
    <p:sldLayoutId xmlns:r="http://schemas.openxmlformats.org/officeDocument/2006/relationships" id="2147483650" r:id="R3d19d933fac34180"/>
    <p:sldLayoutId xmlns:r="http://schemas.openxmlformats.org/officeDocument/2006/relationships" id="2147483651" r:id="R80343fd53d464e20"/>
    <p:sldLayoutId xmlns:r="http://schemas.openxmlformats.org/officeDocument/2006/relationships" id="2147483652" r:id="R532844fcbc97422a"/>
    <p:sldLayoutId xmlns:r="http://schemas.openxmlformats.org/officeDocument/2006/relationships" id="2147483653" r:id="R0512c8826bea4233"/>
    <p:sldLayoutId xmlns:r="http://schemas.openxmlformats.org/officeDocument/2006/relationships" id="2147483654" r:id="R03d833a608ff4f67"/>
    <p:sldLayoutId xmlns:r="http://schemas.openxmlformats.org/officeDocument/2006/relationships" id="2147483655" r:id="Ra6697b28136144dd"/>
    <p:sldLayoutId xmlns:r="http://schemas.openxmlformats.org/officeDocument/2006/relationships" id="2147483656" r:id="R5ad9cc3a20db4e1f"/>
    <p:sldLayoutId xmlns:r="http://schemas.openxmlformats.org/officeDocument/2006/relationships" id="2147483657" r:id="Rf79db351d5484c0e"/>
    <p:sldLayoutId xmlns:r="http://schemas.openxmlformats.org/officeDocument/2006/relationships" id="2147483658" r:id="Rb16620ec2ca546f9"/>
    <p:sldLayoutId xmlns:r="http://schemas.openxmlformats.org/officeDocument/2006/relationships" id="2147483659" r:id="R8178e6e0b453412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d49373249e848d1"/>
    <p:sldLayoutId xmlns:r="http://schemas.openxmlformats.org/officeDocument/2006/relationships" id="2147483662" r:id="Rf9bccebaf1ed41a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c5588817b95434f"/>
    <p:sldLayoutId xmlns:r="http://schemas.openxmlformats.org/officeDocument/2006/relationships" id="2147483665" r:id="R476f4e29e9034aa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56281a90e1432f" /><Relationship Type="http://schemas.openxmlformats.org/officeDocument/2006/relationships/notesSlide" Target="/ppt/notesSlides/notesSlide1.xml" Id="R525b7ca085814c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8145f38a0214c20" /><Relationship Type="http://schemas.openxmlformats.org/officeDocument/2006/relationships/notesSlide" Target="/ppt/notesSlides/notesSlide2.xml" Id="Rc7a54da7b39547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6630d07a4004804" /><Relationship Type="http://schemas.openxmlformats.org/officeDocument/2006/relationships/notesSlide" Target="/ppt/notesSlides/notesSlide3.xml" Id="R57c986ba6b5344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扩围评审需要三项边界同时成立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左图右文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EFAD5C0B-A5CC-4ECE-A55A-0C753D60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647" y="3840385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5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82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78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B616065E-5459-473E-8E10-559CA5A9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95" y="3454718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8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49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2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21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1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96002701-3A35-4EC9-B450-DDA7D003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134" y="3067650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6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63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81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6AE9BECF-87A1-4287-BAAC-8689652D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9848" y="4408713"/>
            <a:ext cx="322898" cy="507140"/>
          </a:xfrm>
          <a:custGeom xmlns:a="http://schemas.openxmlformats.org/drawingml/2006/main">
            <a:pathLst>
              <a:path w="322898" h="507140">
                <a:moveTo>
                  <a:pt x="0" y="507140"/>
                </a:moveTo>
                <a:lnTo>
                  <a:pt x="0" y="488128"/>
                </a:lnTo>
                <a:lnTo>
                  <a:pt x="0" y="469106"/>
                </a:lnTo>
                <a:lnTo>
                  <a:pt x="0" y="450094"/>
                </a:lnTo>
                <a:lnTo>
                  <a:pt x="0" y="431082"/>
                </a:lnTo>
                <a:lnTo>
                  <a:pt x="0" y="412071"/>
                </a:lnTo>
                <a:lnTo>
                  <a:pt x="0" y="393049"/>
                </a:lnTo>
                <a:lnTo>
                  <a:pt x="0" y="374037"/>
                </a:lnTo>
                <a:lnTo>
                  <a:pt x="0" y="355025"/>
                </a:lnTo>
                <a:lnTo>
                  <a:pt x="0" y="336004"/>
                </a:lnTo>
                <a:lnTo>
                  <a:pt x="0" y="316992"/>
                </a:lnTo>
                <a:lnTo>
                  <a:pt x="0" y="297980"/>
                </a:lnTo>
                <a:lnTo>
                  <a:pt x="0" y="278968"/>
                </a:lnTo>
                <a:lnTo>
                  <a:pt x="0" y="259947"/>
                </a:lnTo>
                <a:lnTo>
                  <a:pt x="0" y="240935"/>
                </a:lnTo>
                <a:lnTo>
                  <a:pt x="0" y="221923"/>
                </a:lnTo>
                <a:lnTo>
                  <a:pt x="0" y="202911"/>
                </a:lnTo>
                <a:lnTo>
                  <a:pt x="0" y="183890"/>
                </a:lnTo>
                <a:lnTo>
                  <a:pt x="0" y="164878"/>
                </a:lnTo>
                <a:lnTo>
                  <a:pt x="0" y="145866"/>
                </a:lnTo>
                <a:lnTo>
                  <a:pt x="0" y="126844"/>
                </a:lnTo>
                <a:lnTo>
                  <a:pt x="200" y="107975"/>
                </a:lnTo>
                <a:lnTo>
                  <a:pt x="18202" y="101870"/>
                </a:lnTo>
                <a:lnTo>
                  <a:pt x="36205" y="95755"/>
                </a:lnTo>
                <a:lnTo>
                  <a:pt x="54216" y="89649"/>
                </a:lnTo>
                <a:lnTo>
                  <a:pt x="72219" y="83544"/>
                </a:lnTo>
                <a:lnTo>
                  <a:pt x="90230" y="77429"/>
                </a:lnTo>
                <a:lnTo>
                  <a:pt x="108233" y="71323"/>
                </a:lnTo>
                <a:lnTo>
                  <a:pt x="126244" y="65218"/>
                </a:lnTo>
                <a:lnTo>
                  <a:pt x="144247" y="59103"/>
                </a:lnTo>
                <a:lnTo>
                  <a:pt x="162258" y="52997"/>
                </a:lnTo>
                <a:lnTo>
                  <a:pt x="180261" y="46892"/>
                </a:lnTo>
                <a:lnTo>
                  <a:pt x="198272" y="40786"/>
                </a:lnTo>
                <a:lnTo>
                  <a:pt x="216275" y="34671"/>
                </a:lnTo>
                <a:lnTo>
                  <a:pt x="234277" y="28565"/>
                </a:lnTo>
                <a:lnTo>
                  <a:pt x="252289" y="22460"/>
                </a:lnTo>
                <a:lnTo>
                  <a:pt x="270291" y="16345"/>
                </a:lnTo>
                <a:lnTo>
                  <a:pt x="288303" y="10239"/>
                </a:lnTo>
                <a:lnTo>
                  <a:pt x="306305" y="4134"/>
                </a:lnTo>
                <a:lnTo>
                  <a:pt x="322898" y="0"/>
                </a:lnTo>
                <a:lnTo>
                  <a:pt x="322898" y="19012"/>
                </a:lnTo>
                <a:lnTo>
                  <a:pt x="322898" y="38033"/>
                </a:lnTo>
                <a:lnTo>
                  <a:pt x="322898" y="57045"/>
                </a:lnTo>
                <a:lnTo>
                  <a:pt x="322898" y="76057"/>
                </a:lnTo>
                <a:lnTo>
                  <a:pt x="322898" y="95069"/>
                </a:lnTo>
                <a:lnTo>
                  <a:pt x="322898" y="114090"/>
                </a:lnTo>
                <a:lnTo>
                  <a:pt x="322898" y="133102"/>
                </a:lnTo>
                <a:lnTo>
                  <a:pt x="322898" y="152114"/>
                </a:lnTo>
                <a:lnTo>
                  <a:pt x="322898" y="171126"/>
                </a:lnTo>
                <a:lnTo>
                  <a:pt x="322898" y="190148"/>
                </a:lnTo>
                <a:lnTo>
                  <a:pt x="322898" y="209159"/>
                </a:lnTo>
                <a:lnTo>
                  <a:pt x="322898" y="228171"/>
                </a:lnTo>
                <a:lnTo>
                  <a:pt x="322898" y="247193"/>
                </a:lnTo>
                <a:lnTo>
                  <a:pt x="322898" y="266205"/>
                </a:lnTo>
                <a:lnTo>
                  <a:pt x="322898" y="285217"/>
                </a:lnTo>
                <a:lnTo>
                  <a:pt x="322898" y="304229"/>
                </a:lnTo>
                <a:lnTo>
                  <a:pt x="322898" y="323250"/>
                </a:lnTo>
                <a:lnTo>
                  <a:pt x="322898" y="342262"/>
                </a:lnTo>
                <a:lnTo>
                  <a:pt x="322898" y="361274"/>
                </a:lnTo>
                <a:lnTo>
                  <a:pt x="316011" y="375695"/>
                </a:lnTo>
                <a:lnTo>
                  <a:pt x="298456" y="383000"/>
                </a:lnTo>
                <a:lnTo>
                  <a:pt x="280902" y="390306"/>
                </a:lnTo>
                <a:lnTo>
                  <a:pt x="263347" y="397602"/>
                </a:lnTo>
                <a:lnTo>
                  <a:pt x="245793" y="404908"/>
                </a:lnTo>
                <a:lnTo>
                  <a:pt x="228238" y="412213"/>
                </a:lnTo>
                <a:lnTo>
                  <a:pt x="210674" y="419510"/>
                </a:lnTo>
                <a:lnTo>
                  <a:pt x="193119" y="426815"/>
                </a:lnTo>
                <a:lnTo>
                  <a:pt x="175565" y="434121"/>
                </a:lnTo>
                <a:lnTo>
                  <a:pt x="158010" y="441417"/>
                </a:lnTo>
                <a:lnTo>
                  <a:pt x="140456" y="448723"/>
                </a:lnTo>
                <a:lnTo>
                  <a:pt x="122892" y="456019"/>
                </a:lnTo>
                <a:lnTo>
                  <a:pt x="105337" y="463325"/>
                </a:lnTo>
                <a:lnTo>
                  <a:pt x="87782" y="470630"/>
                </a:lnTo>
                <a:lnTo>
                  <a:pt x="70228" y="477926"/>
                </a:lnTo>
                <a:lnTo>
                  <a:pt x="52673" y="485232"/>
                </a:lnTo>
                <a:lnTo>
                  <a:pt x="35109" y="492538"/>
                </a:lnTo>
                <a:lnTo>
                  <a:pt x="17555" y="499834"/>
                </a:lnTo>
                <a:lnTo>
                  <a:pt x="0" y="507140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480A2981-4B82-4F0A-B5D5-94971493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" y="4781550"/>
            <a:ext cx="2091119" cy="134303"/>
          </a:xfrm>
          <a:custGeom xmlns:a="http://schemas.openxmlformats.org/drawingml/2006/main">
            <a:pathLst>
              <a:path w="2091119" h="134303">
                <a:moveTo>
                  <a:pt x="0" y="134303"/>
                </a:moveTo>
                <a:lnTo>
                  <a:pt x="19021" y="134303"/>
                </a:lnTo>
                <a:lnTo>
                  <a:pt x="38043" y="134303"/>
                </a:lnTo>
                <a:lnTo>
                  <a:pt x="57064" y="134303"/>
                </a:lnTo>
                <a:lnTo>
                  <a:pt x="76086" y="134303"/>
                </a:lnTo>
                <a:lnTo>
                  <a:pt x="95117" y="134303"/>
                </a:lnTo>
                <a:lnTo>
                  <a:pt x="114138" y="134303"/>
                </a:lnTo>
                <a:lnTo>
                  <a:pt x="133160" y="134303"/>
                </a:lnTo>
                <a:lnTo>
                  <a:pt x="152181" y="134303"/>
                </a:lnTo>
                <a:lnTo>
                  <a:pt x="171202" y="134303"/>
                </a:lnTo>
                <a:lnTo>
                  <a:pt x="190224" y="134303"/>
                </a:lnTo>
                <a:lnTo>
                  <a:pt x="209245" y="134303"/>
                </a:lnTo>
                <a:lnTo>
                  <a:pt x="228267" y="134303"/>
                </a:lnTo>
                <a:lnTo>
                  <a:pt x="247288" y="134303"/>
                </a:lnTo>
                <a:lnTo>
                  <a:pt x="266309" y="134303"/>
                </a:lnTo>
                <a:lnTo>
                  <a:pt x="285340" y="134303"/>
                </a:lnTo>
                <a:lnTo>
                  <a:pt x="304362" y="134303"/>
                </a:lnTo>
                <a:lnTo>
                  <a:pt x="323383" y="134303"/>
                </a:lnTo>
                <a:lnTo>
                  <a:pt x="342405" y="134303"/>
                </a:lnTo>
                <a:lnTo>
                  <a:pt x="361426" y="134303"/>
                </a:lnTo>
                <a:lnTo>
                  <a:pt x="380448" y="134303"/>
                </a:lnTo>
                <a:lnTo>
                  <a:pt x="399469" y="134303"/>
                </a:lnTo>
                <a:lnTo>
                  <a:pt x="418490" y="134303"/>
                </a:lnTo>
                <a:lnTo>
                  <a:pt x="437512" y="134303"/>
                </a:lnTo>
                <a:lnTo>
                  <a:pt x="456543" y="134303"/>
                </a:lnTo>
                <a:lnTo>
                  <a:pt x="475564" y="134303"/>
                </a:lnTo>
                <a:lnTo>
                  <a:pt x="494586" y="134303"/>
                </a:lnTo>
                <a:lnTo>
                  <a:pt x="513607" y="134303"/>
                </a:lnTo>
                <a:lnTo>
                  <a:pt x="532628" y="134303"/>
                </a:lnTo>
                <a:lnTo>
                  <a:pt x="551650" y="134303"/>
                </a:lnTo>
                <a:lnTo>
                  <a:pt x="570671" y="134303"/>
                </a:lnTo>
                <a:lnTo>
                  <a:pt x="589693" y="134303"/>
                </a:lnTo>
                <a:lnTo>
                  <a:pt x="608714" y="134303"/>
                </a:lnTo>
                <a:lnTo>
                  <a:pt x="627736" y="134303"/>
                </a:lnTo>
                <a:lnTo>
                  <a:pt x="646767" y="134303"/>
                </a:lnTo>
                <a:lnTo>
                  <a:pt x="665788" y="134303"/>
                </a:lnTo>
                <a:lnTo>
                  <a:pt x="684809" y="134303"/>
                </a:lnTo>
                <a:lnTo>
                  <a:pt x="703831" y="134303"/>
                </a:lnTo>
                <a:lnTo>
                  <a:pt x="722852" y="134303"/>
                </a:lnTo>
                <a:lnTo>
                  <a:pt x="741874" y="134303"/>
                </a:lnTo>
                <a:lnTo>
                  <a:pt x="760895" y="134303"/>
                </a:lnTo>
                <a:lnTo>
                  <a:pt x="779917" y="134303"/>
                </a:lnTo>
                <a:lnTo>
                  <a:pt x="798938" y="134303"/>
                </a:lnTo>
                <a:lnTo>
                  <a:pt x="817969" y="134303"/>
                </a:lnTo>
                <a:lnTo>
                  <a:pt x="836990" y="134303"/>
                </a:lnTo>
                <a:lnTo>
                  <a:pt x="856012" y="134303"/>
                </a:lnTo>
                <a:lnTo>
                  <a:pt x="875033" y="134303"/>
                </a:lnTo>
                <a:lnTo>
                  <a:pt x="894055" y="134303"/>
                </a:lnTo>
                <a:lnTo>
                  <a:pt x="913076" y="134303"/>
                </a:lnTo>
                <a:lnTo>
                  <a:pt x="932097" y="134303"/>
                </a:lnTo>
                <a:lnTo>
                  <a:pt x="951119" y="134303"/>
                </a:lnTo>
                <a:lnTo>
                  <a:pt x="970140" y="134303"/>
                </a:lnTo>
                <a:lnTo>
                  <a:pt x="989162" y="134303"/>
                </a:lnTo>
                <a:lnTo>
                  <a:pt x="1008193" y="134303"/>
                </a:lnTo>
                <a:lnTo>
                  <a:pt x="1027214" y="134303"/>
                </a:lnTo>
                <a:lnTo>
                  <a:pt x="1046236" y="134303"/>
                </a:lnTo>
                <a:lnTo>
                  <a:pt x="1065257" y="134303"/>
                </a:lnTo>
                <a:lnTo>
                  <a:pt x="1084278" y="134303"/>
                </a:lnTo>
                <a:lnTo>
                  <a:pt x="1103300" y="134303"/>
                </a:lnTo>
                <a:lnTo>
                  <a:pt x="1122321" y="134303"/>
                </a:lnTo>
                <a:lnTo>
                  <a:pt x="1141343" y="134303"/>
                </a:lnTo>
                <a:lnTo>
                  <a:pt x="1160364" y="134303"/>
                </a:lnTo>
                <a:lnTo>
                  <a:pt x="1179395" y="134303"/>
                </a:lnTo>
                <a:lnTo>
                  <a:pt x="1198416" y="134303"/>
                </a:lnTo>
                <a:lnTo>
                  <a:pt x="1217438" y="134303"/>
                </a:lnTo>
                <a:lnTo>
                  <a:pt x="1236459" y="134303"/>
                </a:lnTo>
                <a:lnTo>
                  <a:pt x="1255481" y="134303"/>
                </a:lnTo>
                <a:lnTo>
                  <a:pt x="1274502" y="134303"/>
                </a:lnTo>
                <a:lnTo>
                  <a:pt x="1293524" y="134303"/>
                </a:lnTo>
                <a:lnTo>
                  <a:pt x="1312545" y="134303"/>
                </a:lnTo>
                <a:lnTo>
                  <a:pt x="1331566" y="134303"/>
                </a:lnTo>
                <a:lnTo>
                  <a:pt x="1350597" y="134303"/>
                </a:lnTo>
                <a:lnTo>
                  <a:pt x="1369619" y="134303"/>
                </a:lnTo>
                <a:lnTo>
                  <a:pt x="1388640" y="134303"/>
                </a:lnTo>
                <a:lnTo>
                  <a:pt x="1407662" y="134303"/>
                </a:lnTo>
                <a:lnTo>
                  <a:pt x="1426683" y="134303"/>
                </a:lnTo>
                <a:lnTo>
                  <a:pt x="1445705" y="134303"/>
                </a:lnTo>
                <a:lnTo>
                  <a:pt x="1464726" y="134303"/>
                </a:lnTo>
                <a:lnTo>
                  <a:pt x="1483747" y="134303"/>
                </a:lnTo>
                <a:lnTo>
                  <a:pt x="1502769" y="134303"/>
                </a:lnTo>
                <a:lnTo>
                  <a:pt x="1521790" y="134303"/>
                </a:lnTo>
                <a:lnTo>
                  <a:pt x="1540821" y="134303"/>
                </a:lnTo>
                <a:lnTo>
                  <a:pt x="1559843" y="134303"/>
                </a:lnTo>
                <a:lnTo>
                  <a:pt x="1578864" y="134303"/>
                </a:lnTo>
                <a:lnTo>
                  <a:pt x="1597885" y="134303"/>
                </a:lnTo>
                <a:lnTo>
                  <a:pt x="1616907" y="134303"/>
                </a:lnTo>
                <a:lnTo>
                  <a:pt x="1635928" y="134303"/>
                </a:lnTo>
                <a:lnTo>
                  <a:pt x="1654950" y="134303"/>
                </a:lnTo>
                <a:lnTo>
                  <a:pt x="1673971" y="134303"/>
                </a:lnTo>
                <a:lnTo>
                  <a:pt x="1692993" y="134303"/>
                </a:lnTo>
                <a:lnTo>
                  <a:pt x="1712014" y="134303"/>
                </a:lnTo>
                <a:lnTo>
                  <a:pt x="1731045" y="134303"/>
                </a:lnTo>
                <a:lnTo>
                  <a:pt x="1750066" y="134303"/>
                </a:lnTo>
                <a:lnTo>
                  <a:pt x="1769088" y="134303"/>
                </a:lnTo>
                <a:lnTo>
                  <a:pt x="1787061" y="129083"/>
                </a:lnTo>
                <a:lnTo>
                  <a:pt x="1804626" y="121777"/>
                </a:lnTo>
                <a:lnTo>
                  <a:pt x="1822190" y="114471"/>
                </a:lnTo>
                <a:lnTo>
                  <a:pt x="1839754" y="107166"/>
                </a:lnTo>
                <a:lnTo>
                  <a:pt x="1857318" y="99860"/>
                </a:lnTo>
                <a:lnTo>
                  <a:pt x="1874882" y="92554"/>
                </a:lnTo>
                <a:lnTo>
                  <a:pt x="1892446" y="85249"/>
                </a:lnTo>
                <a:lnTo>
                  <a:pt x="1910010" y="77943"/>
                </a:lnTo>
                <a:lnTo>
                  <a:pt x="1927574" y="70637"/>
                </a:lnTo>
                <a:lnTo>
                  <a:pt x="1945138" y="63332"/>
                </a:lnTo>
                <a:lnTo>
                  <a:pt x="1962702" y="56026"/>
                </a:lnTo>
                <a:lnTo>
                  <a:pt x="1980267" y="48720"/>
                </a:lnTo>
                <a:lnTo>
                  <a:pt x="1997831" y="41415"/>
                </a:lnTo>
                <a:lnTo>
                  <a:pt x="2015395" y="34109"/>
                </a:lnTo>
                <a:lnTo>
                  <a:pt x="2032959" y="26803"/>
                </a:lnTo>
                <a:lnTo>
                  <a:pt x="2050523" y="19498"/>
                </a:lnTo>
                <a:lnTo>
                  <a:pt x="2068087" y="12192"/>
                </a:lnTo>
                <a:lnTo>
                  <a:pt x="2085651" y="4886"/>
                </a:lnTo>
                <a:lnTo>
                  <a:pt x="2091119" y="0"/>
                </a:lnTo>
                <a:lnTo>
                  <a:pt x="2072088" y="0"/>
                </a:lnTo>
                <a:lnTo>
                  <a:pt x="2053066" y="0"/>
                </a:lnTo>
                <a:lnTo>
                  <a:pt x="2034045" y="0"/>
                </a:lnTo>
                <a:lnTo>
                  <a:pt x="2015023" y="0"/>
                </a:lnTo>
                <a:lnTo>
                  <a:pt x="1996002" y="0"/>
                </a:lnTo>
                <a:lnTo>
                  <a:pt x="1976980" y="0"/>
                </a:lnTo>
                <a:lnTo>
                  <a:pt x="1957959" y="0"/>
                </a:lnTo>
                <a:lnTo>
                  <a:pt x="1938938" y="0"/>
                </a:lnTo>
                <a:lnTo>
                  <a:pt x="1919916" y="0"/>
                </a:lnTo>
                <a:lnTo>
                  <a:pt x="1900895" y="0"/>
                </a:lnTo>
                <a:lnTo>
                  <a:pt x="1881864" y="0"/>
                </a:lnTo>
                <a:lnTo>
                  <a:pt x="1862842" y="0"/>
                </a:lnTo>
                <a:lnTo>
                  <a:pt x="1843821" y="0"/>
                </a:lnTo>
                <a:lnTo>
                  <a:pt x="1824800" y="0"/>
                </a:lnTo>
                <a:lnTo>
                  <a:pt x="1805778" y="0"/>
                </a:lnTo>
                <a:lnTo>
                  <a:pt x="1786757" y="0"/>
                </a:lnTo>
                <a:lnTo>
                  <a:pt x="1767735" y="0"/>
                </a:lnTo>
                <a:lnTo>
                  <a:pt x="1748714" y="0"/>
                </a:lnTo>
                <a:lnTo>
                  <a:pt x="1729692" y="0"/>
                </a:lnTo>
                <a:lnTo>
                  <a:pt x="1710661" y="0"/>
                </a:lnTo>
                <a:lnTo>
                  <a:pt x="1691640" y="0"/>
                </a:lnTo>
                <a:lnTo>
                  <a:pt x="1672619" y="0"/>
                </a:lnTo>
                <a:lnTo>
                  <a:pt x="1653597" y="0"/>
                </a:lnTo>
                <a:lnTo>
                  <a:pt x="1634576" y="0"/>
                </a:lnTo>
                <a:lnTo>
                  <a:pt x="1615554" y="0"/>
                </a:lnTo>
                <a:lnTo>
                  <a:pt x="1596533" y="0"/>
                </a:lnTo>
                <a:lnTo>
                  <a:pt x="1577511" y="0"/>
                </a:lnTo>
                <a:lnTo>
                  <a:pt x="1558490" y="0"/>
                </a:lnTo>
                <a:lnTo>
                  <a:pt x="1539469" y="0"/>
                </a:lnTo>
                <a:lnTo>
                  <a:pt x="1520438" y="0"/>
                </a:lnTo>
                <a:lnTo>
                  <a:pt x="1501416" y="0"/>
                </a:lnTo>
                <a:lnTo>
                  <a:pt x="1482395" y="0"/>
                </a:lnTo>
                <a:lnTo>
                  <a:pt x="1463373" y="0"/>
                </a:lnTo>
                <a:lnTo>
                  <a:pt x="1444352" y="0"/>
                </a:lnTo>
                <a:lnTo>
                  <a:pt x="1425331" y="0"/>
                </a:lnTo>
                <a:lnTo>
                  <a:pt x="1406309" y="0"/>
                </a:lnTo>
                <a:lnTo>
                  <a:pt x="1387288" y="0"/>
                </a:lnTo>
                <a:lnTo>
                  <a:pt x="1368266" y="0"/>
                </a:lnTo>
                <a:lnTo>
                  <a:pt x="1349235" y="0"/>
                </a:lnTo>
                <a:lnTo>
                  <a:pt x="1330214" y="0"/>
                </a:lnTo>
                <a:lnTo>
                  <a:pt x="1311192" y="0"/>
                </a:lnTo>
                <a:lnTo>
                  <a:pt x="1292171" y="0"/>
                </a:lnTo>
                <a:lnTo>
                  <a:pt x="1273150" y="0"/>
                </a:lnTo>
                <a:lnTo>
                  <a:pt x="1254128" y="0"/>
                </a:lnTo>
                <a:lnTo>
                  <a:pt x="1235107" y="0"/>
                </a:lnTo>
                <a:lnTo>
                  <a:pt x="1216085" y="0"/>
                </a:lnTo>
                <a:lnTo>
                  <a:pt x="1197064" y="0"/>
                </a:lnTo>
                <a:lnTo>
                  <a:pt x="1178042" y="0"/>
                </a:lnTo>
                <a:lnTo>
                  <a:pt x="1159012" y="0"/>
                </a:lnTo>
                <a:lnTo>
                  <a:pt x="1139990" y="0"/>
                </a:lnTo>
                <a:lnTo>
                  <a:pt x="1120969" y="0"/>
                </a:lnTo>
                <a:lnTo>
                  <a:pt x="1101947" y="0"/>
                </a:lnTo>
                <a:lnTo>
                  <a:pt x="1082926" y="0"/>
                </a:lnTo>
                <a:lnTo>
                  <a:pt x="1063904" y="0"/>
                </a:lnTo>
                <a:lnTo>
                  <a:pt x="1044883" y="0"/>
                </a:lnTo>
                <a:lnTo>
                  <a:pt x="1025862" y="0"/>
                </a:lnTo>
                <a:lnTo>
                  <a:pt x="1006840" y="0"/>
                </a:lnTo>
                <a:lnTo>
                  <a:pt x="987809" y="0"/>
                </a:lnTo>
                <a:lnTo>
                  <a:pt x="968788" y="0"/>
                </a:lnTo>
                <a:lnTo>
                  <a:pt x="949766" y="0"/>
                </a:lnTo>
                <a:lnTo>
                  <a:pt x="930745" y="0"/>
                </a:lnTo>
                <a:lnTo>
                  <a:pt x="911723" y="0"/>
                </a:lnTo>
                <a:lnTo>
                  <a:pt x="892702" y="0"/>
                </a:lnTo>
                <a:lnTo>
                  <a:pt x="873681" y="0"/>
                </a:lnTo>
                <a:lnTo>
                  <a:pt x="854659" y="0"/>
                </a:lnTo>
                <a:lnTo>
                  <a:pt x="835638" y="0"/>
                </a:lnTo>
                <a:lnTo>
                  <a:pt x="816607" y="0"/>
                </a:lnTo>
                <a:lnTo>
                  <a:pt x="797585" y="0"/>
                </a:lnTo>
                <a:lnTo>
                  <a:pt x="778564" y="0"/>
                </a:lnTo>
                <a:lnTo>
                  <a:pt x="759543" y="0"/>
                </a:lnTo>
                <a:lnTo>
                  <a:pt x="740521" y="0"/>
                </a:lnTo>
                <a:lnTo>
                  <a:pt x="721500" y="0"/>
                </a:lnTo>
                <a:lnTo>
                  <a:pt x="702478" y="0"/>
                </a:lnTo>
                <a:lnTo>
                  <a:pt x="683457" y="0"/>
                </a:lnTo>
                <a:lnTo>
                  <a:pt x="664435" y="0"/>
                </a:lnTo>
                <a:lnTo>
                  <a:pt x="645414" y="0"/>
                </a:lnTo>
                <a:lnTo>
                  <a:pt x="626383" y="0"/>
                </a:lnTo>
                <a:lnTo>
                  <a:pt x="607362" y="0"/>
                </a:lnTo>
                <a:lnTo>
                  <a:pt x="588340" y="0"/>
                </a:lnTo>
                <a:lnTo>
                  <a:pt x="569319" y="0"/>
                </a:lnTo>
                <a:lnTo>
                  <a:pt x="550297" y="0"/>
                </a:lnTo>
                <a:lnTo>
                  <a:pt x="531276" y="0"/>
                </a:lnTo>
                <a:lnTo>
                  <a:pt x="512255" y="0"/>
                </a:lnTo>
                <a:lnTo>
                  <a:pt x="493233" y="0"/>
                </a:lnTo>
                <a:lnTo>
                  <a:pt x="474212" y="0"/>
                </a:lnTo>
                <a:lnTo>
                  <a:pt x="455181" y="0"/>
                </a:lnTo>
                <a:lnTo>
                  <a:pt x="436159" y="0"/>
                </a:lnTo>
                <a:lnTo>
                  <a:pt x="417833" y="4534"/>
                </a:lnTo>
                <a:lnTo>
                  <a:pt x="399659" y="10182"/>
                </a:lnTo>
                <a:lnTo>
                  <a:pt x="381495" y="15821"/>
                </a:lnTo>
                <a:lnTo>
                  <a:pt x="363331" y="21460"/>
                </a:lnTo>
                <a:lnTo>
                  <a:pt x="345167" y="27108"/>
                </a:lnTo>
                <a:lnTo>
                  <a:pt x="326993" y="32747"/>
                </a:lnTo>
                <a:lnTo>
                  <a:pt x="308829" y="38386"/>
                </a:lnTo>
                <a:lnTo>
                  <a:pt x="290665" y="44034"/>
                </a:lnTo>
                <a:lnTo>
                  <a:pt x="272501" y="49673"/>
                </a:lnTo>
                <a:lnTo>
                  <a:pt x="254327" y="55312"/>
                </a:lnTo>
                <a:lnTo>
                  <a:pt x="236163" y="60960"/>
                </a:lnTo>
                <a:lnTo>
                  <a:pt x="217999" y="66599"/>
                </a:lnTo>
                <a:lnTo>
                  <a:pt x="199835" y="72238"/>
                </a:lnTo>
                <a:lnTo>
                  <a:pt x="181661" y="77886"/>
                </a:lnTo>
                <a:lnTo>
                  <a:pt x="163497" y="83525"/>
                </a:lnTo>
                <a:lnTo>
                  <a:pt x="145332" y="89164"/>
                </a:lnTo>
                <a:lnTo>
                  <a:pt x="127168" y="94812"/>
                </a:lnTo>
                <a:lnTo>
                  <a:pt x="108995" y="100451"/>
                </a:lnTo>
                <a:lnTo>
                  <a:pt x="90830" y="106089"/>
                </a:lnTo>
                <a:lnTo>
                  <a:pt x="72666" y="111738"/>
                </a:lnTo>
                <a:lnTo>
                  <a:pt x="54502" y="117377"/>
                </a:lnTo>
                <a:lnTo>
                  <a:pt x="36328" y="123015"/>
                </a:lnTo>
                <a:lnTo>
                  <a:pt x="18164" y="128664"/>
                </a:lnTo>
                <a:lnTo>
                  <a:pt x="0" y="13430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359AECA8-F2DE-4F3E-852C-DFCE69B9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873" y="4781550"/>
            <a:ext cx="1962150" cy="134303"/>
          </a:xfrm>
          <a:custGeom xmlns:a="http://schemas.openxmlformats.org/drawingml/2006/main">
            <a:pathLst>
              <a:path w="1962150" h="134303">
                <a:moveTo>
                  <a:pt x="0" y="134303"/>
                </a:moveTo>
                <a:lnTo>
                  <a:pt x="18936" y="134303"/>
                </a:lnTo>
                <a:lnTo>
                  <a:pt x="37881" y="134303"/>
                </a:lnTo>
                <a:lnTo>
                  <a:pt x="56817" y="134303"/>
                </a:lnTo>
                <a:lnTo>
                  <a:pt x="75752" y="134303"/>
                </a:lnTo>
                <a:lnTo>
                  <a:pt x="94698" y="134303"/>
                </a:lnTo>
                <a:lnTo>
                  <a:pt x="113633" y="134303"/>
                </a:lnTo>
                <a:lnTo>
                  <a:pt x="132578" y="134303"/>
                </a:lnTo>
                <a:lnTo>
                  <a:pt x="151514" y="134303"/>
                </a:lnTo>
                <a:lnTo>
                  <a:pt x="170450" y="134303"/>
                </a:lnTo>
                <a:lnTo>
                  <a:pt x="189395" y="134303"/>
                </a:lnTo>
                <a:lnTo>
                  <a:pt x="208331" y="134303"/>
                </a:lnTo>
                <a:lnTo>
                  <a:pt x="227267" y="134303"/>
                </a:lnTo>
                <a:lnTo>
                  <a:pt x="246212" y="134303"/>
                </a:lnTo>
                <a:lnTo>
                  <a:pt x="265147" y="134303"/>
                </a:lnTo>
                <a:lnTo>
                  <a:pt x="284083" y="134303"/>
                </a:lnTo>
                <a:lnTo>
                  <a:pt x="303028" y="134303"/>
                </a:lnTo>
                <a:lnTo>
                  <a:pt x="321964" y="134303"/>
                </a:lnTo>
                <a:lnTo>
                  <a:pt x="340900" y="134303"/>
                </a:lnTo>
                <a:lnTo>
                  <a:pt x="359845" y="134303"/>
                </a:lnTo>
                <a:lnTo>
                  <a:pt x="378781" y="134303"/>
                </a:lnTo>
                <a:lnTo>
                  <a:pt x="397726" y="134303"/>
                </a:lnTo>
                <a:lnTo>
                  <a:pt x="416662" y="134303"/>
                </a:lnTo>
                <a:lnTo>
                  <a:pt x="435597" y="134303"/>
                </a:lnTo>
                <a:lnTo>
                  <a:pt x="454543" y="134303"/>
                </a:lnTo>
                <a:lnTo>
                  <a:pt x="473478" y="134303"/>
                </a:lnTo>
                <a:lnTo>
                  <a:pt x="492414" y="134303"/>
                </a:lnTo>
                <a:lnTo>
                  <a:pt x="511359" y="134303"/>
                </a:lnTo>
                <a:lnTo>
                  <a:pt x="530295" y="134303"/>
                </a:lnTo>
                <a:lnTo>
                  <a:pt x="549231" y="134303"/>
                </a:lnTo>
                <a:lnTo>
                  <a:pt x="568176" y="134303"/>
                </a:lnTo>
                <a:lnTo>
                  <a:pt x="587111" y="134303"/>
                </a:lnTo>
                <a:lnTo>
                  <a:pt x="606047" y="134303"/>
                </a:lnTo>
                <a:lnTo>
                  <a:pt x="624992" y="134303"/>
                </a:lnTo>
                <a:lnTo>
                  <a:pt x="643928" y="134303"/>
                </a:lnTo>
                <a:lnTo>
                  <a:pt x="662873" y="134303"/>
                </a:lnTo>
                <a:lnTo>
                  <a:pt x="681809" y="134303"/>
                </a:lnTo>
                <a:lnTo>
                  <a:pt x="700745" y="134303"/>
                </a:lnTo>
                <a:lnTo>
                  <a:pt x="719690" y="134303"/>
                </a:lnTo>
                <a:lnTo>
                  <a:pt x="738626" y="134303"/>
                </a:lnTo>
                <a:lnTo>
                  <a:pt x="757561" y="134303"/>
                </a:lnTo>
                <a:lnTo>
                  <a:pt x="776507" y="134303"/>
                </a:lnTo>
                <a:lnTo>
                  <a:pt x="795442" y="134303"/>
                </a:lnTo>
                <a:lnTo>
                  <a:pt x="814378" y="134303"/>
                </a:lnTo>
                <a:lnTo>
                  <a:pt x="833323" y="134303"/>
                </a:lnTo>
                <a:lnTo>
                  <a:pt x="852259" y="134303"/>
                </a:lnTo>
                <a:lnTo>
                  <a:pt x="871195" y="134303"/>
                </a:lnTo>
                <a:lnTo>
                  <a:pt x="890140" y="134303"/>
                </a:lnTo>
                <a:lnTo>
                  <a:pt x="909076" y="134303"/>
                </a:lnTo>
                <a:lnTo>
                  <a:pt x="928021" y="134303"/>
                </a:lnTo>
                <a:lnTo>
                  <a:pt x="946956" y="134303"/>
                </a:lnTo>
                <a:lnTo>
                  <a:pt x="965892" y="134303"/>
                </a:lnTo>
                <a:lnTo>
                  <a:pt x="984837" y="134303"/>
                </a:lnTo>
                <a:lnTo>
                  <a:pt x="1003773" y="134303"/>
                </a:lnTo>
                <a:lnTo>
                  <a:pt x="1022709" y="134303"/>
                </a:lnTo>
                <a:lnTo>
                  <a:pt x="1041654" y="134303"/>
                </a:lnTo>
                <a:lnTo>
                  <a:pt x="1060590" y="134303"/>
                </a:lnTo>
                <a:lnTo>
                  <a:pt x="1079525" y="134303"/>
                </a:lnTo>
                <a:lnTo>
                  <a:pt x="1098471" y="134303"/>
                </a:lnTo>
                <a:lnTo>
                  <a:pt x="1117406" y="134303"/>
                </a:lnTo>
                <a:lnTo>
                  <a:pt x="1136342" y="134303"/>
                </a:lnTo>
                <a:lnTo>
                  <a:pt x="1155287" y="134303"/>
                </a:lnTo>
                <a:lnTo>
                  <a:pt x="1174223" y="134303"/>
                </a:lnTo>
                <a:lnTo>
                  <a:pt x="1193168" y="134303"/>
                </a:lnTo>
                <a:lnTo>
                  <a:pt x="1212104" y="134303"/>
                </a:lnTo>
                <a:lnTo>
                  <a:pt x="1231040" y="134303"/>
                </a:lnTo>
                <a:lnTo>
                  <a:pt x="1249985" y="134303"/>
                </a:lnTo>
                <a:lnTo>
                  <a:pt x="1268921" y="134303"/>
                </a:lnTo>
                <a:lnTo>
                  <a:pt x="1287856" y="134303"/>
                </a:lnTo>
                <a:lnTo>
                  <a:pt x="1306801" y="134303"/>
                </a:lnTo>
                <a:lnTo>
                  <a:pt x="1325737" y="134303"/>
                </a:lnTo>
                <a:lnTo>
                  <a:pt x="1344673" y="134303"/>
                </a:lnTo>
                <a:lnTo>
                  <a:pt x="1363618" y="134303"/>
                </a:lnTo>
                <a:lnTo>
                  <a:pt x="1382554" y="134303"/>
                </a:lnTo>
                <a:lnTo>
                  <a:pt x="1401489" y="134303"/>
                </a:lnTo>
                <a:lnTo>
                  <a:pt x="1420435" y="134303"/>
                </a:lnTo>
                <a:lnTo>
                  <a:pt x="1439370" y="134303"/>
                </a:lnTo>
                <a:lnTo>
                  <a:pt x="1458316" y="134303"/>
                </a:lnTo>
                <a:lnTo>
                  <a:pt x="1477251" y="134303"/>
                </a:lnTo>
                <a:lnTo>
                  <a:pt x="1496187" y="134303"/>
                </a:lnTo>
                <a:lnTo>
                  <a:pt x="1515132" y="134303"/>
                </a:lnTo>
                <a:lnTo>
                  <a:pt x="1534068" y="134303"/>
                </a:lnTo>
                <a:lnTo>
                  <a:pt x="1553004" y="134303"/>
                </a:lnTo>
                <a:lnTo>
                  <a:pt x="1571949" y="134303"/>
                </a:lnTo>
                <a:lnTo>
                  <a:pt x="1590885" y="134303"/>
                </a:lnTo>
                <a:lnTo>
                  <a:pt x="1609820" y="134303"/>
                </a:lnTo>
                <a:lnTo>
                  <a:pt x="1628765" y="134303"/>
                </a:lnTo>
                <a:lnTo>
                  <a:pt x="1646711" y="129292"/>
                </a:lnTo>
                <a:lnTo>
                  <a:pt x="1664237" y="122111"/>
                </a:lnTo>
                <a:lnTo>
                  <a:pt x="1681763" y="114929"/>
                </a:lnTo>
                <a:lnTo>
                  <a:pt x="1699289" y="107747"/>
                </a:lnTo>
                <a:lnTo>
                  <a:pt x="1716815" y="100555"/>
                </a:lnTo>
                <a:lnTo>
                  <a:pt x="1734341" y="93374"/>
                </a:lnTo>
                <a:lnTo>
                  <a:pt x="1751857" y="86192"/>
                </a:lnTo>
                <a:lnTo>
                  <a:pt x="1769383" y="79010"/>
                </a:lnTo>
                <a:lnTo>
                  <a:pt x="1786909" y="71828"/>
                </a:lnTo>
                <a:lnTo>
                  <a:pt x="1804435" y="64646"/>
                </a:lnTo>
                <a:lnTo>
                  <a:pt x="1821961" y="57464"/>
                </a:lnTo>
                <a:lnTo>
                  <a:pt x="1839478" y="50282"/>
                </a:lnTo>
                <a:lnTo>
                  <a:pt x="1857004" y="43101"/>
                </a:lnTo>
                <a:lnTo>
                  <a:pt x="1874530" y="35919"/>
                </a:lnTo>
                <a:lnTo>
                  <a:pt x="1892056" y="28727"/>
                </a:lnTo>
                <a:lnTo>
                  <a:pt x="1909582" y="21546"/>
                </a:lnTo>
                <a:lnTo>
                  <a:pt x="1927098" y="14364"/>
                </a:lnTo>
                <a:lnTo>
                  <a:pt x="1944624" y="7182"/>
                </a:lnTo>
                <a:lnTo>
                  <a:pt x="1962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1E2252A0-42D5-4D64-835C-8F3B897E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498" y="4781550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52116AF8-4D6E-439D-9090-9410C9F9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4036514"/>
            <a:ext cx="213360" cy="480241"/>
          </a:xfrm>
          <a:custGeom xmlns:a="http://schemas.openxmlformats.org/drawingml/2006/main">
            <a:pathLst>
              <a:path w="213360" h="480241">
                <a:moveTo>
                  <a:pt x="0" y="480241"/>
                </a:moveTo>
                <a:lnTo>
                  <a:pt x="0" y="461439"/>
                </a:lnTo>
                <a:lnTo>
                  <a:pt x="0" y="442636"/>
                </a:lnTo>
                <a:lnTo>
                  <a:pt x="0" y="423834"/>
                </a:lnTo>
                <a:lnTo>
                  <a:pt x="0" y="405032"/>
                </a:lnTo>
                <a:lnTo>
                  <a:pt x="0" y="386229"/>
                </a:lnTo>
                <a:lnTo>
                  <a:pt x="0" y="367427"/>
                </a:lnTo>
                <a:lnTo>
                  <a:pt x="0" y="348625"/>
                </a:lnTo>
                <a:lnTo>
                  <a:pt x="0" y="329822"/>
                </a:lnTo>
                <a:lnTo>
                  <a:pt x="0" y="311020"/>
                </a:lnTo>
                <a:lnTo>
                  <a:pt x="0" y="292217"/>
                </a:lnTo>
                <a:lnTo>
                  <a:pt x="0" y="273415"/>
                </a:lnTo>
                <a:lnTo>
                  <a:pt x="0" y="254613"/>
                </a:lnTo>
                <a:lnTo>
                  <a:pt x="0" y="235810"/>
                </a:lnTo>
                <a:lnTo>
                  <a:pt x="0" y="217008"/>
                </a:lnTo>
                <a:lnTo>
                  <a:pt x="0" y="198206"/>
                </a:lnTo>
                <a:lnTo>
                  <a:pt x="0" y="179403"/>
                </a:lnTo>
                <a:lnTo>
                  <a:pt x="0" y="160601"/>
                </a:lnTo>
                <a:lnTo>
                  <a:pt x="0" y="141799"/>
                </a:lnTo>
                <a:lnTo>
                  <a:pt x="0" y="122996"/>
                </a:lnTo>
                <a:lnTo>
                  <a:pt x="0" y="104194"/>
                </a:lnTo>
                <a:lnTo>
                  <a:pt x="0" y="85392"/>
                </a:lnTo>
                <a:lnTo>
                  <a:pt x="14411" y="76371"/>
                </a:lnTo>
                <a:lnTo>
                  <a:pt x="31880" y="69428"/>
                </a:lnTo>
                <a:lnTo>
                  <a:pt x="49359" y="62484"/>
                </a:lnTo>
                <a:lnTo>
                  <a:pt x="66827" y="55540"/>
                </a:lnTo>
                <a:lnTo>
                  <a:pt x="84306" y="48597"/>
                </a:lnTo>
                <a:lnTo>
                  <a:pt x="101775" y="41653"/>
                </a:lnTo>
                <a:lnTo>
                  <a:pt x="119253" y="34709"/>
                </a:lnTo>
                <a:lnTo>
                  <a:pt x="136722" y="27775"/>
                </a:lnTo>
                <a:lnTo>
                  <a:pt x="154191" y="20831"/>
                </a:lnTo>
                <a:lnTo>
                  <a:pt x="171669" y="13887"/>
                </a:lnTo>
                <a:lnTo>
                  <a:pt x="189138" y="6944"/>
                </a:lnTo>
                <a:lnTo>
                  <a:pt x="206616" y="0"/>
                </a:lnTo>
                <a:lnTo>
                  <a:pt x="213360" y="8868"/>
                </a:lnTo>
                <a:lnTo>
                  <a:pt x="213360" y="27670"/>
                </a:lnTo>
                <a:lnTo>
                  <a:pt x="213360" y="46472"/>
                </a:lnTo>
                <a:lnTo>
                  <a:pt x="213360" y="65275"/>
                </a:lnTo>
                <a:lnTo>
                  <a:pt x="213360" y="84077"/>
                </a:lnTo>
                <a:lnTo>
                  <a:pt x="213360" y="102880"/>
                </a:lnTo>
                <a:lnTo>
                  <a:pt x="213360" y="121682"/>
                </a:lnTo>
                <a:lnTo>
                  <a:pt x="213360" y="140484"/>
                </a:lnTo>
                <a:lnTo>
                  <a:pt x="213360" y="159287"/>
                </a:lnTo>
                <a:lnTo>
                  <a:pt x="213360" y="178089"/>
                </a:lnTo>
                <a:lnTo>
                  <a:pt x="213360" y="196891"/>
                </a:lnTo>
                <a:lnTo>
                  <a:pt x="213360" y="215694"/>
                </a:lnTo>
                <a:lnTo>
                  <a:pt x="213360" y="234496"/>
                </a:lnTo>
                <a:lnTo>
                  <a:pt x="213360" y="253298"/>
                </a:lnTo>
                <a:lnTo>
                  <a:pt x="213360" y="272101"/>
                </a:lnTo>
                <a:lnTo>
                  <a:pt x="213360" y="290903"/>
                </a:lnTo>
                <a:lnTo>
                  <a:pt x="213360" y="309705"/>
                </a:lnTo>
                <a:lnTo>
                  <a:pt x="213360" y="328508"/>
                </a:lnTo>
                <a:lnTo>
                  <a:pt x="213360" y="347301"/>
                </a:lnTo>
                <a:lnTo>
                  <a:pt x="213360" y="366103"/>
                </a:lnTo>
                <a:lnTo>
                  <a:pt x="200720" y="377190"/>
                </a:lnTo>
                <a:lnTo>
                  <a:pt x="183994" y="385782"/>
                </a:lnTo>
                <a:lnTo>
                  <a:pt x="167269" y="394364"/>
                </a:lnTo>
                <a:lnTo>
                  <a:pt x="150543" y="402955"/>
                </a:lnTo>
                <a:lnTo>
                  <a:pt x="133817" y="411537"/>
                </a:lnTo>
                <a:lnTo>
                  <a:pt x="117091" y="420129"/>
                </a:lnTo>
                <a:lnTo>
                  <a:pt x="100355" y="428711"/>
                </a:lnTo>
                <a:lnTo>
                  <a:pt x="83630" y="437302"/>
                </a:lnTo>
                <a:lnTo>
                  <a:pt x="66904" y="445884"/>
                </a:lnTo>
                <a:lnTo>
                  <a:pt x="50178" y="454476"/>
                </a:lnTo>
                <a:lnTo>
                  <a:pt x="33452" y="463067"/>
                </a:lnTo>
                <a:lnTo>
                  <a:pt x="16726" y="471649"/>
                </a:lnTo>
                <a:lnTo>
                  <a:pt x="0" y="480241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4A5E308A-FC13-41B8-9181-4D4158CD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9848" y="4407218"/>
            <a:ext cx="1984134" cy="109538"/>
          </a:xfrm>
          <a:custGeom xmlns:a="http://schemas.openxmlformats.org/drawingml/2006/main">
            <a:pathLst>
              <a:path w="1984134" h="109538">
                <a:moveTo>
                  <a:pt x="0" y="109538"/>
                </a:moveTo>
                <a:lnTo>
                  <a:pt x="18964" y="109538"/>
                </a:lnTo>
                <a:lnTo>
                  <a:pt x="37929" y="109538"/>
                </a:lnTo>
                <a:lnTo>
                  <a:pt x="56893" y="109538"/>
                </a:lnTo>
                <a:lnTo>
                  <a:pt x="75857" y="109538"/>
                </a:lnTo>
                <a:lnTo>
                  <a:pt x="94821" y="109538"/>
                </a:lnTo>
                <a:lnTo>
                  <a:pt x="113786" y="109538"/>
                </a:lnTo>
                <a:lnTo>
                  <a:pt x="132750" y="109538"/>
                </a:lnTo>
                <a:lnTo>
                  <a:pt x="151705" y="109538"/>
                </a:lnTo>
                <a:lnTo>
                  <a:pt x="170669" y="109538"/>
                </a:lnTo>
                <a:lnTo>
                  <a:pt x="189633" y="109538"/>
                </a:lnTo>
                <a:lnTo>
                  <a:pt x="208598" y="109538"/>
                </a:lnTo>
                <a:lnTo>
                  <a:pt x="227562" y="109538"/>
                </a:lnTo>
                <a:lnTo>
                  <a:pt x="246526" y="109538"/>
                </a:lnTo>
                <a:lnTo>
                  <a:pt x="265490" y="109538"/>
                </a:lnTo>
                <a:lnTo>
                  <a:pt x="284455" y="109538"/>
                </a:lnTo>
                <a:lnTo>
                  <a:pt x="303419" y="109538"/>
                </a:lnTo>
                <a:lnTo>
                  <a:pt x="322383" y="109538"/>
                </a:lnTo>
                <a:lnTo>
                  <a:pt x="341347" y="109538"/>
                </a:lnTo>
                <a:lnTo>
                  <a:pt x="360312" y="109538"/>
                </a:lnTo>
                <a:lnTo>
                  <a:pt x="379276" y="109538"/>
                </a:lnTo>
                <a:lnTo>
                  <a:pt x="398240" y="109538"/>
                </a:lnTo>
                <a:lnTo>
                  <a:pt x="417195" y="109538"/>
                </a:lnTo>
                <a:lnTo>
                  <a:pt x="436159" y="109538"/>
                </a:lnTo>
                <a:lnTo>
                  <a:pt x="455124" y="109538"/>
                </a:lnTo>
                <a:lnTo>
                  <a:pt x="474088" y="109538"/>
                </a:lnTo>
                <a:lnTo>
                  <a:pt x="493052" y="109538"/>
                </a:lnTo>
                <a:lnTo>
                  <a:pt x="512016" y="109538"/>
                </a:lnTo>
                <a:lnTo>
                  <a:pt x="530981" y="109538"/>
                </a:lnTo>
                <a:lnTo>
                  <a:pt x="549945" y="109538"/>
                </a:lnTo>
                <a:lnTo>
                  <a:pt x="568909" y="109538"/>
                </a:lnTo>
                <a:lnTo>
                  <a:pt x="587873" y="109538"/>
                </a:lnTo>
                <a:lnTo>
                  <a:pt x="606838" y="109538"/>
                </a:lnTo>
                <a:lnTo>
                  <a:pt x="625802" y="109538"/>
                </a:lnTo>
                <a:lnTo>
                  <a:pt x="644766" y="109538"/>
                </a:lnTo>
                <a:lnTo>
                  <a:pt x="663731" y="109538"/>
                </a:lnTo>
                <a:lnTo>
                  <a:pt x="682685" y="109538"/>
                </a:lnTo>
                <a:lnTo>
                  <a:pt x="701650" y="109538"/>
                </a:lnTo>
                <a:lnTo>
                  <a:pt x="720614" y="109538"/>
                </a:lnTo>
                <a:lnTo>
                  <a:pt x="739578" y="109538"/>
                </a:lnTo>
                <a:lnTo>
                  <a:pt x="758542" y="109538"/>
                </a:lnTo>
                <a:lnTo>
                  <a:pt x="777507" y="109538"/>
                </a:lnTo>
                <a:lnTo>
                  <a:pt x="796471" y="109538"/>
                </a:lnTo>
                <a:lnTo>
                  <a:pt x="815435" y="109538"/>
                </a:lnTo>
                <a:lnTo>
                  <a:pt x="834400" y="109538"/>
                </a:lnTo>
                <a:lnTo>
                  <a:pt x="853364" y="109538"/>
                </a:lnTo>
                <a:lnTo>
                  <a:pt x="872328" y="109538"/>
                </a:lnTo>
                <a:lnTo>
                  <a:pt x="891292" y="109538"/>
                </a:lnTo>
                <a:lnTo>
                  <a:pt x="910257" y="109538"/>
                </a:lnTo>
                <a:lnTo>
                  <a:pt x="929221" y="109538"/>
                </a:lnTo>
                <a:lnTo>
                  <a:pt x="948176" y="109538"/>
                </a:lnTo>
                <a:lnTo>
                  <a:pt x="967140" y="109538"/>
                </a:lnTo>
                <a:lnTo>
                  <a:pt x="986104" y="109538"/>
                </a:lnTo>
                <a:lnTo>
                  <a:pt x="1005068" y="109538"/>
                </a:lnTo>
                <a:lnTo>
                  <a:pt x="1024033" y="109538"/>
                </a:lnTo>
                <a:lnTo>
                  <a:pt x="1042997" y="109538"/>
                </a:lnTo>
                <a:lnTo>
                  <a:pt x="1061961" y="109538"/>
                </a:lnTo>
                <a:lnTo>
                  <a:pt x="1080926" y="109538"/>
                </a:lnTo>
                <a:lnTo>
                  <a:pt x="1099890" y="109538"/>
                </a:lnTo>
                <a:lnTo>
                  <a:pt x="1118854" y="109538"/>
                </a:lnTo>
                <a:lnTo>
                  <a:pt x="1137818" y="109538"/>
                </a:lnTo>
                <a:lnTo>
                  <a:pt x="1156783" y="109538"/>
                </a:lnTo>
                <a:lnTo>
                  <a:pt x="1175747" y="109538"/>
                </a:lnTo>
                <a:lnTo>
                  <a:pt x="1194711" y="109538"/>
                </a:lnTo>
                <a:lnTo>
                  <a:pt x="1213666" y="109538"/>
                </a:lnTo>
                <a:lnTo>
                  <a:pt x="1232630" y="109538"/>
                </a:lnTo>
                <a:lnTo>
                  <a:pt x="1251595" y="109538"/>
                </a:lnTo>
                <a:lnTo>
                  <a:pt x="1270559" y="109538"/>
                </a:lnTo>
                <a:lnTo>
                  <a:pt x="1289523" y="109538"/>
                </a:lnTo>
                <a:lnTo>
                  <a:pt x="1308487" y="109538"/>
                </a:lnTo>
                <a:lnTo>
                  <a:pt x="1327452" y="109538"/>
                </a:lnTo>
                <a:lnTo>
                  <a:pt x="1346416" y="109538"/>
                </a:lnTo>
                <a:lnTo>
                  <a:pt x="1365380" y="109538"/>
                </a:lnTo>
                <a:lnTo>
                  <a:pt x="1384344" y="109538"/>
                </a:lnTo>
                <a:lnTo>
                  <a:pt x="1403309" y="109538"/>
                </a:lnTo>
                <a:lnTo>
                  <a:pt x="1422273" y="109538"/>
                </a:lnTo>
                <a:lnTo>
                  <a:pt x="1441237" y="109538"/>
                </a:lnTo>
                <a:lnTo>
                  <a:pt x="1460202" y="109538"/>
                </a:lnTo>
                <a:lnTo>
                  <a:pt x="1479166" y="109538"/>
                </a:lnTo>
                <a:lnTo>
                  <a:pt x="1498121" y="109538"/>
                </a:lnTo>
                <a:lnTo>
                  <a:pt x="1517085" y="109538"/>
                </a:lnTo>
                <a:lnTo>
                  <a:pt x="1536049" y="109538"/>
                </a:lnTo>
                <a:lnTo>
                  <a:pt x="1555013" y="109538"/>
                </a:lnTo>
                <a:lnTo>
                  <a:pt x="1573978" y="109538"/>
                </a:lnTo>
                <a:lnTo>
                  <a:pt x="1592942" y="109538"/>
                </a:lnTo>
                <a:lnTo>
                  <a:pt x="1611906" y="109538"/>
                </a:lnTo>
                <a:lnTo>
                  <a:pt x="1630871" y="109538"/>
                </a:lnTo>
                <a:lnTo>
                  <a:pt x="1649835" y="109538"/>
                </a:lnTo>
                <a:lnTo>
                  <a:pt x="1668799" y="109538"/>
                </a:lnTo>
                <a:lnTo>
                  <a:pt x="1687763" y="109538"/>
                </a:lnTo>
                <a:lnTo>
                  <a:pt x="1706728" y="109538"/>
                </a:lnTo>
                <a:lnTo>
                  <a:pt x="1725692" y="109538"/>
                </a:lnTo>
                <a:lnTo>
                  <a:pt x="1744647" y="109538"/>
                </a:lnTo>
                <a:lnTo>
                  <a:pt x="1763611" y="109538"/>
                </a:lnTo>
                <a:lnTo>
                  <a:pt x="1781689" y="105851"/>
                </a:lnTo>
                <a:lnTo>
                  <a:pt x="1798558" y="97193"/>
                </a:lnTo>
                <a:lnTo>
                  <a:pt x="1815427" y="88525"/>
                </a:lnTo>
                <a:lnTo>
                  <a:pt x="1832296" y="79867"/>
                </a:lnTo>
                <a:lnTo>
                  <a:pt x="1849164" y="71209"/>
                </a:lnTo>
                <a:lnTo>
                  <a:pt x="1866043" y="62541"/>
                </a:lnTo>
                <a:lnTo>
                  <a:pt x="1882912" y="53883"/>
                </a:lnTo>
                <a:lnTo>
                  <a:pt x="1899780" y="45225"/>
                </a:lnTo>
                <a:lnTo>
                  <a:pt x="1916649" y="36566"/>
                </a:lnTo>
                <a:lnTo>
                  <a:pt x="1933518" y="27899"/>
                </a:lnTo>
                <a:lnTo>
                  <a:pt x="1950387" y="19241"/>
                </a:lnTo>
                <a:lnTo>
                  <a:pt x="1967255" y="10582"/>
                </a:lnTo>
                <a:lnTo>
                  <a:pt x="1984134" y="1915"/>
                </a:lnTo>
                <a:lnTo>
                  <a:pt x="1973104" y="0"/>
                </a:lnTo>
                <a:lnTo>
                  <a:pt x="1954139" y="0"/>
                </a:lnTo>
                <a:lnTo>
                  <a:pt x="1935175" y="0"/>
                </a:lnTo>
                <a:lnTo>
                  <a:pt x="1916211" y="0"/>
                </a:lnTo>
                <a:lnTo>
                  <a:pt x="1897247" y="0"/>
                </a:lnTo>
                <a:lnTo>
                  <a:pt x="1878282" y="0"/>
                </a:lnTo>
                <a:lnTo>
                  <a:pt x="1859328" y="0"/>
                </a:lnTo>
                <a:lnTo>
                  <a:pt x="1840363" y="0"/>
                </a:lnTo>
                <a:lnTo>
                  <a:pt x="1821399" y="0"/>
                </a:lnTo>
                <a:lnTo>
                  <a:pt x="1802435" y="0"/>
                </a:lnTo>
                <a:lnTo>
                  <a:pt x="1783471" y="0"/>
                </a:lnTo>
                <a:lnTo>
                  <a:pt x="1764506" y="0"/>
                </a:lnTo>
                <a:lnTo>
                  <a:pt x="1745542" y="0"/>
                </a:lnTo>
                <a:lnTo>
                  <a:pt x="1726578" y="0"/>
                </a:lnTo>
                <a:lnTo>
                  <a:pt x="1707613" y="0"/>
                </a:lnTo>
                <a:lnTo>
                  <a:pt x="1688649" y="0"/>
                </a:lnTo>
                <a:lnTo>
                  <a:pt x="1669685" y="0"/>
                </a:lnTo>
                <a:lnTo>
                  <a:pt x="1650721" y="0"/>
                </a:lnTo>
                <a:lnTo>
                  <a:pt x="1631756" y="0"/>
                </a:lnTo>
                <a:lnTo>
                  <a:pt x="1612792" y="0"/>
                </a:lnTo>
                <a:lnTo>
                  <a:pt x="1593837" y="0"/>
                </a:lnTo>
                <a:lnTo>
                  <a:pt x="1574873" y="0"/>
                </a:lnTo>
                <a:lnTo>
                  <a:pt x="1555909" y="0"/>
                </a:lnTo>
                <a:lnTo>
                  <a:pt x="1536944" y="0"/>
                </a:lnTo>
                <a:lnTo>
                  <a:pt x="1517980" y="0"/>
                </a:lnTo>
                <a:lnTo>
                  <a:pt x="1499016" y="0"/>
                </a:lnTo>
                <a:lnTo>
                  <a:pt x="1480052" y="0"/>
                </a:lnTo>
                <a:lnTo>
                  <a:pt x="1461087" y="0"/>
                </a:lnTo>
                <a:lnTo>
                  <a:pt x="1442123" y="0"/>
                </a:lnTo>
                <a:lnTo>
                  <a:pt x="1423159" y="0"/>
                </a:lnTo>
                <a:lnTo>
                  <a:pt x="1404195" y="0"/>
                </a:lnTo>
                <a:lnTo>
                  <a:pt x="1385230" y="0"/>
                </a:lnTo>
                <a:lnTo>
                  <a:pt x="1366266" y="0"/>
                </a:lnTo>
                <a:lnTo>
                  <a:pt x="1347302" y="0"/>
                </a:lnTo>
                <a:lnTo>
                  <a:pt x="1328347" y="0"/>
                </a:lnTo>
                <a:lnTo>
                  <a:pt x="1309383" y="0"/>
                </a:lnTo>
                <a:lnTo>
                  <a:pt x="1290418" y="0"/>
                </a:lnTo>
                <a:lnTo>
                  <a:pt x="1271454" y="0"/>
                </a:lnTo>
                <a:lnTo>
                  <a:pt x="1252490" y="0"/>
                </a:lnTo>
                <a:lnTo>
                  <a:pt x="1233526" y="0"/>
                </a:lnTo>
                <a:lnTo>
                  <a:pt x="1214561" y="0"/>
                </a:lnTo>
                <a:lnTo>
                  <a:pt x="1195597" y="0"/>
                </a:lnTo>
                <a:lnTo>
                  <a:pt x="1176633" y="0"/>
                </a:lnTo>
                <a:lnTo>
                  <a:pt x="1157669" y="0"/>
                </a:lnTo>
                <a:lnTo>
                  <a:pt x="1138704" y="0"/>
                </a:lnTo>
                <a:lnTo>
                  <a:pt x="1119740" y="0"/>
                </a:lnTo>
                <a:lnTo>
                  <a:pt x="1100776" y="0"/>
                </a:lnTo>
                <a:lnTo>
                  <a:pt x="1081811" y="0"/>
                </a:lnTo>
                <a:lnTo>
                  <a:pt x="1062847" y="0"/>
                </a:lnTo>
                <a:lnTo>
                  <a:pt x="1043892" y="0"/>
                </a:lnTo>
                <a:lnTo>
                  <a:pt x="1024928" y="0"/>
                </a:lnTo>
                <a:lnTo>
                  <a:pt x="1005964" y="0"/>
                </a:lnTo>
                <a:lnTo>
                  <a:pt x="987000" y="0"/>
                </a:lnTo>
                <a:lnTo>
                  <a:pt x="968035" y="0"/>
                </a:lnTo>
                <a:lnTo>
                  <a:pt x="949071" y="0"/>
                </a:lnTo>
                <a:lnTo>
                  <a:pt x="930107" y="0"/>
                </a:lnTo>
                <a:lnTo>
                  <a:pt x="911142" y="0"/>
                </a:lnTo>
                <a:lnTo>
                  <a:pt x="892178" y="0"/>
                </a:lnTo>
                <a:lnTo>
                  <a:pt x="873214" y="0"/>
                </a:lnTo>
                <a:lnTo>
                  <a:pt x="854250" y="0"/>
                </a:lnTo>
                <a:lnTo>
                  <a:pt x="835285" y="0"/>
                </a:lnTo>
                <a:lnTo>
                  <a:pt x="816321" y="0"/>
                </a:lnTo>
                <a:lnTo>
                  <a:pt x="797357" y="0"/>
                </a:lnTo>
                <a:lnTo>
                  <a:pt x="778402" y="0"/>
                </a:lnTo>
                <a:lnTo>
                  <a:pt x="759438" y="0"/>
                </a:lnTo>
                <a:lnTo>
                  <a:pt x="740474" y="0"/>
                </a:lnTo>
                <a:lnTo>
                  <a:pt x="721509" y="0"/>
                </a:lnTo>
                <a:lnTo>
                  <a:pt x="702545" y="0"/>
                </a:lnTo>
                <a:lnTo>
                  <a:pt x="683581" y="0"/>
                </a:lnTo>
                <a:lnTo>
                  <a:pt x="664616" y="0"/>
                </a:lnTo>
                <a:lnTo>
                  <a:pt x="645652" y="0"/>
                </a:lnTo>
                <a:lnTo>
                  <a:pt x="626688" y="0"/>
                </a:lnTo>
                <a:lnTo>
                  <a:pt x="607724" y="0"/>
                </a:lnTo>
                <a:lnTo>
                  <a:pt x="588759" y="0"/>
                </a:lnTo>
                <a:lnTo>
                  <a:pt x="569795" y="0"/>
                </a:lnTo>
                <a:lnTo>
                  <a:pt x="550831" y="0"/>
                </a:lnTo>
                <a:lnTo>
                  <a:pt x="531876" y="0"/>
                </a:lnTo>
                <a:lnTo>
                  <a:pt x="512912" y="0"/>
                </a:lnTo>
                <a:lnTo>
                  <a:pt x="493947" y="0"/>
                </a:lnTo>
                <a:lnTo>
                  <a:pt x="474983" y="0"/>
                </a:lnTo>
                <a:lnTo>
                  <a:pt x="456019" y="0"/>
                </a:lnTo>
                <a:lnTo>
                  <a:pt x="437055" y="0"/>
                </a:lnTo>
                <a:lnTo>
                  <a:pt x="418090" y="0"/>
                </a:lnTo>
                <a:lnTo>
                  <a:pt x="399126" y="0"/>
                </a:lnTo>
                <a:lnTo>
                  <a:pt x="380162" y="0"/>
                </a:lnTo>
                <a:lnTo>
                  <a:pt x="361198" y="0"/>
                </a:lnTo>
                <a:lnTo>
                  <a:pt x="342233" y="0"/>
                </a:lnTo>
                <a:lnTo>
                  <a:pt x="323269" y="0"/>
                </a:lnTo>
                <a:lnTo>
                  <a:pt x="305295" y="5972"/>
                </a:lnTo>
                <a:lnTo>
                  <a:pt x="287331" y="12068"/>
                </a:lnTo>
                <a:lnTo>
                  <a:pt x="269377" y="18155"/>
                </a:lnTo>
                <a:lnTo>
                  <a:pt x="251422" y="24251"/>
                </a:lnTo>
                <a:lnTo>
                  <a:pt x="233458" y="30337"/>
                </a:lnTo>
                <a:lnTo>
                  <a:pt x="215503" y="36433"/>
                </a:lnTo>
                <a:lnTo>
                  <a:pt x="197539" y="42529"/>
                </a:lnTo>
                <a:lnTo>
                  <a:pt x="179584" y="48616"/>
                </a:lnTo>
                <a:lnTo>
                  <a:pt x="161630" y="54712"/>
                </a:lnTo>
                <a:lnTo>
                  <a:pt x="143666" y="60798"/>
                </a:lnTo>
                <a:lnTo>
                  <a:pt x="125711" y="66894"/>
                </a:lnTo>
                <a:lnTo>
                  <a:pt x="107747" y="72981"/>
                </a:lnTo>
                <a:lnTo>
                  <a:pt x="89792" y="79077"/>
                </a:lnTo>
                <a:lnTo>
                  <a:pt x="71838" y="85173"/>
                </a:lnTo>
                <a:lnTo>
                  <a:pt x="53873" y="91259"/>
                </a:lnTo>
                <a:lnTo>
                  <a:pt x="35919" y="97355"/>
                </a:lnTo>
                <a:lnTo>
                  <a:pt x="17955" y="103442"/>
                </a:lnTo>
                <a:lnTo>
                  <a:pt x="0" y="10953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72B9EA16-9E56-449F-84DE-6D3CC548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0333" y="4407218"/>
            <a:ext cx="1851660" cy="109538"/>
          </a:xfrm>
          <a:custGeom xmlns:a="http://schemas.openxmlformats.org/drawingml/2006/main">
            <a:pathLst>
              <a:path w="1851660" h="109538">
                <a:moveTo>
                  <a:pt x="0" y="109538"/>
                </a:moveTo>
                <a:lnTo>
                  <a:pt x="18964" y="109538"/>
                </a:lnTo>
                <a:lnTo>
                  <a:pt x="37938" y="109538"/>
                </a:lnTo>
                <a:lnTo>
                  <a:pt x="56902" y="109538"/>
                </a:lnTo>
                <a:lnTo>
                  <a:pt x="75867" y="109538"/>
                </a:lnTo>
                <a:lnTo>
                  <a:pt x="94831" y="109538"/>
                </a:lnTo>
                <a:lnTo>
                  <a:pt x="113805" y="109538"/>
                </a:lnTo>
                <a:lnTo>
                  <a:pt x="132769" y="109538"/>
                </a:lnTo>
                <a:lnTo>
                  <a:pt x="151733" y="109538"/>
                </a:lnTo>
                <a:lnTo>
                  <a:pt x="170698" y="109538"/>
                </a:lnTo>
                <a:lnTo>
                  <a:pt x="189671" y="109538"/>
                </a:lnTo>
                <a:lnTo>
                  <a:pt x="208636" y="109538"/>
                </a:lnTo>
                <a:lnTo>
                  <a:pt x="227600" y="109538"/>
                </a:lnTo>
                <a:lnTo>
                  <a:pt x="246574" y="109538"/>
                </a:lnTo>
                <a:lnTo>
                  <a:pt x="265538" y="109538"/>
                </a:lnTo>
                <a:lnTo>
                  <a:pt x="284502" y="109538"/>
                </a:lnTo>
                <a:lnTo>
                  <a:pt x="303467" y="109538"/>
                </a:lnTo>
                <a:lnTo>
                  <a:pt x="322440" y="109538"/>
                </a:lnTo>
                <a:lnTo>
                  <a:pt x="341405" y="109538"/>
                </a:lnTo>
                <a:lnTo>
                  <a:pt x="360369" y="109538"/>
                </a:lnTo>
                <a:lnTo>
                  <a:pt x="379333" y="109538"/>
                </a:lnTo>
                <a:lnTo>
                  <a:pt x="398307" y="109538"/>
                </a:lnTo>
                <a:lnTo>
                  <a:pt x="417271" y="109538"/>
                </a:lnTo>
                <a:lnTo>
                  <a:pt x="436235" y="109538"/>
                </a:lnTo>
                <a:lnTo>
                  <a:pt x="455209" y="109538"/>
                </a:lnTo>
                <a:lnTo>
                  <a:pt x="474174" y="109538"/>
                </a:lnTo>
                <a:lnTo>
                  <a:pt x="493138" y="109538"/>
                </a:lnTo>
                <a:lnTo>
                  <a:pt x="512102" y="109538"/>
                </a:lnTo>
                <a:lnTo>
                  <a:pt x="531076" y="109538"/>
                </a:lnTo>
                <a:lnTo>
                  <a:pt x="550040" y="109538"/>
                </a:lnTo>
                <a:lnTo>
                  <a:pt x="569004" y="109538"/>
                </a:lnTo>
                <a:lnTo>
                  <a:pt x="587969" y="109538"/>
                </a:lnTo>
                <a:lnTo>
                  <a:pt x="606943" y="109538"/>
                </a:lnTo>
                <a:lnTo>
                  <a:pt x="625907" y="109538"/>
                </a:lnTo>
                <a:lnTo>
                  <a:pt x="644871" y="109538"/>
                </a:lnTo>
                <a:lnTo>
                  <a:pt x="663845" y="109538"/>
                </a:lnTo>
                <a:lnTo>
                  <a:pt x="682809" y="109538"/>
                </a:lnTo>
                <a:lnTo>
                  <a:pt x="701773" y="109538"/>
                </a:lnTo>
                <a:lnTo>
                  <a:pt x="720738" y="109538"/>
                </a:lnTo>
                <a:lnTo>
                  <a:pt x="739712" y="109538"/>
                </a:lnTo>
                <a:lnTo>
                  <a:pt x="758676" y="109538"/>
                </a:lnTo>
                <a:lnTo>
                  <a:pt x="777640" y="109538"/>
                </a:lnTo>
                <a:lnTo>
                  <a:pt x="796604" y="109538"/>
                </a:lnTo>
                <a:lnTo>
                  <a:pt x="815578" y="109538"/>
                </a:lnTo>
                <a:lnTo>
                  <a:pt x="834542" y="109538"/>
                </a:lnTo>
                <a:lnTo>
                  <a:pt x="853507" y="109538"/>
                </a:lnTo>
                <a:lnTo>
                  <a:pt x="872480" y="109538"/>
                </a:lnTo>
                <a:lnTo>
                  <a:pt x="891445" y="109538"/>
                </a:lnTo>
                <a:lnTo>
                  <a:pt x="910409" y="109538"/>
                </a:lnTo>
                <a:lnTo>
                  <a:pt x="929373" y="109538"/>
                </a:lnTo>
                <a:lnTo>
                  <a:pt x="948347" y="109538"/>
                </a:lnTo>
                <a:lnTo>
                  <a:pt x="967311" y="109538"/>
                </a:lnTo>
                <a:lnTo>
                  <a:pt x="986276" y="109538"/>
                </a:lnTo>
                <a:lnTo>
                  <a:pt x="1005240" y="109538"/>
                </a:lnTo>
                <a:lnTo>
                  <a:pt x="1024214" y="109538"/>
                </a:lnTo>
                <a:lnTo>
                  <a:pt x="1043178" y="109538"/>
                </a:lnTo>
                <a:lnTo>
                  <a:pt x="1062142" y="109538"/>
                </a:lnTo>
                <a:lnTo>
                  <a:pt x="1081116" y="109538"/>
                </a:lnTo>
                <a:lnTo>
                  <a:pt x="1100080" y="109538"/>
                </a:lnTo>
                <a:lnTo>
                  <a:pt x="1119045" y="109538"/>
                </a:lnTo>
                <a:lnTo>
                  <a:pt x="1138009" y="109538"/>
                </a:lnTo>
                <a:lnTo>
                  <a:pt x="1156983" y="109538"/>
                </a:lnTo>
                <a:lnTo>
                  <a:pt x="1175947" y="109538"/>
                </a:lnTo>
                <a:lnTo>
                  <a:pt x="1194911" y="109538"/>
                </a:lnTo>
                <a:lnTo>
                  <a:pt x="1213885" y="109538"/>
                </a:lnTo>
                <a:lnTo>
                  <a:pt x="1232849" y="109538"/>
                </a:lnTo>
                <a:lnTo>
                  <a:pt x="1251814" y="109538"/>
                </a:lnTo>
                <a:lnTo>
                  <a:pt x="1270778" y="109538"/>
                </a:lnTo>
                <a:lnTo>
                  <a:pt x="1289752" y="109538"/>
                </a:lnTo>
                <a:lnTo>
                  <a:pt x="1308716" y="109538"/>
                </a:lnTo>
                <a:lnTo>
                  <a:pt x="1327680" y="109538"/>
                </a:lnTo>
                <a:lnTo>
                  <a:pt x="1346645" y="109538"/>
                </a:lnTo>
                <a:lnTo>
                  <a:pt x="1365618" y="109538"/>
                </a:lnTo>
                <a:lnTo>
                  <a:pt x="1384583" y="109538"/>
                </a:lnTo>
                <a:lnTo>
                  <a:pt x="1403547" y="109538"/>
                </a:lnTo>
                <a:lnTo>
                  <a:pt x="1422521" y="109538"/>
                </a:lnTo>
                <a:lnTo>
                  <a:pt x="1441485" y="109538"/>
                </a:lnTo>
                <a:lnTo>
                  <a:pt x="1460449" y="109538"/>
                </a:lnTo>
                <a:lnTo>
                  <a:pt x="1479413" y="109538"/>
                </a:lnTo>
                <a:lnTo>
                  <a:pt x="1498387" y="109538"/>
                </a:lnTo>
                <a:lnTo>
                  <a:pt x="1517352" y="109538"/>
                </a:lnTo>
                <a:lnTo>
                  <a:pt x="1536316" y="109538"/>
                </a:lnTo>
                <a:lnTo>
                  <a:pt x="1555280" y="109538"/>
                </a:lnTo>
                <a:lnTo>
                  <a:pt x="1574254" y="109538"/>
                </a:lnTo>
                <a:lnTo>
                  <a:pt x="1593218" y="109538"/>
                </a:lnTo>
                <a:lnTo>
                  <a:pt x="1612182" y="109538"/>
                </a:lnTo>
                <a:lnTo>
                  <a:pt x="1631147" y="109538"/>
                </a:lnTo>
                <a:lnTo>
                  <a:pt x="1648444" y="102499"/>
                </a:lnTo>
                <a:lnTo>
                  <a:pt x="1665380" y="93955"/>
                </a:lnTo>
                <a:lnTo>
                  <a:pt x="1682315" y="85420"/>
                </a:lnTo>
                <a:lnTo>
                  <a:pt x="1699250" y="76876"/>
                </a:lnTo>
                <a:lnTo>
                  <a:pt x="1716186" y="68332"/>
                </a:lnTo>
                <a:lnTo>
                  <a:pt x="1733121" y="59788"/>
                </a:lnTo>
                <a:lnTo>
                  <a:pt x="1750047" y="51254"/>
                </a:lnTo>
                <a:lnTo>
                  <a:pt x="1766983" y="42710"/>
                </a:lnTo>
                <a:lnTo>
                  <a:pt x="1783918" y="34166"/>
                </a:lnTo>
                <a:lnTo>
                  <a:pt x="1800854" y="25622"/>
                </a:lnTo>
                <a:lnTo>
                  <a:pt x="1817789" y="17088"/>
                </a:lnTo>
                <a:lnTo>
                  <a:pt x="1834725" y="8544"/>
                </a:lnTo>
                <a:lnTo>
                  <a:pt x="1851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C357A21E-BFF8-4C8E-811A-08407833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8468" y="4407218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2194DAA5-8BC8-40D8-932F-2DEE336A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9815" y="4036228"/>
            <a:ext cx="102870" cy="177232"/>
          </a:xfrm>
          <a:custGeom xmlns:a="http://schemas.openxmlformats.org/drawingml/2006/main">
            <a:pathLst>
              <a:path w="102870" h="177232">
                <a:moveTo>
                  <a:pt x="0" y="82382"/>
                </a:moveTo>
                <a:lnTo>
                  <a:pt x="0" y="96774"/>
                </a:lnTo>
                <a:lnTo>
                  <a:pt x="0" y="111166"/>
                </a:lnTo>
                <a:lnTo>
                  <a:pt x="0" y="125559"/>
                </a:lnTo>
                <a:lnTo>
                  <a:pt x="0" y="139951"/>
                </a:lnTo>
                <a:lnTo>
                  <a:pt x="0" y="154343"/>
                </a:lnTo>
                <a:lnTo>
                  <a:pt x="0" y="168735"/>
                </a:lnTo>
                <a:lnTo>
                  <a:pt x="2762" y="177232"/>
                </a:lnTo>
                <a:lnTo>
                  <a:pt x="13821" y="168021"/>
                </a:lnTo>
                <a:lnTo>
                  <a:pt x="24870" y="158801"/>
                </a:lnTo>
                <a:lnTo>
                  <a:pt x="35928" y="149590"/>
                </a:lnTo>
                <a:lnTo>
                  <a:pt x="46987" y="140379"/>
                </a:lnTo>
                <a:lnTo>
                  <a:pt x="58045" y="131159"/>
                </a:lnTo>
                <a:lnTo>
                  <a:pt x="69104" y="121949"/>
                </a:lnTo>
                <a:lnTo>
                  <a:pt x="80162" y="112738"/>
                </a:lnTo>
                <a:lnTo>
                  <a:pt x="91211" y="103518"/>
                </a:lnTo>
                <a:lnTo>
                  <a:pt x="102270" y="94307"/>
                </a:lnTo>
                <a:lnTo>
                  <a:pt x="102870" y="80191"/>
                </a:lnTo>
                <a:lnTo>
                  <a:pt x="102870" y="65799"/>
                </a:lnTo>
                <a:lnTo>
                  <a:pt x="102870" y="51406"/>
                </a:lnTo>
                <a:lnTo>
                  <a:pt x="102870" y="37014"/>
                </a:lnTo>
                <a:lnTo>
                  <a:pt x="102870" y="22622"/>
                </a:lnTo>
                <a:lnTo>
                  <a:pt x="102870" y="8230"/>
                </a:lnTo>
                <a:lnTo>
                  <a:pt x="99965" y="0"/>
                </a:lnTo>
                <a:lnTo>
                  <a:pt x="88859" y="9154"/>
                </a:lnTo>
                <a:lnTo>
                  <a:pt x="77753" y="18307"/>
                </a:lnTo>
                <a:lnTo>
                  <a:pt x="66646" y="27461"/>
                </a:lnTo>
                <a:lnTo>
                  <a:pt x="55540" y="36614"/>
                </a:lnTo>
                <a:lnTo>
                  <a:pt x="44425" y="45768"/>
                </a:lnTo>
                <a:lnTo>
                  <a:pt x="33318" y="54921"/>
                </a:lnTo>
                <a:lnTo>
                  <a:pt x="22212" y="64075"/>
                </a:lnTo>
                <a:lnTo>
                  <a:pt x="11106" y="73228"/>
                </a:lnTo>
                <a:lnTo>
                  <a:pt x="0" y="8238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2212CD67-A44B-4A6E-A233-84E16B31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4033838"/>
            <a:ext cx="1872853" cy="84773"/>
          </a:xfrm>
          <a:custGeom xmlns:a="http://schemas.openxmlformats.org/drawingml/2006/main">
            <a:pathLst>
              <a:path w="1872853" h="84773">
                <a:moveTo>
                  <a:pt x="0" y="84773"/>
                </a:moveTo>
                <a:lnTo>
                  <a:pt x="19012" y="84773"/>
                </a:lnTo>
                <a:lnTo>
                  <a:pt x="38033" y="84773"/>
                </a:lnTo>
                <a:lnTo>
                  <a:pt x="57045" y="84773"/>
                </a:lnTo>
                <a:lnTo>
                  <a:pt x="76067" y="84773"/>
                </a:lnTo>
                <a:lnTo>
                  <a:pt x="95079" y="84773"/>
                </a:lnTo>
                <a:lnTo>
                  <a:pt x="114100" y="84773"/>
                </a:lnTo>
                <a:lnTo>
                  <a:pt x="133112" y="84773"/>
                </a:lnTo>
                <a:lnTo>
                  <a:pt x="152133" y="84773"/>
                </a:lnTo>
                <a:lnTo>
                  <a:pt x="171145" y="84773"/>
                </a:lnTo>
                <a:lnTo>
                  <a:pt x="190167" y="84773"/>
                </a:lnTo>
                <a:lnTo>
                  <a:pt x="209179" y="84773"/>
                </a:lnTo>
                <a:lnTo>
                  <a:pt x="228200" y="84773"/>
                </a:lnTo>
                <a:lnTo>
                  <a:pt x="247212" y="84773"/>
                </a:lnTo>
                <a:lnTo>
                  <a:pt x="266233" y="84773"/>
                </a:lnTo>
                <a:lnTo>
                  <a:pt x="285245" y="84773"/>
                </a:lnTo>
                <a:lnTo>
                  <a:pt x="304267" y="84773"/>
                </a:lnTo>
                <a:lnTo>
                  <a:pt x="323279" y="84773"/>
                </a:lnTo>
                <a:lnTo>
                  <a:pt x="342300" y="84773"/>
                </a:lnTo>
                <a:lnTo>
                  <a:pt x="361312" y="84773"/>
                </a:lnTo>
                <a:lnTo>
                  <a:pt x="380333" y="84773"/>
                </a:lnTo>
                <a:lnTo>
                  <a:pt x="399345" y="84773"/>
                </a:lnTo>
                <a:lnTo>
                  <a:pt x="418367" y="84773"/>
                </a:lnTo>
                <a:lnTo>
                  <a:pt x="437378" y="84773"/>
                </a:lnTo>
                <a:lnTo>
                  <a:pt x="456400" y="84773"/>
                </a:lnTo>
                <a:lnTo>
                  <a:pt x="475412" y="84773"/>
                </a:lnTo>
                <a:lnTo>
                  <a:pt x="494433" y="84773"/>
                </a:lnTo>
                <a:lnTo>
                  <a:pt x="513445" y="84773"/>
                </a:lnTo>
                <a:lnTo>
                  <a:pt x="532467" y="84773"/>
                </a:lnTo>
                <a:lnTo>
                  <a:pt x="551478" y="84773"/>
                </a:lnTo>
                <a:lnTo>
                  <a:pt x="570500" y="84773"/>
                </a:lnTo>
                <a:lnTo>
                  <a:pt x="589512" y="84773"/>
                </a:lnTo>
                <a:lnTo>
                  <a:pt x="608533" y="84773"/>
                </a:lnTo>
                <a:lnTo>
                  <a:pt x="627545" y="84773"/>
                </a:lnTo>
                <a:lnTo>
                  <a:pt x="646567" y="84773"/>
                </a:lnTo>
                <a:lnTo>
                  <a:pt x="665578" y="84773"/>
                </a:lnTo>
                <a:lnTo>
                  <a:pt x="684600" y="84773"/>
                </a:lnTo>
                <a:lnTo>
                  <a:pt x="703612" y="84773"/>
                </a:lnTo>
                <a:lnTo>
                  <a:pt x="722633" y="84773"/>
                </a:lnTo>
                <a:lnTo>
                  <a:pt x="741645" y="84773"/>
                </a:lnTo>
                <a:lnTo>
                  <a:pt x="760667" y="84773"/>
                </a:lnTo>
                <a:lnTo>
                  <a:pt x="779678" y="84773"/>
                </a:lnTo>
                <a:lnTo>
                  <a:pt x="798700" y="84773"/>
                </a:lnTo>
                <a:lnTo>
                  <a:pt x="817712" y="84773"/>
                </a:lnTo>
                <a:lnTo>
                  <a:pt x="836733" y="84773"/>
                </a:lnTo>
                <a:lnTo>
                  <a:pt x="855745" y="84773"/>
                </a:lnTo>
                <a:lnTo>
                  <a:pt x="874766" y="84773"/>
                </a:lnTo>
                <a:lnTo>
                  <a:pt x="893778" y="84773"/>
                </a:lnTo>
                <a:lnTo>
                  <a:pt x="912800" y="84773"/>
                </a:lnTo>
                <a:lnTo>
                  <a:pt x="931812" y="84773"/>
                </a:lnTo>
                <a:lnTo>
                  <a:pt x="950824" y="84773"/>
                </a:lnTo>
                <a:lnTo>
                  <a:pt x="969845" y="84773"/>
                </a:lnTo>
                <a:lnTo>
                  <a:pt x="988857" y="84773"/>
                </a:lnTo>
                <a:lnTo>
                  <a:pt x="1007878" y="84773"/>
                </a:lnTo>
                <a:lnTo>
                  <a:pt x="1026890" y="84773"/>
                </a:lnTo>
                <a:lnTo>
                  <a:pt x="1045912" y="84773"/>
                </a:lnTo>
                <a:lnTo>
                  <a:pt x="1064924" y="84773"/>
                </a:lnTo>
                <a:lnTo>
                  <a:pt x="1083945" y="84773"/>
                </a:lnTo>
                <a:lnTo>
                  <a:pt x="1102957" y="84773"/>
                </a:lnTo>
                <a:lnTo>
                  <a:pt x="1121978" y="84773"/>
                </a:lnTo>
                <a:lnTo>
                  <a:pt x="1140990" y="84773"/>
                </a:lnTo>
                <a:lnTo>
                  <a:pt x="1160012" y="84773"/>
                </a:lnTo>
                <a:lnTo>
                  <a:pt x="1179024" y="84773"/>
                </a:lnTo>
                <a:lnTo>
                  <a:pt x="1198045" y="84773"/>
                </a:lnTo>
                <a:lnTo>
                  <a:pt x="1217057" y="84773"/>
                </a:lnTo>
                <a:lnTo>
                  <a:pt x="1236078" y="84773"/>
                </a:lnTo>
                <a:lnTo>
                  <a:pt x="1255090" y="84773"/>
                </a:lnTo>
                <a:lnTo>
                  <a:pt x="1274112" y="84773"/>
                </a:lnTo>
                <a:lnTo>
                  <a:pt x="1293124" y="84773"/>
                </a:lnTo>
                <a:lnTo>
                  <a:pt x="1312145" y="84773"/>
                </a:lnTo>
                <a:lnTo>
                  <a:pt x="1331157" y="84773"/>
                </a:lnTo>
                <a:lnTo>
                  <a:pt x="1350178" y="84773"/>
                </a:lnTo>
                <a:lnTo>
                  <a:pt x="1369190" y="84773"/>
                </a:lnTo>
                <a:lnTo>
                  <a:pt x="1388212" y="84773"/>
                </a:lnTo>
                <a:lnTo>
                  <a:pt x="1407224" y="84773"/>
                </a:lnTo>
                <a:lnTo>
                  <a:pt x="1426245" y="84773"/>
                </a:lnTo>
                <a:lnTo>
                  <a:pt x="1445257" y="84773"/>
                </a:lnTo>
                <a:lnTo>
                  <a:pt x="1464278" y="84773"/>
                </a:lnTo>
                <a:lnTo>
                  <a:pt x="1483290" y="84773"/>
                </a:lnTo>
                <a:lnTo>
                  <a:pt x="1502312" y="84773"/>
                </a:lnTo>
                <a:lnTo>
                  <a:pt x="1521323" y="84773"/>
                </a:lnTo>
                <a:lnTo>
                  <a:pt x="1540345" y="84773"/>
                </a:lnTo>
                <a:lnTo>
                  <a:pt x="1559357" y="84773"/>
                </a:lnTo>
                <a:lnTo>
                  <a:pt x="1578378" y="84773"/>
                </a:lnTo>
                <a:lnTo>
                  <a:pt x="1597390" y="84773"/>
                </a:lnTo>
                <a:lnTo>
                  <a:pt x="1616412" y="84773"/>
                </a:lnTo>
                <a:lnTo>
                  <a:pt x="1635423" y="84773"/>
                </a:lnTo>
                <a:lnTo>
                  <a:pt x="1654445" y="84773"/>
                </a:lnTo>
                <a:lnTo>
                  <a:pt x="1673457" y="84773"/>
                </a:lnTo>
                <a:lnTo>
                  <a:pt x="1692478" y="84773"/>
                </a:lnTo>
                <a:lnTo>
                  <a:pt x="1711490" y="84773"/>
                </a:lnTo>
                <a:lnTo>
                  <a:pt x="1730512" y="84773"/>
                </a:lnTo>
                <a:lnTo>
                  <a:pt x="1749523" y="84773"/>
                </a:lnTo>
                <a:lnTo>
                  <a:pt x="1768545" y="84773"/>
                </a:lnTo>
                <a:lnTo>
                  <a:pt x="1784795" y="77076"/>
                </a:lnTo>
                <a:lnTo>
                  <a:pt x="1799473" y="64989"/>
                </a:lnTo>
                <a:lnTo>
                  <a:pt x="1814151" y="52892"/>
                </a:lnTo>
                <a:lnTo>
                  <a:pt x="1828819" y="40796"/>
                </a:lnTo>
                <a:lnTo>
                  <a:pt x="1843497" y="28708"/>
                </a:lnTo>
                <a:lnTo>
                  <a:pt x="1858175" y="16612"/>
                </a:lnTo>
                <a:lnTo>
                  <a:pt x="1872853" y="4515"/>
                </a:lnTo>
                <a:lnTo>
                  <a:pt x="1866414" y="0"/>
                </a:lnTo>
                <a:lnTo>
                  <a:pt x="1847402" y="0"/>
                </a:lnTo>
                <a:lnTo>
                  <a:pt x="1828381" y="0"/>
                </a:lnTo>
                <a:lnTo>
                  <a:pt x="1809369" y="0"/>
                </a:lnTo>
                <a:lnTo>
                  <a:pt x="1790348" y="0"/>
                </a:lnTo>
                <a:lnTo>
                  <a:pt x="1771336" y="0"/>
                </a:lnTo>
                <a:lnTo>
                  <a:pt x="1752314" y="0"/>
                </a:lnTo>
                <a:lnTo>
                  <a:pt x="1733302" y="0"/>
                </a:lnTo>
                <a:lnTo>
                  <a:pt x="1714281" y="0"/>
                </a:lnTo>
                <a:lnTo>
                  <a:pt x="1695269" y="0"/>
                </a:lnTo>
                <a:lnTo>
                  <a:pt x="1676248" y="0"/>
                </a:lnTo>
                <a:lnTo>
                  <a:pt x="1657236" y="0"/>
                </a:lnTo>
                <a:lnTo>
                  <a:pt x="1638214" y="0"/>
                </a:lnTo>
                <a:lnTo>
                  <a:pt x="1619202" y="0"/>
                </a:lnTo>
                <a:lnTo>
                  <a:pt x="1600181" y="0"/>
                </a:lnTo>
                <a:lnTo>
                  <a:pt x="1581169" y="0"/>
                </a:lnTo>
                <a:lnTo>
                  <a:pt x="1562148" y="0"/>
                </a:lnTo>
                <a:lnTo>
                  <a:pt x="1543136" y="0"/>
                </a:lnTo>
                <a:lnTo>
                  <a:pt x="1524114" y="0"/>
                </a:lnTo>
                <a:lnTo>
                  <a:pt x="1505102" y="0"/>
                </a:lnTo>
                <a:lnTo>
                  <a:pt x="1486081" y="0"/>
                </a:lnTo>
                <a:lnTo>
                  <a:pt x="1467069" y="0"/>
                </a:lnTo>
                <a:lnTo>
                  <a:pt x="1448048" y="0"/>
                </a:lnTo>
                <a:lnTo>
                  <a:pt x="1429036" y="0"/>
                </a:lnTo>
                <a:lnTo>
                  <a:pt x="1410014" y="0"/>
                </a:lnTo>
                <a:lnTo>
                  <a:pt x="1391002" y="0"/>
                </a:lnTo>
                <a:lnTo>
                  <a:pt x="1371981" y="0"/>
                </a:lnTo>
                <a:lnTo>
                  <a:pt x="1352969" y="0"/>
                </a:lnTo>
                <a:lnTo>
                  <a:pt x="1333948" y="0"/>
                </a:lnTo>
                <a:lnTo>
                  <a:pt x="1314936" y="0"/>
                </a:lnTo>
                <a:lnTo>
                  <a:pt x="1295924" y="0"/>
                </a:lnTo>
                <a:lnTo>
                  <a:pt x="1276902" y="0"/>
                </a:lnTo>
                <a:lnTo>
                  <a:pt x="1257891" y="0"/>
                </a:lnTo>
                <a:lnTo>
                  <a:pt x="1238869" y="0"/>
                </a:lnTo>
                <a:lnTo>
                  <a:pt x="1219857" y="0"/>
                </a:lnTo>
                <a:lnTo>
                  <a:pt x="1200836" y="0"/>
                </a:lnTo>
                <a:lnTo>
                  <a:pt x="1181824" y="0"/>
                </a:lnTo>
                <a:lnTo>
                  <a:pt x="1162802" y="0"/>
                </a:lnTo>
                <a:lnTo>
                  <a:pt x="1143791" y="0"/>
                </a:lnTo>
                <a:lnTo>
                  <a:pt x="1124769" y="0"/>
                </a:lnTo>
                <a:lnTo>
                  <a:pt x="1105757" y="0"/>
                </a:lnTo>
                <a:lnTo>
                  <a:pt x="1086736" y="0"/>
                </a:lnTo>
                <a:lnTo>
                  <a:pt x="1067724" y="0"/>
                </a:lnTo>
                <a:lnTo>
                  <a:pt x="1048703" y="0"/>
                </a:lnTo>
                <a:lnTo>
                  <a:pt x="1029691" y="0"/>
                </a:lnTo>
                <a:lnTo>
                  <a:pt x="1010669" y="0"/>
                </a:lnTo>
                <a:lnTo>
                  <a:pt x="991657" y="0"/>
                </a:lnTo>
                <a:lnTo>
                  <a:pt x="972636" y="0"/>
                </a:lnTo>
                <a:lnTo>
                  <a:pt x="953624" y="0"/>
                </a:lnTo>
                <a:lnTo>
                  <a:pt x="934603" y="0"/>
                </a:lnTo>
                <a:lnTo>
                  <a:pt x="915591" y="0"/>
                </a:lnTo>
                <a:lnTo>
                  <a:pt x="896569" y="0"/>
                </a:lnTo>
                <a:lnTo>
                  <a:pt x="877557" y="0"/>
                </a:lnTo>
                <a:lnTo>
                  <a:pt x="858536" y="0"/>
                </a:lnTo>
                <a:lnTo>
                  <a:pt x="839524" y="0"/>
                </a:lnTo>
                <a:lnTo>
                  <a:pt x="820503" y="0"/>
                </a:lnTo>
                <a:lnTo>
                  <a:pt x="801491" y="0"/>
                </a:lnTo>
                <a:lnTo>
                  <a:pt x="782469" y="0"/>
                </a:lnTo>
                <a:lnTo>
                  <a:pt x="763457" y="0"/>
                </a:lnTo>
                <a:lnTo>
                  <a:pt x="744436" y="0"/>
                </a:lnTo>
                <a:lnTo>
                  <a:pt x="725424" y="0"/>
                </a:lnTo>
                <a:lnTo>
                  <a:pt x="706403" y="0"/>
                </a:lnTo>
                <a:lnTo>
                  <a:pt x="687391" y="0"/>
                </a:lnTo>
                <a:lnTo>
                  <a:pt x="668369" y="0"/>
                </a:lnTo>
                <a:lnTo>
                  <a:pt x="649357" y="0"/>
                </a:lnTo>
                <a:lnTo>
                  <a:pt x="630336" y="0"/>
                </a:lnTo>
                <a:lnTo>
                  <a:pt x="611324" y="0"/>
                </a:lnTo>
                <a:lnTo>
                  <a:pt x="592303" y="0"/>
                </a:lnTo>
                <a:lnTo>
                  <a:pt x="573291" y="0"/>
                </a:lnTo>
                <a:lnTo>
                  <a:pt x="554269" y="0"/>
                </a:lnTo>
                <a:lnTo>
                  <a:pt x="535257" y="0"/>
                </a:lnTo>
                <a:lnTo>
                  <a:pt x="516236" y="0"/>
                </a:lnTo>
                <a:lnTo>
                  <a:pt x="497224" y="0"/>
                </a:lnTo>
                <a:lnTo>
                  <a:pt x="478203" y="0"/>
                </a:lnTo>
                <a:lnTo>
                  <a:pt x="459191" y="0"/>
                </a:lnTo>
                <a:lnTo>
                  <a:pt x="440169" y="0"/>
                </a:lnTo>
                <a:lnTo>
                  <a:pt x="421157" y="0"/>
                </a:lnTo>
                <a:lnTo>
                  <a:pt x="402136" y="0"/>
                </a:lnTo>
                <a:lnTo>
                  <a:pt x="383124" y="0"/>
                </a:lnTo>
                <a:lnTo>
                  <a:pt x="364103" y="0"/>
                </a:lnTo>
                <a:lnTo>
                  <a:pt x="345091" y="0"/>
                </a:lnTo>
                <a:lnTo>
                  <a:pt x="326079" y="0"/>
                </a:lnTo>
                <a:lnTo>
                  <a:pt x="307057" y="0"/>
                </a:lnTo>
                <a:lnTo>
                  <a:pt x="288046" y="0"/>
                </a:lnTo>
                <a:lnTo>
                  <a:pt x="269024" y="0"/>
                </a:lnTo>
                <a:lnTo>
                  <a:pt x="250012" y="0"/>
                </a:lnTo>
                <a:lnTo>
                  <a:pt x="230991" y="0"/>
                </a:lnTo>
                <a:lnTo>
                  <a:pt x="212074" y="514"/>
                </a:lnTo>
                <a:lnTo>
                  <a:pt x="194396" y="7534"/>
                </a:lnTo>
                <a:lnTo>
                  <a:pt x="176727" y="14554"/>
                </a:lnTo>
                <a:lnTo>
                  <a:pt x="159058" y="21574"/>
                </a:lnTo>
                <a:lnTo>
                  <a:pt x="141380" y="28594"/>
                </a:lnTo>
                <a:lnTo>
                  <a:pt x="123711" y="35624"/>
                </a:lnTo>
                <a:lnTo>
                  <a:pt x="106032" y="42643"/>
                </a:lnTo>
                <a:lnTo>
                  <a:pt x="88363" y="49663"/>
                </a:lnTo>
                <a:lnTo>
                  <a:pt x="70695" y="56683"/>
                </a:lnTo>
                <a:lnTo>
                  <a:pt x="53016" y="63703"/>
                </a:lnTo>
                <a:lnTo>
                  <a:pt x="35347" y="70733"/>
                </a:lnTo>
                <a:lnTo>
                  <a:pt x="17669" y="77753"/>
                </a:lnTo>
                <a:lnTo>
                  <a:pt x="0" y="8477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0ABF44B7-D730-4F55-96E1-34D2B85B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4840" y="4033838"/>
            <a:ext cx="1742123" cy="84773"/>
          </a:xfrm>
          <a:custGeom xmlns:a="http://schemas.openxmlformats.org/drawingml/2006/main">
            <a:pathLst>
              <a:path w="1742123" h="84773">
                <a:moveTo>
                  <a:pt x="0" y="84773"/>
                </a:moveTo>
                <a:lnTo>
                  <a:pt x="19050" y="84773"/>
                </a:lnTo>
                <a:lnTo>
                  <a:pt x="38100" y="84773"/>
                </a:lnTo>
                <a:lnTo>
                  <a:pt x="57140" y="84773"/>
                </a:lnTo>
                <a:lnTo>
                  <a:pt x="76190" y="84773"/>
                </a:lnTo>
                <a:lnTo>
                  <a:pt x="95240" y="84773"/>
                </a:lnTo>
                <a:lnTo>
                  <a:pt x="114290" y="84773"/>
                </a:lnTo>
                <a:lnTo>
                  <a:pt x="133340" y="84773"/>
                </a:lnTo>
                <a:lnTo>
                  <a:pt x="152390" y="84773"/>
                </a:lnTo>
                <a:lnTo>
                  <a:pt x="171431" y="84773"/>
                </a:lnTo>
                <a:lnTo>
                  <a:pt x="190481" y="84773"/>
                </a:lnTo>
                <a:lnTo>
                  <a:pt x="209531" y="84773"/>
                </a:lnTo>
                <a:lnTo>
                  <a:pt x="228581" y="84773"/>
                </a:lnTo>
                <a:lnTo>
                  <a:pt x="247631" y="84773"/>
                </a:lnTo>
                <a:lnTo>
                  <a:pt x="266681" y="84773"/>
                </a:lnTo>
                <a:lnTo>
                  <a:pt x="285721" y="84773"/>
                </a:lnTo>
                <a:lnTo>
                  <a:pt x="304771" y="84773"/>
                </a:lnTo>
                <a:lnTo>
                  <a:pt x="323821" y="84773"/>
                </a:lnTo>
                <a:lnTo>
                  <a:pt x="342871" y="84773"/>
                </a:lnTo>
                <a:lnTo>
                  <a:pt x="361921" y="84773"/>
                </a:lnTo>
                <a:lnTo>
                  <a:pt x="380971" y="84773"/>
                </a:lnTo>
                <a:lnTo>
                  <a:pt x="400012" y="84773"/>
                </a:lnTo>
                <a:lnTo>
                  <a:pt x="419062" y="84773"/>
                </a:lnTo>
                <a:lnTo>
                  <a:pt x="438112" y="84773"/>
                </a:lnTo>
                <a:lnTo>
                  <a:pt x="457162" y="84773"/>
                </a:lnTo>
                <a:lnTo>
                  <a:pt x="476212" y="84773"/>
                </a:lnTo>
                <a:lnTo>
                  <a:pt x="495262" y="84773"/>
                </a:lnTo>
                <a:lnTo>
                  <a:pt x="514302" y="84773"/>
                </a:lnTo>
                <a:lnTo>
                  <a:pt x="533352" y="84773"/>
                </a:lnTo>
                <a:lnTo>
                  <a:pt x="552402" y="84773"/>
                </a:lnTo>
                <a:lnTo>
                  <a:pt x="571452" y="84773"/>
                </a:lnTo>
                <a:lnTo>
                  <a:pt x="590502" y="84773"/>
                </a:lnTo>
                <a:lnTo>
                  <a:pt x="609552" y="84773"/>
                </a:lnTo>
                <a:lnTo>
                  <a:pt x="628593" y="84773"/>
                </a:lnTo>
                <a:lnTo>
                  <a:pt x="647643" y="84773"/>
                </a:lnTo>
                <a:lnTo>
                  <a:pt x="666693" y="84773"/>
                </a:lnTo>
                <a:lnTo>
                  <a:pt x="685743" y="84773"/>
                </a:lnTo>
                <a:lnTo>
                  <a:pt x="704793" y="84773"/>
                </a:lnTo>
                <a:lnTo>
                  <a:pt x="723833" y="84773"/>
                </a:lnTo>
                <a:lnTo>
                  <a:pt x="742883" y="84773"/>
                </a:lnTo>
                <a:lnTo>
                  <a:pt x="761933" y="84773"/>
                </a:lnTo>
                <a:lnTo>
                  <a:pt x="780983" y="84773"/>
                </a:lnTo>
                <a:lnTo>
                  <a:pt x="800033" y="84773"/>
                </a:lnTo>
                <a:lnTo>
                  <a:pt x="819083" y="84773"/>
                </a:lnTo>
                <a:lnTo>
                  <a:pt x="838124" y="84773"/>
                </a:lnTo>
                <a:lnTo>
                  <a:pt x="857174" y="84773"/>
                </a:lnTo>
                <a:lnTo>
                  <a:pt x="876224" y="84773"/>
                </a:lnTo>
                <a:lnTo>
                  <a:pt x="895274" y="84773"/>
                </a:lnTo>
                <a:lnTo>
                  <a:pt x="914324" y="84773"/>
                </a:lnTo>
                <a:lnTo>
                  <a:pt x="933374" y="84773"/>
                </a:lnTo>
                <a:lnTo>
                  <a:pt x="952414" y="84773"/>
                </a:lnTo>
                <a:lnTo>
                  <a:pt x="971464" y="84773"/>
                </a:lnTo>
                <a:lnTo>
                  <a:pt x="990514" y="84773"/>
                </a:lnTo>
                <a:lnTo>
                  <a:pt x="1009564" y="84773"/>
                </a:lnTo>
                <a:lnTo>
                  <a:pt x="1028614" y="84773"/>
                </a:lnTo>
                <a:lnTo>
                  <a:pt x="1047664" y="84773"/>
                </a:lnTo>
                <a:lnTo>
                  <a:pt x="1066705" y="84773"/>
                </a:lnTo>
                <a:lnTo>
                  <a:pt x="1085755" y="84773"/>
                </a:lnTo>
                <a:lnTo>
                  <a:pt x="1104805" y="84773"/>
                </a:lnTo>
                <a:lnTo>
                  <a:pt x="1123855" y="84773"/>
                </a:lnTo>
                <a:lnTo>
                  <a:pt x="1142905" y="84773"/>
                </a:lnTo>
                <a:lnTo>
                  <a:pt x="1161945" y="84773"/>
                </a:lnTo>
                <a:lnTo>
                  <a:pt x="1180995" y="84773"/>
                </a:lnTo>
                <a:lnTo>
                  <a:pt x="1200045" y="84773"/>
                </a:lnTo>
                <a:lnTo>
                  <a:pt x="1219095" y="84773"/>
                </a:lnTo>
                <a:lnTo>
                  <a:pt x="1238145" y="84773"/>
                </a:lnTo>
                <a:lnTo>
                  <a:pt x="1257195" y="84773"/>
                </a:lnTo>
                <a:lnTo>
                  <a:pt x="1276236" y="84773"/>
                </a:lnTo>
                <a:lnTo>
                  <a:pt x="1295286" y="84773"/>
                </a:lnTo>
                <a:lnTo>
                  <a:pt x="1314336" y="84773"/>
                </a:lnTo>
                <a:lnTo>
                  <a:pt x="1333386" y="84773"/>
                </a:lnTo>
                <a:lnTo>
                  <a:pt x="1352436" y="84773"/>
                </a:lnTo>
                <a:lnTo>
                  <a:pt x="1371486" y="84773"/>
                </a:lnTo>
                <a:lnTo>
                  <a:pt x="1390526" y="84773"/>
                </a:lnTo>
                <a:lnTo>
                  <a:pt x="1409576" y="84773"/>
                </a:lnTo>
                <a:lnTo>
                  <a:pt x="1428626" y="84773"/>
                </a:lnTo>
                <a:lnTo>
                  <a:pt x="1447676" y="84773"/>
                </a:lnTo>
                <a:lnTo>
                  <a:pt x="1466726" y="84773"/>
                </a:lnTo>
                <a:lnTo>
                  <a:pt x="1485776" y="84773"/>
                </a:lnTo>
                <a:lnTo>
                  <a:pt x="1504817" y="84773"/>
                </a:lnTo>
                <a:lnTo>
                  <a:pt x="1523867" y="84773"/>
                </a:lnTo>
                <a:lnTo>
                  <a:pt x="1542917" y="84773"/>
                </a:lnTo>
                <a:lnTo>
                  <a:pt x="1561967" y="84773"/>
                </a:lnTo>
                <a:lnTo>
                  <a:pt x="1581017" y="84773"/>
                </a:lnTo>
                <a:lnTo>
                  <a:pt x="1600067" y="84773"/>
                </a:lnTo>
                <a:lnTo>
                  <a:pt x="1619107" y="84773"/>
                </a:lnTo>
                <a:lnTo>
                  <a:pt x="1637376" y="82506"/>
                </a:lnTo>
                <a:lnTo>
                  <a:pt x="1652340" y="70714"/>
                </a:lnTo>
                <a:lnTo>
                  <a:pt x="1667304" y="58931"/>
                </a:lnTo>
                <a:lnTo>
                  <a:pt x="1682267" y="47149"/>
                </a:lnTo>
                <a:lnTo>
                  <a:pt x="1697231" y="35357"/>
                </a:lnTo>
                <a:lnTo>
                  <a:pt x="1712195" y="23574"/>
                </a:lnTo>
                <a:lnTo>
                  <a:pt x="1727159" y="11782"/>
                </a:lnTo>
                <a:lnTo>
                  <a:pt x="17421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4D3C212B-969E-44D3-A85C-E858785E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3438" y="4033838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C4BD465C-F728-408C-B0C9-059673BA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269" y="4369146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55E3127C-AD0B-42DC-A0BF-08AEDF72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1321" y="4688681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7686B90F-DE12-465B-8270-A082E16A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8131" y="3982641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47198F4C-F739-4F13-AF99-A8AD936B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1174" y="430217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A199AE71-38CB-4CDE-9699-153785AA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7984" y="359628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26929844-9FC1-49C1-844A-97EAB405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1037" y="391581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AD8702-C683-4050-A806-C792A83D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81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能力形成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7EBBBD-5C70-4C25-B3BD-6425108C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860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29FFE0-4D13-4DD7-87D1-696599C1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0030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可记录：基本台账齐全。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551C75-2B0B-4418-89A8-C9994E4B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479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可追溯：任务来源、执行参数与输出相互关联。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F42F76-7C1A-4C0A-BB16-07EE7F4E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9560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可复用：关键步骤经复核，适用边界清楚。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E32C32-DB86-4E22-9C05-75D5F14D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16230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只有前一阶段证据具备，才进入下一阶段。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尚未可复用，不能宣称跨项目推广。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654A3E-28C1-4739-9279-6B858B60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90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扩围三项边界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BBC67E-B272-4E33-9860-2120E449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957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093DE0-29DE-4A21-836B-BA33298A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2100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人员：责任人能够持续履职。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2EA6ED-48E1-4CD2-AB0C-35803C75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5770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资源：设备与支持能力可以覆盖。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82DFC1-BB40-496D-911D-E0B0974F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7053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方法：适用范围与例外清楚。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3286C3-B8B2-45BA-881A-9EFFDF0D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9720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任一条件不满足，就暂停扩围，保留当前试点规模，明确补齐任务。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5EDB2A-E182-402B-BADD-E0678C81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4292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下一次讨论先检查证据是否达到门槛，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再讨论增加项目。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扩围评审需要三项边界同时成立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左文右图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FCD962DA-0BAE-45B3-BE57-29C664DC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9347" y="3840385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5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82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78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2AD142CA-C905-45BA-9E94-A8D529C9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95" y="3454718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8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49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2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21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1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78F853E7-09B5-4BED-AF8A-4BA024FA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8834" y="3067650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6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63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81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80AFE128-5DDB-4CDA-91D2-E2D9ECD5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8548" y="4408713"/>
            <a:ext cx="322898" cy="507140"/>
          </a:xfrm>
          <a:custGeom xmlns:a="http://schemas.openxmlformats.org/drawingml/2006/main">
            <a:pathLst>
              <a:path w="322898" h="507140">
                <a:moveTo>
                  <a:pt x="0" y="507140"/>
                </a:moveTo>
                <a:lnTo>
                  <a:pt x="0" y="488128"/>
                </a:lnTo>
                <a:lnTo>
                  <a:pt x="0" y="469106"/>
                </a:lnTo>
                <a:lnTo>
                  <a:pt x="0" y="450094"/>
                </a:lnTo>
                <a:lnTo>
                  <a:pt x="0" y="431082"/>
                </a:lnTo>
                <a:lnTo>
                  <a:pt x="0" y="412071"/>
                </a:lnTo>
                <a:lnTo>
                  <a:pt x="0" y="393049"/>
                </a:lnTo>
                <a:lnTo>
                  <a:pt x="0" y="374037"/>
                </a:lnTo>
                <a:lnTo>
                  <a:pt x="0" y="355025"/>
                </a:lnTo>
                <a:lnTo>
                  <a:pt x="0" y="336004"/>
                </a:lnTo>
                <a:lnTo>
                  <a:pt x="0" y="316992"/>
                </a:lnTo>
                <a:lnTo>
                  <a:pt x="0" y="297980"/>
                </a:lnTo>
                <a:lnTo>
                  <a:pt x="0" y="278968"/>
                </a:lnTo>
                <a:lnTo>
                  <a:pt x="0" y="259947"/>
                </a:lnTo>
                <a:lnTo>
                  <a:pt x="0" y="240935"/>
                </a:lnTo>
                <a:lnTo>
                  <a:pt x="0" y="221923"/>
                </a:lnTo>
                <a:lnTo>
                  <a:pt x="0" y="202911"/>
                </a:lnTo>
                <a:lnTo>
                  <a:pt x="0" y="183890"/>
                </a:lnTo>
                <a:lnTo>
                  <a:pt x="0" y="164878"/>
                </a:lnTo>
                <a:lnTo>
                  <a:pt x="0" y="145866"/>
                </a:lnTo>
                <a:lnTo>
                  <a:pt x="0" y="126844"/>
                </a:lnTo>
                <a:lnTo>
                  <a:pt x="200" y="107975"/>
                </a:lnTo>
                <a:lnTo>
                  <a:pt x="18202" y="101870"/>
                </a:lnTo>
                <a:lnTo>
                  <a:pt x="36205" y="95755"/>
                </a:lnTo>
                <a:lnTo>
                  <a:pt x="54216" y="89649"/>
                </a:lnTo>
                <a:lnTo>
                  <a:pt x="72219" y="83544"/>
                </a:lnTo>
                <a:lnTo>
                  <a:pt x="90230" y="77429"/>
                </a:lnTo>
                <a:lnTo>
                  <a:pt x="108233" y="71323"/>
                </a:lnTo>
                <a:lnTo>
                  <a:pt x="126244" y="65218"/>
                </a:lnTo>
                <a:lnTo>
                  <a:pt x="144247" y="59103"/>
                </a:lnTo>
                <a:lnTo>
                  <a:pt x="162258" y="52997"/>
                </a:lnTo>
                <a:lnTo>
                  <a:pt x="180261" y="46892"/>
                </a:lnTo>
                <a:lnTo>
                  <a:pt x="198272" y="40786"/>
                </a:lnTo>
                <a:lnTo>
                  <a:pt x="216275" y="34671"/>
                </a:lnTo>
                <a:lnTo>
                  <a:pt x="234277" y="28565"/>
                </a:lnTo>
                <a:lnTo>
                  <a:pt x="252289" y="22460"/>
                </a:lnTo>
                <a:lnTo>
                  <a:pt x="270291" y="16345"/>
                </a:lnTo>
                <a:lnTo>
                  <a:pt x="288303" y="10239"/>
                </a:lnTo>
                <a:lnTo>
                  <a:pt x="306305" y="4134"/>
                </a:lnTo>
                <a:lnTo>
                  <a:pt x="322898" y="0"/>
                </a:lnTo>
                <a:lnTo>
                  <a:pt x="322898" y="19012"/>
                </a:lnTo>
                <a:lnTo>
                  <a:pt x="322898" y="38033"/>
                </a:lnTo>
                <a:lnTo>
                  <a:pt x="322898" y="57045"/>
                </a:lnTo>
                <a:lnTo>
                  <a:pt x="322898" y="76057"/>
                </a:lnTo>
                <a:lnTo>
                  <a:pt x="322898" y="95069"/>
                </a:lnTo>
                <a:lnTo>
                  <a:pt x="322898" y="114090"/>
                </a:lnTo>
                <a:lnTo>
                  <a:pt x="322898" y="133102"/>
                </a:lnTo>
                <a:lnTo>
                  <a:pt x="322898" y="152114"/>
                </a:lnTo>
                <a:lnTo>
                  <a:pt x="322898" y="171126"/>
                </a:lnTo>
                <a:lnTo>
                  <a:pt x="322898" y="190148"/>
                </a:lnTo>
                <a:lnTo>
                  <a:pt x="322898" y="209159"/>
                </a:lnTo>
                <a:lnTo>
                  <a:pt x="322898" y="228171"/>
                </a:lnTo>
                <a:lnTo>
                  <a:pt x="322898" y="247193"/>
                </a:lnTo>
                <a:lnTo>
                  <a:pt x="322898" y="266205"/>
                </a:lnTo>
                <a:lnTo>
                  <a:pt x="322898" y="285217"/>
                </a:lnTo>
                <a:lnTo>
                  <a:pt x="322898" y="304229"/>
                </a:lnTo>
                <a:lnTo>
                  <a:pt x="322898" y="323250"/>
                </a:lnTo>
                <a:lnTo>
                  <a:pt x="322898" y="342262"/>
                </a:lnTo>
                <a:lnTo>
                  <a:pt x="322898" y="361274"/>
                </a:lnTo>
                <a:lnTo>
                  <a:pt x="316011" y="375695"/>
                </a:lnTo>
                <a:lnTo>
                  <a:pt x="298456" y="383000"/>
                </a:lnTo>
                <a:lnTo>
                  <a:pt x="280902" y="390306"/>
                </a:lnTo>
                <a:lnTo>
                  <a:pt x="263347" y="397602"/>
                </a:lnTo>
                <a:lnTo>
                  <a:pt x="245793" y="404908"/>
                </a:lnTo>
                <a:lnTo>
                  <a:pt x="228238" y="412213"/>
                </a:lnTo>
                <a:lnTo>
                  <a:pt x="210674" y="419510"/>
                </a:lnTo>
                <a:lnTo>
                  <a:pt x="193119" y="426815"/>
                </a:lnTo>
                <a:lnTo>
                  <a:pt x="175565" y="434121"/>
                </a:lnTo>
                <a:lnTo>
                  <a:pt x="158010" y="441417"/>
                </a:lnTo>
                <a:lnTo>
                  <a:pt x="140456" y="448723"/>
                </a:lnTo>
                <a:lnTo>
                  <a:pt x="122892" y="456019"/>
                </a:lnTo>
                <a:lnTo>
                  <a:pt x="105337" y="463325"/>
                </a:lnTo>
                <a:lnTo>
                  <a:pt x="87782" y="470630"/>
                </a:lnTo>
                <a:lnTo>
                  <a:pt x="70228" y="477926"/>
                </a:lnTo>
                <a:lnTo>
                  <a:pt x="52673" y="485232"/>
                </a:lnTo>
                <a:lnTo>
                  <a:pt x="35109" y="492538"/>
                </a:lnTo>
                <a:lnTo>
                  <a:pt x="17555" y="499834"/>
                </a:lnTo>
                <a:lnTo>
                  <a:pt x="0" y="507140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BF05B59F-660C-4C46-B4B9-2B7D623F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4040" y="4781550"/>
            <a:ext cx="2091119" cy="134303"/>
          </a:xfrm>
          <a:custGeom xmlns:a="http://schemas.openxmlformats.org/drawingml/2006/main">
            <a:pathLst>
              <a:path w="2091119" h="134303">
                <a:moveTo>
                  <a:pt x="0" y="134303"/>
                </a:moveTo>
                <a:lnTo>
                  <a:pt x="19021" y="134303"/>
                </a:lnTo>
                <a:lnTo>
                  <a:pt x="38043" y="134303"/>
                </a:lnTo>
                <a:lnTo>
                  <a:pt x="57064" y="134303"/>
                </a:lnTo>
                <a:lnTo>
                  <a:pt x="76086" y="134303"/>
                </a:lnTo>
                <a:lnTo>
                  <a:pt x="95117" y="134303"/>
                </a:lnTo>
                <a:lnTo>
                  <a:pt x="114138" y="134303"/>
                </a:lnTo>
                <a:lnTo>
                  <a:pt x="133160" y="134303"/>
                </a:lnTo>
                <a:lnTo>
                  <a:pt x="152181" y="134303"/>
                </a:lnTo>
                <a:lnTo>
                  <a:pt x="171202" y="134303"/>
                </a:lnTo>
                <a:lnTo>
                  <a:pt x="190224" y="134303"/>
                </a:lnTo>
                <a:lnTo>
                  <a:pt x="209245" y="134303"/>
                </a:lnTo>
                <a:lnTo>
                  <a:pt x="228267" y="134303"/>
                </a:lnTo>
                <a:lnTo>
                  <a:pt x="247288" y="134303"/>
                </a:lnTo>
                <a:lnTo>
                  <a:pt x="266309" y="134303"/>
                </a:lnTo>
                <a:lnTo>
                  <a:pt x="285340" y="134303"/>
                </a:lnTo>
                <a:lnTo>
                  <a:pt x="304362" y="134303"/>
                </a:lnTo>
                <a:lnTo>
                  <a:pt x="323383" y="134303"/>
                </a:lnTo>
                <a:lnTo>
                  <a:pt x="342405" y="134303"/>
                </a:lnTo>
                <a:lnTo>
                  <a:pt x="361426" y="134303"/>
                </a:lnTo>
                <a:lnTo>
                  <a:pt x="380448" y="134303"/>
                </a:lnTo>
                <a:lnTo>
                  <a:pt x="399469" y="134303"/>
                </a:lnTo>
                <a:lnTo>
                  <a:pt x="418490" y="134303"/>
                </a:lnTo>
                <a:lnTo>
                  <a:pt x="437512" y="134303"/>
                </a:lnTo>
                <a:lnTo>
                  <a:pt x="456543" y="134303"/>
                </a:lnTo>
                <a:lnTo>
                  <a:pt x="475564" y="134303"/>
                </a:lnTo>
                <a:lnTo>
                  <a:pt x="494586" y="134303"/>
                </a:lnTo>
                <a:lnTo>
                  <a:pt x="513607" y="134303"/>
                </a:lnTo>
                <a:lnTo>
                  <a:pt x="532628" y="134303"/>
                </a:lnTo>
                <a:lnTo>
                  <a:pt x="551650" y="134303"/>
                </a:lnTo>
                <a:lnTo>
                  <a:pt x="570671" y="134303"/>
                </a:lnTo>
                <a:lnTo>
                  <a:pt x="589693" y="134303"/>
                </a:lnTo>
                <a:lnTo>
                  <a:pt x="608714" y="134303"/>
                </a:lnTo>
                <a:lnTo>
                  <a:pt x="627736" y="134303"/>
                </a:lnTo>
                <a:lnTo>
                  <a:pt x="646767" y="134303"/>
                </a:lnTo>
                <a:lnTo>
                  <a:pt x="665788" y="134303"/>
                </a:lnTo>
                <a:lnTo>
                  <a:pt x="684809" y="134303"/>
                </a:lnTo>
                <a:lnTo>
                  <a:pt x="703831" y="134303"/>
                </a:lnTo>
                <a:lnTo>
                  <a:pt x="722852" y="134303"/>
                </a:lnTo>
                <a:lnTo>
                  <a:pt x="741874" y="134303"/>
                </a:lnTo>
                <a:lnTo>
                  <a:pt x="760895" y="134303"/>
                </a:lnTo>
                <a:lnTo>
                  <a:pt x="779917" y="134303"/>
                </a:lnTo>
                <a:lnTo>
                  <a:pt x="798938" y="134303"/>
                </a:lnTo>
                <a:lnTo>
                  <a:pt x="817969" y="134303"/>
                </a:lnTo>
                <a:lnTo>
                  <a:pt x="836990" y="134303"/>
                </a:lnTo>
                <a:lnTo>
                  <a:pt x="856012" y="134303"/>
                </a:lnTo>
                <a:lnTo>
                  <a:pt x="875033" y="134303"/>
                </a:lnTo>
                <a:lnTo>
                  <a:pt x="894055" y="134303"/>
                </a:lnTo>
                <a:lnTo>
                  <a:pt x="913076" y="134303"/>
                </a:lnTo>
                <a:lnTo>
                  <a:pt x="932097" y="134303"/>
                </a:lnTo>
                <a:lnTo>
                  <a:pt x="951119" y="134303"/>
                </a:lnTo>
                <a:lnTo>
                  <a:pt x="970140" y="134303"/>
                </a:lnTo>
                <a:lnTo>
                  <a:pt x="989162" y="134303"/>
                </a:lnTo>
                <a:lnTo>
                  <a:pt x="1008193" y="134303"/>
                </a:lnTo>
                <a:lnTo>
                  <a:pt x="1027214" y="134303"/>
                </a:lnTo>
                <a:lnTo>
                  <a:pt x="1046236" y="134303"/>
                </a:lnTo>
                <a:lnTo>
                  <a:pt x="1065257" y="134303"/>
                </a:lnTo>
                <a:lnTo>
                  <a:pt x="1084278" y="134303"/>
                </a:lnTo>
                <a:lnTo>
                  <a:pt x="1103300" y="134303"/>
                </a:lnTo>
                <a:lnTo>
                  <a:pt x="1122321" y="134303"/>
                </a:lnTo>
                <a:lnTo>
                  <a:pt x="1141343" y="134303"/>
                </a:lnTo>
                <a:lnTo>
                  <a:pt x="1160364" y="134303"/>
                </a:lnTo>
                <a:lnTo>
                  <a:pt x="1179395" y="134303"/>
                </a:lnTo>
                <a:lnTo>
                  <a:pt x="1198416" y="134303"/>
                </a:lnTo>
                <a:lnTo>
                  <a:pt x="1217438" y="134303"/>
                </a:lnTo>
                <a:lnTo>
                  <a:pt x="1236459" y="134303"/>
                </a:lnTo>
                <a:lnTo>
                  <a:pt x="1255481" y="134303"/>
                </a:lnTo>
                <a:lnTo>
                  <a:pt x="1274502" y="134303"/>
                </a:lnTo>
                <a:lnTo>
                  <a:pt x="1293524" y="134303"/>
                </a:lnTo>
                <a:lnTo>
                  <a:pt x="1312545" y="134303"/>
                </a:lnTo>
                <a:lnTo>
                  <a:pt x="1331566" y="134303"/>
                </a:lnTo>
                <a:lnTo>
                  <a:pt x="1350597" y="134303"/>
                </a:lnTo>
                <a:lnTo>
                  <a:pt x="1369619" y="134303"/>
                </a:lnTo>
                <a:lnTo>
                  <a:pt x="1388640" y="134303"/>
                </a:lnTo>
                <a:lnTo>
                  <a:pt x="1407662" y="134303"/>
                </a:lnTo>
                <a:lnTo>
                  <a:pt x="1426683" y="134303"/>
                </a:lnTo>
                <a:lnTo>
                  <a:pt x="1445705" y="134303"/>
                </a:lnTo>
                <a:lnTo>
                  <a:pt x="1464726" y="134303"/>
                </a:lnTo>
                <a:lnTo>
                  <a:pt x="1483747" y="134303"/>
                </a:lnTo>
                <a:lnTo>
                  <a:pt x="1502769" y="134303"/>
                </a:lnTo>
                <a:lnTo>
                  <a:pt x="1521790" y="134303"/>
                </a:lnTo>
                <a:lnTo>
                  <a:pt x="1540821" y="134303"/>
                </a:lnTo>
                <a:lnTo>
                  <a:pt x="1559843" y="134303"/>
                </a:lnTo>
                <a:lnTo>
                  <a:pt x="1578864" y="134303"/>
                </a:lnTo>
                <a:lnTo>
                  <a:pt x="1597885" y="134303"/>
                </a:lnTo>
                <a:lnTo>
                  <a:pt x="1616907" y="134303"/>
                </a:lnTo>
                <a:lnTo>
                  <a:pt x="1635928" y="134303"/>
                </a:lnTo>
                <a:lnTo>
                  <a:pt x="1654950" y="134303"/>
                </a:lnTo>
                <a:lnTo>
                  <a:pt x="1673971" y="134303"/>
                </a:lnTo>
                <a:lnTo>
                  <a:pt x="1692993" y="134303"/>
                </a:lnTo>
                <a:lnTo>
                  <a:pt x="1712014" y="134303"/>
                </a:lnTo>
                <a:lnTo>
                  <a:pt x="1731045" y="134303"/>
                </a:lnTo>
                <a:lnTo>
                  <a:pt x="1750066" y="134303"/>
                </a:lnTo>
                <a:lnTo>
                  <a:pt x="1769088" y="134303"/>
                </a:lnTo>
                <a:lnTo>
                  <a:pt x="1787061" y="129083"/>
                </a:lnTo>
                <a:lnTo>
                  <a:pt x="1804626" y="121777"/>
                </a:lnTo>
                <a:lnTo>
                  <a:pt x="1822190" y="114471"/>
                </a:lnTo>
                <a:lnTo>
                  <a:pt x="1839754" y="107166"/>
                </a:lnTo>
                <a:lnTo>
                  <a:pt x="1857318" y="99860"/>
                </a:lnTo>
                <a:lnTo>
                  <a:pt x="1874882" y="92554"/>
                </a:lnTo>
                <a:lnTo>
                  <a:pt x="1892446" y="85249"/>
                </a:lnTo>
                <a:lnTo>
                  <a:pt x="1910010" y="77943"/>
                </a:lnTo>
                <a:lnTo>
                  <a:pt x="1927574" y="70637"/>
                </a:lnTo>
                <a:lnTo>
                  <a:pt x="1945138" y="63332"/>
                </a:lnTo>
                <a:lnTo>
                  <a:pt x="1962702" y="56026"/>
                </a:lnTo>
                <a:lnTo>
                  <a:pt x="1980267" y="48720"/>
                </a:lnTo>
                <a:lnTo>
                  <a:pt x="1997831" y="41415"/>
                </a:lnTo>
                <a:lnTo>
                  <a:pt x="2015395" y="34109"/>
                </a:lnTo>
                <a:lnTo>
                  <a:pt x="2032959" y="26803"/>
                </a:lnTo>
                <a:lnTo>
                  <a:pt x="2050523" y="19498"/>
                </a:lnTo>
                <a:lnTo>
                  <a:pt x="2068087" y="12192"/>
                </a:lnTo>
                <a:lnTo>
                  <a:pt x="2085651" y="4886"/>
                </a:lnTo>
                <a:lnTo>
                  <a:pt x="2091119" y="0"/>
                </a:lnTo>
                <a:lnTo>
                  <a:pt x="2072088" y="0"/>
                </a:lnTo>
                <a:lnTo>
                  <a:pt x="2053066" y="0"/>
                </a:lnTo>
                <a:lnTo>
                  <a:pt x="2034045" y="0"/>
                </a:lnTo>
                <a:lnTo>
                  <a:pt x="2015023" y="0"/>
                </a:lnTo>
                <a:lnTo>
                  <a:pt x="1996002" y="0"/>
                </a:lnTo>
                <a:lnTo>
                  <a:pt x="1976980" y="0"/>
                </a:lnTo>
                <a:lnTo>
                  <a:pt x="1957959" y="0"/>
                </a:lnTo>
                <a:lnTo>
                  <a:pt x="1938938" y="0"/>
                </a:lnTo>
                <a:lnTo>
                  <a:pt x="1919916" y="0"/>
                </a:lnTo>
                <a:lnTo>
                  <a:pt x="1900895" y="0"/>
                </a:lnTo>
                <a:lnTo>
                  <a:pt x="1881864" y="0"/>
                </a:lnTo>
                <a:lnTo>
                  <a:pt x="1862842" y="0"/>
                </a:lnTo>
                <a:lnTo>
                  <a:pt x="1843821" y="0"/>
                </a:lnTo>
                <a:lnTo>
                  <a:pt x="1824800" y="0"/>
                </a:lnTo>
                <a:lnTo>
                  <a:pt x="1805778" y="0"/>
                </a:lnTo>
                <a:lnTo>
                  <a:pt x="1786757" y="0"/>
                </a:lnTo>
                <a:lnTo>
                  <a:pt x="1767735" y="0"/>
                </a:lnTo>
                <a:lnTo>
                  <a:pt x="1748714" y="0"/>
                </a:lnTo>
                <a:lnTo>
                  <a:pt x="1729692" y="0"/>
                </a:lnTo>
                <a:lnTo>
                  <a:pt x="1710661" y="0"/>
                </a:lnTo>
                <a:lnTo>
                  <a:pt x="1691640" y="0"/>
                </a:lnTo>
                <a:lnTo>
                  <a:pt x="1672619" y="0"/>
                </a:lnTo>
                <a:lnTo>
                  <a:pt x="1653597" y="0"/>
                </a:lnTo>
                <a:lnTo>
                  <a:pt x="1634576" y="0"/>
                </a:lnTo>
                <a:lnTo>
                  <a:pt x="1615554" y="0"/>
                </a:lnTo>
                <a:lnTo>
                  <a:pt x="1596533" y="0"/>
                </a:lnTo>
                <a:lnTo>
                  <a:pt x="1577511" y="0"/>
                </a:lnTo>
                <a:lnTo>
                  <a:pt x="1558490" y="0"/>
                </a:lnTo>
                <a:lnTo>
                  <a:pt x="1539469" y="0"/>
                </a:lnTo>
                <a:lnTo>
                  <a:pt x="1520438" y="0"/>
                </a:lnTo>
                <a:lnTo>
                  <a:pt x="1501416" y="0"/>
                </a:lnTo>
                <a:lnTo>
                  <a:pt x="1482395" y="0"/>
                </a:lnTo>
                <a:lnTo>
                  <a:pt x="1463373" y="0"/>
                </a:lnTo>
                <a:lnTo>
                  <a:pt x="1444352" y="0"/>
                </a:lnTo>
                <a:lnTo>
                  <a:pt x="1425331" y="0"/>
                </a:lnTo>
                <a:lnTo>
                  <a:pt x="1406309" y="0"/>
                </a:lnTo>
                <a:lnTo>
                  <a:pt x="1387288" y="0"/>
                </a:lnTo>
                <a:lnTo>
                  <a:pt x="1368266" y="0"/>
                </a:lnTo>
                <a:lnTo>
                  <a:pt x="1349235" y="0"/>
                </a:lnTo>
                <a:lnTo>
                  <a:pt x="1330214" y="0"/>
                </a:lnTo>
                <a:lnTo>
                  <a:pt x="1311192" y="0"/>
                </a:lnTo>
                <a:lnTo>
                  <a:pt x="1292171" y="0"/>
                </a:lnTo>
                <a:lnTo>
                  <a:pt x="1273150" y="0"/>
                </a:lnTo>
                <a:lnTo>
                  <a:pt x="1254128" y="0"/>
                </a:lnTo>
                <a:lnTo>
                  <a:pt x="1235107" y="0"/>
                </a:lnTo>
                <a:lnTo>
                  <a:pt x="1216085" y="0"/>
                </a:lnTo>
                <a:lnTo>
                  <a:pt x="1197064" y="0"/>
                </a:lnTo>
                <a:lnTo>
                  <a:pt x="1178042" y="0"/>
                </a:lnTo>
                <a:lnTo>
                  <a:pt x="1159012" y="0"/>
                </a:lnTo>
                <a:lnTo>
                  <a:pt x="1139990" y="0"/>
                </a:lnTo>
                <a:lnTo>
                  <a:pt x="1120969" y="0"/>
                </a:lnTo>
                <a:lnTo>
                  <a:pt x="1101947" y="0"/>
                </a:lnTo>
                <a:lnTo>
                  <a:pt x="1082926" y="0"/>
                </a:lnTo>
                <a:lnTo>
                  <a:pt x="1063904" y="0"/>
                </a:lnTo>
                <a:lnTo>
                  <a:pt x="1044883" y="0"/>
                </a:lnTo>
                <a:lnTo>
                  <a:pt x="1025862" y="0"/>
                </a:lnTo>
                <a:lnTo>
                  <a:pt x="1006840" y="0"/>
                </a:lnTo>
                <a:lnTo>
                  <a:pt x="987809" y="0"/>
                </a:lnTo>
                <a:lnTo>
                  <a:pt x="968788" y="0"/>
                </a:lnTo>
                <a:lnTo>
                  <a:pt x="949766" y="0"/>
                </a:lnTo>
                <a:lnTo>
                  <a:pt x="930745" y="0"/>
                </a:lnTo>
                <a:lnTo>
                  <a:pt x="911723" y="0"/>
                </a:lnTo>
                <a:lnTo>
                  <a:pt x="892702" y="0"/>
                </a:lnTo>
                <a:lnTo>
                  <a:pt x="873681" y="0"/>
                </a:lnTo>
                <a:lnTo>
                  <a:pt x="854659" y="0"/>
                </a:lnTo>
                <a:lnTo>
                  <a:pt x="835638" y="0"/>
                </a:lnTo>
                <a:lnTo>
                  <a:pt x="816607" y="0"/>
                </a:lnTo>
                <a:lnTo>
                  <a:pt x="797585" y="0"/>
                </a:lnTo>
                <a:lnTo>
                  <a:pt x="778564" y="0"/>
                </a:lnTo>
                <a:lnTo>
                  <a:pt x="759543" y="0"/>
                </a:lnTo>
                <a:lnTo>
                  <a:pt x="740521" y="0"/>
                </a:lnTo>
                <a:lnTo>
                  <a:pt x="721500" y="0"/>
                </a:lnTo>
                <a:lnTo>
                  <a:pt x="702478" y="0"/>
                </a:lnTo>
                <a:lnTo>
                  <a:pt x="683457" y="0"/>
                </a:lnTo>
                <a:lnTo>
                  <a:pt x="664435" y="0"/>
                </a:lnTo>
                <a:lnTo>
                  <a:pt x="645414" y="0"/>
                </a:lnTo>
                <a:lnTo>
                  <a:pt x="626383" y="0"/>
                </a:lnTo>
                <a:lnTo>
                  <a:pt x="607362" y="0"/>
                </a:lnTo>
                <a:lnTo>
                  <a:pt x="588340" y="0"/>
                </a:lnTo>
                <a:lnTo>
                  <a:pt x="569319" y="0"/>
                </a:lnTo>
                <a:lnTo>
                  <a:pt x="550297" y="0"/>
                </a:lnTo>
                <a:lnTo>
                  <a:pt x="531276" y="0"/>
                </a:lnTo>
                <a:lnTo>
                  <a:pt x="512255" y="0"/>
                </a:lnTo>
                <a:lnTo>
                  <a:pt x="493233" y="0"/>
                </a:lnTo>
                <a:lnTo>
                  <a:pt x="474212" y="0"/>
                </a:lnTo>
                <a:lnTo>
                  <a:pt x="455181" y="0"/>
                </a:lnTo>
                <a:lnTo>
                  <a:pt x="436159" y="0"/>
                </a:lnTo>
                <a:lnTo>
                  <a:pt x="417833" y="4534"/>
                </a:lnTo>
                <a:lnTo>
                  <a:pt x="399659" y="10182"/>
                </a:lnTo>
                <a:lnTo>
                  <a:pt x="381495" y="15821"/>
                </a:lnTo>
                <a:lnTo>
                  <a:pt x="363331" y="21460"/>
                </a:lnTo>
                <a:lnTo>
                  <a:pt x="345167" y="27108"/>
                </a:lnTo>
                <a:lnTo>
                  <a:pt x="326993" y="32747"/>
                </a:lnTo>
                <a:lnTo>
                  <a:pt x="308829" y="38386"/>
                </a:lnTo>
                <a:lnTo>
                  <a:pt x="290665" y="44034"/>
                </a:lnTo>
                <a:lnTo>
                  <a:pt x="272501" y="49673"/>
                </a:lnTo>
                <a:lnTo>
                  <a:pt x="254327" y="55312"/>
                </a:lnTo>
                <a:lnTo>
                  <a:pt x="236163" y="60960"/>
                </a:lnTo>
                <a:lnTo>
                  <a:pt x="217999" y="66599"/>
                </a:lnTo>
                <a:lnTo>
                  <a:pt x="199835" y="72238"/>
                </a:lnTo>
                <a:lnTo>
                  <a:pt x="181661" y="77886"/>
                </a:lnTo>
                <a:lnTo>
                  <a:pt x="163497" y="83525"/>
                </a:lnTo>
                <a:lnTo>
                  <a:pt x="145332" y="89164"/>
                </a:lnTo>
                <a:lnTo>
                  <a:pt x="127168" y="94812"/>
                </a:lnTo>
                <a:lnTo>
                  <a:pt x="108995" y="100451"/>
                </a:lnTo>
                <a:lnTo>
                  <a:pt x="90830" y="106089"/>
                </a:lnTo>
                <a:lnTo>
                  <a:pt x="72666" y="111738"/>
                </a:lnTo>
                <a:lnTo>
                  <a:pt x="54502" y="117377"/>
                </a:lnTo>
                <a:lnTo>
                  <a:pt x="36328" y="123015"/>
                </a:lnTo>
                <a:lnTo>
                  <a:pt x="18164" y="128664"/>
                </a:lnTo>
                <a:lnTo>
                  <a:pt x="0" y="13430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D636ECED-C6B3-4B6C-8BC9-6DA4E3E1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3573" y="4781550"/>
            <a:ext cx="1962150" cy="134303"/>
          </a:xfrm>
          <a:custGeom xmlns:a="http://schemas.openxmlformats.org/drawingml/2006/main">
            <a:pathLst>
              <a:path w="1962150" h="134303">
                <a:moveTo>
                  <a:pt x="0" y="134303"/>
                </a:moveTo>
                <a:lnTo>
                  <a:pt x="18936" y="134303"/>
                </a:lnTo>
                <a:lnTo>
                  <a:pt x="37881" y="134303"/>
                </a:lnTo>
                <a:lnTo>
                  <a:pt x="56817" y="134303"/>
                </a:lnTo>
                <a:lnTo>
                  <a:pt x="75752" y="134303"/>
                </a:lnTo>
                <a:lnTo>
                  <a:pt x="94698" y="134303"/>
                </a:lnTo>
                <a:lnTo>
                  <a:pt x="113633" y="134303"/>
                </a:lnTo>
                <a:lnTo>
                  <a:pt x="132578" y="134303"/>
                </a:lnTo>
                <a:lnTo>
                  <a:pt x="151514" y="134303"/>
                </a:lnTo>
                <a:lnTo>
                  <a:pt x="170450" y="134303"/>
                </a:lnTo>
                <a:lnTo>
                  <a:pt x="189395" y="134303"/>
                </a:lnTo>
                <a:lnTo>
                  <a:pt x="208331" y="134303"/>
                </a:lnTo>
                <a:lnTo>
                  <a:pt x="227267" y="134303"/>
                </a:lnTo>
                <a:lnTo>
                  <a:pt x="246212" y="134303"/>
                </a:lnTo>
                <a:lnTo>
                  <a:pt x="265147" y="134303"/>
                </a:lnTo>
                <a:lnTo>
                  <a:pt x="284083" y="134303"/>
                </a:lnTo>
                <a:lnTo>
                  <a:pt x="303028" y="134303"/>
                </a:lnTo>
                <a:lnTo>
                  <a:pt x="321964" y="134303"/>
                </a:lnTo>
                <a:lnTo>
                  <a:pt x="340900" y="134303"/>
                </a:lnTo>
                <a:lnTo>
                  <a:pt x="359845" y="134303"/>
                </a:lnTo>
                <a:lnTo>
                  <a:pt x="378781" y="134303"/>
                </a:lnTo>
                <a:lnTo>
                  <a:pt x="397726" y="134303"/>
                </a:lnTo>
                <a:lnTo>
                  <a:pt x="416662" y="134303"/>
                </a:lnTo>
                <a:lnTo>
                  <a:pt x="435597" y="134303"/>
                </a:lnTo>
                <a:lnTo>
                  <a:pt x="454543" y="134303"/>
                </a:lnTo>
                <a:lnTo>
                  <a:pt x="473478" y="134303"/>
                </a:lnTo>
                <a:lnTo>
                  <a:pt x="492414" y="134303"/>
                </a:lnTo>
                <a:lnTo>
                  <a:pt x="511359" y="134303"/>
                </a:lnTo>
                <a:lnTo>
                  <a:pt x="530295" y="134303"/>
                </a:lnTo>
                <a:lnTo>
                  <a:pt x="549231" y="134303"/>
                </a:lnTo>
                <a:lnTo>
                  <a:pt x="568176" y="134303"/>
                </a:lnTo>
                <a:lnTo>
                  <a:pt x="587111" y="134303"/>
                </a:lnTo>
                <a:lnTo>
                  <a:pt x="606047" y="134303"/>
                </a:lnTo>
                <a:lnTo>
                  <a:pt x="624992" y="134303"/>
                </a:lnTo>
                <a:lnTo>
                  <a:pt x="643928" y="134303"/>
                </a:lnTo>
                <a:lnTo>
                  <a:pt x="662873" y="134303"/>
                </a:lnTo>
                <a:lnTo>
                  <a:pt x="681809" y="134303"/>
                </a:lnTo>
                <a:lnTo>
                  <a:pt x="700745" y="134303"/>
                </a:lnTo>
                <a:lnTo>
                  <a:pt x="719690" y="134303"/>
                </a:lnTo>
                <a:lnTo>
                  <a:pt x="738626" y="134303"/>
                </a:lnTo>
                <a:lnTo>
                  <a:pt x="757561" y="134303"/>
                </a:lnTo>
                <a:lnTo>
                  <a:pt x="776507" y="134303"/>
                </a:lnTo>
                <a:lnTo>
                  <a:pt x="795442" y="134303"/>
                </a:lnTo>
                <a:lnTo>
                  <a:pt x="814378" y="134303"/>
                </a:lnTo>
                <a:lnTo>
                  <a:pt x="833323" y="134303"/>
                </a:lnTo>
                <a:lnTo>
                  <a:pt x="852259" y="134303"/>
                </a:lnTo>
                <a:lnTo>
                  <a:pt x="871195" y="134303"/>
                </a:lnTo>
                <a:lnTo>
                  <a:pt x="890140" y="134303"/>
                </a:lnTo>
                <a:lnTo>
                  <a:pt x="909076" y="134303"/>
                </a:lnTo>
                <a:lnTo>
                  <a:pt x="928021" y="134303"/>
                </a:lnTo>
                <a:lnTo>
                  <a:pt x="946956" y="134303"/>
                </a:lnTo>
                <a:lnTo>
                  <a:pt x="965892" y="134303"/>
                </a:lnTo>
                <a:lnTo>
                  <a:pt x="984837" y="134303"/>
                </a:lnTo>
                <a:lnTo>
                  <a:pt x="1003773" y="134303"/>
                </a:lnTo>
                <a:lnTo>
                  <a:pt x="1022709" y="134303"/>
                </a:lnTo>
                <a:lnTo>
                  <a:pt x="1041654" y="134303"/>
                </a:lnTo>
                <a:lnTo>
                  <a:pt x="1060590" y="134303"/>
                </a:lnTo>
                <a:lnTo>
                  <a:pt x="1079525" y="134303"/>
                </a:lnTo>
                <a:lnTo>
                  <a:pt x="1098471" y="134303"/>
                </a:lnTo>
                <a:lnTo>
                  <a:pt x="1117406" y="134303"/>
                </a:lnTo>
                <a:lnTo>
                  <a:pt x="1136342" y="134303"/>
                </a:lnTo>
                <a:lnTo>
                  <a:pt x="1155287" y="134303"/>
                </a:lnTo>
                <a:lnTo>
                  <a:pt x="1174223" y="134303"/>
                </a:lnTo>
                <a:lnTo>
                  <a:pt x="1193168" y="134303"/>
                </a:lnTo>
                <a:lnTo>
                  <a:pt x="1212104" y="134303"/>
                </a:lnTo>
                <a:lnTo>
                  <a:pt x="1231040" y="134303"/>
                </a:lnTo>
                <a:lnTo>
                  <a:pt x="1249985" y="134303"/>
                </a:lnTo>
                <a:lnTo>
                  <a:pt x="1268921" y="134303"/>
                </a:lnTo>
                <a:lnTo>
                  <a:pt x="1287856" y="134303"/>
                </a:lnTo>
                <a:lnTo>
                  <a:pt x="1306801" y="134303"/>
                </a:lnTo>
                <a:lnTo>
                  <a:pt x="1325737" y="134303"/>
                </a:lnTo>
                <a:lnTo>
                  <a:pt x="1344673" y="134303"/>
                </a:lnTo>
                <a:lnTo>
                  <a:pt x="1363618" y="134303"/>
                </a:lnTo>
                <a:lnTo>
                  <a:pt x="1382554" y="134303"/>
                </a:lnTo>
                <a:lnTo>
                  <a:pt x="1401489" y="134303"/>
                </a:lnTo>
                <a:lnTo>
                  <a:pt x="1420435" y="134303"/>
                </a:lnTo>
                <a:lnTo>
                  <a:pt x="1439370" y="134303"/>
                </a:lnTo>
                <a:lnTo>
                  <a:pt x="1458316" y="134303"/>
                </a:lnTo>
                <a:lnTo>
                  <a:pt x="1477251" y="134303"/>
                </a:lnTo>
                <a:lnTo>
                  <a:pt x="1496187" y="134303"/>
                </a:lnTo>
                <a:lnTo>
                  <a:pt x="1515132" y="134303"/>
                </a:lnTo>
                <a:lnTo>
                  <a:pt x="1534068" y="134303"/>
                </a:lnTo>
                <a:lnTo>
                  <a:pt x="1553004" y="134303"/>
                </a:lnTo>
                <a:lnTo>
                  <a:pt x="1571949" y="134303"/>
                </a:lnTo>
                <a:lnTo>
                  <a:pt x="1590885" y="134303"/>
                </a:lnTo>
                <a:lnTo>
                  <a:pt x="1609820" y="134303"/>
                </a:lnTo>
                <a:lnTo>
                  <a:pt x="1628765" y="134303"/>
                </a:lnTo>
                <a:lnTo>
                  <a:pt x="1646711" y="129292"/>
                </a:lnTo>
                <a:lnTo>
                  <a:pt x="1664237" y="122111"/>
                </a:lnTo>
                <a:lnTo>
                  <a:pt x="1681763" y="114929"/>
                </a:lnTo>
                <a:lnTo>
                  <a:pt x="1699289" y="107747"/>
                </a:lnTo>
                <a:lnTo>
                  <a:pt x="1716815" y="100555"/>
                </a:lnTo>
                <a:lnTo>
                  <a:pt x="1734341" y="93374"/>
                </a:lnTo>
                <a:lnTo>
                  <a:pt x="1751857" y="86192"/>
                </a:lnTo>
                <a:lnTo>
                  <a:pt x="1769383" y="79010"/>
                </a:lnTo>
                <a:lnTo>
                  <a:pt x="1786909" y="71828"/>
                </a:lnTo>
                <a:lnTo>
                  <a:pt x="1804435" y="64646"/>
                </a:lnTo>
                <a:lnTo>
                  <a:pt x="1821961" y="57464"/>
                </a:lnTo>
                <a:lnTo>
                  <a:pt x="1839478" y="50282"/>
                </a:lnTo>
                <a:lnTo>
                  <a:pt x="1857004" y="43101"/>
                </a:lnTo>
                <a:lnTo>
                  <a:pt x="1874530" y="35919"/>
                </a:lnTo>
                <a:lnTo>
                  <a:pt x="1892056" y="28727"/>
                </a:lnTo>
                <a:lnTo>
                  <a:pt x="1909582" y="21546"/>
                </a:lnTo>
                <a:lnTo>
                  <a:pt x="1927098" y="14364"/>
                </a:lnTo>
                <a:lnTo>
                  <a:pt x="1944624" y="7182"/>
                </a:lnTo>
                <a:lnTo>
                  <a:pt x="1962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8B1E9385-666F-4249-98DB-429CC805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2198" y="4781550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B69A60D1-4F57-4E7E-9CBB-08EC446E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3055" y="4036514"/>
            <a:ext cx="213360" cy="480241"/>
          </a:xfrm>
          <a:custGeom xmlns:a="http://schemas.openxmlformats.org/drawingml/2006/main">
            <a:pathLst>
              <a:path w="213360" h="480241">
                <a:moveTo>
                  <a:pt x="0" y="480241"/>
                </a:moveTo>
                <a:lnTo>
                  <a:pt x="0" y="461439"/>
                </a:lnTo>
                <a:lnTo>
                  <a:pt x="0" y="442636"/>
                </a:lnTo>
                <a:lnTo>
                  <a:pt x="0" y="423834"/>
                </a:lnTo>
                <a:lnTo>
                  <a:pt x="0" y="405032"/>
                </a:lnTo>
                <a:lnTo>
                  <a:pt x="0" y="386229"/>
                </a:lnTo>
                <a:lnTo>
                  <a:pt x="0" y="367427"/>
                </a:lnTo>
                <a:lnTo>
                  <a:pt x="0" y="348625"/>
                </a:lnTo>
                <a:lnTo>
                  <a:pt x="0" y="329822"/>
                </a:lnTo>
                <a:lnTo>
                  <a:pt x="0" y="311020"/>
                </a:lnTo>
                <a:lnTo>
                  <a:pt x="0" y="292217"/>
                </a:lnTo>
                <a:lnTo>
                  <a:pt x="0" y="273415"/>
                </a:lnTo>
                <a:lnTo>
                  <a:pt x="0" y="254613"/>
                </a:lnTo>
                <a:lnTo>
                  <a:pt x="0" y="235810"/>
                </a:lnTo>
                <a:lnTo>
                  <a:pt x="0" y="217008"/>
                </a:lnTo>
                <a:lnTo>
                  <a:pt x="0" y="198206"/>
                </a:lnTo>
                <a:lnTo>
                  <a:pt x="0" y="179403"/>
                </a:lnTo>
                <a:lnTo>
                  <a:pt x="0" y="160601"/>
                </a:lnTo>
                <a:lnTo>
                  <a:pt x="0" y="141799"/>
                </a:lnTo>
                <a:lnTo>
                  <a:pt x="0" y="122996"/>
                </a:lnTo>
                <a:lnTo>
                  <a:pt x="0" y="104194"/>
                </a:lnTo>
                <a:lnTo>
                  <a:pt x="0" y="85392"/>
                </a:lnTo>
                <a:lnTo>
                  <a:pt x="14411" y="76371"/>
                </a:lnTo>
                <a:lnTo>
                  <a:pt x="31880" y="69428"/>
                </a:lnTo>
                <a:lnTo>
                  <a:pt x="49359" y="62484"/>
                </a:lnTo>
                <a:lnTo>
                  <a:pt x="66827" y="55540"/>
                </a:lnTo>
                <a:lnTo>
                  <a:pt x="84306" y="48597"/>
                </a:lnTo>
                <a:lnTo>
                  <a:pt x="101775" y="41653"/>
                </a:lnTo>
                <a:lnTo>
                  <a:pt x="119253" y="34709"/>
                </a:lnTo>
                <a:lnTo>
                  <a:pt x="136722" y="27775"/>
                </a:lnTo>
                <a:lnTo>
                  <a:pt x="154191" y="20831"/>
                </a:lnTo>
                <a:lnTo>
                  <a:pt x="171669" y="13887"/>
                </a:lnTo>
                <a:lnTo>
                  <a:pt x="189138" y="6944"/>
                </a:lnTo>
                <a:lnTo>
                  <a:pt x="206616" y="0"/>
                </a:lnTo>
                <a:lnTo>
                  <a:pt x="213360" y="8868"/>
                </a:lnTo>
                <a:lnTo>
                  <a:pt x="213360" y="27670"/>
                </a:lnTo>
                <a:lnTo>
                  <a:pt x="213360" y="46472"/>
                </a:lnTo>
                <a:lnTo>
                  <a:pt x="213360" y="65275"/>
                </a:lnTo>
                <a:lnTo>
                  <a:pt x="213360" y="84077"/>
                </a:lnTo>
                <a:lnTo>
                  <a:pt x="213360" y="102880"/>
                </a:lnTo>
                <a:lnTo>
                  <a:pt x="213360" y="121682"/>
                </a:lnTo>
                <a:lnTo>
                  <a:pt x="213360" y="140484"/>
                </a:lnTo>
                <a:lnTo>
                  <a:pt x="213360" y="159287"/>
                </a:lnTo>
                <a:lnTo>
                  <a:pt x="213360" y="178089"/>
                </a:lnTo>
                <a:lnTo>
                  <a:pt x="213360" y="196891"/>
                </a:lnTo>
                <a:lnTo>
                  <a:pt x="213360" y="215694"/>
                </a:lnTo>
                <a:lnTo>
                  <a:pt x="213360" y="234496"/>
                </a:lnTo>
                <a:lnTo>
                  <a:pt x="213360" y="253298"/>
                </a:lnTo>
                <a:lnTo>
                  <a:pt x="213360" y="272101"/>
                </a:lnTo>
                <a:lnTo>
                  <a:pt x="213360" y="290903"/>
                </a:lnTo>
                <a:lnTo>
                  <a:pt x="213360" y="309705"/>
                </a:lnTo>
                <a:lnTo>
                  <a:pt x="213360" y="328508"/>
                </a:lnTo>
                <a:lnTo>
                  <a:pt x="213360" y="347301"/>
                </a:lnTo>
                <a:lnTo>
                  <a:pt x="213360" y="366103"/>
                </a:lnTo>
                <a:lnTo>
                  <a:pt x="200720" y="377190"/>
                </a:lnTo>
                <a:lnTo>
                  <a:pt x="183994" y="385782"/>
                </a:lnTo>
                <a:lnTo>
                  <a:pt x="167269" y="394364"/>
                </a:lnTo>
                <a:lnTo>
                  <a:pt x="150543" y="402955"/>
                </a:lnTo>
                <a:lnTo>
                  <a:pt x="133817" y="411537"/>
                </a:lnTo>
                <a:lnTo>
                  <a:pt x="117091" y="420129"/>
                </a:lnTo>
                <a:lnTo>
                  <a:pt x="100355" y="428711"/>
                </a:lnTo>
                <a:lnTo>
                  <a:pt x="83630" y="437302"/>
                </a:lnTo>
                <a:lnTo>
                  <a:pt x="66904" y="445884"/>
                </a:lnTo>
                <a:lnTo>
                  <a:pt x="50178" y="454476"/>
                </a:lnTo>
                <a:lnTo>
                  <a:pt x="33452" y="463067"/>
                </a:lnTo>
                <a:lnTo>
                  <a:pt x="16726" y="471649"/>
                </a:lnTo>
                <a:lnTo>
                  <a:pt x="0" y="480241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3834FB49-230E-46DF-9484-AEF89E3F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8548" y="4407218"/>
            <a:ext cx="1984134" cy="109538"/>
          </a:xfrm>
          <a:custGeom xmlns:a="http://schemas.openxmlformats.org/drawingml/2006/main">
            <a:pathLst>
              <a:path w="1984134" h="109538">
                <a:moveTo>
                  <a:pt x="0" y="109538"/>
                </a:moveTo>
                <a:lnTo>
                  <a:pt x="18964" y="109538"/>
                </a:lnTo>
                <a:lnTo>
                  <a:pt x="37929" y="109538"/>
                </a:lnTo>
                <a:lnTo>
                  <a:pt x="56893" y="109538"/>
                </a:lnTo>
                <a:lnTo>
                  <a:pt x="75857" y="109538"/>
                </a:lnTo>
                <a:lnTo>
                  <a:pt x="94821" y="109538"/>
                </a:lnTo>
                <a:lnTo>
                  <a:pt x="113786" y="109538"/>
                </a:lnTo>
                <a:lnTo>
                  <a:pt x="132750" y="109538"/>
                </a:lnTo>
                <a:lnTo>
                  <a:pt x="151705" y="109538"/>
                </a:lnTo>
                <a:lnTo>
                  <a:pt x="170669" y="109538"/>
                </a:lnTo>
                <a:lnTo>
                  <a:pt x="189633" y="109538"/>
                </a:lnTo>
                <a:lnTo>
                  <a:pt x="208598" y="109538"/>
                </a:lnTo>
                <a:lnTo>
                  <a:pt x="227562" y="109538"/>
                </a:lnTo>
                <a:lnTo>
                  <a:pt x="246526" y="109538"/>
                </a:lnTo>
                <a:lnTo>
                  <a:pt x="265490" y="109538"/>
                </a:lnTo>
                <a:lnTo>
                  <a:pt x="284455" y="109538"/>
                </a:lnTo>
                <a:lnTo>
                  <a:pt x="303419" y="109538"/>
                </a:lnTo>
                <a:lnTo>
                  <a:pt x="322383" y="109538"/>
                </a:lnTo>
                <a:lnTo>
                  <a:pt x="341347" y="109538"/>
                </a:lnTo>
                <a:lnTo>
                  <a:pt x="360312" y="109538"/>
                </a:lnTo>
                <a:lnTo>
                  <a:pt x="379276" y="109538"/>
                </a:lnTo>
                <a:lnTo>
                  <a:pt x="398240" y="109538"/>
                </a:lnTo>
                <a:lnTo>
                  <a:pt x="417195" y="109538"/>
                </a:lnTo>
                <a:lnTo>
                  <a:pt x="436159" y="109538"/>
                </a:lnTo>
                <a:lnTo>
                  <a:pt x="455124" y="109538"/>
                </a:lnTo>
                <a:lnTo>
                  <a:pt x="474088" y="109538"/>
                </a:lnTo>
                <a:lnTo>
                  <a:pt x="493052" y="109538"/>
                </a:lnTo>
                <a:lnTo>
                  <a:pt x="512016" y="109538"/>
                </a:lnTo>
                <a:lnTo>
                  <a:pt x="530981" y="109538"/>
                </a:lnTo>
                <a:lnTo>
                  <a:pt x="549945" y="109538"/>
                </a:lnTo>
                <a:lnTo>
                  <a:pt x="568909" y="109538"/>
                </a:lnTo>
                <a:lnTo>
                  <a:pt x="587873" y="109538"/>
                </a:lnTo>
                <a:lnTo>
                  <a:pt x="606838" y="109538"/>
                </a:lnTo>
                <a:lnTo>
                  <a:pt x="625802" y="109538"/>
                </a:lnTo>
                <a:lnTo>
                  <a:pt x="644766" y="109538"/>
                </a:lnTo>
                <a:lnTo>
                  <a:pt x="663731" y="109538"/>
                </a:lnTo>
                <a:lnTo>
                  <a:pt x="682685" y="109538"/>
                </a:lnTo>
                <a:lnTo>
                  <a:pt x="701650" y="109538"/>
                </a:lnTo>
                <a:lnTo>
                  <a:pt x="720614" y="109538"/>
                </a:lnTo>
                <a:lnTo>
                  <a:pt x="739578" y="109538"/>
                </a:lnTo>
                <a:lnTo>
                  <a:pt x="758542" y="109538"/>
                </a:lnTo>
                <a:lnTo>
                  <a:pt x="777507" y="109538"/>
                </a:lnTo>
                <a:lnTo>
                  <a:pt x="796471" y="109538"/>
                </a:lnTo>
                <a:lnTo>
                  <a:pt x="815435" y="109538"/>
                </a:lnTo>
                <a:lnTo>
                  <a:pt x="834400" y="109538"/>
                </a:lnTo>
                <a:lnTo>
                  <a:pt x="853364" y="109538"/>
                </a:lnTo>
                <a:lnTo>
                  <a:pt x="872328" y="109538"/>
                </a:lnTo>
                <a:lnTo>
                  <a:pt x="891292" y="109538"/>
                </a:lnTo>
                <a:lnTo>
                  <a:pt x="910257" y="109538"/>
                </a:lnTo>
                <a:lnTo>
                  <a:pt x="929221" y="109538"/>
                </a:lnTo>
                <a:lnTo>
                  <a:pt x="948176" y="109538"/>
                </a:lnTo>
                <a:lnTo>
                  <a:pt x="967140" y="109538"/>
                </a:lnTo>
                <a:lnTo>
                  <a:pt x="986104" y="109538"/>
                </a:lnTo>
                <a:lnTo>
                  <a:pt x="1005068" y="109538"/>
                </a:lnTo>
                <a:lnTo>
                  <a:pt x="1024033" y="109538"/>
                </a:lnTo>
                <a:lnTo>
                  <a:pt x="1042997" y="109538"/>
                </a:lnTo>
                <a:lnTo>
                  <a:pt x="1061961" y="109538"/>
                </a:lnTo>
                <a:lnTo>
                  <a:pt x="1080926" y="109538"/>
                </a:lnTo>
                <a:lnTo>
                  <a:pt x="1099890" y="109538"/>
                </a:lnTo>
                <a:lnTo>
                  <a:pt x="1118854" y="109538"/>
                </a:lnTo>
                <a:lnTo>
                  <a:pt x="1137818" y="109538"/>
                </a:lnTo>
                <a:lnTo>
                  <a:pt x="1156783" y="109538"/>
                </a:lnTo>
                <a:lnTo>
                  <a:pt x="1175747" y="109538"/>
                </a:lnTo>
                <a:lnTo>
                  <a:pt x="1194711" y="109538"/>
                </a:lnTo>
                <a:lnTo>
                  <a:pt x="1213666" y="109538"/>
                </a:lnTo>
                <a:lnTo>
                  <a:pt x="1232630" y="109538"/>
                </a:lnTo>
                <a:lnTo>
                  <a:pt x="1251595" y="109538"/>
                </a:lnTo>
                <a:lnTo>
                  <a:pt x="1270559" y="109538"/>
                </a:lnTo>
                <a:lnTo>
                  <a:pt x="1289523" y="109538"/>
                </a:lnTo>
                <a:lnTo>
                  <a:pt x="1308487" y="109538"/>
                </a:lnTo>
                <a:lnTo>
                  <a:pt x="1327452" y="109538"/>
                </a:lnTo>
                <a:lnTo>
                  <a:pt x="1346416" y="109538"/>
                </a:lnTo>
                <a:lnTo>
                  <a:pt x="1365380" y="109538"/>
                </a:lnTo>
                <a:lnTo>
                  <a:pt x="1384344" y="109538"/>
                </a:lnTo>
                <a:lnTo>
                  <a:pt x="1403309" y="109538"/>
                </a:lnTo>
                <a:lnTo>
                  <a:pt x="1422273" y="109538"/>
                </a:lnTo>
                <a:lnTo>
                  <a:pt x="1441237" y="109538"/>
                </a:lnTo>
                <a:lnTo>
                  <a:pt x="1460202" y="109538"/>
                </a:lnTo>
                <a:lnTo>
                  <a:pt x="1479166" y="109538"/>
                </a:lnTo>
                <a:lnTo>
                  <a:pt x="1498121" y="109538"/>
                </a:lnTo>
                <a:lnTo>
                  <a:pt x="1517085" y="109538"/>
                </a:lnTo>
                <a:lnTo>
                  <a:pt x="1536049" y="109538"/>
                </a:lnTo>
                <a:lnTo>
                  <a:pt x="1555013" y="109538"/>
                </a:lnTo>
                <a:lnTo>
                  <a:pt x="1573978" y="109538"/>
                </a:lnTo>
                <a:lnTo>
                  <a:pt x="1592942" y="109538"/>
                </a:lnTo>
                <a:lnTo>
                  <a:pt x="1611906" y="109538"/>
                </a:lnTo>
                <a:lnTo>
                  <a:pt x="1630871" y="109538"/>
                </a:lnTo>
                <a:lnTo>
                  <a:pt x="1649835" y="109538"/>
                </a:lnTo>
                <a:lnTo>
                  <a:pt x="1668799" y="109538"/>
                </a:lnTo>
                <a:lnTo>
                  <a:pt x="1687763" y="109538"/>
                </a:lnTo>
                <a:lnTo>
                  <a:pt x="1706728" y="109538"/>
                </a:lnTo>
                <a:lnTo>
                  <a:pt x="1725692" y="109538"/>
                </a:lnTo>
                <a:lnTo>
                  <a:pt x="1744647" y="109538"/>
                </a:lnTo>
                <a:lnTo>
                  <a:pt x="1763611" y="109538"/>
                </a:lnTo>
                <a:lnTo>
                  <a:pt x="1781689" y="105851"/>
                </a:lnTo>
                <a:lnTo>
                  <a:pt x="1798558" y="97193"/>
                </a:lnTo>
                <a:lnTo>
                  <a:pt x="1815427" y="88525"/>
                </a:lnTo>
                <a:lnTo>
                  <a:pt x="1832296" y="79867"/>
                </a:lnTo>
                <a:lnTo>
                  <a:pt x="1849164" y="71209"/>
                </a:lnTo>
                <a:lnTo>
                  <a:pt x="1866043" y="62541"/>
                </a:lnTo>
                <a:lnTo>
                  <a:pt x="1882912" y="53883"/>
                </a:lnTo>
                <a:lnTo>
                  <a:pt x="1899780" y="45225"/>
                </a:lnTo>
                <a:lnTo>
                  <a:pt x="1916649" y="36566"/>
                </a:lnTo>
                <a:lnTo>
                  <a:pt x="1933518" y="27899"/>
                </a:lnTo>
                <a:lnTo>
                  <a:pt x="1950387" y="19241"/>
                </a:lnTo>
                <a:lnTo>
                  <a:pt x="1967255" y="10582"/>
                </a:lnTo>
                <a:lnTo>
                  <a:pt x="1984134" y="1915"/>
                </a:lnTo>
                <a:lnTo>
                  <a:pt x="1973104" y="0"/>
                </a:lnTo>
                <a:lnTo>
                  <a:pt x="1954139" y="0"/>
                </a:lnTo>
                <a:lnTo>
                  <a:pt x="1935175" y="0"/>
                </a:lnTo>
                <a:lnTo>
                  <a:pt x="1916211" y="0"/>
                </a:lnTo>
                <a:lnTo>
                  <a:pt x="1897247" y="0"/>
                </a:lnTo>
                <a:lnTo>
                  <a:pt x="1878282" y="0"/>
                </a:lnTo>
                <a:lnTo>
                  <a:pt x="1859328" y="0"/>
                </a:lnTo>
                <a:lnTo>
                  <a:pt x="1840363" y="0"/>
                </a:lnTo>
                <a:lnTo>
                  <a:pt x="1821399" y="0"/>
                </a:lnTo>
                <a:lnTo>
                  <a:pt x="1802435" y="0"/>
                </a:lnTo>
                <a:lnTo>
                  <a:pt x="1783471" y="0"/>
                </a:lnTo>
                <a:lnTo>
                  <a:pt x="1764506" y="0"/>
                </a:lnTo>
                <a:lnTo>
                  <a:pt x="1745542" y="0"/>
                </a:lnTo>
                <a:lnTo>
                  <a:pt x="1726578" y="0"/>
                </a:lnTo>
                <a:lnTo>
                  <a:pt x="1707613" y="0"/>
                </a:lnTo>
                <a:lnTo>
                  <a:pt x="1688649" y="0"/>
                </a:lnTo>
                <a:lnTo>
                  <a:pt x="1669685" y="0"/>
                </a:lnTo>
                <a:lnTo>
                  <a:pt x="1650721" y="0"/>
                </a:lnTo>
                <a:lnTo>
                  <a:pt x="1631756" y="0"/>
                </a:lnTo>
                <a:lnTo>
                  <a:pt x="1612792" y="0"/>
                </a:lnTo>
                <a:lnTo>
                  <a:pt x="1593837" y="0"/>
                </a:lnTo>
                <a:lnTo>
                  <a:pt x="1574873" y="0"/>
                </a:lnTo>
                <a:lnTo>
                  <a:pt x="1555909" y="0"/>
                </a:lnTo>
                <a:lnTo>
                  <a:pt x="1536944" y="0"/>
                </a:lnTo>
                <a:lnTo>
                  <a:pt x="1517980" y="0"/>
                </a:lnTo>
                <a:lnTo>
                  <a:pt x="1499016" y="0"/>
                </a:lnTo>
                <a:lnTo>
                  <a:pt x="1480052" y="0"/>
                </a:lnTo>
                <a:lnTo>
                  <a:pt x="1461087" y="0"/>
                </a:lnTo>
                <a:lnTo>
                  <a:pt x="1442123" y="0"/>
                </a:lnTo>
                <a:lnTo>
                  <a:pt x="1423159" y="0"/>
                </a:lnTo>
                <a:lnTo>
                  <a:pt x="1404195" y="0"/>
                </a:lnTo>
                <a:lnTo>
                  <a:pt x="1385230" y="0"/>
                </a:lnTo>
                <a:lnTo>
                  <a:pt x="1366266" y="0"/>
                </a:lnTo>
                <a:lnTo>
                  <a:pt x="1347302" y="0"/>
                </a:lnTo>
                <a:lnTo>
                  <a:pt x="1328347" y="0"/>
                </a:lnTo>
                <a:lnTo>
                  <a:pt x="1309383" y="0"/>
                </a:lnTo>
                <a:lnTo>
                  <a:pt x="1290418" y="0"/>
                </a:lnTo>
                <a:lnTo>
                  <a:pt x="1271454" y="0"/>
                </a:lnTo>
                <a:lnTo>
                  <a:pt x="1252490" y="0"/>
                </a:lnTo>
                <a:lnTo>
                  <a:pt x="1233526" y="0"/>
                </a:lnTo>
                <a:lnTo>
                  <a:pt x="1214561" y="0"/>
                </a:lnTo>
                <a:lnTo>
                  <a:pt x="1195597" y="0"/>
                </a:lnTo>
                <a:lnTo>
                  <a:pt x="1176633" y="0"/>
                </a:lnTo>
                <a:lnTo>
                  <a:pt x="1157669" y="0"/>
                </a:lnTo>
                <a:lnTo>
                  <a:pt x="1138704" y="0"/>
                </a:lnTo>
                <a:lnTo>
                  <a:pt x="1119740" y="0"/>
                </a:lnTo>
                <a:lnTo>
                  <a:pt x="1100776" y="0"/>
                </a:lnTo>
                <a:lnTo>
                  <a:pt x="1081811" y="0"/>
                </a:lnTo>
                <a:lnTo>
                  <a:pt x="1062847" y="0"/>
                </a:lnTo>
                <a:lnTo>
                  <a:pt x="1043892" y="0"/>
                </a:lnTo>
                <a:lnTo>
                  <a:pt x="1024928" y="0"/>
                </a:lnTo>
                <a:lnTo>
                  <a:pt x="1005964" y="0"/>
                </a:lnTo>
                <a:lnTo>
                  <a:pt x="987000" y="0"/>
                </a:lnTo>
                <a:lnTo>
                  <a:pt x="968035" y="0"/>
                </a:lnTo>
                <a:lnTo>
                  <a:pt x="949071" y="0"/>
                </a:lnTo>
                <a:lnTo>
                  <a:pt x="930107" y="0"/>
                </a:lnTo>
                <a:lnTo>
                  <a:pt x="911142" y="0"/>
                </a:lnTo>
                <a:lnTo>
                  <a:pt x="892178" y="0"/>
                </a:lnTo>
                <a:lnTo>
                  <a:pt x="873214" y="0"/>
                </a:lnTo>
                <a:lnTo>
                  <a:pt x="854250" y="0"/>
                </a:lnTo>
                <a:lnTo>
                  <a:pt x="835285" y="0"/>
                </a:lnTo>
                <a:lnTo>
                  <a:pt x="816321" y="0"/>
                </a:lnTo>
                <a:lnTo>
                  <a:pt x="797357" y="0"/>
                </a:lnTo>
                <a:lnTo>
                  <a:pt x="778402" y="0"/>
                </a:lnTo>
                <a:lnTo>
                  <a:pt x="759438" y="0"/>
                </a:lnTo>
                <a:lnTo>
                  <a:pt x="740474" y="0"/>
                </a:lnTo>
                <a:lnTo>
                  <a:pt x="721509" y="0"/>
                </a:lnTo>
                <a:lnTo>
                  <a:pt x="702545" y="0"/>
                </a:lnTo>
                <a:lnTo>
                  <a:pt x="683581" y="0"/>
                </a:lnTo>
                <a:lnTo>
                  <a:pt x="664616" y="0"/>
                </a:lnTo>
                <a:lnTo>
                  <a:pt x="645652" y="0"/>
                </a:lnTo>
                <a:lnTo>
                  <a:pt x="626688" y="0"/>
                </a:lnTo>
                <a:lnTo>
                  <a:pt x="607724" y="0"/>
                </a:lnTo>
                <a:lnTo>
                  <a:pt x="588759" y="0"/>
                </a:lnTo>
                <a:lnTo>
                  <a:pt x="569795" y="0"/>
                </a:lnTo>
                <a:lnTo>
                  <a:pt x="550831" y="0"/>
                </a:lnTo>
                <a:lnTo>
                  <a:pt x="531876" y="0"/>
                </a:lnTo>
                <a:lnTo>
                  <a:pt x="512912" y="0"/>
                </a:lnTo>
                <a:lnTo>
                  <a:pt x="493947" y="0"/>
                </a:lnTo>
                <a:lnTo>
                  <a:pt x="474983" y="0"/>
                </a:lnTo>
                <a:lnTo>
                  <a:pt x="456019" y="0"/>
                </a:lnTo>
                <a:lnTo>
                  <a:pt x="437055" y="0"/>
                </a:lnTo>
                <a:lnTo>
                  <a:pt x="418090" y="0"/>
                </a:lnTo>
                <a:lnTo>
                  <a:pt x="399126" y="0"/>
                </a:lnTo>
                <a:lnTo>
                  <a:pt x="380162" y="0"/>
                </a:lnTo>
                <a:lnTo>
                  <a:pt x="361198" y="0"/>
                </a:lnTo>
                <a:lnTo>
                  <a:pt x="342233" y="0"/>
                </a:lnTo>
                <a:lnTo>
                  <a:pt x="323269" y="0"/>
                </a:lnTo>
                <a:lnTo>
                  <a:pt x="305295" y="5972"/>
                </a:lnTo>
                <a:lnTo>
                  <a:pt x="287331" y="12068"/>
                </a:lnTo>
                <a:lnTo>
                  <a:pt x="269377" y="18155"/>
                </a:lnTo>
                <a:lnTo>
                  <a:pt x="251422" y="24251"/>
                </a:lnTo>
                <a:lnTo>
                  <a:pt x="233458" y="30337"/>
                </a:lnTo>
                <a:lnTo>
                  <a:pt x="215503" y="36433"/>
                </a:lnTo>
                <a:lnTo>
                  <a:pt x="197539" y="42529"/>
                </a:lnTo>
                <a:lnTo>
                  <a:pt x="179584" y="48616"/>
                </a:lnTo>
                <a:lnTo>
                  <a:pt x="161630" y="54712"/>
                </a:lnTo>
                <a:lnTo>
                  <a:pt x="143666" y="60798"/>
                </a:lnTo>
                <a:lnTo>
                  <a:pt x="125711" y="66894"/>
                </a:lnTo>
                <a:lnTo>
                  <a:pt x="107747" y="72981"/>
                </a:lnTo>
                <a:lnTo>
                  <a:pt x="89792" y="79077"/>
                </a:lnTo>
                <a:lnTo>
                  <a:pt x="71838" y="85173"/>
                </a:lnTo>
                <a:lnTo>
                  <a:pt x="53873" y="91259"/>
                </a:lnTo>
                <a:lnTo>
                  <a:pt x="35919" y="97355"/>
                </a:lnTo>
                <a:lnTo>
                  <a:pt x="17955" y="103442"/>
                </a:lnTo>
                <a:lnTo>
                  <a:pt x="0" y="10953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0CEA97DF-1E5C-4B7B-94EE-52BCB2A5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9033" y="4407218"/>
            <a:ext cx="1851660" cy="109538"/>
          </a:xfrm>
          <a:custGeom xmlns:a="http://schemas.openxmlformats.org/drawingml/2006/main">
            <a:pathLst>
              <a:path w="1851660" h="109538">
                <a:moveTo>
                  <a:pt x="0" y="109538"/>
                </a:moveTo>
                <a:lnTo>
                  <a:pt x="18964" y="109538"/>
                </a:lnTo>
                <a:lnTo>
                  <a:pt x="37938" y="109538"/>
                </a:lnTo>
                <a:lnTo>
                  <a:pt x="56902" y="109538"/>
                </a:lnTo>
                <a:lnTo>
                  <a:pt x="75867" y="109538"/>
                </a:lnTo>
                <a:lnTo>
                  <a:pt x="94831" y="109538"/>
                </a:lnTo>
                <a:lnTo>
                  <a:pt x="113805" y="109538"/>
                </a:lnTo>
                <a:lnTo>
                  <a:pt x="132769" y="109538"/>
                </a:lnTo>
                <a:lnTo>
                  <a:pt x="151733" y="109538"/>
                </a:lnTo>
                <a:lnTo>
                  <a:pt x="170698" y="109538"/>
                </a:lnTo>
                <a:lnTo>
                  <a:pt x="189671" y="109538"/>
                </a:lnTo>
                <a:lnTo>
                  <a:pt x="208636" y="109538"/>
                </a:lnTo>
                <a:lnTo>
                  <a:pt x="227600" y="109538"/>
                </a:lnTo>
                <a:lnTo>
                  <a:pt x="246574" y="109538"/>
                </a:lnTo>
                <a:lnTo>
                  <a:pt x="265538" y="109538"/>
                </a:lnTo>
                <a:lnTo>
                  <a:pt x="284502" y="109538"/>
                </a:lnTo>
                <a:lnTo>
                  <a:pt x="303467" y="109538"/>
                </a:lnTo>
                <a:lnTo>
                  <a:pt x="322440" y="109538"/>
                </a:lnTo>
                <a:lnTo>
                  <a:pt x="341405" y="109538"/>
                </a:lnTo>
                <a:lnTo>
                  <a:pt x="360369" y="109538"/>
                </a:lnTo>
                <a:lnTo>
                  <a:pt x="379333" y="109538"/>
                </a:lnTo>
                <a:lnTo>
                  <a:pt x="398307" y="109538"/>
                </a:lnTo>
                <a:lnTo>
                  <a:pt x="417271" y="109538"/>
                </a:lnTo>
                <a:lnTo>
                  <a:pt x="436235" y="109538"/>
                </a:lnTo>
                <a:lnTo>
                  <a:pt x="455209" y="109538"/>
                </a:lnTo>
                <a:lnTo>
                  <a:pt x="474174" y="109538"/>
                </a:lnTo>
                <a:lnTo>
                  <a:pt x="493138" y="109538"/>
                </a:lnTo>
                <a:lnTo>
                  <a:pt x="512102" y="109538"/>
                </a:lnTo>
                <a:lnTo>
                  <a:pt x="531076" y="109538"/>
                </a:lnTo>
                <a:lnTo>
                  <a:pt x="550040" y="109538"/>
                </a:lnTo>
                <a:lnTo>
                  <a:pt x="569004" y="109538"/>
                </a:lnTo>
                <a:lnTo>
                  <a:pt x="587969" y="109538"/>
                </a:lnTo>
                <a:lnTo>
                  <a:pt x="606943" y="109538"/>
                </a:lnTo>
                <a:lnTo>
                  <a:pt x="625907" y="109538"/>
                </a:lnTo>
                <a:lnTo>
                  <a:pt x="644871" y="109538"/>
                </a:lnTo>
                <a:lnTo>
                  <a:pt x="663845" y="109538"/>
                </a:lnTo>
                <a:lnTo>
                  <a:pt x="682809" y="109538"/>
                </a:lnTo>
                <a:lnTo>
                  <a:pt x="701773" y="109538"/>
                </a:lnTo>
                <a:lnTo>
                  <a:pt x="720738" y="109538"/>
                </a:lnTo>
                <a:lnTo>
                  <a:pt x="739712" y="109538"/>
                </a:lnTo>
                <a:lnTo>
                  <a:pt x="758676" y="109538"/>
                </a:lnTo>
                <a:lnTo>
                  <a:pt x="777640" y="109538"/>
                </a:lnTo>
                <a:lnTo>
                  <a:pt x="796604" y="109538"/>
                </a:lnTo>
                <a:lnTo>
                  <a:pt x="815578" y="109538"/>
                </a:lnTo>
                <a:lnTo>
                  <a:pt x="834542" y="109538"/>
                </a:lnTo>
                <a:lnTo>
                  <a:pt x="853507" y="109538"/>
                </a:lnTo>
                <a:lnTo>
                  <a:pt x="872480" y="109538"/>
                </a:lnTo>
                <a:lnTo>
                  <a:pt x="891445" y="109538"/>
                </a:lnTo>
                <a:lnTo>
                  <a:pt x="910409" y="109538"/>
                </a:lnTo>
                <a:lnTo>
                  <a:pt x="929373" y="109538"/>
                </a:lnTo>
                <a:lnTo>
                  <a:pt x="948347" y="109538"/>
                </a:lnTo>
                <a:lnTo>
                  <a:pt x="967311" y="109538"/>
                </a:lnTo>
                <a:lnTo>
                  <a:pt x="986276" y="109538"/>
                </a:lnTo>
                <a:lnTo>
                  <a:pt x="1005240" y="109538"/>
                </a:lnTo>
                <a:lnTo>
                  <a:pt x="1024214" y="109538"/>
                </a:lnTo>
                <a:lnTo>
                  <a:pt x="1043178" y="109538"/>
                </a:lnTo>
                <a:lnTo>
                  <a:pt x="1062142" y="109538"/>
                </a:lnTo>
                <a:lnTo>
                  <a:pt x="1081116" y="109538"/>
                </a:lnTo>
                <a:lnTo>
                  <a:pt x="1100080" y="109538"/>
                </a:lnTo>
                <a:lnTo>
                  <a:pt x="1119045" y="109538"/>
                </a:lnTo>
                <a:lnTo>
                  <a:pt x="1138009" y="109538"/>
                </a:lnTo>
                <a:lnTo>
                  <a:pt x="1156983" y="109538"/>
                </a:lnTo>
                <a:lnTo>
                  <a:pt x="1175947" y="109538"/>
                </a:lnTo>
                <a:lnTo>
                  <a:pt x="1194911" y="109538"/>
                </a:lnTo>
                <a:lnTo>
                  <a:pt x="1213885" y="109538"/>
                </a:lnTo>
                <a:lnTo>
                  <a:pt x="1232849" y="109538"/>
                </a:lnTo>
                <a:lnTo>
                  <a:pt x="1251814" y="109538"/>
                </a:lnTo>
                <a:lnTo>
                  <a:pt x="1270778" y="109538"/>
                </a:lnTo>
                <a:lnTo>
                  <a:pt x="1289752" y="109538"/>
                </a:lnTo>
                <a:lnTo>
                  <a:pt x="1308716" y="109538"/>
                </a:lnTo>
                <a:lnTo>
                  <a:pt x="1327680" y="109538"/>
                </a:lnTo>
                <a:lnTo>
                  <a:pt x="1346645" y="109538"/>
                </a:lnTo>
                <a:lnTo>
                  <a:pt x="1365618" y="109538"/>
                </a:lnTo>
                <a:lnTo>
                  <a:pt x="1384583" y="109538"/>
                </a:lnTo>
                <a:lnTo>
                  <a:pt x="1403547" y="109538"/>
                </a:lnTo>
                <a:lnTo>
                  <a:pt x="1422521" y="109538"/>
                </a:lnTo>
                <a:lnTo>
                  <a:pt x="1441485" y="109538"/>
                </a:lnTo>
                <a:lnTo>
                  <a:pt x="1460449" y="109538"/>
                </a:lnTo>
                <a:lnTo>
                  <a:pt x="1479413" y="109538"/>
                </a:lnTo>
                <a:lnTo>
                  <a:pt x="1498387" y="109538"/>
                </a:lnTo>
                <a:lnTo>
                  <a:pt x="1517352" y="109538"/>
                </a:lnTo>
                <a:lnTo>
                  <a:pt x="1536316" y="109538"/>
                </a:lnTo>
                <a:lnTo>
                  <a:pt x="1555280" y="109538"/>
                </a:lnTo>
                <a:lnTo>
                  <a:pt x="1574254" y="109538"/>
                </a:lnTo>
                <a:lnTo>
                  <a:pt x="1593218" y="109538"/>
                </a:lnTo>
                <a:lnTo>
                  <a:pt x="1612182" y="109538"/>
                </a:lnTo>
                <a:lnTo>
                  <a:pt x="1631147" y="109538"/>
                </a:lnTo>
                <a:lnTo>
                  <a:pt x="1648444" y="102499"/>
                </a:lnTo>
                <a:lnTo>
                  <a:pt x="1665380" y="93955"/>
                </a:lnTo>
                <a:lnTo>
                  <a:pt x="1682315" y="85420"/>
                </a:lnTo>
                <a:lnTo>
                  <a:pt x="1699250" y="76876"/>
                </a:lnTo>
                <a:lnTo>
                  <a:pt x="1716186" y="68332"/>
                </a:lnTo>
                <a:lnTo>
                  <a:pt x="1733121" y="59788"/>
                </a:lnTo>
                <a:lnTo>
                  <a:pt x="1750047" y="51254"/>
                </a:lnTo>
                <a:lnTo>
                  <a:pt x="1766983" y="42710"/>
                </a:lnTo>
                <a:lnTo>
                  <a:pt x="1783918" y="34166"/>
                </a:lnTo>
                <a:lnTo>
                  <a:pt x="1800854" y="25622"/>
                </a:lnTo>
                <a:lnTo>
                  <a:pt x="1817789" y="17088"/>
                </a:lnTo>
                <a:lnTo>
                  <a:pt x="1834725" y="8544"/>
                </a:lnTo>
                <a:lnTo>
                  <a:pt x="1851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C13FB0C7-FEBE-4C8B-AA9D-C7E2CBE7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7168" y="4407218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59E3F13E-BD8A-46FE-99FB-0235E1D3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8515" y="4036228"/>
            <a:ext cx="102870" cy="177232"/>
          </a:xfrm>
          <a:custGeom xmlns:a="http://schemas.openxmlformats.org/drawingml/2006/main">
            <a:pathLst>
              <a:path w="102870" h="177232">
                <a:moveTo>
                  <a:pt x="0" y="82382"/>
                </a:moveTo>
                <a:lnTo>
                  <a:pt x="0" y="96774"/>
                </a:lnTo>
                <a:lnTo>
                  <a:pt x="0" y="111166"/>
                </a:lnTo>
                <a:lnTo>
                  <a:pt x="0" y="125559"/>
                </a:lnTo>
                <a:lnTo>
                  <a:pt x="0" y="139951"/>
                </a:lnTo>
                <a:lnTo>
                  <a:pt x="0" y="154343"/>
                </a:lnTo>
                <a:lnTo>
                  <a:pt x="0" y="168735"/>
                </a:lnTo>
                <a:lnTo>
                  <a:pt x="2762" y="177232"/>
                </a:lnTo>
                <a:lnTo>
                  <a:pt x="13821" y="168021"/>
                </a:lnTo>
                <a:lnTo>
                  <a:pt x="24870" y="158801"/>
                </a:lnTo>
                <a:lnTo>
                  <a:pt x="35928" y="149590"/>
                </a:lnTo>
                <a:lnTo>
                  <a:pt x="46987" y="140379"/>
                </a:lnTo>
                <a:lnTo>
                  <a:pt x="58045" y="131159"/>
                </a:lnTo>
                <a:lnTo>
                  <a:pt x="69104" y="121949"/>
                </a:lnTo>
                <a:lnTo>
                  <a:pt x="80162" y="112738"/>
                </a:lnTo>
                <a:lnTo>
                  <a:pt x="91211" y="103518"/>
                </a:lnTo>
                <a:lnTo>
                  <a:pt x="102270" y="94307"/>
                </a:lnTo>
                <a:lnTo>
                  <a:pt x="102870" y="80191"/>
                </a:lnTo>
                <a:lnTo>
                  <a:pt x="102870" y="65799"/>
                </a:lnTo>
                <a:lnTo>
                  <a:pt x="102870" y="51406"/>
                </a:lnTo>
                <a:lnTo>
                  <a:pt x="102870" y="37014"/>
                </a:lnTo>
                <a:lnTo>
                  <a:pt x="102870" y="22622"/>
                </a:lnTo>
                <a:lnTo>
                  <a:pt x="102870" y="8230"/>
                </a:lnTo>
                <a:lnTo>
                  <a:pt x="99965" y="0"/>
                </a:lnTo>
                <a:lnTo>
                  <a:pt x="88859" y="9154"/>
                </a:lnTo>
                <a:lnTo>
                  <a:pt x="77753" y="18307"/>
                </a:lnTo>
                <a:lnTo>
                  <a:pt x="66646" y="27461"/>
                </a:lnTo>
                <a:lnTo>
                  <a:pt x="55540" y="36614"/>
                </a:lnTo>
                <a:lnTo>
                  <a:pt x="44425" y="45768"/>
                </a:lnTo>
                <a:lnTo>
                  <a:pt x="33318" y="54921"/>
                </a:lnTo>
                <a:lnTo>
                  <a:pt x="22212" y="64075"/>
                </a:lnTo>
                <a:lnTo>
                  <a:pt x="11106" y="73228"/>
                </a:lnTo>
                <a:lnTo>
                  <a:pt x="0" y="8238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22DEAAC3-03F9-4B4B-B739-0E87E329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3055" y="4033838"/>
            <a:ext cx="1872853" cy="84773"/>
          </a:xfrm>
          <a:custGeom xmlns:a="http://schemas.openxmlformats.org/drawingml/2006/main">
            <a:pathLst>
              <a:path w="1872853" h="84773">
                <a:moveTo>
                  <a:pt x="0" y="84773"/>
                </a:moveTo>
                <a:lnTo>
                  <a:pt x="19012" y="84773"/>
                </a:lnTo>
                <a:lnTo>
                  <a:pt x="38033" y="84773"/>
                </a:lnTo>
                <a:lnTo>
                  <a:pt x="57045" y="84773"/>
                </a:lnTo>
                <a:lnTo>
                  <a:pt x="76067" y="84773"/>
                </a:lnTo>
                <a:lnTo>
                  <a:pt x="95079" y="84773"/>
                </a:lnTo>
                <a:lnTo>
                  <a:pt x="114100" y="84773"/>
                </a:lnTo>
                <a:lnTo>
                  <a:pt x="133112" y="84773"/>
                </a:lnTo>
                <a:lnTo>
                  <a:pt x="152133" y="84773"/>
                </a:lnTo>
                <a:lnTo>
                  <a:pt x="171145" y="84773"/>
                </a:lnTo>
                <a:lnTo>
                  <a:pt x="190167" y="84773"/>
                </a:lnTo>
                <a:lnTo>
                  <a:pt x="209179" y="84773"/>
                </a:lnTo>
                <a:lnTo>
                  <a:pt x="228200" y="84773"/>
                </a:lnTo>
                <a:lnTo>
                  <a:pt x="247212" y="84773"/>
                </a:lnTo>
                <a:lnTo>
                  <a:pt x="266233" y="84773"/>
                </a:lnTo>
                <a:lnTo>
                  <a:pt x="285245" y="84773"/>
                </a:lnTo>
                <a:lnTo>
                  <a:pt x="304267" y="84773"/>
                </a:lnTo>
                <a:lnTo>
                  <a:pt x="323279" y="84773"/>
                </a:lnTo>
                <a:lnTo>
                  <a:pt x="342300" y="84773"/>
                </a:lnTo>
                <a:lnTo>
                  <a:pt x="361312" y="84773"/>
                </a:lnTo>
                <a:lnTo>
                  <a:pt x="380333" y="84773"/>
                </a:lnTo>
                <a:lnTo>
                  <a:pt x="399345" y="84773"/>
                </a:lnTo>
                <a:lnTo>
                  <a:pt x="418367" y="84773"/>
                </a:lnTo>
                <a:lnTo>
                  <a:pt x="437378" y="84773"/>
                </a:lnTo>
                <a:lnTo>
                  <a:pt x="456400" y="84773"/>
                </a:lnTo>
                <a:lnTo>
                  <a:pt x="475412" y="84773"/>
                </a:lnTo>
                <a:lnTo>
                  <a:pt x="494433" y="84773"/>
                </a:lnTo>
                <a:lnTo>
                  <a:pt x="513445" y="84773"/>
                </a:lnTo>
                <a:lnTo>
                  <a:pt x="532467" y="84773"/>
                </a:lnTo>
                <a:lnTo>
                  <a:pt x="551478" y="84773"/>
                </a:lnTo>
                <a:lnTo>
                  <a:pt x="570500" y="84773"/>
                </a:lnTo>
                <a:lnTo>
                  <a:pt x="589512" y="84773"/>
                </a:lnTo>
                <a:lnTo>
                  <a:pt x="608533" y="84773"/>
                </a:lnTo>
                <a:lnTo>
                  <a:pt x="627545" y="84773"/>
                </a:lnTo>
                <a:lnTo>
                  <a:pt x="646567" y="84773"/>
                </a:lnTo>
                <a:lnTo>
                  <a:pt x="665578" y="84773"/>
                </a:lnTo>
                <a:lnTo>
                  <a:pt x="684600" y="84773"/>
                </a:lnTo>
                <a:lnTo>
                  <a:pt x="703612" y="84773"/>
                </a:lnTo>
                <a:lnTo>
                  <a:pt x="722633" y="84773"/>
                </a:lnTo>
                <a:lnTo>
                  <a:pt x="741645" y="84773"/>
                </a:lnTo>
                <a:lnTo>
                  <a:pt x="760667" y="84773"/>
                </a:lnTo>
                <a:lnTo>
                  <a:pt x="779678" y="84773"/>
                </a:lnTo>
                <a:lnTo>
                  <a:pt x="798700" y="84773"/>
                </a:lnTo>
                <a:lnTo>
                  <a:pt x="817712" y="84773"/>
                </a:lnTo>
                <a:lnTo>
                  <a:pt x="836733" y="84773"/>
                </a:lnTo>
                <a:lnTo>
                  <a:pt x="855745" y="84773"/>
                </a:lnTo>
                <a:lnTo>
                  <a:pt x="874766" y="84773"/>
                </a:lnTo>
                <a:lnTo>
                  <a:pt x="893778" y="84773"/>
                </a:lnTo>
                <a:lnTo>
                  <a:pt x="912800" y="84773"/>
                </a:lnTo>
                <a:lnTo>
                  <a:pt x="931812" y="84773"/>
                </a:lnTo>
                <a:lnTo>
                  <a:pt x="950824" y="84773"/>
                </a:lnTo>
                <a:lnTo>
                  <a:pt x="969845" y="84773"/>
                </a:lnTo>
                <a:lnTo>
                  <a:pt x="988857" y="84773"/>
                </a:lnTo>
                <a:lnTo>
                  <a:pt x="1007878" y="84773"/>
                </a:lnTo>
                <a:lnTo>
                  <a:pt x="1026890" y="84773"/>
                </a:lnTo>
                <a:lnTo>
                  <a:pt x="1045912" y="84773"/>
                </a:lnTo>
                <a:lnTo>
                  <a:pt x="1064924" y="84773"/>
                </a:lnTo>
                <a:lnTo>
                  <a:pt x="1083945" y="84773"/>
                </a:lnTo>
                <a:lnTo>
                  <a:pt x="1102957" y="84773"/>
                </a:lnTo>
                <a:lnTo>
                  <a:pt x="1121978" y="84773"/>
                </a:lnTo>
                <a:lnTo>
                  <a:pt x="1140990" y="84773"/>
                </a:lnTo>
                <a:lnTo>
                  <a:pt x="1160012" y="84773"/>
                </a:lnTo>
                <a:lnTo>
                  <a:pt x="1179024" y="84773"/>
                </a:lnTo>
                <a:lnTo>
                  <a:pt x="1198045" y="84773"/>
                </a:lnTo>
                <a:lnTo>
                  <a:pt x="1217057" y="84773"/>
                </a:lnTo>
                <a:lnTo>
                  <a:pt x="1236078" y="84773"/>
                </a:lnTo>
                <a:lnTo>
                  <a:pt x="1255090" y="84773"/>
                </a:lnTo>
                <a:lnTo>
                  <a:pt x="1274112" y="84773"/>
                </a:lnTo>
                <a:lnTo>
                  <a:pt x="1293124" y="84773"/>
                </a:lnTo>
                <a:lnTo>
                  <a:pt x="1312145" y="84773"/>
                </a:lnTo>
                <a:lnTo>
                  <a:pt x="1331157" y="84773"/>
                </a:lnTo>
                <a:lnTo>
                  <a:pt x="1350178" y="84773"/>
                </a:lnTo>
                <a:lnTo>
                  <a:pt x="1369190" y="84773"/>
                </a:lnTo>
                <a:lnTo>
                  <a:pt x="1388212" y="84773"/>
                </a:lnTo>
                <a:lnTo>
                  <a:pt x="1407224" y="84773"/>
                </a:lnTo>
                <a:lnTo>
                  <a:pt x="1426245" y="84773"/>
                </a:lnTo>
                <a:lnTo>
                  <a:pt x="1445257" y="84773"/>
                </a:lnTo>
                <a:lnTo>
                  <a:pt x="1464278" y="84773"/>
                </a:lnTo>
                <a:lnTo>
                  <a:pt x="1483290" y="84773"/>
                </a:lnTo>
                <a:lnTo>
                  <a:pt x="1502312" y="84773"/>
                </a:lnTo>
                <a:lnTo>
                  <a:pt x="1521323" y="84773"/>
                </a:lnTo>
                <a:lnTo>
                  <a:pt x="1540345" y="84773"/>
                </a:lnTo>
                <a:lnTo>
                  <a:pt x="1559357" y="84773"/>
                </a:lnTo>
                <a:lnTo>
                  <a:pt x="1578378" y="84773"/>
                </a:lnTo>
                <a:lnTo>
                  <a:pt x="1597390" y="84773"/>
                </a:lnTo>
                <a:lnTo>
                  <a:pt x="1616412" y="84773"/>
                </a:lnTo>
                <a:lnTo>
                  <a:pt x="1635423" y="84773"/>
                </a:lnTo>
                <a:lnTo>
                  <a:pt x="1654445" y="84773"/>
                </a:lnTo>
                <a:lnTo>
                  <a:pt x="1673457" y="84773"/>
                </a:lnTo>
                <a:lnTo>
                  <a:pt x="1692478" y="84773"/>
                </a:lnTo>
                <a:lnTo>
                  <a:pt x="1711490" y="84773"/>
                </a:lnTo>
                <a:lnTo>
                  <a:pt x="1730512" y="84773"/>
                </a:lnTo>
                <a:lnTo>
                  <a:pt x="1749523" y="84773"/>
                </a:lnTo>
                <a:lnTo>
                  <a:pt x="1768545" y="84773"/>
                </a:lnTo>
                <a:lnTo>
                  <a:pt x="1784795" y="77076"/>
                </a:lnTo>
                <a:lnTo>
                  <a:pt x="1799473" y="64989"/>
                </a:lnTo>
                <a:lnTo>
                  <a:pt x="1814151" y="52892"/>
                </a:lnTo>
                <a:lnTo>
                  <a:pt x="1828819" y="40796"/>
                </a:lnTo>
                <a:lnTo>
                  <a:pt x="1843497" y="28708"/>
                </a:lnTo>
                <a:lnTo>
                  <a:pt x="1858175" y="16612"/>
                </a:lnTo>
                <a:lnTo>
                  <a:pt x="1872853" y="4515"/>
                </a:lnTo>
                <a:lnTo>
                  <a:pt x="1866414" y="0"/>
                </a:lnTo>
                <a:lnTo>
                  <a:pt x="1847402" y="0"/>
                </a:lnTo>
                <a:lnTo>
                  <a:pt x="1828381" y="0"/>
                </a:lnTo>
                <a:lnTo>
                  <a:pt x="1809369" y="0"/>
                </a:lnTo>
                <a:lnTo>
                  <a:pt x="1790348" y="0"/>
                </a:lnTo>
                <a:lnTo>
                  <a:pt x="1771336" y="0"/>
                </a:lnTo>
                <a:lnTo>
                  <a:pt x="1752314" y="0"/>
                </a:lnTo>
                <a:lnTo>
                  <a:pt x="1733302" y="0"/>
                </a:lnTo>
                <a:lnTo>
                  <a:pt x="1714281" y="0"/>
                </a:lnTo>
                <a:lnTo>
                  <a:pt x="1695269" y="0"/>
                </a:lnTo>
                <a:lnTo>
                  <a:pt x="1676248" y="0"/>
                </a:lnTo>
                <a:lnTo>
                  <a:pt x="1657236" y="0"/>
                </a:lnTo>
                <a:lnTo>
                  <a:pt x="1638214" y="0"/>
                </a:lnTo>
                <a:lnTo>
                  <a:pt x="1619202" y="0"/>
                </a:lnTo>
                <a:lnTo>
                  <a:pt x="1600181" y="0"/>
                </a:lnTo>
                <a:lnTo>
                  <a:pt x="1581169" y="0"/>
                </a:lnTo>
                <a:lnTo>
                  <a:pt x="1562148" y="0"/>
                </a:lnTo>
                <a:lnTo>
                  <a:pt x="1543136" y="0"/>
                </a:lnTo>
                <a:lnTo>
                  <a:pt x="1524114" y="0"/>
                </a:lnTo>
                <a:lnTo>
                  <a:pt x="1505102" y="0"/>
                </a:lnTo>
                <a:lnTo>
                  <a:pt x="1486081" y="0"/>
                </a:lnTo>
                <a:lnTo>
                  <a:pt x="1467069" y="0"/>
                </a:lnTo>
                <a:lnTo>
                  <a:pt x="1448048" y="0"/>
                </a:lnTo>
                <a:lnTo>
                  <a:pt x="1429036" y="0"/>
                </a:lnTo>
                <a:lnTo>
                  <a:pt x="1410014" y="0"/>
                </a:lnTo>
                <a:lnTo>
                  <a:pt x="1391002" y="0"/>
                </a:lnTo>
                <a:lnTo>
                  <a:pt x="1371981" y="0"/>
                </a:lnTo>
                <a:lnTo>
                  <a:pt x="1352969" y="0"/>
                </a:lnTo>
                <a:lnTo>
                  <a:pt x="1333948" y="0"/>
                </a:lnTo>
                <a:lnTo>
                  <a:pt x="1314936" y="0"/>
                </a:lnTo>
                <a:lnTo>
                  <a:pt x="1295924" y="0"/>
                </a:lnTo>
                <a:lnTo>
                  <a:pt x="1276902" y="0"/>
                </a:lnTo>
                <a:lnTo>
                  <a:pt x="1257891" y="0"/>
                </a:lnTo>
                <a:lnTo>
                  <a:pt x="1238869" y="0"/>
                </a:lnTo>
                <a:lnTo>
                  <a:pt x="1219857" y="0"/>
                </a:lnTo>
                <a:lnTo>
                  <a:pt x="1200836" y="0"/>
                </a:lnTo>
                <a:lnTo>
                  <a:pt x="1181824" y="0"/>
                </a:lnTo>
                <a:lnTo>
                  <a:pt x="1162802" y="0"/>
                </a:lnTo>
                <a:lnTo>
                  <a:pt x="1143791" y="0"/>
                </a:lnTo>
                <a:lnTo>
                  <a:pt x="1124769" y="0"/>
                </a:lnTo>
                <a:lnTo>
                  <a:pt x="1105757" y="0"/>
                </a:lnTo>
                <a:lnTo>
                  <a:pt x="1086736" y="0"/>
                </a:lnTo>
                <a:lnTo>
                  <a:pt x="1067724" y="0"/>
                </a:lnTo>
                <a:lnTo>
                  <a:pt x="1048703" y="0"/>
                </a:lnTo>
                <a:lnTo>
                  <a:pt x="1029691" y="0"/>
                </a:lnTo>
                <a:lnTo>
                  <a:pt x="1010669" y="0"/>
                </a:lnTo>
                <a:lnTo>
                  <a:pt x="991657" y="0"/>
                </a:lnTo>
                <a:lnTo>
                  <a:pt x="972636" y="0"/>
                </a:lnTo>
                <a:lnTo>
                  <a:pt x="953624" y="0"/>
                </a:lnTo>
                <a:lnTo>
                  <a:pt x="934603" y="0"/>
                </a:lnTo>
                <a:lnTo>
                  <a:pt x="915591" y="0"/>
                </a:lnTo>
                <a:lnTo>
                  <a:pt x="896569" y="0"/>
                </a:lnTo>
                <a:lnTo>
                  <a:pt x="877557" y="0"/>
                </a:lnTo>
                <a:lnTo>
                  <a:pt x="858536" y="0"/>
                </a:lnTo>
                <a:lnTo>
                  <a:pt x="839524" y="0"/>
                </a:lnTo>
                <a:lnTo>
                  <a:pt x="820503" y="0"/>
                </a:lnTo>
                <a:lnTo>
                  <a:pt x="801491" y="0"/>
                </a:lnTo>
                <a:lnTo>
                  <a:pt x="782469" y="0"/>
                </a:lnTo>
                <a:lnTo>
                  <a:pt x="763457" y="0"/>
                </a:lnTo>
                <a:lnTo>
                  <a:pt x="744436" y="0"/>
                </a:lnTo>
                <a:lnTo>
                  <a:pt x="725424" y="0"/>
                </a:lnTo>
                <a:lnTo>
                  <a:pt x="706403" y="0"/>
                </a:lnTo>
                <a:lnTo>
                  <a:pt x="687391" y="0"/>
                </a:lnTo>
                <a:lnTo>
                  <a:pt x="668369" y="0"/>
                </a:lnTo>
                <a:lnTo>
                  <a:pt x="649357" y="0"/>
                </a:lnTo>
                <a:lnTo>
                  <a:pt x="630336" y="0"/>
                </a:lnTo>
                <a:lnTo>
                  <a:pt x="611324" y="0"/>
                </a:lnTo>
                <a:lnTo>
                  <a:pt x="592303" y="0"/>
                </a:lnTo>
                <a:lnTo>
                  <a:pt x="573291" y="0"/>
                </a:lnTo>
                <a:lnTo>
                  <a:pt x="554269" y="0"/>
                </a:lnTo>
                <a:lnTo>
                  <a:pt x="535257" y="0"/>
                </a:lnTo>
                <a:lnTo>
                  <a:pt x="516236" y="0"/>
                </a:lnTo>
                <a:lnTo>
                  <a:pt x="497224" y="0"/>
                </a:lnTo>
                <a:lnTo>
                  <a:pt x="478203" y="0"/>
                </a:lnTo>
                <a:lnTo>
                  <a:pt x="459191" y="0"/>
                </a:lnTo>
                <a:lnTo>
                  <a:pt x="440169" y="0"/>
                </a:lnTo>
                <a:lnTo>
                  <a:pt x="421157" y="0"/>
                </a:lnTo>
                <a:lnTo>
                  <a:pt x="402136" y="0"/>
                </a:lnTo>
                <a:lnTo>
                  <a:pt x="383124" y="0"/>
                </a:lnTo>
                <a:lnTo>
                  <a:pt x="364103" y="0"/>
                </a:lnTo>
                <a:lnTo>
                  <a:pt x="345091" y="0"/>
                </a:lnTo>
                <a:lnTo>
                  <a:pt x="326079" y="0"/>
                </a:lnTo>
                <a:lnTo>
                  <a:pt x="307057" y="0"/>
                </a:lnTo>
                <a:lnTo>
                  <a:pt x="288046" y="0"/>
                </a:lnTo>
                <a:lnTo>
                  <a:pt x="269024" y="0"/>
                </a:lnTo>
                <a:lnTo>
                  <a:pt x="250012" y="0"/>
                </a:lnTo>
                <a:lnTo>
                  <a:pt x="230991" y="0"/>
                </a:lnTo>
                <a:lnTo>
                  <a:pt x="212074" y="514"/>
                </a:lnTo>
                <a:lnTo>
                  <a:pt x="194396" y="7534"/>
                </a:lnTo>
                <a:lnTo>
                  <a:pt x="176727" y="14554"/>
                </a:lnTo>
                <a:lnTo>
                  <a:pt x="159058" y="21574"/>
                </a:lnTo>
                <a:lnTo>
                  <a:pt x="141380" y="28594"/>
                </a:lnTo>
                <a:lnTo>
                  <a:pt x="123711" y="35624"/>
                </a:lnTo>
                <a:lnTo>
                  <a:pt x="106032" y="42643"/>
                </a:lnTo>
                <a:lnTo>
                  <a:pt x="88363" y="49663"/>
                </a:lnTo>
                <a:lnTo>
                  <a:pt x="70695" y="56683"/>
                </a:lnTo>
                <a:lnTo>
                  <a:pt x="53016" y="63703"/>
                </a:lnTo>
                <a:lnTo>
                  <a:pt x="35347" y="70733"/>
                </a:lnTo>
                <a:lnTo>
                  <a:pt x="17669" y="77753"/>
                </a:lnTo>
                <a:lnTo>
                  <a:pt x="0" y="8477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89EBCB73-5DF2-4459-A585-D25E3A37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3540" y="4033838"/>
            <a:ext cx="1742123" cy="84773"/>
          </a:xfrm>
          <a:custGeom xmlns:a="http://schemas.openxmlformats.org/drawingml/2006/main">
            <a:pathLst>
              <a:path w="1742123" h="84773">
                <a:moveTo>
                  <a:pt x="0" y="84773"/>
                </a:moveTo>
                <a:lnTo>
                  <a:pt x="19050" y="84773"/>
                </a:lnTo>
                <a:lnTo>
                  <a:pt x="38100" y="84773"/>
                </a:lnTo>
                <a:lnTo>
                  <a:pt x="57140" y="84773"/>
                </a:lnTo>
                <a:lnTo>
                  <a:pt x="76190" y="84773"/>
                </a:lnTo>
                <a:lnTo>
                  <a:pt x="95240" y="84773"/>
                </a:lnTo>
                <a:lnTo>
                  <a:pt x="114290" y="84773"/>
                </a:lnTo>
                <a:lnTo>
                  <a:pt x="133340" y="84773"/>
                </a:lnTo>
                <a:lnTo>
                  <a:pt x="152390" y="84773"/>
                </a:lnTo>
                <a:lnTo>
                  <a:pt x="171431" y="84773"/>
                </a:lnTo>
                <a:lnTo>
                  <a:pt x="190481" y="84773"/>
                </a:lnTo>
                <a:lnTo>
                  <a:pt x="209531" y="84773"/>
                </a:lnTo>
                <a:lnTo>
                  <a:pt x="228581" y="84773"/>
                </a:lnTo>
                <a:lnTo>
                  <a:pt x="247631" y="84773"/>
                </a:lnTo>
                <a:lnTo>
                  <a:pt x="266681" y="84773"/>
                </a:lnTo>
                <a:lnTo>
                  <a:pt x="285721" y="84773"/>
                </a:lnTo>
                <a:lnTo>
                  <a:pt x="304771" y="84773"/>
                </a:lnTo>
                <a:lnTo>
                  <a:pt x="323821" y="84773"/>
                </a:lnTo>
                <a:lnTo>
                  <a:pt x="342871" y="84773"/>
                </a:lnTo>
                <a:lnTo>
                  <a:pt x="361921" y="84773"/>
                </a:lnTo>
                <a:lnTo>
                  <a:pt x="380971" y="84773"/>
                </a:lnTo>
                <a:lnTo>
                  <a:pt x="400012" y="84773"/>
                </a:lnTo>
                <a:lnTo>
                  <a:pt x="419062" y="84773"/>
                </a:lnTo>
                <a:lnTo>
                  <a:pt x="438112" y="84773"/>
                </a:lnTo>
                <a:lnTo>
                  <a:pt x="457162" y="84773"/>
                </a:lnTo>
                <a:lnTo>
                  <a:pt x="476212" y="84773"/>
                </a:lnTo>
                <a:lnTo>
                  <a:pt x="495262" y="84773"/>
                </a:lnTo>
                <a:lnTo>
                  <a:pt x="514302" y="84773"/>
                </a:lnTo>
                <a:lnTo>
                  <a:pt x="533352" y="84773"/>
                </a:lnTo>
                <a:lnTo>
                  <a:pt x="552402" y="84773"/>
                </a:lnTo>
                <a:lnTo>
                  <a:pt x="571452" y="84773"/>
                </a:lnTo>
                <a:lnTo>
                  <a:pt x="590502" y="84773"/>
                </a:lnTo>
                <a:lnTo>
                  <a:pt x="609552" y="84773"/>
                </a:lnTo>
                <a:lnTo>
                  <a:pt x="628593" y="84773"/>
                </a:lnTo>
                <a:lnTo>
                  <a:pt x="647643" y="84773"/>
                </a:lnTo>
                <a:lnTo>
                  <a:pt x="666693" y="84773"/>
                </a:lnTo>
                <a:lnTo>
                  <a:pt x="685743" y="84773"/>
                </a:lnTo>
                <a:lnTo>
                  <a:pt x="704793" y="84773"/>
                </a:lnTo>
                <a:lnTo>
                  <a:pt x="723833" y="84773"/>
                </a:lnTo>
                <a:lnTo>
                  <a:pt x="742883" y="84773"/>
                </a:lnTo>
                <a:lnTo>
                  <a:pt x="761933" y="84773"/>
                </a:lnTo>
                <a:lnTo>
                  <a:pt x="780983" y="84773"/>
                </a:lnTo>
                <a:lnTo>
                  <a:pt x="800033" y="84773"/>
                </a:lnTo>
                <a:lnTo>
                  <a:pt x="819083" y="84773"/>
                </a:lnTo>
                <a:lnTo>
                  <a:pt x="838124" y="84773"/>
                </a:lnTo>
                <a:lnTo>
                  <a:pt x="857174" y="84773"/>
                </a:lnTo>
                <a:lnTo>
                  <a:pt x="876224" y="84773"/>
                </a:lnTo>
                <a:lnTo>
                  <a:pt x="895274" y="84773"/>
                </a:lnTo>
                <a:lnTo>
                  <a:pt x="914324" y="84773"/>
                </a:lnTo>
                <a:lnTo>
                  <a:pt x="933374" y="84773"/>
                </a:lnTo>
                <a:lnTo>
                  <a:pt x="952414" y="84773"/>
                </a:lnTo>
                <a:lnTo>
                  <a:pt x="971464" y="84773"/>
                </a:lnTo>
                <a:lnTo>
                  <a:pt x="990514" y="84773"/>
                </a:lnTo>
                <a:lnTo>
                  <a:pt x="1009564" y="84773"/>
                </a:lnTo>
                <a:lnTo>
                  <a:pt x="1028614" y="84773"/>
                </a:lnTo>
                <a:lnTo>
                  <a:pt x="1047664" y="84773"/>
                </a:lnTo>
                <a:lnTo>
                  <a:pt x="1066705" y="84773"/>
                </a:lnTo>
                <a:lnTo>
                  <a:pt x="1085755" y="84773"/>
                </a:lnTo>
                <a:lnTo>
                  <a:pt x="1104805" y="84773"/>
                </a:lnTo>
                <a:lnTo>
                  <a:pt x="1123855" y="84773"/>
                </a:lnTo>
                <a:lnTo>
                  <a:pt x="1142905" y="84773"/>
                </a:lnTo>
                <a:lnTo>
                  <a:pt x="1161945" y="84773"/>
                </a:lnTo>
                <a:lnTo>
                  <a:pt x="1180995" y="84773"/>
                </a:lnTo>
                <a:lnTo>
                  <a:pt x="1200045" y="84773"/>
                </a:lnTo>
                <a:lnTo>
                  <a:pt x="1219095" y="84773"/>
                </a:lnTo>
                <a:lnTo>
                  <a:pt x="1238145" y="84773"/>
                </a:lnTo>
                <a:lnTo>
                  <a:pt x="1257195" y="84773"/>
                </a:lnTo>
                <a:lnTo>
                  <a:pt x="1276236" y="84773"/>
                </a:lnTo>
                <a:lnTo>
                  <a:pt x="1295286" y="84773"/>
                </a:lnTo>
                <a:lnTo>
                  <a:pt x="1314336" y="84773"/>
                </a:lnTo>
                <a:lnTo>
                  <a:pt x="1333386" y="84773"/>
                </a:lnTo>
                <a:lnTo>
                  <a:pt x="1352436" y="84773"/>
                </a:lnTo>
                <a:lnTo>
                  <a:pt x="1371486" y="84773"/>
                </a:lnTo>
                <a:lnTo>
                  <a:pt x="1390526" y="84773"/>
                </a:lnTo>
                <a:lnTo>
                  <a:pt x="1409576" y="84773"/>
                </a:lnTo>
                <a:lnTo>
                  <a:pt x="1428626" y="84773"/>
                </a:lnTo>
                <a:lnTo>
                  <a:pt x="1447676" y="84773"/>
                </a:lnTo>
                <a:lnTo>
                  <a:pt x="1466726" y="84773"/>
                </a:lnTo>
                <a:lnTo>
                  <a:pt x="1485776" y="84773"/>
                </a:lnTo>
                <a:lnTo>
                  <a:pt x="1504817" y="84773"/>
                </a:lnTo>
                <a:lnTo>
                  <a:pt x="1523867" y="84773"/>
                </a:lnTo>
                <a:lnTo>
                  <a:pt x="1542917" y="84773"/>
                </a:lnTo>
                <a:lnTo>
                  <a:pt x="1561967" y="84773"/>
                </a:lnTo>
                <a:lnTo>
                  <a:pt x="1581017" y="84773"/>
                </a:lnTo>
                <a:lnTo>
                  <a:pt x="1600067" y="84773"/>
                </a:lnTo>
                <a:lnTo>
                  <a:pt x="1619107" y="84773"/>
                </a:lnTo>
                <a:lnTo>
                  <a:pt x="1637376" y="82506"/>
                </a:lnTo>
                <a:lnTo>
                  <a:pt x="1652340" y="70714"/>
                </a:lnTo>
                <a:lnTo>
                  <a:pt x="1667304" y="58931"/>
                </a:lnTo>
                <a:lnTo>
                  <a:pt x="1682267" y="47149"/>
                </a:lnTo>
                <a:lnTo>
                  <a:pt x="1697231" y="35357"/>
                </a:lnTo>
                <a:lnTo>
                  <a:pt x="1712195" y="23574"/>
                </a:lnTo>
                <a:lnTo>
                  <a:pt x="1727159" y="11782"/>
                </a:lnTo>
                <a:lnTo>
                  <a:pt x="17421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BD5AFC3C-3EB4-42DB-B34F-F62BE1D2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2138" y="4033838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FAA18616-94CB-4CD2-9E02-0119EA8E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6969" y="4369146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443E1249-08BC-4D82-9C17-60C07E64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0021" y="4688681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3609CE4E-9F59-4962-9FAC-E8043363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6831" y="3982641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ACDBED63-5A77-4952-937D-8EC876DC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9874" y="430217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85D31452-7D47-48D0-8325-EC3AF601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6684" y="359628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CCBE2712-46DB-413A-99FF-F77C614B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9737" y="391581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3DB6C9-80FE-452E-ADE8-DF4FE95D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81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能力形成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7FAA74-2A2E-4D33-BBEF-9BD33CBC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860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A66531-B752-4A17-B844-459FA7A0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0030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可记录：基本台账齐全。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02A3D5-753E-4C0E-A789-EED27462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479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可追溯：任务来源、执行参数与输出相互关联。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84F949-1D65-40ED-89C9-563F999E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9560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可复用：关键步骤经复核，适用边界清楚。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95A625-B0B7-434C-9560-1DDD9426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6230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只有前一阶段证据具备，才进入下一阶段。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尚未可复用，不能宣称跨项目推广。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9E63DB-B276-4669-919D-E98F504A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90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扩围三项边界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B6AF25-9FF3-4D79-B671-228C559F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957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7B6E0D-BFA2-45C7-81CA-42356002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100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人员：责任人能够持续履职。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E30F6F-4BC7-46D4-A354-5AA1673F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5770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资源：设备与支持能力可以覆盖。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B8E909-2D01-4294-BFB2-12B072A4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053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方法：适用范围与例外清楚。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43BB0D-DF17-4061-BE57-2D54FFCF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720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任一条件不满足，就暂停扩围，保留当前试点规模，明确补齐任务。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8224BB-505B-445E-88DB-FB012D28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4292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下一次讨论先检查证据是否达到门槛，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再讨论增加项目。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扩围评审需要三项边界同时成立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上图下文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6A57DE15-2559-4360-BC30-74E883CD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0441" y="2857510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11" y="83306"/>
                </a:lnTo>
                <a:lnTo>
                  <a:pt x="447980" y="81277"/>
                </a:lnTo>
                <a:lnTo>
                  <a:pt x="466858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5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15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5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6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41630C31-62E8-49FD-8161-797F2CAF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8393" y="2466023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7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9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14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30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73" y="755009"/>
                </a:lnTo>
                <a:lnTo>
                  <a:pt x="1026195" y="757047"/>
                </a:lnTo>
                <a:lnTo>
                  <a:pt x="100731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6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25" y="327851"/>
                </a:lnTo>
                <a:lnTo>
                  <a:pt x="53054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5BE4D8BB-5FC8-4116-BC8B-6B1F2383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7097" y="2072545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34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78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889625ED-AEA5-4351-B240-974DA84F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3421828"/>
            <a:ext cx="328613" cy="514855"/>
          </a:xfrm>
          <a:custGeom xmlns:a="http://schemas.openxmlformats.org/drawingml/2006/main">
            <a:pathLst>
              <a:path w="328613" h="514855">
                <a:moveTo>
                  <a:pt x="0" y="514855"/>
                </a:moveTo>
                <a:lnTo>
                  <a:pt x="0" y="496024"/>
                </a:lnTo>
                <a:lnTo>
                  <a:pt x="0" y="477203"/>
                </a:lnTo>
                <a:lnTo>
                  <a:pt x="0" y="458372"/>
                </a:lnTo>
                <a:lnTo>
                  <a:pt x="0" y="439541"/>
                </a:lnTo>
                <a:lnTo>
                  <a:pt x="0" y="420710"/>
                </a:lnTo>
                <a:lnTo>
                  <a:pt x="0" y="401879"/>
                </a:lnTo>
                <a:lnTo>
                  <a:pt x="0" y="383048"/>
                </a:lnTo>
                <a:lnTo>
                  <a:pt x="0" y="364217"/>
                </a:lnTo>
                <a:lnTo>
                  <a:pt x="0" y="345386"/>
                </a:lnTo>
                <a:lnTo>
                  <a:pt x="0" y="326555"/>
                </a:lnTo>
                <a:lnTo>
                  <a:pt x="0" y="307724"/>
                </a:lnTo>
                <a:lnTo>
                  <a:pt x="0" y="288893"/>
                </a:lnTo>
                <a:lnTo>
                  <a:pt x="0" y="270072"/>
                </a:lnTo>
                <a:lnTo>
                  <a:pt x="0" y="251241"/>
                </a:lnTo>
                <a:lnTo>
                  <a:pt x="0" y="232410"/>
                </a:lnTo>
                <a:lnTo>
                  <a:pt x="0" y="213579"/>
                </a:lnTo>
                <a:lnTo>
                  <a:pt x="0" y="194748"/>
                </a:lnTo>
                <a:lnTo>
                  <a:pt x="0" y="175917"/>
                </a:lnTo>
                <a:lnTo>
                  <a:pt x="0" y="157086"/>
                </a:lnTo>
                <a:lnTo>
                  <a:pt x="0" y="138255"/>
                </a:lnTo>
                <a:lnTo>
                  <a:pt x="0" y="119424"/>
                </a:lnTo>
                <a:lnTo>
                  <a:pt x="8954" y="107013"/>
                </a:lnTo>
                <a:lnTo>
                  <a:pt x="26784" y="100965"/>
                </a:lnTo>
                <a:lnTo>
                  <a:pt x="44615" y="94917"/>
                </a:lnTo>
                <a:lnTo>
                  <a:pt x="62446" y="88868"/>
                </a:lnTo>
                <a:lnTo>
                  <a:pt x="80277" y="82820"/>
                </a:lnTo>
                <a:lnTo>
                  <a:pt x="98108" y="76772"/>
                </a:lnTo>
                <a:lnTo>
                  <a:pt x="115948" y="70723"/>
                </a:lnTo>
                <a:lnTo>
                  <a:pt x="133779" y="64675"/>
                </a:lnTo>
                <a:lnTo>
                  <a:pt x="151609" y="58626"/>
                </a:lnTo>
                <a:lnTo>
                  <a:pt x="169440" y="52588"/>
                </a:lnTo>
                <a:lnTo>
                  <a:pt x="187271" y="46539"/>
                </a:lnTo>
                <a:lnTo>
                  <a:pt x="205111" y="40491"/>
                </a:lnTo>
                <a:lnTo>
                  <a:pt x="222942" y="34442"/>
                </a:lnTo>
                <a:lnTo>
                  <a:pt x="240773" y="28394"/>
                </a:lnTo>
                <a:lnTo>
                  <a:pt x="258604" y="22346"/>
                </a:lnTo>
                <a:lnTo>
                  <a:pt x="276435" y="16297"/>
                </a:lnTo>
                <a:lnTo>
                  <a:pt x="294265" y="10249"/>
                </a:lnTo>
                <a:lnTo>
                  <a:pt x="312106" y="4201"/>
                </a:lnTo>
                <a:lnTo>
                  <a:pt x="328613" y="0"/>
                </a:lnTo>
                <a:lnTo>
                  <a:pt x="328613" y="18831"/>
                </a:lnTo>
                <a:lnTo>
                  <a:pt x="328613" y="37662"/>
                </a:lnTo>
                <a:lnTo>
                  <a:pt x="328613" y="56493"/>
                </a:lnTo>
                <a:lnTo>
                  <a:pt x="328613" y="75324"/>
                </a:lnTo>
                <a:lnTo>
                  <a:pt x="328613" y="94155"/>
                </a:lnTo>
                <a:lnTo>
                  <a:pt x="328613" y="112976"/>
                </a:lnTo>
                <a:lnTo>
                  <a:pt x="328613" y="131807"/>
                </a:lnTo>
                <a:lnTo>
                  <a:pt x="328613" y="150638"/>
                </a:lnTo>
                <a:lnTo>
                  <a:pt x="328613" y="169469"/>
                </a:lnTo>
                <a:lnTo>
                  <a:pt x="328613" y="188300"/>
                </a:lnTo>
                <a:lnTo>
                  <a:pt x="328613" y="207131"/>
                </a:lnTo>
                <a:lnTo>
                  <a:pt x="328613" y="225962"/>
                </a:lnTo>
                <a:lnTo>
                  <a:pt x="328613" y="244793"/>
                </a:lnTo>
                <a:lnTo>
                  <a:pt x="328613" y="263623"/>
                </a:lnTo>
                <a:lnTo>
                  <a:pt x="328613" y="282454"/>
                </a:lnTo>
                <a:lnTo>
                  <a:pt x="328613" y="301285"/>
                </a:lnTo>
                <a:lnTo>
                  <a:pt x="328613" y="320116"/>
                </a:lnTo>
                <a:lnTo>
                  <a:pt x="328613" y="338938"/>
                </a:lnTo>
                <a:lnTo>
                  <a:pt x="328613" y="357769"/>
                </a:lnTo>
                <a:lnTo>
                  <a:pt x="328613" y="376599"/>
                </a:lnTo>
                <a:lnTo>
                  <a:pt x="313106" y="385077"/>
                </a:lnTo>
                <a:lnTo>
                  <a:pt x="295713" y="392287"/>
                </a:lnTo>
                <a:lnTo>
                  <a:pt x="278321" y="399498"/>
                </a:lnTo>
                <a:lnTo>
                  <a:pt x="260928" y="406708"/>
                </a:lnTo>
                <a:lnTo>
                  <a:pt x="243535" y="413918"/>
                </a:lnTo>
                <a:lnTo>
                  <a:pt x="226133" y="421129"/>
                </a:lnTo>
                <a:lnTo>
                  <a:pt x="208740" y="428339"/>
                </a:lnTo>
                <a:lnTo>
                  <a:pt x="191348" y="435550"/>
                </a:lnTo>
                <a:lnTo>
                  <a:pt x="173946" y="442760"/>
                </a:lnTo>
                <a:lnTo>
                  <a:pt x="156553" y="449971"/>
                </a:lnTo>
                <a:lnTo>
                  <a:pt x="139160" y="457181"/>
                </a:lnTo>
                <a:lnTo>
                  <a:pt x="121768" y="464391"/>
                </a:lnTo>
                <a:lnTo>
                  <a:pt x="104365" y="471602"/>
                </a:lnTo>
                <a:lnTo>
                  <a:pt x="86973" y="478812"/>
                </a:lnTo>
                <a:lnTo>
                  <a:pt x="69580" y="486023"/>
                </a:lnTo>
                <a:lnTo>
                  <a:pt x="52187" y="493224"/>
                </a:lnTo>
                <a:lnTo>
                  <a:pt x="34785" y="500434"/>
                </a:lnTo>
                <a:lnTo>
                  <a:pt x="17393" y="507644"/>
                </a:lnTo>
                <a:lnTo>
                  <a:pt x="0" y="514855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04227057-77D2-41B3-BFCF-994662E9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7065" y="3800475"/>
            <a:ext cx="2126399" cy="136208"/>
          </a:xfrm>
          <a:custGeom xmlns:a="http://schemas.openxmlformats.org/drawingml/2006/main">
            <a:pathLst>
              <a:path w="2126399" h="136208">
                <a:moveTo>
                  <a:pt x="0" y="136208"/>
                </a:moveTo>
                <a:lnTo>
                  <a:pt x="19002" y="136208"/>
                </a:lnTo>
                <a:lnTo>
                  <a:pt x="38005" y="136208"/>
                </a:lnTo>
                <a:lnTo>
                  <a:pt x="56998" y="136208"/>
                </a:lnTo>
                <a:lnTo>
                  <a:pt x="76000" y="136208"/>
                </a:lnTo>
                <a:lnTo>
                  <a:pt x="95002" y="136208"/>
                </a:lnTo>
                <a:lnTo>
                  <a:pt x="114005" y="136208"/>
                </a:lnTo>
                <a:lnTo>
                  <a:pt x="132998" y="136208"/>
                </a:lnTo>
                <a:lnTo>
                  <a:pt x="152000" y="136208"/>
                </a:lnTo>
                <a:lnTo>
                  <a:pt x="171002" y="136208"/>
                </a:lnTo>
                <a:lnTo>
                  <a:pt x="190005" y="136208"/>
                </a:lnTo>
                <a:lnTo>
                  <a:pt x="208998" y="136208"/>
                </a:lnTo>
                <a:lnTo>
                  <a:pt x="228000" y="136208"/>
                </a:lnTo>
                <a:lnTo>
                  <a:pt x="247002" y="136208"/>
                </a:lnTo>
                <a:lnTo>
                  <a:pt x="266005" y="136208"/>
                </a:lnTo>
                <a:lnTo>
                  <a:pt x="284998" y="136208"/>
                </a:lnTo>
                <a:lnTo>
                  <a:pt x="304000" y="136208"/>
                </a:lnTo>
                <a:lnTo>
                  <a:pt x="323002" y="136208"/>
                </a:lnTo>
                <a:lnTo>
                  <a:pt x="342005" y="136208"/>
                </a:lnTo>
                <a:lnTo>
                  <a:pt x="360998" y="136208"/>
                </a:lnTo>
                <a:lnTo>
                  <a:pt x="380000" y="136208"/>
                </a:lnTo>
                <a:lnTo>
                  <a:pt x="399002" y="136208"/>
                </a:lnTo>
                <a:lnTo>
                  <a:pt x="418005" y="136208"/>
                </a:lnTo>
                <a:lnTo>
                  <a:pt x="436997" y="136208"/>
                </a:lnTo>
                <a:lnTo>
                  <a:pt x="456000" y="136208"/>
                </a:lnTo>
                <a:lnTo>
                  <a:pt x="475002" y="136208"/>
                </a:lnTo>
                <a:lnTo>
                  <a:pt x="494005" y="136208"/>
                </a:lnTo>
                <a:lnTo>
                  <a:pt x="512997" y="136208"/>
                </a:lnTo>
                <a:lnTo>
                  <a:pt x="532000" y="136208"/>
                </a:lnTo>
                <a:lnTo>
                  <a:pt x="551002" y="136208"/>
                </a:lnTo>
                <a:lnTo>
                  <a:pt x="570005" y="136208"/>
                </a:lnTo>
                <a:lnTo>
                  <a:pt x="588997" y="136208"/>
                </a:lnTo>
                <a:lnTo>
                  <a:pt x="608000" y="136208"/>
                </a:lnTo>
                <a:lnTo>
                  <a:pt x="627002" y="136208"/>
                </a:lnTo>
                <a:lnTo>
                  <a:pt x="646005" y="136208"/>
                </a:lnTo>
                <a:lnTo>
                  <a:pt x="664997" y="136208"/>
                </a:lnTo>
                <a:lnTo>
                  <a:pt x="684000" y="136208"/>
                </a:lnTo>
                <a:lnTo>
                  <a:pt x="703002" y="136208"/>
                </a:lnTo>
                <a:lnTo>
                  <a:pt x="722005" y="136208"/>
                </a:lnTo>
                <a:lnTo>
                  <a:pt x="740997" y="136208"/>
                </a:lnTo>
                <a:lnTo>
                  <a:pt x="760000" y="136208"/>
                </a:lnTo>
                <a:lnTo>
                  <a:pt x="779002" y="136208"/>
                </a:lnTo>
                <a:lnTo>
                  <a:pt x="798005" y="136208"/>
                </a:lnTo>
                <a:lnTo>
                  <a:pt x="816997" y="136208"/>
                </a:lnTo>
                <a:lnTo>
                  <a:pt x="836000" y="136208"/>
                </a:lnTo>
                <a:lnTo>
                  <a:pt x="855002" y="136208"/>
                </a:lnTo>
                <a:lnTo>
                  <a:pt x="874004" y="136208"/>
                </a:lnTo>
                <a:lnTo>
                  <a:pt x="892997" y="136208"/>
                </a:lnTo>
                <a:lnTo>
                  <a:pt x="912000" y="136208"/>
                </a:lnTo>
                <a:lnTo>
                  <a:pt x="931002" y="136208"/>
                </a:lnTo>
                <a:lnTo>
                  <a:pt x="950004" y="136208"/>
                </a:lnTo>
                <a:lnTo>
                  <a:pt x="968997" y="136208"/>
                </a:lnTo>
                <a:lnTo>
                  <a:pt x="988000" y="136208"/>
                </a:lnTo>
                <a:lnTo>
                  <a:pt x="1007002" y="136208"/>
                </a:lnTo>
                <a:lnTo>
                  <a:pt x="1026004" y="136208"/>
                </a:lnTo>
                <a:lnTo>
                  <a:pt x="1044997" y="136208"/>
                </a:lnTo>
                <a:lnTo>
                  <a:pt x="1064000" y="136208"/>
                </a:lnTo>
                <a:lnTo>
                  <a:pt x="1083002" y="136208"/>
                </a:lnTo>
                <a:lnTo>
                  <a:pt x="1102004" y="136208"/>
                </a:lnTo>
                <a:lnTo>
                  <a:pt x="1120997" y="136208"/>
                </a:lnTo>
                <a:lnTo>
                  <a:pt x="1140000" y="136208"/>
                </a:lnTo>
                <a:lnTo>
                  <a:pt x="1159002" y="136208"/>
                </a:lnTo>
                <a:lnTo>
                  <a:pt x="1178004" y="136208"/>
                </a:lnTo>
                <a:lnTo>
                  <a:pt x="1196997" y="136208"/>
                </a:lnTo>
                <a:lnTo>
                  <a:pt x="1216000" y="136208"/>
                </a:lnTo>
                <a:lnTo>
                  <a:pt x="1235002" y="136208"/>
                </a:lnTo>
                <a:lnTo>
                  <a:pt x="1254004" y="136208"/>
                </a:lnTo>
                <a:lnTo>
                  <a:pt x="1272997" y="136208"/>
                </a:lnTo>
                <a:lnTo>
                  <a:pt x="1292000" y="136208"/>
                </a:lnTo>
                <a:lnTo>
                  <a:pt x="1311002" y="136208"/>
                </a:lnTo>
                <a:lnTo>
                  <a:pt x="1330004" y="136208"/>
                </a:lnTo>
                <a:lnTo>
                  <a:pt x="1348997" y="136208"/>
                </a:lnTo>
                <a:lnTo>
                  <a:pt x="1368000" y="136208"/>
                </a:lnTo>
                <a:lnTo>
                  <a:pt x="1387002" y="136208"/>
                </a:lnTo>
                <a:lnTo>
                  <a:pt x="1406004" y="136208"/>
                </a:lnTo>
                <a:lnTo>
                  <a:pt x="1424997" y="136208"/>
                </a:lnTo>
                <a:lnTo>
                  <a:pt x="1444000" y="136208"/>
                </a:lnTo>
                <a:lnTo>
                  <a:pt x="1463002" y="136208"/>
                </a:lnTo>
                <a:lnTo>
                  <a:pt x="1482004" y="136208"/>
                </a:lnTo>
                <a:lnTo>
                  <a:pt x="1500997" y="136208"/>
                </a:lnTo>
                <a:lnTo>
                  <a:pt x="1520000" y="136208"/>
                </a:lnTo>
                <a:lnTo>
                  <a:pt x="1539002" y="136208"/>
                </a:lnTo>
                <a:lnTo>
                  <a:pt x="1558004" y="136208"/>
                </a:lnTo>
                <a:lnTo>
                  <a:pt x="1576997" y="136208"/>
                </a:lnTo>
                <a:lnTo>
                  <a:pt x="1595999" y="136208"/>
                </a:lnTo>
                <a:lnTo>
                  <a:pt x="1615002" y="136208"/>
                </a:lnTo>
                <a:lnTo>
                  <a:pt x="1634004" y="136208"/>
                </a:lnTo>
                <a:lnTo>
                  <a:pt x="1652997" y="136208"/>
                </a:lnTo>
                <a:lnTo>
                  <a:pt x="1671999" y="136208"/>
                </a:lnTo>
                <a:lnTo>
                  <a:pt x="1691002" y="136208"/>
                </a:lnTo>
                <a:lnTo>
                  <a:pt x="1710004" y="136208"/>
                </a:lnTo>
                <a:lnTo>
                  <a:pt x="1728997" y="136208"/>
                </a:lnTo>
                <a:lnTo>
                  <a:pt x="1747999" y="136208"/>
                </a:lnTo>
                <a:lnTo>
                  <a:pt x="1767002" y="136208"/>
                </a:lnTo>
                <a:lnTo>
                  <a:pt x="1786004" y="136208"/>
                </a:lnTo>
                <a:lnTo>
                  <a:pt x="1804930" y="135836"/>
                </a:lnTo>
                <a:lnTo>
                  <a:pt x="1822475" y="128559"/>
                </a:lnTo>
                <a:lnTo>
                  <a:pt x="1840030" y="121291"/>
                </a:lnTo>
                <a:lnTo>
                  <a:pt x="1857585" y="114014"/>
                </a:lnTo>
                <a:lnTo>
                  <a:pt x="1875139" y="106737"/>
                </a:lnTo>
                <a:lnTo>
                  <a:pt x="1892684" y="99460"/>
                </a:lnTo>
                <a:lnTo>
                  <a:pt x="1910239" y="92183"/>
                </a:lnTo>
                <a:lnTo>
                  <a:pt x="1927793" y="84915"/>
                </a:lnTo>
                <a:lnTo>
                  <a:pt x="1945348" y="77638"/>
                </a:lnTo>
                <a:lnTo>
                  <a:pt x="1962893" y="70361"/>
                </a:lnTo>
                <a:lnTo>
                  <a:pt x="1980448" y="63084"/>
                </a:lnTo>
                <a:lnTo>
                  <a:pt x="1998002" y="55807"/>
                </a:lnTo>
                <a:lnTo>
                  <a:pt x="2015547" y="48539"/>
                </a:lnTo>
                <a:lnTo>
                  <a:pt x="2033102" y="41262"/>
                </a:lnTo>
                <a:lnTo>
                  <a:pt x="2050656" y="33985"/>
                </a:lnTo>
                <a:lnTo>
                  <a:pt x="2068211" y="26708"/>
                </a:lnTo>
                <a:lnTo>
                  <a:pt x="2085756" y="19431"/>
                </a:lnTo>
                <a:lnTo>
                  <a:pt x="2103311" y="12163"/>
                </a:lnTo>
                <a:lnTo>
                  <a:pt x="2120865" y="4886"/>
                </a:lnTo>
                <a:lnTo>
                  <a:pt x="2126399" y="0"/>
                </a:lnTo>
                <a:lnTo>
                  <a:pt x="2107406" y="0"/>
                </a:lnTo>
                <a:lnTo>
                  <a:pt x="2088404" y="0"/>
                </a:lnTo>
                <a:lnTo>
                  <a:pt x="2069402" y="0"/>
                </a:lnTo>
                <a:lnTo>
                  <a:pt x="2050399" y="0"/>
                </a:lnTo>
                <a:lnTo>
                  <a:pt x="2031406" y="0"/>
                </a:lnTo>
                <a:lnTo>
                  <a:pt x="2012404" y="0"/>
                </a:lnTo>
                <a:lnTo>
                  <a:pt x="1993402" y="0"/>
                </a:lnTo>
                <a:lnTo>
                  <a:pt x="1974399" y="0"/>
                </a:lnTo>
                <a:lnTo>
                  <a:pt x="1955406" y="0"/>
                </a:lnTo>
                <a:lnTo>
                  <a:pt x="1936404" y="0"/>
                </a:lnTo>
                <a:lnTo>
                  <a:pt x="1917402" y="0"/>
                </a:lnTo>
                <a:lnTo>
                  <a:pt x="1898399" y="0"/>
                </a:lnTo>
                <a:lnTo>
                  <a:pt x="1879406" y="0"/>
                </a:lnTo>
                <a:lnTo>
                  <a:pt x="1860404" y="0"/>
                </a:lnTo>
                <a:lnTo>
                  <a:pt x="1841402" y="0"/>
                </a:lnTo>
                <a:lnTo>
                  <a:pt x="1822399" y="0"/>
                </a:lnTo>
                <a:lnTo>
                  <a:pt x="1803406" y="0"/>
                </a:lnTo>
                <a:lnTo>
                  <a:pt x="1784404" y="0"/>
                </a:lnTo>
                <a:lnTo>
                  <a:pt x="1765402" y="0"/>
                </a:lnTo>
                <a:lnTo>
                  <a:pt x="1746399" y="0"/>
                </a:lnTo>
                <a:lnTo>
                  <a:pt x="1727406" y="0"/>
                </a:lnTo>
                <a:lnTo>
                  <a:pt x="1708404" y="0"/>
                </a:lnTo>
                <a:lnTo>
                  <a:pt x="1689402" y="0"/>
                </a:lnTo>
                <a:lnTo>
                  <a:pt x="1670399" y="0"/>
                </a:lnTo>
                <a:lnTo>
                  <a:pt x="1651406" y="0"/>
                </a:lnTo>
                <a:lnTo>
                  <a:pt x="1632404" y="0"/>
                </a:lnTo>
                <a:lnTo>
                  <a:pt x="1613402" y="0"/>
                </a:lnTo>
                <a:lnTo>
                  <a:pt x="1594399" y="0"/>
                </a:lnTo>
                <a:lnTo>
                  <a:pt x="1575406" y="0"/>
                </a:lnTo>
                <a:lnTo>
                  <a:pt x="1556404" y="0"/>
                </a:lnTo>
                <a:lnTo>
                  <a:pt x="1537402" y="0"/>
                </a:lnTo>
                <a:lnTo>
                  <a:pt x="1518399" y="0"/>
                </a:lnTo>
                <a:lnTo>
                  <a:pt x="1499406" y="0"/>
                </a:lnTo>
                <a:lnTo>
                  <a:pt x="1480404" y="0"/>
                </a:lnTo>
                <a:lnTo>
                  <a:pt x="1461402" y="0"/>
                </a:lnTo>
                <a:lnTo>
                  <a:pt x="1442399" y="0"/>
                </a:lnTo>
                <a:lnTo>
                  <a:pt x="1423406" y="0"/>
                </a:lnTo>
                <a:lnTo>
                  <a:pt x="1404404" y="0"/>
                </a:lnTo>
                <a:lnTo>
                  <a:pt x="1385402" y="0"/>
                </a:lnTo>
                <a:lnTo>
                  <a:pt x="1366399" y="0"/>
                </a:lnTo>
                <a:lnTo>
                  <a:pt x="1347407" y="0"/>
                </a:lnTo>
                <a:lnTo>
                  <a:pt x="1328404" y="0"/>
                </a:lnTo>
                <a:lnTo>
                  <a:pt x="1309402" y="0"/>
                </a:lnTo>
                <a:lnTo>
                  <a:pt x="1290399" y="0"/>
                </a:lnTo>
                <a:lnTo>
                  <a:pt x="1271407" y="0"/>
                </a:lnTo>
                <a:lnTo>
                  <a:pt x="1252404" y="0"/>
                </a:lnTo>
                <a:lnTo>
                  <a:pt x="1233402" y="0"/>
                </a:lnTo>
                <a:lnTo>
                  <a:pt x="1214399" y="0"/>
                </a:lnTo>
                <a:lnTo>
                  <a:pt x="1195407" y="0"/>
                </a:lnTo>
                <a:lnTo>
                  <a:pt x="1176404" y="0"/>
                </a:lnTo>
                <a:lnTo>
                  <a:pt x="1157402" y="0"/>
                </a:lnTo>
                <a:lnTo>
                  <a:pt x="1138399" y="0"/>
                </a:lnTo>
                <a:lnTo>
                  <a:pt x="1119407" y="0"/>
                </a:lnTo>
                <a:lnTo>
                  <a:pt x="1100404" y="0"/>
                </a:lnTo>
                <a:lnTo>
                  <a:pt x="1081402" y="0"/>
                </a:lnTo>
                <a:lnTo>
                  <a:pt x="1062399" y="0"/>
                </a:lnTo>
                <a:lnTo>
                  <a:pt x="1043407" y="0"/>
                </a:lnTo>
                <a:lnTo>
                  <a:pt x="1024404" y="0"/>
                </a:lnTo>
                <a:lnTo>
                  <a:pt x="1005402" y="0"/>
                </a:lnTo>
                <a:lnTo>
                  <a:pt x="986399" y="0"/>
                </a:lnTo>
                <a:lnTo>
                  <a:pt x="967407" y="0"/>
                </a:lnTo>
                <a:lnTo>
                  <a:pt x="948404" y="0"/>
                </a:lnTo>
                <a:lnTo>
                  <a:pt x="929402" y="0"/>
                </a:lnTo>
                <a:lnTo>
                  <a:pt x="910400" y="0"/>
                </a:lnTo>
                <a:lnTo>
                  <a:pt x="891407" y="0"/>
                </a:lnTo>
                <a:lnTo>
                  <a:pt x="872404" y="0"/>
                </a:lnTo>
                <a:lnTo>
                  <a:pt x="853402" y="0"/>
                </a:lnTo>
                <a:lnTo>
                  <a:pt x="834400" y="0"/>
                </a:lnTo>
                <a:lnTo>
                  <a:pt x="815407" y="0"/>
                </a:lnTo>
                <a:lnTo>
                  <a:pt x="796404" y="0"/>
                </a:lnTo>
                <a:lnTo>
                  <a:pt x="777402" y="0"/>
                </a:lnTo>
                <a:lnTo>
                  <a:pt x="758400" y="0"/>
                </a:lnTo>
                <a:lnTo>
                  <a:pt x="739407" y="0"/>
                </a:lnTo>
                <a:lnTo>
                  <a:pt x="720404" y="0"/>
                </a:lnTo>
                <a:lnTo>
                  <a:pt x="701402" y="0"/>
                </a:lnTo>
                <a:lnTo>
                  <a:pt x="682400" y="0"/>
                </a:lnTo>
                <a:lnTo>
                  <a:pt x="663407" y="0"/>
                </a:lnTo>
                <a:lnTo>
                  <a:pt x="644404" y="0"/>
                </a:lnTo>
                <a:lnTo>
                  <a:pt x="625402" y="0"/>
                </a:lnTo>
                <a:lnTo>
                  <a:pt x="606400" y="0"/>
                </a:lnTo>
                <a:lnTo>
                  <a:pt x="587407" y="0"/>
                </a:lnTo>
                <a:lnTo>
                  <a:pt x="568404" y="0"/>
                </a:lnTo>
                <a:lnTo>
                  <a:pt x="549402" y="0"/>
                </a:lnTo>
                <a:lnTo>
                  <a:pt x="530400" y="0"/>
                </a:lnTo>
                <a:lnTo>
                  <a:pt x="511407" y="0"/>
                </a:lnTo>
                <a:lnTo>
                  <a:pt x="492404" y="0"/>
                </a:lnTo>
                <a:lnTo>
                  <a:pt x="473402" y="0"/>
                </a:lnTo>
                <a:lnTo>
                  <a:pt x="454400" y="0"/>
                </a:lnTo>
                <a:lnTo>
                  <a:pt x="435607" y="1372"/>
                </a:lnTo>
                <a:lnTo>
                  <a:pt x="417462" y="6991"/>
                </a:lnTo>
                <a:lnTo>
                  <a:pt x="399307" y="12611"/>
                </a:lnTo>
                <a:lnTo>
                  <a:pt x="381162" y="18231"/>
                </a:lnTo>
                <a:lnTo>
                  <a:pt x="363007" y="23851"/>
                </a:lnTo>
                <a:lnTo>
                  <a:pt x="344862" y="29461"/>
                </a:lnTo>
                <a:lnTo>
                  <a:pt x="326708" y="35081"/>
                </a:lnTo>
                <a:lnTo>
                  <a:pt x="308562" y="40700"/>
                </a:lnTo>
                <a:lnTo>
                  <a:pt x="290408" y="46320"/>
                </a:lnTo>
                <a:lnTo>
                  <a:pt x="272253" y="51940"/>
                </a:lnTo>
                <a:lnTo>
                  <a:pt x="254108" y="57560"/>
                </a:lnTo>
                <a:lnTo>
                  <a:pt x="235953" y="63170"/>
                </a:lnTo>
                <a:lnTo>
                  <a:pt x="217808" y="68790"/>
                </a:lnTo>
                <a:lnTo>
                  <a:pt x="199654" y="74409"/>
                </a:lnTo>
                <a:lnTo>
                  <a:pt x="181508" y="80029"/>
                </a:lnTo>
                <a:lnTo>
                  <a:pt x="163354" y="85649"/>
                </a:lnTo>
                <a:lnTo>
                  <a:pt x="145199" y="91259"/>
                </a:lnTo>
                <a:lnTo>
                  <a:pt x="127054" y="96879"/>
                </a:lnTo>
                <a:lnTo>
                  <a:pt x="108899" y="102499"/>
                </a:lnTo>
                <a:lnTo>
                  <a:pt x="90754" y="108118"/>
                </a:lnTo>
                <a:lnTo>
                  <a:pt x="72600" y="113738"/>
                </a:lnTo>
                <a:lnTo>
                  <a:pt x="54454" y="119358"/>
                </a:lnTo>
                <a:lnTo>
                  <a:pt x="36300" y="124968"/>
                </a:lnTo>
                <a:lnTo>
                  <a:pt x="18155" y="130588"/>
                </a:lnTo>
                <a:lnTo>
                  <a:pt x="0" y="13620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B8E40B9B-4DE3-4470-9448-B96ADCCB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3800475"/>
            <a:ext cx="1995488" cy="136208"/>
          </a:xfrm>
          <a:custGeom xmlns:a="http://schemas.openxmlformats.org/drawingml/2006/main">
            <a:pathLst>
              <a:path w="1995488" h="136208">
                <a:moveTo>
                  <a:pt x="0" y="136208"/>
                </a:moveTo>
                <a:lnTo>
                  <a:pt x="18898" y="136208"/>
                </a:lnTo>
                <a:lnTo>
                  <a:pt x="37795" y="136208"/>
                </a:lnTo>
                <a:lnTo>
                  <a:pt x="56702" y="136208"/>
                </a:lnTo>
                <a:lnTo>
                  <a:pt x="75600" y="136208"/>
                </a:lnTo>
                <a:lnTo>
                  <a:pt x="94498" y="136208"/>
                </a:lnTo>
                <a:lnTo>
                  <a:pt x="113395" y="136208"/>
                </a:lnTo>
                <a:lnTo>
                  <a:pt x="132293" y="136208"/>
                </a:lnTo>
                <a:lnTo>
                  <a:pt x="151200" y="136208"/>
                </a:lnTo>
                <a:lnTo>
                  <a:pt x="170097" y="136208"/>
                </a:lnTo>
                <a:lnTo>
                  <a:pt x="188995" y="136208"/>
                </a:lnTo>
                <a:lnTo>
                  <a:pt x="207893" y="136208"/>
                </a:lnTo>
                <a:lnTo>
                  <a:pt x="226790" y="136208"/>
                </a:lnTo>
                <a:lnTo>
                  <a:pt x="245688" y="136208"/>
                </a:lnTo>
                <a:lnTo>
                  <a:pt x="264595" y="136208"/>
                </a:lnTo>
                <a:lnTo>
                  <a:pt x="283493" y="136208"/>
                </a:lnTo>
                <a:lnTo>
                  <a:pt x="302390" y="136208"/>
                </a:lnTo>
                <a:lnTo>
                  <a:pt x="321288" y="136208"/>
                </a:lnTo>
                <a:lnTo>
                  <a:pt x="340185" y="136208"/>
                </a:lnTo>
                <a:lnTo>
                  <a:pt x="359093" y="136208"/>
                </a:lnTo>
                <a:lnTo>
                  <a:pt x="377990" y="136208"/>
                </a:lnTo>
                <a:lnTo>
                  <a:pt x="396888" y="136208"/>
                </a:lnTo>
                <a:lnTo>
                  <a:pt x="415785" y="136208"/>
                </a:lnTo>
                <a:lnTo>
                  <a:pt x="434683" y="136208"/>
                </a:lnTo>
                <a:lnTo>
                  <a:pt x="453590" y="136208"/>
                </a:lnTo>
                <a:lnTo>
                  <a:pt x="472488" y="136208"/>
                </a:lnTo>
                <a:lnTo>
                  <a:pt x="491385" y="136208"/>
                </a:lnTo>
                <a:lnTo>
                  <a:pt x="510283" y="136208"/>
                </a:lnTo>
                <a:lnTo>
                  <a:pt x="529180" y="136208"/>
                </a:lnTo>
                <a:lnTo>
                  <a:pt x="548088" y="136208"/>
                </a:lnTo>
                <a:lnTo>
                  <a:pt x="566985" y="136208"/>
                </a:lnTo>
                <a:lnTo>
                  <a:pt x="585883" y="136208"/>
                </a:lnTo>
                <a:lnTo>
                  <a:pt x="604780" y="136208"/>
                </a:lnTo>
                <a:lnTo>
                  <a:pt x="623678" y="136208"/>
                </a:lnTo>
                <a:lnTo>
                  <a:pt x="642585" y="136208"/>
                </a:lnTo>
                <a:lnTo>
                  <a:pt x="661483" y="136208"/>
                </a:lnTo>
                <a:lnTo>
                  <a:pt x="680380" y="136208"/>
                </a:lnTo>
                <a:lnTo>
                  <a:pt x="699278" y="136208"/>
                </a:lnTo>
                <a:lnTo>
                  <a:pt x="718175" y="136208"/>
                </a:lnTo>
                <a:lnTo>
                  <a:pt x="737083" y="136208"/>
                </a:lnTo>
                <a:lnTo>
                  <a:pt x="755980" y="136208"/>
                </a:lnTo>
                <a:lnTo>
                  <a:pt x="774878" y="136208"/>
                </a:lnTo>
                <a:lnTo>
                  <a:pt x="793775" y="136208"/>
                </a:lnTo>
                <a:lnTo>
                  <a:pt x="812673" y="136208"/>
                </a:lnTo>
                <a:lnTo>
                  <a:pt x="831571" y="136208"/>
                </a:lnTo>
                <a:lnTo>
                  <a:pt x="850478" y="136208"/>
                </a:lnTo>
                <a:lnTo>
                  <a:pt x="869375" y="136208"/>
                </a:lnTo>
                <a:lnTo>
                  <a:pt x="888273" y="136208"/>
                </a:lnTo>
                <a:lnTo>
                  <a:pt x="907171" y="136208"/>
                </a:lnTo>
                <a:lnTo>
                  <a:pt x="926068" y="136208"/>
                </a:lnTo>
                <a:lnTo>
                  <a:pt x="944975" y="136208"/>
                </a:lnTo>
                <a:lnTo>
                  <a:pt x="963873" y="136208"/>
                </a:lnTo>
                <a:lnTo>
                  <a:pt x="982770" y="136208"/>
                </a:lnTo>
                <a:lnTo>
                  <a:pt x="1001668" y="136208"/>
                </a:lnTo>
                <a:lnTo>
                  <a:pt x="1020566" y="136208"/>
                </a:lnTo>
                <a:lnTo>
                  <a:pt x="1039473" y="136208"/>
                </a:lnTo>
                <a:lnTo>
                  <a:pt x="1058370" y="136208"/>
                </a:lnTo>
                <a:lnTo>
                  <a:pt x="1077268" y="136208"/>
                </a:lnTo>
                <a:lnTo>
                  <a:pt x="1096166" y="136208"/>
                </a:lnTo>
                <a:lnTo>
                  <a:pt x="1115063" y="136208"/>
                </a:lnTo>
                <a:lnTo>
                  <a:pt x="1133970" y="136208"/>
                </a:lnTo>
                <a:lnTo>
                  <a:pt x="1152868" y="136208"/>
                </a:lnTo>
                <a:lnTo>
                  <a:pt x="1171766" y="136208"/>
                </a:lnTo>
                <a:lnTo>
                  <a:pt x="1190663" y="136208"/>
                </a:lnTo>
                <a:lnTo>
                  <a:pt x="1209561" y="136208"/>
                </a:lnTo>
                <a:lnTo>
                  <a:pt x="1228468" y="136208"/>
                </a:lnTo>
                <a:lnTo>
                  <a:pt x="1247365" y="136208"/>
                </a:lnTo>
                <a:lnTo>
                  <a:pt x="1266263" y="136208"/>
                </a:lnTo>
                <a:lnTo>
                  <a:pt x="1285161" y="136208"/>
                </a:lnTo>
                <a:lnTo>
                  <a:pt x="1304058" y="136208"/>
                </a:lnTo>
                <a:lnTo>
                  <a:pt x="1322956" y="136208"/>
                </a:lnTo>
                <a:lnTo>
                  <a:pt x="1341863" y="136208"/>
                </a:lnTo>
                <a:lnTo>
                  <a:pt x="1360761" y="136208"/>
                </a:lnTo>
                <a:lnTo>
                  <a:pt x="1379658" y="136208"/>
                </a:lnTo>
                <a:lnTo>
                  <a:pt x="1398556" y="136208"/>
                </a:lnTo>
                <a:lnTo>
                  <a:pt x="1417453" y="136208"/>
                </a:lnTo>
                <a:lnTo>
                  <a:pt x="1436360" y="136208"/>
                </a:lnTo>
                <a:lnTo>
                  <a:pt x="1455258" y="136208"/>
                </a:lnTo>
                <a:lnTo>
                  <a:pt x="1474156" y="136208"/>
                </a:lnTo>
                <a:lnTo>
                  <a:pt x="1493053" y="136208"/>
                </a:lnTo>
                <a:lnTo>
                  <a:pt x="1511951" y="136208"/>
                </a:lnTo>
                <a:lnTo>
                  <a:pt x="1530858" y="136208"/>
                </a:lnTo>
                <a:lnTo>
                  <a:pt x="1549756" y="136208"/>
                </a:lnTo>
                <a:lnTo>
                  <a:pt x="1568653" y="136208"/>
                </a:lnTo>
                <a:lnTo>
                  <a:pt x="1587551" y="136208"/>
                </a:lnTo>
                <a:lnTo>
                  <a:pt x="1606448" y="136208"/>
                </a:lnTo>
                <a:lnTo>
                  <a:pt x="1625356" y="136208"/>
                </a:lnTo>
                <a:lnTo>
                  <a:pt x="1644253" y="136208"/>
                </a:lnTo>
                <a:lnTo>
                  <a:pt x="1663075" y="135817"/>
                </a:lnTo>
                <a:lnTo>
                  <a:pt x="1680572" y="128664"/>
                </a:lnTo>
                <a:lnTo>
                  <a:pt x="1698060" y="121520"/>
                </a:lnTo>
                <a:lnTo>
                  <a:pt x="1715557" y="114367"/>
                </a:lnTo>
                <a:lnTo>
                  <a:pt x="1733055" y="107223"/>
                </a:lnTo>
                <a:lnTo>
                  <a:pt x="1750552" y="100070"/>
                </a:lnTo>
                <a:lnTo>
                  <a:pt x="1768050" y="92926"/>
                </a:lnTo>
                <a:lnTo>
                  <a:pt x="1785537" y="85782"/>
                </a:lnTo>
                <a:lnTo>
                  <a:pt x="1803035" y="78629"/>
                </a:lnTo>
                <a:lnTo>
                  <a:pt x="1820532" y="71485"/>
                </a:lnTo>
                <a:lnTo>
                  <a:pt x="1838030" y="64332"/>
                </a:lnTo>
                <a:lnTo>
                  <a:pt x="1855527" y="57188"/>
                </a:lnTo>
                <a:lnTo>
                  <a:pt x="1873015" y="50035"/>
                </a:lnTo>
                <a:lnTo>
                  <a:pt x="1890512" y="42891"/>
                </a:lnTo>
                <a:lnTo>
                  <a:pt x="1908010" y="35738"/>
                </a:lnTo>
                <a:lnTo>
                  <a:pt x="1925507" y="28594"/>
                </a:lnTo>
                <a:lnTo>
                  <a:pt x="1943005" y="21441"/>
                </a:lnTo>
                <a:lnTo>
                  <a:pt x="1960493" y="14297"/>
                </a:lnTo>
                <a:lnTo>
                  <a:pt x="1977990" y="7144"/>
                </a:lnTo>
                <a:lnTo>
                  <a:pt x="19954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B4A22B9E-7CD9-4E54-9767-E02FE98F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3795" y="3800475"/>
            <a:ext cx="15592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15ED3ABA-AB72-4BD6-83E5-CF73C121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5135" y="3041618"/>
            <a:ext cx="217170" cy="490252"/>
          </a:xfrm>
          <a:custGeom xmlns:a="http://schemas.openxmlformats.org/drawingml/2006/main">
            <a:pathLst>
              <a:path w="217170" h="490252">
                <a:moveTo>
                  <a:pt x="0" y="490252"/>
                </a:moveTo>
                <a:lnTo>
                  <a:pt x="0" y="471383"/>
                </a:lnTo>
                <a:lnTo>
                  <a:pt x="0" y="452504"/>
                </a:lnTo>
                <a:lnTo>
                  <a:pt x="0" y="433626"/>
                </a:lnTo>
                <a:lnTo>
                  <a:pt x="0" y="414747"/>
                </a:lnTo>
                <a:lnTo>
                  <a:pt x="0" y="395878"/>
                </a:lnTo>
                <a:lnTo>
                  <a:pt x="0" y="377000"/>
                </a:lnTo>
                <a:lnTo>
                  <a:pt x="0" y="358121"/>
                </a:lnTo>
                <a:lnTo>
                  <a:pt x="0" y="339242"/>
                </a:lnTo>
                <a:lnTo>
                  <a:pt x="0" y="320373"/>
                </a:lnTo>
                <a:lnTo>
                  <a:pt x="0" y="301495"/>
                </a:lnTo>
                <a:lnTo>
                  <a:pt x="0" y="282616"/>
                </a:lnTo>
                <a:lnTo>
                  <a:pt x="0" y="263747"/>
                </a:lnTo>
                <a:lnTo>
                  <a:pt x="0" y="244869"/>
                </a:lnTo>
                <a:lnTo>
                  <a:pt x="0" y="225990"/>
                </a:lnTo>
                <a:lnTo>
                  <a:pt x="0" y="207112"/>
                </a:lnTo>
                <a:lnTo>
                  <a:pt x="0" y="188243"/>
                </a:lnTo>
                <a:lnTo>
                  <a:pt x="0" y="169364"/>
                </a:lnTo>
                <a:lnTo>
                  <a:pt x="0" y="150485"/>
                </a:lnTo>
                <a:lnTo>
                  <a:pt x="0" y="131607"/>
                </a:lnTo>
                <a:lnTo>
                  <a:pt x="0" y="112738"/>
                </a:lnTo>
                <a:lnTo>
                  <a:pt x="0" y="93859"/>
                </a:lnTo>
                <a:lnTo>
                  <a:pt x="8830" y="80963"/>
                </a:lnTo>
                <a:lnTo>
                  <a:pt x="26356" y="73971"/>
                </a:lnTo>
                <a:lnTo>
                  <a:pt x="43891" y="66970"/>
                </a:lnTo>
                <a:lnTo>
                  <a:pt x="61417" y="59969"/>
                </a:lnTo>
                <a:lnTo>
                  <a:pt x="78953" y="52978"/>
                </a:lnTo>
                <a:lnTo>
                  <a:pt x="96488" y="45977"/>
                </a:lnTo>
                <a:lnTo>
                  <a:pt x="114014" y="38986"/>
                </a:lnTo>
                <a:lnTo>
                  <a:pt x="131550" y="31985"/>
                </a:lnTo>
                <a:lnTo>
                  <a:pt x="149076" y="24984"/>
                </a:lnTo>
                <a:lnTo>
                  <a:pt x="166611" y="17993"/>
                </a:lnTo>
                <a:lnTo>
                  <a:pt x="184137" y="10992"/>
                </a:lnTo>
                <a:lnTo>
                  <a:pt x="201673" y="4001"/>
                </a:lnTo>
                <a:lnTo>
                  <a:pt x="217170" y="0"/>
                </a:lnTo>
                <a:lnTo>
                  <a:pt x="217170" y="18879"/>
                </a:lnTo>
                <a:lnTo>
                  <a:pt x="217170" y="37748"/>
                </a:lnTo>
                <a:lnTo>
                  <a:pt x="217170" y="56626"/>
                </a:lnTo>
                <a:lnTo>
                  <a:pt x="217170" y="75505"/>
                </a:lnTo>
                <a:lnTo>
                  <a:pt x="217170" y="94383"/>
                </a:lnTo>
                <a:lnTo>
                  <a:pt x="217170" y="113252"/>
                </a:lnTo>
                <a:lnTo>
                  <a:pt x="217170" y="132131"/>
                </a:lnTo>
                <a:lnTo>
                  <a:pt x="217170" y="151009"/>
                </a:lnTo>
                <a:lnTo>
                  <a:pt x="217170" y="169888"/>
                </a:lnTo>
                <a:lnTo>
                  <a:pt x="217170" y="188757"/>
                </a:lnTo>
                <a:lnTo>
                  <a:pt x="217170" y="207635"/>
                </a:lnTo>
                <a:lnTo>
                  <a:pt x="217170" y="226514"/>
                </a:lnTo>
                <a:lnTo>
                  <a:pt x="217170" y="245383"/>
                </a:lnTo>
                <a:lnTo>
                  <a:pt x="217170" y="264262"/>
                </a:lnTo>
                <a:lnTo>
                  <a:pt x="217170" y="283140"/>
                </a:lnTo>
                <a:lnTo>
                  <a:pt x="217170" y="302019"/>
                </a:lnTo>
                <a:lnTo>
                  <a:pt x="217170" y="320888"/>
                </a:lnTo>
                <a:lnTo>
                  <a:pt x="217170" y="339766"/>
                </a:lnTo>
                <a:lnTo>
                  <a:pt x="217170" y="358645"/>
                </a:lnTo>
                <a:lnTo>
                  <a:pt x="217170" y="377523"/>
                </a:lnTo>
                <a:lnTo>
                  <a:pt x="201530" y="386839"/>
                </a:lnTo>
                <a:lnTo>
                  <a:pt x="184728" y="395459"/>
                </a:lnTo>
                <a:lnTo>
                  <a:pt x="167935" y="404079"/>
                </a:lnTo>
                <a:lnTo>
                  <a:pt x="151143" y="412690"/>
                </a:lnTo>
                <a:lnTo>
                  <a:pt x="134350" y="421310"/>
                </a:lnTo>
                <a:lnTo>
                  <a:pt x="117558" y="429930"/>
                </a:lnTo>
                <a:lnTo>
                  <a:pt x="100765" y="438550"/>
                </a:lnTo>
                <a:lnTo>
                  <a:pt x="83972" y="447161"/>
                </a:lnTo>
                <a:lnTo>
                  <a:pt x="67180" y="455781"/>
                </a:lnTo>
                <a:lnTo>
                  <a:pt x="50378" y="464401"/>
                </a:lnTo>
                <a:lnTo>
                  <a:pt x="33585" y="473021"/>
                </a:lnTo>
                <a:lnTo>
                  <a:pt x="16793" y="481632"/>
                </a:lnTo>
                <a:lnTo>
                  <a:pt x="0" y="490252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1A3BFC04-9121-4142-8989-21314776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3420428"/>
            <a:ext cx="2015966" cy="111443"/>
          </a:xfrm>
          <a:custGeom xmlns:a="http://schemas.openxmlformats.org/drawingml/2006/main">
            <a:pathLst>
              <a:path w="2015966" h="111443">
                <a:moveTo>
                  <a:pt x="0" y="111443"/>
                </a:moveTo>
                <a:lnTo>
                  <a:pt x="19012" y="111443"/>
                </a:lnTo>
                <a:lnTo>
                  <a:pt x="38024" y="111443"/>
                </a:lnTo>
                <a:lnTo>
                  <a:pt x="57036" y="111443"/>
                </a:lnTo>
                <a:lnTo>
                  <a:pt x="76048" y="111443"/>
                </a:lnTo>
                <a:lnTo>
                  <a:pt x="95060" y="111443"/>
                </a:lnTo>
                <a:lnTo>
                  <a:pt x="114071" y="111443"/>
                </a:lnTo>
                <a:lnTo>
                  <a:pt x="133093" y="111443"/>
                </a:lnTo>
                <a:lnTo>
                  <a:pt x="152105" y="111443"/>
                </a:lnTo>
                <a:lnTo>
                  <a:pt x="171117" y="111443"/>
                </a:lnTo>
                <a:lnTo>
                  <a:pt x="190129" y="111443"/>
                </a:lnTo>
                <a:lnTo>
                  <a:pt x="209140" y="111443"/>
                </a:lnTo>
                <a:lnTo>
                  <a:pt x="228152" y="111443"/>
                </a:lnTo>
                <a:lnTo>
                  <a:pt x="247164" y="111443"/>
                </a:lnTo>
                <a:lnTo>
                  <a:pt x="266176" y="111443"/>
                </a:lnTo>
                <a:lnTo>
                  <a:pt x="285188" y="111443"/>
                </a:lnTo>
                <a:lnTo>
                  <a:pt x="304200" y="111443"/>
                </a:lnTo>
                <a:lnTo>
                  <a:pt x="323212" y="111443"/>
                </a:lnTo>
                <a:lnTo>
                  <a:pt x="342224" y="111443"/>
                </a:lnTo>
                <a:lnTo>
                  <a:pt x="361236" y="111443"/>
                </a:lnTo>
                <a:lnTo>
                  <a:pt x="380257" y="111443"/>
                </a:lnTo>
                <a:lnTo>
                  <a:pt x="399269" y="111443"/>
                </a:lnTo>
                <a:lnTo>
                  <a:pt x="418281" y="111443"/>
                </a:lnTo>
                <a:lnTo>
                  <a:pt x="437293" y="111443"/>
                </a:lnTo>
                <a:lnTo>
                  <a:pt x="456305" y="111443"/>
                </a:lnTo>
                <a:lnTo>
                  <a:pt x="475317" y="111443"/>
                </a:lnTo>
                <a:lnTo>
                  <a:pt x="494328" y="111443"/>
                </a:lnTo>
                <a:lnTo>
                  <a:pt x="513340" y="111443"/>
                </a:lnTo>
                <a:lnTo>
                  <a:pt x="532352" y="111443"/>
                </a:lnTo>
                <a:lnTo>
                  <a:pt x="551364" y="111443"/>
                </a:lnTo>
                <a:lnTo>
                  <a:pt x="570376" y="111443"/>
                </a:lnTo>
                <a:lnTo>
                  <a:pt x="589388" y="111443"/>
                </a:lnTo>
                <a:lnTo>
                  <a:pt x="608409" y="111443"/>
                </a:lnTo>
                <a:lnTo>
                  <a:pt x="627421" y="111443"/>
                </a:lnTo>
                <a:lnTo>
                  <a:pt x="646433" y="111443"/>
                </a:lnTo>
                <a:lnTo>
                  <a:pt x="665445" y="111443"/>
                </a:lnTo>
                <a:lnTo>
                  <a:pt x="684457" y="111443"/>
                </a:lnTo>
                <a:lnTo>
                  <a:pt x="703469" y="111443"/>
                </a:lnTo>
                <a:lnTo>
                  <a:pt x="722481" y="111443"/>
                </a:lnTo>
                <a:lnTo>
                  <a:pt x="741493" y="111443"/>
                </a:lnTo>
                <a:lnTo>
                  <a:pt x="760505" y="111443"/>
                </a:lnTo>
                <a:lnTo>
                  <a:pt x="779516" y="111443"/>
                </a:lnTo>
                <a:lnTo>
                  <a:pt x="798528" y="111443"/>
                </a:lnTo>
                <a:lnTo>
                  <a:pt x="817540" y="111443"/>
                </a:lnTo>
                <a:lnTo>
                  <a:pt x="836552" y="111443"/>
                </a:lnTo>
                <a:lnTo>
                  <a:pt x="855564" y="111443"/>
                </a:lnTo>
                <a:lnTo>
                  <a:pt x="874585" y="111443"/>
                </a:lnTo>
                <a:lnTo>
                  <a:pt x="893597" y="111443"/>
                </a:lnTo>
                <a:lnTo>
                  <a:pt x="912609" y="111443"/>
                </a:lnTo>
                <a:lnTo>
                  <a:pt x="931621" y="111443"/>
                </a:lnTo>
                <a:lnTo>
                  <a:pt x="950633" y="111443"/>
                </a:lnTo>
                <a:lnTo>
                  <a:pt x="969645" y="111443"/>
                </a:lnTo>
                <a:lnTo>
                  <a:pt x="988657" y="111443"/>
                </a:lnTo>
                <a:lnTo>
                  <a:pt x="1007669" y="111443"/>
                </a:lnTo>
                <a:lnTo>
                  <a:pt x="1026681" y="111443"/>
                </a:lnTo>
                <a:lnTo>
                  <a:pt x="1045693" y="111443"/>
                </a:lnTo>
                <a:lnTo>
                  <a:pt x="1064705" y="111443"/>
                </a:lnTo>
                <a:lnTo>
                  <a:pt x="1083716" y="111443"/>
                </a:lnTo>
                <a:lnTo>
                  <a:pt x="1102738" y="111443"/>
                </a:lnTo>
                <a:lnTo>
                  <a:pt x="1121750" y="111443"/>
                </a:lnTo>
                <a:lnTo>
                  <a:pt x="1140762" y="111443"/>
                </a:lnTo>
                <a:lnTo>
                  <a:pt x="1159774" y="111443"/>
                </a:lnTo>
                <a:lnTo>
                  <a:pt x="1178785" y="111443"/>
                </a:lnTo>
                <a:lnTo>
                  <a:pt x="1197797" y="111443"/>
                </a:lnTo>
                <a:lnTo>
                  <a:pt x="1216809" y="111443"/>
                </a:lnTo>
                <a:lnTo>
                  <a:pt x="1235821" y="111443"/>
                </a:lnTo>
                <a:lnTo>
                  <a:pt x="1254833" y="111443"/>
                </a:lnTo>
                <a:lnTo>
                  <a:pt x="1273845" y="111443"/>
                </a:lnTo>
                <a:lnTo>
                  <a:pt x="1292857" y="111443"/>
                </a:lnTo>
                <a:lnTo>
                  <a:pt x="1311869" y="111443"/>
                </a:lnTo>
                <a:lnTo>
                  <a:pt x="1330881" y="111443"/>
                </a:lnTo>
                <a:lnTo>
                  <a:pt x="1349893" y="111443"/>
                </a:lnTo>
                <a:lnTo>
                  <a:pt x="1368914" y="111443"/>
                </a:lnTo>
                <a:lnTo>
                  <a:pt x="1387926" y="111443"/>
                </a:lnTo>
                <a:lnTo>
                  <a:pt x="1406938" y="111443"/>
                </a:lnTo>
                <a:lnTo>
                  <a:pt x="1425950" y="111443"/>
                </a:lnTo>
                <a:lnTo>
                  <a:pt x="1444962" y="111443"/>
                </a:lnTo>
                <a:lnTo>
                  <a:pt x="1463973" y="111443"/>
                </a:lnTo>
                <a:lnTo>
                  <a:pt x="1482985" y="111443"/>
                </a:lnTo>
                <a:lnTo>
                  <a:pt x="1501997" y="111443"/>
                </a:lnTo>
                <a:lnTo>
                  <a:pt x="1521009" y="111443"/>
                </a:lnTo>
                <a:lnTo>
                  <a:pt x="1540021" y="111443"/>
                </a:lnTo>
                <a:lnTo>
                  <a:pt x="1559033" y="111443"/>
                </a:lnTo>
                <a:lnTo>
                  <a:pt x="1578045" y="111443"/>
                </a:lnTo>
                <a:lnTo>
                  <a:pt x="1597066" y="111443"/>
                </a:lnTo>
                <a:lnTo>
                  <a:pt x="1616078" y="111443"/>
                </a:lnTo>
                <a:lnTo>
                  <a:pt x="1635090" y="111443"/>
                </a:lnTo>
                <a:lnTo>
                  <a:pt x="1654102" y="111443"/>
                </a:lnTo>
                <a:lnTo>
                  <a:pt x="1673114" y="111443"/>
                </a:lnTo>
                <a:lnTo>
                  <a:pt x="1692126" y="111443"/>
                </a:lnTo>
                <a:lnTo>
                  <a:pt x="1711138" y="111443"/>
                </a:lnTo>
                <a:lnTo>
                  <a:pt x="1730150" y="111443"/>
                </a:lnTo>
                <a:lnTo>
                  <a:pt x="1749161" y="111443"/>
                </a:lnTo>
                <a:lnTo>
                  <a:pt x="1768173" y="111443"/>
                </a:lnTo>
                <a:lnTo>
                  <a:pt x="1787185" y="111443"/>
                </a:lnTo>
                <a:lnTo>
                  <a:pt x="1805959" y="110452"/>
                </a:lnTo>
                <a:lnTo>
                  <a:pt x="1822875" y="101775"/>
                </a:lnTo>
                <a:lnTo>
                  <a:pt x="1839792" y="93097"/>
                </a:lnTo>
                <a:lnTo>
                  <a:pt x="1856708" y="84411"/>
                </a:lnTo>
                <a:lnTo>
                  <a:pt x="1873625" y="75733"/>
                </a:lnTo>
                <a:lnTo>
                  <a:pt x="1890541" y="67056"/>
                </a:lnTo>
                <a:lnTo>
                  <a:pt x="1907457" y="58369"/>
                </a:lnTo>
                <a:lnTo>
                  <a:pt x="1924374" y="49692"/>
                </a:lnTo>
                <a:lnTo>
                  <a:pt x="1941290" y="41015"/>
                </a:lnTo>
                <a:lnTo>
                  <a:pt x="1958197" y="32328"/>
                </a:lnTo>
                <a:lnTo>
                  <a:pt x="1975114" y="23651"/>
                </a:lnTo>
                <a:lnTo>
                  <a:pt x="1992030" y="14973"/>
                </a:lnTo>
                <a:lnTo>
                  <a:pt x="2008946" y="6287"/>
                </a:lnTo>
                <a:lnTo>
                  <a:pt x="2015966" y="0"/>
                </a:lnTo>
                <a:lnTo>
                  <a:pt x="1996954" y="0"/>
                </a:lnTo>
                <a:lnTo>
                  <a:pt x="1977942" y="0"/>
                </a:lnTo>
                <a:lnTo>
                  <a:pt x="1958931" y="0"/>
                </a:lnTo>
                <a:lnTo>
                  <a:pt x="1939919" y="0"/>
                </a:lnTo>
                <a:lnTo>
                  <a:pt x="1920907" y="0"/>
                </a:lnTo>
                <a:lnTo>
                  <a:pt x="1901895" y="0"/>
                </a:lnTo>
                <a:lnTo>
                  <a:pt x="1882883" y="0"/>
                </a:lnTo>
                <a:lnTo>
                  <a:pt x="1863871" y="0"/>
                </a:lnTo>
                <a:lnTo>
                  <a:pt x="1844859" y="0"/>
                </a:lnTo>
                <a:lnTo>
                  <a:pt x="1825847" y="0"/>
                </a:lnTo>
                <a:lnTo>
                  <a:pt x="1806835" y="0"/>
                </a:lnTo>
                <a:lnTo>
                  <a:pt x="1787814" y="0"/>
                </a:lnTo>
                <a:lnTo>
                  <a:pt x="1768802" y="0"/>
                </a:lnTo>
                <a:lnTo>
                  <a:pt x="1749790" y="0"/>
                </a:lnTo>
                <a:lnTo>
                  <a:pt x="1730778" y="0"/>
                </a:lnTo>
                <a:lnTo>
                  <a:pt x="1711766" y="0"/>
                </a:lnTo>
                <a:lnTo>
                  <a:pt x="1692754" y="0"/>
                </a:lnTo>
                <a:lnTo>
                  <a:pt x="1673743" y="0"/>
                </a:lnTo>
                <a:lnTo>
                  <a:pt x="1654731" y="0"/>
                </a:lnTo>
                <a:lnTo>
                  <a:pt x="1635719" y="0"/>
                </a:lnTo>
                <a:lnTo>
                  <a:pt x="1616707" y="0"/>
                </a:lnTo>
                <a:lnTo>
                  <a:pt x="1597695" y="0"/>
                </a:lnTo>
                <a:lnTo>
                  <a:pt x="1578683" y="0"/>
                </a:lnTo>
                <a:lnTo>
                  <a:pt x="1559671" y="0"/>
                </a:lnTo>
                <a:lnTo>
                  <a:pt x="1540650" y="0"/>
                </a:lnTo>
                <a:lnTo>
                  <a:pt x="1521638" y="0"/>
                </a:lnTo>
                <a:lnTo>
                  <a:pt x="1502626" y="0"/>
                </a:lnTo>
                <a:lnTo>
                  <a:pt x="1483614" y="0"/>
                </a:lnTo>
                <a:lnTo>
                  <a:pt x="1464602" y="0"/>
                </a:lnTo>
                <a:lnTo>
                  <a:pt x="1445590" y="0"/>
                </a:lnTo>
                <a:lnTo>
                  <a:pt x="1426578" y="0"/>
                </a:lnTo>
                <a:lnTo>
                  <a:pt x="1407566" y="0"/>
                </a:lnTo>
                <a:lnTo>
                  <a:pt x="1388555" y="0"/>
                </a:lnTo>
                <a:lnTo>
                  <a:pt x="1369543" y="0"/>
                </a:lnTo>
                <a:lnTo>
                  <a:pt x="1350531" y="0"/>
                </a:lnTo>
                <a:lnTo>
                  <a:pt x="1331519" y="0"/>
                </a:lnTo>
                <a:lnTo>
                  <a:pt x="1312507" y="0"/>
                </a:lnTo>
                <a:lnTo>
                  <a:pt x="1293485" y="0"/>
                </a:lnTo>
                <a:lnTo>
                  <a:pt x="1274474" y="0"/>
                </a:lnTo>
                <a:lnTo>
                  <a:pt x="1255462" y="0"/>
                </a:lnTo>
                <a:lnTo>
                  <a:pt x="1236450" y="0"/>
                </a:lnTo>
                <a:lnTo>
                  <a:pt x="1217438" y="0"/>
                </a:lnTo>
                <a:lnTo>
                  <a:pt x="1198426" y="0"/>
                </a:lnTo>
                <a:lnTo>
                  <a:pt x="1179414" y="0"/>
                </a:lnTo>
                <a:lnTo>
                  <a:pt x="1160402" y="0"/>
                </a:lnTo>
                <a:lnTo>
                  <a:pt x="1141390" y="0"/>
                </a:lnTo>
                <a:lnTo>
                  <a:pt x="1122378" y="0"/>
                </a:lnTo>
                <a:lnTo>
                  <a:pt x="1103366" y="0"/>
                </a:lnTo>
                <a:lnTo>
                  <a:pt x="1084355" y="0"/>
                </a:lnTo>
                <a:lnTo>
                  <a:pt x="1065333" y="0"/>
                </a:lnTo>
                <a:lnTo>
                  <a:pt x="1046321" y="0"/>
                </a:lnTo>
                <a:lnTo>
                  <a:pt x="1027309" y="0"/>
                </a:lnTo>
                <a:lnTo>
                  <a:pt x="1008297" y="0"/>
                </a:lnTo>
                <a:lnTo>
                  <a:pt x="989286" y="0"/>
                </a:lnTo>
                <a:lnTo>
                  <a:pt x="970274" y="0"/>
                </a:lnTo>
                <a:lnTo>
                  <a:pt x="951262" y="0"/>
                </a:lnTo>
                <a:lnTo>
                  <a:pt x="932250" y="0"/>
                </a:lnTo>
                <a:lnTo>
                  <a:pt x="913238" y="0"/>
                </a:lnTo>
                <a:lnTo>
                  <a:pt x="894226" y="0"/>
                </a:lnTo>
                <a:lnTo>
                  <a:pt x="875214" y="0"/>
                </a:lnTo>
                <a:lnTo>
                  <a:pt x="856202" y="0"/>
                </a:lnTo>
                <a:lnTo>
                  <a:pt x="837190" y="0"/>
                </a:lnTo>
                <a:lnTo>
                  <a:pt x="818178" y="0"/>
                </a:lnTo>
                <a:lnTo>
                  <a:pt x="799157" y="0"/>
                </a:lnTo>
                <a:lnTo>
                  <a:pt x="780145" y="0"/>
                </a:lnTo>
                <a:lnTo>
                  <a:pt x="761133" y="0"/>
                </a:lnTo>
                <a:lnTo>
                  <a:pt x="742121" y="0"/>
                </a:lnTo>
                <a:lnTo>
                  <a:pt x="723109" y="0"/>
                </a:lnTo>
                <a:lnTo>
                  <a:pt x="704098" y="0"/>
                </a:lnTo>
                <a:lnTo>
                  <a:pt x="685086" y="0"/>
                </a:lnTo>
                <a:lnTo>
                  <a:pt x="666074" y="0"/>
                </a:lnTo>
                <a:lnTo>
                  <a:pt x="647062" y="0"/>
                </a:lnTo>
                <a:lnTo>
                  <a:pt x="628050" y="0"/>
                </a:lnTo>
                <a:lnTo>
                  <a:pt x="609038" y="0"/>
                </a:lnTo>
                <a:lnTo>
                  <a:pt x="590026" y="0"/>
                </a:lnTo>
                <a:lnTo>
                  <a:pt x="571005" y="0"/>
                </a:lnTo>
                <a:lnTo>
                  <a:pt x="551993" y="0"/>
                </a:lnTo>
                <a:lnTo>
                  <a:pt x="532981" y="0"/>
                </a:lnTo>
                <a:lnTo>
                  <a:pt x="513969" y="0"/>
                </a:lnTo>
                <a:lnTo>
                  <a:pt x="494957" y="0"/>
                </a:lnTo>
                <a:lnTo>
                  <a:pt x="475945" y="0"/>
                </a:lnTo>
                <a:lnTo>
                  <a:pt x="456933" y="0"/>
                </a:lnTo>
                <a:lnTo>
                  <a:pt x="437921" y="0"/>
                </a:lnTo>
                <a:lnTo>
                  <a:pt x="418909" y="0"/>
                </a:lnTo>
                <a:lnTo>
                  <a:pt x="399898" y="0"/>
                </a:lnTo>
                <a:lnTo>
                  <a:pt x="380886" y="0"/>
                </a:lnTo>
                <a:lnTo>
                  <a:pt x="361874" y="0"/>
                </a:lnTo>
                <a:lnTo>
                  <a:pt x="342862" y="0"/>
                </a:lnTo>
                <a:lnTo>
                  <a:pt x="324098" y="1534"/>
                </a:lnTo>
                <a:lnTo>
                  <a:pt x="306095" y="7639"/>
                </a:lnTo>
                <a:lnTo>
                  <a:pt x="288084" y="13745"/>
                </a:lnTo>
                <a:lnTo>
                  <a:pt x="270081" y="19850"/>
                </a:lnTo>
                <a:lnTo>
                  <a:pt x="252079" y="25956"/>
                </a:lnTo>
                <a:lnTo>
                  <a:pt x="234067" y="32061"/>
                </a:lnTo>
                <a:lnTo>
                  <a:pt x="216065" y="38167"/>
                </a:lnTo>
                <a:lnTo>
                  <a:pt x="198063" y="44272"/>
                </a:lnTo>
                <a:lnTo>
                  <a:pt x="180051" y="50378"/>
                </a:lnTo>
                <a:lnTo>
                  <a:pt x="162049" y="56483"/>
                </a:lnTo>
                <a:lnTo>
                  <a:pt x="144047" y="62589"/>
                </a:lnTo>
                <a:lnTo>
                  <a:pt x="126035" y="68704"/>
                </a:lnTo>
                <a:lnTo>
                  <a:pt x="108033" y="74809"/>
                </a:lnTo>
                <a:lnTo>
                  <a:pt x="90030" y="80915"/>
                </a:lnTo>
                <a:lnTo>
                  <a:pt x="72019" y="87020"/>
                </a:lnTo>
                <a:lnTo>
                  <a:pt x="54016" y="93126"/>
                </a:lnTo>
                <a:lnTo>
                  <a:pt x="36014" y="99231"/>
                </a:lnTo>
                <a:lnTo>
                  <a:pt x="18002" y="105337"/>
                </a:lnTo>
                <a:lnTo>
                  <a:pt x="0" y="11144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0B8E7A3D-DFE1-4872-8EB6-CBA1A3DF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2538" y="3420428"/>
            <a:ext cx="1882140" cy="111443"/>
          </a:xfrm>
          <a:custGeom xmlns:a="http://schemas.openxmlformats.org/drawingml/2006/main">
            <a:pathLst>
              <a:path w="1882140" h="111443">
                <a:moveTo>
                  <a:pt x="0" y="111443"/>
                </a:moveTo>
                <a:lnTo>
                  <a:pt x="18898" y="111443"/>
                </a:lnTo>
                <a:lnTo>
                  <a:pt x="37795" y="111443"/>
                </a:lnTo>
                <a:lnTo>
                  <a:pt x="56693" y="111443"/>
                </a:lnTo>
                <a:lnTo>
                  <a:pt x="75590" y="111443"/>
                </a:lnTo>
                <a:lnTo>
                  <a:pt x="94498" y="111443"/>
                </a:lnTo>
                <a:lnTo>
                  <a:pt x="113395" y="111443"/>
                </a:lnTo>
                <a:lnTo>
                  <a:pt x="132293" y="111443"/>
                </a:lnTo>
                <a:lnTo>
                  <a:pt x="151190" y="111443"/>
                </a:lnTo>
                <a:lnTo>
                  <a:pt x="170088" y="111443"/>
                </a:lnTo>
                <a:lnTo>
                  <a:pt x="188986" y="111443"/>
                </a:lnTo>
                <a:lnTo>
                  <a:pt x="207883" y="111443"/>
                </a:lnTo>
                <a:lnTo>
                  <a:pt x="226781" y="111443"/>
                </a:lnTo>
                <a:lnTo>
                  <a:pt x="245678" y="111443"/>
                </a:lnTo>
                <a:lnTo>
                  <a:pt x="264576" y="111443"/>
                </a:lnTo>
                <a:lnTo>
                  <a:pt x="283474" y="111443"/>
                </a:lnTo>
                <a:lnTo>
                  <a:pt x="302381" y="111443"/>
                </a:lnTo>
                <a:lnTo>
                  <a:pt x="321278" y="111443"/>
                </a:lnTo>
                <a:lnTo>
                  <a:pt x="340176" y="111443"/>
                </a:lnTo>
                <a:lnTo>
                  <a:pt x="359073" y="111443"/>
                </a:lnTo>
                <a:lnTo>
                  <a:pt x="377971" y="111443"/>
                </a:lnTo>
                <a:lnTo>
                  <a:pt x="396869" y="111443"/>
                </a:lnTo>
                <a:lnTo>
                  <a:pt x="415766" y="111443"/>
                </a:lnTo>
                <a:lnTo>
                  <a:pt x="434664" y="111443"/>
                </a:lnTo>
                <a:lnTo>
                  <a:pt x="453561" y="111443"/>
                </a:lnTo>
                <a:lnTo>
                  <a:pt x="472459" y="111443"/>
                </a:lnTo>
                <a:lnTo>
                  <a:pt x="491366" y="111443"/>
                </a:lnTo>
                <a:lnTo>
                  <a:pt x="510264" y="111443"/>
                </a:lnTo>
                <a:lnTo>
                  <a:pt x="529161" y="111443"/>
                </a:lnTo>
                <a:lnTo>
                  <a:pt x="548059" y="111443"/>
                </a:lnTo>
                <a:lnTo>
                  <a:pt x="566957" y="111443"/>
                </a:lnTo>
                <a:lnTo>
                  <a:pt x="585854" y="111443"/>
                </a:lnTo>
                <a:lnTo>
                  <a:pt x="604752" y="111443"/>
                </a:lnTo>
                <a:lnTo>
                  <a:pt x="623649" y="111443"/>
                </a:lnTo>
                <a:lnTo>
                  <a:pt x="642547" y="111443"/>
                </a:lnTo>
                <a:lnTo>
                  <a:pt x="661445" y="111443"/>
                </a:lnTo>
                <a:lnTo>
                  <a:pt x="680352" y="111443"/>
                </a:lnTo>
                <a:lnTo>
                  <a:pt x="699249" y="111443"/>
                </a:lnTo>
                <a:lnTo>
                  <a:pt x="718147" y="111443"/>
                </a:lnTo>
                <a:lnTo>
                  <a:pt x="737045" y="111443"/>
                </a:lnTo>
                <a:lnTo>
                  <a:pt x="755942" y="111443"/>
                </a:lnTo>
                <a:lnTo>
                  <a:pt x="774840" y="111443"/>
                </a:lnTo>
                <a:lnTo>
                  <a:pt x="793737" y="111443"/>
                </a:lnTo>
                <a:lnTo>
                  <a:pt x="812635" y="111443"/>
                </a:lnTo>
                <a:lnTo>
                  <a:pt x="831533" y="111443"/>
                </a:lnTo>
                <a:lnTo>
                  <a:pt x="850430" y="111443"/>
                </a:lnTo>
                <a:lnTo>
                  <a:pt x="869337" y="111443"/>
                </a:lnTo>
                <a:lnTo>
                  <a:pt x="888235" y="111443"/>
                </a:lnTo>
                <a:lnTo>
                  <a:pt x="907132" y="111443"/>
                </a:lnTo>
                <a:lnTo>
                  <a:pt x="926030" y="111443"/>
                </a:lnTo>
                <a:lnTo>
                  <a:pt x="944928" y="111443"/>
                </a:lnTo>
                <a:lnTo>
                  <a:pt x="963825" y="111443"/>
                </a:lnTo>
                <a:lnTo>
                  <a:pt x="982723" y="111443"/>
                </a:lnTo>
                <a:lnTo>
                  <a:pt x="1001620" y="111443"/>
                </a:lnTo>
                <a:lnTo>
                  <a:pt x="1020518" y="111443"/>
                </a:lnTo>
                <a:lnTo>
                  <a:pt x="1039416" y="111443"/>
                </a:lnTo>
                <a:lnTo>
                  <a:pt x="1058323" y="111443"/>
                </a:lnTo>
                <a:lnTo>
                  <a:pt x="1077220" y="111443"/>
                </a:lnTo>
                <a:lnTo>
                  <a:pt x="1096118" y="111443"/>
                </a:lnTo>
                <a:lnTo>
                  <a:pt x="1115016" y="111443"/>
                </a:lnTo>
                <a:lnTo>
                  <a:pt x="1133913" y="111443"/>
                </a:lnTo>
                <a:lnTo>
                  <a:pt x="1152811" y="111443"/>
                </a:lnTo>
                <a:lnTo>
                  <a:pt x="1171708" y="111443"/>
                </a:lnTo>
                <a:lnTo>
                  <a:pt x="1190606" y="111443"/>
                </a:lnTo>
                <a:lnTo>
                  <a:pt x="1209504" y="111443"/>
                </a:lnTo>
                <a:lnTo>
                  <a:pt x="1228401" y="111443"/>
                </a:lnTo>
                <a:lnTo>
                  <a:pt x="1247308" y="111443"/>
                </a:lnTo>
                <a:lnTo>
                  <a:pt x="1266206" y="111443"/>
                </a:lnTo>
                <a:lnTo>
                  <a:pt x="1285103" y="111443"/>
                </a:lnTo>
                <a:lnTo>
                  <a:pt x="1304001" y="111443"/>
                </a:lnTo>
                <a:lnTo>
                  <a:pt x="1322899" y="111443"/>
                </a:lnTo>
                <a:lnTo>
                  <a:pt x="1341796" y="111443"/>
                </a:lnTo>
                <a:lnTo>
                  <a:pt x="1360694" y="111443"/>
                </a:lnTo>
                <a:lnTo>
                  <a:pt x="1379591" y="111443"/>
                </a:lnTo>
                <a:lnTo>
                  <a:pt x="1398489" y="111443"/>
                </a:lnTo>
                <a:lnTo>
                  <a:pt x="1417387" y="111443"/>
                </a:lnTo>
                <a:lnTo>
                  <a:pt x="1436294" y="111443"/>
                </a:lnTo>
                <a:lnTo>
                  <a:pt x="1455191" y="111443"/>
                </a:lnTo>
                <a:lnTo>
                  <a:pt x="1474089" y="111443"/>
                </a:lnTo>
                <a:lnTo>
                  <a:pt x="1492987" y="111443"/>
                </a:lnTo>
                <a:lnTo>
                  <a:pt x="1511884" y="111443"/>
                </a:lnTo>
                <a:lnTo>
                  <a:pt x="1530782" y="111443"/>
                </a:lnTo>
                <a:lnTo>
                  <a:pt x="1549679" y="111443"/>
                </a:lnTo>
                <a:lnTo>
                  <a:pt x="1568577" y="111443"/>
                </a:lnTo>
                <a:lnTo>
                  <a:pt x="1587475" y="111443"/>
                </a:lnTo>
                <a:lnTo>
                  <a:pt x="1606372" y="111443"/>
                </a:lnTo>
                <a:lnTo>
                  <a:pt x="1625279" y="111443"/>
                </a:lnTo>
                <a:lnTo>
                  <a:pt x="1644177" y="111443"/>
                </a:lnTo>
                <a:lnTo>
                  <a:pt x="1662970" y="111004"/>
                </a:lnTo>
                <a:lnTo>
                  <a:pt x="1679829" y="102470"/>
                </a:lnTo>
                <a:lnTo>
                  <a:pt x="1696688" y="93926"/>
                </a:lnTo>
                <a:lnTo>
                  <a:pt x="1713548" y="85392"/>
                </a:lnTo>
                <a:lnTo>
                  <a:pt x="1730407" y="76848"/>
                </a:lnTo>
                <a:lnTo>
                  <a:pt x="1747266" y="68313"/>
                </a:lnTo>
                <a:lnTo>
                  <a:pt x="1764125" y="59769"/>
                </a:lnTo>
                <a:lnTo>
                  <a:pt x="1780985" y="51235"/>
                </a:lnTo>
                <a:lnTo>
                  <a:pt x="1797844" y="42691"/>
                </a:lnTo>
                <a:lnTo>
                  <a:pt x="1814703" y="34157"/>
                </a:lnTo>
                <a:lnTo>
                  <a:pt x="1831562" y="25613"/>
                </a:lnTo>
                <a:lnTo>
                  <a:pt x="1848422" y="17078"/>
                </a:lnTo>
                <a:lnTo>
                  <a:pt x="1865281" y="8534"/>
                </a:lnTo>
                <a:lnTo>
                  <a:pt x="1882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CAF4BD51-3B13-495A-A56B-5B4F5D7E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6388" y="3420428"/>
            <a:ext cx="1558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9A203B4A-6F05-406E-9703-B8B4809B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0123" y="3041828"/>
            <a:ext cx="104775" cy="180927"/>
          </a:xfrm>
          <a:custGeom xmlns:a="http://schemas.openxmlformats.org/drawingml/2006/main">
            <a:pathLst>
              <a:path w="104775" h="180927">
                <a:moveTo>
                  <a:pt x="0" y="84277"/>
                </a:moveTo>
                <a:lnTo>
                  <a:pt x="0" y="98965"/>
                </a:lnTo>
                <a:lnTo>
                  <a:pt x="0" y="113652"/>
                </a:lnTo>
                <a:lnTo>
                  <a:pt x="0" y="128340"/>
                </a:lnTo>
                <a:lnTo>
                  <a:pt x="0" y="143037"/>
                </a:lnTo>
                <a:lnTo>
                  <a:pt x="0" y="157724"/>
                </a:lnTo>
                <a:lnTo>
                  <a:pt x="0" y="172412"/>
                </a:lnTo>
                <a:lnTo>
                  <a:pt x="2905" y="180927"/>
                </a:lnTo>
                <a:lnTo>
                  <a:pt x="14221" y="171564"/>
                </a:lnTo>
                <a:lnTo>
                  <a:pt x="25546" y="162201"/>
                </a:lnTo>
                <a:lnTo>
                  <a:pt x="36862" y="152838"/>
                </a:lnTo>
                <a:lnTo>
                  <a:pt x="48177" y="143475"/>
                </a:lnTo>
                <a:lnTo>
                  <a:pt x="59503" y="134112"/>
                </a:lnTo>
                <a:lnTo>
                  <a:pt x="70818" y="124749"/>
                </a:lnTo>
                <a:lnTo>
                  <a:pt x="82134" y="115386"/>
                </a:lnTo>
                <a:lnTo>
                  <a:pt x="93459" y="106023"/>
                </a:lnTo>
                <a:lnTo>
                  <a:pt x="104775" y="96660"/>
                </a:lnTo>
                <a:lnTo>
                  <a:pt x="104775" y="81963"/>
                </a:lnTo>
                <a:lnTo>
                  <a:pt x="104775" y="67275"/>
                </a:lnTo>
                <a:lnTo>
                  <a:pt x="104775" y="52588"/>
                </a:lnTo>
                <a:lnTo>
                  <a:pt x="104775" y="37900"/>
                </a:lnTo>
                <a:lnTo>
                  <a:pt x="104775" y="23203"/>
                </a:lnTo>
                <a:lnTo>
                  <a:pt x="104775" y="8515"/>
                </a:lnTo>
                <a:lnTo>
                  <a:pt x="101870" y="0"/>
                </a:lnTo>
                <a:lnTo>
                  <a:pt x="90554" y="9363"/>
                </a:lnTo>
                <a:lnTo>
                  <a:pt x="79229" y="18726"/>
                </a:lnTo>
                <a:lnTo>
                  <a:pt x="67913" y="28089"/>
                </a:lnTo>
                <a:lnTo>
                  <a:pt x="56598" y="37452"/>
                </a:lnTo>
                <a:lnTo>
                  <a:pt x="45272" y="46815"/>
                </a:lnTo>
                <a:lnTo>
                  <a:pt x="33957" y="56178"/>
                </a:lnTo>
                <a:lnTo>
                  <a:pt x="22641" y="65551"/>
                </a:lnTo>
                <a:lnTo>
                  <a:pt x="11316" y="74914"/>
                </a:lnTo>
                <a:lnTo>
                  <a:pt x="0" y="84277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9D9F6428-1C61-4B1C-B3A7-2BCD3040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5135" y="3039428"/>
            <a:ext cx="1904162" cy="86678"/>
          </a:xfrm>
          <a:custGeom xmlns:a="http://schemas.openxmlformats.org/drawingml/2006/main">
            <a:pathLst>
              <a:path w="1904162" h="86678">
                <a:moveTo>
                  <a:pt x="0" y="86678"/>
                </a:moveTo>
                <a:lnTo>
                  <a:pt x="18955" y="86678"/>
                </a:lnTo>
                <a:lnTo>
                  <a:pt x="37919" y="86678"/>
                </a:lnTo>
                <a:lnTo>
                  <a:pt x="56874" y="86678"/>
                </a:lnTo>
                <a:lnTo>
                  <a:pt x="75829" y="86678"/>
                </a:lnTo>
                <a:lnTo>
                  <a:pt x="94793" y="86678"/>
                </a:lnTo>
                <a:lnTo>
                  <a:pt x="113748" y="86678"/>
                </a:lnTo>
                <a:lnTo>
                  <a:pt x="132702" y="86678"/>
                </a:lnTo>
                <a:lnTo>
                  <a:pt x="151667" y="86678"/>
                </a:lnTo>
                <a:lnTo>
                  <a:pt x="170621" y="86678"/>
                </a:lnTo>
                <a:lnTo>
                  <a:pt x="189576" y="86678"/>
                </a:lnTo>
                <a:lnTo>
                  <a:pt x="208531" y="86678"/>
                </a:lnTo>
                <a:lnTo>
                  <a:pt x="227495" y="86678"/>
                </a:lnTo>
                <a:lnTo>
                  <a:pt x="246450" y="86678"/>
                </a:lnTo>
                <a:lnTo>
                  <a:pt x="265405" y="86678"/>
                </a:lnTo>
                <a:lnTo>
                  <a:pt x="284369" y="86678"/>
                </a:lnTo>
                <a:lnTo>
                  <a:pt x="303324" y="86678"/>
                </a:lnTo>
                <a:lnTo>
                  <a:pt x="322278" y="86678"/>
                </a:lnTo>
                <a:lnTo>
                  <a:pt x="341243" y="86678"/>
                </a:lnTo>
                <a:lnTo>
                  <a:pt x="360197" y="86678"/>
                </a:lnTo>
                <a:lnTo>
                  <a:pt x="379152" y="86678"/>
                </a:lnTo>
                <a:lnTo>
                  <a:pt x="398116" y="86678"/>
                </a:lnTo>
                <a:lnTo>
                  <a:pt x="417071" y="86678"/>
                </a:lnTo>
                <a:lnTo>
                  <a:pt x="436026" y="86678"/>
                </a:lnTo>
                <a:lnTo>
                  <a:pt x="454990" y="86678"/>
                </a:lnTo>
                <a:lnTo>
                  <a:pt x="473945" y="86678"/>
                </a:lnTo>
                <a:lnTo>
                  <a:pt x="492900" y="86678"/>
                </a:lnTo>
                <a:lnTo>
                  <a:pt x="511864" y="86678"/>
                </a:lnTo>
                <a:lnTo>
                  <a:pt x="530819" y="86678"/>
                </a:lnTo>
                <a:lnTo>
                  <a:pt x="549773" y="86678"/>
                </a:lnTo>
                <a:lnTo>
                  <a:pt x="568738" y="86678"/>
                </a:lnTo>
                <a:lnTo>
                  <a:pt x="587693" y="86678"/>
                </a:lnTo>
                <a:lnTo>
                  <a:pt x="606647" y="86678"/>
                </a:lnTo>
                <a:lnTo>
                  <a:pt x="625612" y="86678"/>
                </a:lnTo>
                <a:lnTo>
                  <a:pt x="644566" y="86678"/>
                </a:lnTo>
                <a:lnTo>
                  <a:pt x="663521" y="86678"/>
                </a:lnTo>
                <a:lnTo>
                  <a:pt x="682476" y="86678"/>
                </a:lnTo>
                <a:lnTo>
                  <a:pt x="701440" y="86678"/>
                </a:lnTo>
                <a:lnTo>
                  <a:pt x="720395" y="86678"/>
                </a:lnTo>
                <a:lnTo>
                  <a:pt x="739350" y="86678"/>
                </a:lnTo>
                <a:lnTo>
                  <a:pt x="758314" y="86678"/>
                </a:lnTo>
                <a:lnTo>
                  <a:pt x="777269" y="86678"/>
                </a:lnTo>
                <a:lnTo>
                  <a:pt x="796223" y="86678"/>
                </a:lnTo>
                <a:lnTo>
                  <a:pt x="815188" y="86678"/>
                </a:lnTo>
                <a:lnTo>
                  <a:pt x="834142" y="86678"/>
                </a:lnTo>
                <a:lnTo>
                  <a:pt x="853097" y="86678"/>
                </a:lnTo>
                <a:lnTo>
                  <a:pt x="872061" y="86678"/>
                </a:lnTo>
                <a:lnTo>
                  <a:pt x="891016" y="86678"/>
                </a:lnTo>
                <a:lnTo>
                  <a:pt x="909971" y="86678"/>
                </a:lnTo>
                <a:lnTo>
                  <a:pt x="928935" y="86678"/>
                </a:lnTo>
                <a:lnTo>
                  <a:pt x="947890" y="86678"/>
                </a:lnTo>
                <a:lnTo>
                  <a:pt x="966845" y="86678"/>
                </a:lnTo>
                <a:lnTo>
                  <a:pt x="985809" y="86678"/>
                </a:lnTo>
                <a:lnTo>
                  <a:pt x="1004764" y="86678"/>
                </a:lnTo>
                <a:lnTo>
                  <a:pt x="1023718" y="86678"/>
                </a:lnTo>
                <a:lnTo>
                  <a:pt x="1042683" y="86678"/>
                </a:lnTo>
                <a:lnTo>
                  <a:pt x="1061637" y="86678"/>
                </a:lnTo>
                <a:lnTo>
                  <a:pt x="1080592" y="86678"/>
                </a:lnTo>
                <a:lnTo>
                  <a:pt x="1099547" y="86678"/>
                </a:lnTo>
                <a:lnTo>
                  <a:pt x="1118511" y="86678"/>
                </a:lnTo>
                <a:lnTo>
                  <a:pt x="1137466" y="86678"/>
                </a:lnTo>
                <a:lnTo>
                  <a:pt x="1156421" y="86678"/>
                </a:lnTo>
                <a:lnTo>
                  <a:pt x="1175385" y="86678"/>
                </a:lnTo>
                <a:lnTo>
                  <a:pt x="1194340" y="86678"/>
                </a:lnTo>
                <a:lnTo>
                  <a:pt x="1213295" y="86678"/>
                </a:lnTo>
                <a:lnTo>
                  <a:pt x="1232259" y="86678"/>
                </a:lnTo>
                <a:lnTo>
                  <a:pt x="1251214" y="86678"/>
                </a:lnTo>
                <a:lnTo>
                  <a:pt x="1270168" y="86678"/>
                </a:lnTo>
                <a:lnTo>
                  <a:pt x="1289133" y="86678"/>
                </a:lnTo>
                <a:lnTo>
                  <a:pt x="1308087" y="86678"/>
                </a:lnTo>
                <a:lnTo>
                  <a:pt x="1327042" y="86678"/>
                </a:lnTo>
                <a:lnTo>
                  <a:pt x="1346006" y="86678"/>
                </a:lnTo>
                <a:lnTo>
                  <a:pt x="1364961" y="86678"/>
                </a:lnTo>
                <a:lnTo>
                  <a:pt x="1383916" y="86678"/>
                </a:lnTo>
                <a:lnTo>
                  <a:pt x="1402880" y="86678"/>
                </a:lnTo>
                <a:lnTo>
                  <a:pt x="1421835" y="86678"/>
                </a:lnTo>
                <a:lnTo>
                  <a:pt x="1440790" y="86678"/>
                </a:lnTo>
                <a:lnTo>
                  <a:pt x="1459754" y="86678"/>
                </a:lnTo>
                <a:lnTo>
                  <a:pt x="1478709" y="86678"/>
                </a:lnTo>
                <a:lnTo>
                  <a:pt x="1497663" y="86678"/>
                </a:lnTo>
                <a:lnTo>
                  <a:pt x="1516628" y="86678"/>
                </a:lnTo>
                <a:lnTo>
                  <a:pt x="1535582" y="86678"/>
                </a:lnTo>
                <a:lnTo>
                  <a:pt x="1554537" y="86678"/>
                </a:lnTo>
                <a:lnTo>
                  <a:pt x="1573492" y="86678"/>
                </a:lnTo>
                <a:lnTo>
                  <a:pt x="1592456" y="86678"/>
                </a:lnTo>
                <a:lnTo>
                  <a:pt x="1611411" y="86678"/>
                </a:lnTo>
                <a:lnTo>
                  <a:pt x="1630366" y="86678"/>
                </a:lnTo>
                <a:lnTo>
                  <a:pt x="1649330" y="86678"/>
                </a:lnTo>
                <a:lnTo>
                  <a:pt x="1668285" y="86678"/>
                </a:lnTo>
                <a:lnTo>
                  <a:pt x="1687239" y="86678"/>
                </a:lnTo>
                <a:lnTo>
                  <a:pt x="1706204" y="86678"/>
                </a:lnTo>
                <a:lnTo>
                  <a:pt x="1725158" y="86678"/>
                </a:lnTo>
                <a:lnTo>
                  <a:pt x="1744113" y="86678"/>
                </a:lnTo>
                <a:lnTo>
                  <a:pt x="1763078" y="86678"/>
                </a:lnTo>
                <a:lnTo>
                  <a:pt x="1782032" y="86678"/>
                </a:lnTo>
                <a:lnTo>
                  <a:pt x="1800987" y="86678"/>
                </a:lnTo>
                <a:lnTo>
                  <a:pt x="1816513" y="77143"/>
                </a:lnTo>
                <a:lnTo>
                  <a:pt x="1831124" y="65056"/>
                </a:lnTo>
                <a:lnTo>
                  <a:pt x="1845726" y="52969"/>
                </a:lnTo>
                <a:lnTo>
                  <a:pt x="1860337" y="40891"/>
                </a:lnTo>
                <a:lnTo>
                  <a:pt x="1874939" y="28804"/>
                </a:lnTo>
                <a:lnTo>
                  <a:pt x="1889550" y="16716"/>
                </a:lnTo>
                <a:lnTo>
                  <a:pt x="1904162" y="4639"/>
                </a:lnTo>
                <a:lnTo>
                  <a:pt x="1898075" y="0"/>
                </a:lnTo>
                <a:lnTo>
                  <a:pt x="1879121" y="0"/>
                </a:lnTo>
                <a:lnTo>
                  <a:pt x="1860166" y="0"/>
                </a:lnTo>
                <a:lnTo>
                  <a:pt x="1841202" y="0"/>
                </a:lnTo>
                <a:lnTo>
                  <a:pt x="1822247" y="0"/>
                </a:lnTo>
                <a:lnTo>
                  <a:pt x="1803292" y="0"/>
                </a:lnTo>
                <a:lnTo>
                  <a:pt x="1784328" y="0"/>
                </a:lnTo>
                <a:lnTo>
                  <a:pt x="1765373" y="0"/>
                </a:lnTo>
                <a:lnTo>
                  <a:pt x="1746418" y="0"/>
                </a:lnTo>
                <a:lnTo>
                  <a:pt x="1727454" y="0"/>
                </a:lnTo>
                <a:lnTo>
                  <a:pt x="1708499" y="0"/>
                </a:lnTo>
                <a:lnTo>
                  <a:pt x="1689545" y="0"/>
                </a:lnTo>
                <a:lnTo>
                  <a:pt x="1670580" y="0"/>
                </a:lnTo>
                <a:lnTo>
                  <a:pt x="1651625" y="0"/>
                </a:lnTo>
                <a:lnTo>
                  <a:pt x="1632671" y="0"/>
                </a:lnTo>
                <a:lnTo>
                  <a:pt x="1613716" y="0"/>
                </a:lnTo>
                <a:lnTo>
                  <a:pt x="1594752" y="0"/>
                </a:lnTo>
                <a:lnTo>
                  <a:pt x="1575797" y="0"/>
                </a:lnTo>
                <a:lnTo>
                  <a:pt x="1556842" y="0"/>
                </a:lnTo>
                <a:lnTo>
                  <a:pt x="1537878" y="0"/>
                </a:lnTo>
                <a:lnTo>
                  <a:pt x="1518923" y="0"/>
                </a:lnTo>
                <a:lnTo>
                  <a:pt x="1499968" y="0"/>
                </a:lnTo>
                <a:lnTo>
                  <a:pt x="1481004" y="0"/>
                </a:lnTo>
                <a:lnTo>
                  <a:pt x="1462049" y="0"/>
                </a:lnTo>
                <a:lnTo>
                  <a:pt x="1443095" y="0"/>
                </a:lnTo>
                <a:lnTo>
                  <a:pt x="1424130" y="0"/>
                </a:lnTo>
                <a:lnTo>
                  <a:pt x="1405176" y="0"/>
                </a:lnTo>
                <a:lnTo>
                  <a:pt x="1386221" y="0"/>
                </a:lnTo>
                <a:lnTo>
                  <a:pt x="1367257" y="0"/>
                </a:lnTo>
                <a:lnTo>
                  <a:pt x="1348302" y="0"/>
                </a:lnTo>
                <a:lnTo>
                  <a:pt x="1329347" y="0"/>
                </a:lnTo>
                <a:lnTo>
                  <a:pt x="1310383" y="0"/>
                </a:lnTo>
                <a:lnTo>
                  <a:pt x="1291428" y="0"/>
                </a:lnTo>
                <a:lnTo>
                  <a:pt x="1272473" y="0"/>
                </a:lnTo>
                <a:lnTo>
                  <a:pt x="1253509" y="0"/>
                </a:lnTo>
                <a:lnTo>
                  <a:pt x="1234554" y="0"/>
                </a:lnTo>
                <a:lnTo>
                  <a:pt x="1215600" y="0"/>
                </a:lnTo>
                <a:lnTo>
                  <a:pt x="1196645" y="0"/>
                </a:lnTo>
                <a:lnTo>
                  <a:pt x="1177681" y="0"/>
                </a:lnTo>
                <a:lnTo>
                  <a:pt x="1158726" y="0"/>
                </a:lnTo>
                <a:lnTo>
                  <a:pt x="1139771" y="0"/>
                </a:lnTo>
                <a:lnTo>
                  <a:pt x="1120807" y="0"/>
                </a:lnTo>
                <a:lnTo>
                  <a:pt x="1101852" y="0"/>
                </a:lnTo>
                <a:lnTo>
                  <a:pt x="1082897" y="0"/>
                </a:lnTo>
                <a:lnTo>
                  <a:pt x="1063933" y="0"/>
                </a:lnTo>
                <a:lnTo>
                  <a:pt x="1044978" y="0"/>
                </a:lnTo>
                <a:lnTo>
                  <a:pt x="1026023" y="0"/>
                </a:lnTo>
                <a:lnTo>
                  <a:pt x="1007059" y="0"/>
                </a:lnTo>
                <a:lnTo>
                  <a:pt x="988104" y="0"/>
                </a:lnTo>
                <a:lnTo>
                  <a:pt x="969150" y="0"/>
                </a:lnTo>
                <a:lnTo>
                  <a:pt x="950185" y="0"/>
                </a:lnTo>
                <a:lnTo>
                  <a:pt x="931231" y="0"/>
                </a:lnTo>
                <a:lnTo>
                  <a:pt x="912276" y="0"/>
                </a:lnTo>
                <a:lnTo>
                  <a:pt x="893312" y="0"/>
                </a:lnTo>
                <a:lnTo>
                  <a:pt x="874357" y="0"/>
                </a:lnTo>
                <a:lnTo>
                  <a:pt x="855402" y="0"/>
                </a:lnTo>
                <a:lnTo>
                  <a:pt x="836438" y="0"/>
                </a:lnTo>
                <a:lnTo>
                  <a:pt x="817483" y="0"/>
                </a:lnTo>
                <a:lnTo>
                  <a:pt x="798528" y="0"/>
                </a:lnTo>
                <a:lnTo>
                  <a:pt x="779564" y="0"/>
                </a:lnTo>
                <a:lnTo>
                  <a:pt x="760609" y="0"/>
                </a:lnTo>
                <a:lnTo>
                  <a:pt x="741655" y="0"/>
                </a:lnTo>
                <a:lnTo>
                  <a:pt x="722700" y="0"/>
                </a:lnTo>
                <a:lnTo>
                  <a:pt x="703736" y="0"/>
                </a:lnTo>
                <a:lnTo>
                  <a:pt x="684781" y="0"/>
                </a:lnTo>
                <a:lnTo>
                  <a:pt x="665826" y="0"/>
                </a:lnTo>
                <a:lnTo>
                  <a:pt x="646862" y="0"/>
                </a:lnTo>
                <a:lnTo>
                  <a:pt x="627907" y="0"/>
                </a:lnTo>
                <a:lnTo>
                  <a:pt x="608952" y="0"/>
                </a:lnTo>
                <a:lnTo>
                  <a:pt x="589988" y="0"/>
                </a:lnTo>
                <a:lnTo>
                  <a:pt x="571033" y="0"/>
                </a:lnTo>
                <a:lnTo>
                  <a:pt x="552079" y="0"/>
                </a:lnTo>
                <a:lnTo>
                  <a:pt x="533114" y="0"/>
                </a:lnTo>
                <a:lnTo>
                  <a:pt x="514159" y="0"/>
                </a:lnTo>
                <a:lnTo>
                  <a:pt x="495205" y="0"/>
                </a:lnTo>
                <a:lnTo>
                  <a:pt x="476240" y="0"/>
                </a:lnTo>
                <a:lnTo>
                  <a:pt x="457286" y="0"/>
                </a:lnTo>
                <a:lnTo>
                  <a:pt x="438331" y="0"/>
                </a:lnTo>
                <a:lnTo>
                  <a:pt x="419367" y="0"/>
                </a:lnTo>
                <a:lnTo>
                  <a:pt x="400412" y="0"/>
                </a:lnTo>
                <a:lnTo>
                  <a:pt x="381457" y="0"/>
                </a:lnTo>
                <a:lnTo>
                  <a:pt x="362493" y="0"/>
                </a:lnTo>
                <a:lnTo>
                  <a:pt x="343538" y="0"/>
                </a:lnTo>
                <a:lnTo>
                  <a:pt x="324583" y="0"/>
                </a:lnTo>
                <a:lnTo>
                  <a:pt x="305619" y="0"/>
                </a:lnTo>
                <a:lnTo>
                  <a:pt x="286664" y="0"/>
                </a:lnTo>
                <a:lnTo>
                  <a:pt x="267710" y="0"/>
                </a:lnTo>
                <a:lnTo>
                  <a:pt x="248755" y="0"/>
                </a:lnTo>
                <a:lnTo>
                  <a:pt x="229791" y="0"/>
                </a:lnTo>
                <a:lnTo>
                  <a:pt x="211284" y="2353"/>
                </a:lnTo>
                <a:lnTo>
                  <a:pt x="193681" y="9373"/>
                </a:lnTo>
                <a:lnTo>
                  <a:pt x="176070" y="16402"/>
                </a:lnTo>
                <a:lnTo>
                  <a:pt x="158467" y="23432"/>
                </a:lnTo>
                <a:lnTo>
                  <a:pt x="140856" y="30461"/>
                </a:lnTo>
                <a:lnTo>
                  <a:pt x="123254" y="37481"/>
                </a:lnTo>
                <a:lnTo>
                  <a:pt x="105642" y="44510"/>
                </a:lnTo>
                <a:lnTo>
                  <a:pt x="88040" y="51540"/>
                </a:lnTo>
                <a:lnTo>
                  <a:pt x="70428" y="58569"/>
                </a:lnTo>
                <a:lnTo>
                  <a:pt x="52826" y="65599"/>
                </a:lnTo>
                <a:lnTo>
                  <a:pt x="35214" y="72619"/>
                </a:lnTo>
                <a:lnTo>
                  <a:pt x="17612" y="79648"/>
                </a:lnTo>
                <a:lnTo>
                  <a:pt x="0" y="86678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5B30611C-085D-43E4-8ED1-31DDB60E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6573" y="3039428"/>
            <a:ext cx="1770698" cy="86678"/>
          </a:xfrm>
          <a:custGeom xmlns:a="http://schemas.openxmlformats.org/drawingml/2006/main">
            <a:pathLst>
              <a:path w="1770698" h="86678">
                <a:moveTo>
                  <a:pt x="0" y="86678"/>
                </a:moveTo>
                <a:lnTo>
                  <a:pt x="18955" y="86678"/>
                </a:lnTo>
                <a:lnTo>
                  <a:pt x="37919" y="86678"/>
                </a:lnTo>
                <a:lnTo>
                  <a:pt x="56874" y="86678"/>
                </a:lnTo>
                <a:lnTo>
                  <a:pt x="75838" y="86678"/>
                </a:lnTo>
                <a:lnTo>
                  <a:pt x="94793" y="86678"/>
                </a:lnTo>
                <a:lnTo>
                  <a:pt x="113748" y="86678"/>
                </a:lnTo>
                <a:lnTo>
                  <a:pt x="132712" y="86678"/>
                </a:lnTo>
                <a:lnTo>
                  <a:pt x="151667" y="86678"/>
                </a:lnTo>
                <a:lnTo>
                  <a:pt x="170621" y="86678"/>
                </a:lnTo>
                <a:lnTo>
                  <a:pt x="189586" y="86678"/>
                </a:lnTo>
                <a:lnTo>
                  <a:pt x="208540" y="86678"/>
                </a:lnTo>
                <a:lnTo>
                  <a:pt x="227505" y="86678"/>
                </a:lnTo>
                <a:lnTo>
                  <a:pt x="246459" y="86678"/>
                </a:lnTo>
                <a:lnTo>
                  <a:pt x="265414" y="86678"/>
                </a:lnTo>
                <a:lnTo>
                  <a:pt x="284378" y="86678"/>
                </a:lnTo>
                <a:lnTo>
                  <a:pt x="303333" y="86678"/>
                </a:lnTo>
                <a:lnTo>
                  <a:pt x="322297" y="86678"/>
                </a:lnTo>
                <a:lnTo>
                  <a:pt x="341252" y="86678"/>
                </a:lnTo>
                <a:lnTo>
                  <a:pt x="360207" y="86678"/>
                </a:lnTo>
                <a:lnTo>
                  <a:pt x="379171" y="86678"/>
                </a:lnTo>
                <a:lnTo>
                  <a:pt x="398126" y="86678"/>
                </a:lnTo>
                <a:lnTo>
                  <a:pt x="417081" y="86678"/>
                </a:lnTo>
                <a:lnTo>
                  <a:pt x="436045" y="86678"/>
                </a:lnTo>
                <a:lnTo>
                  <a:pt x="455000" y="86678"/>
                </a:lnTo>
                <a:lnTo>
                  <a:pt x="473964" y="86678"/>
                </a:lnTo>
                <a:lnTo>
                  <a:pt x="492919" y="86678"/>
                </a:lnTo>
                <a:lnTo>
                  <a:pt x="511874" y="86678"/>
                </a:lnTo>
                <a:lnTo>
                  <a:pt x="530838" y="86678"/>
                </a:lnTo>
                <a:lnTo>
                  <a:pt x="549793" y="86678"/>
                </a:lnTo>
                <a:lnTo>
                  <a:pt x="568757" y="86678"/>
                </a:lnTo>
                <a:lnTo>
                  <a:pt x="587712" y="86678"/>
                </a:lnTo>
                <a:lnTo>
                  <a:pt x="606666" y="86678"/>
                </a:lnTo>
                <a:lnTo>
                  <a:pt x="625631" y="86678"/>
                </a:lnTo>
                <a:lnTo>
                  <a:pt x="644585" y="86678"/>
                </a:lnTo>
                <a:lnTo>
                  <a:pt x="663550" y="86678"/>
                </a:lnTo>
                <a:lnTo>
                  <a:pt x="682504" y="86678"/>
                </a:lnTo>
                <a:lnTo>
                  <a:pt x="701459" y="86678"/>
                </a:lnTo>
                <a:lnTo>
                  <a:pt x="720423" y="86678"/>
                </a:lnTo>
                <a:lnTo>
                  <a:pt x="739378" y="86678"/>
                </a:lnTo>
                <a:lnTo>
                  <a:pt x="758333" y="86678"/>
                </a:lnTo>
                <a:lnTo>
                  <a:pt x="777297" y="86678"/>
                </a:lnTo>
                <a:lnTo>
                  <a:pt x="796252" y="86678"/>
                </a:lnTo>
                <a:lnTo>
                  <a:pt x="815216" y="86678"/>
                </a:lnTo>
                <a:lnTo>
                  <a:pt x="834171" y="86678"/>
                </a:lnTo>
                <a:lnTo>
                  <a:pt x="853126" y="86678"/>
                </a:lnTo>
                <a:lnTo>
                  <a:pt x="872090" y="86678"/>
                </a:lnTo>
                <a:lnTo>
                  <a:pt x="891045" y="86678"/>
                </a:lnTo>
                <a:lnTo>
                  <a:pt x="910009" y="86678"/>
                </a:lnTo>
                <a:lnTo>
                  <a:pt x="928964" y="86678"/>
                </a:lnTo>
                <a:lnTo>
                  <a:pt x="947918" y="86678"/>
                </a:lnTo>
                <a:lnTo>
                  <a:pt x="966883" y="86678"/>
                </a:lnTo>
                <a:lnTo>
                  <a:pt x="985838" y="86678"/>
                </a:lnTo>
                <a:lnTo>
                  <a:pt x="1004792" y="86678"/>
                </a:lnTo>
                <a:lnTo>
                  <a:pt x="1023757" y="86678"/>
                </a:lnTo>
                <a:lnTo>
                  <a:pt x="1042711" y="86678"/>
                </a:lnTo>
                <a:lnTo>
                  <a:pt x="1061676" y="86678"/>
                </a:lnTo>
                <a:lnTo>
                  <a:pt x="1080630" y="86678"/>
                </a:lnTo>
                <a:lnTo>
                  <a:pt x="1099585" y="86678"/>
                </a:lnTo>
                <a:lnTo>
                  <a:pt x="1118549" y="86678"/>
                </a:lnTo>
                <a:lnTo>
                  <a:pt x="1137504" y="86678"/>
                </a:lnTo>
                <a:lnTo>
                  <a:pt x="1156468" y="86678"/>
                </a:lnTo>
                <a:lnTo>
                  <a:pt x="1175423" y="86678"/>
                </a:lnTo>
                <a:lnTo>
                  <a:pt x="1194378" y="86678"/>
                </a:lnTo>
                <a:lnTo>
                  <a:pt x="1213342" y="86678"/>
                </a:lnTo>
                <a:lnTo>
                  <a:pt x="1232297" y="86678"/>
                </a:lnTo>
                <a:lnTo>
                  <a:pt x="1251252" y="86678"/>
                </a:lnTo>
                <a:lnTo>
                  <a:pt x="1270216" y="86678"/>
                </a:lnTo>
                <a:lnTo>
                  <a:pt x="1289171" y="86678"/>
                </a:lnTo>
                <a:lnTo>
                  <a:pt x="1308135" y="86678"/>
                </a:lnTo>
                <a:lnTo>
                  <a:pt x="1327090" y="86678"/>
                </a:lnTo>
                <a:lnTo>
                  <a:pt x="1346044" y="86678"/>
                </a:lnTo>
                <a:lnTo>
                  <a:pt x="1365009" y="86678"/>
                </a:lnTo>
                <a:lnTo>
                  <a:pt x="1383963" y="86678"/>
                </a:lnTo>
                <a:lnTo>
                  <a:pt x="1402928" y="86678"/>
                </a:lnTo>
                <a:lnTo>
                  <a:pt x="1421882" y="86678"/>
                </a:lnTo>
                <a:lnTo>
                  <a:pt x="1440837" y="86678"/>
                </a:lnTo>
                <a:lnTo>
                  <a:pt x="1459802" y="86678"/>
                </a:lnTo>
                <a:lnTo>
                  <a:pt x="1478756" y="86678"/>
                </a:lnTo>
                <a:lnTo>
                  <a:pt x="1497711" y="86678"/>
                </a:lnTo>
                <a:lnTo>
                  <a:pt x="1516675" y="86678"/>
                </a:lnTo>
                <a:lnTo>
                  <a:pt x="1535630" y="86678"/>
                </a:lnTo>
                <a:lnTo>
                  <a:pt x="1554594" y="86678"/>
                </a:lnTo>
                <a:lnTo>
                  <a:pt x="1573549" y="86678"/>
                </a:lnTo>
                <a:lnTo>
                  <a:pt x="1592504" y="86678"/>
                </a:lnTo>
                <a:lnTo>
                  <a:pt x="1611468" y="86678"/>
                </a:lnTo>
                <a:lnTo>
                  <a:pt x="1630423" y="86678"/>
                </a:lnTo>
                <a:lnTo>
                  <a:pt x="1649387" y="86678"/>
                </a:lnTo>
                <a:lnTo>
                  <a:pt x="1666980" y="82791"/>
                </a:lnTo>
                <a:lnTo>
                  <a:pt x="1681801" y="70961"/>
                </a:lnTo>
                <a:lnTo>
                  <a:pt x="1696612" y="59141"/>
                </a:lnTo>
                <a:lnTo>
                  <a:pt x="1711433" y="47311"/>
                </a:lnTo>
                <a:lnTo>
                  <a:pt x="1726244" y="35481"/>
                </a:lnTo>
                <a:lnTo>
                  <a:pt x="1741065" y="23651"/>
                </a:lnTo>
                <a:lnTo>
                  <a:pt x="1755877" y="11830"/>
                </a:lnTo>
                <a:lnTo>
                  <a:pt x="17706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F63BF6FC-1D50-4463-881F-4E14B682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8980" y="3039428"/>
            <a:ext cx="1558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DF2C2EB3-F94C-4DA1-B0BA-4289E9E7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8006" y="338673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C14B3335-7D85-4021-A297-36EDC812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1048" y="370864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F9784599-DCB1-4507-8360-472FB721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6434" y="2993974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47794D89-1F26-4A7B-9FAB-6B30E8BE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9334" y="331573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4442FEDF-7888-461E-959B-3E23F635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4871" y="260106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088D0BAE-3B06-4820-B4C8-94C030A0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7771" y="292298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C7325B-03DA-4DF5-BDF8-CF0325E4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14875"/>
            <a:ext cx="1068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本方案失败：narrative 区容量不足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9264A3-6818-4954-9A43-27557508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57775"/>
            <a:ext cx="106870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固定 narrative 高度为 181px。若保持正文 18，需要同时分出能力定义、进入门槛、三项条件、暂停规则和下一次检查，当前区域无法容纳完整层级。该页保留结构调用作为失败证据，不报告为通过。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2026-09-09T10:34:06.8590000Z</dcterms:created>
  <dcterms:modified xsi:type="dcterms:W3CDTF">2026-09-09T10:34:06.8590000Z</dcterms:modified>
</coreProperties>
</file>