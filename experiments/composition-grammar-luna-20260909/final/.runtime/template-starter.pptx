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1dd9ef7b347fe" /><Relationship Type="http://schemas.openxmlformats.org/officeDocument/2006/relationships/extended-properties" Target="/docProps/app.xml" Id="R68768f521de44110" /><Relationship Type="http://schemas.openxmlformats.org/officeDocument/2006/relationships/officeDocument" Target="/ppt/presentation.xml" Id="Rbf1c6e387d784f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2f8c35d124e4a"/>
    <p:sldMasterId xmlns:r="http://schemas.openxmlformats.org/officeDocument/2006/relationships" id="2147483660" r:id="R036862a218cc490a"/>
    <p:sldMasterId xmlns:r="http://schemas.openxmlformats.org/officeDocument/2006/relationships" id="2147483663" r:id="R29898dda2f454dd5"/>
  </p:sldMasterIdLst>
  <p:notesMasterIdLst>
    <p:notesMasterId xmlns:r="http://schemas.openxmlformats.org/officeDocument/2006/relationships" r:id="Re2d77db05bc14cb1"/>
  </p:notesMasterIdLst>
  <p:sldIdLst>
    <p:sldId xmlns:r="http://schemas.openxmlformats.org/officeDocument/2006/relationships" id="256" r:id="Rdd942e16cd694bb8"/>
    <p:sldId xmlns:r="http://schemas.openxmlformats.org/officeDocument/2006/relationships" id="257" r:id="R137efbad677f4487"/>
    <p:sldId xmlns:r="http://schemas.openxmlformats.org/officeDocument/2006/relationships" id="258" r:id="Rb16e4bcd51784173"/>
    <p:sldId xmlns:r="http://schemas.openxmlformats.org/officeDocument/2006/relationships" id="259" r:id="Ra37e3a48a9864a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963d2fa324aca" /><Relationship Type="http://schemas.openxmlformats.org/officeDocument/2006/relationships/slideMaster" Target="/ppt/slideMasters/slideMaster1.xml" Id="R84d2f8c35d124e4a" /><Relationship Type="http://schemas.openxmlformats.org/officeDocument/2006/relationships/slideMaster" Target="/ppt/slideMasters/slideMaster2.xml" Id="R036862a218cc490a" /><Relationship Type="http://schemas.openxmlformats.org/officeDocument/2006/relationships/slideMaster" Target="/ppt/slideMasters/slideMaster3.xml" Id="R29898dda2f454dd5" /><Relationship Type="http://schemas.openxmlformats.org/officeDocument/2006/relationships/notesMaster" Target="/ppt/notesMasters/notesMaster1.xml" Id="Re2d77db05bc14cb1" /><Relationship Type="http://schemas.openxmlformats.org/officeDocument/2006/relationships/presProps" Target="/ppt/presProps.xml" Id="R0df19545d8b943c4" /><Relationship Type="http://schemas.openxmlformats.org/officeDocument/2006/relationships/viewProps" Target="/ppt/viewProps.xml" Id="Racf3d131c43746ec" /><Relationship Type="http://schemas.openxmlformats.org/officeDocument/2006/relationships/tableStyles" Target="/ppt/tableStyles.xml" Id="Rc4ec4f9fe52b4b76" /><Relationship Type="http://schemas.openxmlformats.org/officeDocument/2006/relationships/slide" Target="/ppt/slides/slide1.xml" Id="Rdd942e16cd694bb8" /><Relationship Type="http://schemas.openxmlformats.org/officeDocument/2006/relationships/slide" Target="/ppt/slides/slide2.xml" Id="R137efbad677f4487" /><Relationship Type="http://schemas.openxmlformats.org/officeDocument/2006/relationships/slide" Target="/ppt/slides/slide3.xml" Id="Rb16e4bcd51784173" /><Relationship Type="http://schemas.openxmlformats.org/officeDocument/2006/relationships/slide" Target="/ppt/slides/slide4.xml" Id="Ra37e3a48a986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12e2c53e82c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fcc311d98436b" /><Relationship Type="http://schemas.openxmlformats.org/officeDocument/2006/relationships/notesMaster" Target="/ppt/notesMasters/notesMaster1.xml" Id="Rc5f0e053ec1143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6dcb97745d47d7" /><Relationship Type="http://schemas.openxmlformats.org/officeDocument/2006/relationships/notesMaster" Target="/ppt/notesMasters/notesMaster1.xml" Id="R56bcbc76c1ad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61dbee77ef4434" /><Relationship Type="http://schemas.openxmlformats.org/officeDocument/2006/relationships/notesMaster" Target="/ppt/notesMasters/notesMaster1.xml" Id="R1e27f3323405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29edb4e5c14722" /><Relationship Type="http://schemas.openxmlformats.org/officeDocument/2006/relationships/notesMaster" Target="/ppt/notesMasters/notesMaster1.xml" Id="R93412c1b4b5b4c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2573efa6a4694" /><Relationship Type="http://schemas.openxmlformats.org/officeDocument/2006/relationships/image" Target="/ppt/media/image.jpeg" Id="R2511745518c84a58" /><Relationship Type="http://schemas.openxmlformats.org/officeDocument/2006/relationships/image" Target="/ppt/media/image.png" Id="R8e73962c40f94d8a" /><Relationship Type="http://schemas.openxmlformats.org/officeDocument/2006/relationships/image" Target="/ppt/media/image2.png" Id="Rbb867b5608e142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43ffad02143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62a77dca94dd6" /><Relationship Type="http://schemas.openxmlformats.org/officeDocument/2006/relationships/image" Target="/ppt/media/image3.png" Id="R9a292c0dc0e448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44a0bd4a74101" /><Relationship Type="http://schemas.openxmlformats.org/officeDocument/2006/relationships/image" Target="/ppt/media/image4.png" Id="R364ca5e50bb546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d4d2dfc054f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85b77aef34ec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e1283fe2f44b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780e9972544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4c4024431465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e3735a4d347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e716245f348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60d520c88b4608" /><Relationship Type="http://schemas.openxmlformats.org/officeDocument/2006/relationships/image" Target="/ppt/media/image5.png" Id="R25efa7b11f7144d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7b89aa2f914c1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d49bc90b8734f4b" /><Relationship Type="http://schemas.openxmlformats.org/officeDocument/2006/relationships/image" Target="/ppt/media/image5.png" Id="Rfcdf4d2ee81f4f1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ceb9db6e4a44d0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1745518c84a5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3962c40f94d8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67b5608e1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92c0dc0e448f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ca5e50bb5468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fa7b11f7144d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f4d2ee81f4f1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908dcf1f14826" /><Relationship Type="http://schemas.openxmlformats.org/officeDocument/2006/relationships/slideLayout" Target="/ppt/slideLayouts/slideLayout1.xml" Id="R290e0e2f08004b11" /><Relationship Type="http://schemas.openxmlformats.org/officeDocument/2006/relationships/slideLayout" Target="/ppt/slideLayouts/slideLayout2.xml" Id="R5350ccb37b664ea8" /><Relationship Type="http://schemas.openxmlformats.org/officeDocument/2006/relationships/slideLayout" Target="/ppt/slideLayouts/slideLayout3.xml" Id="R7b8d2f6d56144ad8" /><Relationship Type="http://schemas.openxmlformats.org/officeDocument/2006/relationships/slideLayout" Target="/ppt/slideLayouts/slideLayout4.xml" Id="R1d0efe2eb2474eba" /><Relationship Type="http://schemas.openxmlformats.org/officeDocument/2006/relationships/slideLayout" Target="/ppt/slideLayouts/slideLayout5.xml" Id="R0a92dabb2cbe439a" /><Relationship Type="http://schemas.openxmlformats.org/officeDocument/2006/relationships/slideLayout" Target="/ppt/slideLayouts/slideLayout6.xml" Id="R48f2b3131dcd429d" /><Relationship Type="http://schemas.openxmlformats.org/officeDocument/2006/relationships/slideLayout" Target="/ppt/slideLayouts/slideLayout7.xml" Id="Rce67e9afb6684b3e" /><Relationship Type="http://schemas.openxmlformats.org/officeDocument/2006/relationships/slideLayout" Target="/ppt/slideLayouts/slideLayout8.xml" Id="R3df7562fd3eb4e18" /><Relationship Type="http://schemas.openxmlformats.org/officeDocument/2006/relationships/slideLayout" Target="/ppt/slideLayouts/slideLayout9.xml" Id="R5d4d5ac469b44e75" /><Relationship Type="http://schemas.openxmlformats.org/officeDocument/2006/relationships/slideLayout" Target="/ppt/slideLayouts/slideLayout10.xml" Id="R88e30a07d131417e" /><Relationship Type="http://schemas.openxmlformats.org/officeDocument/2006/relationships/slideLayout" Target="/ppt/slideLayouts/slideLayout11.xml" Id="Rcf5e11538a8f48e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2a1afcc32db493b" /><Relationship Type="http://schemas.openxmlformats.org/officeDocument/2006/relationships/slideLayout" Target="/ppt/slideLayouts/slideLayout12.xml" Id="Rac192c7f962b4c46" /><Relationship Type="http://schemas.openxmlformats.org/officeDocument/2006/relationships/slideLayout" Target="/ppt/slideLayouts/slideLayout13.xml" Id="Rf13f4cd3b819497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742119b496d4a69" /><Relationship Type="http://schemas.openxmlformats.org/officeDocument/2006/relationships/slideLayout" Target="/ppt/slideLayouts/slideLayout14.xml" Id="R7e16a095fdcd48bc" /><Relationship Type="http://schemas.openxmlformats.org/officeDocument/2006/relationships/slideLayout" Target="/ppt/slideLayouts/slideLayout15.xml" Id="Re522d95362d44c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0e0e2f08004b11"/>
    <p:sldLayoutId xmlns:r="http://schemas.openxmlformats.org/officeDocument/2006/relationships" id="2147483650" r:id="R5350ccb37b664ea8"/>
    <p:sldLayoutId xmlns:r="http://schemas.openxmlformats.org/officeDocument/2006/relationships" id="2147483651" r:id="R7b8d2f6d56144ad8"/>
    <p:sldLayoutId xmlns:r="http://schemas.openxmlformats.org/officeDocument/2006/relationships" id="2147483652" r:id="R1d0efe2eb2474eba"/>
    <p:sldLayoutId xmlns:r="http://schemas.openxmlformats.org/officeDocument/2006/relationships" id="2147483653" r:id="R0a92dabb2cbe439a"/>
    <p:sldLayoutId xmlns:r="http://schemas.openxmlformats.org/officeDocument/2006/relationships" id="2147483654" r:id="R48f2b3131dcd429d"/>
    <p:sldLayoutId xmlns:r="http://schemas.openxmlformats.org/officeDocument/2006/relationships" id="2147483655" r:id="Rce67e9afb6684b3e"/>
    <p:sldLayoutId xmlns:r="http://schemas.openxmlformats.org/officeDocument/2006/relationships" id="2147483656" r:id="R3df7562fd3eb4e18"/>
    <p:sldLayoutId xmlns:r="http://schemas.openxmlformats.org/officeDocument/2006/relationships" id="2147483657" r:id="R5d4d5ac469b44e75"/>
    <p:sldLayoutId xmlns:r="http://schemas.openxmlformats.org/officeDocument/2006/relationships" id="2147483658" r:id="R88e30a07d131417e"/>
    <p:sldLayoutId xmlns:r="http://schemas.openxmlformats.org/officeDocument/2006/relationships" id="2147483659" r:id="Rcf5e11538a8f48e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c192c7f962b4c46"/>
    <p:sldLayoutId xmlns:r="http://schemas.openxmlformats.org/officeDocument/2006/relationships" id="2147483662" r:id="Rf13f4cd3b819497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e16a095fdcd48bc"/>
    <p:sldLayoutId xmlns:r="http://schemas.openxmlformats.org/officeDocument/2006/relationships" id="2147483665" r:id="Re522d95362d44c5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a9ecf11abe4154" /><Relationship Type="http://schemas.openxmlformats.org/officeDocument/2006/relationships/image" Target="/ppt/media/image6.png" Id="R2c97b12ca923406c" /><Relationship Type="http://schemas.openxmlformats.org/officeDocument/2006/relationships/notesSlide" Target="/ppt/notesSlides/notesSlide1.xml" Id="Rbf6f155e30e0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262b347c144f78" /><Relationship Type="http://schemas.openxmlformats.org/officeDocument/2006/relationships/image" Target="/ppt/media/image6.png" Id="Rce13767a736f411a" /><Relationship Type="http://schemas.openxmlformats.org/officeDocument/2006/relationships/notesSlide" Target="/ppt/notesSlides/notesSlide2.xml" Id="R89b89643c24f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9a9cced7964046" /><Relationship Type="http://schemas.openxmlformats.org/officeDocument/2006/relationships/image" Target="/ppt/media/image6.png" Id="R9aecba6547ab4f42" /><Relationship Type="http://schemas.openxmlformats.org/officeDocument/2006/relationships/notesSlide" Target="/ppt/notesSlides/notesSlide3.xml" Id="Rd074fa6dfc05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8b4860f22d41fe" /><Relationship Type="http://schemas.openxmlformats.org/officeDocument/2006/relationships/image" Target="/ppt/media/image6.png" Id="Rbbaaf55f73404fae" /><Relationship Type="http://schemas.openxmlformats.org/officeDocument/2006/relationships/notesSlide" Target="/ppt/notesSlides/notesSlide4.xml" Id="Rada71f3765044f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7b12ca92340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3767a736f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cba6547ab4f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af55f7340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2026-09-09T05:14:01.7680000Z</dcterms:created>
  <dcterms:modified xsi:type="dcterms:W3CDTF">2026-09-09T05:14:01.7680000Z</dcterms:modified>
</coreProperties>
</file>