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69f9f89098422f" /><Relationship Type="http://schemas.openxmlformats.org/officeDocument/2006/relationships/extended-properties" Target="/docProps/app.xml" Id="R5a56a660f8de40dd" /><Relationship Type="http://schemas.openxmlformats.org/officeDocument/2006/relationships/officeDocument" Target="/ppt/presentation.xml" Id="R7833f6941cb646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c5472664f1499f"/>
    <p:sldMasterId xmlns:r="http://schemas.openxmlformats.org/officeDocument/2006/relationships" id="2147483660" r:id="R9035acede21f4c29"/>
    <p:sldMasterId xmlns:r="http://schemas.openxmlformats.org/officeDocument/2006/relationships" id="2147483663" r:id="Rc867553cbb6f4fc7"/>
  </p:sldMasterIdLst>
  <p:notesMasterIdLst>
    <p:notesMasterId xmlns:r="http://schemas.openxmlformats.org/officeDocument/2006/relationships" r:id="Rd3c8aea4a81343dc"/>
  </p:notesMasterIdLst>
  <p:sldIdLst>
    <p:sldId xmlns:r="http://schemas.openxmlformats.org/officeDocument/2006/relationships" id="256" r:id="R5406415408014590"/>
    <p:sldId xmlns:r="http://schemas.openxmlformats.org/officeDocument/2006/relationships" id="257" r:id="Reeecf885bc5441e3"/>
    <p:sldId xmlns:r="http://schemas.openxmlformats.org/officeDocument/2006/relationships" id="258" r:id="R6ad6716c8f294be9"/>
    <p:sldId xmlns:r="http://schemas.openxmlformats.org/officeDocument/2006/relationships" id="259" r:id="R1bd26c89fb1446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16ceaca2004e19" /><Relationship Type="http://schemas.openxmlformats.org/officeDocument/2006/relationships/slideMaster" Target="/ppt/slideMasters/slideMaster1.xml" Id="R3cc5472664f1499f" /><Relationship Type="http://schemas.openxmlformats.org/officeDocument/2006/relationships/slideMaster" Target="/ppt/slideMasters/slideMaster2.xml" Id="R9035acede21f4c29" /><Relationship Type="http://schemas.openxmlformats.org/officeDocument/2006/relationships/slideMaster" Target="/ppt/slideMasters/slideMaster3.xml" Id="Rc867553cbb6f4fc7" /><Relationship Type="http://schemas.openxmlformats.org/officeDocument/2006/relationships/notesMaster" Target="/ppt/notesMasters/notesMaster1.xml" Id="Rd3c8aea4a81343dc" /><Relationship Type="http://schemas.openxmlformats.org/officeDocument/2006/relationships/presProps" Target="/ppt/presProps.xml" Id="R5fe604fdb84342e4" /><Relationship Type="http://schemas.openxmlformats.org/officeDocument/2006/relationships/viewProps" Target="/ppt/viewProps.xml" Id="Rb2253c26160a47c3" /><Relationship Type="http://schemas.openxmlformats.org/officeDocument/2006/relationships/tableStyles" Target="/ppt/tableStyles.xml" Id="R50bf28e22d1c4dbb" /><Relationship Type="http://schemas.openxmlformats.org/officeDocument/2006/relationships/slide" Target="/ppt/slides/slide1.xml" Id="R5406415408014590" /><Relationship Type="http://schemas.openxmlformats.org/officeDocument/2006/relationships/slide" Target="/ppt/slides/slide2.xml" Id="Reeecf885bc5441e3" /><Relationship Type="http://schemas.openxmlformats.org/officeDocument/2006/relationships/slide" Target="/ppt/slides/slide3.xml" Id="R6ad6716c8f294be9" /><Relationship Type="http://schemas.openxmlformats.org/officeDocument/2006/relationships/slide" Target="/ppt/slides/slide4.xml" Id="R1bd26c89fb1446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493af136c9d4a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d7a9ddc1df40d1" /><Relationship Type="http://schemas.openxmlformats.org/officeDocument/2006/relationships/notesMaster" Target="/ppt/notesMasters/notesMaster1.xml" Id="R013d20ee20e642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678b712cc04486" /><Relationship Type="http://schemas.openxmlformats.org/officeDocument/2006/relationships/notesMaster" Target="/ppt/notesMasters/notesMaster1.xml" Id="Recc38be3bc0f4b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5f4d80c3024109" /><Relationship Type="http://schemas.openxmlformats.org/officeDocument/2006/relationships/notesMaster" Target="/ppt/notesMasters/notesMaster1.xml" Id="R148f55ac5be44d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656ceabf784397" /><Relationship Type="http://schemas.openxmlformats.org/officeDocument/2006/relationships/notesMaster" Target="/ppt/notesMasters/notesMaster1.xml" Id="R3c398569c77a44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8ac7916d54602" /><Relationship Type="http://schemas.openxmlformats.org/officeDocument/2006/relationships/image" Target="/ppt/media/image.jpeg" Id="Re9dd65bb9f4b453d" /><Relationship Type="http://schemas.openxmlformats.org/officeDocument/2006/relationships/image" Target="/ppt/media/image.png" Id="R9a792db1a3c348c5" /><Relationship Type="http://schemas.openxmlformats.org/officeDocument/2006/relationships/image" Target="/ppt/media/image2.png" Id="R2efc1d8ab71347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90fe6583a4f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2026d5d804316" /><Relationship Type="http://schemas.openxmlformats.org/officeDocument/2006/relationships/image" Target="/ppt/media/image3.png" Id="R7097e60d9d8d46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c517425192478e" /><Relationship Type="http://schemas.openxmlformats.org/officeDocument/2006/relationships/image" Target="/ppt/media/image4.png" Id="R21255bf31f7040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72c08f812e4f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a3d54b6ae418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0bf0b0ff142f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b536daa8d4ca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3b97f828554d9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5014556bd43b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3ef79d03a491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f4a23afc984c3a" /><Relationship Type="http://schemas.openxmlformats.org/officeDocument/2006/relationships/image" Target="/ppt/media/image5.png" Id="R3b13ca1c36054a2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1deded8da14bb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a58d14ccc3e4e6b" /><Relationship Type="http://schemas.openxmlformats.org/officeDocument/2006/relationships/image" Target="/ppt/media/image5.png" Id="R6a9072b138be4ee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8e0df6f24404a3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d65bb9f4b453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92db1a3c348c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c1d8ab71347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7e60d9d8d46d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55bf31f7040f6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3ca1c36054a2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072b138be4ee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b9e060f2284956" /><Relationship Type="http://schemas.openxmlformats.org/officeDocument/2006/relationships/slideLayout" Target="/ppt/slideLayouts/slideLayout1.xml" Id="Rea2faafb939a4656" /><Relationship Type="http://schemas.openxmlformats.org/officeDocument/2006/relationships/slideLayout" Target="/ppt/slideLayouts/slideLayout2.xml" Id="R6409c0e6418a4c57" /><Relationship Type="http://schemas.openxmlformats.org/officeDocument/2006/relationships/slideLayout" Target="/ppt/slideLayouts/slideLayout3.xml" Id="Rba2cef00e2964205" /><Relationship Type="http://schemas.openxmlformats.org/officeDocument/2006/relationships/slideLayout" Target="/ppt/slideLayouts/slideLayout4.xml" Id="R10e573cefc1944d9" /><Relationship Type="http://schemas.openxmlformats.org/officeDocument/2006/relationships/slideLayout" Target="/ppt/slideLayouts/slideLayout5.xml" Id="R90e4280f9e874eeb" /><Relationship Type="http://schemas.openxmlformats.org/officeDocument/2006/relationships/slideLayout" Target="/ppt/slideLayouts/slideLayout6.xml" Id="R101e611afe9e44bd" /><Relationship Type="http://schemas.openxmlformats.org/officeDocument/2006/relationships/slideLayout" Target="/ppt/slideLayouts/slideLayout7.xml" Id="R1a28f30d95d0486f" /><Relationship Type="http://schemas.openxmlformats.org/officeDocument/2006/relationships/slideLayout" Target="/ppt/slideLayouts/slideLayout8.xml" Id="R0a5b11a6a88a4e2e" /><Relationship Type="http://schemas.openxmlformats.org/officeDocument/2006/relationships/slideLayout" Target="/ppt/slideLayouts/slideLayout9.xml" Id="R289a1370ed9f4bf3" /><Relationship Type="http://schemas.openxmlformats.org/officeDocument/2006/relationships/slideLayout" Target="/ppt/slideLayouts/slideLayout10.xml" Id="R06da6fd3cf8b4b66" /><Relationship Type="http://schemas.openxmlformats.org/officeDocument/2006/relationships/slideLayout" Target="/ppt/slideLayouts/slideLayout11.xml" Id="R7d83538138eb4c6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b2115239a634c6b" /><Relationship Type="http://schemas.openxmlformats.org/officeDocument/2006/relationships/slideLayout" Target="/ppt/slideLayouts/slideLayout12.xml" Id="Reacf1dd8fdd743e6" /><Relationship Type="http://schemas.openxmlformats.org/officeDocument/2006/relationships/slideLayout" Target="/ppt/slideLayouts/slideLayout13.xml" Id="Rd11fd695a46b4cd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5495e339f6344b66" /><Relationship Type="http://schemas.openxmlformats.org/officeDocument/2006/relationships/slideLayout" Target="/ppt/slideLayouts/slideLayout14.xml" Id="Rdc1f3123fccf4ea1" /><Relationship Type="http://schemas.openxmlformats.org/officeDocument/2006/relationships/slideLayout" Target="/ppt/slideLayouts/slideLayout15.xml" Id="R1b841548a6ac428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2faafb939a4656"/>
    <p:sldLayoutId xmlns:r="http://schemas.openxmlformats.org/officeDocument/2006/relationships" id="2147483650" r:id="R6409c0e6418a4c57"/>
    <p:sldLayoutId xmlns:r="http://schemas.openxmlformats.org/officeDocument/2006/relationships" id="2147483651" r:id="Rba2cef00e2964205"/>
    <p:sldLayoutId xmlns:r="http://schemas.openxmlformats.org/officeDocument/2006/relationships" id="2147483652" r:id="R10e573cefc1944d9"/>
    <p:sldLayoutId xmlns:r="http://schemas.openxmlformats.org/officeDocument/2006/relationships" id="2147483653" r:id="R90e4280f9e874eeb"/>
    <p:sldLayoutId xmlns:r="http://schemas.openxmlformats.org/officeDocument/2006/relationships" id="2147483654" r:id="R101e611afe9e44bd"/>
    <p:sldLayoutId xmlns:r="http://schemas.openxmlformats.org/officeDocument/2006/relationships" id="2147483655" r:id="R1a28f30d95d0486f"/>
    <p:sldLayoutId xmlns:r="http://schemas.openxmlformats.org/officeDocument/2006/relationships" id="2147483656" r:id="R0a5b11a6a88a4e2e"/>
    <p:sldLayoutId xmlns:r="http://schemas.openxmlformats.org/officeDocument/2006/relationships" id="2147483657" r:id="R289a1370ed9f4bf3"/>
    <p:sldLayoutId xmlns:r="http://schemas.openxmlformats.org/officeDocument/2006/relationships" id="2147483658" r:id="R06da6fd3cf8b4b66"/>
    <p:sldLayoutId xmlns:r="http://schemas.openxmlformats.org/officeDocument/2006/relationships" id="2147483659" r:id="R7d83538138eb4c6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acf1dd8fdd743e6"/>
    <p:sldLayoutId xmlns:r="http://schemas.openxmlformats.org/officeDocument/2006/relationships" id="2147483662" r:id="Rd11fd695a46b4cdd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dc1f3123fccf4ea1"/>
    <p:sldLayoutId xmlns:r="http://schemas.openxmlformats.org/officeDocument/2006/relationships" id="2147483665" r:id="R1b841548a6ac4287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3c87694f25b4f76" /><Relationship Type="http://schemas.openxmlformats.org/officeDocument/2006/relationships/image" Target="/ppt/media/image6.png" Id="R85db91b18d3d4658" /><Relationship Type="http://schemas.openxmlformats.org/officeDocument/2006/relationships/notesSlide" Target="/ppt/notesSlides/notesSlide1.xml" Id="R5d5a9685c71948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05f3ae580b42b7" /><Relationship Type="http://schemas.openxmlformats.org/officeDocument/2006/relationships/image" Target="/ppt/media/image6.png" Id="R145c5de079ed4268" /><Relationship Type="http://schemas.openxmlformats.org/officeDocument/2006/relationships/notesSlide" Target="/ppt/notesSlides/notesSlide2.xml" Id="Re855000cb29c4d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cb421f483749cf" /><Relationship Type="http://schemas.openxmlformats.org/officeDocument/2006/relationships/image" Target="/ppt/media/image6.png" Id="Rc600596caa244974" /><Relationship Type="http://schemas.openxmlformats.org/officeDocument/2006/relationships/notesSlide" Target="/ppt/notesSlides/notesSlide3.xml" Id="R1f2b8b9461ed49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ede655e8d524660" /><Relationship Type="http://schemas.openxmlformats.org/officeDocument/2006/relationships/image" Target="/ppt/media/image6.png" Id="R7cfe976d1d3348ca" /><Relationship Type="http://schemas.openxmlformats.org/officeDocument/2006/relationships/notesSlide" Target="/ppt/notesSlides/notesSlide4.xml" Id="R54e5b749bc684f2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b91b18d3d4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c5de079ed4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0596caa2449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e976d1d3348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2026-09-09T04:44:45.8460000Z</dcterms:created>
  <dcterms:modified xsi:type="dcterms:W3CDTF">2026-09-09T04:44:45.8460000Z</dcterms:modified>
</coreProperties>
</file>