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e23cc12377d4d12" /><Relationship Type="http://schemas.openxmlformats.org/officeDocument/2006/relationships/extended-properties" Target="/docProps/app.xml" Id="R6aff5fefc66747be" /><Relationship Type="http://schemas.openxmlformats.org/officeDocument/2006/relationships/officeDocument" Target="/ppt/presentation.xml" Id="Rd381a42092dd43b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4d348e138554323"/>
  </p:sldMasterIdLst>
  <p:notesMasterIdLst>
    <p:notesMasterId xmlns:r="http://schemas.openxmlformats.org/officeDocument/2006/relationships" r:id="R436415f849d340d4"/>
  </p:notesMasterIdLst>
  <p:sldIdLst>
    <p:sldId xmlns:r="http://schemas.openxmlformats.org/officeDocument/2006/relationships" id="256" r:id="R4adab6f3f279452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ce6f01197c24d85" /><Relationship Type="http://schemas.openxmlformats.org/officeDocument/2006/relationships/slideMaster" Target="/ppt/slideMasters/slideMaster1.xml" Id="Rb4d348e138554323" /><Relationship Type="http://schemas.openxmlformats.org/officeDocument/2006/relationships/notesMaster" Target="/ppt/notesMasters/notesMaster1.xml" Id="R436415f849d340d4" /><Relationship Type="http://schemas.openxmlformats.org/officeDocument/2006/relationships/presProps" Target="/ppt/presProps.xml" Id="Rcc1e74dc5dbc4208" /><Relationship Type="http://schemas.openxmlformats.org/officeDocument/2006/relationships/tableStyles" Target="/ppt/tableStyles.xml" Id="R78bd829eee944ec1" /><Relationship Type="http://schemas.openxmlformats.org/officeDocument/2006/relationships/slide" Target="/ppt/slides/slide1.xml" Id="R4adab6f3f279452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b64cb30469349d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1dc7ae14c8c43bb" /><Relationship Type="http://schemas.openxmlformats.org/officeDocument/2006/relationships/notesMaster" Target="/ppt/notesMasters/notesMaster1.xml" Id="R4bdc7deadede443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eab5568dac04df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0072cd18e1e4556" /><Relationship Type="http://schemas.openxmlformats.org/officeDocument/2006/relationships/slideLayout" Target="/ppt/slideLayouts/slideLayout1.xml" Id="R608c34f6d61d4fe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08c34f6d61d4fe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779bc1bfc24bbb" /><Relationship Type="http://schemas.openxmlformats.org/officeDocument/2006/relationships/image" Target="/ppt/media/image.png" Id="Rd15270636fb842e0" /><Relationship Type="http://schemas.openxmlformats.org/officeDocument/2006/relationships/image" Target="/ppt/media/image.svg" Id="R2775fe4621714866" /><Relationship Type="http://schemas.openxmlformats.org/officeDocument/2006/relationships/image" Target="/ppt/media/image2.png" Id="R5dd1524ea0664b4f" /><Relationship Type="http://schemas.openxmlformats.org/officeDocument/2006/relationships/image" Target="/ppt/media/image2.svg" Id="R5e4cf6f0ee654c0b" /><Relationship Type="http://schemas.openxmlformats.org/officeDocument/2006/relationships/image" Target="/ppt/media/image3.png" Id="R03aa83d8ed874822" /><Relationship Type="http://schemas.openxmlformats.org/officeDocument/2006/relationships/image" Target="/ppt/media/image3.svg" Id="Rbd4964808cb146b2" /><Relationship Type="http://schemas.openxmlformats.org/officeDocument/2006/relationships/notesSlide" Target="/ppt/notesSlides/notesSlide1.xml" Id="R99872ffabae34bc6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page-paper">
            <a:extLst xmlns:a="http://schemas.openxmlformats.org/drawingml/2006/main">
              <a:ext uri="{FF2B5EF4-FFF2-40B4-BE49-F238E27FC236}">
                <a16:creationId xmlns:a16="http://schemas.microsoft.com/office/drawing/2014/main" id="{7B59973D-EA00-4E71-904C-9CECD3CE1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0">
            <a:noFill/>
          </a:ln>
        </p:spPr>
      </p:sp>
      <p:sp>
        <p:nvSpPr>
          <p:cNvPr id="2" name="chapter">
            <a:extLst xmlns:a="http://schemas.openxmlformats.org/drawingml/2006/main">
              <a:ext uri="{FF2B5EF4-FFF2-40B4-BE49-F238E27FC236}">
                <a16:creationId xmlns:a16="http://schemas.microsoft.com/office/drawing/2014/main" id="{238242DB-9319-4EB0-B1C8-83553A04A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66725"/>
            <a:ext cx="438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875" b="1">
                <a:solidFill>
                  <a:srgbClr val="A35D4F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>
                <a:solidFill>
                  <a:srgbClr val="A35D4F"/>
                </a:solidFill>
                <a:latin typeface="Noto Serif SC"/>
                <a:ea typeface="Noto Serif SC"/>
                <a:cs typeface="Noto Serif SC"/>
              </a:rPr>
              <a:t>02</a:t>
            </a:r>
          </a:p>
        </p:txBody>
      </p:sp>
      <p:sp>
        <p:nvSpPr>
          <p:cNvPr id="3" name="page-title">
            <a:extLst xmlns:a="http://schemas.openxmlformats.org/drawingml/2006/main">
              <a:ext uri="{FF2B5EF4-FFF2-40B4-BE49-F238E27FC236}">
                <a16:creationId xmlns:a16="http://schemas.microsoft.com/office/drawing/2014/main" id="{883C1B8A-6EDA-4DE3-A81A-6BAE35CA6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6725"/>
            <a:ext cx="3371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8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反馈筛选：按准入依据逐层收敛</a:t>
            </a:r>
          </a:p>
        </p:txBody>
      </p:sp>
      <p:sp>
        <p:nvSpPr>
          <p:cNvPr id="4" name="heading-rule">
            <a:extLst xmlns:a="http://schemas.openxmlformats.org/drawingml/2006/main">
              <a:ext uri="{FF2B5EF4-FFF2-40B4-BE49-F238E27FC236}">
                <a16:creationId xmlns:a16="http://schemas.microsoft.com/office/drawing/2014/main" id="{CF86BC93-A535-491C-8E05-626A1A48F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647700"/>
            <a:ext cx="704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</a:ln>
        </p:spPr>
      </p:sp>
      <p:sp>
        <p:nvSpPr>
          <p:cNvPr id="5" name="plain-0-body">
            <a:extLst xmlns:a="http://schemas.openxmlformats.org/drawingml/2006/main">
              <a:ext uri="{FF2B5EF4-FFF2-40B4-BE49-F238E27FC236}">
                <a16:creationId xmlns:a16="http://schemas.microsoft.com/office/drawing/2014/main" id="{F11BA0C6-58F6-4C6A-99E4-A7EB05887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1466850"/>
            <a:ext cx="476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5000"/>
              </a:lnSpc>
              <a:buNone/>
              <a:def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反馈来源：访谈、工单、使用记录</a:t>
            </a:r>
          </a:p>
        </p:txBody>
      </p:sp>
      <p:sp>
        <p:nvSpPr>
          <p:cNvPr id="6" name="plain-1-module">
            <a:extLst xmlns:a="http://schemas.openxmlformats.org/drawingml/2006/main">
              <a:ext uri="{FF2B5EF4-FFF2-40B4-BE49-F238E27FC236}">
                <a16:creationId xmlns:a16="http://schemas.microsoft.com/office/drawing/2014/main" id="{7E3B85EF-492C-468C-8E63-F86736913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324100"/>
            <a:ext cx="333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5000"/>
              </a:lnSpc>
              <a:buNone/>
              <a:defRPr sz="15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每一层的准入依据</a:t>
            </a:r>
          </a:p>
        </p:txBody>
      </p:sp>
      <p:sp>
        <p:nvSpPr>
          <p:cNvPr id="7" name="plain-2-body">
            <a:extLst xmlns:a="http://schemas.openxmlformats.org/drawingml/2006/main">
              <a:ext uri="{FF2B5EF4-FFF2-40B4-BE49-F238E27FC236}">
                <a16:creationId xmlns:a16="http://schemas.microsoft.com/office/drawing/2014/main" id="{87CF0900-79E9-41CD-A0B4-9254DF6E5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974629"/>
            <a:ext cx="333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5000"/>
              </a:lnSpc>
              <a:buNone/>
              <a:def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保留原始反馈</a:t>
            </a:r>
          </a:p>
        </p:txBody>
      </p:sp>
      <p:sp>
        <p:nvSpPr>
          <p:cNvPr id="8" name="plain-3-body">
            <a:extLst xmlns:a="http://schemas.openxmlformats.org/drawingml/2006/main">
              <a:ext uri="{FF2B5EF4-FFF2-40B4-BE49-F238E27FC236}">
                <a16:creationId xmlns:a16="http://schemas.microsoft.com/office/drawing/2014/main" id="{F5F393DB-8246-4CCF-8FC5-D618C1BCA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611318"/>
            <a:ext cx="333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5000"/>
              </a:lnSpc>
              <a:buNone/>
              <a:def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问题可重复观察</a:t>
            </a:r>
          </a:p>
        </p:txBody>
      </p:sp>
      <p:sp>
        <p:nvSpPr>
          <p:cNvPr id="9" name="plain-4-body">
            <a:extLst xmlns:a="http://schemas.openxmlformats.org/drawingml/2006/main">
              <a:ext uri="{FF2B5EF4-FFF2-40B4-BE49-F238E27FC236}">
                <a16:creationId xmlns:a16="http://schemas.microsoft.com/office/drawing/2014/main" id="{FF936761-0BB4-47AF-B706-F3383E91F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247855"/>
            <a:ext cx="333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5000"/>
              </a:lnSpc>
              <a:buNone/>
              <a:def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小样验证有效</a:t>
            </a:r>
          </a:p>
        </p:txBody>
      </p:sp>
      <p:sp>
        <p:nvSpPr>
          <p:cNvPr id="10" name="plain-5-body">
            <a:extLst xmlns:a="http://schemas.openxmlformats.org/drawingml/2006/main">
              <a:ext uri="{FF2B5EF4-FFF2-40B4-BE49-F238E27FC236}">
                <a16:creationId xmlns:a16="http://schemas.microsoft.com/office/drawing/2014/main" id="{88D1FE97-F855-4344-9355-C71A4D3B2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884391"/>
            <a:ext cx="333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5000"/>
              </a:lnSpc>
              <a:buNone/>
              <a:def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责任人与交付范围明确</a:t>
            </a:r>
          </a:p>
        </p:txBody>
      </p:sp>
      <p:sp>
        <p:nvSpPr>
          <p:cNvPr id="11" name="page-number">
            <a:extLst xmlns:a="http://schemas.openxmlformats.org/drawingml/2006/main">
              <a:ext uri="{FF2B5EF4-FFF2-40B4-BE49-F238E27FC236}">
                <a16:creationId xmlns:a16="http://schemas.microsoft.com/office/drawing/2014/main" id="{2F50E450-7220-4FFC-B31B-DAAAC77DF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7700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02</a:t>
            </a:r>
          </a:p>
        </p:txBody>
      </p:sp>
      <p:sp>
        <p:nvSpPr>
          <p:cNvPr id="12" name="simple-funnel-orbit">
            <a:extLst xmlns:a="http://schemas.openxmlformats.org/drawingml/2006/main">
              <a:ext uri="{FF2B5EF4-FFF2-40B4-BE49-F238E27FC236}">
                <a16:creationId xmlns:a16="http://schemas.microsoft.com/office/drawing/2014/main" id="{DE5F7D34-A128-482F-A993-9B46FEB6B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20000">
            <a:off x="1910382" y="2354523"/>
            <a:ext cx="4465996" cy="3173206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13" name="simple-step-body-0">
            <a:extLst xmlns:a="http://schemas.openxmlformats.org/drawingml/2006/main">
              <a:ext uri="{FF2B5EF4-FFF2-40B4-BE49-F238E27FC236}">
                <a16:creationId xmlns:a16="http://schemas.microsoft.com/office/drawing/2014/main" id="{9FA2A0B6-B05D-49F1-8453-D6DE2B781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93889" y="2848127"/>
            <a:ext cx="2891438" cy="552393"/>
          </a:xfrm>
          <a:custGeom xmlns:a="http://schemas.openxmlformats.org/drawingml/2006/main">
            <a:pathLst>
              <a:path w="2891438" h="552393">
                <a:moveTo>
                  <a:pt x="0" y="0"/>
                </a:moveTo>
                <a:lnTo>
                  <a:pt x="15488" y="21317"/>
                </a:lnTo>
                <a:lnTo>
                  <a:pt x="30985" y="42634"/>
                </a:lnTo>
                <a:lnTo>
                  <a:pt x="46472" y="63951"/>
                </a:lnTo>
                <a:lnTo>
                  <a:pt x="61960" y="85268"/>
                </a:lnTo>
                <a:lnTo>
                  <a:pt x="77448" y="106585"/>
                </a:lnTo>
                <a:lnTo>
                  <a:pt x="92945" y="127911"/>
                </a:lnTo>
                <a:lnTo>
                  <a:pt x="108433" y="149228"/>
                </a:lnTo>
                <a:lnTo>
                  <a:pt x="123920" y="170545"/>
                </a:lnTo>
                <a:lnTo>
                  <a:pt x="139408" y="191862"/>
                </a:lnTo>
                <a:lnTo>
                  <a:pt x="154905" y="213179"/>
                </a:lnTo>
                <a:lnTo>
                  <a:pt x="170393" y="234496"/>
                </a:lnTo>
                <a:lnTo>
                  <a:pt x="185880" y="255813"/>
                </a:lnTo>
                <a:lnTo>
                  <a:pt x="201368" y="277130"/>
                </a:lnTo>
                <a:lnTo>
                  <a:pt x="216865" y="298447"/>
                </a:lnTo>
                <a:lnTo>
                  <a:pt x="232353" y="319764"/>
                </a:lnTo>
                <a:lnTo>
                  <a:pt x="247841" y="341090"/>
                </a:lnTo>
                <a:lnTo>
                  <a:pt x="263338" y="362407"/>
                </a:lnTo>
                <a:lnTo>
                  <a:pt x="278825" y="383724"/>
                </a:lnTo>
                <a:lnTo>
                  <a:pt x="294313" y="405041"/>
                </a:lnTo>
                <a:lnTo>
                  <a:pt x="309801" y="426358"/>
                </a:lnTo>
                <a:lnTo>
                  <a:pt x="325298" y="447675"/>
                </a:lnTo>
                <a:lnTo>
                  <a:pt x="340785" y="468992"/>
                </a:lnTo>
                <a:lnTo>
                  <a:pt x="355321" y="490738"/>
                </a:lnTo>
                <a:lnTo>
                  <a:pt x="378295" y="502720"/>
                </a:lnTo>
                <a:lnTo>
                  <a:pt x="403908" y="508854"/>
                </a:lnTo>
                <a:lnTo>
                  <a:pt x="429873" y="513369"/>
                </a:lnTo>
                <a:lnTo>
                  <a:pt x="455962" y="517036"/>
                </a:lnTo>
                <a:lnTo>
                  <a:pt x="482127" y="520160"/>
                </a:lnTo>
                <a:lnTo>
                  <a:pt x="508340" y="522884"/>
                </a:lnTo>
                <a:lnTo>
                  <a:pt x="534581" y="525313"/>
                </a:lnTo>
                <a:lnTo>
                  <a:pt x="560842" y="527504"/>
                </a:lnTo>
                <a:lnTo>
                  <a:pt x="587111" y="529495"/>
                </a:lnTo>
                <a:lnTo>
                  <a:pt x="613400" y="531324"/>
                </a:lnTo>
                <a:lnTo>
                  <a:pt x="639699" y="533009"/>
                </a:lnTo>
                <a:lnTo>
                  <a:pt x="666007" y="534562"/>
                </a:lnTo>
                <a:lnTo>
                  <a:pt x="692315" y="536010"/>
                </a:lnTo>
                <a:lnTo>
                  <a:pt x="718633" y="537362"/>
                </a:lnTo>
                <a:lnTo>
                  <a:pt x="744960" y="538620"/>
                </a:lnTo>
                <a:lnTo>
                  <a:pt x="771277" y="539791"/>
                </a:lnTo>
                <a:lnTo>
                  <a:pt x="797614" y="540896"/>
                </a:lnTo>
                <a:lnTo>
                  <a:pt x="823941" y="541925"/>
                </a:lnTo>
                <a:lnTo>
                  <a:pt x="850278" y="542887"/>
                </a:lnTo>
                <a:lnTo>
                  <a:pt x="876614" y="543782"/>
                </a:lnTo>
                <a:lnTo>
                  <a:pt x="902951" y="544630"/>
                </a:lnTo>
                <a:lnTo>
                  <a:pt x="929288" y="545421"/>
                </a:lnTo>
                <a:lnTo>
                  <a:pt x="955634" y="546154"/>
                </a:lnTo>
                <a:lnTo>
                  <a:pt x="981970" y="546840"/>
                </a:lnTo>
                <a:lnTo>
                  <a:pt x="1008317" y="547487"/>
                </a:lnTo>
                <a:lnTo>
                  <a:pt x="1034663" y="548078"/>
                </a:lnTo>
                <a:lnTo>
                  <a:pt x="1061009" y="548630"/>
                </a:lnTo>
                <a:lnTo>
                  <a:pt x="1087355" y="549145"/>
                </a:lnTo>
                <a:lnTo>
                  <a:pt x="1113701" y="549612"/>
                </a:lnTo>
                <a:lnTo>
                  <a:pt x="1140047" y="550040"/>
                </a:lnTo>
                <a:lnTo>
                  <a:pt x="1166393" y="550431"/>
                </a:lnTo>
                <a:lnTo>
                  <a:pt x="1192749" y="550783"/>
                </a:lnTo>
                <a:lnTo>
                  <a:pt x="1219095" y="551107"/>
                </a:lnTo>
                <a:lnTo>
                  <a:pt x="1245441" y="551383"/>
                </a:lnTo>
                <a:lnTo>
                  <a:pt x="1271797" y="551631"/>
                </a:lnTo>
                <a:lnTo>
                  <a:pt x="1298143" y="551840"/>
                </a:lnTo>
                <a:lnTo>
                  <a:pt x="1324499" y="552012"/>
                </a:lnTo>
                <a:lnTo>
                  <a:pt x="1350845" y="552155"/>
                </a:lnTo>
                <a:lnTo>
                  <a:pt x="1377201" y="552250"/>
                </a:lnTo>
                <a:lnTo>
                  <a:pt x="1403547" y="552336"/>
                </a:lnTo>
                <a:lnTo>
                  <a:pt x="1429903" y="552383"/>
                </a:lnTo>
                <a:lnTo>
                  <a:pt x="1456249" y="552393"/>
                </a:lnTo>
                <a:lnTo>
                  <a:pt x="1482604" y="552364"/>
                </a:lnTo>
                <a:lnTo>
                  <a:pt x="1508950" y="552298"/>
                </a:lnTo>
                <a:lnTo>
                  <a:pt x="1535306" y="552202"/>
                </a:lnTo>
                <a:lnTo>
                  <a:pt x="1561662" y="552088"/>
                </a:lnTo>
                <a:lnTo>
                  <a:pt x="1588008" y="551926"/>
                </a:lnTo>
                <a:lnTo>
                  <a:pt x="1614364" y="551736"/>
                </a:lnTo>
                <a:lnTo>
                  <a:pt x="1640710" y="551507"/>
                </a:lnTo>
                <a:lnTo>
                  <a:pt x="1667056" y="551240"/>
                </a:lnTo>
                <a:lnTo>
                  <a:pt x="1693412" y="550945"/>
                </a:lnTo>
                <a:lnTo>
                  <a:pt x="1719758" y="550612"/>
                </a:lnTo>
                <a:lnTo>
                  <a:pt x="1746104" y="550240"/>
                </a:lnTo>
                <a:lnTo>
                  <a:pt x="1772460" y="549821"/>
                </a:lnTo>
                <a:lnTo>
                  <a:pt x="1798806" y="549373"/>
                </a:lnTo>
                <a:lnTo>
                  <a:pt x="1825152" y="548888"/>
                </a:lnTo>
                <a:lnTo>
                  <a:pt x="1851498" y="548354"/>
                </a:lnTo>
                <a:lnTo>
                  <a:pt x="1877844" y="547783"/>
                </a:lnTo>
                <a:lnTo>
                  <a:pt x="1904190" y="547164"/>
                </a:lnTo>
                <a:lnTo>
                  <a:pt x="1930527" y="546497"/>
                </a:lnTo>
                <a:lnTo>
                  <a:pt x="1956873" y="545783"/>
                </a:lnTo>
                <a:lnTo>
                  <a:pt x="1983210" y="545021"/>
                </a:lnTo>
                <a:lnTo>
                  <a:pt x="2009546" y="544201"/>
                </a:lnTo>
                <a:lnTo>
                  <a:pt x="2035883" y="543335"/>
                </a:lnTo>
                <a:lnTo>
                  <a:pt x="2062220" y="542401"/>
                </a:lnTo>
                <a:lnTo>
                  <a:pt x="2088556" y="541401"/>
                </a:lnTo>
                <a:lnTo>
                  <a:pt x="2114883" y="540334"/>
                </a:lnTo>
                <a:lnTo>
                  <a:pt x="2141210" y="539201"/>
                </a:lnTo>
                <a:lnTo>
                  <a:pt x="2167538" y="537982"/>
                </a:lnTo>
                <a:lnTo>
                  <a:pt x="2193855" y="536677"/>
                </a:lnTo>
                <a:lnTo>
                  <a:pt x="2220163" y="535286"/>
                </a:lnTo>
                <a:lnTo>
                  <a:pt x="2246471" y="533781"/>
                </a:lnTo>
                <a:lnTo>
                  <a:pt x="2272779" y="532162"/>
                </a:lnTo>
                <a:lnTo>
                  <a:pt x="2299068" y="530400"/>
                </a:lnTo>
                <a:lnTo>
                  <a:pt x="2325348" y="528495"/>
                </a:lnTo>
                <a:lnTo>
                  <a:pt x="2351618" y="526409"/>
                </a:lnTo>
                <a:lnTo>
                  <a:pt x="2377869" y="524104"/>
                </a:lnTo>
                <a:lnTo>
                  <a:pt x="2404100" y="521532"/>
                </a:lnTo>
                <a:lnTo>
                  <a:pt x="2430285" y="518617"/>
                </a:lnTo>
                <a:lnTo>
                  <a:pt x="2456421" y="515236"/>
                </a:lnTo>
                <a:lnTo>
                  <a:pt x="2482453" y="511188"/>
                </a:lnTo>
                <a:lnTo>
                  <a:pt x="2508285" y="505997"/>
                </a:lnTo>
                <a:lnTo>
                  <a:pt x="2533402" y="498138"/>
                </a:lnTo>
                <a:lnTo>
                  <a:pt x="2550652" y="479374"/>
                </a:lnTo>
                <a:lnTo>
                  <a:pt x="2566149" y="458048"/>
                </a:lnTo>
                <a:lnTo>
                  <a:pt x="2581637" y="436731"/>
                </a:lnTo>
                <a:lnTo>
                  <a:pt x="2597125" y="415414"/>
                </a:lnTo>
                <a:lnTo>
                  <a:pt x="2612612" y="394097"/>
                </a:lnTo>
                <a:lnTo>
                  <a:pt x="2628109" y="372780"/>
                </a:lnTo>
                <a:lnTo>
                  <a:pt x="2643597" y="351463"/>
                </a:lnTo>
                <a:lnTo>
                  <a:pt x="2659085" y="330146"/>
                </a:lnTo>
                <a:lnTo>
                  <a:pt x="2674582" y="308829"/>
                </a:lnTo>
                <a:lnTo>
                  <a:pt x="2690070" y="287512"/>
                </a:lnTo>
                <a:lnTo>
                  <a:pt x="2705557" y="266195"/>
                </a:lnTo>
                <a:lnTo>
                  <a:pt x="2721045" y="244869"/>
                </a:lnTo>
                <a:lnTo>
                  <a:pt x="2736542" y="223552"/>
                </a:lnTo>
                <a:lnTo>
                  <a:pt x="2752030" y="202235"/>
                </a:lnTo>
                <a:lnTo>
                  <a:pt x="2767517" y="180918"/>
                </a:lnTo>
                <a:lnTo>
                  <a:pt x="2783005" y="159601"/>
                </a:lnTo>
                <a:lnTo>
                  <a:pt x="2798502" y="138284"/>
                </a:lnTo>
                <a:lnTo>
                  <a:pt x="2813990" y="116967"/>
                </a:lnTo>
                <a:lnTo>
                  <a:pt x="2829477" y="95650"/>
                </a:lnTo>
                <a:lnTo>
                  <a:pt x="2844965" y="74333"/>
                </a:lnTo>
                <a:lnTo>
                  <a:pt x="2860462" y="53016"/>
                </a:lnTo>
                <a:lnTo>
                  <a:pt x="2875950" y="31690"/>
                </a:lnTo>
                <a:lnTo>
                  <a:pt x="2891438" y="10373"/>
                </a:lnTo>
                <a:lnTo>
                  <a:pt x="2889237" y="8449"/>
                </a:lnTo>
                <a:lnTo>
                  <a:pt x="2863929" y="15678"/>
                </a:lnTo>
                <a:lnTo>
                  <a:pt x="2838002" y="20355"/>
                </a:lnTo>
                <a:lnTo>
                  <a:pt x="2811904" y="24003"/>
                </a:lnTo>
                <a:lnTo>
                  <a:pt x="2785729" y="27061"/>
                </a:lnTo>
                <a:lnTo>
                  <a:pt x="2759516" y="29718"/>
                </a:lnTo>
                <a:lnTo>
                  <a:pt x="2733265" y="32071"/>
                </a:lnTo>
                <a:lnTo>
                  <a:pt x="2707005" y="34195"/>
                </a:lnTo>
                <a:lnTo>
                  <a:pt x="2680726" y="36128"/>
                </a:lnTo>
                <a:lnTo>
                  <a:pt x="2654437" y="37910"/>
                </a:lnTo>
                <a:lnTo>
                  <a:pt x="2628128" y="39548"/>
                </a:lnTo>
                <a:lnTo>
                  <a:pt x="2601830" y="41081"/>
                </a:lnTo>
                <a:lnTo>
                  <a:pt x="2575512" y="42510"/>
                </a:lnTo>
                <a:lnTo>
                  <a:pt x="2549195" y="43863"/>
                </a:lnTo>
                <a:lnTo>
                  <a:pt x="2522877" y="45129"/>
                </a:lnTo>
                <a:lnTo>
                  <a:pt x="2496550" y="46320"/>
                </a:lnTo>
                <a:lnTo>
                  <a:pt x="2470223" y="47454"/>
                </a:lnTo>
                <a:lnTo>
                  <a:pt x="2443896" y="48520"/>
                </a:lnTo>
                <a:lnTo>
                  <a:pt x="2417559" y="49530"/>
                </a:lnTo>
                <a:lnTo>
                  <a:pt x="2391232" y="50492"/>
                </a:lnTo>
                <a:lnTo>
                  <a:pt x="2364896" y="51397"/>
                </a:lnTo>
                <a:lnTo>
                  <a:pt x="2338559" y="52264"/>
                </a:lnTo>
                <a:lnTo>
                  <a:pt x="2312213" y="53092"/>
                </a:lnTo>
                <a:lnTo>
                  <a:pt x="2285876" y="53873"/>
                </a:lnTo>
                <a:lnTo>
                  <a:pt x="2259540" y="54616"/>
                </a:lnTo>
                <a:lnTo>
                  <a:pt x="2233193" y="55321"/>
                </a:lnTo>
                <a:lnTo>
                  <a:pt x="2206847" y="55997"/>
                </a:lnTo>
                <a:lnTo>
                  <a:pt x="2180511" y="56636"/>
                </a:lnTo>
                <a:lnTo>
                  <a:pt x="2154164" y="57245"/>
                </a:lnTo>
                <a:lnTo>
                  <a:pt x="2127818" y="57826"/>
                </a:lnTo>
                <a:lnTo>
                  <a:pt x="2101472" y="58379"/>
                </a:lnTo>
                <a:lnTo>
                  <a:pt x="2075126" y="58903"/>
                </a:lnTo>
                <a:lnTo>
                  <a:pt x="2048780" y="59398"/>
                </a:lnTo>
                <a:lnTo>
                  <a:pt x="2022434" y="59865"/>
                </a:lnTo>
                <a:lnTo>
                  <a:pt x="1996088" y="60312"/>
                </a:lnTo>
                <a:lnTo>
                  <a:pt x="1969732" y="60722"/>
                </a:lnTo>
                <a:lnTo>
                  <a:pt x="1943386" y="61112"/>
                </a:lnTo>
                <a:lnTo>
                  <a:pt x="1917040" y="61493"/>
                </a:lnTo>
                <a:lnTo>
                  <a:pt x="1890693" y="61827"/>
                </a:lnTo>
                <a:lnTo>
                  <a:pt x="1864338" y="62160"/>
                </a:lnTo>
                <a:lnTo>
                  <a:pt x="1837992" y="62465"/>
                </a:lnTo>
                <a:lnTo>
                  <a:pt x="1811645" y="62741"/>
                </a:lnTo>
                <a:lnTo>
                  <a:pt x="1785290" y="63017"/>
                </a:lnTo>
                <a:lnTo>
                  <a:pt x="1758944" y="63236"/>
                </a:lnTo>
                <a:lnTo>
                  <a:pt x="1732588" y="63465"/>
                </a:lnTo>
                <a:lnTo>
                  <a:pt x="1706242" y="63665"/>
                </a:lnTo>
                <a:lnTo>
                  <a:pt x="1679886" y="63837"/>
                </a:lnTo>
                <a:lnTo>
                  <a:pt x="1653540" y="64008"/>
                </a:lnTo>
                <a:lnTo>
                  <a:pt x="1627184" y="64132"/>
                </a:lnTo>
                <a:lnTo>
                  <a:pt x="1600838" y="64256"/>
                </a:lnTo>
                <a:lnTo>
                  <a:pt x="1574483" y="64360"/>
                </a:lnTo>
                <a:lnTo>
                  <a:pt x="1548136" y="64427"/>
                </a:lnTo>
                <a:lnTo>
                  <a:pt x="1521781" y="64503"/>
                </a:lnTo>
                <a:lnTo>
                  <a:pt x="1495435" y="64541"/>
                </a:lnTo>
                <a:lnTo>
                  <a:pt x="1469079" y="64560"/>
                </a:lnTo>
                <a:lnTo>
                  <a:pt x="1442723" y="64570"/>
                </a:lnTo>
                <a:lnTo>
                  <a:pt x="1416377" y="64551"/>
                </a:lnTo>
                <a:lnTo>
                  <a:pt x="1390021" y="64522"/>
                </a:lnTo>
                <a:lnTo>
                  <a:pt x="1363675" y="64465"/>
                </a:lnTo>
                <a:lnTo>
                  <a:pt x="1337320" y="64399"/>
                </a:lnTo>
                <a:lnTo>
                  <a:pt x="1310973" y="64313"/>
                </a:lnTo>
                <a:lnTo>
                  <a:pt x="1284618" y="64189"/>
                </a:lnTo>
                <a:lnTo>
                  <a:pt x="1258272" y="64065"/>
                </a:lnTo>
                <a:lnTo>
                  <a:pt x="1231916" y="63922"/>
                </a:lnTo>
                <a:lnTo>
                  <a:pt x="1205570" y="63741"/>
                </a:lnTo>
                <a:lnTo>
                  <a:pt x="1179214" y="63570"/>
                </a:lnTo>
                <a:lnTo>
                  <a:pt x="1152868" y="63351"/>
                </a:lnTo>
                <a:lnTo>
                  <a:pt x="1126512" y="63122"/>
                </a:lnTo>
                <a:lnTo>
                  <a:pt x="1100166" y="62875"/>
                </a:lnTo>
                <a:lnTo>
                  <a:pt x="1073810" y="62598"/>
                </a:lnTo>
                <a:lnTo>
                  <a:pt x="1047464" y="62322"/>
                </a:lnTo>
                <a:lnTo>
                  <a:pt x="1021118" y="61989"/>
                </a:lnTo>
                <a:lnTo>
                  <a:pt x="994762" y="61655"/>
                </a:lnTo>
                <a:lnTo>
                  <a:pt x="968416" y="61293"/>
                </a:lnTo>
                <a:lnTo>
                  <a:pt x="942070" y="60912"/>
                </a:lnTo>
                <a:lnTo>
                  <a:pt x="915724" y="60522"/>
                </a:lnTo>
                <a:lnTo>
                  <a:pt x="889368" y="60074"/>
                </a:lnTo>
                <a:lnTo>
                  <a:pt x="863022" y="59627"/>
                </a:lnTo>
                <a:lnTo>
                  <a:pt x="836676" y="59150"/>
                </a:lnTo>
                <a:lnTo>
                  <a:pt x="810330" y="58636"/>
                </a:lnTo>
                <a:lnTo>
                  <a:pt x="783984" y="58103"/>
                </a:lnTo>
                <a:lnTo>
                  <a:pt x="757638" y="57541"/>
                </a:lnTo>
                <a:lnTo>
                  <a:pt x="731291" y="56940"/>
                </a:lnTo>
                <a:lnTo>
                  <a:pt x="704955" y="56312"/>
                </a:lnTo>
                <a:lnTo>
                  <a:pt x="678609" y="55655"/>
                </a:lnTo>
                <a:lnTo>
                  <a:pt x="652262" y="54959"/>
                </a:lnTo>
                <a:lnTo>
                  <a:pt x="625926" y="54235"/>
                </a:lnTo>
                <a:lnTo>
                  <a:pt x="599580" y="53473"/>
                </a:lnTo>
                <a:lnTo>
                  <a:pt x="573243" y="52664"/>
                </a:lnTo>
                <a:lnTo>
                  <a:pt x="546906" y="51826"/>
                </a:lnTo>
                <a:lnTo>
                  <a:pt x="520570" y="50930"/>
                </a:lnTo>
                <a:lnTo>
                  <a:pt x="494233" y="49997"/>
                </a:lnTo>
                <a:lnTo>
                  <a:pt x="467906" y="49016"/>
                </a:lnTo>
                <a:lnTo>
                  <a:pt x="441569" y="47968"/>
                </a:lnTo>
                <a:lnTo>
                  <a:pt x="415242" y="46873"/>
                </a:lnTo>
                <a:lnTo>
                  <a:pt x="388915" y="45710"/>
                </a:lnTo>
                <a:lnTo>
                  <a:pt x="362598" y="44482"/>
                </a:lnTo>
                <a:lnTo>
                  <a:pt x="336280" y="43186"/>
                </a:lnTo>
                <a:lnTo>
                  <a:pt x="309963" y="41796"/>
                </a:lnTo>
                <a:lnTo>
                  <a:pt x="283655" y="40310"/>
                </a:lnTo>
                <a:lnTo>
                  <a:pt x="257346" y="38719"/>
                </a:lnTo>
                <a:lnTo>
                  <a:pt x="231048" y="37005"/>
                </a:lnTo>
                <a:lnTo>
                  <a:pt x="204768" y="35157"/>
                </a:lnTo>
                <a:lnTo>
                  <a:pt x="178489" y="33128"/>
                </a:lnTo>
                <a:lnTo>
                  <a:pt x="152238" y="30890"/>
                </a:lnTo>
                <a:lnTo>
                  <a:pt x="126006" y="28394"/>
                </a:lnTo>
                <a:lnTo>
                  <a:pt x="99803" y="25556"/>
                </a:lnTo>
                <a:lnTo>
                  <a:pt x="73666" y="22222"/>
                </a:lnTo>
                <a:lnTo>
                  <a:pt x="47635" y="18126"/>
                </a:lnTo>
                <a:lnTo>
                  <a:pt x="21898" y="1251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EECE5"/>
          </a:solidFill>
          <a:ln xmlns:a="http://schemas.openxmlformats.org/drawingml/2006/main" w="9525">
            <a:solidFill>
              <a:srgbClr val="85837B"/>
            </a:solidFill>
            <a:prstDash val="solid"/>
          </a:ln>
        </p:spPr>
      </p:sp>
      <p:sp>
        <p:nvSpPr>
          <p:cNvPr id="14" name="simple-step-cap-0">
            <a:extLst xmlns:a="http://schemas.openxmlformats.org/drawingml/2006/main">
              <a:ext uri="{FF2B5EF4-FFF2-40B4-BE49-F238E27FC236}">
                <a16:creationId xmlns:a16="http://schemas.microsoft.com/office/drawing/2014/main" id="{486324DC-F49D-4B03-AE04-6A7388C0E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93889" y="2756297"/>
            <a:ext cx="2898981" cy="1836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9525">
            <a:solidFill>
              <a:srgbClr val="85837B"/>
            </a:solidFill>
            <a:prstDash val="solid"/>
          </a:ln>
        </p:spPr>
      </p:sp>
      <p:sp>
        <p:nvSpPr>
          <p:cNvPr id="15" name="simple-step-body-1">
            <a:extLst xmlns:a="http://schemas.openxmlformats.org/drawingml/2006/main">
              <a:ext uri="{FF2B5EF4-FFF2-40B4-BE49-F238E27FC236}">
                <a16:creationId xmlns:a16="http://schemas.microsoft.com/office/drawing/2014/main" id="{BE77EB73-47EA-45DA-91FA-503CFECF0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48343" y="3484731"/>
            <a:ext cx="2189502" cy="552393"/>
          </a:xfrm>
          <a:custGeom xmlns:a="http://schemas.openxmlformats.org/drawingml/2006/main">
            <a:pathLst>
              <a:path w="2189502" h="552393">
                <a:moveTo>
                  <a:pt x="0" y="0"/>
                </a:moveTo>
                <a:lnTo>
                  <a:pt x="10106" y="18164"/>
                </a:lnTo>
                <a:lnTo>
                  <a:pt x="20212" y="36338"/>
                </a:lnTo>
                <a:lnTo>
                  <a:pt x="30318" y="54502"/>
                </a:lnTo>
                <a:lnTo>
                  <a:pt x="40424" y="72676"/>
                </a:lnTo>
                <a:lnTo>
                  <a:pt x="50530" y="90840"/>
                </a:lnTo>
                <a:lnTo>
                  <a:pt x="60636" y="109014"/>
                </a:lnTo>
                <a:lnTo>
                  <a:pt x="70742" y="127178"/>
                </a:lnTo>
                <a:lnTo>
                  <a:pt x="80848" y="145352"/>
                </a:lnTo>
                <a:lnTo>
                  <a:pt x="90954" y="163516"/>
                </a:lnTo>
                <a:lnTo>
                  <a:pt x="101060" y="181689"/>
                </a:lnTo>
                <a:lnTo>
                  <a:pt x="111166" y="199854"/>
                </a:lnTo>
                <a:lnTo>
                  <a:pt x="121263" y="218018"/>
                </a:lnTo>
                <a:lnTo>
                  <a:pt x="131369" y="236191"/>
                </a:lnTo>
                <a:lnTo>
                  <a:pt x="141475" y="254356"/>
                </a:lnTo>
                <a:lnTo>
                  <a:pt x="151581" y="272529"/>
                </a:lnTo>
                <a:lnTo>
                  <a:pt x="161687" y="290693"/>
                </a:lnTo>
                <a:lnTo>
                  <a:pt x="171793" y="308867"/>
                </a:lnTo>
                <a:lnTo>
                  <a:pt x="181899" y="327031"/>
                </a:lnTo>
                <a:lnTo>
                  <a:pt x="192005" y="345205"/>
                </a:lnTo>
                <a:lnTo>
                  <a:pt x="202111" y="363369"/>
                </a:lnTo>
                <a:lnTo>
                  <a:pt x="212217" y="381543"/>
                </a:lnTo>
                <a:lnTo>
                  <a:pt x="222323" y="399707"/>
                </a:lnTo>
                <a:lnTo>
                  <a:pt x="232429" y="417871"/>
                </a:lnTo>
                <a:lnTo>
                  <a:pt x="242535" y="436045"/>
                </a:lnTo>
                <a:lnTo>
                  <a:pt x="252641" y="454209"/>
                </a:lnTo>
                <a:lnTo>
                  <a:pt x="262747" y="472383"/>
                </a:lnTo>
                <a:lnTo>
                  <a:pt x="272024" y="490842"/>
                </a:lnTo>
                <a:lnTo>
                  <a:pt x="288731" y="502510"/>
                </a:lnTo>
                <a:lnTo>
                  <a:pt x="308515" y="508854"/>
                </a:lnTo>
                <a:lnTo>
                  <a:pt x="328774" y="513512"/>
                </a:lnTo>
                <a:lnTo>
                  <a:pt x="349215" y="517293"/>
                </a:lnTo>
                <a:lnTo>
                  <a:pt x="369751" y="520513"/>
                </a:lnTo>
                <a:lnTo>
                  <a:pt x="390354" y="523313"/>
                </a:lnTo>
                <a:lnTo>
                  <a:pt x="410994" y="525799"/>
                </a:lnTo>
                <a:lnTo>
                  <a:pt x="431663" y="528037"/>
                </a:lnTo>
                <a:lnTo>
                  <a:pt x="452352" y="530076"/>
                </a:lnTo>
                <a:lnTo>
                  <a:pt x="473059" y="531933"/>
                </a:lnTo>
                <a:lnTo>
                  <a:pt x="493776" y="533638"/>
                </a:lnTo>
                <a:lnTo>
                  <a:pt x="514512" y="535229"/>
                </a:lnTo>
                <a:lnTo>
                  <a:pt x="535248" y="536686"/>
                </a:lnTo>
                <a:lnTo>
                  <a:pt x="555993" y="538058"/>
                </a:lnTo>
                <a:lnTo>
                  <a:pt x="576748" y="539325"/>
                </a:lnTo>
                <a:lnTo>
                  <a:pt x="597503" y="540506"/>
                </a:lnTo>
                <a:lnTo>
                  <a:pt x="618258" y="541611"/>
                </a:lnTo>
                <a:lnTo>
                  <a:pt x="639023" y="542639"/>
                </a:lnTo>
                <a:lnTo>
                  <a:pt x="659797" y="543592"/>
                </a:lnTo>
                <a:lnTo>
                  <a:pt x="680561" y="544487"/>
                </a:lnTo>
                <a:lnTo>
                  <a:pt x="701335" y="545325"/>
                </a:lnTo>
                <a:lnTo>
                  <a:pt x="722109" y="546106"/>
                </a:lnTo>
                <a:lnTo>
                  <a:pt x="742883" y="546830"/>
                </a:lnTo>
                <a:lnTo>
                  <a:pt x="763667" y="547497"/>
                </a:lnTo>
                <a:lnTo>
                  <a:pt x="784450" y="548126"/>
                </a:lnTo>
                <a:lnTo>
                  <a:pt x="805234" y="548697"/>
                </a:lnTo>
                <a:lnTo>
                  <a:pt x="826018" y="549231"/>
                </a:lnTo>
                <a:lnTo>
                  <a:pt x="846801" y="549716"/>
                </a:lnTo>
                <a:lnTo>
                  <a:pt x="867585" y="550154"/>
                </a:lnTo>
                <a:lnTo>
                  <a:pt x="888368" y="550545"/>
                </a:lnTo>
                <a:lnTo>
                  <a:pt x="909152" y="550907"/>
                </a:lnTo>
                <a:lnTo>
                  <a:pt x="929945" y="551221"/>
                </a:lnTo>
                <a:lnTo>
                  <a:pt x="950728" y="551498"/>
                </a:lnTo>
                <a:lnTo>
                  <a:pt x="971521" y="551736"/>
                </a:lnTo>
                <a:lnTo>
                  <a:pt x="992305" y="551945"/>
                </a:lnTo>
                <a:lnTo>
                  <a:pt x="1013098" y="552107"/>
                </a:lnTo>
                <a:lnTo>
                  <a:pt x="1033882" y="552231"/>
                </a:lnTo>
                <a:lnTo>
                  <a:pt x="1054675" y="552326"/>
                </a:lnTo>
                <a:lnTo>
                  <a:pt x="1075468" y="552374"/>
                </a:lnTo>
                <a:lnTo>
                  <a:pt x="1096251" y="552393"/>
                </a:lnTo>
                <a:lnTo>
                  <a:pt x="1117044" y="552374"/>
                </a:lnTo>
                <a:lnTo>
                  <a:pt x="1137837" y="552317"/>
                </a:lnTo>
                <a:lnTo>
                  <a:pt x="1158621" y="552221"/>
                </a:lnTo>
                <a:lnTo>
                  <a:pt x="1179414" y="552088"/>
                </a:lnTo>
                <a:lnTo>
                  <a:pt x="1200207" y="551917"/>
                </a:lnTo>
                <a:lnTo>
                  <a:pt x="1220991" y="551717"/>
                </a:lnTo>
                <a:lnTo>
                  <a:pt x="1241784" y="551469"/>
                </a:lnTo>
                <a:lnTo>
                  <a:pt x="1262567" y="551183"/>
                </a:lnTo>
                <a:lnTo>
                  <a:pt x="1283360" y="550869"/>
                </a:lnTo>
                <a:lnTo>
                  <a:pt x="1304144" y="550507"/>
                </a:lnTo>
                <a:lnTo>
                  <a:pt x="1324928" y="550107"/>
                </a:lnTo>
                <a:lnTo>
                  <a:pt x="1345711" y="549659"/>
                </a:lnTo>
                <a:lnTo>
                  <a:pt x="1366495" y="549164"/>
                </a:lnTo>
                <a:lnTo>
                  <a:pt x="1387278" y="548630"/>
                </a:lnTo>
                <a:lnTo>
                  <a:pt x="1408062" y="548049"/>
                </a:lnTo>
                <a:lnTo>
                  <a:pt x="1428845" y="547421"/>
                </a:lnTo>
                <a:lnTo>
                  <a:pt x="1449619" y="546745"/>
                </a:lnTo>
                <a:lnTo>
                  <a:pt x="1470403" y="546021"/>
                </a:lnTo>
                <a:lnTo>
                  <a:pt x="1491177" y="545230"/>
                </a:lnTo>
                <a:lnTo>
                  <a:pt x="1511951" y="544392"/>
                </a:lnTo>
                <a:lnTo>
                  <a:pt x="1532715" y="543487"/>
                </a:lnTo>
                <a:lnTo>
                  <a:pt x="1553480" y="542525"/>
                </a:lnTo>
                <a:lnTo>
                  <a:pt x="1574244" y="541477"/>
                </a:lnTo>
                <a:lnTo>
                  <a:pt x="1595009" y="540363"/>
                </a:lnTo>
                <a:lnTo>
                  <a:pt x="1615764" y="539182"/>
                </a:lnTo>
                <a:lnTo>
                  <a:pt x="1636509" y="537896"/>
                </a:lnTo>
                <a:lnTo>
                  <a:pt x="1657255" y="536524"/>
                </a:lnTo>
                <a:lnTo>
                  <a:pt x="1678000" y="535048"/>
                </a:lnTo>
                <a:lnTo>
                  <a:pt x="1698727" y="533448"/>
                </a:lnTo>
                <a:lnTo>
                  <a:pt x="1719443" y="531724"/>
                </a:lnTo>
                <a:lnTo>
                  <a:pt x="1740151" y="529838"/>
                </a:lnTo>
                <a:lnTo>
                  <a:pt x="1760830" y="527790"/>
                </a:lnTo>
                <a:lnTo>
                  <a:pt x="1781499" y="525513"/>
                </a:lnTo>
                <a:lnTo>
                  <a:pt x="1802140" y="522999"/>
                </a:lnTo>
                <a:lnTo>
                  <a:pt x="1822733" y="520151"/>
                </a:lnTo>
                <a:lnTo>
                  <a:pt x="1843259" y="516884"/>
                </a:lnTo>
                <a:lnTo>
                  <a:pt x="1863690" y="513026"/>
                </a:lnTo>
                <a:lnTo>
                  <a:pt x="1883912" y="508216"/>
                </a:lnTo>
                <a:lnTo>
                  <a:pt x="1903590" y="501567"/>
                </a:lnTo>
                <a:lnTo>
                  <a:pt x="1918697" y="488499"/>
                </a:lnTo>
                <a:lnTo>
                  <a:pt x="1928508" y="470240"/>
                </a:lnTo>
                <a:lnTo>
                  <a:pt x="1938614" y="452076"/>
                </a:lnTo>
                <a:lnTo>
                  <a:pt x="1948720" y="433902"/>
                </a:lnTo>
                <a:lnTo>
                  <a:pt x="1958826" y="415738"/>
                </a:lnTo>
                <a:lnTo>
                  <a:pt x="1968932" y="397564"/>
                </a:lnTo>
                <a:lnTo>
                  <a:pt x="1979038" y="379400"/>
                </a:lnTo>
                <a:lnTo>
                  <a:pt x="1989144" y="361226"/>
                </a:lnTo>
                <a:lnTo>
                  <a:pt x="1999250" y="343062"/>
                </a:lnTo>
                <a:lnTo>
                  <a:pt x="2009346" y="324898"/>
                </a:lnTo>
                <a:lnTo>
                  <a:pt x="2019452" y="306724"/>
                </a:lnTo>
                <a:lnTo>
                  <a:pt x="2029558" y="288560"/>
                </a:lnTo>
                <a:lnTo>
                  <a:pt x="2039664" y="270386"/>
                </a:lnTo>
                <a:lnTo>
                  <a:pt x="2049770" y="252222"/>
                </a:lnTo>
                <a:lnTo>
                  <a:pt x="2059877" y="234048"/>
                </a:lnTo>
                <a:lnTo>
                  <a:pt x="2069983" y="215884"/>
                </a:lnTo>
                <a:lnTo>
                  <a:pt x="2080089" y="197710"/>
                </a:lnTo>
                <a:lnTo>
                  <a:pt x="2090195" y="179546"/>
                </a:lnTo>
                <a:lnTo>
                  <a:pt x="2100301" y="161373"/>
                </a:lnTo>
                <a:lnTo>
                  <a:pt x="2110407" y="143208"/>
                </a:lnTo>
                <a:lnTo>
                  <a:pt x="2120513" y="125044"/>
                </a:lnTo>
                <a:lnTo>
                  <a:pt x="2130619" y="106871"/>
                </a:lnTo>
                <a:lnTo>
                  <a:pt x="2140725" y="88706"/>
                </a:lnTo>
                <a:lnTo>
                  <a:pt x="2150831" y="70533"/>
                </a:lnTo>
                <a:lnTo>
                  <a:pt x="2160937" y="52368"/>
                </a:lnTo>
                <a:lnTo>
                  <a:pt x="2171043" y="34195"/>
                </a:lnTo>
                <a:lnTo>
                  <a:pt x="2181149" y="16031"/>
                </a:lnTo>
                <a:lnTo>
                  <a:pt x="2189502" y="2362"/>
                </a:lnTo>
                <a:lnTo>
                  <a:pt x="2172129" y="13011"/>
                </a:lnTo>
                <a:lnTo>
                  <a:pt x="2152117" y="18593"/>
                </a:lnTo>
                <a:lnTo>
                  <a:pt x="2131743" y="22717"/>
                </a:lnTo>
                <a:lnTo>
                  <a:pt x="2111226" y="26079"/>
                </a:lnTo>
                <a:lnTo>
                  <a:pt x="2090633" y="28956"/>
                </a:lnTo>
                <a:lnTo>
                  <a:pt x="2070002" y="31480"/>
                </a:lnTo>
                <a:lnTo>
                  <a:pt x="2049332" y="33747"/>
                </a:lnTo>
                <a:lnTo>
                  <a:pt x="2028644" y="35795"/>
                </a:lnTo>
                <a:lnTo>
                  <a:pt x="2007937" y="37681"/>
                </a:lnTo>
                <a:lnTo>
                  <a:pt x="1987220" y="39414"/>
                </a:lnTo>
                <a:lnTo>
                  <a:pt x="1966493" y="41015"/>
                </a:lnTo>
                <a:lnTo>
                  <a:pt x="1945757" y="42510"/>
                </a:lnTo>
                <a:lnTo>
                  <a:pt x="1925022" y="43910"/>
                </a:lnTo>
                <a:lnTo>
                  <a:pt x="1904267" y="45234"/>
                </a:lnTo>
                <a:lnTo>
                  <a:pt x="1883512" y="46472"/>
                </a:lnTo>
                <a:lnTo>
                  <a:pt x="1862757" y="47635"/>
                </a:lnTo>
                <a:lnTo>
                  <a:pt x="1842002" y="48739"/>
                </a:lnTo>
                <a:lnTo>
                  <a:pt x="1821237" y="49778"/>
                </a:lnTo>
                <a:lnTo>
                  <a:pt x="1800473" y="50768"/>
                </a:lnTo>
                <a:lnTo>
                  <a:pt x="1779699" y="51702"/>
                </a:lnTo>
                <a:lnTo>
                  <a:pt x="1758925" y="52588"/>
                </a:lnTo>
                <a:lnTo>
                  <a:pt x="1738160" y="53426"/>
                </a:lnTo>
                <a:lnTo>
                  <a:pt x="1717386" y="54226"/>
                </a:lnTo>
                <a:lnTo>
                  <a:pt x="1696603" y="54988"/>
                </a:lnTo>
                <a:lnTo>
                  <a:pt x="1675829" y="55712"/>
                </a:lnTo>
                <a:lnTo>
                  <a:pt x="1655054" y="56398"/>
                </a:lnTo>
                <a:lnTo>
                  <a:pt x="1634271" y="57045"/>
                </a:lnTo>
                <a:lnTo>
                  <a:pt x="1613487" y="57664"/>
                </a:lnTo>
                <a:lnTo>
                  <a:pt x="1592704" y="58245"/>
                </a:lnTo>
                <a:lnTo>
                  <a:pt x="1571920" y="58798"/>
                </a:lnTo>
                <a:lnTo>
                  <a:pt x="1551146" y="59312"/>
                </a:lnTo>
                <a:lnTo>
                  <a:pt x="1530353" y="59807"/>
                </a:lnTo>
                <a:lnTo>
                  <a:pt x="1509570" y="60274"/>
                </a:lnTo>
                <a:lnTo>
                  <a:pt x="1488786" y="60712"/>
                </a:lnTo>
                <a:lnTo>
                  <a:pt x="1468003" y="61122"/>
                </a:lnTo>
                <a:lnTo>
                  <a:pt x="1447219" y="61512"/>
                </a:lnTo>
                <a:lnTo>
                  <a:pt x="1426426" y="61874"/>
                </a:lnTo>
                <a:lnTo>
                  <a:pt x="1405642" y="62208"/>
                </a:lnTo>
                <a:lnTo>
                  <a:pt x="1384859" y="62522"/>
                </a:lnTo>
                <a:lnTo>
                  <a:pt x="1364066" y="62808"/>
                </a:lnTo>
                <a:lnTo>
                  <a:pt x="1343282" y="63075"/>
                </a:lnTo>
                <a:lnTo>
                  <a:pt x="1322489" y="63322"/>
                </a:lnTo>
                <a:lnTo>
                  <a:pt x="1301706" y="63541"/>
                </a:lnTo>
                <a:lnTo>
                  <a:pt x="1280912" y="63741"/>
                </a:lnTo>
                <a:lnTo>
                  <a:pt x="1260119" y="63922"/>
                </a:lnTo>
                <a:lnTo>
                  <a:pt x="1239336" y="64075"/>
                </a:lnTo>
                <a:lnTo>
                  <a:pt x="1218543" y="64208"/>
                </a:lnTo>
                <a:lnTo>
                  <a:pt x="1197759" y="64332"/>
                </a:lnTo>
                <a:lnTo>
                  <a:pt x="1176966" y="64408"/>
                </a:lnTo>
                <a:lnTo>
                  <a:pt x="1156173" y="64484"/>
                </a:lnTo>
                <a:lnTo>
                  <a:pt x="1135390" y="64541"/>
                </a:lnTo>
                <a:lnTo>
                  <a:pt x="1114596" y="64570"/>
                </a:lnTo>
                <a:lnTo>
                  <a:pt x="1093803" y="64580"/>
                </a:lnTo>
                <a:lnTo>
                  <a:pt x="1073020" y="64570"/>
                </a:lnTo>
                <a:lnTo>
                  <a:pt x="1052227" y="64532"/>
                </a:lnTo>
                <a:lnTo>
                  <a:pt x="1031434" y="64475"/>
                </a:lnTo>
                <a:lnTo>
                  <a:pt x="1010650" y="64399"/>
                </a:lnTo>
                <a:lnTo>
                  <a:pt x="989857" y="64313"/>
                </a:lnTo>
                <a:lnTo>
                  <a:pt x="969064" y="64199"/>
                </a:lnTo>
                <a:lnTo>
                  <a:pt x="948280" y="64056"/>
                </a:lnTo>
                <a:lnTo>
                  <a:pt x="927487" y="63903"/>
                </a:lnTo>
                <a:lnTo>
                  <a:pt x="906704" y="63722"/>
                </a:lnTo>
                <a:lnTo>
                  <a:pt x="885911" y="63522"/>
                </a:lnTo>
                <a:lnTo>
                  <a:pt x="865127" y="63294"/>
                </a:lnTo>
                <a:lnTo>
                  <a:pt x="844334" y="63046"/>
                </a:lnTo>
                <a:lnTo>
                  <a:pt x="823551" y="62779"/>
                </a:lnTo>
                <a:lnTo>
                  <a:pt x="802757" y="62484"/>
                </a:lnTo>
                <a:lnTo>
                  <a:pt x="781974" y="62170"/>
                </a:lnTo>
                <a:lnTo>
                  <a:pt x="761181" y="61836"/>
                </a:lnTo>
                <a:lnTo>
                  <a:pt x="740397" y="61474"/>
                </a:lnTo>
                <a:lnTo>
                  <a:pt x="719614" y="61084"/>
                </a:lnTo>
                <a:lnTo>
                  <a:pt x="698821" y="60665"/>
                </a:lnTo>
                <a:lnTo>
                  <a:pt x="678037" y="60217"/>
                </a:lnTo>
                <a:lnTo>
                  <a:pt x="657254" y="59750"/>
                </a:lnTo>
                <a:lnTo>
                  <a:pt x="636470" y="59255"/>
                </a:lnTo>
                <a:lnTo>
                  <a:pt x="615686" y="58731"/>
                </a:lnTo>
                <a:lnTo>
                  <a:pt x="594903" y="58179"/>
                </a:lnTo>
                <a:lnTo>
                  <a:pt x="574129" y="57588"/>
                </a:lnTo>
                <a:lnTo>
                  <a:pt x="553345" y="56969"/>
                </a:lnTo>
                <a:lnTo>
                  <a:pt x="532562" y="56312"/>
                </a:lnTo>
                <a:lnTo>
                  <a:pt x="511788" y="55626"/>
                </a:lnTo>
                <a:lnTo>
                  <a:pt x="491004" y="54902"/>
                </a:lnTo>
                <a:lnTo>
                  <a:pt x="470230" y="54140"/>
                </a:lnTo>
                <a:lnTo>
                  <a:pt x="449456" y="53330"/>
                </a:lnTo>
                <a:lnTo>
                  <a:pt x="428682" y="52483"/>
                </a:lnTo>
                <a:lnTo>
                  <a:pt x="407918" y="51597"/>
                </a:lnTo>
                <a:lnTo>
                  <a:pt x="387144" y="50654"/>
                </a:lnTo>
                <a:lnTo>
                  <a:pt x="366379" y="49654"/>
                </a:lnTo>
                <a:lnTo>
                  <a:pt x="345615" y="48606"/>
                </a:lnTo>
                <a:lnTo>
                  <a:pt x="324860" y="47501"/>
                </a:lnTo>
                <a:lnTo>
                  <a:pt x="304105" y="46330"/>
                </a:lnTo>
                <a:lnTo>
                  <a:pt x="283350" y="45082"/>
                </a:lnTo>
                <a:lnTo>
                  <a:pt x="262604" y="43748"/>
                </a:lnTo>
                <a:lnTo>
                  <a:pt x="241859" y="42339"/>
                </a:lnTo>
                <a:lnTo>
                  <a:pt x="221123" y="40834"/>
                </a:lnTo>
                <a:lnTo>
                  <a:pt x="200396" y="39214"/>
                </a:lnTo>
                <a:lnTo>
                  <a:pt x="179680" y="37462"/>
                </a:lnTo>
                <a:lnTo>
                  <a:pt x="158982" y="35566"/>
                </a:lnTo>
                <a:lnTo>
                  <a:pt x="138293" y="33490"/>
                </a:lnTo>
                <a:lnTo>
                  <a:pt x="117634" y="31204"/>
                </a:lnTo>
                <a:lnTo>
                  <a:pt x="97003" y="28642"/>
                </a:lnTo>
                <a:lnTo>
                  <a:pt x="76419" y="25708"/>
                </a:lnTo>
                <a:lnTo>
                  <a:pt x="55912" y="22279"/>
                </a:lnTo>
                <a:lnTo>
                  <a:pt x="35566" y="18031"/>
                </a:lnTo>
                <a:lnTo>
                  <a:pt x="15631" y="1217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EECE5"/>
          </a:solidFill>
          <a:ln xmlns:a="http://schemas.openxmlformats.org/drawingml/2006/main" w="9525">
            <a:solidFill>
              <a:srgbClr val="85837B"/>
            </a:solidFill>
            <a:prstDash val="solid"/>
          </a:ln>
        </p:spPr>
      </p:sp>
      <p:sp>
        <p:nvSpPr>
          <p:cNvPr id="16" name="simple-step-cap-1">
            <a:extLst xmlns:a="http://schemas.openxmlformats.org/drawingml/2006/main">
              <a:ext uri="{FF2B5EF4-FFF2-40B4-BE49-F238E27FC236}">
                <a16:creationId xmlns:a16="http://schemas.microsoft.com/office/drawing/2014/main" id="{423526CF-1DCF-4BB8-983D-6897F830F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48352" y="3392900"/>
            <a:ext cx="2190045" cy="1836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9525">
            <a:solidFill>
              <a:srgbClr val="85837B"/>
            </a:solidFill>
            <a:prstDash val="solid"/>
          </a:ln>
        </p:spPr>
      </p:sp>
      <p:sp>
        <p:nvSpPr>
          <p:cNvPr id="17" name="simple-step-body-2">
            <a:extLst xmlns:a="http://schemas.openxmlformats.org/drawingml/2006/main">
              <a:ext uri="{FF2B5EF4-FFF2-40B4-BE49-F238E27FC236}">
                <a16:creationId xmlns:a16="http://schemas.microsoft.com/office/drawing/2014/main" id="{8A4C4E9D-5182-4228-BA6E-A6C6D2D32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19672" y="4121325"/>
            <a:ext cx="1644215" cy="552393"/>
          </a:xfrm>
          <a:custGeom xmlns:a="http://schemas.openxmlformats.org/drawingml/2006/main">
            <a:pathLst>
              <a:path w="1644215" h="552393">
                <a:moveTo>
                  <a:pt x="0" y="0"/>
                </a:moveTo>
                <a:lnTo>
                  <a:pt x="7410" y="14649"/>
                </a:lnTo>
                <a:lnTo>
                  <a:pt x="14821" y="29289"/>
                </a:lnTo>
                <a:lnTo>
                  <a:pt x="22231" y="43939"/>
                </a:lnTo>
                <a:lnTo>
                  <a:pt x="29642" y="58579"/>
                </a:lnTo>
                <a:lnTo>
                  <a:pt x="37043" y="73228"/>
                </a:lnTo>
                <a:lnTo>
                  <a:pt x="44453" y="87868"/>
                </a:lnTo>
                <a:lnTo>
                  <a:pt x="51864" y="102518"/>
                </a:lnTo>
                <a:lnTo>
                  <a:pt x="59274" y="117158"/>
                </a:lnTo>
                <a:lnTo>
                  <a:pt x="66685" y="131807"/>
                </a:lnTo>
                <a:lnTo>
                  <a:pt x="74095" y="146447"/>
                </a:lnTo>
                <a:lnTo>
                  <a:pt x="81505" y="161096"/>
                </a:lnTo>
                <a:lnTo>
                  <a:pt x="88916" y="175736"/>
                </a:lnTo>
                <a:lnTo>
                  <a:pt x="96326" y="190386"/>
                </a:lnTo>
                <a:lnTo>
                  <a:pt x="103727" y="205026"/>
                </a:lnTo>
                <a:lnTo>
                  <a:pt x="111138" y="219675"/>
                </a:lnTo>
                <a:lnTo>
                  <a:pt x="118548" y="234315"/>
                </a:lnTo>
                <a:lnTo>
                  <a:pt x="125959" y="248964"/>
                </a:lnTo>
                <a:lnTo>
                  <a:pt x="133369" y="263604"/>
                </a:lnTo>
                <a:lnTo>
                  <a:pt x="140780" y="278254"/>
                </a:lnTo>
                <a:lnTo>
                  <a:pt x="148190" y="292894"/>
                </a:lnTo>
                <a:lnTo>
                  <a:pt x="155600" y="307543"/>
                </a:lnTo>
                <a:lnTo>
                  <a:pt x="163011" y="322183"/>
                </a:lnTo>
                <a:lnTo>
                  <a:pt x="170412" y="336833"/>
                </a:lnTo>
                <a:lnTo>
                  <a:pt x="177822" y="351473"/>
                </a:lnTo>
                <a:lnTo>
                  <a:pt x="185233" y="366122"/>
                </a:lnTo>
                <a:lnTo>
                  <a:pt x="192643" y="380762"/>
                </a:lnTo>
                <a:lnTo>
                  <a:pt x="200054" y="395411"/>
                </a:lnTo>
                <a:lnTo>
                  <a:pt x="207464" y="410051"/>
                </a:lnTo>
                <a:lnTo>
                  <a:pt x="214874" y="424701"/>
                </a:lnTo>
                <a:lnTo>
                  <a:pt x="222285" y="439341"/>
                </a:lnTo>
                <a:lnTo>
                  <a:pt x="229695" y="453990"/>
                </a:lnTo>
                <a:lnTo>
                  <a:pt x="237106" y="468630"/>
                </a:lnTo>
                <a:lnTo>
                  <a:pt x="244507" y="483279"/>
                </a:lnTo>
                <a:lnTo>
                  <a:pt x="251965" y="497529"/>
                </a:lnTo>
                <a:lnTo>
                  <a:pt x="265928" y="506016"/>
                </a:lnTo>
                <a:lnTo>
                  <a:pt x="281292" y="511769"/>
                </a:lnTo>
                <a:lnTo>
                  <a:pt x="297085" y="516245"/>
                </a:lnTo>
                <a:lnTo>
                  <a:pt x="313068" y="519951"/>
                </a:lnTo>
                <a:lnTo>
                  <a:pt x="329174" y="523123"/>
                </a:lnTo>
                <a:lnTo>
                  <a:pt x="345348" y="525913"/>
                </a:lnTo>
                <a:lnTo>
                  <a:pt x="361569" y="528399"/>
                </a:lnTo>
                <a:lnTo>
                  <a:pt x="377828" y="530638"/>
                </a:lnTo>
                <a:lnTo>
                  <a:pt x="394116" y="532667"/>
                </a:lnTo>
                <a:lnTo>
                  <a:pt x="410423" y="534505"/>
                </a:lnTo>
                <a:lnTo>
                  <a:pt x="426749" y="536210"/>
                </a:lnTo>
                <a:lnTo>
                  <a:pt x="443084" y="537772"/>
                </a:lnTo>
                <a:lnTo>
                  <a:pt x="459438" y="539220"/>
                </a:lnTo>
                <a:lnTo>
                  <a:pt x="475793" y="540544"/>
                </a:lnTo>
                <a:lnTo>
                  <a:pt x="492157" y="541782"/>
                </a:lnTo>
                <a:lnTo>
                  <a:pt x="508530" y="542915"/>
                </a:lnTo>
                <a:lnTo>
                  <a:pt x="524913" y="543973"/>
                </a:lnTo>
                <a:lnTo>
                  <a:pt x="541296" y="544954"/>
                </a:lnTo>
                <a:lnTo>
                  <a:pt x="557679" y="545849"/>
                </a:lnTo>
                <a:lnTo>
                  <a:pt x="574072" y="546687"/>
                </a:lnTo>
                <a:lnTo>
                  <a:pt x="590464" y="547449"/>
                </a:lnTo>
                <a:lnTo>
                  <a:pt x="606866" y="548154"/>
                </a:lnTo>
                <a:lnTo>
                  <a:pt x="623268" y="548792"/>
                </a:lnTo>
                <a:lnTo>
                  <a:pt x="639670" y="549373"/>
                </a:lnTo>
                <a:lnTo>
                  <a:pt x="656072" y="549897"/>
                </a:lnTo>
                <a:lnTo>
                  <a:pt x="672475" y="550374"/>
                </a:lnTo>
                <a:lnTo>
                  <a:pt x="688886" y="550802"/>
                </a:lnTo>
                <a:lnTo>
                  <a:pt x="705288" y="551164"/>
                </a:lnTo>
                <a:lnTo>
                  <a:pt x="721700" y="551478"/>
                </a:lnTo>
                <a:lnTo>
                  <a:pt x="738111" y="551755"/>
                </a:lnTo>
                <a:lnTo>
                  <a:pt x="754523" y="551974"/>
                </a:lnTo>
                <a:lnTo>
                  <a:pt x="770934" y="552155"/>
                </a:lnTo>
                <a:lnTo>
                  <a:pt x="787346" y="552279"/>
                </a:lnTo>
                <a:lnTo>
                  <a:pt x="803758" y="552355"/>
                </a:lnTo>
                <a:lnTo>
                  <a:pt x="820169" y="552393"/>
                </a:lnTo>
                <a:lnTo>
                  <a:pt x="836581" y="552374"/>
                </a:lnTo>
                <a:lnTo>
                  <a:pt x="852992" y="552317"/>
                </a:lnTo>
                <a:lnTo>
                  <a:pt x="869404" y="552212"/>
                </a:lnTo>
                <a:lnTo>
                  <a:pt x="885815" y="552050"/>
                </a:lnTo>
                <a:lnTo>
                  <a:pt x="902227" y="551859"/>
                </a:lnTo>
                <a:lnTo>
                  <a:pt x="918639" y="551612"/>
                </a:lnTo>
                <a:lnTo>
                  <a:pt x="935050" y="551307"/>
                </a:lnTo>
                <a:lnTo>
                  <a:pt x="951462" y="550964"/>
                </a:lnTo>
                <a:lnTo>
                  <a:pt x="967864" y="550564"/>
                </a:lnTo>
                <a:lnTo>
                  <a:pt x="984275" y="550116"/>
                </a:lnTo>
                <a:lnTo>
                  <a:pt x="1000677" y="549612"/>
                </a:lnTo>
                <a:lnTo>
                  <a:pt x="1017080" y="549050"/>
                </a:lnTo>
                <a:lnTo>
                  <a:pt x="1033482" y="548430"/>
                </a:lnTo>
                <a:lnTo>
                  <a:pt x="1049874" y="547764"/>
                </a:lnTo>
                <a:lnTo>
                  <a:pt x="1066276" y="547021"/>
                </a:lnTo>
                <a:lnTo>
                  <a:pt x="1082669" y="546221"/>
                </a:lnTo>
                <a:lnTo>
                  <a:pt x="1099061" y="545344"/>
                </a:lnTo>
                <a:lnTo>
                  <a:pt x="1115444" y="544401"/>
                </a:lnTo>
                <a:lnTo>
                  <a:pt x="1131827" y="543382"/>
                </a:lnTo>
                <a:lnTo>
                  <a:pt x="1148201" y="542277"/>
                </a:lnTo>
                <a:lnTo>
                  <a:pt x="1164565" y="541087"/>
                </a:lnTo>
                <a:lnTo>
                  <a:pt x="1180929" y="539801"/>
                </a:lnTo>
                <a:lnTo>
                  <a:pt x="1197283" y="538410"/>
                </a:lnTo>
                <a:lnTo>
                  <a:pt x="1213628" y="536896"/>
                </a:lnTo>
                <a:lnTo>
                  <a:pt x="1229954" y="535267"/>
                </a:lnTo>
                <a:lnTo>
                  <a:pt x="1246270" y="533476"/>
                </a:lnTo>
                <a:lnTo>
                  <a:pt x="1262567" y="531533"/>
                </a:lnTo>
                <a:lnTo>
                  <a:pt x="1278836" y="529390"/>
                </a:lnTo>
                <a:lnTo>
                  <a:pt x="1295076" y="527018"/>
                </a:lnTo>
                <a:lnTo>
                  <a:pt x="1311278" y="524370"/>
                </a:lnTo>
                <a:lnTo>
                  <a:pt x="1327414" y="521370"/>
                </a:lnTo>
                <a:lnTo>
                  <a:pt x="1343454" y="517912"/>
                </a:lnTo>
                <a:lnTo>
                  <a:pt x="1359341" y="513817"/>
                </a:lnTo>
                <a:lnTo>
                  <a:pt x="1374934" y="508702"/>
                </a:lnTo>
                <a:lnTo>
                  <a:pt x="1389755" y="501710"/>
                </a:lnTo>
                <a:lnTo>
                  <a:pt x="1400394" y="489785"/>
                </a:lnTo>
                <a:lnTo>
                  <a:pt x="1407109" y="474936"/>
                </a:lnTo>
                <a:lnTo>
                  <a:pt x="1414520" y="460296"/>
                </a:lnTo>
                <a:lnTo>
                  <a:pt x="1421930" y="445646"/>
                </a:lnTo>
                <a:lnTo>
                  <a:pt x="1429341" y="431006"/>
                </a:lnTo>
                <a:lnTo>
                  <a:pt x="1436751" y="416357"/>
                </a:lnTo>
                <a:lnTo>
                  <a:pt x="1444161" y="401717"/>
                </a:lnTo>
                <a:lnTo>
                  <a:pt x="1451572" y="387067"/>
                </a:lnTo>
                <a:lnTo>
                  <a:pt x="1458982" y="372428"/>
                </a:lnTo>
                <a:lnTo>
                  <a:pt x="1466393" y="357778"/>
                </a:lnTo>
                <a:lnTo>
                  <a:pt x="1473794" y="343138"/>
                </a:lnTo>
                <a:lnTo>
                  <a:pt x="1481204" y="328489"/>
                </a:lnTo>
                <a:lnTo>
                  <a:pt x="1488615" y="313849"/>
                </a:lnTo>
                <a:lnTo>
                  <a:pt x="1496025" y="299199"/>
                </a:lnTo>
                <a:lnTo>
                  <a:pt x="1503436" y="284559"/>
                </a:lnTo>
                <a:lnTo>
                  <a:pt x="1510846" y="269910"/>
                </a:lnTo>
                <a:lnTo>
                  <a:pt x="1518256" y="255270"/>
                </a:lnTo>
                <a:lnTo>
                  <a:pt x="1525667" y="240621"/>
                </a:lnTo>
                <a:lnTo>
                  <a:pt x="1533077" y="225981"/>
                </a:lnTo>
                <a:lnTo>
                  <a:pt x="1540478" y="211331"/>
                </a:lnTo>
                <a:lnTo>
                  <a:pt x="1547889" y="196682"/>
                </a:lnTo>
                <a:lnTo>
                  <a:pt x="1555299" y="182042"/>
                </a:lnTo>
                <a:lnTo>
                  <a:pt x="1562710" y="167392"/>
                </a:lnTo>
                <a:lnTo>
                  <a:pt x="1570120" y="152752"/>
                </a:lnTo>
                <a:lnTo>
                  <a:pt x="1577531" y="138103"/>
                </a:lnTo>
                <a:lnTo>
                  <a:pt x="1584941" y="123463"/>
                </a:lnTo>
                <a:lnTo>
                  <a:pt x="1592351" y="108814"/>
                </a:lnTo>
                <a:lnTo>
                  <a:pt x="1599762" y="94174"/>
                </a:lnTo>
                <a:lnTo>
                  <a:pt x="1607172" y="79524"/>
                </a:lnTo>
                <a:lnTo>
                  <a:pt x="1614573" y="64884"/>
                </a:lnTo>
                <a:lnTo>
                  <a:pt x="1621984" y="50235"/>
                </a:lnTo>
                <a:lnTo>
                  <a:pt x="1629394" y="35595"/>
                </a:lnTo>
                <a:lnTo>
                  <a:pt x="1636805" y="20945"/>
                </a:lnTo>
                <a:lnTo>
                  <a:pt x="1644215" y="6306"/>
                </a:lnTo>
                <a:lnTo>
                  <a:pt x="1642758" y="7753"/>
                </a:lnTo>
                <a:lnTo>
                  <a:pt x="1628289" y="15373"/>
                </a:lnTo>
                <a:lnTo>
                  <a:pt x="1612668" y="20384"/>
                </a:lnTo>
                <a:lnTo>
                  <a:pt x="1596733" y="24279"/>
                </a:lnTo>
                <a:lnTo>
                  <a:pt x="1580645" y="27518"/>
                </a:lnTo>
                <a:lnTo>
                  <a:pt x="1564472" y="30318"/>
                </a:lnTo>
                <a:lnTo>
                  <a:pt x="1548241" y="32804"/>
                </a:lnTo>
                <a:lnTo>
                  <a:pt x="1531982" y="35033"/>
                </a:lnTo>
                <a:lnTo>
                  <a:pt x="1515694" y="37062"/>
                </a:lnTo>
                <a:lnTo>
                  <a:pt x="1499397" y="38919"/>
                </a:lnTo>
                <a:lnTo>
                  <a:pt x="1483071" y="40634"/>
                </a:lnTo>
                <a:lnTo>
                  <a:pt x="1466736" y="42224"/>
                </a:lnTo>
                <a:lnTo>
                  <a:pt x="1450391" y="43710"/>
                </a:lnTo>
                <a:lnTo>
                  <a:pt x="1434036" y="45101"/>
                </a:lnTo>
                <a:lnTo>
                  <a:pt x="1417672" y="46406"/>
                </a:lnTo>
                <a:lnTo>
                  <a:pt x="1401308" y="47625"/>
                </a:lnTo>
                <a:lnTo>
                  <a:pt x="1384935" y="48778"/>
                </a:lnTo>
                <a:lnTo>
                  <a:pt x="1368562" y="49863"/>
                </a:lnTo>
                <a:lnTo>
                  <a:pt x="1352179" y="50892"/>
                </a:lnTo>
                <a:lnTo>
                  <a:pt x="1335796" y="51873"/>
                </a:lnTo>
                <a:lnTo>
                  <a:pt x="1319413" y="52788"/>
                </a:lnTo>
                <a:lnTo>
                  <a:pt x="1303020" y="53664"/>
                </a:lnTo>
                <a:lnTo>
                  <a:pt x="1286627" y="54483"/>
                </a:lnTo>
                <a:lnTo>
                  <a:pt x="1270235" y="55264"/>
                </a:lnTo>
                <a:lnTo>
                  <a:pt x="1253842" y="56007"/>
                </a:lnTo>
                <a:lnTo>
                  <a:pt x="1237440" y="56712"/>
                </a:lnTo>
                <a:lnTo>
                  <a:pt x="1221048" y="57369"/>
                </a:lnTo>
                <a:lnTo>
                  <a:pt x="1204646" y="57998"/>
                </a:lnTo>
                <a:lnTo>
                  <a:pt x="1188244" y="58588"/>
                </a:lnTo>
                <a:lnTo>
                  <a:pt x="1171842" y="59150"/>
                </a:lnTo>
                <a:lnTo>
                  <a:pt x="1155430" y="59674"/>
                </a:lnTo>
                <a:lnTo>
                  <a:pt x="1139028" y="60169"/>
                </a:lnTo>
                <a:lnTo>
                  <a:pt x="1122626" y="60636"/>
                </a:lnTo>
                <a:lnTo>
                  <a:pt x="1106214" y="61074"/>
                </a:lnTo>
                <a:lnTo>
                  <a:pt x="1089812" y="61484"/>
                </a:lnTo>
                <a:lnTo>
                  <a:pt x="1073401" y="61865"/>
                </a:lnTo>
                <a:lnTo>
                  <a:pt x="1056989" y="62217"/>
                </a:lnTo>
                <a:lnTo>
                  <a:pt x="1040587" y="62541"/>
                </a:lnTo>
                <a:lnTo>
                  <a:pt x="1024176" y="62846"/>
                </a:lnTo>
                <a:lnTo>
                  <a:pt x="1007764" y="63122"/>
                </a:lnTo>
                <a:lnTo>
                  <a:pt x="991352" y="63370"/>
                </a:lnTo>
                <a:lnTo>
                  <a:pt x="974941" y="63598"/>
                </a:lnTo>
                <a:lnTo>
                  <a:pt x="958529" y="63808"/>
                </a:lnTo>
                <a:lnTo>
                  <a:pt x="942118" y="63979"/>
                </a:lnTo>
                <a:lnTo>
                  <a:pt x="925706" y="64132"/>
                </a:lnTo>
                <a:lnTo>
                  <a:pt x="909295" y="64265"/>
                </a:lnTo>
                <a:lnTo>
                  <a:pt x="892883" y="64370"/>
                </a:lnTo>
                <a:lnTo>
                  <a:pt x="876471" y="64456"/>
                </a:lnTo>
                <a:lnTo>
                  <a:pt x="860060" y="64522"/>
                </a:lnTo>
                <a:lnTo>
                  <a:pt x="843648" y="64560"/>
                </a:lnTo>
                <a:lnTo>
                  <a:pt x="827237" y="64580"/>
                </a:lnTo>
                <a:lnTo>
                  <a:pt x="810825" y="64570"/>
                </a:lnTo>
                <a:lnTo>
                  <a:pt x="794414" y="64541"/>
                </a:lnTo>
                <a:lnTo>
                  <a:pt x="778002" y="64484"/>
                </a:lnTo>
                <a:lnTo>
                  <a:pt x="761590" y="64418"/>
                </a:lnTo>
                <a:lnTo>
                  <a:pt x="745169" y="64322"/>
                </a:lnTo>
                <a:lnTo>
                  <a:pt x="728758" y="64199"/>
                </a:lnTo>
                <a:lnTo>
                  <a:pt x="712346" y="64046"/>
                </a:lnTo>
                <a:lnTo>
                  <a:pt x="695935" y="63884"/>
                </a:lnTo>
                <a:lnTo>
                  <a:pt x="679523" y="63694"/>
                </a:lnTo>
                <a:lnTo>
                  <a:pt x="663111" y="63475"/>
                </a:lnTo>
                <a:lnTo>
                  <a:pt x="646709" y="63236"/>
                </a:lnTo>
                <a:lnTo>
                  <a:pt x="630298" y="62970"/>
                </a:lnTo>
                <a:lnTo>
                  <a:pt x="613886" y="62684"/>
                </a:lnTo>
                <a:lnTo>
                  <a:pt x="597475" y="62360"/>
                </a:lnTo>
                <a:lnTo>
                  <a:pt x="581063" y="62017"/>
                </a:lnTo>
                <a:lnTo>
                  <a:pt x="564661" y="61646"/>
                </a:lnTo>
                <a:lnTo>
                  <a:pt x="548249" y="61255"/>
                </a:lnTo>
                <a:lnTo>
                  <a:pt x="531847" y="60827"/>
                </a:lnTo>
                <a:lnTo>
                  <a:pt x="515436" y="60379"/>
                </a:lnTo>
                <a:lnTo>
                  <a:pt x="499034" y="59893"/>
                </a:lnTo>
                <a:lnTo>
                  <a:pt x="482632" y="59379"/>
                </a:lnTo>
                <a:lnTo>
                  <a:pt x="466220" y="58836"/>
                </a:lnTo>
                <a:lnTo>
                  <a:pt x="449818" y="58264"/>
                </a:lnTo>
                <a:lnTo>
                  <a:pt x="433426" y="57645"/>
                </a:lnTo>
                <a:lnTo>
                  <a:pt x="417024" y="56998"/>
                </a:lnTo>
                <a:lnTo>
                  <a:pt x="400622" y="56312"/>
                </a:lnTo>
                <a:lnTo>
                  <a:pt x="384229" y="55597"/>
                </a:lnTo>
                <a:lnTo>
                  <a:pt x="367836" y="54826"/>
                </a:lnTo>
                <a:lnTo>
                  <a:pt x="351444" y="54026"/>
                </a:lnTo>
                <a:lnTo>
                  <a:pt x="335051" y="53178"/>
                </a:lnTo>
                <a:lnTo>
                  <a:pt x="318659" y="52273"/>
                </a:lnTo>
                <a:lnTo>
                  <a:pt x="302276" y="51330"/>
                </a:lnTo>
                <a:lnTo>
                  <a:pt x="285893" y="50321"/>
                </a:lnTo>
                <a:lnTo>
                  <a:pt x="269519" y="49254"/>
                </a:lnTo>
                <a:lnTo>
                  <a:pt x="253146" y="48130"/>
                </a:lnTo>
                <a:lnTo>
                  <a:pt x="236772" y="46939"/>
                </a:lnTo>
                <a:lnTo>
                  <a:pt x="220409" y="45663"/>
                </a:lnTo>
                <a:lnTo>
                  <a:pt x="204054" y="44320"/>
                </a:lnTo>
                <a:lnTo>
                  <a:pt x="187709" y="42882"/>
                </a:lnTo>
                <a:lnTo>
                  <a:pt x="171364" y="41329"/>
                </a:lnTo>
                <a:lnTo>
                  <a:pt x="155038" y="39672"/>
                </a:lnTo>
                <a:lnTo>
                  <a:pt x="138722" y="37881"/>
                </a:lnTo>
                <a:lnTo>
                  <a:pt x="122425" y="35928"/>
                </a:lnTo>
                <a:lnTo>
                  <a:pt x="106156" y="33785"/>
                </a:lnTo>
                <a:lnTo>
                  <a:pt x="89916" y="31423"/>
                </a:lnTo>
                <a:lnTo>
                  <a:pt x="73714" y="28766"/>
                </a:lnTo>
                <a:lnTo>
                  <a:pt x="57588" y="25737"/>
                </a:lnTo>
                <a:lnTo>
                  <a:pt x="41577" y="22155"/>
                </a:lnTo>
                <a:lnTo>
                  <a:pt x="25775" y="17717"/>
                </a:lnTo>
                <a:lnTo>
                  <a:pt x="10582" y="1157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EECE5"/>
          </a:solidFill>
          <a:ln xmlns:a="http://schemas.openxmlformats.org/drawingml/2006/main" w="9525">
            <a:solidFill>
              <a:srgbClr val="85837B"/>
            </a:solidFill>
            <a:prstDash val="solid"/>
          </a:ln>
        </p:spPr>
      </p:sp>
      <p:sp>
        <p:nvSpPr>
          <p:cNvPr id="18" name="simple-step-cap-2">
            <a:extLst xmlns:a="http://schemas.openxmlformats.org/drawingml/2006/main">
              <a:ext uri="{FF2B5EF4-FFF2-40B4-BE49-F238E27FC236}">
                <a16:creationId xmlns:a16="http://schemas.microsoft.com/office/drawing/2014/main" id="{66847804-EC72-4ABC-AF3E-C021E85B8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19663" y="4029504"/>
            <a:ext cx="1647434" cy="1836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9525">
            <a:solidFill>
              <a:srgbClr val="85837B"/>
            </a:solidFill>
            <a:prstDash val="solid"/>
          </a:ln>
        </p:spPr>
      </p:sp>
      <p:sp>
        <p:nvSpPr>
          <p:cNvPr id="19" name="simple-step-body-3">
            <a:extLst xmlns:a="http://schemas.openxmlformats.org/drawingml/2006/main">
              <a:ext uri="{FF2B5EF4-FFF2-40B4-BE49-F238E27FC236}">
                <a16:creationId xmlns:a16="http://schemas.microsoft.com/office/drawing/2014/main" id="{BC0C6F59-A689-4ABA-A726-E26522BEB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66474" y="4757928"/>
            <a:ext cx="1151287" cy="552383"/>
          </a:xfrm>
          <a:custGeom xmlns:a="http://schemas.openxmlformats.org/drawingml/2006/main">
            <a:pathLst>
              <a:path w="1151287" h="552383">
                <a:moveTo>
                  <a:pt x="0" y="0"/>
                </a:moveTo>
                <a:lnTo>
                  <a:pt x="6706" y="14097"/>
                </a:lnTo>
                <a:lnTo>
                  <a:pt x="13421" y="28204"/>
                </a:lnTo>
                <a:lnTo>
                  <a:pt x="20136" y="42301"/>
                </a:lnTo>
                <a:lnTo>
                  <a:pt x="26841" y="56407"/>
                </a:lnTo>
                <a:lnTo>
                  <a:pt x="33557" y="70504"/>
                </a:lnTo>
                <a:lnTo>
                  <a:pt x="40262" y="84601"/>
                </a:lnTo>
                <a:lnTo>
                  <a:pt x="46977" y="98708"/>
                </a:lnTo>
                <a:lnTo>
                  <a:pt x="53683" y="112805"/>
                </a:lnTo>
                <a:lnTo>
                  <a:pt x="60398" y="126902"/>
                </a:lnTo>
                <a:lnTo>
                  <a:pt x="67104" y="141008"/>
                </a:lnTo>
                <a:lnTo>
                  <a:pt x="73819" y="155105"/>
                </a:lnTo>
                <a:lnTo>
                  <a:pt x="80524" y="169212"/>
                </a:lnTo>
                <a:lnTo>
                  <a:pt x="87239" y="183309"/>
                </a:lnTo>
                <a:lnTo>
                  <a:pt x="93945" y="197406"/>
                </a:lnTo>
                <a:lnTo>
                  <a:pt x="100660" y="211512"/>
                </a:lnTo>
                <a:lnTo>
                  <a:pt x="107366" y="225609"/>
                </a:lnTo>
                <a:lnTo>
                  <a:pt x="114081" y="239706"/>
                </a:lnTo>
                <a:lnTo>
                  <a:pt x="120787" y="253813"/>
                </a:lnTo>
                <a:lnTo>
                  <a:pt x="127502" y="267910"/>
                </a:lnTo>
                <a:lnTo>
                  <a:pt x="134207" y="282016"/>
                </a:lnTo>
                <a:lnTo>
                  <a:pt x="140922" y="296113"/>
                </a:lnTo>
                <a:lnTo>
                  <a:pt x="147628" y="310210"/>
                </a:lnTo>
                <a:lnTo>
                  <a:pt x="154343" y="324317"/>
                </a:lnTo>
                <a:lnTo>
                  <a:pt x="161058" y="338414"/>
                </a:lnTo>
                <a:lnTo>
                  <a:pt x="167764" y="352511"/>
                </a:lnTo>
                <a:lnTo>
                  <a:pt x="174479" y="366617"/>
                </a:lnTo>
                <a:lnTo>
                  <a:pt x="181185" y="380714"/>
                </a:lnTo>
                <a:lnTo>
                  <a:pt x="187900" y="394821"/>
                </a:lnTo>
                <a:lnTo>
                  <a:pt x="194605" y="408918"/>
                </a:lnTo>
                <a:lnTo>
                  <a:pt x="201320" y="423015"/>
                </a:lnTo>
                <a:lnTo>
                  <a:pt x="208026" y="437121"/>
                </a:lnTo>
                <a:lnTo>
                  <a:pt x="214741" y="451218"/>
                </a:lnTo>
                <a:lnTo>
                  <a:pt x="221447" y="465315"/>
                </a:lnTo>
                <a:lnTo>
                  <a:pt x="228162" y="479422"/>
                </a:lnTo>
                <a:lnTo>
                  <a:pt x="233372" y="493976"/>
                </a:lnTo>
                <a:lnTo>
                  <a:pt x="243288" y="505797"/>
                </a:lnTo>
                <a:lnTo>
                  <a:pt x="256689" y="513759"/>
                </a:lnTo>
                <a:lnTo>
                  <a:pt x="271120" y="519722"/>
                </a:lnTo>
                <a:lnTo>
                  <a:pt x="285979" y="524504"/>
                </a:lnTo>
                <a:lnTo>
                  <a:pt x="301076" y="528485"/>
                </a:lnTo>
                <a:lnTo>
                  <a:pt x="316325" y="531876"/>
                </a:lnTo>
                <a:lnTo>
                  <a:pt x="331661" y="534829"/>
                </a:lnTo>
                <a:lnTo>
                  <a:pt x="347053" y="537401"/>
                </a:lnTo>
                <a:lnTo>
                  <a:pt x="362512" y="539677"/>
                </a:lnTo>
                <a:lnTo>
                  <a:pt x="377990" y="541687"/>
                </a:lnTo>
                <a:lnTo>
                  <a:pt x="393506" y="543468"/>
                </a:lnTo>
                <a:lnTo>
                  <a:pt x="409042" y="545040"/>
                </a:lnTo>
                <a:lnTo>
                  <a:pt x="424596" y="546421"/>
                </a:lnTo>
                <a:lnTo>
                  <a:pt x="440169" y="547640"/>
                </a:lnTo>
                <a:lnTo>
                  <a:pt x="455743" y="548707"/>
                </a:lnTo>
                <a:lnTo>
                  <a:pt x="471335" y="549621"/>
                </a:lnTo>
                <a:lnTo>
                  <a:pt x="486928" y="550393"/>
                </a:lnTo>
                <a:lnTo>
                  <a:pt x="502529" y="551031"/>
                </a:lnTo>
                <a:lnTo>
                  <a:pt x="518141" y="551545"/>
                </a:lnTo>
                <a:lnTo>
                  <a:pt x="533752" y="551936"/>
                </a:lnTo>
                <a:lnTo>
                  <a:pt x="549364" y="552202"/>
                </a:lnTo>
                <a:lnTo>
                  <a:pt x="564985" y="552355"/>
                </a:lnTo>
                <a:lnTo>
                  <a:pt x="580596" y="552383"/>
                </a:lnTo>
                <a:lnTo>
                  <a:pt x="596208" y="552298"/>
                </a:lnTo>
                <a:lnTo>
                  <a:pt x="611829" y="552098"/>
                </a:lnTo>
                <a:lnTo>
                  <a:pt x="627440" y="551764"/>
                </a:lnTo>
                <a:lnTo>
                  <a:pt x="643052" y="551326"/>
                </a:lnTo>
                <a:lnTo>
                  <a:pt x="658654" y="550745"/>
                </a:lnTo>
                <a:lnTo>
                  <a:pt x="674256" y="550040"/>
                </a:lnTo>
                <a:lnTo>
                  <a:pt x="689848" y="549202"/>
                </a:lnTo>
                <a:lnTo>
                  <a:pt x="705431" y="548221"/>
                </a:lnTo>
                <a:lnTo>
                  <a:pt x="721004" y="547087"/>
                </a:lnTo>
                <a:lnTo>
                  <a:pt x="736568" y="545792"/>
                </a:lnTo>
                <a:lnTo>
                  <a:pt x="752113" y="544316"/>
                </a:lnTo>
                <a:lnTo>
                  <a:pt x="767639" y="542649"/>
                </a:lnTo>
                <a:lnTo>
                  <a:pt x="783146" y="540763"/>
                </a:lnTo>
                <a:lnTo>
                  <a:pt x="798614" y="538639"/>
                </a:lnTo>
                <a:lnTo>
                  <a:pt x="814045" y="536229"/>
                </a:lnTo>
                <a:lnTo>
                  <a:pt x="829418" y="533476"/>
                </a:lnTo>
                <a:lnTo>
                  <a:pt x="844706" y="530333"/>
                </a:lnTo>
                <a:lnTo>
                  <a:pt x="859888" y="526675"/>
                </a:lnTo>
                <a:lnTo>
                  <a:pt x="874890" y="522351"/>
                </a:lnTo>
                <a:lnTo>
                  <a:pt x="889587" y="517074"/>
                </a:lnTo>
                <a:lnTo>
                  <a:pt x="903646" y="510311"/>
                </a:lnTo>
                <a:lnTo>
                  <a:pt x="915981" y="500834"/>
                </a:lnTo>
                <a:lnTo>
                  <a:pt x="922106" y="486842"/>
                </a:lnTo>
                <a:lnTo>
                  <a:pt x="928811" y="472735"/>
                </a:lnTo>
                <a:lnTo>
                  <a:pt x="935526" y="458638"/>
                </a:lnTo>
                <a:lnTo>
                  <a:pt x="942232" y="444541"/>
                </a:lnTo>
                <a:lnTo>
                  <a:pt x="948947" y="430435"/>
                </a:lnTo>
                <a:lnTo>
                  <a:pt x="955653" y="416338"/>
                </a:lnTo>
                <a:lnTo>
                  <a:pt x="962368" y="402231"/>
                </a:lnTo>
                <a:lnTo>
                  <a:pt x="969074" y="388134"/>
                </a:lnTo>
                <a:lnTo>
                  <a:pt x="975789" y="374037"/>
                </a:lnTo>
                <a:lnTo>
                  <a:pt x="982494" y="359931"/>
                </a:lnTo>
                <a:lnTo>
                  <a:pt x="989209" y="345834"/>
                </a:lnTo>
                <a:lnTo>
                  <a:pt x="995924" y="331737"/>
                </a:lnTo>
                <a:lnTo>
                  <a:pt x="1002630" y="317630"/>
                </a:lnTo>
                <a:lnTo>
                  <a:pt x="1009345" y="303533"/>
                </a:lnTo>
                <a:lnTo>
                  <a:pt x="1016051" y="289427"/>
                </a:lnTo>
                <a:lnTo>
                  <a:pt x="1022766" y="275330"/>
                </a:lnTo>
                <a:lnTo>
                  <a:pt x="1029472" y="261233"/>
                </a:lnTo>
                <a:lnTo>
                  <a:pt x="1036187" y="247126"/>
                </a:lnTo>
                <a:lnTo>
                  <a:pt x="1042892" y="233029"/>
                </a:lnTo>
                <a:lnTo>
                  <a:pt x="1049607" y="218932"/>
                </a:lnTo>
                <a:lnTo>
                  <a:pt x="1056313" y="204826"/>
                </a:lnTo>
                <a:lnTo>
                  <a:pt x="1063028" y="190729"/>
                </a:lnTo>
                <a:lnTo>
                  <a:pt x="1069734" y="176622"/>
                </a:lnTo>
                <a:lnTo>
                  <a:pt x="1076449" y="162525"/>
                </a:lnTo>
                <a:lnTo>
                  <a:pt x="1083154" y="148428"/>
                </a:lnTo>
                <a:lnTo>
                  <a:pt x="1089870" y="134322"/>
                </a:lnTo>
                <a:lnTo>
                  <a:pt x="1096575" y="120225"/>
                </a:lnTo>
                <a:lnTo>
                  <a:pt x="1103290" y="106128"/>
                </a:lnTo>
                <a:lnTo>
                  <a:pt x="1109996" y="92021"/>
                </a:lnTo>
                <a:lnTo>
                  <a:pt x="1116711" y="77924"/>
                </a:lnTo>
                <a:lnTo>
                  <a:pt x="1123417" y="63818"/>
                </a:lnTo>
                <a:lnTo>
                  <a:pt x="1130132" y="49721"/>
                </a:lnTo>
                <a:lnTo>
                  <a:pt x="1136837" y="35624"/>
                </a:lnTo>
                <a:lnTo>
                  <a:pt x="1143552" y="21517"/>
                </a:lnTo>
                <a:lnTo>
                  <a:pt x="1150268" y="7420"/>
                </a:lnTo>
                <a:lnTo>
                  <a:pt x="1151287" y="6820"/>
                </a:lnTo>
                <a:lnTo>
                  <a:pt x="1138923" y="16154"/>
                </a:lnTo>
                <a:lnTo>
                  <a:pt x="1124541" y="22203"/>
                </a:lnTo>
                <a:lnTo>
                  <a:pt x="1109624" y="26822"/>
                </a:lnTo>
                <a:lnTo>
                  <a:pt x="1094480" y="30604"/>
                </a:lnTo>
                <a:lnTo>
                  <a:pt x="1079202" y="33833"/>
                </a:lnTo>
                <a:lnTo>
                  <a:pt x="1063847" y="36662"/>
                </a:lnTo>
                <a:lnTo>
                  <a:pt x="1048426" y="39176"/>
                </a:lnTo>
                <a:lnTo>
                  <a:pt x="1032977" y="41443"/>
                </a:lnTo>
                <a:lnTo>
                  <a:pt x="1017499" y="43501"/>
                </a:lnTo>
                <a:lnTo>
                  <a:pt x="1002001" y="45377"/>
                </a:lnTo>
                <a:lnTo>
                  <a:pt x="986476" y="47092"/>
                </a:lnTo>
                <a:lnTo>
                  <a:pt x="970940" y="48682"/>
                </a:lnTo>
                <a:lnTo>
                  <a:pt x="955396" y="50149"/>
                </a:lnTo>
                <a:lnTo>
                  <a:pt x="939841" y="51511"/>
                </a:lnTo>
                <a:lnTo>
                  <a:pt x="924277" y="52778"/>
                </a:lnTo>
                <a:lnTo>
                  <a:pt x="908704" y="53950"/>
                </a:lnTo>
                <a:lnTo>
                  <a:pt x="893121" y="55035"/>
                </a:lnTo>
                <a:lnTo>
                  <a:pt x="877538" y="56045"/>
                </a:lnTo>
                <a:lnTo>
                  <a:pt x="861955" y="56988"/>
                </a:lnTo>
                <a:lnTo>
                  <a:pt x="846363" y="57855"/>
                </a:lnTo>
                <a:lnTo>
                  <a:pt x="830771" y="58664"/>
                </a:lnTo>
                <a:lnTo>
                  <a:pt x="815169" y="59407"/>
                </a:lnTo>
                <a:lnTo>
                  <a:pt x="799567" y="60093"/>
                </a:lnTo>
                <a:lnTo>
                  <a:pt x="783965" y="60731"/>
                </a:lnTo>
                <a:lnTo>
                  <a:pt x="768363" y="61303"/>
                </a:lnTo>
                <a:lnTo>
                  <a:pt x="752751" y="61836"/>
                </a:lnTo>
                <a:lnTo>
                  <a:pt x="737140" y="62313"/>
                </a:lnTo>
                <a:lnTo>
                  <a:pt x="721538" y="62741"/>
                </a:lnTo>
                <a:lnTo>
                  <a:pt x="705926" y="63122"/>
                </a:lnTo>
                <a:lnTo>
                  <a:pt x="690315" y="63456"/>
                </a:lnTo>
                <a:lnTo>
                  <a:pt x="674694" y="63741"/>
                </a:lnTo>
                <a:lnTo>
                  <a:pt x="659082" y="63989"/>
                </a:lnTo>
                <a:lnTo>
                  <a:pt x="643471" y="64199"/>
                </a:lnTo>
                <a:lnTo>
                  <a:pt x="627850" y="64351"/>
                </a:lnTo>
                <a:lnTo>
                  <a:pt x="612238" y="64465"/>
                </a:lnTo>
                <a:lnTo>
                  <a:pt x="596617" y="64541"/>
                </a:lnTo>
                <a:lnTo>
                  <a:pt x="581006" y="64580"/>
                </a:lnTo>
                <a:lnTo>
                  <a:pt x="565394" y="64570"/>
                </a:lnTo>
                <a:lnTo>
                  <a:pt x="549773" y="64513"/>
                </a:lnTo>
                <a:lnTo>
                  <a:pt x="534162" y="64418"/>
                </a:lnTo>
                <a:lnTo>
                  <a:pt x="518541" y="64284"/>
                </a:lnTo>
                <a:lnTo>
                  <a:pt x="502930" y="64103"/>
                </a:lnTo>
                <a:lnTo>
                  <a:pt x="487318" y="63884"/>
                </a:lnTo>
                <a:lnTo>
                  <a:pt x="471697" y="63617"/>
                </a:lnTo>
                <a:lnTo>
                  <a:pt x="456086" y="63303"/>
                </a:lnTo>
                <a:lnTo>
                  <a:pt x="440474" y="62941"/>
                </a:lnTo>
                <a:lnTo>
                  <a:pt x="424863" y="62541"/>
                </a:lnTo>
                <a:lnTo>
                  <a:pt x="409251" y="62093"/>
                </a:lnTo>
                <a:lnTo>
                  <a:pt x="393649" y="61589"/>
                </a:lnTo>
                <a:lnTo>
                  <a:pt x="378038" y="61046"/>
                </a:lnTo>
                <a:lnTo>
                  <a:pt x="362436" y="60436"/>
                </a:lnTo>
                <a:lnTo>
                  <a:pt x="346834" y="59779"/>
                </a:lnTo>
                <a:lnTo>
                  <a:pt x="331232" y="59065"/>
                </a:lnTo>
                <a:lnTo>
                  <a:pt x="315639" y="58293"/>
                </a:lnTo>
                <a:lnTo>
                  <a:pt x="300047" y="57455"/>
                </a:lnTo>
                <a:lnTo>
                  <a:pt x="284455" y="56550"/>
                </a:lnTo>
                <a:lnTo>
                  <a:pt x="268872" y="55578"/>
                </a:lnTo>
                <a:lnTo>
                  <a:pt x="253289" y="54531"/>
                </a:lnTo>
                <a:lnTo>
                  <a:pt x="237715" y="53397"/>
                </a:lnTo>
                <a:lnTo>
                  <a:pt x="222142" y="52197"/>
                </a:lnTo>
                <a:lnTo>
                  <a:pt x="206588" y="50883"/>
                </a:lnTo>
                <a:lnTo>
                  <a:pt x="191033" y="49473"/>
                </a:lnTo>
                <a:lnTo>
                  <a:pt x="175489" y="47949"/>
                </a:lnTo>
                <a:lnTo>
                  <a:pt x="159963" y="46301"/>
                </a:lnTo>
                <a:lnTo>
                  <a:pt x="144447" y="44510"/>
                </a:lnTo>
                <a:lnTo>
                  <a:pt x="128959" y="42548"/>
                </a:lnTo>
                <a:lnTo>
                  <a:pt x="113490" y="40396"/>
                </a:lnTo>
                <a:lnTo>
                  <a:pt x="98060" y="38024"/>
                </a:lnTo>
                <a:lnTo>
                  <a:pt x="82667" y="35366"/>
                </a:lnTo>
                <a:lnTo>
                  <a:pt x="67342" y="32366"/>
                </a:lnTo>
                <a:lnTo>
                  <a:pt x="52121" y="28889"/>
                </a:lnTo>
                <a:lnTo>
                  <a:pt x="37062" y="24765"/>
                </a:lnTo>
                <a:lnTo>
                  <a:pt x="22336" y="19583"/>
                </a:lnTo>
                <a:lnTo>
                  <a:pt x="8515" y="1237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EECE5"/>
          </a:solidFill>
          <a:ln xmlns:a="http://schemas.openxmlformats.org/drawingml/2006/main" w="9525">
            <a:solidFill>
              <a:srgbClr val="85837B"/>
            </a:solidFill>
            <a:prstDash val="solid"/>
          </a:ln>
        </p:spPr>
      </p:sp>
      <p:sp>
        <p:nvSpPr>
          <p:cNvPr id="20" name="simple-step-cap-3">
            <a:extLst xmlns:a="http://schemas.openxmlformats.org/drawingml/2006/main">
              <a:ext uri="{FF2B5EF4-FFF2-40B4-BE49-F238E27FC236}">
                <a16:creationId xmlns:a16="http://schemas.microsoft.com/office/drawing/2014/main" id="{C5DDBABC-710D-46DD-84D6-26160C961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66484" y="4666107"/>
            <a:ext cx="1153792" cy="1836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9525">
            <a:solidFill>
              <a:srgbClr val="85837B"/>
            </a:solidFill>
            <a:prstDash val="solid"/>
          </a:ln>
        </p:spPr>
      </p:sp>
      <p:sp>
        <p:nvSpPr>
          <p:cNvPr id="21" name="simple-flow-arrow">
            <a:extLst xmlns:a="http://schemas.openxmlformats.org/drawingml/2006/main">
              <a:ext uri="{FF2B5EF4-FFF2-40B4-BE49-F238E27FC236}">
                <a16:creationId xmlns:a16="http://schemas.microsoft.com/office/drawing/2014/main" id="{9DE333D2-4581-479B-9BFF-AF3417868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89643" y="2816790"/>
            <a:ext cx="1507474" cy="2539708"/>
          </a:xfrm>
          <a:custGeom xmlns:a="http://schemas.openxmlformats.org/drawingml/2006/main">
            <a:pathLst>
              <a:path w="1507474" h="2539708">
                <a:moveTo>
                  <a:pt x="0" y="0"/>
                </a:moveTo>
                <a:lnTo>
                  <a:pt x="133" y="31785"/>
                </a:lnTo>
                <a:lnTo>
                  <a:pt x="9296" y="62236"/>
                </a:lnTo>
                <a:lnTo>
                  <a:pt x="18469" y="92688"/>
                </a:lnTo>
                <a:lnTo>
                  <a:pt x="27632" y="123139"/>
                </a:lnTo>
                <a:lnTo>
                  <a:pt x="36805" y="153591"/>
                </a:lnTo>
                <a:lnTo>
                  <a:pt x="45968" y="184042"/>
                </a:lnTo>
                <a:lnTo>
                  <a:pt x="55131" y="214493"/>
                </a:lnTo>
                <a:lnTo>
                  <a:pt x="64303" y="244954"/>
                </a:lnTo>
                <a:lnTo>
                  <a:pt x="73466" y="275406"/>
                </a:lnTo>
                <a:lnTo>
                  <a:pt x="82639" y="305857"/>
                </a:lnTo>
                <a:lnTo>
                  <a:pt x="91802" y="336309"/>
                </a:lnTo>
                <a:lnTo>
                  <a:pt x="100965" y="366760"/>
                </a:lnTo>
                <a:lnTo>
                  <a:pt x="110138" y="397212"/>
                </a:lnTo>
                <a:lnTo>
                  <a:pt x="119301" y="427663"/>
                </a:lnTo>
                <a:lnTo>
                  <a:pt x="128473" y="458114"/>
                </a:lnTo>
                <a:lnTo>
                  <a:pt x="137636" y="488566"/>
                </a:lnTo>
                <a:lnTo>
                  <a:pt x="146799" y="519027"/>
                </a:lnTo>
                <a:lnTo>
                  <a:pt x="155972" y="549478"/>
                </a:lnTo>
                <a:lnTo>
                  <a:pt x="165135" y="579930"/>
                </a:lnTo>
                <a:lnTo>
                  <a:pt x="174031" y="610457"/>
                </a:lnTo>
                <a:lnTo>
                  <a:pt x="181604" y="641337"/>
                </a:lnTo>
                <a:lnTo>
                  <a:pt x="189100" y="672246"/>
                </a:lnTo>
                <a:lnTo>
                  <a:pt x="196148" y="703259"/>
                </a:lnTo>
                <a:lnTo>
                  <a:pt x="203206" y="734263"/>
                </a:lnTo>
                <a:lnTo>
                  <a:pt x="210255" y="765277"/>
                </a:lnTo>
                <a:lnTo>
                  <a:pt x="217313" y="796290"/>
                </a:lnTo>
                <a:lnTo>
                  <a:pt x="224361" y="827303"/>
                </a:lnTo>
                <a:lnTo>
                  <a:pt x="231419" y="858307"/>
                </a:lnTo>
                <a:lnTo>
                  <a:pt x="238468" y="889321"/>
                </a:lnTo>
                <a:lnTo>
                  <a:pt x="245526" y="920334"/>
                </a:lnTo>
                <a:lnTo>
                  <a:pt x="252574" y="951338"/>
                </a:lnTo>
                <a:lnTo>
                  <a:pt x="259632" y="982351"/>
                </a:lnTo>
                <a:lnTo>
                  <a:pt x="266681" y="1013365"/>
                </a:lnTo>
                <a:lnTo>
                  <a:pt x="273739" y="1044369"/>
                </a:lnTo>
                <a:lnTo>
                  <a:pt x="280787" y="1075382"/>
                </a:lnTo>
                <a:lnTo>
                  <a:pt x="287846" y="1106395"/>
                </a:lnTo>
                <a:lnTo>
                  <a:pt x="294894" y="1137399"/>
                </a:lnTo>
                <a:lnTo>
                  <a:pt x="301952" y="1168413"/>
                </a:lnTo>
                <a:lnTo>
                  <a:pt x="309001" y="1199426"/>
                </a:lnTo>
                <a:lnTo>
                  <a:pt x="316049" y="1230430"/>
                </a:lnTo>
                <a:lnTo>
                  <a:pt x="322878" y="1261491"/>
                </a:lnTo>
                <a:lnTo>
                  <a:pt x="329555" y="1292590"/>
                </a:lnTo>
                <a:lnTo>
                  <a:pt x="336090" y="1323708"/>
                </a:lnTo>
                <a:lnTo>
                  <a:pt x="342519" y="1354855"/>
                </a:lnTo>
                <a:lnTo>
                  <a:pt x="348948" y="1386002"/>
                </a:lnTo>
                <a:lnTo>
                  <a:pt x="355378" y="1417149"/>
                </a:lnTo>
                <a:lnTo>
                  <a:pt x="361807" y="1448295"/>
                </a:lnTo>
                <a:lnTo>
                  <a:pt x="368227" y="1479442"/>
                </a:lnTo>
                <a:lnTo>
                  <a:pt x="374656" y="1510589"/>
                </a:lnTo>
                <a:lnTo>
                  <a:pt x="381086" y="1541736"/>
                </a:lnTo>
                <a:lnTo>
                  <a:pt x="387515" y="1572873"/>
                </a:lnTo>
                <a:lnTo>
                  <a:pt x="393944" y="1604020"/>
                </a:lnTo>
                <a:lnTo>
                  <a:pt x="400374" y="1635166"/>
                </a:lnTo>
                <a:lnTo>
                  <a:pt x="406803" y="1666313"/>
                </a:lnTo>
                <a:lnTo>
                  <a:pt x="413233" y="1697460"/>
                </a:lnTo>
                <a:lnTo>
                  <a:pt x="419662" y="1728607"/>
                </a:lnTo>
                <a:lnTo>
                  <a:pt x="426091" y="1759753"/>
                </a:lnTo>
                <a:lnTo>
                  <a:pt x="432521" y="1790900"/>
                </a:lnTo>
                <a:lnTo>
                  <a:pt x="438950" y="1822047"/>
                </a:lnTo>
                <a:lnTo>
                  <a:pt x="445379" y="1853184"/>
                </a:lnTo>
                <a:lnTo>
                  <a:pt x="451771" y="1884340"/>
                </a:lnTo>
                <a:lnTo>
                  <a:pt x="458010" y="1915525"/>
                </a:lnTo>
                <a:lnTo>
                  <a:pt x="464229" y="1946710"/>
                </a:lnTo>
                <a:lnTo>
                  <a:pt x="470392" y="1977914"/>
                </a:lnTo>
                <a:lnTo>
                  <a:pt x="476555" y="2009108"/>
                </a:lnTo>
                <a:lnTo>
                  <a:pt x="478841" y="2037121"/>
                </a:lnTo>
                <a:lnTo>
                  <a:pt x="447037" y="2037121"/>
                </a:lnTo>
                <a:lnTo>
                  <a:pt x="415233" y="2037121"/>
                </a:lnTo>
                <a:lnTo>
                  <a:pt x="383438" y="2037121"/>
                </a:lnTo>
                <a:lnTo>
                  <a:pt x="351634" y="2037121"/>
                </a:lnTo>
                <a:lnTo>
                  <a:pt x="319830" y="2037121"/>
                </a:lnTo>
                <a:lnTo>
                  <a:pt x="288026" y="2037121"/>
                </a:lnTo>
                <a:lnTo>
                  <a:pt x="256223" y="2037121"/>
                </a:lnTo>
                <a:lnTo>
                  <a:pt x="249707" y="2047523"/>
                </a:lnTo>
                <a:lnTo>
                  <a:pt x="272310" y="2069897"/>
                </a:lnTo>
                <a:lnTo>
                  <a:pt x="294913" y="2092262"/>
                </a:lnTo>
                <a:lnTo>
                  <a:pt x="317516" y="2114636"/>
                </a:lnTo>
                <a:lnTo>
                  <a:pt x="340119" y="2137010"/>
                </a:lnTo>
                <a:lnTo>
                  <a:pt x="362722" y="2159384"/>
                </a:lnTo>
                <a:lnTo>
                  <a:pt x="385324" y="2181749"/>
                </a:lnTo>
                <a:lnTo>
                  <a:pt x="407927" y="2204123"/>
                </a:lnTo>
                <a:lnTo>
                  <a:pt x="430530" y="2226497"/>
                </a:lnTo>
                <a:lnTo>
                  <a:pt x="453133" y="2248872"/>
                </a:lnTo>
                <a:lnTo>
                  <a:pt x="475736" y="2271236"/>
                </a:lnTo>
                <a:lnTo>
                  <a:pt x="498338" y="2293610"/>
                </a:lnTo>
                <a:lnTo>
                  <a:pt x="520941" y="2315985"/>
                </a:lnTo>
                <a:lnTo>
                  <a:pt x="543544" y="2338359"/>
                </a:lnTo>
                <a:lnTo>
                  <a:pt x="566147" y="2360724"/>
                </a:lnTo>
                <a:lnTo>
                  <a:pt x="588750" y="2383098"/>
                </a:lnTo>
                <a:lnTo>
                  <a:pt x="611353" y="2405472"/>
                </a:lnTo>
                <a:lnTo>
                  <a:pt x="633955" y="2427846"/>
                </a:lnTo>
                <a:lnTo>
                  <a:pt x="656558" y="2450221"/>
                </a:lnTo>
                <a:lnTo>
                  <a:pt x="679161" y="2472585"/>
                </a:lnTo>
                <a:lnTo>
                  <a:pt x="701764" y="2494959"/>
                </a:lnTo>
                <a:lnTo>
                  <a:pt x="724367" y="2517334"/>
                </a:lnTo>
                <a:lnTo>
                  <a:pt x="746970" y="2539708"/>
                </a:lnTo>
                <a:lnTo>
                  <a:pt x="769572" y="2530726"/>
                </a:lnTo>
                <a:lnTo>
                  <a:pt x="792175" y="2508352"/>
                </a:lnTo>
                <a:lnTo>
                  <a:pt x="814778" y="2485977"/>
                </a:lnTo>
                <a:lnTo>
                  <a:pt x="837381" y="2463613"/>
                </a:lnTo>
                <a:lnTo>
                  <a:pt x="859984" y="2441238"/>
                </a:lnTo>
                <a:lnTo>
                  <a:pt x="882587" y="2418864"/>
                </a:lnTo>
                <a:lnTo>
                  <a:pt x="905189" y="2396490"/>
                </a:lnTo>
                <a:lnTo>
                  <a:pt x="927792" y="2374125"/>
                </a:lnTo>
                <a:lnTo>
                  <a:pt x="950395" y="2351751"/>
                </a:lnTo>
                <a:lnTo>
                  <a:pt x="972998" y="2329377"/>
                </a:lnTo>
                <a:lnTo>
                  <a:pt x="995601" y="2307003"/>
                </a:lnTo>
                <a:lnTo>
                  <a:pt x="1018203" y="2284638"/>
                </a:lnTo>
                <a:lnTo>
                  <a:pt x="1040806" y="2262264"/>
                </a:lnTo>
                <a:lnTo>
                  <a:pt x="1063409" y="2239889"/>
                </a:lnTo>
                <a:lnTo>
                  <a:pt x="1086012" y="2217515"/>
                </a:lnTo>
                <a:lnTo>
                  <a:pt x="1108615" y="2195151"/>
                </a:lnTo>
                <a:lnTo>
                  <a:pt x="1131218" y="2172776"/>
                </a:lnTo>
                <a:lnTo>
                  <a:pt x="1153820" y="2150402"/>
                </a:lnTo>
                <a:lnTo>
                  <a:pt x="1176423" y="2128028"/>
                </a:lnTo>
                <a:lnTo>
                  <a:pt x="1199017" y="2105654"/>
                </a:lnTo>
                <a:lnTo>
                  <a:pt x="1221629" y="2083289"/>
                </a:lnTo>
                <a:lnTo>
                  <a:pt x="1244222" y="2060915"/>
                </a:lnTo>
                <a:lnTo>
                  <a:pt x="1266825" y="2038541"/>
                </a:lnTo>
                <a:lnTo>
                  <a:pt x="1238479" y="2037121"/>
                </a:lnTo>
                <a:lnTo>
                  <a:pt x="1206684" y="2037121"/>
                </a:lnTo>
                <a:lnTo>
                  <a:pt x="1174880" y="2037121"/>
                </a:lnTo>
                <a:lnTo>
                  <a:pt x="1143076" y="2037121"/>
                </a:lnTo>
                <a:lnTo>
                  <a:pt x="1111272" y="2037121"/>
                </a:lnTo>
                <a:lnTo>
                  <a:pt x="1079468" y="2037121"/>
                </a:lnTo>
                <a:lnTo>
                  <a:pt x="1047664" y="2037121"/>
                </a:lnTo>
                <a:lnTo>
                  <a:pt x="1027224" y="2027787"/>
                </a:lnTo>
                <a:lnTo>
                  <a:pt x="1033386" y="1996592"/>
                </a:lnTo>
                <a:lnTo>
                  <a:pt x="1039549" y="1965389"/>
                </a:lnTo>
                <a:lnTo>
                  <a:pt x="1045731" y="1934194"/>
                </a:lnTo>
                <a:lnTo>
                  <a:pt x="1051960" y="1903009"/>
                </a:lnTo>
                <a:lnTo>
                  <a:pt x="1058247" y="1871834"/>
                </a:lnTo>
                <a:lnTo>
                  <a:pt x="1064666" y="1840687"/>
                </a:lnTo>
                <a:lnTo>
                  <a:pt x="1071096" y="1809540"/>
                </a:lnTo>
                <a:lnTo>
                  <a:pt x="1077525" y="1778394"/>
                </a:lnTo>
                <a:lnTo>
                  <a:pt x="1083955" y="1747256"/>
                </a:lnTo>
                <a:lnTo>
                  <a:pt x="1090384" y="1716110"/>
                </a:lnTo>
                <a:lnTo>
                  <a:pt x="1096813" y="1684963"/>
                </a:lnTo>
                <a:lnTo>
                  <a:pt x="1103243" y="1653816"/>
                </a:lnTo>
                <a:lnTo>
                  <a:pt x="1109672" y="1622669"/>
                </a:lnTo>
                <a:lnTo>
                  <a:pt x="1116101" y="1591523"/>
                </a:lnTo>
                <a:lnTo>
                  <a:pt x="1122531" y="1560376"/>
                </a:lnTo>
                <a:lnTo>
                  <a:pt x="1128960" y="1529229"/>
                </a:lnTo>
                <a:lnTo>
                  <a:pt x="1135390" y="1498082"/>
                </a:lnTo>
                <a:lnTo>
                  <a:pt x="1141819" y="1466945"/>
                </a:lnTo>
                <a:lnTo>
                  <a:pt x="1148248" y="1435799"/>
                </a:lnTo>
                <a:lnTo>
                  <a:pt x="1154678" y="1404652"/>
                </a:lnTo>
                <a:lnTo>
                  <a:pt x="1161107" y="1373505"/>
                </a:lnTo>
                <a:lnTo>
                  <a:pt x="1167536" y="1342358"/>
                </a:lnTo>
                <a:lnTo>
                  <a:pt x="1173966" y="1311212"/>
                </a:lnTo>
                <a:lnTo>
                  <a:pt x="1180595" y="1280112"/>
                </a:lnTo>
                <a:lnTo>
                  <a:pt x="1187282" y="1249013"/>
                </a:lnTo>
                <a:lnTo>
                  <a:pt x="1194245" y="1217990"/>
                </a:lnTo>
                <a:lnTo>
                  <a:pt x="1201303" y="1186977"/>
                </a:lnTo>
                <a:lnTo>
                  <a:pt x="1208351" y="1155964"/>
                </a:lnTo>
                <a:lnTo>
                  <a:pt x="1215409" y="1124960"/>
                </a:lnTo>
                <a:lnTo>
                  <a:pt x="1222458" y="1093946"/>
                </a:lnTo>
                <a:lnTo>
                  <a:pt x="1229516" y="1062933"/>
                </a:lnTo>
                <a:lnTo>
                  <a:pt x="1236564" y="1031929"/>
                </a:lnTo>
                <a:lnTo>
                  <a:pt x="1243622" y="1000916"/>
                </a:lnTo>
                <a:lnTo>
                  <a:pt x="1250671" y="969902"/>
                </a:lnTo>
                <a:lnTo>
                  <a:pt x="1257719" y="938898"/>
                </a:lnTo>
                <a:lnTo>
                  <a:pt x="1264777" y="907885"/>
                </a:lnTo>
                <a:lnTo>
                  <a:pt x="1271826" y="876872"/>
                </a:lnTo>
                <a:lnTo>
                  <a:pt x="1278884" y="845868"/>
                </a:lnTo>
                <a:lnTo>
                  <a:pt x="1285932" y="814854"/>
                </a:lnTo>
                <a:lnTo>
                  <a:pt x="1292990" y="783841"/>
                </a:lnTo>
                <a:lnTo>
                  <a:pt x="1300039" y="752837"/>
                </a:lnTo>
                <a:lnTo>
                  <a:pt x="1307097" y="721824"/>
                </a:lnTo>
                <a:lnTo>
                  <a:pt x="1314145" y="690810"/>
                </a:lnTo>
                <a:lnTo>
                  <a:pt x="1321337" y="659835"/>
                </a:lnTo>
                <a:lnTo>
                  <a:pt x="1328899" y="628945"/>
                </a:lnTo>
                <a:lnTo>
                  <a:pt x="1336843" y="598160"/>
                </a:lnTo>
                <a:lnTo>
                  <a:pt x="1346006" y="567709"/>
                </a:lnTo>
                <a:lnTo>
                  <a:pt x="1355179" y="537258"/>
                </a:lnTo>
                <a:lnTo>
                  <a:pt x="1364342" y="506797"/>
                </a:lnTo>
                <a:lnTo>
                  <a:pt x="1373515" y="476345"/>
                </a:lnTo>
                <a:lnTo>
                  <a:pt x="1382678" y="445894"/>
                </a:lnTo>
                <a:lnTo>
                  <a:pt x="1391841" y="415442"/>
                </a:lnTo>
                <a:lnTo>
                  <a:pt x="1401013" y="384991"/>
                </a:lnTo>
                <a:lnTo>
                  <a:pt x="1410176" y="354540"/>
                </a:lnTo>
                <a:lnTo>
                  <a:pt x="1419349" y="324088"/>
                </a:lnTo>
                <a:lnTo>
                  <a:pt x="1428512" y="293637"/>
                </a:lnTo>
                <a:lnTo>
                  <a:pt x="1437684" y="263185"/>
                </a:lnTo>
                <a:lnTo>
                  <a:pt x="1446848" y="232724"/>
                </a:lnTo>
                <a:lnTo>
                  <a:pt x="1456011" y="202273"/>
                </a:lnTo>
                <a:lnTo>
                  <a:pt x="1465183" y="171821"/>
                </a:lnTo>
                <a:lnTo>
                  <a:pt x="1474346" y="141370"/>
                </a:lnTo>
                <a:lnTo>
                  <a:pt x="1483519" y="110919"/>
                </a:lnTo>
                <a:lnTo>
                  <a:pt x="1492682" y="80467"/>
                </a:lnTo>
                <a:lnTo>
                  <a:pt x="1501845" y="50016"/>
                </a:lnTo>
                <a:lnTo>
                  <a:pt x="1507474" y="19040"/>
                </a:lnTo>
                <a:lnTo>
                  <a:pt x="1494711" y="0"/>
                </a:lnTo>
                <a:lnTo>
                  <a:pt x="1462907" y="0"/>
                </a:lnTo>
                <a:lnTo>
                  <a:pt x="1431103" y="0"/>
                </a:lnTo>
                <a:lnTo>
                  <a:pt x="1399299" y="0"/>
                </a:lnTo>
                <a:lnTo>
                  <a:pt x="1367495" y="0"/>
                </a:lnTo>
                <a:lnTo>
                  <a:pt x="1335700" y="0"/>
                </a:lnTo>
                <a:lnTo>
                  <a:pt x="1303896" y="0"/>
                </a:lnTo>
                <a:lnTo>
                  <a:pt x="1272092" y="0"/>
                </a:lnTo>
                <a:lnTo>
                  <a:pt x="1240288" y="0"/>
                </a:lnTo>
                <a:lnTo>
                  <a:pt x="1208484" y="0"/>
                </a:lnTo>
                <a:lnTo>
                  <a:pt x="1176680" y="0"/>
                </a:lnTo>
                <a:lnTo>
                  <a:pt x="1144886" y="0"/>
                </a:lnTo>
                <a:lnTo>
                  <a:pt x="1113082" y="0"/>
                </a:lnTo>
                <a:lnTo>
                  <a:pt x="1081278" y="0"/>
                </a:lnTo>
                <a:lnTo>
                  <a:pt x="1049474" y="0"/>
                </a:lnTo>
                <a:lnTo>
                  <a:pt x="1017670" y="0"/>
                </a:lnTo>
                <a:lnTo>
                  <a:pt x="985866" y="0"/>
                </a:lnTo>
                <a:lnTo>
                  <a:pt x="954072" y="0"/>
                </a:lnTo>
                <a:lnTo>
                  <a:pt x="922268" y="0"/>
                </a:lnTo>
                <a:lnTo>
                  <a:pt x="890464" y="0"/>
                </a:lnTo>
                <a:lnTo>
                  <a:pt x="858660" y="0"/>
                </a:lnTo>
                <a:lnTo>
                  <a:pt x="826856" y="0"/>
                </a:lnTo>
                <a:lnTo>
                  <a:pt x="795061" y="0"/>
                </a:lnTo>
                <a:lnTo>
                  <a:pt x="763257" y="0"/>
                </a:lnTo>
                <a:lnTo>
                  <a:pt x="731453" y="0"/>
                </a:lnTo>
                <a:lnTo>
                  <a:pt x="699649" y="0"/>
                </a:lnTo>
                <a:lnTo>
                  <a:pt x="667845" y="0"/>
                </a:lnTo>
                <a:lnTo>
                  <a:pt x="636041" y="0"/>
                </a:lnTo>
                <a:lnTo>
                  <a:pt x="604247" y="0"/>
                </a:lnTo>
                <a:lnTo>
                  <a:pt x="572443" y="0"/>
                </a:lnTo>
                <a:lnTo>
                  <a:pt x="540639" y="0"/>
                </a:lnTo>
                <a:lnTo>
                  <a:pt x="508835" y="0"/>
                </a:lnTo>
                <a:lnTo>
                  <a:pt x="477031" y="0"/>
                </a:lnTo>
                <a:lnTo>
                  <a:pt x="445237" y="0"/>
                </a:lnTo>
                <a:lnTo>
                  <a:pt x="413433" y="0"/>
                </a:lnTo>
                <a:lnTo>
                  <a:pt x="381629" y="0"/>
                </a:lnTo>
                <a:lnTo>
                  <a:pt x="349825" y="0"/>
                </a:lnTo>
                <a:lnTo>
                  <a:pt x="318021" y="0"/>
                </a:lnTo>
                <a:lnTo>
                  <a:pt x="286217" y="0"/>
                </a:lnTo>
                <a:lnTo>
                  <a:pt x="254422" y="0"/>
                </a:lnTo>
                <a:lnTo>
                  <a:pt x="222618" y="0"/>
                </a:lnTo>
                <a:lnTo>
                  <a:pt x="190814" y="0"/>
                </a:lnTo>
                <a:lnTo>
                  <a:pt x="159010" y="0"/>
                </a:lnTo>
                <a:lnTo>
                  <a:pt x="127206" y="0"/>
                </a:lnTo>
                <a:lnTo>
                  <a:pt x="95402" y="0"/>
                </a:lnTo>
                <a:lnTo>
                  <a:pt x="63608" y="0"/>
                </a:lnTo>
                <a:lnTo>
                  <a:pt x="31804" y="0"/>
                </a:lnTo>
                <a:lnTo>
                  <a:pt x="0" y="0"/>
                </a:lnTo>
                <a:close/>
              </a:path>
            </a:pathLst>
          </a:custGeom>
          <a:gradFill xmlns:a="http://schemas.openxmlformats.org/drawingml/2006/main">
            <a:gsLst>
              <a:gs pos="0">
                <a:srgbClr val="F4ECEA">
                  <a:alpha val="0"/>
                </a:srgbClr>
              </a:gs>
              <a:gs pos="42000">
                <a:srgbClr val="DFC6C1">
                  <a:alpha val="9600"/>
                </a:srgbClr>
              </a:gs>
              <a:gs pos="76000">
                <a:srgbClr val="DFC6C1">
                  <a:alpha val="19200"/>
                </a:srgbClr>
              </a:gs>
              <a:gs pos="100000">
                <a:srgbClr val="C2948B">
                  <a:alpha val="31200"/>
                </a:srgbClr>
              </a:gs>
            </a:gsLst>
            <a:lin ang="5400000"/>
          </a:gradFill>
          <a:ln xmlns:a="http://schemas.openxmlformats.org/drawingml/2006/main" w="9525">
            <a:noFill/>
            <a:prstDash val="solid"/>
          </a:ln>
        </p:spPr>
      </p:sp>
      <p:sp>
        <p:nvSpPr>
          <p:cNvPr id="22" name="simple-step-title-0">
            <a:extLst xmlns:a="http://schemas.openxmlformats.org/drawingml/2006/main">
              <a:ext uri="{FF2B5EF4-FFF2-40B4-BE49-F238E27FC236}">
                <a16:creationId xmlns:a16="http://schemas.microsoft.com/office/drawing/2014/main" id="{B92CB490-656C-4BC0-8737-0FA38ADF9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02525" y="2879379"/>
            <a:ext cx="2481710" cy="4484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收集线索</a:t>
            </a:r>
          </a:p>
        </p:txBody>
      </p:sp>
      <p:sp>
        <p:nvSpPr>
          <p:cNvPr id="23" name="simple-step-title-1">
            <a:extLst xmlns:a="http://schemas.openxmlformats.org/drawingml/2006/main">
              <a:ext uri="{FF2B5EF4-FFF2-40B4-BE49-F238E27FC236}">
                <a16:creationId xmlns:a16="http://schemas.microsoft.com/office/drawing/2014/main" id="{07306C74-DC55-4888-AB0E-EC0322159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15354" y="3516068"/>
            <a:ext cx="1856032" cy="4484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核对问题</a:t>
            </a:r>
          </a:p>
        </p:txBody>
      </p:sp>
      <p:sp>
        <p:nvSpPr>
          <p:cNvPr id="24" name="simple-step-title-2">
            <a:extLst xmlns:a="http://schemas.openxmlformats.org/drawingml/2006/main">
              <a:ext uri="{FF2B5EF4-FFF2-40B4-BE49-F238E27FC236}">
                <a16:creationId xmlns:a16="http://schemas.microsoft.com/office/drawing/2014/main" id="{CE7D367B-35BD-4F68-95F1-8B82B684F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74463" y="4152605"/>
            <a:ext cx="1337815" cy="4484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验证方案</a:t>
            </a:r>
          </a:p>
        </p:txBody>
      </p:sp>
      <p:sp>
        <p:nvSpPr>
          <p:cNvPr id="25" name="simple-step-title-3">
            <a:extLst xmlns:a="http://schemas.openxmlformats.org/drawingml/2006/main">
              <a:ext uri="{FF2B5EF4-FFF2-40B4-BE49-F238E27FC236}">
                <a16:creationId xmlns:a16="http://schemas.microsoft.com/office/drawing/2014/main" id="{FBC8FB00-5BE1-4865-9132-2593F0F2D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13931" y="4789141"/>
            <a:ext cx="858888" cy="4484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纳入发布</a:t>
            </a:r>
          </a:p>
        </p:txBody>
      </p:sp>
      <p:sp>
        <p:nvSpPr>
          <p:cNvPr id="26" name="simple-input-core-0">
            <a:extLst xmlns:a="http://schemas.openxmlformats.org/drawingml/2006/main">
              <a:ext uri="{FF2B5EF4-FFF2-40B4-BE49-F238E27FC236}">
                <a16:creationId xmlns:a16="http://schemas.microsoft.com/office/drawing/2014/main" id="{D887A20C-694C-45CA-99F1-13ADB36FB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01359" y="2244776"/>
            <a:ext cx="360312" cy="36031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19050">
            <a:solidFill>
              <a:srgbClr val="D8D5C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5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5270636fb842e0">
            <a:extLst>
              <a:ext uri="{96DAC541-7B7A-43D3-8B79-37D633B846F1}">
                <asvg:svgBlip xmlns:asvg="http://schemas.microsoft.com/office/drawing/2016/SVG/main" r:embed="R2775fe4621714866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3198686" y="2342112"/>
            <a:ext cx="165649" cy="165649"/>
          </a:xfrm>
          <a:prstGeom xmlns:a="http://schemas.openxmlformats.org/drawingml/2006/main" prst="rect">
            <a:avLst/>
          </a:prstGeom>
        </p:spPr>
      </p:pic>
      <p:sp>
        <p:nvSpPr>
          <p:cNvPr id="28" name="simple-input-core-1">
            <a:extLst xmlns:a="http://schemas.openxmlformats.org/drawingml/2006/main">
              <a:ext uri="{FF2B5EF4-FFF2-40B4-BE49-F238E27FC236}">
                <a16:creationId xmlns:a16="http://schemas.microsoft.com/office/drawing/2014/main" id="{437DCBF9-AC1C-4A3D-B781-153C3827C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86736" y="2072430"/>
            <a:ext cx="313287" cy="31328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19050">
            <a:solidFill>
              <a:srgbClr val="D8D5C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6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d1524ea0664b4f">
            <a:extLst>
              <a:ext uri="{96DAC541-7B7A-43D3-8B79-37D633B846F1}">
                <asvg:svgBlip xmlns:asvg="http://schemas.microsoft.com/office/drawing/2016/SVG/main" r:embed="R5e4cf6f0ee654c0b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084063" y="2169766"/>
            <a:ext cx="118615" cy="118615"/>
          </a:xfrm>
          <a:prstGeom xmlns:a="http://schemas.openxmlformats.org/drawingml/2006/main" prst="rect">
            <a:avLst/>
          </a:prstGeom>
        </p:spPr>
      </p:pic>
      <p:sp>
        <p:nvSpPr>
          <p:cNvPr id="30" name="simple-input-core-2">
            <a:extLst xmlns:a="http://schemas.openxmlformats.org/drawingml/2006/main">
              <a:ext uri="{FF2B5EF4-FFF2-40B4-BE49-F238E27FC236}">
                <a16:creationId xmlns:a16="http://schemas.microsoft.com/office/drawing/2014/main" id="{FBFE3722-4B91-4566-A39E-5A59AA923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24936" y="2213372"/>
            <a:ext cx="360312" cy="36031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19050">
            <a:solidFill>
              <a:srgbClr val="D8D5C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6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aa83d8ed874822">
            <a:extLst>
              <a:ext uri="{96DAC541-7B7A-43D3-8B79-37D633B846F1}">
                <asvg:svgBlip xmlns:asvg="http://schemas.microsoft.com/office/drawing/2016/SVG/main" r:embed="Rbd4964808cb146b2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922263" y="2310708"/>
            <a:ext cx="165649" cy="165649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720774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2026-09-08T05:41:00.2360000Z</dcterms:created>
  <dcterms:modified xsi:type="dcterms:W3CDTF">2026-09-08T05:41:00.2360000Z</dcterms:modified>
</coreProperties>
</file>