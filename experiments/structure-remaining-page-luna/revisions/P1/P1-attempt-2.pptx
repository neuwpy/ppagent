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16446686874f43" /><Relationship Type="http://schemas.openxmlformats.org/officeDocument/2006/relationships/extended-properties" Target="/docProps/app.xml" Id="R1f758bbfeee945d1" /><Relationship Type="http://schemas.openxmlformats.org/officeDocument/2006/relationships/officeDocument" Target="/ppt/presentation.xml" Id="Raafecbeaeab14e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6c94fc03ea495e"/>
  </p:sldMasterIdLst>
  <p:notesMasterIdLst>
    <p:notesMasterId xmlns:r="http://schemas.openxmlformats.org/officeDocument/2006/relationships" r:id="R8a44332357024b69"/>
  </p:notesMasterIdLst>
  <p:sldIdLst>
    <p:sldId xmlns:r="http://schemas.openxmlformats.org/officeDocument/2006/relationships" id="256" r:id="R82173dce4abc40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539f9b6b744b4e" /><Relationship Type="http://schemas.openxmlformats.org/officeDocument/2006/relationships/slideMaster" Target="/ppt/slideMasters/slideMaster1.xml" Id="Rc36c94fc03ea495e" /><Relationship Type="http://schemas.openxmlformats.org/officeDocument/2006/relationships/notesMaster" Target="/ppt/notesMasters/notesMaster1.xml" Id="R8a44332357024b69" /><Relationship Type="http://schemas.openxmlformats.org/officeDocument/2006/relationships/presProps" Target="/ppt/presProps.xml" Id="Rd86a2c05cfb94182" /><Relationship Type="http://schemas.openxmlformats.org/officeDocument/2006/relationships/tableStyles" Target="/ppt/tableStyles.xml" Id="Rbc15b9ffa9094a8d" /><Relationship Type="http://schemas.openxmlformats.org/officeDocument/2006/relationships/slide" Target="/ppt/slides/slide1.xml" Id="R82173dce4abc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a297b09bd146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acbd9aa754017" /><Relationship Type="http://schemas.openxmlformats.org/officeDocument/2006/relationships/notesMaster" Target="/ppt/notesMasters/notesMaster1.xml" Id="Rdac92b6aeae4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62dc18b3e46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86f0effab94b1e" /><Relationship Type="http://schemas.openxmlformats.org/officeDocument/2006/relationships/slideLayout" Target="/ppt/slideLayouts/slideLayout1.xml" Id="R400db730410940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0db730410940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7d30659dc4916" /><Relationship Type="http://schemas.openxmlformats.org/officeDocument/2006/relationships/image" Target="/ppt/media/image.png" Id="R02aad966a10e4065" /><Relationship Type="http://schemas.openxmlformats.org/officeDocument/2006/relationships/image" Target="/ppt/media/image.svg" Id="R0a9b0b0bc44a46ae" /><Relationship Type="http://schemas.openxmlformats.org/officeDocument/2006/relationships/image" Target="/ppt/media/image2.png" Id="R0058f7996a894020" /><Relationship Type="http://schemas.openxmlformats.org/officeDocument/2006/relationships/image" Target="/ppt/media/image2.svg" Id="Rac01442fc2b74cea" /><Relationship Type="http://schemas.openxmlformats.org/officeDocument/2006/relationships/image" Target="/ppt/media/image3.png" Id="R472799e77faf4d99" /><Relationship Type="http://schemas.openxmlformats.org/officeDocument/2006/relationships/image" Target="/ppt/media/image3.svg" Id="Re07692bd11cb427f" /><Relationship Type="http://schemas.openxmlformats.org/officeDocument/2006/relationships/image" Target="/ppt/media/image4.png" Id="R218ab2bd6e244992" /><Relationship Type="http://schemas.openxmlformats.org/officeDocument/2006/relationships/image" Target="/ppt/media/image4.svg" Id="Rca5efd13ec6e40c8" /><Relationship Type="http://schemas.openxmlformats.org/officeDocument/2006/relationships/notesSlide" Target="/ppt/notesSlides/notesSlide1.xml" Id="R88550cede04e42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paper">
            <a:extLst xmlns:a="http://schemas.openxmlformats.org/drawingml/2006/main">
              <a:ext uri="{FF2B5EF4-FFF2-40B4-BE49-F238E27FC236}">
                <a16:creationId xmlns:a16="http://schemas.microsoft.com/office/drawing/2014/main" id="{FB8AC2B8-14A6-4876-8F72-E0AFED5E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39FE9F03-6F7B-45AE-BEAB-FD2B4A11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ED946C1-D8EC-4F9A-A105-9D445E4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交接验收的四项条件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3462311-C7C4-48E4-9CE0-CB84CD45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B7B2FA3B-AD73-43DA-8062-C03F4364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051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接手者能独立继续工作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BCAC2D24-3235-41D4-AD90-DFC1A1F3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575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交接是否完成，以这一结果为准。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发送文件只是交接动作。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70033F-D175-404A-8B8E-4E9F3E83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5DC50001-C084-4B3F-9F04-6576551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2041" y="3290640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ED690802-F21F-4EC4-9351-56D0426F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2406996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0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B00CA7E2-398D-4523-8B4F-BC7FE928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2406996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070E3084-BD66-455B-A092-4647DAE6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6534" y="3318291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2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69EF9BF0-08CD-4C6C-81F4-4CC52170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838" y="3290640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076046C1-AE81-4B15-A7FA-7A828D4B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2406996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63289CF9-93DC-498E-ABA7-384C8096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2406996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82671F17-2547-4DC1-8C97-482B52F6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331" y="3318291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6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05142E3C-0E2E-4563-80E5-205E4C0A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2041" y="4608366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E53382BA-546C-43C0-A56A-D7939706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3724723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8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044CE3EE-4CED-4B79-9DC0-8F3C4ABA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3724723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96A56AEC-3295-4C66-BB92-FC2D6036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6534" y="4636018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0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341D1C6F-6473-4E48-8E33-7CA44A2B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838" y="4608366"/>
            <a:ext cx="1907819" cy="319649"/>
          </a:xfrm>
          <a:custGeom xmlns:a="http://schemas.openxmlformats.org/drawingml/2006/main">
            <a:pathLst>
              <a:path w="1907819" h="319649">
                <a:moveTo>
                  <a:pt x="1907229" y="0"/>
                </a:moveTo>
                <a:lnTo>
                  <a:pt x="1907819" y="11773"/>
                </a:lnTo>
                <a:lnTo>
                  <a:pt x="1907553" y="23546"/>
                </a:lnTo>
                <a:lnTo>
                  <a:pt x="1906629" y="35309"/>
                </a:lnTo>
                <a:lnTo>
                  <a:pt x="1905095" y="47054"/>
                </a:lnTo>
                <a:lnTo>
                  <a:pt x="1902962" y="58750"/>
                </a:lnTo>
                <a:lnTo>
                  <a:pt x="1900247" y="70409"/>
                </a:lnTo>
                <a:lnTo>
                  <a:pt x="1896942" y="82001"/>
                </a:lnTo>
                <a:lnTo>
                  <a:pt x="1893046" y="93516"/>
                </a:lnTo>
                <a:lnTo>
                  <a:pt x="1888541" y="104946"/>
                </a:lnTo>
                <a:lnTo>
                  <a:pt x="1883416" y="116272"/>
                </a:lnTo>
                <a:lnTo>
                  <a:pt x="1877654" y="127483"/>
                </a:lnTo>
                <a:lnTo>
                  <a:pt x="1871253" y="138551"/>
                </a:lnTo>
                <a:lnTo>
                  <a:pt x="1864195" y="149447"/>
                </a:lnTo>
                <a:lnTo>
                  <a:pt x="1856461" y="160172"/>
                </a:lnTo>
                <a:lnTo>
                  <a:pt x="1848050" y="170688"/>
                </a:lnTo>
                <a:lnTo>
                  <a:pt x="1838954" y="180975"/>
                </a:lnTo>
                <a:lnTo>
                  <a:pt x="1829162" y="191014"/>
                </a:lnTo>
                <a:lnTo>
                  <a:pt x="1818675" y="200758"/>
                </a:lnTo>
                <a:lnTo>
                  <a:pt x="1807512" y="210207"/>
                </a:lnTo>
                <a:lnTo>
                  <a:pt x="1795663" y="219313"/>
                </a:lnTo>
                <a:lnTo>
                  <a:pt x="1783166" y="228067"/>
                </a:lnTo>
                <a:lnTo>
                  <a:pt x="1770021" y="236439"/>
                </a:lnTo>
                <a:lnTo>
                  <a:pt x="1756267" y="244412"/>
                </a:lnTo>
                <a:lnTo>
                  <a:pt x="1741932" y="251974"/>
                </a:lnTo>
                <a:lnTo>
                  <a:pt x="1727063" y="259099"/>
                </a:lnTo>
                <a:lnTo>
                  <a:pt x="1711681" y="265786"/>
                </a:lnTo>
                <a:lnTo>
                  <a:pt x="1695841" y="272034"/>
                </a:lnTo>
                <a:lnTo>
                  <a:pt x="1679572" y="277835"/>
                </a:lnTo>
                <a:lnTo>
                  <a:pt x="1662932" y="283188"/>
                </a:lnTo>
                <a:lnTo>
                  <a:pt x="1645939" y="288093"/>
                </a:lnTo>
                <a:lnTo>
                  <a:pt x="1628661" y="292579"/>
                </a:lnTo>
                <a:lnTo>
                  <a:pt x="1611116" y="296637"/>
                </a:lnTo>
                <a:lnTo>
                  <a:pt x="1593352" y="300276"/>
                </a:lnTo>
                <a:lnTo>
                  <a:pt x="1575387" y="303524"/>
                </a:lnTo>
                <a:lnTo>
                  <a:pt x="1557261" y="306391"/>
                </a:lnTo>
                <a:lnTo>
                  <a:pt x="1539002" y="308886"/>
                </a:lnTo>
                <a:lnTo>
                  <a:pt x="1520628" y="311039"/>
                </a:lnTo>
                <a:lnTo>
                  <a:pt x="1502159" y="312839"/>
                </a:lnTo>
                <a:lnTo>
                  <a:pt x="1483624" y="314325"/>
                </a:lnTo>
                <a:lnTo>
                  <a:pt x="1465031" y="315506"/>
                </a:lnTo>
                <a:lnTo>
                  <a:pt x="1446390" y="316392"/>
                </a:lnTo>
                <a:lnTo>
                  <a:pt x="1427721" y="316811"/>
                </a:lnTo>
                <a:lnTo>
                  <a:pt x="1409033" y="317078"/>
                </a:lnTo>
                <a:lnTo>
                  <a:pt x="1390355" y="317306"/>
                </a:lnTo>
                <a:lnTo>
                  <a:pt x="1371667" y="317487"/>
                </a:lnTo>
                <a:lnTo>
                  <a:pt x="1352979" y="317649"/>
                </a:lnTo>
                <a:lnTo>
                  <a:pt x="1334291" y="317802"/>
                </a:lnTo>
                <a:lnTo>
                  <a:pt x="1315603" y="317935"/>
                </a:lnTo>
                <a:lnTo>
                  <a:pt x="1296924" y="318059"/>
                </a:lnTo>
                <a:lnTo>
                  <a:pt x="1278236" y="318173"/>
                </a:lnTo>
                <a:lnTo>
                  <a:pt x="1259548" y="318278"/>
                </a:lnTo>
                <a:lnTo>
                  <a:pt x="1240860" y="318383"/>
                </a:lnTo>
                <a:lnTo>
                  <a:pt x="1222172" y="318468"/>
                </a:lnTo>
                <a:lnTo>
                  <a:pt x="1203484" y="318564"/>
                </a:lnTo>
                <a:lnTo>
                  <a:pt x="1184796" y="318640"/>
                </a:lnTo>
                <a:lnTo>
                  <a:pt x="1166108" y="318726"/>
                </a:lnTo>
                <a:lnTo>
                  <a:pt x="1147420" y="318802"/>
                </a:lnTo>
                <a:lnTo>
                  <a:pt x="1128732" y="318868"/>
                </a:lnTo>
                <a:lnTo>
                  <a:pt x="1110053" y="318935"/>
                </a:lnTo>
                <a:lnTo>
                  <a:pt x="1091365" y="319002"/>
                </a:lnTo>
                <a:lnTo>
                  <a:pt x="1072677" y="319059"/>
                </a:lnTo>
                <a:lnTo>
                  <a:pt x="1053989" y="319116"/>
                </a:lnTo>
                <a:lnTo>
                  <a:pt x="1035301" y="319173"/>
                </a:lnTo>
                <a:lnTo>
                  <a:pt x="1016613" y="319221"/>
                </a:lnTo>
                <a:lnTo>
                  <a:pt x="997925" y="319268"/>
                </a:lnTo>
                <a:lnTo>
                  <a:pt x="979237" y="319307"/>
                </a:lnTo>
                <a:lnTo>
                  <a:pt x="960549" y="319354"/>
                </a:lnTo>
                <a:lnTo>
                  <a:pt x="941861" y="319392"/>
                </a:lnTo>
                <a:lnTo>
                  <a:pt x="923173" y="319430"/>
                </a:lnTo>
                <a:lnTo>
                  <a:pt x="904484" y="319459"/>
                </a:lnTo>
                <a:lnTo>
                  <a:pt x="885796" y="319488"/>
                </a:lnTo>
                <a:lnTo>
                  <a:pt x="867108" y="319516"/>
                </a:lnTo>
                <a:lnTo>
                  <a:pt x="848420" y="319545"/>
                </a:lnTo>
                <a:lnTo>
                  <a:pt x="829732" y="319564"/>
                </a:lnTo>
                <a:lnTo>
                  <a:pt x="811044" y="319583"/>
                </a:lnTo>
                <a:lnTo>
                  <a:pt x="792356" y="319602"/>
                </a:lnTo>
                <a:lnTo>
                  <a:pt x="773668" y="319621"/>
                </a:lnTo>
                <a:lnTo>
                  <a:pt x="754980" y="319630"/>
                </a:lnTo>
                <a:lnTo>
                  <a:pt x="736292" y="319640"/>
                </a:lnTo>
                <a:lnTo>
                  <a:pt x="717604" y="319649"/>
                </a:lnTo>
                <a:lnTo>
                  <a:pt x="698916" y="319649"/>
                </a:lnTo>
                <a:lnTo>
                  <a:pt x="680228" y="319649"/>
                </a:lnTo>
                <a:lnTo>
                  <a:pt x="661540" y="319649"/>
                </a:lnTo>
                <a:lnTo>
                  <a:pt x="642852" y="319649"/>
                </a:lnTo>
                <a:lnTo>
                  <a:pt x="624164" y="319640"/>
                </a:lnTo>
                <a:lnTo>
                  <a:pt x="605485" y="319630"/>
                </a:lnTo>
                <a:lnTo>
                  <a:pt x="586797" y="319621"/>
                </a:lnTo>
                <a:lnTo>
                  <a:pt x="568109" y="319602"/>
                </a:lnTo>
                <a:lnTo>
                  <a:pt x="549421" y="319583"/>
                </a:lnTo>
                <a:lnTo>
                  <a:pt x="530733" y="319554"/>
                </a:lnTo>
                <a:lnTo>
                  <a:pt x="512045" y="319535"/>
                </a:lnTo>
                <a:lnTo>
                  <a:pt x="493357" y="319507"/>
                </a:lnTo>
                <a:lnTo>
                  <a:pt x="474669" y="319469"/>
                </a:lnTo>
                <a:lnTo>
                  <a:pt x="455981" y="319430"/>
                </a:lnTo>
                <a:lnTo>
                  <a:pt x="437293" y="319392"/>
                </a:lnTo>
                <a:lnTo>
                  <a:pt x="418605" y="319345"/>
                </a:lnTo>
                <a:lnTo>
                  <a:pt x="399917" y="319288"/>
                </a:lnTo>
                <a:lnTo>
                  <a:pt x="381229" y="319240"/>
                </a:lnTo>
                <a:lnTo>
                  <a:pt x="362541" y="319183"/>
                </a:lnTo>
                <a:lnTo>
                  <a:pt x="343853" y="319116"/>
                </a:lnTo>
                <a:lnTo>
                  <a:pt x="325164" y="319040"/>
                </a:lnTo>
                <a:lnTo>
                  <a:pt x="306476" y="318964"/>
                </a:lnTo>
                <a:lnTo>
                  <a:pt x="287788" y="318878"/>
                </a:lnTo>
                <a:lnTo>
                  <a:pt x="269100" y="318783"/>
                </a:lnTo>
                <a:lnTo>
                  <a:pt x="250422" y="318687"/>
                </a:lnTo>
                <a:lnTo>
                  <a:pt x="231734" y="318573"/>
                </a:lnTo>
                <a:lnTo>
                  <a:pt x="213046" y="318459"/>
                </a:lnTo>
                <a:lnTo>
                  <a:pt x="194358" y="318326"/>
                </a:lnTo>
                <a:lnTo>
                  <a:pt x="175670" y="318183"/>
                </a:lnTo>
                <a:lnTo>
                  <a:pt x="156982" y="318021"/>
                </a:lnTo>
                <a:lnTo>
                  <a:pt x="138303" y="317849"/>
                </a:lnTo>
                <a:lnTo>
                  <a:pt x="119615" y="317649"/>
                </a:lnTo>
                <a:lnTo>
                  <a:pt x="100927" y="317430"/>
                </a:lnTo>
                <a:lnTo>
                  <a:pt x="82248" y="317173"/>
                </a:lnTo>
                <a:lnTo>
                  <a:pt x="63560" y="316878"/>
                </a:lnTo>
                <a:lnTo>
                  <a:pt x="44882" y="316506"/>
                </a:lnTo>
                <a:lnTo>
                  <a:pt x="26213" y="316020"/>
                </a:lnTo>
                <a:lnTo>
                  <a:pt x="7563" y="315258"/>
                </a:lnTo>
                <a:lnTo>
                  <a:pt x="3467" y="305686"/>
                </a:lnTo>
                <a:lnTo>
                  <a:pt x="3219" y="293903"/>
                </a:lnTo>
                <a:lnTo>
                  <a:pt x="2972" y="282131"/>
                </a:lnTo>
                <a:lnTo>
                  <a:pt x="2724" y="270348"/>
                </a:lnTo>
                <a:lnTo>
                  <a:pt x="2477" y="258575"/>
                </a:lnTo>
                <a:lnTo>
                  <a:pt x="2229" y="246793"/>
                </a:lnTo>
                <a:lnTo>
                  <a:pt x="1981" y="235020"/>
                </a:lnTo>
                <a:lnTo>
                  <a:pt x="1734" y="223237"/>
                </a:lnTo>
                <a:lnTo>
                  <a:pt x="1486" y="211465"/>
                </a:lnTo>
                <a:lnTo>
                  <a:pt x="1238" y="199682"/>
                </a:lnTo>
                <a:lnTo>
                  <a:pt x="991" y="187909"/>
                </a:lnTo>
                <a:lnTo>
                  <a:pt x="743" y="176127"/>
                </a:lnTo>
                <a:lnTo>
                  <a:pt x="495" y="164344"/>
                </a:lnTo>
                <a:lnTo>
                  <a:pt x="248" y="152571"/>
                </a:lnTo>
                <a:lnTo>
                  <a:pt x="0" y="140789"/>
                </a:lnTo>
                <a:lnTo>
                  <a:pt x="6858" y="133083"/>
                </a:lnTo>
                <a:lnTo>
                  <a:pt x="25498" y="132236"/>
                </a:lnTo>
                <a:lnTo>
                  <a:pt x="44148" y="131512"/>
                </a:lnTo>
                <a:lnTo>
                  <a:pt x="62808" y="130912"/>
                </a:lnTo>
                <a:lnTo>
                  <a:pt x="81486" y="130416"/>
                </a:lnTo>
                <a:lnTo>
                  <a:pt x="100155" y="130026"/>
                </a:lnTo>
                <a:lnTo>
                  <a:pt x="118843" y="129721"/>
                </a:lnTo>
                <a:lnTo>
                  <a:pt x="137522" y="129492"/>
                </a:lnTo>
                <a:lnTo>
                  <a:pt x="156210" y="129340"/>
                </a:lnTo>
                <a:lnTo>
                  <a:pt x="174898" y="129264"/>
                </a:lnTo>
                <a:lnTo>
                  <a:pt x="193586" y="129235"/>
                </a:lnTo>
                <a:lnTo>
                  <a:pt x="212274" y="129273"/>
                </a:lnTo>
                <a:lnTo>
                  <a:pt x="230962" y="129350"/>
                </a:lnTo>
                <a:lnTo>
                  <a:pt x="249650" y="129483"/>
                </a:lnTo>
                <a:lnTo>
                  <a:pt x="268329" y="129664"/>
                </a:lnTo>
                <a:lnTo>
                  <a:pt x="287017" y="129883"/>
                </a:lnTo>
                <a:lnTo>
                  <a:pt x="305705" y="130140"/>
                </a:lnTo>
                <a:lnTo>
                  <a:pt x="324383" y="130426"/>
                </a:lnTo>
                <a:lnTo>
                  <a:pt x="343062" y="130750"/>
                </a:lnTo>
                <a:lnTo>
                  <a:pt x="361740" y="131102"/>
                </a:lnTo>
                <a:lnTo>
                  <a:pt x="380419" y="131483"/>
                </a:lnTo>
                <a:lnTo>
                  <a:pt x="399098" y="131893"/>
                </a:lnTo>
                <a:lnTo>
                  <a:pt x="417776" y="132321"/>
                </a:lnTo>
                <a:lnTo>
                  <a:pt x="436445" y="132769"/>
                </a:lnTo>
                <a:lnTo>
                  <a:pt x="455124" y="133245"/>
                </a:lnTo>
                <a:lnTo>
                  <a:pt x="473793" y="133741"/>
                </a:lnTo>
                <a:lnTo>
                  <a:pt x="492462" y="134245"/>
                </a:lnTo>
                <a:lnTo>
                  <a:pt x="511131" y="134769"/>
                </a:lnTo>
                <a:lnTo>
                  <a:pt x="529800" y="135312"/>
                </a:lnTo>
                <a:lnTo>
                  <a:pt x="548469" y="135865"/>
                </a:lnTo>
                <a:lnTo>
                  <a:pt x="567128" y="136427"/>
                </a:lnTo>
                <a:lnTo>
                  <a:pt x="585797" y="136998"/>
                </a:lnTo>
                <a:lnTo>
                  <a:pt x="604466" y="137579"/>
                </a:lnTo>
                <a:lnTo>
                  <a:pt x="623126" y="138170"/>
                </a:lnTo>
                <a:lnTo>
                  <a:pt x="641795" y="138760"/>
                </a:lnTo>
                <a:lnTo>
                  <a:pt x="660454" y="139370"/>
                </a:lnTo>
                <a:lnTo>
                  <a:pt x="679113" y="139970"/>
                </a:lnTo>
                <a:lnTo>
                  <a:pt x="697782" y="140579"/>
                </a:lnTo>
                <a:lnTo>
                  <a:pt x="716442" y="141189"/>
                </a:lnTo>
                <a:lnTo>
                  <a:pt x="735101" y="141808"/>
                </a:lnTo>
                <a:lnTo>
                  <a:pt x="753770" y="142408"/>
                </a:lnTo>
                <a:lnTo>
                  <a:pt x="772430" y="143018"/>
                </a:lnTo>
                <a:lnTo>
                  <a:pt x="791089" y="143627"/>
                </a:lnTo>
                <a:lnTo>
                  <a:pt x="809758" y="144237"/>
                </a:lnTo>
                <a:lnTo>
                  <a:pt x="828418" y="144837"/>
                </a:lnTo>
                <a:lnTo>
                  <a:pt x="847087" y="145428"/>
                </a:lnTo>
                <a:lnTo>
                  <a:pt x="865746" y="146018"/>
                </a:lnTo>
                <a:lnTo>
                  <a:pt x="884415" y="146599"/>
                </a:lnTo>
                <a:lnTo>
                  <a:pt x="903084" y="147161"/>
                </a:lnTo>
                <a:lnTo>
                  <a:pt x="921744" y="147723"/>
                </a:lnTo>
                <a:lnTo>
                  <a:pt x="940413" y="148266"/>
                </a:lnTo>
                <a:lnTo>
                  <a:pt x="959082" y="148800"/>
                </a:lnTo>
                <a:lnTo>
                  <a:pt x="977751" y="149314"/>
                </a:lnTo>
                <a:lnTo>
                  <a:pt x="996420" y="149819"/>
                </a:lnTo>
                <a:lnTo>
                  <a:pt x="1015098" y="150305"/>
                </a:lnTo>
                <a:lnTo>
                  <a:pt x="1033767" y="150771"/>
                </a:lnTo>
                <a:lnTo>
                  <a:pt x="1052446" y="151209"/>
                </a:lnTo>
                <a:lnTo>
                  <a:pt x="1071115" y="151628"/>
                </a:lnTo>
                <a:lnTo>
                  <a:pt x="1089793" y="152019"/>
                </a:lnTo>
                <a:lnTo>
                  <a:pt x="1108472" y="152381"/>
                </a:lnTo>
                <a:lnTo>
                  <a:pt x="1127160" y="152724"/>
                </a:lnTo>
                <a:lnTo>
                  <a:pt x="1145838" y="153029"/>
                </a:lnTo>
                <a:lnTo>
                  <a:pt x="1164517" y="153295"/>
                </a:lnTo>
                <a:lnTo>
                  <a:pt x="1183205" y="153524"/>
                </a:lnTo>
                <a:lnTo>
                  <a:pt x="1201893" y="153714"/>
                </a:lnTo>
                <a:lnTo>
                  <a:pt x="1220572" y="153867"/>
                </a:lnTo>
                <a:lnTo>
                  <a:pt x="1239260" y="153962"/>
                </a:lnTo>
                <a:lnTo>
                  <a:pt x="1257948" y="154000"/>
                </a:lnTo>
                <a:lnTo>
                  <a:pt x="1276636" y="153991"/>
                </a:lnTo>
                <a:lnTo>
                  <a:pt x="1295324" y="153914"/>
                </a:lnTo>
                <a:lnTo>
                  <a:pt x="1314012" y="153781"/>
                </a:lnTo>
                <a:lnTo>
                  <a:pt x="1332700" y="153562"/>
                </a:lnTo>
                <a:lnTo>
                  <a:pt x="1351378" y="153257"/>
                </a:lnTo>
                <a:lnTo>
                  <a:pt x="1370057" y="152867"/>
                </a:lnTo>
                <a:lnTo>
                  <a:pt x="1388726" y="152381"/>
                </a:lnTo>
                <a:lnTo>
                  <a:pt x="1407395" y="151771"/>
                </a:lnTo>
                <a:lnTo>
                  <a:pt x="1426045" y="151038"/>
                </a:lnTo>
                <a:lnTo>
                  <a:pt x="1444676" y="150162"/>
                </a:lnTo>
                <a:lnTo>
                  <a:pt x="1463297" y="149123"/>
                </a:lnTo>
                <a:lnTo>
                  <a:pt x="1481880" y="147895"/>
                </a:lnTo>
                <a:lnTo>
                  <a:pt x="1500426" y="146447"/>
                </a:lnTo>
                <a:lnTo>
                  <a:pt x="1518914" y="144732"/>
                </a:lnTo>
                <a:lnTo>
                  <a:pt x="1537325" y="142713"/>
                </a:lnTo>
                <a:lnTo>
                  <a:pt x="1555613" y="140303"/>
                </a:lnTo>
                <a:lnTo>
                  <a:pt x="1573730" y="137408"/>
                </a:lnTo>
                <a:lnTo>
                  <a:pt x="1591561" y="133893"/>
                </a:lnTo>
                <a:lnTo>
                  <a:pt x="1608915" y="129540"/>
                </a:lnTo>
                <a:lnTo>
                  <a:pt x="1625403" y="124016"/>
                </a:lnTo>
                <a:lnTo>
                  <a:pt x="1640129" y="116805"/>
                </a:lnTo>
                <a:lnTo>
                  <a:pt x="1651140" y="107356"/>
                </a:lnTo>
                <a:lnTo>
                  <a:pt x="1655569" y="96002"/>
                </a:lnTo>
                <a:lnTo>
                  <a:pt x="1668104" y="90097"/>
                </a:lnTo>
                <a:lnTo>
                  <a:pt x="1685687" y="86125"/>
                </a:lnTo>
                <a:lnTo>
                  <a:pt x="1703032" y="81744"/>
                </a:lnTo>
                <a:lnTo>
                  <a:pt x="1720158" y="77029"/>
                </a:lnTo>
                <a:lnTo>
                  <a:pt x="1737065" y="72009"/>
                </a:lnTo>
                <a:lnTo>
                  <a:pt x="1753743" y="66694"/>
                </a:lnTo>
                <a:lnTo>
                  <a:pt x="1770202" y="61112"/>
                </a:lnTo>
                <a:lnTo>
                  <a:pt x="1786433" y="55274"/>
                </a:lnTo>
                <a:lnTo>
                  <a:pt x="1802425" y="49187"/>
                </a:lnTo>
                <a:lnTo>
                  <a:pt x="1818170" y="42843"/>
                </a:lnTo>
                <a:lnTo>
                  <a:pt x="1833677" y="36271"/>
                </a:lnTo>
                <a:lnTo>
                  <a:pt x="1848926" y="29461"/>
                </a:lnTo>
                <a:lnTo>
                  <a:pt x="1863909" y="22422"/>
                </a:lnTo>
                <a:lnTo>
                  <a:pt x="1878625" y="15164"/>
                </a:lnTo>
                <a:lnTo>
                  <a:pt x="1893065" y="7687"/>
                </a:lnTo>
                <a:lnTo>
                  <a:pt x="1907229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A4B8602C-225F-48CB-B0B7-90748D7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3724723"/>
            <a:ext cx="1907381" cy="1202236"/>
          </a:xfrm>
          <a:custGeom xmlns:a="http://schemas.openxmlformats.org/drawingml/2006/main">
            <a:pathLst>
              <a:path w="1907381" h="1202236">
                <a:moveTo>
                  <a:pt x="0" y="1202236"/>
                </a:moveTo>
                <a:lnTo>
                  <a:pt x="30623" y="1202236"/>
                </a:lnTo>
                <a:lnTo>
                  <a:pt x="61246" y="1202236"/>
                </a:lnTo>
                <a:lnTo>
                  <a:pt x="91878" y="1202236"/>
                </a:lnTo>
                <a:lnTo>
                  <a:pt x="122501" y="1202236"/>
                </a:lnTo>
                <a:lnTo>
                  <a:pt x="153124" y="1202236"/>
                </a:lnTo>
                <a:lnTo>
                  <a:pt x="183747" y="1202236"/>
                </a:lnTo>
                <a:lnTo>
                  <a:pt x="214379" y="1202236"/>
                </a:lnTo>
                <a:lnTo>
                  <a:pt x="245002" y="1202236"/>
                </a:lnTo>
                <a:lnTo>
                  <a:pt x="275625" y="1202236"/>
                </a:lnTo>
                <a:lnTo>
                  <a:pt x="306248" y="1202236"/>
                </a:lnTo>
                <a:lnTo>
                  <a:pt x="336880" y="1202236"/>
                </a:lnTo>
                <a:lnTo>
                  <a:pt x="367503" y="1202236"/>
                </a:lnTo>
                <a:lnTo>
                  <a:pt x="398126" y="1202236"/>
                </a:lnTo>
                <a:lnTo>
                  <a:pt x="428749" y="1202236"/>
                </a:lnTo>
                <a:lnTo>
                  <a:pt x="459372" y="1202236"/>
                </a:lnTo>
                <a:lnTo>
                  <a:pt x="490004" y="1202236"/>
                </a:lnTo>
                <a:lnTo>
                  <a:pt x="520627" y="1202236"/>
                </a:lnTo>
                <a:lnTo>
                  <a:pt x="551250" y="1202236"/>
                </a:lnTo>
                <a:lnTo>
                  <a:pt x="581873" y="1202236"/>
                </a:lnTo>
                <a:lnTo>
                  <a:pt x="612505" y="1202236"/>
                </a:lnTo>
                <a:lnTo>
                  <a:pt x="643128" y="1202236"/>
                </a:lnTo>
                <a:lnTo>
                  <a:pt x="673751" y="1202236"/>
                </a:lnTo>
                <a:lnTo>
                  <a:pt x="704374" y="1202236"/>
                </a:lnTo>
                <a:lnTo>
                  <a:pt x="735006" y="1202236"/>
                </a:lnTo>
                <a:lnTo>
                  <a:pt x="765629" y="1202236"/>
                </a:lnTo>
                <a:lnTo>
                  <a:pt x="796252" y="1202236"/>
                </a:lnTo>
                <a:lnTo>
                  <a:pt x="826875" y="1202236"/>
                </a:lnTo>
                <a:lnTo>
                  <a:pt x="857498" y="1202236"/>
                </a:lnTo>
                <a:lnTo>
                  <a:pt x="888130" y="1202236"/>
                </a:lnTo>
                <a:lnTo>
                  <a:pt x="918753" y="1202236"/>
                </a:lnTo>
                <a:lnTo>
                  <a:pt x="949376" y="1202236"/>
                </a:lnTo>
                <a:lnTo>
                  <a:pt x="979999" y="1202236"/>
                </a:lnTo>
                <a:lnTo>
                  <a:pt x="1010631" y="1202236"/>
                </a:lnTo>
                <a:lnTo>
                  <a:pt x="1041254" y="1202236"/>
                </a:lnTo>
                <a:lnTo>
                  <a:pt x="1071877" y="1202236"/>
                </a:lnTo>
                <a:lnTo>
                  <a:pt x="1102500" y="1202236"/>
                </a:lnTo>
                <a:lnTo>
                  <a:pt x="1133132" y="1202236"/>
                </a:lnTo>
                <a:lnTo>
                  <a:pt x="1163755" y="1202236"/>
                </a:lnTo>
                <a:lnTo>
                  <a:pt x="1194378" y="1202236"/>
                </a:lnTo>
                <a:lnTo>
                  <a:pt x="1225001" y="1202236"/>
                </a:lnTo>
                <a:lnTo>
                  <a:pt x="1255624" y="1202236"/>
                </a:lnTo>
                <a:lnTo>
                  <a:pt x="1285951" y="1200055"/>
                </a:lnTo>
                <a:lnTo>
                  <a:pt x="1316107" y="1196683"/>
                </a:lnTo>
                <a:lnTo>
                  <a:pt x="1346254" y="1193311"/>
                </a:lnTo>
                <a:lnTo>
                  <a:pt x="1376410" y="1189939"/>
                </a:lnTo>
                <a:lnTo>
                  <a:pt x="1406566" y="1186567"/>
                </a:lnTo>
                <a:lnTo>
                  <a:pt x="1436722" y="1183196"/>
                </a:lnTo>
                <a:lnTo>
                  <a:pt x="1466869" y="1179824"/>
                </a:lnTo>
                <a:lnTo>
                  <a:pt x="1497025" y="1176452"/>
                </a:lnTo>
                <a:lnTo>
                  <a:pt x="1520047" y="1164641"/>
                </a:lnTo>
                <a:lnTo>
                  <a:pt x="1541297" y="1150744"/>
                </a:lnTo>
                <a:lnTo>
                  <a:pt x="1562548" y="1136847"/>
                </a:lnTo>
                <a:lnTo>
                  <a:pt x="1583798" y="1122950"/>
                </a:lnTo>
                <a:lnTo>
                  <a:pt x="1605048" y="1109043"/>
                </a:lnTo>
                <a:lnTo>
                  <a:pt x="1626299" y="1095146"/>
                </a:lnTo>
                <a:lnTo>
                  <a:pt x="1647549" y="1081249"/>
                </a:lnTo>
                <a:lnTo>
                  <a:pt x="1668799" y="1067343"/>
                </a:lnTo>
                <a:lnTo>
                  <a:pt x="1690049" y="1053446"/>
                </a:lnTo>
                <a:lnTo>
                  <a:pt x="1711300" y="1039549"/>
                </a:lnTo>
                <a:lnTo>
                  <a:pt x="1732550" y="1025652"/>
                </a:lnTo>
                <a:lnTo>
                  <a:pt x="1753800" y="1011746"/>
                </a:lnTo>
                <a:lnTo>
                  <a:pt x="1775050" y="997849"/>
                </a:lnTo>
                <a:lnTo>
                  <a:pt x="1796301" y="983952"/>
                </a:lnTo>
                <a:lnTo>
                  <a:pt x="1817551" y="970045"/>
                </a:lnTo>
                <a:lnTo>
                  <a:pt x="1838801" y="956148"/>
                </a:lnTo>
                <a:lnTo>
                  <a:pt x="1860052" y="942251"/>
                </a:lnTo>
                <a:lnTo>
                  <a:pt x="1881302" y="928345"/>
                </a:lnTo>
                <a:lnTo>
                  <a:pt x="1902552" y="914448"/>
                </a:lnTo>
                <a:lnTo>
                  <a:pt x="1907381" y="896369"/>
                </a:lnTo>
                <a:lnTo>
                  <a:pt x="1907381" y="877072"/>
                </a:lnTo>
                <a:lnTo>
                  <a:pt x="1907381" y="857764"/>
                </a:lnTo>
                <a:lnTo>
                  <a:pt x="1907381" y="838467"/>
                </a:lnTo>
                <a:lnTo>
                  <a:pt x="1907381" y="819160"/>
                </a:lnTo>
                <a:lnTo>
                  <a:pt x="1907381" y="799852"/>
                </a:lnTo>
                <a:lnTo>
                  <a:pt x="1907381" y="780555"/>
                </a:lnTo>
                <a:lnTo>
                  <a:pt x="1907381" y="761248"/>
                </a:lnTo>
                <a:lnTo>
                  <a:pt x="1907381" y="741950"/>
                </a:lnTo>
                <a:lnTo>
                  <a:pt x="1907381" y="722643"/>
                </a:lnTo>
                <a:lnTo>
                  <a:pt x="1907381" y="703345"/>
                </a:lnTo>
                <a:lnTo>
                  <a:pt x="1907381" y="684038"/>
                </a:lnTo>
                <a:lnTo>
                  <a:pt x="1907381" y="664731"/>
                </a:lnTo>
                <a:lnTo>
                  <a:pt x="1907381" y="645433"/>
                </a:lnTo>
                <a:lnTo>
                  <a:pt x="1907381" y="626126"/>
                </a:lnTo>
                <a:lnTo>
                  <a:pt x="1907381" y="606828"/>
                </a:lnTo>
                <a:lnTo>
                  <a:pt x="1907381" y="587521"/>
                </a:lnTo>
                <a:lnTo>
                  <a:pt x="1907381" y="568223"/>
                </a:lnTo>
                <a:lnTo>
                  <a:pt x="1907381" y="548916"/>
                </a:lnTo>
                <a:lnTo>
                  <a:pt x="1907381" y="529609"/>
                </a:lnTo>
                <a:lnTo>
                  <a:pt x="1907381" y="510311"/>
                </a:lnTo>
                <a:lnTo>
                  <a:pt x="1907381" y="491004"/>
                </a:lnTo>
                <a:lnTo>
                  <a:pt x="1907381" y="471707"/>
                </a:lnTo>
                <a:lnTo>
                  <a:pt x="1907381" y="452399"/>
                </a:lnTo>
                <a:lnTo>
                  <a:pt x="1907381" y="433102"/>
                </a:lnTo>
                <a:lnTo>
                  <a:pt x="1907381" y="413795"/>
                </a:lnTo>
                <a:lnTo>
                  <a:pt x="1907381" y="394487"/>
                </a:lnTo>
                <a:lnTo>
                  <a:pt x="1907381" y="375190"/>
                </a:lnTo>
                <a:lnTo>
                  <a:pt x="1907381" y="355883"/>
                </a:lnTo>
                <a:lnTo>
                  <a:pt x="1907381" y="336585"/>
                </a:lnTo>
                <a:lnTo>
                  <a:pt x="1907381" y="317278"/>
                </a:lnTo>
                <a:lnTo>
                  <a:pt x="1907381" y="297971"/>
                </a:lnTo>
                <a:lnTo>
                  <a:pt x="1907381" y="278673"/>
                </a:lnTo>
                <a:lnTo>
                  <a:pt x="1907381" y="259366"/>
                </a:lnTo>
                <a:lnTo>
                  <a:pt x="1907381" y="240068"/>
                </a:lnTo>
                <a:lnTo>
                  <a:pt x="1907381" y="220761"/>
                </a:lnTo>
                <a:lnTo>
                  <a:pt x="1907381" y="201463"/>
                </a:lnTo>
                <a:lnTo>
                  <a:pt x="1907381" y="182156"/>
                </a:lnTo>
                <a:lnTo>
                  <a:pt x="1907381" y="162849"/>
                </a:lnTo>
                <a:lnTo>
                  <a:pt x="1907381" y="143551"/>
                </a:lnTo>
                <a:lnTo>
                  <a:pt x="1907381" y="124244"/>
                </a:lnTo>
                <a:lnTo>
                  <a:pt x="1907381" y="104946"/>
                </a:lnTo>
                <a:lnTo>
                  <a:pt x="1907381" y="85639"/>
                </a:lnTo>
                <a:lnTo>
                  <a:pt x="1907381" y="66342"/>
                </a:lnTo>
                <a:lnTo>
                  <a:pt x="1907381" y="47034"/>
                </a:lnTo>
                <a:lnTo>
                  <a:pt x="1907381" y="27727"/>
                </a:lnTo>
                <a:lnTo>
                  <a:pt x="1907381" y="8430"/>
                </a:lnTo>
                <a:lnTo>
                  <a:pt x="1890131" y="0"/>
                </a:lnTo>
                <a:lnTo>
                  <a:pt x="1859499" y="0"/>
                </a:lnTo>
                <a:lnTo>
                  <a:pt x="1828876" y="0"/>
                </a:lnTo>
                <a:lnTo>
                  <a:pt x="1798253" y="0"/>
                </a:lnTo>
                <a:lnTo>
                  <a:pt x="1767630" y="0"/>
                </a:lnTo>
                <a:lnTo>
                  <a:pt x="1736998" y="0"/>
                </a:lnTo>
                <a:lnTo>
                  <a:pt x="1706375" y="0"/>
                </a:lnTo>
                <a:lnTo>
                  <a:pt x="1675752" y="0"/>
                </a:lnTo>
                <a:lnTo>
                  <a:pt x="1645129" y="0"/>
                </a:lnTo>
                <a:lnTo>
                  <a:pt x="1614497" y="0"/>
                </a:lnTo>
                <a:lnTo>
                  <a:pt x="1583874" y="0"/>
                </a:lnTo>
                <a:lnTo>
                  <a:pt x="1553251" y="0"/>
                </a:lnTo>
                <a:lnTo>
                  <a:pt x="1522628" y="0"/>
                </a:lnTo>
                <a:lnTo>
                  <a:pt x="1492006" y="0"/>
                </a:lnTo>
                <a:lnTo>
                  <a:pt x="1461373" y="0"/>
                </a:lnTo>
                <a:lnTo>
                  <a:pt x="1430750" y="0"/>
                </a:lnTo>
                <a:lnTo>
                  <a:pt x="1400127" y="0"/>
                </a:lnTo>
                <a:lnTo>
                  <a:pt x="1369505" y="0"/>
                </a:lnTo>
                <a:lnTo>
                  <a:pt x="1338872" y="0"/>
                </a:lnTo>
                <a:lnTo>
                  <a:pt x="1308249" y="0"/>
                </a:lnTo>
                <a:lnTo>
                  <a:pt x="1277626" y="0"/>
                </a:lnTo>
                <a:lnTo>
                  <a:pt x="1247003" y="0"/>
                </a:lnTo>
                <a:lnTo>
                  <a:pt x="1216371" y="0"/>
                </a:lnTo>
                <a:lnTo>
                  <a:pt x="1185748" y="0"/>
                </a:lnTo>
                <a:lnTo>
                  <a:pt x="1155125" y="0"/>
                </a:lnTo>
                <a:lnTo>
                  <a:pt x="1124502" y="0"/>
                </a:lnTo>
                <a:lnTo>
                  <a:pt x="1093880" y="0"/>
                </a:lnTo>
                <a:lnTo>
                  <a:pt x="1063247" y="0"/>
                </a:lnTo>
                <a:lnTo>
                  <a:pt x="1032624" y="0"/>
                </a:lnTo>
                <a:lnTo>
                  <a:pt x="1002001" y="0"/>
                </a:lnTo>
                <a:lnTo>
                  <a:pt x="971379" y="0"/>
                </a:lnTo>
                <a:lnTo>
                  <a:pt x="940746" y="0"/>
                </a:lnTo>
                <a:lnTo>
                  <a:pt x="910123" y="0"/>
                </a:lnTo>
                <a:lnTo>
                  <a:pt x="879500" y="0"/>
                </a:lnTo>
                <a:lnTo>
                  <a:pt x="848878" y="0"/>
                </a:lnTo>
                <a:lnTo>
                  <a:pt x="818245" y="0"/>
                </a:lnTo>
                <a:lnTo>
                  <a:pt x="787622" y="0"/>
                </a:lnTo>
                <a:lnTo>
                  <a:pt x="756999" y="0"/>
                </a:lnTo>
                <a:lnTo>
                  <a:pt x="726377" y="0"/>
                </a:lnTo>
                <a:lnTo>
                  <a:pt x="695754" y="0"/>
                </a:lnTo>
                <a:lnTo>
                  <a:pt x="665121" y="0"/>
                </a:lnTo>
                <a:lnTo>
                  <a:pt x="634498" y="0"/>
                </a:lnTo>
                <a:lnTo>
                  <a:pt x="603875" y="0"/>
                </a:lnTo>
                <a:lnTo>
                  <a:pt x="573253" y="0"/>
                </a:lnTo>
                <a:lnTo>
                  <a:pt x="542620" y="0"/>
                </a:lnTo>
                <a:lnTo>
                  <a:pt x="511997" y="0"/>
                </a:lnTo>
                <a:lnTo>
                  <a:pt x="481374" y="0"/>
                </a:lnTo>
                <a:lnTo>
                  <a:pt x="450752" y="0"/>
                </a:lnTo>
                <a:lnTo>
                  <a:pt x="420119" y="0"/>
                </a:lnTo>
                <a:lnTo>
                  <a:pt x="389496" y="0"/>
                </a:lnTo>
                <a:lnTo>
                  <a:pt x="358873" y="0"/>
                </a:lnTo>
                <a:lnTo>
                  <a:pt x="328251" y="0"/>
                </a:lnTo>
                <a:lnTo>
                  <a:pt x="297628" y="0"/>
                </a:lnTo>
                <a:lnTo>
                  <a:pt x="266995" y="0"/>
                </a:lnTo>
                <a:lnTo>
                  <a:pt x="236372" y="0"/>
                </a:lnTo>
                <a:lnTo>
                  <a:pt x="205750" y="0"/>
                </a:lnTo>
                <a:lnTo>
                  <a:pt x="175127" y="0"/>
                </a:lnTo>
                <a:lnTo>
                  <a:pt x="144494" y="0"/>
                </a:lnTo>
                <a:lnTo>
                  <a:pt x="113871" y="0"/>
                </a:lnTo>
                <a:lnTo>
                  <a:pt x="83249" y="0"/>
                </a:lnTo>
                <a:lnTo>
                  <a:pt x="52626" y="0"/>
                </a:lnTo>
                <a:lnTo>
                  <a:pt x="21993" y="0"/>
                </a:lnTo>
                <a:lnTo>
                  <a:pt x="0" y="5439"/>
                </a:lnTo>
                <a:lnTo>
                  <a:pt x="0" y="24736"/>
                </a:lnTo>
                <a:lnTo>
                  <a:pt x="0" y="44044"/>
                </a:lnTo>
                <a:lnTo>
                  <a:pt x="0" y="63351"/>
                </a:lnTo>
                <a:lnTo>
                  <a:pt x="0" y="82648"/>
                </a:lnTo>
                <a:lnTo>
                  <a:pt x="0" y="101956"/>
                </a:lnTo>
                <a:lnTo>
                  <a:pt x="0" y="121253"/>
                </a:lnTo>
                <a:lnTo>
                  <a:pt x="0" y="140560"/>
                </a:lnTo>
                <a:lnTo>
                  <a:pt x="0" y="159868"/>
                </a:lnTo>
                <a:lnTo>
                  <a:pt x="0" y="179165"/>
                </a:lnTo>
                <a:lnTo>
                  <a:pt x="0" y="198472"/>
                </a:lnTo>
                <a:lnTo>
                  <a:pt x="0" y="217770"/>
                </a:lnTo>
                <a:lnTo>
                  <a:pt x="0" y="237077"/>
                </a:lnTo>
                <a:lnTo>
                  <a:pt x="0" y="256375"/>
                </a:lnTo>
                <a:lnTo>
                  <a:pt x="0" y="275682"/>
                </a:lnTo>
                <a:lnTo>
                  <a:pt x="0" y="294989"/>
                </a:lnTo>
                <a:lnTo>
                  <a:pt x="0" y="314287"/>
                </a:lnTo>
                <a:lnTo>
                  <a:pt x="0" y="333594"/>
                </a:lnTo>
                <a:lnTo>
                  <a:pt x="0" y="352892"/>
                </a:lnTo>
                <a:lnTo>
                  <a:pt x="0" y="372199"/>
                </a:lnTo>
                <a:lnTo>
                  <a:pt x="0" y="391497"/>
                </a:lnTo>
                <a:lnTo>
                  <a:pt x="0" y="410804"/>
                </a:lnTo>
                <a:lnTo>
                  <a:pt x="0" y="430111"/>
                </a:lnTo>
                <a:lnTo>
                  <a:pt x="0" y="449409"/>
                </a:lnTo>
                <a:lnTo>
                  <a:pt x="0" y="468716"/>
                </a:lnTo>
                <a:lnTo>
                  <a:pt x="0" y="488013"/>
                </a:lnTo>
                <a:lnTo>
                  <a:pt x="0" y="507321"/>
                </a:lnTo>
                <a:lnTo>
                  <a:pt x="0" y="526618"/>
                </a:lnTo>
                <a:lnTo>
                  <a:pt x="0" y="545925"/>
                </a:lnTo>
                <a:lnTo>
                  <a:pt x="0" y="565233"/>
                </a:lnTo>
                <a:lnTo>
                  <a:pt x="0" y="584530"/>
                </a:lnTo>
                <a:lnTo>
                  <a:pt x="0" y="603837"/>
                </a:lnTo>
                <a:lnTo>
                  <a:pt x="0" y="623135"/>
                </a:lnTo>
                <a:lnTo>
                  <a:pt x="0" y="642442"/>
                </a:lnTo>
                <a:lnTo>
                  <a:pt x="0" y="661749"/>
                </a:lnTo>
                <a:lnTo>
                  <a:pt x="0" y="681047"/>
                </a:lnTo>
                <a:lnTo>
                  <a:pt x="0" y="700354"/>
                </a:lnTo>
                <a:lnTo>
                  <a:pt x="0" y="719652"/>
                </a:lnTo>
                <a:lnTo>
                  <a:pt x="0" y="738959"/>
                </a:lnTo>
                <a:lnTo>
                  <a:pt x="0" y="758257"/>
                </a:lnTo>
                <a:lnTo>
                  <a:pt x="0" y="777564"/>
                </a:lnTo>
                <a:lnTo>
                  <a:pt x="0" y="796871"/>
                </a:lnTo>
                <a:lnTo>
                  <a:pt x="0" y="816169"/>
                </a:lnTo>
                <a:lnTo>
                  <a:pt x="0" y="835476"/>
                </a:lnTo>
                <a:lnTo>
                  <a:pt x="0" y="854774"/>
                </a:lnTo>
                <a:lnTo>
                  <a:pt x="0" y="874081"/>
                </a:lnTo>
                <a:lnTo>
                  <a:pt x="0" y="893388"/>
                </a:lnTo>
                <a:lnTo>
                  <a:pt x="0" y="912685"/>
                </a:lnTo>
                <a:lnTo>
                  <a:pt x="0" y="931993"/>
                </a:lnTo>
                <a:lnTo>
                  <a:pt x="0" y="951290"/>
                </a:lnTo>
                <a:lnTo>
                  <a:pt x="0" y="970598"/>
                </a:lnTo>
                <a:lnTo>
                  <a:pt x="0" y="989895"/>
                </a:lnTo>
                <a:lnTo>
                  <a:pt x="0" y="1009202"/>
                </a:lnTo>
                <a:lnTo>
                  <a:pt x="0" y="1028510"/>
                </a:lnTo>
                <a:lnTo>
                  <a:pt x="0" y="1047807"/>
                </a:lnTo>
                <a:lnTo>
                  <a:pt x="0" y="1067114"/>
                </a:lnTo>
                <a:lnTo>
                  <a:pt x="0" y="1086412"/>
                </a:lnTo>
                <a:lnTo>
                  <a:pt x="0" y="1105719"/>
                </a:lnTo>
                <a:lnTo>
                  <a:pt x="0" y="1125017"/>
                </a:lnTo>
                <a:lnTo>
                  <a:pt x="0" y="1144324"/>
                </a:lnTo>
                <a:lnTo>
                  <a:pt x="0" y="1163631"/>
                </a:lnTo>
                <a:lnTo>
                  <a:pt x="0" y="1182929"/>
                </a:lnTo>
                <a:lnTo>
                  <a:pt x="0" y="1202236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2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6F2F2E39-DFCB-428B-AEA8-CF0BE864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3724723"/>
            <a:ext cx="1907381" cy="2067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CCEB92FC-0FFF-4A9C-930F-F1A1C538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331" y="4636018"/>
            <a:ext cx="702735" cy="291160"/>
          </a:xfrm>
          <a:custGeom xmlns:a="http://schemas.openxmlformats.org/drawingml/2006/main">
            <a:pathLst>
              <a:path w="702735" h="291160">
                <a:moveTo>
                  <a:pt x="702735" y="0"/>
                </a:moveTo>
                <a:lnTo>
                  <a:pt x="701897" y="4829"/>
                </a:lnTo>
                <a:lnTo>
                  <a:pt x="700802" y="9639"/>
                </a:lnTo>
                <a:lnTo>
                  <a:pt x="699526" y="14430"/>
                </a:lnTo>
                <a:lnTo>
                  <a:pt x="698078" y="19202"/>
                </a:lnTo>
                <a:lnTo>
                  <a:pt x="696487" y="23955"/>
                </a:lnTo>
                <a:lnTo>
                  <a:pt x="694763" y="28689"/>
                </a:lnTo>
                <a:lnTo>
                  <a:pt x="692906" y="33404"/>
                </a:lnTo>
                <a:lnTo>
                  <a:pt x="690915" y="38100"/>
                </a:lnTo>
                <a:lnTo>
                  <a:pt x="688810" y="42777"/>
                </a:lnTo>
                <a:lnTo>
                  <a:pt x="686581" y="47425"/>
                </a:lnTo>
                <a:lnTo>
                  <a:pt x="684238" y="52054"/>
                </a:lnTo>
                <a:lnTo>
                  <a:pt x="681771" y="56655"/>
                </a:lnTo>
                <a:lnTo>
                  <a:pt x="679199" y="61236"/>
                </a:lnTo>
                <a:lnTo>
                  <a:pt x="676513" y="65789"/>
                </a:lnTo>
                <a:lnTo>
                  <a:pt x="673713" y="70314"/>
                </a:lnTo>
                <a:lnTo>
                  <a:pt x="670808" y="74819"/>
                </a:lnTo>
                <a:lnTo>
                  <a:pt x="667788" y="79286"/>
                </a:lnTo>
                <a:lnTo>
                  <a:pt x="664664" y="83725"/>
                </a:lnTo>
                <a:lnTo>
                  <a:pt x="661435" y="88144"/>
                </a:lnTo>
                <a:lnTo>
                  <a:pt x="658092" y="92516"/>
                </a:lnTo>
                <a:lnTo>
                  <a:pt x="654644" y="96869"/>
                </a:lnTo>
                <a:lnTo>
                  <a:pt x="651100" y="101175"/>
                </a:lnTo>
                <a:lnTo>
                  <a:pt x="647443" y="105451"/>
                </a:lnTo>
                <a:lnTo>
                  <a:pt x="643690" y="109699"/>
                </a:lnTo>
                <a:lnTo>
                  <a:pt x="639823" y="113900"/>
                </a:lnTo>
                <a:lnTo>
                  <a:pt x="635860" y="118072"/>
                </a:lnTo>
                <a:lnTo>
                  <a:pt x="631793" y="122196"/>
                </a:lnTo>
                <a:lnTo>
                  <a:pt x="627631" y="126282"/>
                </a:lnTo>
                <a:lnTo>
                  <a:pt x="623364" y="130331"/>
                </a:lnTo>
                <a:lnTo>
                  <a:pt x="619001" y="134341"/>
                </a:lnTo>
                <a:lnTo>
                  <a:pt x="614543" y="138303"/>
                </a:lnTo>
                <a:lnTo>
                  <a:pt x="609991" y="142218"/>
                </a:lnTo>
                <a:lnTo>
                  <a:pt x="605333" y="146094"/>
                </a:lnTo>
                <a:lnTo>
                  <a:pt x="600589" y="149924"/>
                </a:lnTo>
                <a:lnTo>
                  <a:pt x="595751" y="153705"/>
                </a:lnTo>
                <a:lnTo>
                  <a:pt x="590817" y="157439"/>
                </a:lnTo>
                <a:lnTo>
                  <a:pt x="585788" y="161125"/>
                </a:lnTo>
                <a:lnTo>
                  <a:pt x="580682" y="164754"/>
                </a:lnTo>
                <a:lnTo>
                  <a:pt x="575481" y="168345"/>
                </a:lnTo>
                <a:lnTo>
                  <a:pt x="570195" y="171879"/>
                </a:lnTo>
                <a:lnTo>
                  <a:pt x="564823" y="175365"/>
                </a:lnTo>
                <a:lnTo>
                  <a:pt x="559365" y="178794"/>
                </a:lnTo>
                <a:lnTo>
                  <a:pt x="553822" y="182175"/>
                </a:lnTo>
                <a:lnTo>
                  <a:pt x="548202" y="185499"/>
                </a:lnTo>
                <a:lnTo>
                  <a:pt x="542506" y="188776"/>
                </a:lnTo>
                <a:lnTo>
                  <a:pt x="536734" y="191995"/>
                </a:lnTo>
                <a:lnTo>
                  <a:pt x="530885" y="195158"/>
                </a:lnTo>
                <a:lnTo>
                  <a:pt x="524961" y="198263"/>
                </a:lnTo>
                <a:lnTo>
                  <a:pt x="518960" y="201320"/>
                </a:lnTo>
                <a:lnTo>
                  <a:pt x="512893" y="204311"/>
                </a:lnTo>
                <a:lnTo>
                  <a:pt x="506759" y="207254"/>
                </a:lnTo>
                <a:lnTo>
                  <a:pt x="500558" y="210141"/>
                </a:lnTo>
                <a:lnTo>
                  <a:pt x="494290" y="212969"/>
                </a:lnTo>
                <a:lnTo>
                  <a:pt x="487966" y="215741"/>
                </a:lnTo>
                <a:lnTo>
                  <a:pt x="481574" y="218456"/>
                </a:lnTo>
                <a:lnTo>
                  <a:pt x="475117" y="221113"/>
                </a:lnTo>
                <a:lnTo>
                  <a:pt x="468611" y="223723"/>
                </a:lnTo>
                <a:lnTo>
                  <a:pt x="462048" y="226266"/>
                </a:lnTo>
                <a:lnTo>
                  <a:pt x="455428" y="228752"/>
                </a:lnTo>
                <a:lnTo>
                  <a:pt x="448761" y="231191"/>
                </a:lnTo>
                <a:lnTo>
                  <a:pt x="442036" y="233563"/>
                </a:lnTo>
                <a:lnTo>
                  <a:pt x="435264" y="235887"/>
                </a:lnTo>
                <a:lnTo>
                  <a:pt x="428444" y="238154"/>
                </a:lnTo>
                <a:lnTo>
                  <a:pt x="421577" y="240363"/>
                </a:lnTo>
                <a:lnTo>
                  <a:pt x="414671" y="242516"/>
                </a:lnTo>
                <a:lnTo>
                  <a:pt x="407718" y="244621"/>
                </a:lnTo>
                <a:lnTo>
                  <a:pt x="400726" y="246669"/>
                </a:lnTo>
                <a:lnTo>
                  <a:pt x="393697" y="248660"/>
                </a:lnTo>
                <a:lnTo>
                  <a:pt x="386629" y="250593"/>
                </a:lnTo>
                <a:lnTo>
                  <a:pt x="379524" y="252479"/>
                </a:lnTo>
                <a:lnTo>
                  <a:pt x="372389" y="254318"/>
                </a:lnTo>
                <a:lnTo>
                  <a:pt x="365217" y="256099"/>
                </a:lnTo>
                <a:lnTo>
                  <a:pt x="358016" y="257823"/>
                </a:lnTo>
                <a:lnTo>
                  <a:pt x="350777" y="259499"/>
                </a:lnTo>
                <a:lnTo>
                  <a:pt x="343519" y="261128"/>
                </a:lnTo>
                <a:lnTo>
                  <a:pt x="336223" y="262709"/>
                </a:lnTo>
                <a:lnTo>
                  <a:pt x="328908" y="264233"/>
                </a:lnTo>
                <a:lnTo>
                  <a:pt x="321564" y="265709"/>
                </a:lnTo>
                <a:lnTo>
                  <a:pt x="314201" y="267138"/>
                </a:lnTo>
                <a:lnTo>
                  <a:pt x="306810" y="268519"/>
                </a:lnTo>
                <a:lnTo>
                  <a:pt x="299399" y="269862"/>
                </a:lnTo>
                <a:lnTo>
                  <a:pt x="291960" y="271148"/>
                </a:lnTo>
                <a:lnTo>
                  <a:pt x="284512" y="272386"/>
                </a:lnTo>
                <a:lnTo>
                  <a:pt x="277044" y="273587"/>
                </a:lnTo>
                <a:lnTo>
                  <a:pt x="269548" y="274730"/>
                </a:lnTo>
                <a:lnTo>
                  <a:pt x="262042" y="275844"/>
                </a:lnTo>
                <a:lnTo>
                  <a:pt x="254527" y="276901"/>
                </a:lnTo>
                <a:lnTo>
                  <a:pt x="246983" y="277920"/>
                </a:lnTo>
                <a:lnTo>
                  <a:pt x="239439" y="278892"/>
                </a:lnTo>
                <a:lnTo>
                  <a:pt x="231867" y="279835"/>
                </a:lnTo>
                <a:lnTo>
                  <a:pt x="224295" y="280721"/>
                </a:lnTo>
                <a:lnTo>
                  <a:pt x="216703" y="281578"/>
                </a:lnTo>
                <a:lnTo>
                  <a:pt x="209102" y="282388"/>
                </a:lnTo>
                <a:lnTo>
                  <a:pt x="201492" y="283159"/>
                </a:lnTo>
                <a:lnTo>
                  <a:pt x="193872" y="283893"/>
                </a:lnTo>
                <a:lnTo>
                  <a:pt x="186242" y="284588"/>
                </a:lnTo>
                <a:lnTo>
                  <a:pt x="178603" y="285245"/>
                </a:lnTo>
                <a:lnTo>
                  <a:pt x="170964" y="285855"/>
                </a:lnTo>
                <a:lnTo>
                  <a:pt x="163306" y="286436"/>
                </a:lnTo>
                <a:lnTo>
                  <a:pt x="155648" y="286988"/>
                </a:lnTo>
                <a:lnTo>
                  <a:pt x="147980" y="287493"/>
                </a:lnTo>
                <a:lnTo>
                  <a:pt x="140313" y="287969"/>
                </a:lnTo>
                <a:lnTo>
                  <a:pt x="132636" y="288407"/>
                </a:lnTo>
                <a:lnTo>
                  <a:pt x="124949" y="288808"/>
                </a:lnTo>
                <a:lnTo>
                  <a:pt x="117272" y="289179"/>
                </a:lnTo>
                <a:lnTo>
                  <a:pt x="109576" y="289522"/>
                </a:lnTo>
                <a:lnTo>
                  <a:pt x="101889" y="289827"/>
                </a:lnTo>
                <a:lnTo>
                  <a:pt x="94193" y="290093"/>
                </a:lnTo>
                <a:lnTo>
                  <a:pt x="86487" y="290332"/>
                </a:lnTo>
                <a:lnTo>
                  <a:pt x="78791" y="290541"/>
                </a:lnTo>
                <a:lnTo>
                  <a:pt x="71085" y="290722"/>
                </a:lnTo>
                <a:lnTo>
                  <a:pt x="63379" y="290865"/>
                </a:lnTo>
                <a:lnTo>
                  <a:pt x="55674" y="290989"/>
                </a:lnTo>
                <a:lnTo>
                  <a:pt x="47968" y="291074"/>
                </a:lnTo>
                <a:lnTo>
                  <a:pt x="40262" y="291132"/>
                </a:lnTo>
                <a:lnTo>
                  <a:pt x="32556" y="291160"/>
                </a:lnTo>
                <a:lnTo>
                  <a:pt x="24841" y="291160"/>
                </a:lnTo>
                <a:lnTo>
                  <a:pt x="17135" y="291141"/>
                </a:lnTo>
                <a:lnTo>
                  <a:pt x="9430" y="291084"/>
                </a:lnTo>
                <a:lnTo>
                  <a:pt x="1724" y="290998"/>
                </a:lnTo>
                <a:lnTo>
                  <a:pt x="0" y="290922"/>
                </a:lnTo>
                <a:lnTo>
                  <a:pt x="7706" y="290808"/>
                </a:lnTo>
                <a:lnTo>
                  <a:pt x="15411" y="290598"/>
                </a:lnTo>
                <a:lnTo>
                  <a:pt x="23108" y="290332"/>
                </a:lnTo>
                <a:lnTo>
                  <a:pt x="30794" y="290008"/>
                </a:lnTo>
                <a:lnTo>
                  <a:pt x="38481" y="289627"/>
                </a:lnTo>
                <a:lnTo>
                  <a:pt x="46158" y="289198"/>
                </a:lnTo>
                <a:lnTo>
                  <a:pt x="53826" y="288712"/>
                </a:lnTo>
                <a:lnTo>
                  <a:pt x="61484" y="288169"/>
                </a:lnTo>
                <a:lnTo>
                  <a:pt x="69142" y="287579"/>
                </a:lnTo>
                <a:lnTo>
                  <a:pt x="76781" y="286941"/>
                </a:lnTo>
                <a:lnTo>
                  <a:pt x="84411" y="286255"/>
                </a:lnTo>
                <a:lnTo>
                  <a:pt x="92031" y="285512"/>
                </a:lnTo>
                <a:lnTo>
                  <a:pt x="99632" y="284721"/>
                </a:lnTo>
                <a:lnTo>
                  <a:pt x="107223" y="283874"/>
                </a:lnTo>
                <a:lnTo>
                  <a:pt x="114795" y="282978"/>
                </a:lnTo>
                <a:lnTo>
                  <a:pt x="122358" y="282026"/>
                </a:lnTo>
                <a:lnTo>
                  <a:pt x="129902" y="281016"/>
                </a:lnTo>
                <a:lnTo>
                  <a:pt x="137417" y="279949"/>
                </a:lnTo>
                <a:lnTo>
                  <a:pt x="144923" y="278835"/>
                </a:lnTo>
                <a:lnTo>
                  <a:pt x="152400" y="277654"/>
                </a:lnTo>
                <a:lnTo>
                  <a:pt x="159849" y="276416"/>
                </a:lnTo>
                <a:lnTo>
                  <a:pt x="167278" y="275120"/>
                </a:lnTo>
                <a:lnTo>
                  <a:pt x="174679" y="273758"/>
                </a:lnTo>
                <a:lnTo>
                  <a:pt x="182051" y="272329"/>
                </a:lnTo>
                <a:lnTo>
                  <a:pt x="189386" y="270834"/>
                </a:lnTo>
                <a:lnTo>
                  <a:pt x="196682" y="269281"/>
                </a:lnTo>
                <a:lnTo>
                  <a:pt x="203949" y="267653"/>
                </a:lnTo>
                <a:lnTo>
                  <a:pt x="211169" y="265957"/>
                </a:lnTo>
                <a:lnTo>
                  <a:pt x="218351" y="264185"/>
                </a:lnTo>
                <a:lnTo>
                  <a:pt x="225476" y="262338"/>
                </a:lnTo>
                <a:lnTo>
                  <a:pt x="232553" y="260414"/>
                </a:lnTo>
                <a:lnTo>
                  <a:pt x="239582" y="258413"/>
                </a:lnTo>
                <a:lnTo>
                  <a:pt x="246545" y="256337"/>
                </a:lnTo>
                <a:lnTo>
                  <a:pt x="253451" y="254165"/>
                </a:lnTo>
                <a:lnTo>
                  <a:pt x="260280" y="251917"/>
                </a:lnTo>
                <a:lnTo>
                  <a:pt x="267033" y="249584"/>
                </a:lnTo>
                <a:lnTo>
                  <a:pt x="273710" y="247155"/>
                </a:lnTo>
                <a:lnTo>
                  <a:pt x="280302" y="244640"/>
                </a:lnTo>
                <a:lnTo>
                  <a:pt x="286807" y="242030"/>
                </a:lnTo>
                <a:lnTo>
                  <a:pt x="293208" y="239316"/>
                </a:lnTo>
                <a:lnTo>
                  <a:pt x="299504" y="236515"/>
                </a:lnTo>
                <a:lnTo>
                  <a:pt x="305686" y="233610"/>
                </a:lnTo>
                <a:lnTo>
                  <a:pt x="311744" y="230610"/>
                </a:lnTo>
                <a:lnTo>
                  <a:pt x="317668" y="227505"/>
                </a:lnTo>
                <a:lnTo>
                  <a:pt x="323459" y="224295"/>
                </a:lnTo>
                <a:lnTo>
                  <a:pt x="329098" y="220980"/>
                </a:lnTo>
                <a:lnTo>
                  <a:pt x="334585" y="217570"/>
                </a:lnTo>
                <a:lnTo>
                  <a:pt x="339900" y="214055"/>
                </a:lnTo>
                <a:lnTo>
                  <a:pt x="345053" y="210436"/>
                </a:lnTo>
                <a:lnTo>
                  <a:pt x="350006" y="206721"/>
                </a:lnTo>
                <a:lnTo>
                  <a:pt x="354778" y="202902"/>
                </a:lnTo>
                <a:lnTo>
                  <a:pt x="359340" y="198987"/>
                </a:lnTo>
                <a:lnTo>
                  <a:pt x="363693" y="194977"/>
                </a:lnTo>
                <a:lnTo>
                  <a:pt x="367836" y="190881"/>
                </a:lnTo>
                <a:lnTo>
                  <a:pt x="371751" y="186690"/>
                </a:lnTo>
                <a:lnTo>
                  <a:pt x="375437" y="182423"/>
                </a:lnTo>
                <a:lnTo>
                  <a:pt x="378885" y="178079"/>
                </a:lnTo>
                <a:lnTo>
                  <a:pt x="382105" y="173669"/>
                </a:lnTo>
                <a:lnTo>
                  <a:pt x="385077" y="169183"/>
                </a:lnTo>
                <a:lnTo>
                  <a:pt x="387801" y="164640"/>
                </a:lnTo>
                <a:lnTo>
                  <a:pt x="390287" y="160039"/>
                </a:lnTo>
                <a:lnTo>
                  <a:pt x="392535" y="155391"/>
                </a:lnTo>
                <a:lnTo>
                  <a:pt x="394535" y="150705"/>
                </a:lnTo>
                <a:lnTo>
                  <a:pt x="396297" y="145971"/>
                </a:lnTo>
                <a:lnTo>
                  <a:pt x="397831" y="141208"/>
                </a:lnTo>
                <a:lnTo>
                  <a:pt x="399126" y="136427"/>
                </a:lnTo>
                <a:lnTo>
                  <a:pt x="400202" y="131616"/>
                </a:lnTo>
                <a:lnTo>
                  <a:pt x="401060" y="126787"/>
                </a:lnTo>
                <a:lnTo>
                  <a:pt x="401698" y="121939"/>
                </a:lnTo>
                <a:lnTo>
                  <a:pt x="402126" y="117091"/>
                </a:lnTo>
                <a:lnTo>
                  <a:pt x="402365" y="112233"/>
                </a:lnTo>
                <a:lnTo>
                  <a:pt x="402393" y="107375"/>
                </a:lnTo>
                <a:lnTo>
                  <a:pt x="402241" y="102518"/>
                </a:lnTo>
                <a:lnTo>
                  <a:pt x="401907" y="97669"/>
                </a:lnTo>
                <a:lnTo>
                  <a:pt x="401403" y="92821"/>
                </a:lnTo>
                <a:lnTo>
                  <a:pt x="408537" y="91630"/>
                </a:lnTo>
                <a:lnTo>
                  <a:pt x="416042" y="90545"/>
                </a:lnTo>
                <a:lnTo>
                  <a:pt x="423529" y="89383"/>
                </a:lnTo>
                <a:lnTo>
                  <a:pt x="430997" y="88163"/>
                </a:lnTo>
                <a:lnTo>
                  <a:pt x="438436" y="86897"/>
                </a:lnTo>
                <a:lnTo>
                  <a:pt x="445856" y="85573"/>
                </a:lnTo>
                <a:lnTo>
                  <a:pt x="453247" y="84201"/>
                </a:lnTo>
                <a:lnTo>
                  <a:pt x="460619" y="82782"/>
                </a:lnTo>
                <a:lnTo>
                  <a:pt x="467963" y="81305"/>
                </a:lnTo>
                <a:lnTo>
                  <a:pt x="475288" y="79791"/>
                </a:lnTo>
                <a:lnTo>
                  <a:pt x="482594" y="78238"/>
                </a:lnTo>
                <a:lnTo>
                  <a:pt x="489861" y="76629"/>
                </a:lnTo>
                <a:lnTo>
                  <a:pt x="497119" y="74981"/>
                </a:lnTo>
                <a:lnTo>
                  <a:pt x="504339" y="73285"/>
                </a:lnTo>
                <a:lnTo>
                  <a:pt x="511540" y="71542"/>
                </a:lnTo>
                <a:lnTo>
                  <a:pt x="518703" y="69761"/>
                </a:lnTo>
                <a:lnTo>
                  <a:pt x="525847" y="67932"/>
                </a:lnTo>
                <a:lnTo>
                  <a:pt x="532962" y="66056"/>
                </a:lnTo>
                <a:lnTo>
                  <a:pt x="540039" y="64132"/>
                </a:lnTo>
                <a:lnTo>
                  <a:pt x="547087" y="62170"/>
                </a:lnTo>
                <a:lnTo>
                  <a:pt x="554098" y="60160"/>
                </a:lnTo>
                <a:lnTo>
                  <a:pt x="561080" y="58093"/>
                </a:lnTo>
                <a:lnTo>
                  <a:pt x="568033" y="55988"/>
                </a:lnTo>
                <a:lnTo>
                  <a:pt x="574939" y="53835"/>
                </a:lnTo>
                <a:lnTo>
                  <a:pt x="581806" y="51635"/>
                </a:lnTo>
                <a:lnTo>
                  <a:pt x="588645" y="49387"/>
                </a:lnTo>
                <a:lnTo>
                  <a:pt x="595436" y="47092"/>
                </a:lnTo>
                <a:lnTo>
                  <a:pt x="602180" y="44739"/>
                </a:lnTo>
                <a:lnTo>
                  <a:pt x="608886" y="42339"/>
                </a:lnTo>
                <a:lnTo>
                  <a:pt x="615544" y="39891"/>
                </a:lnTo>
                <a:lnTo>
                  <a:pt x="622154" y="37395"/>
                </a:lnTo>
                <a:lnTo>
                  <a:pt x="628707" y="34842"/>
                </a:lnTo>
                <a:lnTo>
                  <a:pt x="635222" y="32233"/>
                </a:lnTo>
                <a:lnTo>
                  <a:pt x="641671" y="29585"/>
                </a:lnTo>
                <a:lnTo>
                  <a:pt x="648071" y="26870"/>
                </a:lnTo>
                <a:lnTo>
                  <a:pt x="654415" y="24108"/>
                </a:lnTo>
                <a:lnTo>
                  <a:pt x="660692" y="21288"/>
                </a:lnTo>
                <a:lnTo>
                  <a:pt x="666912" y="18421"/>
                </a:lnTo>
                <a:lnTo>
                  <a:pt x="673056" y="15488"/>
                </a:lnTo>
                <a:lnTo>
                  <a:pt x="679142" y="12506"/>
                </a:lnTo>
                <a:lnTo>
                  <a:pt x="685152" y="9468"/>
                </a:lnTo>
                <a:lnTo>
                  <a:pt x="691096" y="6363"/>
                </a:lnTo>
                <a:lnTo>
                  <a:pt x="696954" y="3210"/>
                </a:lnTo>
                <a:lnTo>
                  <a:pt x="702735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4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F7163F2F-ED55-49F1-B0F8-51A624B8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988" y="2406996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5" name="note-body-0">
            <a:extLst xmlns:a="http://schemas.openxmlformats.org/drawingml/2006/main">
              <a:ext uri="{FF2B5EF4-FFF2-40B4-BE49-F238E27FC236}">
                <a16:creationId xmlns:a16="http://schemas.microsoft.com/office/drawing/2014/main" id="{5ACEEF88-4D4F-4216-954D-80B7A085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309" y="2690070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6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D7DA3F08-A9B0-48B2-A746-484281EE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5785" y="2406996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7" name="note-body-1">
            <a:extLst xmlns:a="http://schemas.openxmlformats.org/drawingml/2006/main">
              <a:ext uri="{FF2B5EF4-FFF2-40B4-BE49-F238E27FC236}">
                <a16:creationId xmlns:a16="http://schemas.microsoft.com/office/drawing/2014/main" id="{96CAA893-5F8D-4D0F-A334-D857493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106" y="2690070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8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9F64D3F8-4A7D-49BA-BF53-7344DAD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0988" y="3724723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9" name="note-body-2">
            <a:extLst xmlns:a="http://schemas.openxmlformats.org/drawingml/2006/main">
              <a:ext uri="{FF2B5EF4-FFF2-40B4-BE49-F238E27FC236}">
                <a16:creationId xmlns:a16="http://schemas.microsoft.com/office/drawing/2014/main" id="{28FF2CDE-2E56-4848-A3D4-A07F2D86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309" y="4007796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30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55A13F41-17E6-40AD-838B-47EE03EB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5785" y="3724723"/>
            <a:ext cx="1259529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1" name="note-body-3">
            <a:extLst xmlns:a="http://schemas.openxmlformats.org/drawingml/2006/main">
              <a:ext uri="{FF2B5EF4-FFF2-40B4-BE49-F238E27FC236}">
                <a16:creationId xmlns:a16="http://schemas.microsoft.com/office/drawing/2014/main" id="{5EC9E55E-D910-453B-972F-613BD1F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9106" y="4007796"/>
            <a:ext cx="1493787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2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A3E9A0B2-B9DC-4CFA-8437-2C1840E2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2406996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ad966a10e4065">
            <a:extLst>
              <a:ext uri="{96DAC541-7B7A-43D3-8B79-37D633B846F1}">
                <asvg:svgBlip xmlns:asvg="http://schemas.microsoft.com/office/drawing/2016/SVG/main" r:embed="R0a9b0b0bc44a46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16663" y="241012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9A7050C8-85BD-42F7-BD61-49EC063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2406996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8f7996a894020">
            <a:extLst>
              <a:ext uri="{96DAC541-7B7A-43D3-8B79-37D633B846F1}">
                <asvg:svgBlip xmlns:asvg="http://schemas.microsoft.com/office/drawing/2016/SVG/main" r:embed="Rac01442fc2b74c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01460" y="241012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A5551AE5-986A-442B-B68C-35702FE5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1888" y="3724723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799e77faf4d99">
            <a:extLst>
              <a:ext uri="{96DAC541-7B7A-43D3-8B79-37D633B846F1}">
                <asvg:svgBlip xmlns:asvg="http://schemas.microsoft.com/office/drawing/2016/SVG/main" r:embed="Re07692bd11cb42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16663" y="3727847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8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3577C655-FF79-4ABD-9BDA-1BFA9F24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6685" y="3724723"/>
            <a:ext cx="419100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ab2bd6e244992">
            <a:extLst>
              <a:ext uri="{96DAC541-7B7A-43D3-8B79-37D633B846F1}">
                <asvg:svgBlip xmlns:asvg="http://schemas.microsoft.com/office/drawing/2016/SVG/main" r:embed="Rca5efd13ec6e40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01460" y="3727847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258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2026-09-08T05:44:37.9080000Z</dcterms:created>
  <dcterms:modified xsi:type="dcterms:W3CDTF">2026-09-08T05:44:37.9090000Z</dcterms:modified>
</coreProperties>
</file>