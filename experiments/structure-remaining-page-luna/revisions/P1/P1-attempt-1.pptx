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062b14869540b6" /><Relationship Type="http://schemas.openxmlformats.org/officeDocument/2006/relationships/extended-properties" Target="/docProps/app.xml" Id="R28b45312f3ab4b49" /><Relationship Type="http://schemas.openxmlformats.org/officeDocument/2006/relationships/officeDocument" Target="/ppt/presentation.xml" Id="R8da898ce1357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49c2486a846f5"/>
  </p:sldMasterIdLst>
  <p:notesMasterIdLst>
    <p:notesMasterId xmlns:r="http://schemas.openxmlformats.org/officeDocument/2006/relationships" r:id="R0c2cbdfded4c4001"/>
  </p:notesMasterIdLst>
  <p:sldIdLst>
    <p:sldId xmlns:r="http://schemas.openxmlformats.org/officeDocument/2006/relationships" id="256" r:id="Rd9560a7f5df040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6070ea004e4c55" /><Relationship Type="http://schemas.openxmlformats.org/officeDocument/2006/relationships/slideMaster" Target="/ppt/slideMasters/slideMaster1.xml" Id="R36e49c2486a846f5" /><Relationship Type="http://schemas.openxmlformats.org/officeDocument/2006/relationships/notesMaster" Target="/ppt/notesMasters/notesMaster1.xml" Id="R0c2cbdfded4c4001" /><Relationship Type="http://schemas.openxmlformats.org/officeDocument/2006/relationships/presProps" Target="/ppt/presProps.xml" Id="R8e34518c5f2e49d0" /><Relationship Type="http://schemas.openxmlformats.org/officeDocument/2006/relationships/tableStyles" Target="/ppt/tableStyles.xml" Id="Rcb03b699a293418c" /><Relationship Type="http://schemas.openxmlformats.org/officeDocument/2006/relationships/slide" Target="/ppt/slides/slide1.xml" Id="Rd9560a7f5df040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e7c44700244c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c3cc27f084be1" /><Relationship Type="http://schemas.openxmlformats.org/officeDocument/2006/relationships/notesMaster" Target="/ppt/notesMasters/notesMaster1.xml" Id="R94a0b953f71f41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8b2e7168b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4cf4fd41e0411a" /><Relationship Type="http://schemas.openxmlformats.org/officeDocument/2006/relationships/slideLayout" Target="/ppt/slideLayouts/slideLayout1.xml" Id="R7d2aa94340b647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aa94340b647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4e9bca66544ab" /><Relationship Type="http://schemas.openxmlformats.org/officeDocument/2006/relationships/image" Target="/ppt/media/image.png" Id="Rff3e8cffb8934a7a" /><Relationship Type="http://schemas.openxmlformats.org/officeDocument/2006/relationships/image" Target="/ppt/media/image.svg" Id="Rbc7ff545a8f24b29" /><Relationship Type="http://schemas.openxmlformats.org/officeDocument/2006/relationships/image" Target="/ppt/media/image2.png" Id="Rdb0405a9c7dd4b57" /><Relationship Type="http://schemas.openxmlformats.org/officeDocument/2006/relationships/image" Target="/ppt/media/image2.svg" Id="Rd4947ea16c1b4cca" /><Relationship Type="http://schemas.openxmlformats.org/officeDocument/2006/relationships/image" Target="/ppt/media/image3.png" Id="R82d731f745dc4935" /><Relationship Type="http://schemas.openxmlformats.org/officeDocument/2006/relationships/image" Target="/ppt/media/image3.svg" Id="R54dc22a820bc41e2" /><Relationship Type="http://schemas.openxmlformats.org/officeDocument/2006/relationships/image" Target="/ppt/media/image4.png" Id="R898b16347b1d4d72" /><Relationship Type="http://schemas.openxmlformats.org/officeDocument/2006/relationships/image" Target="/ppt/media/image4.svg" Id="Ra28112233af9488b" /><Relationship Type="http://schemas.openxmlformats.org/officeDocument/2006/relationships/notesSlide" Target="/ppt/notesSlides/notesSlide1.xml" Id="R7d79a68e47df4f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E1425FD5-DF77-49DA-B036-D713438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029C1E59-D07A-4105-9594-0EAC3D1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EA4F873-C6ED-4DCF-A08A-032C4D5B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交接验收的四项条件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2A61C57-9CBB-475D-887C-F7F62BBD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58602E81-BB27-4BDF-9F6D-7998CCEB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接手者能够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独立继续工作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025DA989-0D2F-4F3D-8029-26F5A533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623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这是交接完成的验收标准。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B210B6-AD72-486F-AD9A-DDD81AB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4219999B-89E7-42F8-A22A-F3D9A71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2041" y="3290640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8820017C-B5B5-4DF8-A33C-DDF3BD5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2406996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F0093DB7-244B-4991-A818-ABD43E06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2406996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FAACD288-53D8-4AFF-91B4-5432332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6534" y="3318291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CB515CEF-81AF-4FDD-B36C-A2BEB97D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838" y="3290640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8BC5FD68-817A-4D28-8D37-0837911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2406996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5D85DE3F-0CAC-4F7E-945B-59502D1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2406996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7D0C317F-90D1-4FF4-8E4F-EB700602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331" y="3318291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EB1E6DA4-F267-4FF9-86AF-1EC315F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2041" y="4608366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DACE893-C3E2-48EF-819B-4E99D3B8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3724723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897B6B43-3A8C-4A20-A8A9-03FA728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3724723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43978497-A67E-4EEA-B236-B393C42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6534" y="4636018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51CF5BD9-665A-4E55-99A2-1FD601D8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838" y="4608366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255743C6-8B01-4530-AF4D-A62981E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3724723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C5336C21-2595-4EC8-A9E3-7755EE1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3724723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6EA9634E-01FF-4FB9-9EB8-286C9F4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331" y="4636018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4579D915-416D-424F-89E6-064364C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988" y="2406996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218AB150-2107-4B11-A4AE-5F3CCCBB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309" y="2690070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BAB32D73-2359-4AE9-A82A-6E339DA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5785" y="2406996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7CDE10D4-43E2-43F5-A584-9B2EE49D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106" y="2690070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58BA0687-984B-4F6C-8C38-85B41546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988" y="3724723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ADD21B65-9713-46F5-9462-66AC81A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309" y="4007796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B1A57544-E402-49F5-AF21-97AB0709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5785" y="3724723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26B31B2C-6068-4B24-A06A-DBC3158C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106" y="4007796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97FF5B79-3CD4-436C-A51E-BC1922FA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2406996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e8cffb8934a7a">
            <a:extLst>
              <a:ext uri="{96DAC541-7B7A-43D3-8B79-37D633B846F1}">
                <asvg:svgBlip xmlns:asvg="http://schemas.microsoft.com/office/drawing/2016/SVG/main" r:embed="Rbc7ff545a8f24b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16663" y="241012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48A95689-B776-425C-9E5F-5E22B657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2406996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405a9c7dd4b57">
            <a:extLst>
              <a:ext uri="{96DAC541-7B7A-43D3-8B79-37D633B846F1}">
                <asvg:svgBlip xmlns:asvg="http://schemas.microsoft.com/office/drawing/2016/SVG/main" r:embed="Rd4947ea16c1b4c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01460" y="241012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E14BDA79-1B46-44E6-8CAB-49F8B54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3724723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731f745dc4935">
            <a:extLst>
              <a:ext uri="{96DAC541-7B7A-43D3-8B79-37D633B846F1}">
                <asvg:svgBlip xmlns:asvg="http://schemas.microsoft.com/office/drawing/2016/SVG/main" r:embed="R54dc22a820bc41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16663" y="372784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22D315F0-CE2F-4E90-A451-603013A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3724723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b16347b1d4d72">
            <a:extLst>
              <a:ext uri="{96DAC541-7B7A-43D3-8B79-37D633B846F1}">
                <asvg:svgBlip xmlns:asvg="http://schemas.microsoft.com/office/drawing/2016/SVG/main" r:embed="Ra28112233af948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01460" y="3727847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4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2026-09-08T05:40:23.6810000Z</dcterms:created>
  <dcterms:modified xsi:type="dcterms:W3CDTF">2026-09-08T05:40:23.6810000Z</dcterms:modified>
</coreProperties>
</file>