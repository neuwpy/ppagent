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b6a2c349a524b5d" /><Relationship Type="http://schemas.openxmlformats.org/officeDocument/2006/relationships/extended-properties" Target="/docProps/app.xml" Id="R67bf373370234d58" /><Relationship Type="http://schemas.openxmlformats.org/officeDocument/2006/relationships/officeDocument" Target="/ppt/presentation.xml" Id="R91ae2e956a7e4db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fa85ca03e314d08"/>
  </p:sldMasterIdLst>
  <p:notesMasterIdLst>
    <p:notesMasterId xmlns:r="http://schemas.openxmlformats.org/officeDocument/2006/relationships" r:id="R8a7d08e257494672"/>
  </p:notesMasterIdLst>
  <p:sldIdLst>
    <p:sldId xmlns:r="http://schemas.openxmlformats.org/officeDocument/2006/relationships" id="256" r:id="R7ac103e42add4c5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b631d64be9642e2" /><Relationship Type="http://schemas.openxmlformats.org/officeDocument/2006/relationships/slideMaster" Target="/ppt/slideMasters/slideMaster1.xml" Id="R4fa85ca03e314d08" /><Relationship Type="http://schemas.openxmlformats.org/officeDocument/2006/relationships/notesMaster" Target="/ppt/notesMasters/notesMaster1.xml" Id="R8a7d08e257494672" /><Relationship Type="http://schemas.openxmlformats.org/officeDocument/2006/relationships/presProps" Target="/ppt/presProps.xml" Id="R6a4ae83df8684962" /><Relationship Type="http://schemas.openxmlformats.org/officeDocument/2006/relationships/tableStyles" Target="/ppt/tableStyles.xml" Id="R5aa9576920bd43d8" /><Relationship Type="http://schemas.openxmlformats.org/officeDocument/2006/relationships/slide" Target="/ppt/slides/slide1.xml" Id="R7ac103e42add4c5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d42d81f3ed34ff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aa4216a14734708" /><Relationship Type="http://schemas.openxmlformats.org/officeDocument/2006/relationships/notesMaster" Target="/ppt/notesMasters/notesMaster1.xml" Id="R9484ad3ac83d497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af2f7b3e064c6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962cf7c6f0f458e" /><Relationship Type="http://schemas.openxmlformats.org/officeDocument/2006/relationships/slideLayout" Target="/ppt/slideLayouts/slideLayout1.xml" Id="Rfe22d0d636e34c0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e22d0d636e34c0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e0ae60557b449b" /><Relationship Type="http://schemas.openxmlformats.org/officeDocument/2006/relationships/notesSlide" Target="/ppt/notesSlides/notesSlide1.xml" Id="R6dd795ceba8a428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page-paper">
            <a:extLst xmlns:a="http://schemas.openxmlformats.org/drawingml/2006/main">
              <a:ext uri="{FF2B5EF4-FFF2-40B4-BE49-F238E27FC236}">
                <a16:creationId xmlns:a16="http://schemas.microsoft.com/office/drawing/2014/main" id="{56AA592C-2115-43AE-9909-8109C4695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0">
            <a:noFill/>
          </a:ln>
        </p:spPr>
      </p:sp>
      <p:sp>
        <p:nvSpPr>
          <p:cNvPr id="2" name="chapter">
            <a:extLst xmlns:a="http://schemas.openxmlformats.org/drawingml/2006/main">
              <a:ext uri="{FF2B5EF4-FFF2-40B4-BE49-F238E27FC236}">
                <a16:creationId xmlns:a16="http://schemas.microsoft.com/office/drawing/2014/main" id="{7D06BFC4-73F5-42F8-AC31-7C2DE5038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6725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03</a:t>
            </a:r>
          </a:p>
        </p:txBody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7EC8030F-347A-42DB-B35F-5B8E42643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6725"/>
            <a:ext cx="3848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设备维护：从形成记录走向计划维护</a:t>
            </a:r>
          </a:p>
        </p:txBody>
      </p:sp>
      <p:sp>
        <p:nvSpPr>
          <p:cNvPr id="4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55ACCBE6-E508-42EA-BD47-4F5D05156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647700"/>
            <a:ext cx="6572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</a:ln>
        </p:spPr>
      </p:sp>
      <p:sp>
        <p:nvSpPr>
          <p:cNvPr id="5" name="plain-0-module">
            <a:extLst xmlns:a="http://schemas.openxmlformats.org/drawingml/2006/main">
              <a:ext uri="{FF2B5EF4-FFF2-40B4-BE49-F238E27FC236}">
                <a16:creationId xmlns:a16="http://schemas.microsoft.com/office/drawing/2014/main" id="{01C19D27-F09E-469F-9185-BF1F1CEA6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981200"/>
            <a:ext cx="4857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下一步：按周期检查，落实责任</a:t>
            </a:r>
          </a:p>
        </p:txBody>
      </p:sp>
      <p:sp>
        <p:nvSpPr>
          <p:cNvPr id="6" name="plain-1-body">
            <a:extLst xmlns:a="http://schemas.openxmlformats.org/drawingml/2006/main">
              <a:ext uri="{FF2B5EF4-FFF2-40B4-BE49-F238E27FC236}">
                <a16:creationId xmlns:a16="http://schemas.microsoft.com/office/drawing/2014/main" id="{3B9D7C1F-8183-4422-B139-4AB98AAEA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52700"/>
            <a:ext cx="4000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在故障原因与处理过程可查的基础上，</a:t>
            </a:r>
          </a:p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将维护工作推进到计划维护。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C46091E-BA6D-4426-AEAC-4BDDBB8A5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8" name="maturity-level-support-1">
            <a:extLst xmlns:a="http://schemas.openxmlformats.org/drawingml/2006/main">
              <a:ext uri="{FF2B5EF4-FFF2-40B4-BE49-F238E27FC236}">
                <a16:creationId xmlns:a16="http://schemas.microsoft.com/office/drawing/2014/main" id="{B4F7D843-21E6-4DB0-B206-5BEB2BB57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74748" y="4228043"/>
            <a:ext cx="1375096" cy="990791"/>
          </a:xfrm>
          <a:custGeom xmlns:a="http://schemas.openxmlformats.org/drawingml/2006/main">
            <a:pathLst>
              <a:path w="1375096" h="990791">
                <a:moveTo>
                  <a:pt x="81725" y="138217"/>
                </a:moveTo>
                <a:lnTo>
                  <a:pt x="100641" y="136188"/>
                </a:lnTo>
                <a:lnTo>
                  <a:pt x="119567" y="134150"/>
                </a:lnTo>
                <a:lnTo>
                  <a:pt x="138484" y="132121"/>
                </a:lnTo>
                <a:lnTo>
                  <a:pt x="157401" y="130083"/>
                </a:lnTo>
                <a:lnTo>
                  <a:pt x="176327" y="128054"/>
                </a:lnTo>
                <a:lnTo>
                  <a:pt x="195243" y="126025"/>
                </a:lnTo>
                <a:lnTo>
                  <a:pt x="214160" y="123987"/>
                </a:lnTo>
                <a:lnTo>
                  <a:pt x="233086" y="121958"/>
                </a:lnTo>
                <a:lnTo>
                  <a:pt x="252003" y="119920"/>
                </a:lnTo>
                <a:lnTo>
                  <a:pt x="270920" y="117891"/>
                </a:lnTo>
                <a:lnTo>
                  <a:pt x="289846" y="115862"/>
                </a:lnTo>
                <a:lnTo>
                  <a:pt x="308762" y="113824"/>
                </a:lnTo>
                <a:lnTo>
                  <a:pt x="327679" y="111795"/>
                </a:lnTo>
                <a:lnTo>
                  <a:pt x="346605" y="109757"/>
                </a:lnTo>
                <a:lnTo>
                  <a:pt x="365522" y="107728"/>
                </a:lnTo>
                <a:lnTo>
                  <a:pt x="384448" y="105699"/>
                </a:lnTo>
                <a:lnTo>
                  <a:pt x="403365" y="103661"/>
                </a:lnTo>
                <a:lnTo>
                  <a:pt x="422281" y="101632"/>
                </a:lnTo>
                <a:lnTo>
                  <a:pt x="441208" y="99593"/>
                </a:lnTo>
                <a:lnTo>
                  <a:pt x="460124" y="97565"/>
                </a:lnTo>
                <a:lnTo>
                  <a:pt x="479041" y="95536"/>
                </a:lnTo>
                <a:lnTo>
                  <a:pt x="497967" y="93497"/>
                </a:lnTo>
                <a:lnTo>
                  <a:pt x="516884" y="91469"/>
                </a:lnTo>
                <a:lnTo>
                  <a:pt x="535800" y="89430"/>
                </a:lnTo>
                <a:lnTo>
                  <a:pt x="554726" y="87401"/>
                </a:lnTo>
                <a:lnTo>
                  <a:pt x="573643" y="85373"/>
                </a:lnTo>
                <a:lnTo>
                  <a:pt x="592560" y="83334"/>
                </a:lnTo>
                <a:lnTo>
                  <a:pt x="611486" y="81305"/>
                </a:lnTo>
                <a:lnTo>
                  <a:pt x="630403" y="79277"/>
                </a:lnTo>
                <a:lnTo>
                  <a:pt x="649319" y="77238"/>
                </a:lnTo>
                <a:lnTo>
                  <a:pt x="668245" y="75209"/>
                </a:lnTo>
                <a:lnTo>
                  <a:pt x="687162" y="73171"/>
                </a:lnTo>
                <a:lnTo>
                  <a:pt x="706088" y="71142"/>
                </a:lnTo>
                <a:lnTo>
                  <a:pt x="725005" y="69113"/>
                </a:lnTo>
                <a:lnTo>
                  <a:pt x="743922" y="67075"/>
                </a:lnTo>
                <a:lnTo>
                  <a:pt x="762848" y="65046"/>
                </a:lnTo>
                <a:lnTo>
                  <a:pt x="781764" y="63008"/>
                </a:lnTo>
                <a:lnTo>
                  <a:pt x="800681" y="60979"/>
                </a:lnTo>
                <a:lnTo>
                  <a:pt x="819607" y="58950"/>
                </a:lnTo>
                <a:lnTo>
                  <a:pt x="838524" y="56912"/>
                </a:lnTo>
                <a:lnTo>
                  <a:pt x="857441" y="54883"/>
                </a:lnTo>
                <a:lnTo>
                  <a:pt x="876367" y="52845"/>
                </a:lnTo>
                <a:lnTo>
                  <a:pt x="895283" y="50816"/>
                </a:lnTo>
                <a:lnTo>
                  <a:pt x="914200" y="48787"/>
                </a:lnTo>
                <a:lnTo>
                  <a:pt x="933126" y="46749"/>
                </a:lnTo>
                <a:lnTo>
                  <a:pt x="952043" y="44720"/>
                </a:lnTo>
                <a:lnTo>
                  <a:pt x="970959" y="42682"/>
                </a:lnTo>
                <a:lnTo>
                  <a:pt x="989886" y="40653"/>
                </a:lnTo>
                <a:lnTo>
                  <a:pt x="1008802" y="38624"/>
                </a:lnTo>
                <a:lnTo>
                  <a:pt x="1027728" y="36586"/>
                </a:lnTo>
                <a:lnTo>
                  <a:pt x="1046645" y="34557"/>
                </a:lnTo>
                <a:lnTo>
                  <a:pt x="1065562" y="32518"/>
                </a:lnTo>
                <a:lnTo>
                  <a:pt x="1084488" y="30490"/>
                </a:lnTo>
                <a:lnTo>
                  <a:pt x="1103405" y="28461"/>
                </a:lnTo>
                <a:lnTo>
                  <a:pt x="1122321" y="26422"/>
                </a:lnTo>
                <a:lnTo>
                  <a:pt x="1141247" y="24394"/>
                </a:lnTo>
                <a:lnTo>
                  <a:pt x="1160164" y="22355"/>
                </a:lnTo>
                <a:lnTo>
                  <a:pt x="1179081" y="20326"/>
                </a:lnTo>
                <a:lnTo>
                  <a:pt x="1198007" y="18298"/>
                </a:lnTo>
                <a:lnTo>
                  <a:pt x="1216924" y="16259"/>
                </a:lnTo>
                <a:lnTo>
                  <a:pt x="1235840" y="14230"/>
                </a:lnTo>
                <a:lnTo>
                  <a:pt x="1254766" y="12192"/>
                </a:lnTo>
                <a:lnTo>
                  <a:pt x="1273683" y="10163"/>
                </a:lnTo>
                <a:lnTo>
                  <a:pt x="1292600" y="8134"/>
                </a:lnTo>
                <a:lnTo>
                  <a:pt x="1311526" y="6096"/>
                </a:lnTo>
                <a:lnTo>
                  <a:pt x="1330442" y="4067"/>
                </a:lnTo>
                <a:lnTo>
                  <a:pt x="1349369" y="2029"/>
                </a:lnTo>
                <a:lnTo>
                  <a:pt x="1368285" y="0"/>
                </a:lnTo>
                <a:lnTo>
                  <a:pt x="1375096" y="10201"/>
                </a:lnTo>
                <a:lnTo>
                  <a:pt x="1373267" y="29137"/>
                </a:lnTo>
                <a:lnTo>
                  <a:pt x="1371429" y="48082"/>
                </a:lnTo>
                <a:lnTo>
                  <a:pt x="1369590" y="67018"/>
                </a:lnTo>
                <a:lnTo>
                  <a:pt x="1367752" y="85954"/>
                </a:lnTo>
                <a:lnTo>
                  <a:pt x="1365914" y="104899"/>
                </a:lnTo>
                <a:lnTo>
                  <a:pt x="1364075" y="123835"/>
                </a:lnTo>
                <a:lnTo>
                  <a:pt x="1362237" y="142780"/>
                </a:lnTo>
                <a:lnTo>
                  <a:pt x="1360408" y="161715"/>
                </a:lnTo>
                <a:lnTo>
                  <a:pt x="1358570" y="180661"/>
                </a:lnTo>
                <a:lnTo>
                  <a:pt x="1356731" y="199596"/>
                </a:lnTo>
                <a:lnTo>
                  <a:pt x="1354893" y="218542"/>
                </a:lnTo>
                <a:lnTo>
                  <a:pt x="1353055" y="237477"/>
                </a:lnTo>
                <a:lnTo>
                  <a:pt x="1351217" y="256423"/>
                </a:lnTo>
                <a:lnTo>
                  <a:pt x="1349378" y="275358"/>
                </a:lnTo>
                <a:lnTo>
                  <a:pt x="1347540" y="294294"/>
                </a:lnTo>
                <a:lnTo>
                  <a:pt x="1345711" y="313239"/>
                </a:lnTo>
                <a:lnTo>
                  <a:pt x="1343873" y="332175"/>
                </a:lnTo>
                <a:lnTo>
                  <a:pt x="1342034" y="351120"/>
                </a:lnTo>
                <a:lnTo>
                  <a:pt x="1340196" y="370056"/>
                </a:lnTo>
                <a:lnTo>
                  <a:pt x="1338358" y="389001"/>
                </a:lnTo>
                <a:lnTo>
                  <a:pt x="1336519" y="407937"/>
                </a:lnTo>
                <a:lnTo>
                  <a:pt x="1334681" y="426882"/>
                </a:lnTo>
                <a:lnTo>
                  <a:pt x="1332852" y="445818"/>
                </a:lnTo>
                <a:lnTo>
                  <a:pt x="1331014" y="464763"/>
                </a:lnTo>
                <a:lnTo>
                  <a:pt x="1329176" y="483699"/>
                </a:lnTo>
                <a:lnTo>
                  <a:pt x="1327337" y="502634"/>
                </a:lnTo>
                <a:lnTo>
                  <a:pt x="1325499" y="521579"/>
                </a:lnTo>
                <a:lnTo>
                  <a:pt x="1323661" y="540515"/>
                </a:lnTo>
                <a:lnTo>
                  <a:pt x="1321822" y="559460"/>
                </a:lnTo>
                <a:lnTo>
                  <a:pt x="1319994" y="578396"/>
                </a:lnTo>
                <a:lnTo>
                  <a:pt x="1318155" y="597341"/>
                </a:lnTo>
                <a:lnTo>
                  <a:pt x="1316317" y="616277"/>
                </a:lnTo>
                <a:lnTo>
                  <a:pt x="1314479" y="635222"/>
                </a:lnTo>
                <a:lnTo>
                  <a:pt x="1312640" y="654158"/>
                </a:lnTo>
                <a:lnTo>
                  <a:pt x="1310802" y="673103"/>
                </a:lnTo>
                <a:lnTo>
                  <a:pt x="1308964" y="692039"/>
                </a:lnTo>
                <a:lnTo>
                  <a:pt x="1307135" y="710975"/>
                </a:lnTo>
                <a:lnTo>
                  <a:pt x="1305296" y="729920"/>
                </a:lnTo>
                <a:lnTo>
                  <a:pt x="1303458" y="748856"/>
                </a:lnTo>
                <a:lnTo>
                  <a:pt x="1301620" y="767801"/>
                </a:lnTo>
                <a:lnTo>
                  <a:pt x="1299782" y="786736"/>
                </a:lnTo>
                <a:lnTo>
                  <a:pt x="1297943" y="805682"/>
                </a:lnTo>
                <a:lnTo>
                  <a:pt x="1296105" y="824617"/>
                </a:lnTo>
                <a:lnTo>
                  <a:pt x="1294276" y="843563"/>
                </a:lnTo>
                <a:lnTo>
                  <a:pt x="1284361" y="854507"/>
                </a:lnTo>
                <a:lnTo>
                  <a:pt x="1265444" y="856545"/>
                </a:lnTo>
                <a:lnTo>
                  <a:pt x="1246518" y="858574"/>
                </a:lnTo>
                <a:lnTo>
                  <a:pt x="1227601" y="860612"/>
                </a:lnTo>
                <a:lnTo>
                  <a:pt x="1208684" y="862641"/>
                </a:lnTo>
                <a:lnTo>
                  <a:pt x="1189758" y="864680"/>
                </a:lnTo>
                <a:lnTo>
                  <a:pt x="1170842" y="866708"/>
                </a:lnTo>
                <a:lnTo>
                  <a:pt x="1151925" y="868747"/>
                </a:lnTo>
                <a:lnTo>
                  <a:pt x="1132999" y="870776"/>
                </a:lnTo>
                <a:lnTo>
                  <a:pt x="1114082" y="872814"/>
                </a:lnTo>
                <a:lnTo>
                  <a:pt x="1095156" y="874852"/>
                </a:lnTo>
                <a:lnTo>
                  <a:pt x="1076239" y="876881"/>
                </a:lnTo>
                <a:lnTo>
                  <a:pt x="1057323" y="878919"/>
                </a:lnTo>
                <a:lnTo>
                  <a:pt x="1038396" y="880948"/>
                </a:lnTo>
                <a:lnTo>
                  <a:pt x="1019480" y="882987"/>
                </a:lnTo>
                <a:lnTo>
                  <a:pt x="1000563" y="885015"/>
                </a:lnTo>
                <a:lnTo>
                  <a:pt x="981637" y="887054"/>
                </a:lnTo>
                <a:lnTo>
                  <a:pt x="962720" y="889083"/>
                </a:lnTo>
                <a:lnTo>
                  <a:pt x="943804" y="891121"/>
                </a:lnTo>
                <a:lnTo>
                  <a:pt x="924878" y="893159"/>
                </a:lnTo>
                <a:lnTo>
                  <a:pt x="905961" y="895188"/>
                </a:lnTo>
                <a:lnTo>
                  <a:pt x="887044" y="897226"/>
                </a:lnTo>
                <a:lnTo>
                  <a:pt x="868118" y="899255"/>
                </a:lnTo>
                <a:lnTo>
                  <a:pt x="849201" y="901294"/>
                </a:lnTo>
                <a:lnTo>
                  <a:pt x="830285" y="903322"/>
                </a:lnTo>
                <a:lnTo>
                  <a:pt x="811359" y="905361"/>
                </a:lnTo>
                <a:lnTo>
                  <a:pt x="792442" y="907390"/>
                </a:lnTo>
                <a:lnTo>
                  <a:pt x="773525" y="909428"/>
                </a:lnTo>
                <a:lnTo>
                  <a:pt x="754599" y="911457"/>
                </a:lnTo>
                <a:lnTo>
                  <a:pt x="735682" y="913495"/>
                </a:lnTo>
                <a:lnTo>
                  <a:pt x="716766" y="915533"/>
                </a:lnTo>
                <a:lnTo>
                  <a:pt x="697840" y="917562"/>
                </a:lnTo>
                <a:lnTo>
                  <a:pt x="678923" y="919601"/>
                </a:lnTo>
                <a:lnTo>
                  <a:pt x="660006" y="921629"/>
                </a:lnTo>
                <a:lnTo>
                  <a:pt x="641080" y="923668"/>
                </a:lnTo>
                <a:lnTo>
                  <a:pt x="622163" y="925697"/>
                </a:lnTo>
                <a:lnTo>
                  <a:pt x="603247" y="927735"/>
                </a:lnTo>
                <a:lnTo>
                  <a:pt x="584321" y="929764"/>
                </a:lnTo>
                <a:lnTo>
                  <a:pt x="565404" y="931802"/>
                </a:lnTo>
                <a:lnTo>
                  <a:pt x="546487" y="933841"/>
                </a:lnTo>
                <a:lnTo>
                  <a:pt x="527561" y="935869"/>
                </a:lnTo>
                <a:lnTo>
                  <a:pt x="508645" y="937908"/>
                </a:lnTo>
                <a:lnTo>
                  <a:pt x="489728" y="939937"/>
                </a:lnTo>
                <a:lnTo>
                  <a:pt x="470802" y="941975"/>
                </a:lnTo>
                <a:lnTo>
                  <a:pt x="451885" y="944004"/>
                </a:lnTo>
                <a:lnTo>
                  <a:pt x="432968" y="946042"/>
                </a:lnTo>
                <a:lnTo>
                  <a:pt x="414042" y="948071"/>
                </a:lnTo>
                <a:lnTo>
                  <a:pt x="395126" y="950109"/>
                </a:lnTo>
                <a:lnTo>
                  <a:pt x="376209" y="952148"/>
                </a:lnTo>
                <a:lnTo>
                  <a:pt x="357283" y="954176"/>
                </a:lnTo>
                <a:lnTo>
                  <a:pt x="338366" y="956215"/>
                </a:lnTo>
                <a:lnTo>
                  <a:pt x="319449" y="958244"/>
                </a:lnTo>
                <a:lnTo>
                  <a:pt x="300523" y="960282"/>
                </a:lnTo>
                <a:lnTo>
                  <a:pt x="281607" y="962311"/>
                </a:lnTo>
                <a:lnTo>
                  <a:pt x="262690" y="964349"/>
                </a:lnTo>
                <a:lnTo>
                  <a:pt x="243764" y="966378"/>
                </a:lnTo>
                <a:lnTo>
                  <a:pt x="224847" y="968416"/>
                </a:lnTo>
                <a:lnTo>
                  <a:pt x="205931" y="970455"/>
                </a:lnTo>
                <a:lnTo>
                  <a:pt x="187004" y="972483"/>
                </a:lnTo>
                <a:lnTo>
                  <a:pt x="168088" y="974522"/>
                </a:lnTo>
                <a:lnTo>
                  <a:pt x="149171" y="976551"/>
                </a:lnTo>
                <a:lnTo>
                  <a:pt x="130245" y="978589"/>
                </a:lnTo>
                <a:lnTo>
                  <a:pt x="111328" y="980618"/>
                </a:lnTo>
                <a:lnTo>
                  <a:pt x="92412" y="982656"/>
                </a:lnTo>
                <a:lnTo>
                  <a:pt x="73485" y="984685"/>
                </a:lnTo>
                <a:lnTo>
                  <a:pt x="54569" y="986723"/>
                </a:lnTo>
                <a:lnTo>
                  <a:pt x="35652" y="988762"/>
                </a:lnTo>
                <a:lnTo>
                  <a:pt x="16726" y="990791"/>
                </a:lnTo>
                <a:lnTo>
                  <a:pt x="0" y="990610"/>
                </a:lnTo>
                <a:lnTo>
                  <a:pt x="1819" y="971664"/>
                </a:lnTo>
                <a:lnTo>
                  <a:pt x="3629" y="952729"/>
                </a:lnTo>
                <a:lnTo>
                  <a:pt x="5448" y="933783"/>
                </a:lnTo>
                <a:lnTo>
                  <a:pt x="7268" y="914838"/>
                </a:lnTo>
                <a:lnTo>
                  <a:pt x="9077" y="895902"/>
                </a:lnTo>
                <a:lnTo>
                  <a:pt x="10897" y="876957"/>
                </a:lnTo>
                <a:lnTo>
                  <a:pt x="12716" y="858012"/>
                </a:lnTo>
                <a:lnTo>
                  <a:pt x="14526" y="839076"/>
                </a:lnTo>
                <a:lnTo>
                  <a:pt x="16345" y="820131"/>
                </a:lnTo>
                <a:lnTo>
                  <a:pt x="18164" y="801186"/>
                </a:lnTo>
                <a:lnTo>
                  <a:pt x="19974" y="782250"/>
                </a:lnTo>
                <a:lnTo>
                  <a:pt x="21793" y="763305"/>
                </a:lnTo>
                <a:lnTo>
                  <a:pt x="23612" y="744360"/>
                </a:lnTo>
                <a:lnTo>
                  <a:pt x="25422" y="725424"/>
                </a:lnTo>
                <a:lnTo>
                  <a:pt x="27242" y="706479"/>
                </a:lnTo>
                <a:lnTo>
                  <a:pt x="29061" y="687534"/>
                </a:lnTo>
                <a:lnTo>
                  <a:pt x="30871" y="668598"/>
                </a:lnTo>
                <a:lnTo>
                  <a:pt x="32690" y="649653"/>
                </a:lnTo>
                <a:lnTo>
                  <a:pt x="34509" y="630707"/>
                </a:lnTo>
                <a:lnTo>
                  <a:pt x="36319" y="611772"/>
                </a:lnTo>
                <a:lnTo>
                  <a:pt x="38138" y="592826"/>
                </a:lnTo>
                <a:lnTo>
                  <a:pt x="39957" y="573881"/>
                </a:lnTo>
                <a:lnTo>
                  <a:pt x="41767" y="554946"/>
                </a:lnTo>
                <a:lnTo>
                  <a:pt x="43586" y="536000"/>
                </a:lnTo>
                <a:lnTo>
                  <a:pt x="45406" y="517055"/>
                </a:lnTo>
                <a:lnTo>
                  <a:pt x="47215" y="498119"/>
                </a:lnTo>
                <a:lnTo>
                  <a:pt x="49035" y="479174"/>
                </a:lnTo>
                <a:lnTo>
                  <a:pt x="50854" y="460229"/>
                </a:lnTo>
                <a:lnTo>
                  <a:pt x="52664" y="441293"/>
                </a:lnTo>
                <a:lnTo>
                  <a:pt x="54483" y="422348"/>
                </a:lnTo>
                <a:lnTo>
                  <a:pt x="56302" y="403403"/>
                </a:lnTo>
                <a:lnTo>
                  <a:pt x="58112" y="384467"/>
                </a:lnTo>
                <a:lnTo>
                  <a:pt x="59931" y="365522"/>
                </a:lnTo>
                <a:lnTo>
                  <a:pt x="61751" y="346577"/>
                </a:lnTo>
                <a:lnTo>
                  <a:pt x="63560" y="327641"/>
                </a:lnTo>
                <a:lnTo>
                  <a:pt x="65380" y="308696"/>
                </a:lnTo>
                <a:lnTo>
                  <a:pt x="67199" y="289751"/>
                </a:lnTo>
                <a:lnTo>
                  <a:pt x="69009" y="270815"/>
                </a:lnTo>
                <a:lnTo>
                  <a:pt x="70828" y="251870"/>
                </a:lnTo>
                <a:lnTo>
                  <a:pt x="72647" y="232924"/>
                </a:lnTo>
                <a:lnTo>
                  <a:pt x="74457" y="213989"/>
                </a:lnTo>
                <a:lnTo>
                  <a:pt x="76276" y="195043"/>
                </a:lnTo>
                <a:lnTo>
                  <a:pt x="78095" y="176098"/>
                </a:lnTo>
                <a:lnTo>
                  <a:pt x="79905" y="157163"/>
                </a:lnTo>
                <a:lnTo>
                  <a:pt x="81725" y="138217"/>
                </a:lnTo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9" name="maturity-level-support-2">
            <a:extLst xmlns:a="http://schemas.openxmlformats.org/drawingml/2006/main">
              <a:ext uri="{FF2B5EF4-FFF2-40B4-BE49-F238E27FC236}">
                <a16:creationId xmlns:a16="http://schemas.microsoft.com/office/drawing/2014/main" id="{1A7B3698-667B-4ADA-844F-D4F7BE9CF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59799" y="3705044"/>
            <a:ext cx="1375010" cy="990895"/>
          </a:xfrm>
          <a:custGeom xmlns:a="http://schemas.openxmlformats.org/drawingml/2006/main">
            <a:pathLst>
              <a:path w="1375010" h="990895">
                <a:moveTo>
                  <a:pt x="82648" y="138293"/>
                </a:moveTo>
                <a:lnTo>
                  <a:pt x="101565" y="136255"/>
                </a:lnTo>
                <a:lnTo>
                  <a:pt x="120482" y="134226"/>
                </a:lnTo>
                <a:lnTo>
                  <a:pt x="139398" y="132188"/>
                </a:lnTo>
                <a:lnTo>
                  <a:pt x="158315" y="130159"/>
                </a:lnTo>
                <a:lnTo>
                  <a:pt x="177232" y="128121"/>
                </a:lnTo>
                <a:lnTo>
                  <a:pt x="196148" y="126092"/>
                </a:lnTo>
                <a:lnTo>
                  <a:pt x="215065" y="124054"/>
                </a:lnTo>
                <a:lnTo>
                  <a:pt x="233982" y="122025"/>
                </a:lnTo>
                <a:lnTo>
                  <a:pt x="252889" y="119986"/>
                </a:lnTo>
                <a:lnTo>
                  <a:pt x="271805" y="117958"/>
                </a:lnTo>
                <a:lnTo>
                  <a:pt x="290722" y="115919"/>
                </a:lnTo>
                <a:lnTo>
                  <a:pt x="309639" y="113890"/>
                </a:lnTo>
                <a:lnTo>
                  <a:pt x="328555" y="111852"/>
                </a:lnTo>
                <a:lnTo>
                  <a:pt x="347472" y="109823"/>
                </a:lnTo>
                <a:lnTo>
                  <a:pt x="366389" y="107785"/>
                </a:lnTo>
                <a:lnTo>
                  <a:pt x="385305" y="105756"/>
                </a:lnTo>
                <a:lnTo>
                  <a:pt x="404222" y="103718"/>
                </a:lnTo>
                <a:lnTo>
                  <a:pt x="423139" y="101689"/>
                </a:lnTo>
                <a:lnTo>
                  <a:pt x="442055" y="99651"/>
                </a:lnTo>
                <a:lnTo>
                  <a:pt x="460972" y="97622"/>
                </a:lnTo>
                <a:lnTo>
                  <a:pt x="479889" y="95583"/>
                </a:lnTo>
                <a:lnTo>
                  <a:pt x="498805" y="93555"/>
                </a:lnTo>
                <a:lnTo>
                  <a:pt x="517722" y="91516"/>
                </a:lnTo>
                <a:lnTo>
                  <a:pt x="536639" y="89478"/>
                </a:lnTo>
                <a:lnTo>
                  <a:pt x="555555" y="87449"/>
                </a:lnTo>
                <a:lnTo>
                  <a:pt x="574462" y="85411"/>
                </a:lnTo>
                <a:lnTo>
                  <a:pt x="593379" y="83382"/>
                </a:lnTo>
                <a:lnTo>
                  <a:pt x="612296" y="81343"/>
                </a:lnTo>
                <a:lnTo>
                  <a:pt x="631212" y="79315"/>
                </a:lnTo>
                <a:lnTo>
                  <a:pt x="650129" y="77276"/>
                </a:lnTo>
                <a:lnTo>
                  <a:pt x="669046" y="75248"/>
                </a:lnTo>
                <a:lnTo>
                  <a:pt x="687962" y="73209"/>
                </a:lnTo>
                <a:lnTo>
                  <a:pt x="706879" y="71180"/>
                </a:lnTo>
                <a:lnTo>
                  <a:pt x="725795" y="69142"/>
                </a:lnTo>
                <a:lnTo>
                  <a:pt x="744712" y="67113"/>
                </a:lnTo>
                <a:lnTo>
                  <a:pt x="763629" y="65075"/>
                </a:lnTo>
                <a:lnTo>
                  <a:pt x="782545" y="63046"/>
                </a:lnTo>
                <a:lnTo>
                  <a:pt x="801462" y="61008"/>
                </a:lnTo>
                <a:lnTo>
                  <a:pt x="820379" y="58979"/>
                </a:lnTo>
                <a:lnTo>
                  <a:pt x="839295" y="56940"/>
                </a:lnTo>
                <a:lnTo>
                  <a:pt x="858212" y="54912"/>
                </a:lnTo>
                <a:lnTo>
                  <a:pt x="877129" y="52873"/>
                </a:lnTo>
                <a:lnTo>
                  <a:pt x="896045" y="50844"/>
                </a:lnTo>
                <a:lnTo>
                  <a:pt x="914952" y="48806"/>
                </a:lnTo>
                <a:lnTo>
                  <a:pt x="933869" y="46777"/>
                </a:lnTo>
                <a:lnTo>
                  <a:pt x="952786" y="44739"/>
                </a:lnTo>
                <a:lnTo>
                  <a:pt x="971702" y="42710"/>
                </a:lnTo>
                <a:lnTo>
                  <a:pt x="990619" y="40672"/>
                </a:lnTo>
                <a:lnTo>
                  <a:pt x="1009536" y="38643"/>
                </a:lnTo>
                <a:lnTo>
                  <a:pt x="1028452" y="36605"/>
                </a:lnTo>
                <a:lnTo>
                  <a:pt x="1047369" y="34576"/>
                </a:lnTo>
                <a:lnTo>
                  <a:pt x="1066286" y="32537"/>
                </a:lnTo>
                <a:lnTo>
                  <a:pt x="1085202" y="30509"/>
                </a:lnTo>
                <a:lnTo>
                  <a:pt x="1104119" y="28470"/>
                </a:lnTo>
                <a:lnTo>
                  <a:pt x="1123036" y="26441"/>
                </a:lnTo>
                <a:lnTo>
                  <a:pt x="1141952" y="24403"/>
                </a:lnTo>
                <a:lnTo>
                  <a:pt x="1160869" y="22374"/>
                </a:lnTo>
                <a:lnTo>
                  <a:pt x="1179786" y="20336"/>
                </a:lnTo>
                <a:lnTo>
                  <a:pt x="1198702" y="18307"/>
                </a:lnTo>
                <a:lnTo>
                  <a:pt x="1217619" y="16269"/>
                </a:lnTo>
                <a:lnTo>
                  <a:pt x="1236536" y="14240"/>
                </a:lnTo>
                <a:lnTo>
                  <a:pt x="1255443" y="12202"/>
                </a:lnTo>
                <a:lnTo>
                  <a:pt x="1274359" y="10173"/>
                </a:lnTo>
                <a:lnTo>
                  <a:pt x="1293276" y="8134"/>
                </a:lnTo>
                <a:lnTo>
                  <a:pt x="1312193" y="6106"/>
                </a:lnTo>
                <a:lnTo>
                  <a:pt x="1331109" y="4067"/>
                </a:lnTo>
                <a:lnTo>
                  <a:pt x="1350026" y="2038"/>
                </a:lnTo>
                <a:lnTo>
                  <a:pt x="1368943" y="0"/>
                </a:lnTo>
                <a:lnTo>
                  <a:pt x="1375010" y="10954"/>
                </a:lnTo>
                <a:lnTo>
                  <a:pt x="1373172" y="29889"/>
                </a:lnTo>
                <a:lnTo>
                  <a:pt x="1371333" y="48825"/>
                </a:lnTo>
                <a:lnTo>
                  <a:pt x="1369495" y="67761"/>
                </a:lnTo>
                <a:lnTo>
                  <a:pt x="1367657" y="86697"/>
                </a:lnTo>
                <a:lnTo>
                  <a:pt x="1365818" y="105632"/>
                </a:lnTo>
                <a:lnTo>
                  <a:pt x="1363990" y="124568"/>
                </a:lnTo>
                <a:lnTo>
                  <a:pt x="1362151" y="143513"/>
                </a:lnTo>
                <a:lnTo>
                  <a:pt x="1360313" y="162449"/>
                </a:lnTo>
                <a:lnTo>
                  <a:pt x="1358475" y="181385"/>
                </a:lnTo>
                <a:lnTo>
                  <a:pt x="1356636" y="200320"/>
                </a:lnTo>
                <a:lnTo>
                  <a:pt x="1354807" y="219256"/>
                </a:lnTo>
                <a:lnTo>
                  <a:pt x="1352969" y="238192"/>
                </a:lnTo>
                <a:lnTo>
                  <a:pt x="1351131" y="257127"/>
                </a:lnTo>
                <a:lnTo>
                  <a:pt x="1349292" y="276063"/>
                </a:lnTo>
                <a:lnTo>
                  <a:pt x="1347454" y="294999"/>
                </a:lnTo>
                <a:lnTo>
                  <a:pt x="1345616" y="313934"/>
                </a:lnTo>
                <a:lnTo>
                  <a:pt x="1343787" y="332870"/>
                </a:lnTo>
                <a:lnTo>
                  <a:pt x="1341949" y="351806"/>
                </a:lnTo>
                <a:lnTo>
                  <a:pt x="1340110" y="370742"/>
                </a:lnTo>
                <a:lnTo>
                  <a:pt x="1338272" y="389677"/>
                </a:lnTo>
                <a:lnTo>
                  <a:pt x="1336434" y="408613"/>
                </a:lnTo>
                <a:lnTo>
                  <a:pt x="1334595" y="427549"/>
                </a:lnTo>
                <a:lnTo>
                  <a:pt x="1332767" y="446484"/>
                </a:lnTo>
                <a:lnTo>
                  <a:pt x="1330928" y="465430"/>
                </a:lnTo>
                <a:lnTo>
                  <a:pt x="1329090" y="484365"/>
                </a:lnTo>
                <a:lnTo>
                  <a:pt x="1327252" y="503301"/>
                </a:lnTo>
                <a:lnTo>
                  <a:pt x="1325413" y="522237"/>
                </a:lnTo>
                <a:lnTo>
                  <a:pt x="1323584" y="541172"/>
                </a:lnTo>
                <a:lnTo>
                  <a:pt x="1321746" y="560108"/>
                </a:lnTo>
                <a:lnTo>
                  <a:pt x="1319908" y="579044"/>
                </a:lnTo>
                <a:lnTo>
                  <a:pt x="1318070" y="597980"/>
                </a:lnTo>
                <a:lnTo>
                  <a:pt x="1316231" y="616915"/>
                </a:lnTo>
                <a:lnTo>
                  <a:pt x="1314393" y="635851"/>
                </a:lnTo>
                <a:lnTo>
                  <a:pt x="1312564" y="654787"/>
                </a:lnTo>
                <a:lnTo>
                  <a:pt x="1310726" y="673722"/>
                </a:lnTo>
                <a:lnTo>
                  <a:pt x="1308887" y="692658"/>
                </a:lnTo>
                <a:lnTo>
                  <a:pt x="1307049" y="711594"/>
                </a:lnTo>
                <a:lnTo>
                  <a:pt x="1305211" y="730529"/>
                </a:lnTo>
                <a:lnTo>
                  <a:pt x="1303372" y="749465"/>
                </a:lnTo>
                <a:lnTo>
                  <a:pt x="1301544" y="768401"/>
                </a:lnTo>
                <a:lnTo>
                  <a:pt x="1299705" y="787346"/>
                </a:lnTo>
                <a:lnTo>
                  <a:pt x="1297867" y="806282"/>
                </a:lnTo>
                <a:lnTo>
                  <a:pt x="1296029" y="825217"/>
                </a:lnTo>
                <a:lnTo>
                  <a:pt x="1294190" y="844153"/>
                </a:lnTo>
                <a:lnTo>
                  <a:pt x="1283818" y="854631"/>
                </a:lnTo>
                <a:lnTo>
                  <a:pt x="1264901" y="856669"/>
                </a:lnTo>
                <a:lnTo>
                  <a:pt x="1245984" y="858707"/>
                </a:lnTo>
                <a:lnTo>
                  <a:pt x="1227068" y="860736"/>
                </a:lnTo>
                <a:lnTo>
                  <a:pt x="1208151" y="862775"/>
                </a:lnTo>
                <a:lnTo>
                  <a:pt x="1189234" y="864803"/>
                </a:lnTo>
                <a:lnTo>
                  <a:pt x="1170318" y="866842"/>
                </a:lnTo>
                <a:lnTo>
                  <a:pt x="1151401" y="868871"/>
                </a:lnTo>
                <a:lnTo>
                  <a:pt x="1132484" y="870909"/>
                </a:lnTo>
                <a:lnTo>
                  <a:pt x="1113577" y="872938"/>
                </a:lnTo>
                <a:lnTo>
                  <a:pt x="1094661" y="874976"/>
                </a:lnTo>
                <a:lnTo>
                  <a:pt x="1075744" y="877005"/>
                </a:lnTo>
                <a:lnTo>
                  <a:pt x="1056827" y="879043"/>
                </a:lnTo>
                <a:lnTo>
                  <a:pt x="1037911" y="881072"/>
                </a:lnTo>
                <a:lnTo>
                  <a:pt x="1018994" y="883110"/>
                </a:lnTo>
                <a:lnTo>
                  <a:pt x="1000077" y="885139"/>
                </a:lnTo>
                <a:lnTo>
                  <a:pt x="981161" y="887178"/>
                </a:lnTo>
                <a:lnTo>
                  <a:pt x="962244" y="889206"/>
                </a:lnTo>
                <a:lnTo>
                  <a:pt x="943327" y="891245"/>
                </a:lnTo>
                <a:lnTo>
                  <a:pt x="924411" y="893274"/>
                </a:lnTo>
                <a:lnTo>
                  <a:pt x="905494" y="895312"/>
                </a:lnTo>
                <a:lnTo>
                  <a:pt x="886577" y="897341"/>
                </a:lnTo>
                <a:lnTo>
                  <a:pt x="867661" y="899379"/>
                </a:lnTo>
                <a:lnTo>
                  <a:pt x="848744" y="901408"/>
                </a:lnTo>
                <a:lnTo>
                  <a:pt x="829828" y="903446"/>
                </a:lnTo>
                <a:lnTo>
                  <a:pt x="810911" y="905475"/>
                </a:lnTo>
                <a:lnTo>
                  <a:pt x="792004" y="907513"/>
                </a:lnTo>
                <a:lnTo>
                  <a:pt x="773087" y="909542"/>
                </a:lnTo>
                <a:lnTo>
                  <a:pt x="754170" y="911581"/>
                </a:lnTo>
                <a:lnTo>
                  <a:pt x="735254" y="913609"/>
                </a:lnTo>
                <a:lnTo>
                  <a:pt x="716337" y="915648"/>
                </a:lnTo>
                <a:lnTo>
                  <a:pt x="697421" y="917677"/>
                </a:lnTo>
                <a:lnTo>
                  <a:pt x="678504" y="919715"/>
                </a:lnTo>
                <a:lnTo>
                  <a:pt x="659587" y="921744"/>
                </a:lnTo>
                <a:lnTo>
                  <a:pt x="640671" y="923782"/>
                </a:lnTo>
                <a:lnTo>
                  <a:pt x="621754" y="925811"/>
                </a:lnTo>
                <a:lnTo>
                  <a:pt x="602837" y="927849"/>
                </a:lnTo>
                <a:lnTo>
                  <a:pt x="583921" y="929878"/>
                </a:lnTo>
                <a:lnTo>
                  <a:pt x="565004" y="931916"/>
                </a:lnTo>
                <a:lnTo>
                  <a:pt x="546087" y="933945"/>
                </a:lnTo>
                <a:lnTo>
                  <a:pt x="527171" y="935984"/>
                </a:lnTo>
                <a:lnTo>
                  <a:pt x="508254" y="938012"/>
                </a:lnTo>
                <a:lnTo>
                  <a:pt x="489337" y="940051"/>
                </a:lnTo>
                <a:lnTo>
                  <a:pt x="470421" y="942080"/>
                </a:lnTo>
                <a:lnTo>
                  <a:pt x="451514" y="944118"/>
                </a:lnTo>
                <a:lnTo>
                  <a:pt x="432597" y="946147"/>
                </a:lnTo>
                <a:lnTo>
                  <a:pt x="413680" y="948185"/>
                </a:lnTo>
                <a:lnTo>
                  <a:pt x="394764" y="950214"/>
                </a:lnTo>
                <a:lnTo>
                  <a:pt x="375847" y="952252"/>
                </a:lnTo>
                <a:lnTo>
                  <a:pt x="356930" y="954291"/>
                </a:lnTo>
                <a:lnTo>
                  <a:pt x="338014" y="956320"/>
                </a:lnTo>
                <a:lnTo>
                  <a:pt x="319097" y="958358"/>
                </a:lnTo>
                <a:lnTo>
                  <a:pt x="300180" y="960387"/>
                </a:lnTo>
                <a:lnTo>
                  <a:pt x="281264" y="962425"/>
                </a:lnTo>
                <a:lnTo>
                  <a:pt x="262347" y="964454"/>
                </a:lnTo>
                <a:lnTo>
                  <a:pt x="243430" y="966492"/>
                </a:lnTo>
                <a:lnTo>
                  <a:pt x="224514" y="968521"/>
                </a:lnTo>
                <a:lnTo>
                  <a:pt x="205597" y="970559"/>
                </a:lnTo>
                <a:lnTo>
                  <a:pt x="186680" y="972588"/>
                </a:lnTo>
                <a:lnTo>
                  <a:pt x="167764" y="974627"/>
                </a:lnTo>
                <a:lnTo>
                  <a:pt x="148847" y="976655"/>
                </a:lnTo>
                <a:lnTo>
                  <a:pt x="129940" y="978694"/>
                </a:lnTo>
                <a:lnTo>
                  <a:pt x="111023" y="980723"/>
                </a:lnTo>
                <a:lnTo>
                  <a:pt x="92107" y="982761"/>
                </a:lnTo>
                <a:lnTo>
                  <a:pt x="73190" y="984790"/>
                </a:lnTo>
                <a:lnTo>
                  <a:pt x="54273" y="986828"/>
                </a:lnTo>
                <a:lnTo>
                  <a:pt x="35357" y="988857"/>
                </a:lnTo>
                <a:lnTo>
                  <a:pt x="16440" y="990895"/>
                </a:lnTo>
                <a:lnTo>
                  <a:pt x="0" y="990419"/>
                </a:lnTo>
                <a:lnTo>
                  <a:pt x="1838" y="971483"/>
                </a:lnTo>
                <a:lnTo>
                  <a:pt x="3677" y="952548"/>
                </a:lnTo>
                <a:lnTo>
                  <a:pt x="5505" y="933612"/>
                </a:lnTo>
                <a:lnTo>
                  <a:pt x="7344" y="914676"/>
                </a:lnTo>
                <a:lnTo>
                  <a:pt x="9182" y="895741"/>
                </a:lnTo>
                <a:lnTo>
                  <a:pt x="11020" y="876805"/>
                </a:lnTo>
                <a:lnTo>
                  <a:pt x="12859" y="857869"/>
                </a:lnTo>
                <a:lnTo>
                  <a:pt x="14697" y="838933"/>
                </a:lnTo>
                <a:lnTo>
                  <a:pt x="16526" y="819998"/>
                </a:lnTo>
                <a:lnTo>
                  <a:pt x="18364" y="801062"/>
                </a:lnTo>
                <a:lnTo>
                  <a:pt x="20203" y="782126"/>
                </a:lnTo>
                <a:lnTo>
                  <a:pt x="22041" y="763191"/>
                </a:lnTo>
                <a:lnTo>
                  <a:pt x="23879" y="744255"/>
                </a:lnTo>
                <a:lnTo>
                  <a:pt x="25718" y="725319"/>
                </a:lnTo>
                <a:lnTo>
                  <a:pt x="27546" y="706384"/>
                </a:lnTo>
                <a:lnTo>
                  <a:pt x="29385" y="687438"/>
                </a:lnTo>
                <a:lnTo>
                  <a:pt x="31223" y="668503"/>
                </a:lnTo>
                <a:lnTo>
                  <a:pt x="33061" y="649567"/>
                </a:lnTo>
                <a:lnTo>
                  <a:pt x="34900" y="630631"/>
                </a:lnTo>
                <a:lnTo>
                  <a:pt x="36728" y="611696"/>
                </a:lnTo>
                <a:lnTo>
                  <a:pt x="38567" y="592760"/>
                </a:lnTo>
                <a:lnTo>
                  <a:pt x="40405" y="573824"/>
                </a:lnTo>
                <a:lnTo>
                  <a:pt x="42243" y="554888"/>
                </a:lnTo>
                <a:lnTo>
                  <a:pt x="44082" y="535953"/>
                </a:lnTo>
                <a:lnTo>
                  <a:pt x="45920" y="517017"/>
                </a:lnTo>
                <a:lnTo>
                  <a:pt x="47749" y="498081"/>
                </a:lnTo>
                <a:lnTo>
                  <a:pt x="49587" y="479146"/>
                </a:lnTo>
                <a:lnTo>
                  <a:pt x="51425" y="460210"/>
                </a:lnTo>
                <a:lnTo>
                  <a:pt x="53264" y="441274"/>
                </a:lnTo>
                <a:lnTo>
                  <a:pt x="55102" y="422339"/>
                </a:lnTo>
                <a:lnTo>
                  <a:pt x="56931" y="403403"/>
                </a:lnTo>
                <a:lnTo>
                  <a:pt x="58769" y="384458"/>
                </a:lnTo>
                <a:lnTo>
                  <a:pt x="60608" y="365522"/>
                </a:lnTo>
                <a:lnTo>
                  <a:pt x="62446" y="346586"/>
                </a:lnTo>
                <a:lnTo>
                  <a:pt x="64284" y="327650"/>
                </a:lnTo>
                <a:lnTo>
                  <a:pt x="66123" y="308715"/>
                </a:lnTo>
                <a:lnTo>
                  <a:pt x="67951" y="289779"/>
                </a:lnTo>
                <a:lnTo>
                  <a:pt x="69790" y="270843"/>
                </a:lnTo>
                <a:lnTo>
                  <a:pt x="71628" y="251908"/>
                </a:lnTo>
                <a:lnTo>
                  <a:pt x="73466" y="232972"/>
                </a:lnTo>
                <a:lnTo>
                  <a:pt x="75305" y="214036"/>
                </a:lnTo>
                <a:lnTo>
                  <a:pt x="77143" y="195101"/>
                </a:lnTo>
                <a:lnTo>
                  <a:pt x="78972" y="176165"/>
                </a:lnTo>
                <a:lnTo>
                  <a:pt x="80810" y="157229"/>
                </a:lnTo>
                <a:lnTo>
                  <a:pt x="82648" y="138293"/>
                </a:lnTo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0" name="maturity-level-support-3">
            <a:extLst xmlns:a="http://schemas.openxmlformats.org/drawingml/2006/main">
              <a:ext uri="{FF2B5EF4-FFF2-40B4-BE49-F238E27FC236}">
                <a16:creationId xmlns:a16="http://schemas.microsoft.com/office/drawing/2014/main" id="{BCDABA81-3C24-495C-B383-6992DAEA8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44822" y="3181169"/>
            <a:ext cx="1375010" cy="990895"/>
          </a:xfrm>
          <a:custGeom xmlns:a="http://schemas.openxmlformats.org/drawingml/2006/main">
            <a:pathLst>
              <a:path w="1375010" h="990895">
                <a:moveTo>
                  <a:pt x="82648" y="138293"/>
                </a:moveTo>
                <a:lnTo>
                  <a:pt x="101565" y="136255"/>
                </a:lnTo>
                <a:lnTo>
                  <a:pt x="120482" y="134226"/>
                </a:lnTo>
                <a:lnTo>
                  <a:pt x="139398" y="132188"/>
                </a:lnTo>
                <a:lnTo>
                  <a:pt x="158315" y="130159"/>
                </a:lnTo>
                <a:lnTo>
                  <a:pt x="177232" y="128121"/>
                </a:lnTo>
                <a:lnTo>
                  <a:pt x="196148" y="126092"/>
                </a:lnTo>
                <a:lnTo>
                  <a:pt x="215065" y="124054"/>
                </a:lnTo>
                <a:lnTo>
                  <a:pt x="233982" y="122025"/>
                </a:lnTo>
                <a:lnTo>
                  <a:pt x="252889" y="119986"/>
                </a:lnTo>
                <a:lnTo>
                  <a:pt x="271805" y="117958"/>
                </a:lnTo>
                <a:lnTo>
                  <a:pt x="290722" y="115919"/>
                </a:lnTo>
                <a:lnTo>
                  <a:pt x="309639" y="113890"/>
                </a:lnTo>
                <a:lnTo>
                  <a:pt x="328555" y="111852"/>
                </a:lnTo>
                <a:lnTo>
                  <a:pt x="347472" y="109823"/>
                </a:lnTo>
                <a:lnTo>
                  <a:pt x="366389" y="107785"/>
                </a:lnTo>
                <a:lnTo>
                  <a:pt x="385305" y="105756"/>
                </a:lnTo>
                <a:lnTo>
                  <a:pt x="404222" y="103718"/>
                </a:lnTo>
                <a:lnTo>
                  <a:pt x="423139" y="101689"/>
                </a:lnTo>
                <a:lnTo>
                  <a:pt x="442055" y="99651"/>
                </a:lnTo>
                <a:lnTo>
                  <a:pt x="460972" y="97622"/>
                </a:lnTo>
                <a:lnTo>
                  <a:pt x="479889" y="95583"/>
                </a:lnTo>
                <a:lnTo>
                  <a:pt x="498805" y="93555"/>
                </a:lnTo>
                <a:lnTo>
                  <a:pt x="517722" y="91516"/>
                </a:lnTo>
                <a:lnTo>
                  <a:pt x="536639" y="89478"/>
                </a:lnTo>
                <a:lnTo>
                  <a:pt x="555555" y="87449"/>
                </a:lnTo>
                <a:lnTo>
                  <a:pt x="574472" y="85411"/>
                </a:lnTo>
                <a:lnTo>
                  <a:pt x="593379" y="83382"/>
                </a:lnTo>
                <a:lnTo>
                  <a:pt x="612296" y="81343"/>
                </a:lnTo>
                <a:lnTo>
                  <a:pt x="631212" y="79315"/>
                </a:lnTo>
                <a:lnTo>
                  <a:pt x="650129" y="77276"/>
                </a:lnTo>
                <a:lnTo>
                  <a:pt x="669046" y="75248"/>
                </a:lnTo>
                <a:lnTo>
                  <a:pt x="687962" y="73209"/>
                </a:lnTo>
                <a:lnTo>
                  <a:pt x="706879" y="71180"/>
                </a:lnTo>
                <a:lnTo>
                  <a:pt x="725795" y="69142"/>
                </a:lnTo>
                <a:lnTo>
                  <a:pt x="744712" y="67113"/>
                </a:lnTo>
                <a:lnTo>
                  <a:pt x="763629" y="65075"/>
                </a:lnTo>
                <a:lnTo>
                  <a:pt x="782545" y="63046"/>
                </a:lnTo>
                <a:lnTo>
                  <a:pt x="801462" y="61008"/>
                </a:lnTo>
                <a:lnTo>
                  <a:pt x="820379" y="58979"/>
                </a:lnTo>
                <a:lnTo>
                  <a:pt x="839295" y="56940"/>
                </a:lnTo>
                <a:lnTo>
                  <a:pt x="858212" y="54912"/>
                </a:lnTo>
                <a:lnTo>
                  <a:pt x="877129" y="52873"/>
                </a:lnTo>
                <a:lnTo>
                  <a:pt x="896045" y="50844"/>
                </a:lnTo>
                <a:lnTo>
                  <a:pt x="914962" y="48806"/>
                </a:lnTo>
                <a:lnTo>
                  <a:pt x="933869" y="46777"/>
                </a:lnTo>
                <a:lnTo>
                  <a:pt x="952786" y="44739"/>
                </a:lnTo>
                <a:lnTo>
                  <a:pt x="971702" y="42710"/>
                </a:lnTo>
                <a:lnTo>
                  <a:pt x="990619" y="40672"/>
                </a:lnTo>
                <a:lnTo>
                  <a:pt x="1009536" y="38643"/>
                </a:lnTo>
                <a:lnTo>
                  <a:pt x="1028452" y="36605"/>
                </a:lnTo>
                <a:lnTo>
                  <a:pt x="1047369" y="34576"/>
                </a:lnTo>
                <a:lnTo>
                  <a:pt x="1066286" y="32537"/>
                </a:lnTo>
                <a:lnTo>
                  <a:pt x="1085202" y="30509"/>
                </a:lnTo>
                <a:lnTo>
                  <a:pt x="1104119" y="28470"/>
                </a:lnTo>
                <a:lnTo>
                  <a:pt x="1123036" y="26441"/>
                </a:lnTo>
                <a:lnTo>
                  <a:pt x="1141952" y="24403"/>
                </a:lnTo>
                <a:lnTo>
                  <a:pt x="1160869" y="22374"/>
                </a:lnTo>
                <a:lnTo>
                  <a:pt x="1179786" y="20336"/>
                </a:lnTo>
                <a:lnTo>
                  <a:pt x="1198702" y="18307"/>
                </a:lnTo>
                <a:lnTo>
                  <a:pt x="1217619" y="16269"/>
                </a:lnTo>
                <a:lnTo>
                  <a:pt x="1236536" y="14240"/>
                </a:lnTo>
                <a:lnTo>
                  <a:pt x="1255443" y="12202"/>
                </a:lnTo>
                <a:lnTo>
                  <a:pt x="1274359" y="10173"/>
                </a:lnTo>
                <a:lnTo>
                  <a:pt x="1293276" y="8134"/>
                </a:lnTo>
                <a:lnTo>
                  <a:pt x="1312193" y="6106"/>
                </a:lnTo>
                <a:lnTo>
                  <a:pt x="1331109" y="4067"/>
                </a:lnTo>
                <a:lnTo>
                  <a:pt x="1350026" y="2038"/>
                </a:lnTo>
                <a:lnTo>
                  <a:pt x="1368943" y="0"/>
                </a:lnTo>
                <a:lnTo>
                  <a:pt x="1375010" y="10954"/>
                </a:lnTo>
                <a:lnTo>
                  <a:pt x="1373172" y="29889"/>
                </a:lnTo>
                <a:lnTo>
                  <a:pt x="1371333" y="48825"/>
                </a:lnTo>
                <a:lnTo>
                  <a:pt x="1369495" y="67761"/>
                </a:lnTo>
                <a:lnTo>
                  <a:pt x="1367657" y="86697"/>
                </a:lnTo>
                <a:lnTo>
                  <a:pt x="1365818" y="105632"/>
                </a:lnTo>
                <a:lnTo>
                  <a:pt x="1363990" y="124577"/>
                </a:lnTo>
                <a:lnTo>
                  <a:pt x="1362151" y="143513"/>
                </a:lnTo>
                <a:lnTo>
                  <a:pt x="1360313" y="162449"/>
                </a:lnTo>
                <a:lnTo>
                  <a:pt x="1358475" y="181385"/>
                </a:lnTo>
                <a:lnTo>
                  <a:pt x="1356636" y="200320"/>
                </a:lnTo>
                <a:lnTo>
                  <a:pt x="1354807" y="219256"/>
                </a:lnTo>
                <a:lnTo>
                  <a:pt x="1352969" y="238192"/>
                </a:lnTo>
                <a:lnTo>
                  <a:pt x="1351131" y="257127"/>
                </a:lnTo>
                <a:lnTo>
                  <a:pt x="1349292" y="276063"/>
                </a:lnTo>
                <a:lnTo>
                  <a:pt x="1347454" y="294999"/>
                </a:lnTo>
                <a:lnTo>
                  <a:pt x="1345616" y="313934"/>
                </a:lnTo>
                <a:lnTo>
                  <a:pt x="1343787" y="332870"/>
                </a:lnTo>
                <a:lnTo>
                  <a:pt x="1341949" y="351806"/>
                </a:lnTo>
                <a:lnTo>
                  <a:pt x="1340110" y="370742"/>
                </a:lnTo>
                <a:lnTo>
                  <a:pt x="1338272" y="389677"/>
                </a:lnTo>
                <a:lnTo>
                  <a:pt x="1336434" y="408613"/>
                </a:lnTo>
                <a:lnTo>
                  <a:pt x="1334595" y="427549"/>
                </a:lnTo>
                <a:lnTo>
                  <a:pt x="1332767" y="446494"/>
                </a:lnTo>
                <a:lnTo>
                  <a:pt x="1330928" y="465430"/>
                </a:lnTo>
                <a:lnTo>
                  <a:pt x="1329090" y="484365"/>
                </a:lnTo>
                <a:lnTo>
                  <a:pt x="1327252" y="503301"/>
                </a:lnTo>
                <a:lnTo>
                  <a:pt x="1325413" y="522237"/>
                </a:lnTo>
                <a:lnTo>
                  <a:pt x="1323584" y="541172"/>
                </a:lnTo>
                <a:lnTo>
                  <a:pt x="1321746" y="560108"/>
                </a:lnTo>
                <a:lnTo>
                  <a:pt x="1319908" y="579044"/>
                </a:lnTo>
                <a:lnTo>
                  <a:pt x="1318070" y="597980"/>
                </a:lnTo>
                <a:lnTo>
                  <a:pt x="1316231" y="616915"/>
                </a:lnTo>
                <a:lnTo>
                  <a:pt x="1314393" y="635851"/>
                </a:lnTo>
                <a:lnTo>
                  <a:pt x="1312564" y="654787"/>
                </a:lnTo>
                <a:lnTo>
                  <a:pt x="1310726" y="673722"/>
                </a:lnTo>
                <a:lnTo>
                  <a:pt x="1308887" y="692658"/>
                </a:lnTo>
                <a:lnTo>
                  <a:pt x="1307049" y="711594"/>
                </a:lnTo>
                <a:lnTo>
                  <a:pt x="1305211" y="730529"/>
                </a:lnTo>
                <a:lnTo>
                  <a:pt x="1303382" y="749465"/>
                </a:lnTo>
                <a:lnTo>
                  <a:pt x="1301544" y="768410"/>
                </a:lnTo>
                <a:lnTo>
                  <a:pt x="1299705" y="787346"/>
                </a:lnTo>
                <a:lnTo>
                  <a:pt x="1297867" y="806282"/>
                </a:lnTo>
                <a:lnTo>
                  <a:pt x="1296029" y="825217"/>
                </a:lnTo>
                <a:lnTo>
                  <a:pt x="1294190" y="844153"/>
                </a:lnTo>
                <a:lnTo>
                  <a:pt x="1283818" y="854631"/>
                </a:lnTo>
                <a:lnTo>
                  <a:pt x="1264901" y="856669"/>
                </a:lnTo>
                <a:lnTo>
                  <a:pt x="1245984" y="858707"/>
                </a:lnTo>
                <a:lnTo>
                  <a:pt x="1227068" y="860736"/>
                </a:lnTo>
                <a:lnTo>
                  <a:pt x="1208151" y="862775"/>
                </a:lnTo>
                <a:lnTo>
                  <a:pt x="1189234" y="864803"/>
                </a:lnTo>
                <a:lnTo>
                  <a:pt x="1170318" y="866842"/>
                </a:lnTo>
                <a:lnTo>
                  <a:pt x="1151401" y="868871"/>
                </a:lnTo>
                <a:lnTo>
                  <a:pt x="1132484" y="870909"/>
                </a:lnTo>
                <a:lnTo>
                  <a:pt x="1113577" y="872938"/>
                </a:lnTo>
                <a:lnTo>
                  <a:pt x="1094661" y="874976"/>
                </a:lnTo>
                <a:lnTo>
                  <a:pt x="1075744" y="877005"/>
                </a:lnTo>
                <a:lnTo>
                  <a:pt x="1056827" y="879043"/>
                </a:lnTo>
                <a:lnTo>
                  <a:pt x="1037911" y="881072"/>
                </a:lnTo>
                <a:lnTo>
                  <a:pt x="1018994" y="883110"/>
                </a:lnTo>
                <a:lnTo>
                  <a:pt x="1000077" y="885139"/>
                </a:lnTo>
                <a:lnTo>
                  <a:pt x="981161" y="887178"/>
                </a:lnTo>
                <a:lnTo>
                  <a:pt x="962244" y="889206"/>
                </a:lnTo>
                <a:lnTo>
                  <a:pt x="943327" y="891245"/>
                </a:lnTo>
                <a:lnTo>
                  <a:pt x="924411" y="893274"/>
                </a:lnTo>
                <a:lnTo>
                  <a:pt x="905494" y="895312"/>
                </a:lnTo>
                <a:lnTo>
                  <a:pt x="886577" y="897341"/>
                </a:lnTo>
                <a:lnTo>
                  <a:pt x="867661" y="899379"/>
                </a:lnTo>
                <a:lnTo>
                  <a:pt x="848744" y="901408"/>
                </a:lnTo>
                <a:lnTo>
                  <a:pt x="829828" y="903446"/>
                </a:lnTo>
                <a:lnTo>
                  <a:pt x="810911" y="905475"/>
                </a:lnTo>
                <a:lnTo>
                  <a:pt x="791994" y="907513"/>
                </a:lnTo>
                <a:lnTo>
                  <a:pt x="773087" y="909542"/>
                </a:lnTo>
                <a:lnTo>
                  <a:pt x="754170" y="911581"/>
                </a:lnTo>
                <a:lnTo>
                  <a:pt x="735254" y="913609"/>
                </a:lnTo>
                <a:lnTo>
                  <a:pt x="716337" y="915648"/>
                </a:lnTo>
                <a:lnTo>
                  <a:pt x="697421" y="917677"/>
                </a:lnTo>
                <a:lnTo>
                  <a:pt x="678504" y="919715"/>
                </a:lnTo>
                <a:lnTo>
                  <a:pt x="659587" y="921744"/>
                </a:lnTo>
                <a:lnTo>
                  <a:pt x="640671" y="923782"/>
                </a:lnTo>
                <a:lnTo>
                  <a:pt x="621754" y="925811"/>
                </a:lnTo>
                <a:lnTo>
                  <a:pt x="602837" y="927849"/>
                </a:lnTo>
                <a:lnTo>
                  <a:pt x="583921" y="929878"/>
                </a:lnTo>
                <a:lnTo>
                  <a:pt x="565004" y="931916"/>
                </a:lnTo>
                <a:lnTo>
                  <a:pt x="546087" y="933945"/>
                </a:lnTo>
                <a:lnTo>
                  <a:pt x="527171" y="935984"/>
                </a:lnTo>
                <a:lnTo>
                  <a:pt x="508254" y="938012"/>
                </a:lnTo>
                <a:lnTo>
                  <a:pt x="489337" y="940051"/>
                </a:lnTo>
                <a:lnTo>
                  <a:pt x="470421" y="942080"/>
                </a:lnTo>
                <a:lnTo>
                  <a:pt x="451514" y="944118"/>
                </a:lnTo>
                <a:lnTo>
                  <a:pt x="432597" y="946147"/>
                </a:lnTo>
                <a:lnTo>
                  <a:pt x="413680" y="948185"/>
                </a:lnTo>
                <a:lnTo>
                  <a:pt x="394764" y="950214"/>
                </a:lnTo>
                <a:lnTo>
                  <a:pt x="375847" y="952252"/>
                </a:lnTo>
                <a:lnTo>
                  <a:pt x="356930" y="954291"/>
                </a:lnTo>
                <a:lnTo>
                  <a:pt x="338014" y="956320"/>
                </a:lnTo>
                <a:lnTo>
                  <a:pt x="319097" y="958358"/>
                </a:lnTo>
                <a:lnTo>
                  <a:pt x="300180" y="960387"/>
                </a:lnTo>
                <a:lnTo>
                  <a:pt x="281264" y="962425"/>
                </a:lnTo>
                <a:lnTo>
                  <a:pt x="262347" y="964454"/>
                </a:lnTo>
                <a:lnTo>
                  <a:pt x="243430" y="966492"/>
                </a:lnTo>
                <a:lnTo>
                  <a:pt x="224514" y="968521"/>
                </a:lnTo>
                <a:lnTo>
                  <a:pt x="205597" y="970559"/>
                </a:lnTo>
                <a:lnTo>
                  <a:pt x="186680" y="972588"/>
                </a:lnTo>
                <a:lnTo>
                  <a:pt x="167764" y="974627"/>
                </a:lnTo>
                <a:lnTo>
                  <a:pt x="148847" y="976655"/>
                </a:lnTo>
                <a:lnTo>
                  <a:pt x="129931" y="978694"/>
                </a:lnTo>
                <a:lnTo>
                  <a:pt x="111023" y="980723"/>
                </a:lnTo>
                <a:lnTo>
                  <a:pt x="92107" y="982761"/>
                </a:lnTo>
                <a:lnTo>
                  <a:pt x="73190" y="984790"/>
                </a:lnTo>
                <a:lnTo>
                  <a:pt x="54273" y="986828"/>
                </a:lnTo>
                <a:lnTo>
                  <a:pt x="35357" y="988857"/>
                </a:lnTo>
                <a:lnTo>
                  <a:pt x="16440" y="990895"/>
                </a:lnTo>
                <a:lnTo>
                  <a:pt x="0" y="990419"/>
                </a:lnTo>
                <a:lnTo>
                  <a:pt x="1838" y="971483"/>
                </a:lnTo>
                <a:lnTo>
                  <a:pt x="3677" y="952548"/>
                </a:lnTo>
                <a:lnTo>
                  <a:pt x="5505" y="933612"/>
                </a:lnTo>
                <a:lnTo>
                  <a:pt x="7344" y="914676"/>
                </a:lnTo>
                <a:lnTo>
                  <a:pt x="9182" y="895741"/>
                </a:lnTo>
                <a:lnTo>
                  <a:pt x="11020" y="876805"/>
                </a:lnTo>
                <a:lnTo>
                  <a:pt x="12859" y="857869"/>
                </a:lnTo>
                <a:lnTo>
                  <a:pt x="14697" y="838933"/>
                </a:lnTo>
                <a:lnTo>
                  <a:pt x="16526" y="819998"/>
                </a:lnTo>
                <a:lnTo>
                  <a:pt x="18364" y="801062"/>
                </a:lnTo>
                <a:lnTo>
                  <a:pt x="20203" y="782126"/>
                </a:lnTo>
                <a:lnTo>
                  <a:pt x="22041" y="763191"/>
                </a:lnTo>
                <a:lnTo>
                  <a:pt x="23879" y="744255"/>
                </a:lnTo>
                <a:lnTo>
                  <a:pt x="25718" y="725319"/>
                </a:lnTo>
                <a:lnTo>
                  <a:pt x="27546" y="706384"/>
                </a:lnTo>
                <a:lnTo>
                  <a:pt x="29385" y="687438"/>
                </a:lnTo>
                <a:lnTo>
                  <a:pt x="31223" y="668503"/>
                </a:lnTo>
                <a:lnTo>
                  <a:pt x="33061" y="649567"/>
                </a:lnTo>
                <a:lnTo>
                  <a:pt x="34900" y="630631"/>
                </a:lnTo>
                <a:lnTo>
                  <a:pt x="36728" y="611696"/>
                </a:lnTo>
                <a:lnTo>
                  <a:pt x="38567" y="592760"/>
                </a:lnTo>
                <a:lnTo>
                  <a:pt x="40405" y="573824"/>
                </a:lnTo>
                <a:lnTo>
                  <a:pt x="42243" y="554888"/>
                </a:lnTo>
                <a:lnTo>
                  <a:pt x="44082" y="535953"/>
                </a:lnTo>
                <a:lnTo>
                  <a:pt x="45920" y="517017"/>
                </a:lnTo>
                <a:lnTo>
                  <a:pt x="47749" y="498081"/>
                </a:lnTo>
                <a:lnTo>
                  <a:pt x="49587" y="479146"/>
                </a:lnTo>
                <a:lnTo>
                  <a:pt x="51425" y="460210"/>
                </a:lnTo>
                <a:lnTo>
                  <a:pt x="53264" y="441274"/>
                </a:lnTo>
                <a:lnTo>
                  <a:pt x="55102" y="422339"/>
                </a:lnTo>
                <a:lnTo>
                  <a:pt x="56931" y="403403"/>
                </a:lnTo>
                <a:lnTo>
                  <a:pt x="58769" y="384458"/>
                </a:lnTo>
                <a:lnTo>
                  <a:pt x="60608" y="365522"/>
                </a:lnTo>
                <a:lnTo>
                  <a:pt x="62446" y="346586"/>
                </a:lnTo>
                <a:lnTo>
                  <a:pt x="64284" y="327650"/>
                </a:lnTo>
                <a:lnTo>
                  <a:pt x="66123" y="308715"/>
                </a:lnTo>
                <a:lnTo>
                  <a:pt x="67951" y="289779"/>
                </a:lnTo>
                <a:lnTo>
                  <a:pt x="69790" y="270843"/>
                </a:lnTo>
                <a:lnTo>
                  <a:pt x="71628" y="251908"/>
                </a:lnTo>
                <a:lnTo>
                  <a:pt x="73466" y="232972"/>
                </a:lnTo>
                <a:lnTo>
                  <a:pt x="75305" y="214036"/>
                </a:lnTo>
                <a:lnTo>
                  <a:pt x="77143" y="195101"/>
                </a:lnTo>
                <a:lnTo>
                  <a:pt x="78972" y="176165"/>
                </a:lnTo>
                <a:lnTo>
                  <a:pt x="80810" y="157229"/>
                </a:lnTo>
                <a:lnTo>
                  <a:pt x="82648" y="138293"/>
                </a:lnTo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1" name="maturity-level-support-4">
            <a:extLst xmlns:a="http://schemas.openxmlformats.org/drawingml/2006/main">
              <a:ext uri="{FF2B5EF4-FFF2-40B4-BE49-F238E27FC236}">
                <a16:creationId xmlns:a16="http://schemas.microsoft.com/office/drawing/2014/main" id="{4D28778D-F6B4-408A-B795-CB45FC8D0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29825" y="2658218"/>
            <a:ext cx="1375010" cy="990905"/>
          </a:xfrm>
          <a:custGeom xmlns:a="http://schemas.openxmlformats.org/drawingml/2006/main">
            <a:pathLst>
              <a:path w="1375010" h="990905">
                <a:moveTo>
                  <a:pt x="82667" y="138322"/>
                </a:moveTo>
                <a:lnTo>
                  <a:pt x="101584" y="136284"/>
                </a:lnTo>
                <a:lnTo>
                  <a:pt x="120501" y="134255"/>
                </a:lnTo>
                <a:lnTo>
                  <a:pt x="139427" y="132217"/>
                </a:lnTo>
                <a:lnTo>
                  <a:pt x="158344" y="130178"/>
                </a:lnTo>
                <a:lnTo>
                  <a:pt x="177260" y="128149"/>
                </a:lnTo>
                <a:lnTo>
                  <a:pt x="196186" y="126111"/>
                </a:lnTo>
                <a:lnTo>
                  <a:pt x="215103" y="124082"/>
                </a:lnTo>
                <a:lnTo>
                  <a:pt x="234020" y="122044"/>
                </a:lnTo>
                <a:lnTo>
                  <a:pt x="252946" y="120015"/>
                </a:lnTo>
                <a:lnTo>
                  <a:pt x="271863" y="117977"/>
                </a:lnTo>
                <a:lnTo>
                  <a:pt x="290779" y="115948"/>
                </a:lnTo>
                <a:lnTo>
                  <a:pt x="309705" y="113909"/>
                </a:lnTo>
                <a:lnTo>
                  <a:pt x="328622" y="111871"/>
                </a:lnTo>
                <a:lnTo>
                  <a:pt x="347539" y="109842"/>
                </a:lnTo>
                <a:lnTo>
                  <a:pt x="366465" y="107804"/>
                </a:lnTo>
                <a:lnTo>
                  <a:pt x="385382" y="105775"/>
                </a:lnTo>
                <a:lnTo>
                  <a:pt x="404298" y="103737"/>
                </a:lnTo>
                <a:lnTo>
                  <a:pt x="423224" y="101708"/>
                </a:lnTo>
                <a:lnTo>
                  <a:pt x="442141" y="99670"/>
                </a:lnTo>
                <a:lnTo>
                  <a:pt x="461058" y="97641"/>
                </a:lnTo>
                <a:lnTo>
                  <a:pt x="479984" y="95602"/>
                </a:lnTo>
                <a:lnTo>
                  <a:pt x="498900" y="93564"/>
                </a:lnTo>
                <a:lnTo>
                  <a:pt x="517817" y="91535"/>
                </a:lnTo>
                <a:lnTo>
                  <a:pt x="536743" y="89497"/>
                </a:lnTo>
                <a:lnTo>
                  <a:pt x="555660" y="87468"/>
                </a:lnTo>
                <a:lnTo>
                  <a:pt x="574577" y="85430"/>
                </a:lnTo>
                <a:lnTo>
                  <a:pt x="593503" y="83401"/>
                </a:lnTo>
                <a:lnTo>
                  <a:pt x="612419" y="81363"/>
                </a:lnTo>
                <a:lnTo>
                  <a:pt x="631336" y="79334"/>
                </a:lnTo>
                <a:lnTo>
                  <a:pt x="650262" y="77295"/>
                </a:lnTo>
                <a:lnTo>
                  <a:pt x="669179" y="75257"/>
                </a:lnTo>
                <a:lnTo>
                  <a:pt x="688105" y="73228"/>
                </a:lnTo>
                <a:lnTo>
                  <a:pt x="707022" y="71190"/>
                </a:lnTo>
                <a:lnTo>
                  <a:pt x="725938" y="69161"/>
                </a:lnTo>
                <a:lnTo>
                  <a:pt x="744865" y="67123"/>
                </a:lnTo>
                <a:lnTo>
                  <a:pt x="763781" y="65094"/>
                </a:lnTo>
                <a:lnTo>
                  <a:pt x="782698" y="63056"/>
                </a:lnTo>
                <a:lnTo>
                  <a:pt x="801614" y="61027"/>
                </a:lnTo>
                <a:lnTo>
                  <a:pt x="820541" y="58988"/>
                </a:lnTo>
                <a:lnTo>
                  <a:pt x="839457" y="56950"/>
                </a:lnTo>
                <a:lnTo>
                  <a:pt x="858383" y="54921"/>
                </a:lnTo>
                <a:lnTo>
                  <a:pt x="877300" y="52883"/>
                </a:lnTo>
                <a:lnTo>
                  <a:pt x="896217" y="50854"/>
                </a:lnTo>
                <a:lnTo>
                  <a:pt x="915143" y="48816"/>
                </a:lnTo>
                <a:lnTo>
                  <a:pt x="934060" y="46787"/>
                </a:lnTo>
                <a:lnTo>
                  <a:pt x="952976" y="44748"/>
                </a:lnTo>
                <a:lnTo>
                  <a:pt x="971902" y="42720"/>
                </a:lnTo>
                <a:lnTo>
                  <a:pt x="990819" y="40681"/>
                </a:lnTo>
                <a:lnTo>
                  <a:pt x="1009736" y="38652"/>
                </a:lnTo>
                <a:lnTo>
                  <a:pt x="1028662" y="36614"/>
                </a:lnTo>
                <a:lnTo>
                  <a:pt x="1047579" y="34576"/>
                </a:lnTo>
                <a:lnTo>
                  <a:pt x="1066495" y="32547"/>
                </a:lnTo>
                <a:lnTo>
                  <a:pt x="1085421" y="30509"/>
                </a:lnTo>
                <a:lnTo>
                  <a:pt x="1104338" y="28480"/>
                </a:lnTo>
                <a:lnTo>
                  <a:pt x="1123255" y="26441"/>
                </a:lnTo>
                <a:lnTo>
                  <a:pt x="1142181" y="24413"/>
                </a:lnTo>
                <a:lnTo>
                  <a:pt x="1161098" y="22374"/>
                </a:lnTo>
                <a:lnTo>
                  <a:pt x="1180014" y="20345"/>
                </a:lnTo>
                <a:lnTo>
                  <a:pt x="1198940" y="18307"/>
                </a:lnTo>
                <a:lnTo>
                  <a:pt x="1217857" y="16269"/>
                </a:lnTo>
                <a:lnTo>
                  <a:pt x="1236774" y="14240"/>
                </a:lnTo>
                <a:lnTo>
                  <a:pt x="1255700" y="12202"/>
                </a:lnTo>
                <a:lnTo>
                  <a:pt x="1274616" y="10173"/>
                </a:lnTo>
                <a:lnTo>
                  <a:pt x="1293533" y="8134"/>
                </a:lnTo>
                <a:lnTo>
                  <a:pt x="1312459" y="6106"/>
                </a:lnTo>
                <a:lnTo>
                  <a:pt x="1331376" y="4067"/>
                </a:lnTo>
                <a:lnTo>
                  <a:pt x="1350293" y="2038"/>
                </a:lnTo>
                <a:lnTo>
                  <a:pt x="1369219" y="0"/>
                </a:lnTo>
                <a:lnTo>
                  <a:pt x="1375010" y="11240"/>
                </a:lnTo>
                <a:lnTo>
                  <a:pt x="1373191" y="30185"/>
                </a:lnTo>
                <a:lnTo>
                  <a:pt x="1371381" y="49130"/>
                </a:lnTo>
                <a:lnTo>
                  <a:pt x="1369562" y="68066"/>
                </a:lnTo>
                <a:lnTo>
                  <a:pt x="1367742" y="87011"/>
                </a:lnTo>
                <a:lnTo>
                  <a:pt x="1365933" y="105956"/>
                </a:lnTo>
                <a:lnTo>
                  <a:pt x="1364113" y="124892"/>
                </a:lnTo>
                <a:lnTo>
                  <a:pt x="1362294" y="143837"/>
                </a:lnTo>
                <a:lnTo>
                  <a:pt x="1360484" y="162782"/>
                </a:lnTo>
                <a:lnTo>
                  <a:pt x="1358665" y="181718"/>
                </a:lnTo>
                <a:lnTo>
                  <a:pt x="1356846" y="200663"/>
                </a:lnTo>
                <a:lnTo>
                  <a:pt x="1355036" y="219608"/>
                </a:lnTo>
                <a:lnTo>
                  <a:pt x="1353217" y="238544"/>
                </a:lnTo>
                <a:lnTo>
                  <a:pt x="1351397" y="257489"/>
                </a:lnTo>
                <a:lnTo>
                  <a:pt x="1349588" y="276435"/>
                </a:lnTo>
                <a:lnTo>
                  <a:pt x="1347768" y="295370"/>
                </a:lnTo>
                <a:lnTo>
                  <a:pt x="1345949" y="314315"/>
                </a:lnTo>
                <a:lnTo>
                  <a:pt x="1344139" y="333261"/>
                </a:lnTo>
                <a:lnTo>
                  <a:pt x="1342320" y="352196"/>
                </a:lnTo>
                <a:lnTo>
                  <a:pt x="1340501" y="371142"/>
                </a:lnTo>
                <a:lnTo>
                  <a:pt x="1338691" y="390087"/>
                </a:lnTo>
                <a:lnTo>
                  <a:pt x="1336872" y="409023"/>
                </a:lnTo>
                <a:lnTo>
                  <a:pt x="1335053" y="427968"/>
                </a:lnTo>
                <a:lnTo>
                  <a:pt x="1333243" y="446913"/>
                </a:lnTo>
                <a:lnTo>
                  <a:pt x="1331424" y="465849"/>
                </a:lnTo>
                <a:lnTo>
                  <a:pt x="1329604" y="484794"/>
                </a:lnTo>
                <a:lnTo>
                  <a:pt x="1327795" y="503739"/>
                </a:lnTo>
                <a:lnTo>
                  <a:pt x="1325975" y="522675"/>
                </a:lnTo>
                <a:lnTo>
                  <a:pt x="1324156" y="541620"/>
                </a:lnTo>
                <a:lnTo>
                  <a:pt x="1322346" y="560565"/>
                </a:lnTo>
                <a:lnTo>
                  <a:pt x="1320527" y="579501"/>
                </a:lnTo>
                <a:lnTo>
                  <a:pt x="1318708" y="598446"/>
                </a:lnTo>
                <a:lnTo>
                  <a:pt x="1316898" y="617391"/>
                </a:lnTo>
                <a:lnTo>
                  <a:pt x="1315079" y="636327"/>
                </a:lnTo>
                <a:lnTo>
                  <a:pt x="1313259" y="655272"/>
                </a:lnTo>
                <a:lnTo>
                  <a:pt x="1311450" y="674218"/>
                </a:lnTo>
                <a:lnTo>
                  <a:pt x="1309630" y="693153"/>
                </a:lnTo>
                <a:lnTo>
                  <a:pt x="1307811" y="712099"/>
                </a:lnTo>
                <a:lnTo>
                  <a:pt x="1306001" y="731044"/>
                </a:lnTo>
                <a:lnTo>
                  <a:pt x="1304182" y="749979"/>
                </a:lnTo>
                <a:lnTo>
                  <a:pt x="1302372" y="768925"/>
                </a:lnTo>
                <a:lnTo>
                  <a:pt x="1300553" y="787870"/>
                </a:lnTo>
                <a:lnTo>
                  <a:pt x="1298734" y="806806"/>
                </a:lnTo>
                <a:lnTo>
                  <a:pt x="1296914" y="825751"/>
                </a:lnTo>
                <a:lnTo>
                  <a:pt x="1295105" y="844696"/>
                </a:lnTo>
                <a:lnTo>
                  <a:pt x="1284265" y="854716"/>
                </a:lnTo>
                <a:lnTo>
                  <a:pt x="1265349" y="856755"/>
                </a:lnTo>
                <a:lnTo>
                  <a:pt x="1246432" y="858784"/>
                </a:lnTo>
                <a:lnTo>
                  <a:pt x="1227506" y="860812"/>
                </a:lnTo>
                <a:lnTo>
                  <a:pt x="1208589" y="862851"/>
                </a:lnTo>
                <a:lnTo>
                  <a:pt x="1189673" y="864880"/>
                </a:lnTo>
                <a:lnTo>
                  <a:pt x="1170746" y="866918"/>
                </a:lnTo>
                <a:lnTo>
                  <a:pt x="1151830" y="868947"/>
                </a:lnTo>
                <a:lnTo>
                  <a:pt x="1132904" y="870976"/>
                </a:lnTo>
                <a:lnTo>
                  <a:pt x="1113987" y="873014"/>
                </a:lnTo>
                <a:lnTo>
                  <a:pt x="1095070" y="875043"/>
                </a:lnTo>
                <a:lnTo>
                  <a:pt x="1076144" y="877081"/>
                </a:lnTo>
                <a:lnTo>
                  <a:pt x="1057227" y="879110"/>
                </a:lnTo>
                <a:lnTo>
                  <a:pt x="1038311" y="881139"/>
                </a:lnTo>
                <a:lnTo>
                  <a:pt x="1019385" y="883177"/>
                </a:lnTo>
                <a:lnTo>
                  <a:pt x="1000468" y="885206"/>
                </a:lnTo>
                <a:lnTo>
                  <a:pt x="981551" y="887235"/>
                </a:lnTo>
                <a:lnTo>
                  <a:pt x="962625" y="889273"/>
                </a:lnTo>
                <a:lnTo>
                  <a:pt x="943708" y="891302"/>
                </a:lnTo>
                <a:lnTo>
                  <a:pt x="924792" y="893340"/>
                </a:lnTo>
                <a:lnTo>
                  <a:pt x="905866" y="895369"/>
                </a:lnTo>
                <a:lnTo>
                  <a:pt x="886949" y="897398"/>
                </a:lnTo>
                <a:lnTo>
                  <a:pt x="868032" y="899436"/>
                </a:lnTo>
                <a:lnTo>
                  <a:pt x="849106" y="901465"/>
                </a:lnTo>
                <a:lnTo>
                  <a:pt x="830189" y="903503"/>
                </a:lnTo>
                <a:lnTo>
                  <a:pt x="811263" y="905532"/>
                </a:lnTo>
                <a:lnTo>
                  <a:pt x="792347" y="907561"/>
                </a:lnTo>
                <a:lnTo>
                  <a:pt x="773430" y="909599"/>
                </a:lnTo>
                <a:lnTo>
                  <a:pt x="754504" y="911628"/>
                </a:lnTo>
                <a:lnTo>
                  <a:pt x="735587" y="913667"/>
                </a:lnTo>
                <a:lnTo>
                  <a:pt x="716671" y="915695"/>
                </a:lnTo>
                <a:lnTo>
                  <a:pt x="697744" y="917724"/>
                </a:lnTo>
                <a:lnTo>
                  <a:pt x="678828" y="919763"/>
                </a:lnTo>
                <a:lnTo>
                  <a:pt x="659911" y="921791"/>
                </a:lnTo>
                <a:lnTo>
                  <a:pt x="640985" y="923830"/>
                </a:lnTo>
                <a:lnTo>
                  <a:pt x="622068" y="925859"/>
                </a:lnTo>
                <a:lnTo>
                  <a:pt x="603152" y="927887"/>
                </a:lnTo>
                <a:lnTo>
                  <a:pt x="584225" y="929926"/>
                </a:lnTo>
                <a:lnTo>
                  <a:pt x="565309" y="931955"/>
                </a:lnTo>
                <a:lnTo>
                  <a:pt x="546392" y="933993"/>
                </a:lnTo>
                <a:lnTo>
                  <a:pt x="527466" y="936022"/>
                </a:lnTo>
                <a:lnTo>
                  <a:pt x="508549" y="938051"/>
                </a:lnTo>
                <a:lnTo>
                  <a:pt x="489623" y="940089"/>
                </a:lnTo>
                <a:lnTo>
                  <a:pt x="470706" y="942118"/>
                </a:lnTo>
                <a:lnTo>
                  <a:pt x="451790" y="944156"/>
                </a:lnTo>
                <a:lnTo>
                  <a:pt x="432864" y="946185"/>
                </a:lnTo>
                <a:lnTo>
                  <a:pt x="413947" y="948214"/>
                </a:lnTo>
                <a:lnTo>
                  <a:pt x="395030" y="950252"/>
                </a:lnTo>
                <a:lnTo>
                  <a:pt x="376104" y="952281"/>
                </a:lnTo>
                <a:lnTo>
                  <a:pt x="357188" y="954319"/>
                </a:lnTo>
                <a:lnTo>
                  <a:pt x="338271" y="956348"/>
                </a:lnTo>
                <a:lnTo>
                  <a:pt x="319345" y="958377"/>
                </a:lnTo>
                <a:lnTo>
                  <a:pt x="300428" y="960415"/>
                </a:lnTo>
                <a:lnTo>
                  <a:pt x="281511" y="962444"/>
                </a:lnTo>
                <a:lnTo>
                  <a:pt x="262585" y="964482"/>
                </a:lnTo>
                <a:lnTo>
                  <a:pt x="243669" y="966511"/>
                </a:lnTo>
                <a:lnTo>
                  <a:pt x="224752" y="968540"/>
                </a:lnTo>
                <a:lnTo>
                  <a:pt x="205826" y="970578"/>
                </a:lnTo>
                <a:lnTo>
                  <a:pt x="186909" y="972607"/>
                </a:lnTo>
                <a:lnTo>
                  <a:pt x="167983" y="974646"/>
                </a:lnTo>
                <a:lnTo>
                  <a:pt x="149066" y="976674"/>
                </a:lnTo>
                <a:lnTo>
                  <a:pt x="130150" y="978703"/>
                </a:lnTo>
                <a:lnTo>
                  <a:pt x="111223" y="980742"/>
                </a:lnTo>
                <a:lnTo>
                  <a:pt x="92307" y="982770"/>
                </a:lnTo>
                <a:lnTo>
                  <a:pt x="73390" y="984809"/>
                </a:lnTo>
                <a:lnTo>
                  <a:pt x="54464" y="986838"/>
                </a:lnTo>
                <a:lnTo>
                  <a:pt x="35547" y="988866"/>
                </a:lnTo>
                <a:lnTo>
                  <a:pt x="16631" y="990905"/>
                </a:lnTo>
                <a:lnTo>
                  <a:pt x="0" y="990619"/>
                </a:lnTo>
                <a:lnTo>
                  <a:pt x="1838" y="971683"/>
                </a:lnTo>
                <a:lnTo>
                  <a:pt x="3677" y="952738"/>
                </a:lnTo>
                <a:lnTo>
                  <a:pt x="5515" y="933802"/>
                </a:lnTo>
                <a:lnTo>
                  <a:pt x="7344" y="914857"/>
                </a:lnTo>
                <a:lnTo>
                  <a:pt x="9182" y="895922"/>
                </a:lnTo>
                <a:lnTo>
                  <a:pt x="11020" y="876976"/>
                </a:lnTo>
                <a:lnTo>
                  <a:pt x="12859" y="858041"/>
                </a:lnTo>
                <a:lnTo>
                  <a:pt x="14697" y="839095"/>
                </a:lnTo>
                <a:lnTo>
                  <a:pt x="16535" y="820160"/>
                </a:lnTo>
                <a:lnTo>
                  <a:pt x="18374" y="801214"/>
                </a:lnTo>
                <a:lnTo>
                  <a:pt x="20203" y="782279"/>
                </a:lnTo>
                <a:lnTo>
                  <a:pt x="22041" y="763343"/>
                </a:lnTo>
                <a:lnTo>
                  <a:pt x="23879" y="744398"/>
                </a:lnTo>
                <a:lnTo>
                  <a:pt x="25718" y="725462"/>
                </a:lnTo>
                <a:lnTo>
                  <a:pt x="27556" y="706517"/>
                </a:lnTo>
                <a:lnTo>
                  <a:pt x="29394" y="687581"/>
                </a:lnTo>
                <a:lnTo>
                  <a:pt x="31232" y="668636"/>
                </a:lnTo>
                <a:lnTo>
                  <a:pt x="33061" y="649700"/>
                </a:lnTo>
                <a:lnTo>
                  <a:pt x="34900" y="630755"/>
                </a:lnTo>
                <a:lnTo>
                  <a:pt x="36738" y="611819"/>
                </a:lnTo>
                <a:lnTo>
                  <a:pt x="38576" y="592874"/>
                </a:lnTo>
                <a:lnTo>
                  <a:pt x="40415" y="573938"/>
                </a:lnTo>
                <a:lnTo>
                  <a:pt x="42253" y="555003"/>
                </a:lnTo>
                <a:lnTo>
                  <a:pt x="44091" y="536057"/>
                </a:lnTo>
                <a:lnTo>
                  <a:pt x="45930" y="517122"/>
                </a:lnTo>
                <a:lnTo>
                  <a:pt x="47758" y="498177"/>
                </a:lnTo>
                <a:lnTo>
                  <a:pt x="49597" y="479241"/>
                </a:lnTo>
                <a:lnTo>
                  <a:pt x="51435" y="460296"/>
                </a:lnTo>
                <a:lnTo>
                  <a:pt x="53273" y="441360"/>
                </a:lnTo>
                <a:lnTo>
                  <a:pt x="55112" y="422415"/>
                </a:lnTo>
                <a:lnTo>
                  <a:pt x="56950" y="403479"/>
                </a:lnTo>
                <a:lnTo>
                  <a:pt x="58788" y="384543"/>
                </a:lnTo>
                <a:lnTo>
                  <a:pt x="60617" y="365598"/>
                </a:lnTo>
                <a:lnTo>
                  <a:pt x="62455" y="346662"/>
                </a:lnTo>
                <a:lnTo>
                  <a:pt x="64294" y="327717"/>
                </a:lnTo>
                <a:lnTo>
                  <a:pt x="66132" y="308781"/>
                </a:lnTo>
                <a:lnTo>
                  <a:pt x="67970" y="289836"/>
                </a:lnTo>
                <a:lnTo>
                  <a:pt x="69809" y="270901"/>
                </a:lnTo>
                <a:lnTo>
                  <a:pt x="71647" y="251955"/>
                </a:lnTo>
                <a:lnTo>
                  <a:pt x="73476" y="233020"/>
                </a:lnTo>
                <a:lnTo>
                  <a:pt x="75314" y="214074"/>
                </a:lnTo>
                <a:lnTo>
                  <a:pt x="77153" y="195139"/>
                </a:lnTo>
                <a:lnTo>
                  <a:pt x="78991" y="176203"/>
                </a:lnTo>
                <a:lnTo>
                  <a:pt x="80829" y="157258"/>
                </a:lnTo>
                <a:lnTo>
                  <a:pt x="82667" y="138322"/>
                </a:lnTo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2" name="maturity-step-riser-1">
            <a:extLst xmlns:a="http://schemas.openxmlformats.org/drawingml/2006/main">
              <a:ext uri="{FF2B5EF4-FFF2-40B4-BE49-F238E27FC236}">
                <a16:creationId xmlns:a16="http://schemas.microsoft.com/office/drawing/2014/main" id="{CF0373F5-C976-4DEE-903B-DE96789D8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21405" y="4832547"/>
            <a:ext cx="566738" cy="723386"/>
          </a:xfrm>
          <a:custGeom xmlns:a="http://schemas.openxmlformats.org/drawingml/2006/main">
            <a:pathLst>
              <a:path w="566738" h="723386">
                <a:moveTo>
                  <a:pt x="0" y="723386"/>
                </a:moveTo>
                <a:lnTo>
                  <a:pt x="0" y="704488"/>
                </a:lnTo>
                <a:lnTo>
                  <a:pt x="0" y="685581"/>
                </a:lnTo>
                <a:lnTo>
                  <a:pt x="0" y="666674"/>
                </a:lnTo>
                <a:lnTo>
                  <a:pt x="0" y="647776"/>
                </a:lnTo>
                <a:lnTo>
                  <a:pt x="0" y="628869"/>
                </a:lnTo>
                <a:lnTo>
                  <a:pt x="0" y="609962"/>
                </a:lnTo>
                <a:lnTo>
                  <a:pt x="0" y="591064"/>
                </a:lnTo>
                <a:lnTo>
                  <a:pt x="0" y="572157"/>
                </a:lnTo>
                <a:lnTo>
                  <a:pt x="0" y="553260"/>
                </a:lnTo>
                <a:lnTo>
                  <a:pt x="0" y="534353"/>
                </a:lnTo>
                <a:lnTo>
                  <a:pt x="0" y="515445"/>
                </a:lnTo>
                <a:lnTo>
                  <a:pt x="0" y="496548"/>
                </a:lnTo>
                <a:lnTo>
                  <a:pt x="0" y="477641"/>
                </a:lnTo>
                <a:lnTo>
                  <a:pt x="0" y="458734"/>
                </a:lnTo>
                <a:lnTo>
                  <a:pt x="0" y="439836"/>
                </a:lnTo>
                <a:lnTo>
                  <a:pt x="0" y="420929"/>
                </a:lnTo>
                <a:lnTo>
                  <a:pt x="0" y="402031"/>
                </a:lnTo>
                <a:lnTo>
                  <a:pt x="0" y="383124"/>
                </a:lnTo>
                <a:lnTo>
                  <a:pt x="0" y="364217"/>
                </a:lnTo>
                <a:lnTo>
                  <a:pt x="0" y="345319"/>
                </a:lnTo>
                <a:lnTo>
                  <a:pt x="0" y="326412"/>
                </a:lnTo>
                <a:lnTo>
                  <a:pt x="0" y="307505"/>
                </a:lnTo>
                <a:lnTo>
                  <a:pt x="0" y="288608"/>
                </a:lnTo>
                <a:lnTo>
                  <a:pt x="0" y="269700"/>
                </a:lnTo>
                <a:lnTo>
                  <a:pt x="0" y="250803"/>
                </a:lnTo>
                <a:lnTo>
                  <a:pt x="0" y="231896"/>
                </a:lnTo>
                <a:lnTo>
                  <a:pt x="0" y="212989"/>
                </a:lnTo>
                <a:lnTo>
                  <a:pt x="0" y="194091"/>
                </a:lnTo>
                <a:lnTo>
                  <a:pt x="7744" y="180813"/>
                </a:lnTo>
                <a:lnTo>
                  <a:pt x="25718" y="174974"/>
                </a:lnTo>
                <a:lnTo>
                  <a:pt x="43701" y="169145"/>
                </a:lnTo>
                <a:lnTo>
                  <a:pt x="61684" y="163316"/>
                </a:lnTo>
                <a:lnTo>
                  <a:pt x="79667" y="157477"/>
                </a:lnTo>
                <a:lnTo>
                  <a:pt x="97650" y="151648"/>
                </a:lnTo>
                <a:lnTo>
                  <a:pt x="115624" y="145818"/>
                </a:lnTo>
                <a:lnTo>
                  <a:pt x="133607" y="139979"/>
                </a:lnTo>
                <a:lnTo>
                  <a:pt x="151590" y="134150"/>
                </a:lnTo>
                <a:lnTo>
                  <a:pt x="169574" y="128321"/>
                </a:lnTo>
                <a:lnTo>
                  <a:pt x="187557" y="122482"/>
                </a:lnTo>
                <a:lnTo>
                  <a:pt x="205530" y="116653"/>
                </a:lnTo>
                <a:lnTo>
                  <a:pt x="223514" y="110823"/>
                </a:lnTo>
                <a:lnTo>
                  <a:pt x="241497" y="104985"/>
                </a:lnTo>
                <a:lnTo>
                  <a:pt x="259480" y="99155"/>
                </a:lnTo>
                <a:lnTo>
                  <a:pt x="277463" y="93326"/>
                </a:lnTo>
                <a:lnTo>
                  <a:pt x="295437" y="87487"/>
                </a:lnTo>
                <a:lnTo>
                  <a:pt x="313420" y="81658"/>
                </a:lnTo>
                <a:lnTo>
                  <a:pt x="331403" y="75819"/>
                </a:lnTo>
                <a:lnTo>
                  <a:pt x="349387" y="69990"/>
                </a:lnTo>
                <a:lnTo>
                  <a:pt x="367370" y="64160"/>
                </a:lnTo>
                <a:lnTo>
                  <a:pt x="385343" y="58322"/>
                </a:lnTo>
                <a:lnTo>
                  <a:pt x="403327" y="52492"/>
                </a:lnTo>
                <a:lnTo>
                  <a:pt x="421310" y="46663"/>
                </a:lnTo>
                <a:lnTo>
                  <a:pt x="439293" y="40824"/>
                </a:lnTo>
                <a:lnTo>
                  <a:pt x="457276" y="34995"/>
                </a:lnTo>
                <a:lnTo>
                  <a:pt x="475250" y="29166"/>
                </a:lnTo>
                <a:lnTo>
                  <a:pt x="493233" y="23327"/>
                </a:lnTo>
                <a:lnTo>
                  <a:pt x="511216" y="17497"/>
                </a:lnTo>
                <a:lnTo>
                  <a:pt x="529199" y="11668"/>
                </a:lnTo>
                <a:lnTo>
                  <a:pt x="547183" y="5829"/>
                </a:lnTo>
                <a:lnTo>
                  <a:pt x="565156" y="0"/>
                </a:lnTo>
                <a:lnTo>
                  <a:pt x="566738" y="16735"/>
                </a:lnTo>
                <a:lnTo>
                  <a:pt x="566738" y="35633"/>
                </a:lnTo>
                <a:lnTo>
                  <a:pt x="566738" y="54540"/>
                </a:lnTo>
                <a:lnTo>
                  <a:pt x="566738" y="73447"/>
                </a:lnTo>
                <a:lnTo>
                  <a:pt x="566738" y="92345"/>
                </a:lnTo>
                <a:lnTo>
                  <a:pt x="566738" y="111252"/>
                </a:lnTo>
                <a:lnTo>
                  <a:pt x="566738" y="130150"/>
                </a:lnTo>
                <a:lnTo>
                  <a:pt x="566738" y="149057"/>
                </a:lnTo>
                <a:lnTo>
                  <a:pt x="566738" y="167964"/>
                </a:lnTo>
                <a:lnTo>
                  <a:pt x="566738" y="186861"/>
                </a:lnTo>
                <a:lnTo>
                  <a:pt x="566738" y="205769"/>
                </a:lnTo>
                <a:lnTo>
                  <a:pt x="566738" y="224676"/>
                </a:lnTo>
                <a:lnTo>
                  <a:pt x="566738" y="243573"/>
                </a:lnTo>
                <a:lnTo>
                  <a:pt x="566738" y="262480"/>
                </a:lnTo>
                <a:lnTo>
                  <a:pt x="566738" y="281378"/>
                </a:lnTo>
                <a:lnTo>
                  <a:pt x="566738" y="300285"/>
                </a:lnTo>
                <a:lnTo>
                  <a:pt x="566738" y="319192"/>
                </a:lnTo>
                <a:lnTo>
                  <a:pt x="566738" y="338090"/>
                </a:lnTo>
                <a:lnTo>
                  <a:pt x="566738" y="356997"/>
                </a:lnTo>
                <a:lnTo>
                  <a:pt x="566738" y="375904"/>
                </a:lnTo>
                <a:lnTo>
                  <a:pt x="566738" y="394802"/>
                </a:lnTo>
                <a:lnTo>
                  <a:pt x="566738" y="413709"/>
                </a:lnTo>
                <a:lnTo>
                  <a:pt x="566738" y="432606"/>
                </a:lnTo>
                <a:lnTo>
                  <a:pt x="566738" y="451514"/>
                </a:lnTo>
                <a:lnTo>
                  <a:pt x="566738" y="470421"/>
                </a:lnTo>
                <a:lnTo>
                  <a:pt x="566738" y="489318"/>
                </a:lnTo>
                <a:lnTo>
                  <a:pt x="564861" y="506940"/>
                </a:lnTo>
                <a:lnTo>
                  <a:pt x="547211" y="513702"/>
                </a:lnTo>
                <a:lnTo>
                  <a:pt x="529561" y="520465"/>
                </a:lnTo>
                <a:lnTo>
                  <a:pt x="511912" y="527228"/>
                </a:lnTo>
                <a:lnTo>
                  <a:pt x="494252" y="533991"/>
                </a:lnTo>
                <a:lnTo>
                  <a:pt x="476602" y="540753"/>
                </a:lnTo>
                <a:lnTo>
                  <a:pt x="458953" y="547526"/>
                </a:lnTo>
                <a:lnTo>
                  <a:pt x="441303" y="554288"/>
                </a:lnTo>
                <a:lnTo>
                  <a:pt x="423643" y="561051"/>
                </a:lnTo>
                <a:lnTo>
                  <a:pt x="405994" y="567814"/>
                </a:lnTo>
                <a:lnTo>
                  <a:pt x="388344" y="574577"/>
                </a:lnTo>
                <a:lnTo>
                  <a:pt x="370694" y="581339"/>
                </a:lnTo>
                <a:lnTo>
                  <a:pt x="353044" y="588102"/>
                </a:lnTo>
                <a:lnTo>
                  <a:pt x="335385" y="594874"/>
                </a:lnTo>
                <a:lnTo>
                  <a:pt x="317735" y="601637"/>
                </a:lnTo>
                <a:lnTo>
                  <a:pt x="300085" y="608400"/>
                </a:lnTo>
                <a:lnTo>
                  <a:pt x="282435" y="615163"/>
                </a:lnTo>
                <a:lnTo>
                  <a:pt x="264776" y="621925"/>
                </a:lnTo>
                <a:lnTo>
                  <a:pt x="247126" y="628688"/>
                </a:lnTo>
                <a:lnTo>
                  <a:pt x="229476" y="635451"/>
                </a:lnTo>
                <a:lnTo>
                  <a:pt x="211826" y="642223"/>
                </a:lnTo>
                <a:lnTo>
                  <a:pt x="194167" y="648986"/>
                </a:lnTo>
                <a:lnTo>
                  <a:pt x="176517" y="655749"/>
                </a:lnTo>
                <a:lnTo>
                  <a:pt x="158867" y="662511"/>
                </a:lnTo>
                <a:lnTo>
                  <a:pt x="141218" y="669274"/>
                </a:lnTo>
                <a:lnTo>
                  <a:pt x="123568" y="676037"/>
                </a:lnTo>
                <a:lnTo>
                  <a:pt x="105908" y="682800"/>
                </a:lnTo>
                <a:lnTo>
                  <a:pt x="88259" y="689572"/>
                </a:lnTo>
                <a:lnTo>
                  <a:pt x="70609" y="696335"/>
                </a:lnTo>
                <a:lnTo>
                  <a:pt x="52959" y="703097"/>
                </a:lnTo>
                <a:lnTo>
                  <a:pt x="35300" y="709860"/>
                </a:lnTo>
                <a:lnTo>
                  <a:pt x="17650" y="716623"/>
                </a:lnTo>
                <a:lnTo>
                  <a:pt x="0" y="723386"/>
                </a:lnTo>
              </a:path>
            </a:pathLst>
          </a:custGeom>
          <a:solidFill xmlns:a="http://schemas.openxmlformats.org/drawingml/2006/main">
            <a:srgbClr val="D8D5CC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3" name="maturity-step-top-1">
            <a:extLst xmlns:a="http://schemas.openxmlformats.org/drawingml/2006/main">
              <a:ext uri="{FF2B5EF4-FFF2-40B4-BE49-F238E27FC236}">
                <a16:creationId xmlns:a16="http://schemas.microsoft.com/office/drawing/2014/main" id="{A27D5E1C-305A-4AF8-9EFF-AB9F9560A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9708" y="5338763"/>
            <a:ext cx="2715035" cy="217170"/>
          </a:xfrm>
          <a:custGeom xmlns:a="http://schemas.openxmlformats.org/drawingml/2006/main">
            <a:pathLst>
              <a:path w="2715035" h="217170">
                <a:moveTo>
                  <a:pt x="0" y="217170"/>
                </a:moveTo>
                <a:lnTo>
                  <a:pt x="22955" y="217170"/>
                </a:lnTo>
                <a:lnTo>
                  <a:pt x="45920" y="217170"/>
                </a:lnTo>
                <a:lnTo>
                  <a:pt x="68875" y="217170"/>
                </a:lnTo>
                <a:lnTo>
                  <a:pt x="91831" y="217170"/>
                </a:lnTo>
                <a:lnTo>
                  <a:pt x="114795" y="217170"/>
                </a:lnTo>
                <a:lnTo>
                  <a:pt x="137751" y="217170"/>
                </a:lnTo>
                <a:lnTo>
                  <a:pt x="160706" y="217170"/>
                </a:lnTo>
                <a:lnTo>
                  <a:pt x="183661" y="217170"/>
                </a:lnTo>
                <a:lnTo>
                  <a:pt x="206626" y="217170"/>
                </a:lnTo>
                <a:lnTo>
                  <a:pt x="229581" y="217170"/>
                </a:lnTo>
                <a:lnTo>
                  <a:pt x="252536" y="217170"/>
                </a:lnTo>
                <a:lnTo>
                  <a:pt x="275501" y="217170"/>
                </a:lnTo>
                <a:lnTo>
                  <a:pt x="298456" y="217170"/>
                </a:lnTo>
                <a:lnTo>
                  <a:pt x="321412" y="217170"/>
                </a:lnTo>
                <a:lnTo>
                  <a:pt x="344376" y="217170"/>
                </a:lnTo>
                <a:lnTo>
                  <a:pt x="367332" y="217170"/>
                </a:lnTo>
                <a:lnTo>
                  <a:pt x="390287" y="217170"/>
                </a:lnTo>
                <a:lnTo>
                  <a:pt x="413252" y="217170"/>
                </a:lnTo>
                <a:lnTo>
                  <a:pt x="436207" y="217170"/>
                </a:lnTo>
                <a:lnTo>
                  <a:pt x="459162" y="217170"/>
                </a:lnTo>
                <a:lnTo>
                  <a:pt x="482117" y="217170"/>
                </a:lnTo>
                <a:lnTo>
                  <a:pt x="505082" y="217170"/>
                </a:lnTo>
                <a:lnTo>
                  <a:pt x="528037" y="217170"/>
                </a:lnTo>
                <a:lnTo>
                  <a:pt x="550993" y="217170"/>
                </a:lnTo>
                <a:lnTo>
                  <a:pt x="573957" y="217170"/>
                </a:lnTo>
                <a:lnTo>
                  <a:pt x="596913" y="217170"/>
                </a:lnTo>
                <a:lnTo>
                  <a:pt x="619868" y="217170"/>
                </a:lnTo>
                <a:lnTo>
                  <a:pt x="642833" y="217170"/>
                </a:lnTo>
                <a:lnTo>
                  <a:pt x="665788" y="217170"/>
                </a:lnTo>
                <a:lnTo>
                  <a:pt x="688743" y="217170"/>
                </a:lnTo>
                <a:lnTo>
                  <a:pt x="711708" y="217170"/>
                </a:lnTo>
                <a:lnTo>
                  <a:pt x="734663" y="217170"/>
                </a:lnTo>
                <a:lnTo>
                  <a:pt x="757619" y="217170"/>
                </a:lnTo>
                <a:lnTo>
                  <a:pt x="780574" y="217170"/>
                </a:lnTo>
                <a:lnTo>
                  <a:pt x="803539" y="217170"/>
                </a:lnTo>
                <a:lnTo>
                  <a:pt x="826494" y="217170"/>
                </a:lnTo>
                <a:lnTo>
                  <a:pt x="849449" y="217170"/>
                </a:lnTo>
                <a:lnTo>
                  <a:pt x="872414" y="217170"/>
                </a:lnTo>
                <a:lnTo>
                  <a:pt x="895369" y="217170"/>
                </a:lnTo>
                <a:lnTo>
                  <a:pt x="918324" y="217170"/>
                </a:lnTo>
                <a:lnTo>
                  <a:pt x="941289" y="217170"/>
                </a:lnTo>
                <a:lnTo>
                  <a:pt x="964244" y="217170"/>
                </a:lnTo>
                <a:lnTo>
                  <a:pt x="987200" y="217170"/>
                </a:lnTo>
                <a:lnTo>
                  <a:pt x="1010164" y="217170"/>
                </a:lnTo>
                <a:lnTo>
                  <a:pt x="1033120" y="217170"/>
                </a:lnTo>
                <a:lnTo>
                  <a:pt x="1056075" y="217170"/>
                </a:lnTo>
                <a:lnTo>
                  <a:pt x="1079030" y="217170"/>
                </a:lnTo>
                <a:lnTo>
                  <a:pt x="1101995" y="217170"/>
                </a:lnTo>
                <a:lnTo>
                  <a:pt x="1124950" y="217170"/>
                </a:lnTo>
                <a:lnTo>
                  <a:pt x="1147905" y="217170"/>
                </a:lnTo>
                <a:lnTo>
                  <a:pt x="1170870" y="217170"/>
                </a:lnTo>
                <a:lnTo>
                  <a:pt x="1193825" y="217170"/>
                </a:lnTo>
                <a:lnTo>
                  <a:pt x="1216781" y="217170"/>
                </a:lnTo>
                <a:lnTo>
                  <a:pt x="1239745" y="217170"/>
                </a:lnTo>
                <a:lnTo>
                  <a:pt x="1262701" y="217170"/>
                </a:lnTo>
                <a:lnTo>
                  <a:pt x="1285656" y="217170"/>
                </a:lnTo>
                <a:lnTo>
                  <a:pt x="1308621" y="217170"/>
                </a:lnTo>
                <a:lnTo>
                  <a:pt x="1331576" y="217170"/>
                </a:lnTo>
                <a:lnTo>
                  <a:pt x="1354531" y="217170"/>
                </a:lnTo>
                <a:lnTo>
                  <a:pt x="1377496" y="217170"/>
                </a:lnTo>
                <a:lnTo>
                  <a:pt x="1400451" y="217170"/>
                </a:lnTo>
                <a:lnTo>
                  <a:pt x="1423406" y="217170"/>
                </a:lnTo>
                <a:lnTo>
                  <a:pt x="1446362" y="217170"/>
                </a:lnTo>
                <a:lnTo>
                  <a:pt x="1469327" y="217170"/>
                </a:lnTo>
                <a:lnTo>
                  <a:pt x="1492282" y="217170"/>
                </a:lnTo>
                <a:lnTo>
                  <a:pt x="1515237" y="217170"/>
                </a:lnTo>
                <a:lnTo>
                  <a:pt x="1538202" y="217170"/>
                </a:lnTo>
                <a:lnTo>
                  <a:pt x="1561157" y="217170"/>
                </a:lnTo>
                <a:lnTo>
                  <a:pt x="1584112" y="217170"/>
                </a:lnTo>
                <a:lnTo>
                  <a:pt x="1607077" y="217170"/>
                </a:lnTo>
                <a:lnTo>
                  <a:pt x="1630032" y="217170"/>
                </a:lnTo>
                <a:lnTo>
                  <a:pt x="1652988" y="217170"/>
                </a:lnTo>
                <a:lnTo>
                  <a:pt x="1675952" y="217170"/>
                </a:lnTo>
                <a:lnTo>
                  <a:pt x="1698908" y="217170"/>
                </a:lnTo>
                <a:lnTo>
                  <a:pt x="1721863" y="217170"/>
                </a:lnTo>
                <a:lnTo>
                  <a:pt x="1744818" y="217170"/>
                </a:lnTo>
                <a:lnTo>
                  <a:pt x="1767783" y="217170"/>
                </a:lnTo>
                <a:lnTo>
                  <a:pt x="1790738" y="217170"/>
                </a:lnTo>
                <a:lnTo>
                  <a:pt x="1813693" y="217170"/>
                </a:lnTo>
                <a:lnTo>
                  <a:pt x="1836658" y="217170"/>
                </a:lnTo>
                <a:lnTo>
                  <a:pt x="1859613" y="217170"/>
                </a:lnTo>
                <a:lnTo>
                  <a:pt x="1882569" y="217170"/>
                </a:lnTo>
                <a:lnTo>
                  <a:pt x="1905533" y="217170"/>
                </a:lnTo>
                <a:lnTo>
                  <a:pt x="1928489" y="217170"/>
                </a:lnTo>
                <a:lnTo>
                  <a:pt x="1951444" y="217170"/>
                </a:lnTo>
                <a:lnTo>
                  <a:pt x="1974409" y="217170"/>
                </a:lnTo>
                <a:lnTo>
                  <a:pt x="1997364" y="217170"/>
                </a:lnTo>
                <a:lnTo>
                  <a:pt x="2020319" y="217170"/>
                </a:lnTo>
                <a:lnTo>
                  <a:pt x="2043274" y="217170"/>
                </a:lnTo>
                <a:lnTo>
                  <a:pt x="2066239" y="217170"/>
                </a:lnTo>
                <a:lnTo>
                  <a:pt x="2089194" y="217170"/>
                </a:lnTo>
                <a:lnTo>
                  <a:pt x="2112150" y="217170"/>
                </a:lnTo>
                <a:lnTo>
                  <a:pt x="2135114" y="217170"/>
                </a:lnTo>
                <a:lnTo>
                  <a:pt x="2157651" y="214894"/>
                </a:lnTo>
                <a:lnTo>
                  <a:pt x="2179082" y="206673"/>
                </a:lnTo>
                <a:lnTo>
                  <a:pt x="2200523" y="198463"/>
                </a:lnTo>
                <a:lnTo>
                  <a:pt x="2221963" y="190243"/>
                </a:lnTo>
                <a:lnTo>
                  <a:pt x="2243404" y="182032"/>
                </a:lnTo>
                <a:lnTo>
                  <a:pt x="2264835" y="173812"/>
                </a:lnTo>
                <a:lnTo>
                  <a:pt x="2286276" y="165602"/>
                </a:lnTo>
                <a:lnTo>
                  <a:pt x="2307717" y="157382"/>
                </a:lnTo>
                <a:lnTo>
                  <a:pt x="2329148" y="149171"/>
                </a:lnTo>
                <a:lnTo>
                  <a:pt x="2350589" y="140951"/>
                </a:lnTo>
                <a:lnTo>
                  <a:pt x="2372030" y="132740"/>
                </a:lnTo>
                <a:lnTo>
                  <a:pt x="2393471" y="124530"/>
                </a:lnTo>
                <a:lnTo>
                  <a:pt x="2414902" y="116310"/>
                </a:lnTo>
                <a:lnTo>
                  <a:pt x="2436343" y="108099"/>
                </a:lnTo>
                <a:lnTo>
                  <a:pt x="2457783" y="99879"/>
                </a:lnTo>
                <a:lnTo>
                  <a:pt x="2479224" y="91669"/>
                </a:lnTo>
                <a:lnTo>
                  <a:pt x="2500655" y="83449"/>
                </a:lnTo>
                <a:lnTo>
                  <a:pt x="2522096" y="75238"/>
                </a:lnTo>
                <a:lnTo>
                  <a:pt x="2543537" y="67018"/>
                </a:lnTo>
                <a:lnTo>
                  <a:pt x="2564968" y="58807"/>
                </a:lnTo>
                <a:lnTo>
                  <a:pt x="2586409" y="50587"/>
                </a:lnTo>
                <a:lnTo>
                  <a:pt x="2607850" y="42377"/>
                </a:lnTo>
                <a:lnTo>
                  <a:pt x="2629291" y="34157"/>
                </a:lnTo>
                <a:lnTo>
                  <a:pt x="2650722" y="25946"/>
                </a:lnTo>
                <a:lnTo>
                  <a:pt x="2672163" y="17736"/>
                </a:lnTo>
                <a:lnTo>
                  <a:pt x="2693603" y="9515"/>
                </a:lnTo>
                <a:lnTo>
                  <a:pt x="2715035" y="1305"/>
                </a:lnTo>
                <a:lnTo>
                  <a:pt x="2699118" y="0"/>
                </a:lnTo>
                <a:lnTo>
                  <a:pt x="2676154" y="0"/>
                </a:lnTo>
                <a:lnTo>
                  <a:pt x="2653198" y="0"/>
                </a:lnTo>
                <a:lnTo>
                  <a:pt x="2630243" y="0"/>
                </a:lnTo>
                <a:lnTo>
                  <a:pt x="2607278" y="0"/>
                </a:lnTo>
                <a:lnTo>
                  <a:pt x="2584323" y="0"/>
                </a:lnTo>
                <a:lnTo>
                  <a:pt x="2561368" y="0"/>
                </a:lnTo>
                <a:lnTo>
                  <a:pt x="2538403" y="0"/>
                </a:lnTo>
                <a:lnTo>
                  <a:pt x="2515448" y="0"/>
                </a:lnTo>
                <a:lnTo>
                  <a:pt x="2492492" y="0"/>
                </a:lnTo>
                <a:lnTo>
                  <a:pt x="2469528" y="0"/>
                </a:lnTo>
                <a:lnTo>
                  <a:pt x="2446572" y="0"/>
                </a:lnTo>
                <a:lnTo>
                  <a:pt x="2423617" y="0"/>
                </a:lnTo>
                <a:lnTo>
                  <a:pt x="2400662" y="0"/>
                </a:lnTo>
                <a:lnTo>
                  <a:pt x="2377697" y="0"/>
                </a:lnTo>
                <a:lnTo>
                  <a:pt x="2354742" y="0"/>
                </a:lnTo>
                <a:lnTo>
                  <a:pt x="2331787" y="0"/>
                </a:lnTo>
                <a:lnTo>
                  <a:pt x="2308822" y="0"/>
                </a:lnTo>
                <a:lnTo>
                  <a:pt x="2285867" y="0"/>
                </a:lnTo>
                <a:lnTo>
                  <a:pt x="2262911" y="0"/>
                </a:lnTo>
                <a:lnTo>
                  <a:pt x="2239947" y="0"/>
                </a:lnTo>
                <a:lnTo>
                  <a:pt x="2216991" y="0"/>
                </a:lnTo>
                <a:lnTo>
                  <a:pt x="2194036" y="0"/>
                </a:lnTo>
                <a:lnTo>
                  <a:pt x="2171071" y="0"/>
                </a:lnTo>
                <a:lnTo>
                  <a:pt x="2148116" y="0"/>
                </a:lnTo>
                <a:lnTo>
                  <a:pt x="2125161" y="0"/>
                </a:lnTo>
                <a:lnTo>
                  <a:pt x="2102206" y="0"/>
                </a:lnTo>
                <a:lnTo>
                  <a:pt x="2079241" y="0"/>
                </a:lnTo>
                <a:lnTo>
                  <a:pt x="2056286" y="0"/>
                </a:lnTo>
                <a:lnTo>
                  <a:pt x="2033330" y="0"/>
                </a:lnTo>
                <a:lnTo>
                  <a:pt x="2010366" y="0"/>
                </a:lnTo>
                <a:lnTo>
                  <a:pt x="1987410" y="0"/>
                </a:lnTo>
                <a:lnTo>
                  <a:pt x="1964455" y="0"/>
                </a:lnTo>
                <a:lnTo>
                  <a:pt x="1941490" y="0"/>
                </a:lnTo>
                <a:lnTo>
                  <a:pt x="1918535" y="0"/>
                </a:lnTo>
                <a:lnTo>
                  <a:pt x="1895580" y="0"/>
                </a:lnTo>
                <a:lnTo>
                  <a:pt x="1872615" y="0"/>
                </a:lnTo>
                <a:lnTo>
                  <a:pt x="1849660" y="0"/>
                </a:lnTo>
                <a:lnTo>
                  <a:pt x="1826705" y="0"/>
                </a:lnTo>
                <a:lnTo>
                  <a:pt x="1803749" y="0"/>
                </a:lnTo>
                <a:lnTo>
                  <a:pt x="1780784" y="0"/>
                </a:lnTo>
                <a:lnTo>
                  <a:pt x="1757829" y="0"/>
                </a:lnTo>
                <a:lnTo>
                  <a:pt x="1734874" y="0"/>
                </a:lnTo>
                <a:lnTo>
                  <a:pt x="1711909" y="0"/>
                </a:lnTo>
                <a:lnTo>
                  <a:pt x="1688954" y="0"/>
                </a:lnTo>
                <a:lnTo>
                  <a:pt x="1665999" y="0"/>
                </a:lnTo>
                <a:lnTo>
                  <a:pt x="1643034" y="0"/>
                </a:lnTo>
                <a:lnTo>
                  <a:pt x="1620079" y="0"/>
                </a:lnTo>
                <a:lnTo>
                  <a:pt x="1597123" y="0"/>
                </a:lnTo>
                <a:lnTo>
                  <a:pt x="1574159" y="0"/>
                </a:lnTo>
                <a:lnTo>
                  <a:pt x="1551203" y="0"/>
                </a:lnTo>
                <a:lnTo>
                  <a:pt x="1528248" y="0"/>
                </a:lnTo>
                <a:lnTo>
                  <a:pt x="1505293" y="0"/>
                </a:lnTo>
                <a:lnTo>
                  <a:pt x="1482328" y="0"/>
                </a:lnTo>
                <a:lnTo>
                  <a:pt x="1459373" y="0"/>
                </a:lnTo>
                <a:lnTo>
                  <a:pt x="1436418" y="0"/>
                </a:lnTo>
                <a:lnTo>
                  <a:pt x="1413453" y="0"/>
                </a:lnTo>
                <a:lnTo>
                  <a:pt x="1390498" y="0"/>
                </a:lnTo>
                <a:lnTo>
                  <a:pt x="1367542" y="0"/>
                </a:lnTo>
                <a:lnTo>
                  <a:pt x="1344578" y="0"/>
                </a:lnTo>
                <a:lnTo>
                  <a:pt x="1321622" y="0"/>
                </a:lnTo>
                <a:lnTo>
                  <a:pt x="1298667" y="0"/>
                </a:lnTo>
                <a:lnTo>
                  <a:pt x="1275702" y="0"/>
                </a:lnTo>
                <a:lnTo>
                  <a:pt x="1252747" y="0"/>
                </a:lnTo>
                <a:lnTo>
                  <a:pt x="1229792" y="0"/>
                </a:lnTo>
                <a:lnTo>
                  <a:pt x="1206837" y="0"/>
                </a:lnTo>
                <a:lnTo>
                  <a:pt x="1183872" y="0"/>
                </a:lnTo>
                <a:lnTo>
                  <a:pt x="1160917" y="0"/>
                </a:lnTo>
                <a:lnTo>
                  <a:pt x="1137961" y="0"/>
                </a:lnTo>
                <a:lnTo>
                  <a:pt x="1114997" y="0"/>
                </a:lnTo>
                <a:lnTo>
                  <a:pt x="1092041" y="0"/>
                </a:lnTo>
                <a:lnTo>
                  <a:pt x="1069086" y="0"/>
                </a:lnTo>
                <a:lnTo>
                  <a:pt x="1046121" y="0"/>
                </a:lnTo>
                <a:lnTo>
                  <a:pt x="1023166" y="0"/>
                </a:lnTo>
                <a:lnTo>
                  <a:pt x="1000211" y="0"/>
                </a:lnTo>
                <a:lnTo>
                  <a:pt x="977246" y="0"/>
                </a:lnTo>
                <a:lnTo>
                  <a:pt x="954291" y="0"/>
                </a:lnTo>
                <a:lnTo>
                  <a:pt x="931335" y="0"/>
                </a:lnTo>
                <a:lnTo>
                  <a:pt x="908371" y="0"/>
                </a:lnTo>
                <a:lnTo>
                  <a:pt x="885415" y="0"/>
                </a:lnTo>
                <a:lnTo>
                  <a:pt x="862460" y="0"/>
                </a:lnTo>
                <a:lnTo>
                  <a:pt x="839505" y="0"/>
                </a:lnTo>
                <a:lnTo>
                  <a:pt x="816540" y="0"/>
                </a:lnTo>
                <a:lnTo>
                  <a:pt x="793585" y="0"/>
                </a:lnTo>
                <a:lnTo>
                  <a:pt x="770630" y="0"/>
                </a:lnTo>
                <a:lnTo>
                  <a:pt x="747665" y="0"/>
                </a:lnTo>
                <a:lnTo>
                  <a:pt x="724710" y="0"/>
                </a:lnTo>
                <a:lnTo>
                  <a:pt x="701754" y="0"/>
                </a:lnTo>
                <a:lnTo>
                  <a:pt x="679752" y="6306"/>
                </a:lnTo>
                <a:lnTo>
                  <a:pt x="657825" y="13106"/>
                </a:lnTo>
                <a:lnTo>
                  <a:pt x="635899" y="19917"/>
                </a:lnTo>
                <a:lnTo>
                  <a:pt x="613972" y="26718"/>
                </a:lnTo>
                <a:lnTo>
                  <a:pt x="592036" y="33518"/>
                </a:lnTo>
                <a:lnTo>
                  <a:pt x="570109" y="40319"/>
                </a:lnTo>
                <a:lnTo>
                  <a:pt x="548183" y="47120"/>
                </a:lnTo>
                <a:lnTo>
                  <a:pt x="526256" y="53921"/>
                </a:lnTo>
                <a:lnTo>
                  <a:pt x="504330" y="60722"/>
                </a:lnTo>
                <a:lnTo>
                  <a:pt x="482403" y="67523"/>
                </a:lnTo>
                <a:lnTo>
                  <a:pt x="460477" y="74333"/>
                </a:lnTo>
                <a:lnTo>
                  <a:pt x="438550" y="81134"/>
                </a:lnTo>
                <a:lnTo>
                  <a:pt x="416624" y="87935"/>
                </a:lnTo>
                <a:lnTo>
                  <a:pt x="394697" y="94736"/>
                </a:lnTo>
                <a:lnTo>
                  <a:pt x="372770" y="101537"/>
                </a:lnTo>
                <a:lnTo>
                  <a:pt x="350834" y="108337"/>
                </a:lnTo>
                <a:lnTo>
                  <a:pt x="328908" y="115138"/>
                </a:lnTo>
                <a:lnTo>
                  <a:pt x="306981" y="121939"/>
                </a:lnTo>
                <a:lnTo>
                  <a:pt x="285055" y="128740"/>
                </a:lnTo>
                <a:lnTo>
                  <a:pt x="263128" y="135550"/>
                </a:lnTo>
                <a:lnTo>
                  <a:pt x="241202" y="142351"/>
                </a:lnTo>
                <a:lnTo>
                  <a:pt x="219275" y="149152"/>
                </a:lnTo>
                <a:lnTo>
                  <a:pt x="197348" y="155953"/>
                </a:lnTo>
                <a:lnTo>
                  <a:pt x="175422" y="162754"/>
                </a:lnTo>
                <a:lnTo>
                  <a:pt x="153495" y="169555"/>
                </a:lnTo>
                <a:lnTo>
                  <a:pt x="131569" y="176355"/>
                </a:lnTo>
                <a:lnTo>
                  <a:pt x="109633" y="183156"/>
                </a:lnTo>
                <a:lnTo>
                  <a:pt x="87706" y="189967"/>
                </a:lnTo>
                <a:lnTo>
                  <a:pt x="65780" y="196767"/>
                </a:lnTo>
                <a:lnTo>
                  <a:pt x="43853" y="203568"/>
                </a:lnTo>
                <a:lnTo>
                  <a:pt x="21927" y="210369"/>
                </a:lnTo>
                <a:lnTo>
                  <a:pt x="0" y="217170"/>
                </a:lnTo>
              </a:path>
            </a:pathLst>
          </a:cu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4" name="maturity-step-inset-1">
            <a:extLst xmlns:a="http://schemas.openxmlformats.org/drawingml/2006/main">
              <a:ext uri="{FF2B5EF4-FFF2-40B4-BE49-F238E27FC236}">
                <a16:creationId xmlns:a16="http://schemas.microsoft.com/office/drawing/2014/main" id="{8F3E5103-D120-4D34-89E5-B806CC410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3055" y="5338763"/>
            <a:ext cx="2499360" cy="217170"/>
          </a:xfrm>
          <a:custGeom xmlns:a="http://schemas.openxmlformats.org/drawingml/2006/main">
            <a:pathLst>
              <a:path w="2499360" h="217170">
                <a:moveTo>
                  <a:pt x="0" y="217170"/>
                </a:moveTo>
                <a:lnTo>
                  <a:pt x="18945" y="217170"/>
                </a:lnTo>
                <a:lnTo>
                  <a:pt x="37900" y="217170"/>
                </a:lnTo>
                <a:lnTo>
                  <a:pt x="56845" y="217170"/>
                </a:lnTo>
                <a:lnTo>
                  <a:pt x="75790" y="217170"/>
                </a:lnTo>
                <a:lnTo>
                  <a:pt x="94745" y="217170"/>
                </a:lnTo>
                <a:lnTo>
                  <a:pt x="113690" y="217170"/>
                </a:lnTo>
                <a:lnTo>
                  <a:pt x="132636" y="217170"/>
                </a:lnTo>
                <a:lnTo>
                  <a:pt x="151590" y="217170"/>
                </a:lnTo>
                <a:lnTo>
                  <a:pt x="170536" y="217170"/>
                </a:lnTo>
                <a:lnTo>
                  <a:pt x="189490" y="217170"/>
                </a:lnTo>
                <a:lnTo>
                  <a:pt x="208436" y="217170"/>
                </a:lnTo>
                <a:lnTo>
                  <a:pt x="227381" y="217170"/>
                </a:lnTo>
                <a:lnTo>
                  <a:pt x="246336" y="217170"/>
                </a:lnTo>
                <a:lnTo>
                  <a:pt x="265281" y="217170"/>
                </a:lnTo>
                <a:lnTo>
                  <a:pt x="284226" y="217170"/>
                </a:lnTo>
                <a:lnTo>
                  <a:pt x="303181" y="217170"/>
                </a:lnTo>
                <a:lnTo>
                  <a:pt x="322126" y="217170"/>
                </a:lnTo>
                <a:lnTo>
                  <a:pt x="341071" y="217170"/>
                </a:lnTo>
                <a:lnTo>
                  <a:pt x="360026" y="217170"/>
                </a:lnTo>
                <a:lnTo>
                  <a:pt x="378971" y="217170"/>
                </a:lnTo>
                <a:lnTo>
                  <a:pt x="397916" y="217170"/>
                </a:lnTo>
                <a:lnTo>
                  <a:pt x="416871" y="217170"/>
                </a:lnTo>
                <a:lnTo>
                  <a:pt x="435816" y="217170"/>
                </a:lnTo>
                <a:lnTo>
                  <a:pt x="454762" y="217170"/>
                </a:lnTo>
                <a:lnTo>
                  <a:pt x="473716" y="217170"/>
                </a:lnTo>
                <a:lnTo>
                  <a:pt x="492662" y="217170"/>
                </a:lnTo>
                <a:lnTo>
                  <a:pt x="511607" y="217170"/>
                </a:lnTo>
                <a:lnTo>
                  <a:pt x="530562" y="217170"/>
                </a:lnTo>
                <a:lnTo>
                  <a:pt x="549507" y="217170"/>
                </a:lnTo>
                <a:lnTo>
                  <a:pt x="568462" y="217170"/>
                </a:lnTo>
                <a:lnTo>
                  <a:pt x="587407" y="217170"/>
                </a:lnTo>
                <a:lnTo>
                  <a:pt x="606352" y="217170"/>
                </a:lnTo>
                <a:lnTo>
                  <a:pt x="625307" y="217170"/>
                </a:lnTo>
                <a:lnTo>
                  <a:pt x="644252" y="217170"/>
                </a:lnTo>
                <a:lnTo>
                  <a:pt x="663197" y="217170"/>
                </a:lnTo>
                <a:lnTo>
                  <a:pt x="682152" y="217170"/>
                </a:lnTo>
                <a:lnTo>
                  <a:pt x="701097" y="217170"/>
                </a:lnTo>
                <a:lnTo>
                  <a:pt x="720042" y="217170"/>
                </a:lnTo>
                <a:lnTo>
                  <a:pt x="738997" y="217170"/>
                </a:lnTo>
                <a:lnTo>
                  <a:pt x="757942" y="217170"/>
                </a:lnTo>
                <a:lnTo>
                  <a:pt x="776888" y="217170"/>
                </a:lnTo>
                <a:lnTo>
                  <a:pt x="795842" y="217170"/>
                </a:lnTo>
                <a:lnTo>
                  <a:pt x="814788" y="217170"/>
                </a:lnTo>
                <a:lnTo>
                  <a:pt x="833733" y="217170"/>
                </a:lnTo>
                <a:lnTo>
                  <a:pt x="852688" y="217170"/>
                </a:lnTo>
                <a:lnTo>
                  <a:pt x="871633" y="217170"/>
                </a:lnTo>
                <a:lnTo>
                  <a:pt x="890578" y="217170"/>
                </a:lnTo>
                <a:lnTo>
                  <a:pt x="909533" y="217170"/>
                </a:lnTo>
                <a:lnTo>
                  <a:pt x="928478" y="217170"/>
                </a:lnTo>
                <a:lnTo>
                  <a:pt x="947433" y="217170"/>
                </a:lnTo>
                <a:lnTo>
                  <a:pt x="966378" y="217170"/>
                </a:lnTo>
                <a:lnTo>
                  <a:pt x="985323" y="217170"/>
                </a:lnTo>
                <a:lnTo>
                  <a:pt x="1004278" y="217170"/>
                </a:lnTo>
                <a:lnTo>
                  <a:pt x="1023223" y="217170"/>
                </a:lnTo>
                <a:lnTo>
                  <a:pt x="1042168" y="217170"/>
                </a:lnTo>
                <a:lnTo>
                  <a:pt x="1061123" y="217170"/>
                </a:lnTo>
                <a:lnTo>
                  <a:pt x="1080068" y="217170"/>
                </a:lnTo>
                <a:lnTo>
                  <a:pt x="1099014" y="217170"/>
                </a:lnTo>
                <a:lnTo>
                  <a:pt x="1117968" y="217170"/>
                </a:lnTo>
                <a:lnTo>
                  <a:pt x="1136914" y="217170"/>
                </a:lnTo>
                <a:lnTo>
                  <a:pt x="1155859" y="217170"/>
                </a:lnTo>
                <a:lnTo>
                  <a:pt x="1174814" y="217170"/>
                </a:lnTo>
                <a:lnTo>
                  <a:pt x="1193759" y="217170"/>
                </a:lnTo>
                <a:lnTo>
                  <a:pt x="1212704" y="217170"/>
                </a:lnTo>
                <a:lnTo>
                  <a:pt x="1231659" y="217170"/>
                </a:lnTo>
                <a:lnTo>
                  <a:pt x="1250604" y="217170"/>
                </a:lnTo>
                <a:lnTo>
                  <a:pt x="1269549" y="217170"/>
                </a:lnTo>
                <a:lnTo>
                  <a:pt x="1288504" y="217170"/>
                </a:lnTo>
                <a:lnTo>
                  <a:pt x="1307449" y="217170"/>
                </a:lnTo>
                <a:lnTo>
                  <a:pt x="1326404" y="217170"/>
                </a:lnTo>
                <a:lnTo>
                  <a:pt x="1345349" y="217170"/>
                </a:lnTo>
                <a:lnTo>
                  <a:pt x="1364294" y="217170"/>
                </a:lnTo>
                <a:lnTo>
                  <a:pt x="1383249" y="217170"/>
                </a:lnTo>
                <a:lnTo>
                  <a:pt x="1402194" y="217170"/>
                </a:lnTo>
                <a:lnTo>
                  <a:pt x="1421140" y="217170"/>
                </a:lnTo>
                <a:lnTo>
                  <a:pt x="1440094" y="217170"/>
                </a:lnTo>
                <a:lnTo>
                  <a:pt x="1459040" y="217170"/>
                </a:lnTo>
                <a:lnTo>
                  <a:pt x="1477985" y="217170"/>
                </a:lnTo>
                <a:lnTo>
                  <a:pt x="1496939" y="217170"/>
                </a:lnTo>
                <a:lnTo>
                  <a:pt x="1515885" y="217170"/>
                </a:lnTo>
                <a:lnTo>
                  <a:pt x="1534830" y="217170"/>
                </a:lnTo>
                <a:lnTo>
                  <a:pt x="1553785" y="217170"/>
                </a:lnTo>
                <a:lnTo>
                  <a:pt x="1572730" y="217170"/>
                </a:lnTo>
                <a:lnTo>
                  <a:pt x="1591675" y="217170"/>
                </a:lnTo>
                <a:lnTo>
                  <a:pt x="1610630" y="217170"/>
                </a:lnTo>
                <a:lnTo>
                  <a:pt x="1629575" y="217170"/>
                </a:lnTo>
                <a:lnTo>
                  <a:pt x="1648530" y="217170"/>
                </a:lnTo>
                <a:lnTo>
                  <a:pt x="1667475" y="217170"/>
                </a:lnTo>
                <a:lnTo>
                  <a:pt x="1686420" y="217170"/>
                </a:lnTo>
                <a:lnTo>
                  <a:pt x="1705375" y="217170"/>
                </a:lnTo>
                <a:lnTo>
                  <a:pt x="1724320" y="217170"/>
                </a:lnTo>
                <a:lnTo>
                  <a:pt x="1743266" y="217170"/>
                </a:lnTo>
                <a:lnTo>
                  <a:pt x="1762220" y="217170"/>
                </a:lnTo>
                <a:lnTo>
                  <a:pt x="1781165" y="217170"/>
                </a:lnTo>
                <a:lnTo>
                  <a:pt x="1800111" y="217170"/>
                </a:lnTo>
                <a:lnTo>
                  <a:pt x="1819065" y="217170"/>
                </a:lnTo>
                <a:lnTo>
                  <a:pt x="1838011" y="217170"/>
                </a:lnTo>
                <a:lnTo>
                  <a:pt x="1856956" y="217170"/>
                </a:lnTo>
                <a:lnTo>
                  <a:pt x="1875911" y="217170"/>
                </a:lnTo>
                <a:lnTo>
                  <a:pt x="1894856" y="217170"/>
                </a:lnTo>
                <a:lnTo>
                  <a:pt x="1913801" y="217170"/>
                </a:lnTo>
                <a:lnTo>
                  <a:pt x="1932318" y="214760"/>
                </a:lnTo>
                <a:lnTo>
                  <a:pt x="1950034" y="208055"/>
                </a:lnTo>
                <a:lnTo>
                  <a:pt x="1967751" y="201339"/>
                </a:lnTo>
                <a:lnTo>
                  <a:pt x="1985477" y="194624"/>
                </a:lnTo>
                <a:lnTo>
                  <a:pt x="2003193" y="187919"/>
                </a:lnTo>
                <a:lnTo>
                  <a:pt x="2020910" y="181204"/>
                </a:lnTo>
                <a:lnTo>
                  <a:pt x="2038636" y="174498"/>
                </a:lnTo>
                <a:lnTo>
                  <a:pt x="2056352" y="167783"/>
                </a:lnTo>
                <a:lnTo>
                  <a:pt x="2074078" y="161068"/>
                </a:lnTo>
                <a:lnTo>
                  <a:pt x="2091795" y="154362"/>
                </a:lnTo>
                <a:lnTo>
                  <a:pt x="2109511" y="147647"/>
                </a:lnTo>
                <a:lnTo>
                  <a:pt x="2127237" y="140941"/>
                </a:lnTo>
                <a:lnTo>
                  <a:pt x="2144954" y="134226"/>
                </a:lnTo>
                <a:lnTo>
                  <a:pt x="2162680" y="127511"/>
                </a:lnTo>
                <a:lnTo>
                  <a:pt x="2180396" y="120806"/>
                </a:lnTo>
                <a:lnTo>
                  <a:pt x="2198113" y="114090"/>
                </a:lnTo>
                <a:lnTo>
                  <a:pt x="2215839" y="107385"/>
                </a:lnTo>
                <a:lnTo>
                  <a:pt x="2233555" y="100670"/>
                </a:lnTo>
                <a:lnTo>
                  <a:pt x="2251281" y="93955"/>
                </a:lnTo>
                <a:lnTo>
                  <a:pt x="2268998" y="87249"/>
                </a:lnTo>
                <a:lnTo>
                  <a:pt x="2286714" y="80534"/>
                </a:lnTo>
                <a:lnTo>
                  <a:pt x="2304440" y="73828"/>
                </a:lnTo>
                <a:lnTo>
                  <a:pt x="2322157" y="67113"/>
                </a:lnTo>
                <a:lnTo>
                  <a:pt x="2339873" y="60398"/>
                </a:lnTo>
                <a:lnTo>
                  <a:pt x="2357599" y="53692"/>
                </a:lnTo>
                <a:lnTo>
                  <a:pt x="2375316" y="46977"/>
                </a:lnTo>
                <a:lnTo>
                  <a:pt x="2393042" y="40272"/>
                </a:lnTo>
                <a:lnTo>
                  <a:pt x="2410758" y="33557"/>
                </a:lnTo>
                <a:lnTo>
                  <a:pt x="2428475" y="26841"/>
                </a:lnTo>
                <a:lnTo>
                  <a:pt x="2446201" y="20136"/>
                </a:lnTo>
                <a:lnTo>
                  <a:pt x="2463917" y="13421"/>
                </a:lnTo>
                <a:lnTo>
                  <a:pt x="2481644" y="6715"/>
                </a:lnTo>
                <a:lnTo>
                  <a:pt x="249936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5" name="maturity-step-projection-1">
            <a:extLst xmlns:a="http://schemas.openxmlformats.org/drawingml/2006/main">
              <a:ext uri="{FF2B5EF4-FFF2-40B4-BE49-F238E27FC236}">
                <a16:creationId xmlns:a16="http://schemas.microsoft.com/office/drawing/2014/main" id="{A86BA6B6-FBDA-48B9-BCC0-5C3164168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76475" y="5338763"/>
            <a:ext cx="18059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6" name="maturity-step-riser-2">
            <a:extLst xmlns:a="http://schemas.openxmlformats.org/drawingml/2006/main">
              <a:ext uri="{FF2B5EF4-FFF2-40B4-BE49-F238E27FC236}">
                <a16:creationId xmlns:a16="http://schemas.microsoft.com/office/drawing/2014/main" id="{111E54DE-1216-4B9B-A4CA-6F585D777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74055" y="4328808"/>
            <a:ext cx="432435" cy="687057"/>
          </a:xfrm>
          <a:custGeom xmlns:a="http://schemas.openxmlformats.org/drawingml/2006/main">
            <a:pathLst>
              <a:path w="432435" h="687057">
                <a:moveTo>
                  <a:pt x="0" y="687057"/>
                </a:moveTo>
                <a:lnTo>
                  <a:pt x="0" y="668074"/>
                </a:lnTo>
                <a:lnTo>
                  <a:pt x="0" y="649081"/>
                </a:lnTo>
                <a:lnTo>
                  <a:pt x="0" y="630098"/>
                </a:lnTo>
                <a:lnTo>
                  <a:pt x="0" y="611114"/>
                </a:lnTo>
                <a:lnTo>
                  <a:pt x="0" y="592131"/>
                </a:lnTo>
                <a:lnTo>
                  <a:pt x="0" y="573138"/>
                </a:lnTo>
                <a:lnTo>
                  <a:pt x="0" y="554155"/>
                </a:lnTo>
                <a:lnTo>
                  <a:pt x="0" y="535172"/>
                </a:lnTo>
                <a:lnTo>
                  <a:pt x="0" y="516179"/>
                </a:lnTo>
                <a:lnTo>
                  <a:pt x="0" y="497195"/>
                </a:lnTo>
                <a:lnTo>
                  <a:pt x="0" y="478212"/>
                </a:lnTo>
                <a:lnTo>
                  <a:pt x="0" y="459229"/>
                </a:lnTo>
                <a:lnTo>
                  <a:pt x="0" y="440236"/>
                </a:lnTo>
                <a:lnTo>
                  <a:pt x="0" y="421253"/>
                </a:lnTo>
                <a:lnTo>
                  <a:pt x="0" y="402269"/>
                </a:lnTo>
                <a:lnTo>
                  <a:pt x="0" y="383276"/>
                </a:lnTo>
                <a:lnTo>
                  <a:pt x="0" y="364293"/>
                </a:lnTo>
                <a:lnTo>
                  <a:pt x="0" y="345310"/>
                </a:lnTo>
                <a:lnTo>
                  <a:pt x="0" y="326317"/>
                </a:lnTo>
                <a:lnTo>
                  <a:pt x="0" y="307334"/>
                </a:lnTo>
                <a:lnTo>
                  <a:pt x="0" y="288350"/>
                </a:lnTo>
                <a:lnTo>
                  <a:pt x="0" y="269367"/>
                </a:lnTo>
                <a:lnTo>
                  <a:pt x="0" y="250374"/>
                </a:lnTo>
                <a:lnTo>
                  <a:pt x="0" y="231391"/>
                </a:lnTo>
                <a:lnTo>
                  <a:pt x="0" y="212408"/>
                </a:lnTo>
                <a:lnTo>
                  <a:pt x="0" y="193415"/>
                </a:lnTo>
                <a:lnTo>
                  <a:pt x="0" y="174431"/>
                </a:lnTo>
                <a:lnTo>
                  <a:pt x="0" y="155448"/>
                </a:lnTo>
                <a:lnTo>
                  <a:pt x="9944" y="143532"/>
                </a:lnTo>
                <a:lnTo>
                  <a:pt x="27880" y="137293"/>
                </a:lnTo>
                <a:lnTo>
                  <a:pt x="45806" y="131045"/>
                </a:lnTo>
                <a:lnTo>
                  <a:pt x="63741" y="124806"/>
                </a:lnTo>
                <a:lnTo>
                  <a:pt x="81667" y="118567"/>
                </a:lnTo>
                <a:lnTo>
                  <a:pt x="99603" y="112328"/>
                </a:lnTo>
                <a:lnTo>
                  <a:pt x="117529" y="106089"/>
                </a:lnTo>
                <a:lnTo>
                  <a:pt x="135465" y="99851"/>
                </a:lnTo>
                <a:lnTo>
                  <a:pt x="153400" y="93602"/>
                </a:lnTo>
                <a:lnTo>
                  <a:pt x="171326" y="87363"/>
                </a:lnTo>
                <a:lnTo>
                  <a:pt x="189262" y="81124"/>
                </a:lnTo>
                <a:lnTo>
                  <a:pt x="207188" y="74886"/>
                </a:lnTo>
                <a:lnTo>
                  <a:pt x="225123" y="68647"/>
                </a:lnTo>
                <a:lnTo>
                  <a:pt x="243049" y="62408"/>
                </a:lnTo>
                <a:lnTo>
                  <a:pt x="260985" y="56159"/>
                </a:lnTo>
                <a:lnTo>
                  <a:pt x="278911" y="49921"/>
                </a:lnTo>
                <a:lnTo>
                  <a:pt x="296847" y="43682"/>
                </a:lnTo>
                <a:lnTo>
                  <a:pt x="314773" y="37443"/>
                </a:lnTo>
                <a:lnTo>
                  <a:pt x="332708" y="31204"/>
                </a:lnTo>
                <a:lnTo>
                  <a:pt x="350644" y="24965"/>
                </a:lnTo>
                <a:lnTo>
                  <a:pt x="368570" y="18717"/>
                </a:lnTo>
                <a:lnTo>
                  <a:pt x="386505" y="12478"/>
                </a:lnTo>
                <a:lnTo>
                  <a:pt x="404432" y="6239"/>
                </a:lnTo>
                <a:lnTo>
                  <a:pt x="422367" y="0"/>
                </a:lnTo>
                <a:lnTo>
                  <a:pt x="432435" y="4820"/>
                </a:lnTo>
                <a:lnTo>
                  <a:pt x="432435" y="23803"/>
                </a:lnTo>
                <a:lnTo>
                  <a:pt x="432435" y="42796"/>
                </a:lnTo>
                <a:lnTo>
                  <a:pt x="432435" y="61779"/>
                </a:lnTo>
                <a:lnTo>
                  <a:pt x="432435" y="80762"/>
                </a:lnTo>
                <a:lnTo>
                  <a:pt x="432435" y="99746"/>
                </a:lnTo>
                <a:lnTo>
                  <a:pt x="432435" y="118739"/>
                </a:lnTo>
                <a:lnTo>
                  <a:pt x="432435" y="137722"/>
                </a:lnTo>
                <a:lnTo>
                  <a:pt x="432435" y="156705"/>
                </a:lnTo>
                <a:lnTo>
                  <a:pt x="432435" y="175698"/>
                </a:lnTo>
                <a:lnTo>
                  <a:pt x="432435" y="194681"/>
                </a:lnTo>
                <a:lnTo>
                  <a:pt x="432435" y="213665"/>
                </a:lnTo>
                <a:lnTo>
                  <a:pt x="432435" y="232658"/>
                </a:lnTo>
                <a:lnTo>
                  <a:pt x="432435" y="251641"/>
                </a:lnTo>
                <a:lnTo>
                  <a:pt x="432435" y="270624"/>
                </a:lnTo>
                <a:lnTo>
                  <a:pt x="432435" y="289608"/>
                </a:lnTo>
                <a:lnTo>
                  <a:pt x="432435" y="308600"/>
                </a:lnTo>
                <a:lnTo>
                  <a:pt x="432435" y="327584"/>
                </a:lnTo>
                <a:lnTo>
                  <a:pt x="432435" y="346567"/>
                </a:lnTo>
                <a:lnTo>
                  <a:pt x="432435" y="365560"/>
                </a:lnTo>
                <a:lnTo>
                  <a:pt x="432435" y="384543"/>
                </a:lnTo>
                <a:lnTo>
                  <a:pt x="432435" y="403527"/>
                </a:lnTo>
                <a:lnTo>
                  <a:pt x="432435" y="422510"/>
                </a:lnTo>
                <a:lnTo>
                  <a:pt x="432435" y="441503"/>
                </a:lnTo>
                <a:lnTo>
                  <a:pt x="432435" y="460486"/>
                </a:lnTo>
                <a:lnTo>
                  <a:pt x="432435" y="479469"/>
                </a:lnTo>
                <a:lnTo>
                  <a:pt x="432435" y="498462"/>
                </a:lnTo>
                <a:lnTo>
                  <a:pt x="419348" y="508787"/>
                </a:lnTo>
                <a:lnTo>
                  <a:pt x="401879" y="516217"/>
                </a:lnTo>
                <a:lnTo>
                  <a:pt x="384400" y="523646"/>
                </a:lnTo>
                <a:lnTo>
                  <a:pt x="366932" y="531076"/>
                </a:lnTo>
                <a:lnTo>
                  <a:pt x="349453" y="538496"/>
                </a:lnTo>
                <a:lnTo>
                  <a:pt x="331984" y="545925"/>
                </a:lnTo>
                <a:lnTo>
                  <a:pt x="314516" y="553355"/>
                </a:lnTo>
                <a:lnTo>
                  <a:pt x="297037" y="560784"/>
                </a:lnTo>
                <a:lnTo>
                  <a:pt x="279568" y="568214"/>
                </a:lnTo>
                <a:lnTo>
                  <a:pt x="262090" y="575643"/>
                </a:lnTo>
                <a:lnTo>
                  <a:pt x="244621" y="583063"/>
                </a:lnTo>
                <a:lnTo>
                  <a:pt x="227143" y="590493"/>
                </a:lnTo>
                <a:lnTo>
                  <a:pt x="209674" y="597922"/>
                </a:lnTo>
                <a:lnTo>
                  <a:pt x="192205" y="605352"/>
                </a:lnTo>
                <a:lnTo>
                  <a:pt x="174727" y="612781"/>
                </a:lnTo>
                <a:lnTo>
                  <a:pt x="157258" y="620211"/>
                </a:lnTo>
                <a:lnTo>
                  <a:pt x="139779" y="627631"/>
                </a:lnTo>
                <a:lnTo>
                  <a:pt x="122311" y="635060"/>
                </a:lnTo>
                <a:lnTo>
                  <a:pt x="104842" y="642490"/>
                </a:lnTo>
                <a:lnTo>
                  <a:pt x="87363" y="649919"/>
                </a:lnTo>
                <a:lnTo>
                  <a:pt x="69894" y="657349"/>
                </a:lnTo>
                <a:lnTo>
                  <a:pt x="52416" y="664778"/>
                </a:lnTo>
                <a:lnTo>
                  <a:pt x="34947" y="672198"/>
                </a:lnTo>
                <a:lnTo>
                  <a:pt x="17469" y="679628"/>
                </a:lnTo>
                <a:lnTo>
                  <a:pt x="0" y="687057"/>
                </a:lnTo>
              </a:path>
            </a:pathLst>
          </a:custGeom>
          <a:solidFill xmlns:a="http://schemas.openxmlformats.org/drawingml/2006/main">
            <a:srgbClr val="D8D5CC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7" name="maturity-step-top-2">
            <a:extLst xmlns:a="http://schemas.openxmlformats.org/drawingml/2006/main">
              <a:ext uri="{FF2B5EF4-FFF2-40B4-BE49-F238E27FC236}">
                <a16:creationId xmlns:a16="http://schemas.microsoft.com/office/drawing/2014/main" id="{AE72780C-2882-4048-AC52-E7F7D8001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21405" y="4832033"/>
            <a:ext cx="2581227" cy="183833"/>
          </a:xfrm>
          <a:custGeom xmlns:a="http://schemas.openxmlformats.org/drawingml/2006/main">
            <a:pathLst>
              <a:path w="2581227" h="183833">
                <a:moveTo>
                  <a:pt x="0" y="183833"/>
                </a:moveTo>
                <a:lnTo>
                  <a:pt x="21822" y="183833"/>
                </a:lnTo>
                <a:lnTo>
                  <a:pt x="43644" y="183833"/>
                </a:lnTo>
                <a:lnTo>
                  <a:pt x="65456" y="183833"/>
                </a:lnTo>
                <a:lnTo>
                  <a:pt x="87278" y="183833"/>
                </a:lnTo>
                <a:lnTo>
                  <a:pt x="109099" y="183833"/>
                </a:lnTo>
                <a:lnTo>
                  <a:pt x="130921" y="183833"/>
                </a:lnTo>
                <a:lnTo>
                  <a:pt x="152733" y="183833"/>
                </a:lnTo>
                <a:lnTo>
                  <a:pt x="174555" y="183833"/>
                </a:lnTo>
                <a:lnTo>
                  <a:pt x="196377" y="183833"/>
                </a:lnTo>
                <a:lnTo>
                  <a:pt x="218199" y="183833"/>
                </a:lnTo>
                <a:lnTo>
                  <a:pt x="240011" y="183833"/>
                </a:lnTo>
                <a:lnTo>
                  <a:pt x="261833" y="183833"/>
                </a:lnTo>
                <a:lnTo>
                  <a:pt x="283655" y="183833"/>
                </a:lnTo>
                <a:lnTo>
                  <a:pt x="305476" y="183833"/>
                </a:lnTo>
                <a:lnTo>
                  <a:pt x="327289" y="183833"/>
                </a:lnTo>
                <a:lnTo>
                  <a:pt x="349110" y="183833"/>
                </a:lnTo>
                <a:lnTo>
                  <a:pt x="370932" y="183833"/>
                </a:lnTo>
                <a:lnTo>
                  <a:pt x="392754" y="183833"/>
                </a:lnTo>
                <a:lnTo>
                  <a:pt x="414576" y="183833"/>
                </a:lnTo>
                <a:lnTo>
                  <a:pt x="436388" y="183833"/>
                </a:lnTo>
                <a:lnTo>
                  <a:pt x="458210" y="183833"/>
                </a:lnTo>
                <a:lnTo>
                  <a:pt x="480031" y="183833"/>
                </a:lnTo>
                <a:lnTo>
                  <a:pt x="501853" y="183833"/>
                </a:lnTo>
                <a:lnTo>
                  <a:pt x="523665" y="183833"/>
                </a:lnTo>
                <a:lnTo>
                  <a:pt x="545487" y="183833"/>
                </a:lnTo>
                <a:lnTo>
                  <a:pt x="567309" y="183833"/>
                </a:lnTo>
                <a:lnTo>
                  <a:pt x="589131" y="183833"/>
                </a:lnTo>
                <a:lnTo>
                  <a:pt x="610943" y="183833"/>
                </a:lnTo>
                <a:lnTo>
                  <a:pt x="632765" y="183833"/>
                </a:lnTo>
                <a:lnTo>
                  <a:pt x="654587" y="183833"/>
                </a:lnTo>
                <a:lnTo>
                  <a:pt x="676408" y="183833"/>
                </a:lnTo>
                <a:lnTo>
                  <a:pt x="698230" y="183833"/>
                </a:lnTo>
                <a:lnTo>
                  <a:pt x="720042" y="183833"/>
                </a:lnTo>
                <a:lnTo>
                  <a:pt x="741864" y="183833"/>
                </a:lnTo>
                <a:lnTo>
                  <a:pt x="763686" y="183833"/>
                </a:lnTo>
                <a:lnTo>
                  <a:pt x="785508" y="183833"/>
                </a:lnTo>
                <a:lnTo>
                  <a:pt x="807320" y="183833"/>
                </a:lnTo>
                <a:lnTo>
                  <a:pt x="829142" y="183833"/>
                </a:lnTo>
                <a:lnTo>
                  <a:pt x="850964" y="183833"/>
                </a:lnTo>
                <a:lnTo>
                  <a:pt x="872785" y="183833"/>
                </a:lnTo>
                <a:lnTo>
                  <a:pt x="894598" y="183833"/>
                </a:lnTo>
                <a:lnTo>
                  <a:pt x="916419" y="183833"/>
                </a:lnTo>
                <a:lnTo>
                  <a:pt x="938241" y="183833"/>
                </a:lnTo>
                <a:lnTo>
                  <a:pt x="960063" y="183833"/>
                </a:lnTo>
                <a:lnTo>
                  <a:pt x="981875" y="183833"/>
                </a:lnTo>
                <a:lnTo>
                  <a:pt x="1003697" y="183833"/>
                </a:lnTo>
                <a:lnTo>
                  <a:pt x="1025519" y="183833"/>
                </a:lnTo>
                <a:lnTo>
                  <a:pt x="1047340" y="183833"/>
                </a:lnTo>
                <a:lnTo>
                  <a:pt x="1069162" y="183833"/>
                </a:lnTo>
                <a:lnTo>
                  <a:pt x="1090974" y="183833"/>
                </a:lnTo>
                <a:lnTo>
                  <a:pt x="1112796" y="183833"/>
                </a:lnTo>
                <a:lnTo>
                  <a:pt x="1134618" y="183833"/>
                </a:lnTo>
                <a:lnTo>
                  <a:pt x="1156440" y="183833"/>
                </a:lnTo>
                <a:lnTo>
                  <a:pt x="1178252" y="183833"/>
                </a:lnTo>
                <a:lnTo>
                  <a:pt x="1200074" y="183833"/>
                </a:lnTo>
                <a:lnTo>
                  <a:pt x="1221896" y="183833"/>
                </a:lnTo>
                <a:lnTo>
                  <a:pt x="1243717" y="183833"/>
                </a:lnTo>
                <a:lnTo>
                  <a:pt x="1265530" y="183833"/>
                </a:lnTo>
                <a:lnTo>
                  <a:pt x="1287351" y="183833"/>
                </a:lnTo>
                <a:lnTo>
                  <a:pt x="1309173" y="183833"/>
                </a:lnTo>
                <a:lnTo>
                  <a:pt x="1330995" y="183833"/>
                </a:lnTo>
                <a:lnTo>
                  <a:pt x="1352807" y="183833"/>
                </a:lnTo>
                <a:lnTo>
                  <a:pt x="1374629" y="183833"/>
                </a:lnTo>
                <a:lnTo>
                  <a:pt x="1396451" y="183833"/>
                </a:lnTo>
                <a:lnTo>
                  <a:pt x="1418273" y="183833"/>
                </a:lnTo>
                <a:lnTo>
                  <a:pt x="1440094" y="183833"/>
                </a:lnTo>
                <a:lnTo>
                  <a:pt x="1461907" y="183833"/>
                </a:lnTo>
                <a:lnTo>
                  <a:pt x="1483728" y="183833"/>
                </a:lnTo>
                <a:lnTo>
                  <a:pt x="1505550" y="183833"/>
                </a:lnTo>
                <a:lnTo>
                  <a:pt x="1527372" y="183833"/>
                </a:lnTo>
                <a:lnTo>
                  <a:pt x="1549184" y="183833"/>
                </a:lnTo>
                <a:lnTo>
                  <a:pt x="1571006" y="183833"/>
                </a:lnTo>
                <a:lnTo>
                  <a:pt x="1592828" y="183833"/>
                </a:lnTo>
                <a:lnTo>
                  <a:pt x="1614649" y="183833"/>
                </a:lnTo>
                <a:lnTo>
                  <a:pt x="1636462" y="183833"/>
                </a:lnTo>
                <a:lnTo>
                  <a:pt x="1658283" y="183833"/>
                </a:lnTo>
                <a:lnTo>
                  <a:pt x="1680105" y="183833"/>
                </a:lnTo>
                <a:lnTo>
                  <a:pt x="1701927" y="183833"/>
                </a:lnTo>
                <a:lnTo>
                  <a:pt x="1723749" y="183833"/>
                </a:lnTo>
                <a:lnTo>
                  <a:pt x="1745561" y="183833"/>
                </a:lnTo>
                <a:lnTo>
                  <a:pt x="1767383" y="183833"/>
                </a:lnTo>
                <a:lnTo>
                  <a:pt x="1789205" y="183833"/>
                </a:lnTo>
                <a:lnTo>
                  <a:pt x="1811026" y="183833"/>
                </a:lnTo>
                <a:lnTo>
                  <a:pt x="1832839" y="183833"/>
                </a:lnTo>
                <a:lnTo>
                  <a:pt x="1854660" y="183833"/>
                </a:lnTo>
                <a:lnTo>
                  <a:pt x="1876482" y="183833"/>
                </a:lnTo>
                <a:lnTo>
                  <a:pt x="1898304" y="183833"/>
                </a:lnTo>
                <a:lnTo>
                  <a:pt x="1920116" y="183833"/>
                </a:lnTo>
                <a:lnTo>
                  <a:pt x="1941938" y="183833"/>
                </a:lnTo>
                <a:lnTo>
                  <a:pt x="1963760" y="183833"/>
                </a:lnTo>
                <a:lnTo>
                  <a:pt x="1985582" y="183833"/>
                </a:lnTo>
                <a:lnTo>
                  <a:pt x="2007394" y="183833"/>
                </a:lnTo>
                <a:lnTo>
                  <a:pt x="2029216" y="183833"/>
                </a:lnTo>
                <a:lnTo>
                  <a:pt x="2051037" y="183833"/>
                </a:lnTo>
                <a:lnTo>
                  <a:pt x="2072859" y="183833"/>
                </a:lnTo>
                <a:lnTo>
                  <a:pt x="2094681" y="183833"/>
                </a:lnTo>
                <a:lnTo>
                  <a:pt x="2116493" y="183833"/>
                </a:lnTo>
                <a:lnTo>
                  <a:pt x="2138315" y="183833"/>
                </a:lnTo>
                <a:lnTo>
                  <a:pt x="2159537" y="180908"/>
                </a:lnTo>
                <a:lnTo>
                  <a:pt x="2179615" y="172364"/>
                </a:lnTo>
                <a:lnTo>
                  <a:pt x="2199704" y="163830"/>
                </a:lnTo>
                <a:lnTo>
                  <a:pt x="2219782" y="155296"/>
                </a:lnTo>
                <a:lnTo>
                  <a:pt x="2239861" y="146761"/>
                </a:lnTo>
                <a:lnTo>
                  <a:pt x="2259940" y="138227"/>
                </a:lnTo>
                <a:lnTo>
                  <a:pt x="2280018" y="129683"/>
                </a:lnTo>
                <a:lnTo>
                  <a:pt x="2300097" y="121148"/>
                </a:lnTo>
                <a:lnTo>
                  <a:pt x="2320185" y="112614"/>
                </a:lnTo>
                <a:lnTo>
                  <a:pt x="2340264" y="104080"/>
                </a:lnTo>
                <a:lnTo>
                  <a:pt x="2360343" y="95536"/>
                </a:lnTo>
                <a:lnTo>
                  <a:pt x="2380421" y="87001"/>
                </a:lnTo>
                <a:lnTo>
                  <a:pt x="2400500" y="78467"/>
                </a:lnTo>
                <a:lnTo>
                  <a:pt x="2420588" y="69933"/>
                </a:lnTo>
                <a:lnTo>
                  <a:pt x="2440667" y="61398"/>
                </a:lnTo>
                <a:lnTo>
                  <a:pt x="2460746" y="52854"/>
                </a:lnTo>
                <a:lnTo>
                  <a:pt x="2480824" y="44320"/>
                </a:lnTo>
                <a:lnTo>
                  <a:pt x="2500903" y="35785"/>
                </a:lnTo>
                <a:lnTo>
                  <a:pt x="2520982" y="27251"/>
                </a:lnTo>
                <a:lnTo>
                  <a:pt x="2541070" y="18717"/>
                </a:lnTo>
                <a:lnTo>
                  <a:pt x="2561149" y="10173"/>
                </a:lnTo>
                <a:lnTo>
                  <a:pt x="2581227" y="1638"/>
                </a:lnTo>
                <a:lnTo>
                  <a:pt x="2567454" y="0"/>
                </a:lnTo>
                <a:lnTo>
                  <a:pt x="2545632" y="0"/>
                </a:lnTo>
                <a:lnTo>
                  <a:pt x="2523820" y="0"/>
                </a:lnTo>
                <a:lnTo>
                  <a:pt x="2501998" y="0"/>
                </a:lnTo>
                <a:lnTo>
                  <a:pt x="2480177" y="0"/>
                </a:lnTo>
                <a:lnTo>
                  <a:pt x="2458355" y="0"/>
                </a:lnTo>
                <a:lnTo>
                  <a:pt x="2436543" y="0"/>
                </a:lnTo>
                <a:lnTo>
                  <a:pt x="2414721" y="0"/>
                </a:lnTo>
                <a:lnTo>
                  <a:pt x="2392899" y="0"/>
                </a:lnTo>
                <a:lnTo>
                  <a:pt x="2371077" y="0"/>
                </a:lnTo>
                <a:lnTo>
                  <a:pt x="2349265" y="0"/>
                </a:lnTo>
                <a:lnTo>
                  <a:pt x="2327443" y="0"/>
                </a:lnTo>
                <a:lnTo>
                  <a:pt x="2305622" y="0"/>
                </a:lnTo>
                <a:lnTo>
                  <a:pt x="2283800" y="0"/>
                </a:lnTo>
                <a:lnTo>
                  <a:pt x="2261987" y="0"/>
                </a:lnTo>
                <a:lnTo>
                  <a:pt x="2240166" y="0"/>
                </a:lnTo>
                <a:lnTo>
                  <a:pt x="2218344" y="0"/>
                </a:lnTo>
                <a:lnTo>
                  <a:pt x="2196522" y="0"/>
                </a:lnTo>
                <a:lnTo>
                  <a:pt x="2174700" y="0"/>
                </a:lnTo>
                <a:lnTo>
                  <a:pt x="2152888" y="0"/>
                </a:lnTo>
                <a:lnTo>
                  <a:pt x="2131066" y="0"/>
                </a:lnTo>
                <a:lnTo>
                  <a:pt x="2109245" y="0"/>
                </a:lnTo>
                <a:lnTo>
                  <a:pt x="2087423" y="0"/>
                </a:lnTo>
                <a:lnTo>
                  <a:pt x="2065611" y="0"/>
                </a:lnTo>
                <a:lnTo>
                  <a:pt x="2043789" y="0"/>
                </a:lnTo>
                <a:lnTo>
                  <a:pt x="2021967" y="0"/>
                </a:lnTo>
                <a:lnTo>
                  <a:pt x="2000145" y="0"/>
                </a:lnTo>
                <a:lnTo>
                  <a:pt x="1978333" y="0"/>
                </a:lnTo>
                <a:lnTo>
                  <a:pt x="1956511" y="0"/>
                </a:lnTo>
                <a:lnTo>
                  <a:pt x="1934689" y="0"/>
                </a:lnTo>
                <a:lnTo>
                  <a:pt x="1912868" y="0"/>
                </a:lnTo>
                <a:lnTo>
                  <a:pt x="1891055" y="0"/>
                </a:lnTo>
                <a:lnTo>
                  <a:pt x="1869234" y="0"/>
                </a:lnTo>
                <a:lnTo>
                  <a:pt x="1847412" y="0"/>
                </a:lnTo>
                <a:lnTo>
                  <a:pt x="1825590" y="0"/>
                </a:lnTo>
                <a:lnTo>
                  <a:pt x="1803768" y="0"/>
                </a:lnTo>
                <a:lnTo>
                  <a:pt x="1781956" y="0"/>
                </a:lnTo>
                <a:lnTo>
                  <a:pt x="1760134" y="0"/>
                </a:lnTo>
                <a:lnTo>
                  <a:pt x="1738313" y="0"/>
                </a:lnTo>
                <a:lnTo>
                  <a:pt x="1716491" y="0"/>
                </a:lnTo>
                <a:lnTo>
                  <a:pt x="1694678" y="0"/>
                </a:lnTo>
                <a:lnTo>
                  <a:pt x="1672857" y="0"/>
                </a:lnTo>
                <a:lnTo>
                  <a:pt x="1651035" y="0"/>
                </a:lnTo>
                <a:lnTo>
                  <a:pt x="1629213" y="0"/>
                </a:lnTo>
                <a:lnTo>
                  <a:pt x="1607401" y="0"/>
                </a:lnTo>
                <a:lnTo>
                  <a:pt x="1585579" y="0"/>
                </a:lnTo>
                <a:lnTo>
                  <a:pt x="1563757" y="0"/>
                </a:lnTo>
                <a:lnTo>
                  <a:pt x="1541936" y="0"/>
                </a:lnTo>
                <a:lnTo>
                  <a:pt x="1520114" y="0"/>
                </a:lnTo>
                <a:lnTo>
                  <a:pt x="1498302" y="0"/>
                </a:lnTo>
                <a:lnTo>
                  <a:pt x="1476480" y="0"/>
                </a:lnTo>
                <a:lnTo>
                  <a:pt x="1454658" y="0"/>
                </a:lnTo>
                <a:lnTo>
                  <a:pt x="1432836" y="0"/>
                </a:lnTo>
                <a:lnTo>
                  <a:pt x="1411024" y="0"/>
                </a:lnTo>
                <a:lnTo>
                  <a:pt x="1389202" y="0"/>
                </a:lnTo>
                <a:lnTo>
                  <a:pt x="1367380" y="0"/>
                </a:lnTo>
                <a:lnTo>
                  <a:pt x="1345559" y="0"/>
                </a:lnTo>
                <a:lnTo>
                  <a:pt x="1323746" y="0"/>
                </a:lnTo>
                <a:lnTo>
                  <a:pt x="1301925" y="0"/>
                </a:lnTo>
                <a:lnTo>
                  <a:pt x="1280103" y="0"/>
                </a:lnTo>
                <a:lnTo>
                  <a:pt x="1258281" y="0"/>
                </a:lnTo>
                <a:lnTo>
                  <a:pt x="1236469" y="0"/>
                </a:lnTo>
                <a:lnTo>
                  <a:pt x="1214647" y="0"/>
                </a:lnTo>
                <a:lnTo>
                  <a:pt x="1192825" y="0"/>
                </a:lnTo>
                <a:lnTo>
                  <a:pt x="1171004" y="0"/>
                </a:lnTo>
                <a:lnTo>
                  <a:pt x="1149182" y="0"/>
                </a:lnTo>
                <a:lnTo>
                  <a:pt x="1127369" y="0"/>
                </a:lnTo>
                <a:lnTo>
                  <a:pt x="1105548" y="0"/>
                </a:lnTo>
                <a:lnTo>
                  <a:pt x="1083726" y="0"/>
                </a:lnTo>
                <a:lnTo>
                  <a:pt x="1061904" y="0"/>
                </a:lnTo>
                <a:lnTo>
                  <a:pt x="1040092" y="0"/>
                </a:lnTo>
                <a:lnTo>
                  <a:pt x="1018270" y="0"/>
                </a:lnTo>
                <a:lnTo>
                  <a:pt x="996448" y="0"/>
                </a:lnTo>
                <a:lnTo>
                  <a:pt x="974627" y="0"/>
                </a:lnTo>
                <a:lnTo>
                  <a:pt x="952814" y="0"/>
                </a:lnTo>
                <a:lnTo>
                  <a:pt x="930993" y="0"/>
                </a:lnTo>
                <a:lnTo>
                  <a:pt x="909171" y="0"/>
                </a:lnTo>
                <a:lnTo>
                  <a:pt x="887349" y="0"/>
                </a:lnTo>
                <a:lnTo>
                  <a:pt x="865537" y="0"/>
                </a:lnTo>
                <a:lnTo>
                  <a:pt x="843715" y="0"/>
                </a:lnTo>
                <a:lnTo>
                  <a:pt x="821893" y="0"/>
                </a:lnTo>
                <a:lnTo>
                  <a:pt x="800071" y="0"/>
                </a:lnTo>
                <a:lnTo>
                  <a:pt x="778250" y="0"/>
                </a:lnTo>
                <a:lnTo>
                  <a:pt x="756437" y="0"/>
                </a:lnTo>
                <a:lnTo>
                  <a:pt x="734616" y="0"/>
                </a:lnTo>
                <a:lnTo>
                  <a:pt x="712794" y="0"/>
                </a:lnTo>
                <a:lnTo>
                  <a:pt x="690972" y="0"/>
                </a:lnTo>
                <a:lnTo>
                  <a:pt x="669160" y="0"/>
                </a:lnTo>
                <a:lnTo>
                  <a:pt x="647338" y="0"/>
                </a:lnTo>
                <a:lnTo>
                  <a:pt x="625516" y="0"/>
                </a:lnTo>
                <a:lnTo>
                  <a:pt x="603695" y="0"/>
                </a:lnTo>
                <a:lnTo>
                  <a:pt x="581882" y="0"/>
                </a:lnTo>
                <a:lnTo>
                  <a:pt x="560384" y="2057"/>
                </a:lnTo>
                <a:lnTo>
                  <a:pt x="539629" y="8792"/>
                </a:lnTo>
                <a:lnTo>
                  <a:pt x="518874" y="15526"/>
                </a:lnTo>
                <a:lnTo>
                  <a:pt x="498119" y="22260"/>
                </a:lnTo>
                <a:lnTo>
                  <a:pt x="477364" y="28994"/>
                </a:lnTo>
                <a:lnTo>
                  <a:pt x="456609" y="35719"/>
                </a:lnTo>
                <a:lnTo>
                  <a:pt x="435854" y="42453"/>
                </a:lnTo>
                <a:lnTo>
                  <a:pt x="415100" y="49187"/>
                </a:lnTo>
                <a:lnTo>
                  <a:pt x="394345" y="55921"/>
                </a:lnTo>
                <a:lnTo>
                  <a:pt x="373590" y="62655"/>
                </a:lnTo>
                <a:lnTo>
                  <a:pt x="352835" y="69380"/>
                </a:lnTo>
                <a:lnTo>
                  <a:pt x="332080" y="76114"/>
                </a:lnTo>
                <a:lnTo>
                  <a:pt x="311325" y="82848"/>
                </a:lnTo>
                <a:lnTo>
                  <a:pt x="290570" y="89583"/>
                </a:lnTo>
                <a:lnTo>
                  <a:pt x="269815" y="96317"/>
                </a:lnTo>
                <a:lnTo>
                  <a:pt x="249060" y="103041"/>
                </a:lnTo>
                <a:lnTo>
                  <a:pt x="228305" y="109776"/>
                </a:lnTo>
                <a:lnTo>
                  <a:pt x="207550" y="116510"/>
                </a:lnTo>
                <a:lnTo>
                  <a:pt x="186795" y="123244"/>
                </a:lnTo>
                <a:lnTo>
                  <a:pt x="166040" y="129978"/>
                </a:lnTo>
                <a:lnTo>
                  <a:pt x="145285" y="136703"/>
                </a:lnTo>
                <a:lnTo>
                  <a:pt x="124530" y="143437"/>
                </a:lnTo>
                <a:lnTo>
                  <a:pt x="103775" y="150171"/>
                </a:lnTo>
                <a:lnTo>
                  <a:pt x="83020" y="156905"/>
                </a:lnTo>
                <a:lnTo>
                  <a:pt x="62265" y="163640"/>
                </a:lnTo>
                <a:lnTo>
                  <a:pt x="41510" y="170364"/>
                </a:lnTo>
                <a:lnTo>
                  <a:pt x="20755" y="177098"/>
                </a:lnTo>
                <a:lnTo>
                  <a:pt x="0" y="183833"/>
                </a:lnTo>
              </a:path>
            </a:pathLst>
          </a:cu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8" name="maturity-step-inset-2">
            <a:extLst xmlns:a="http://schemas.openxmlformats.org/drawingml/2006/main">
              <a:ext uri="{FF2B5EF4-FFF2-40B4-BE49-F238E27FC236}">
                <a16:creationId xmlns:a16="http://schemas.microsoft.com/office/drawing/2014/main" id="{8A6B8F94-EE69-4644-B884-E8BFE529B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34753" y="4832033"/>
            <a:ext cx="2366010" cy="183833"/>
          </a:xfrm>
          <a:custGeom xmlns:a="http://schemas.openxmlformats.org/drawingml/2006/main">
            <a:pathLst>
              <a:path w="2366010" h="183833">
                <a:moveTo>
                  <a:pt x="0" y="183833"/>
                </a:moveTo>
                <a:lnTo>
                  <a:pt x="18917" y="183833"/>
                </a:lnTo>
                <a:lnTo>
                  <a:pt x="37843" y="183833"/>
                </a:lnTo>
                <a:lnTo>
                  <a:pt x="56759" y="183833"/>
                </a:lnTo>
                <a:lnTo>
                  <a:pt x="75676" y="183833"/>
                </a:lnTo>
                <a:lnTo>
                  <a:pt x="94602" y="183833"/>
                </a:lnTo>
                <a:lnTo>
                  <a:pt x="113519" y="183833"/>
                </a:lnTo>
                <a:lnTo>
                  <a:pt x="132445" y="183833"/>
                </a:lnTo>
                <a:lnTo>
                  <a:pt x="151362" y="183833"/>
                </a:lnTo>
                <a:lnTo>
                  <a:pt x="170278" y="183833"/>
                </a:lnTo>
                <a:lnTo>
                  <a:pt x="189205" y="183833"/>
                </a:lnTo>
                <a:lnTo>
                  <a:pt x="208121" y="183833"/>
                </a:lnTo>
                <a:lnTo>
                  <a:pt x="227038" y="183833"/>
                </a:lnTo>
                <a:lnTo>
                  <a:pt x="245964" y="183833"/>
                </a:lnTo>
                <a:lnTo>
                  <a:pt x="264881" y="183833"/>
                </a:lnTo>
                <a:lnTo>
                  <a:pt x="283807" y="183833"/>
                </a:lnTo>
                <a:lnTo>
                  <a:pt x="302724" y="183833"/>
                </a:lnTo>
                <a:lnTo>
                  <a:pt x="321640" y="183833"/>
                </a:lnTo>
                <a:lnTo>
                  <a:pt x="340566" y="183833"/>
                </a:lnTo>
                <a:lnTo>
                  <a:pt x="359483" y="183833"/>
                </a:lnTo>
                <a:lnTo>
                  <a:pt x="378400" y="183833"/>
                </a:lnTo>
                <a:lnTo>
                  <a:pt x="397326" y="183833"/>
                </a:lnTo>
                <a:lnTo>
                  <a:pt x="416243" y="183833"/>
                </a:lnTo>
                <a:lnTo>
                  <a:pt x="435169" y="183833"/>
                </a:lnTo>
                <a:lnTo>
                  <a:pt x="454085" y="183833"/>
                </a:lnTo>
                <a:lnTo>
                  <a:pt x="473002" y="183833"/>
                </a:lnTo>
                <a:lnTo>
                  <a:pt x="491928" y="183833"/>
                </a:lnTo>
                <a:lnTo>
                  <a:pt x="510845" y="183833"/>
                </a:lnTo>
                <a:lnTo>
                  <a:pt x="529761" y="183833"/>
                </a:lnTo>
                <a:lnTo>
                  <a:pt x="548688" y="183833"/>
                </a:lnTo>
                <a:lnTo>
                  <a:pt x="567604" y="183833"/>
                </a:lnTo>
                <a:lnTo>
                  <a:pt x="586530" y="183833"/>
                </a:lnTo>
                <a:lnTo>
                  <a:pt x="605447" y="183833"/>
                </a:lnTo>
                <a:lnTo>
                  <a:pt x="624364" y="183833"/>
                </a:lnTo>
                <a:lnTo>
                  <a:pt x="643290" y="183833"/>
                </a:lnTo>
                <a:lnTo>
                  <a:pt x="662207" y="183833"/>
                </a:lnTo>
                <a:lnTo>
                  <a:pt x="681123" y="183833"/>
                </a:lnTo>
                <a:lnTo>
                  <a:pt x="700049" y="183833"/>
                </a:lnTo>
                <a:lnTo>
                  <a:pt x="718966" y="183833"/>
                </a:lnTo>
                <a:lnTo>
                  <a:pt x="737892" y="183833"/>
                </a:lnTo>
                <a:lnTo>
                  <a:pt x="756809" y="183833"/>
                </a:lnTo>
                <a:lnTo>
                  <a:pt x="775726" y="183833"/>
                </a:lnTo>
                <a:lnTo>
                  <a:pt x="794652" y="183833"/>
                </a:lnTo>
                <a:lnTo>
                  <a:pt x="813568" y="183833"/>
                </a:lnTo>
                <a:lnTo>
                  <a:pt x="832485" y="183833"/>
                </a:lnTo>
                <a:lnTo>
                  <a:pt x="851411" y="183833"/>
                </a:lnTo>
                <a:lnTo>
                  <a:pt x="870328" y="183833"/>
                </a:lnTo>
                <a:lnTo>
                  <a:pt x="889244" y="183833"/>
                </a:lnTo>
                <a:lnTo>
                  <a:pt x="908171" y="183833"/>
                </a:lnTo>
                <a:lnTo>
                  <a:pt x="927087" y="183833"/>
                </a:lnTo>
                <a:lnTo>
                  <a:pt x="946013" y="183833"/>
                </a:lnTo>
                <a:lnTo>
                  <a:pt x="964930" y="183833"/>
                </a:lnTo>
                <a:lnTo>
                  <a:pt x="983847" y="183833"/>
                </a:lnTo>
                <a:lnTo>
                  <a:pt x="1002773" y="183833"/>
                </a:lnTo>
                <a:lnTo>
                  <a:pt x="1021690" y="183833"/>
                </a:lnTo>
                <a:lnTo>
                  <a:pt x="1040606" y="183833"/>
                </a:lnTo>
                <a:lnTo>
                  <a:pt x="1059532" y="183833"/>
                </a:lnTo>
                <a:lnTo>
                  <a:pt x="1078449" y="183833"/>
                </a:lnTo>
                <a:lnTo>
                  <a:pt x="1097375" y="183833"/>
                </a:lnTo>
                <a:lnTo>
                  <a:pt x="1116292" y="183833"/>
                </a:lnTo>
                <a:lnTo>
                  <a:pt x="1135209" y="183833"/>
                </a:lnTo>
                <a:lnTo>
                  <a:pt x="1154135" y="183833"/>
                </a:lnTo>
                <a:lnTo>
                  <a:pt x="1173051" y="183833"/>
                </a:lnTo>
                <a:lnTo>
                  <a:pt x="1191968" y="183833"/>
                </a:lnTo>
                <a:lnTo>
                  <a:pt x="1210894" y="183833"/>
                </a:lnTo>
                <a:lnTo>
                  <a:pt x="1229811" y="183833"/>
                </a:lnTo>
                <a:lnTo>
                  <a:pt x="1248737" y="183833"/>
                </a:lnTo>
                <a:lnTo>
                  <a:pt x="1267654" y="183833"/>
                </a:lnTo>
                <a:lnTo>
                  <a:pt x="1286570" y="183833"/>
                </a:lnTo>
                <a:lnTo>
                  <a:pt x="1305497" y="183833"/>
                </a:lnTo>
                <a:lnTo>
                  <a:pt x="1324413" y="183833"/>
                </a:lnTo>
                <a:lnTo>
                  <a:pt x="1343330" y="183833"/>
                </a:lnTo>
                <a:lnTo>
                  <a:pt x="1362256" y="183833"/>
                </a:lnTo>
                <a:lnTo>
                  <a:pt x="1381173" y="183833"/>
                </a:lnTo>
                <a:lnTo>
                  <a:pt x="1400099" y="183833"/>
                </a:lnTo>
                <a:lnTo>
                  <a:pt x="1419015" y="183833"/>
                </a:lnTo>
                <a:lnTo>
                  <a:pt x="1437932" y="183833"/>
                </a:lnTo>
                <a:lnTo>
                  <a:pt x="1456858" y="183833"/>
                </a:lnTo>
                <a:lnTo>
                  <a:pt x="1475775" y="183833"/>
                </a:lnTo>
                <a:lnTo>
                  <a:pt x="1494692" y="183833"/>
                </a:lnTo>
                <a:lnTo>
                  <a:pt x="1513618" y="183833"/>
                </a:lnTo>
                <a:lnTo>
                  <a:pt x="1532534" y="183833"/>
                </a:lnTo>
                <a:lnTo>
                  <a:pt x="1551461" y="183833"/>
                </a:lnTo>
                <a:lnTo>
                  <a:pt x="1570377" y="183833"/>
                </a:lnTo>
                <a:lnTo>
                  <a:pt x="1589294" y="183833"/>
                </a:lnTo>
                <a:lnTo>
                  <a:pt x="1608220" y="183833"/>
                </a:lnTo>
                <a:lnTo>
                  <a:pt x="1627137" y="183833"/>
                </a:lnTo>
                <a:lnTo>
                  <a:pt x="1646053" y="183833"/>
                </a:lnTo>
                <a:lnTo>
                  <a:pt x="1664980" y="183833"/>
                </a:lnTo>
                <a:lnTo>
                  <a:pt x="1683896" y="183833"/>
                </a:lnTo>
                <a:lnTo>
                  <a:pt x="1702813" y="183833"/>
                </a:lnTo>
                <a:lnTo>
                  <a:pt x="1721739" y="183833"/>
                </a:lnTo>
                <a:lnTo>
                  <a:pt x="1740656" y="183833"/>
                </a:lnTo>
                <a:lnTo>
                  <a:pt x="1759582" y="183833"/>
                </a:lnTo>
                <a:lnTo>
                  <a:pt x="1778498" y="183833"/>
                </a:lnTo>
                <a:lnTo>
                  <a:pt x="1797415" y="183833"/>
                </a:lnTo>
                <a:lnTo>
                  <a:pt x="1816341" y="183833"/>
                </a:lnTo>
                <a:lnTo>
                  <a:pt x="1835258" y="183833"/>
                </a:lnTo>
                <a:lnTo>
                  <a:pt x="1854175" y="183833"/>
                </a:lnTo>
                <a:lnTo>
                  <a:pt x="1873101" y="183833"/>
                </a:lnTo>
                <a:lnTo>
                  <a:pt x="1892017" y="183833"/>
                </a:lnTo>
                <a:lnTo>
                  <a:pt x="1910944" y="183833"/>
                </a:lnTo>
                <a:lnTo>
                  <a:pt x="1929555" y="182328"/>
                </a:lnTo>
                <a:lnTo>
                  <a:pt x="1947015" y="175031"/>
                </a:lnTo>
                <a:lnTo>
                  <a:pt x="1964474" y="167745"/>
                </a:lnTo>
                <a:lnTo>
                  <a:pt x="1981933" y="160449"/>
                </a:lnTo>
                <a:lnTo>
                  <a:pt x="1999393" y="153152"/>
                </a:lnTo>
                <a:lnTo>
                  <a:pt x="2016852" y="145866"/>
                </a:lnTo>
                <a:lnTo>
                  <a:pt x="2034302" y="138570"/>
                </a:lnTo>
                <a:lnTo>
                  <a:pt x="2051761" y="131274"/>
                </a:lnTo>
                <a:lnTo>
                  <a:pt x="2069221" y="123987"/>
                </a:lnTo>
                <a:lnTo>
                  <a:pt x="2086680" y="116691"/>
                </a:lnTo>
                <a:lnTo>
                  <a:pt x="2104139" y="109395"/>
                </a:lnTo>
                <a:lnTo>
                  <a:pt x="2121599" y="102108"/>
                </a:lnTo>
                <a:lnTo>
                  <a:pt x="2139058" y="94812"/>
                </a:lnTo>
                <a:lnTo>
                  <a:pt x="2156517" y="87516"/>
                </a:lnTo>
                <a:lnTo>
                  <a:pt x="2173967" y="80220"/>
                </a:lnTo>
                <a:lnTo>
                  <a:pt x="2191426" y="72933"/>
                </a:lnTo>
                <a:lnTo>
                  <a:pt x="2208886" y="65637"/>
                </a:lnTo>
                <a:lnTo>
                  <a:pt x="2226345" y="58341"/>
                </a:lnTo>
                <a:lnTo>
                  <a:pt x="2243804" y="51054"/>
                </a:lnTo>
                <a:lnTo>
                  <a:pt x="2261264" y="43758"/>
                </a:lnTo>
                <a:lnTo>
                  <a:pt x="2278723" y="36462"/>
                </a:lnTo>
                <a:lnTo>
                  <a:pt x="2296182" y="29175"/>
                </a:lnTo>
                <a:lnTo>
                  <a:pt x="2313632" y="21879"/>
                </a:lnTo>
                <a:lnTo>
                  <a:pt x="2331091" y="14583"/>
                </a:lnTo>
                <a:lnTo>
                  <a:pt x="2348551" y="7296"/>
                </a:lnTo>
                <a:lnTo>
                  <a:pt x="236601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9" name="maturity-step-projection-2">
            <a:extLst xmlns:a="http://schemas.openxmlformats.org/drawingml/2006/main">
              <a:ext uri="{FF2B5EF4-FFF2-40B4-BE49-F238E27FC236}">
                <a16:creationId xmlns:a16="http://schemas.microsoft.com/office/drawing/2014/main" id="{845E3648-5F5E-4AC2-91E9-D9A933691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94823" y="4832033"/>
            <a:ext cx="18059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0" name="maturity-step-riser-3">
            <a:extLst xmlns:a="http://schemas.openxmlformats.org/drawingml/2006/main">
              <a:ext uri="{FF2B5EF4-FFF2-40B4-BE49-F238E27FC236}">
                <a16:creationId xmlns:a16="http://schemas.microsoft.com/office/drawing/2014/main" id="{13B79389-4723-42AE-B13A-AA0CB4FD8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25753" y="3822173"/>
            <a:ext cx="299085" cy="653625"/>
          </a:xfrm>
          <a:custGeom xmlns:a="http://schemas.openxmlformats.org/drawingml/2006/main">
            <a:pathLst>
              <a:path w="299085" h="653625">
                <a:moveTo>
                  <a:pt x="0" y="653625"/>
                </a:moveTo>
                <a:lnTo>
                  <a:pt x="0" y="634708"/>
                </a:lnTo>
                <a:lnTo>
                  <a:pt x="0" y="615782"/>
                </a:lnTo>
                <a:lnTo>
                  <a:pt x="0" y="596865"/>
                </a:lnTo>
                <a:lnTo>
                  <a:pt x="0" y="577948"/>
                </a:lnTo>
                <a:lnTo>
                  <a:pt x="0" y="559022"/>
                </a:lnTo>
                <a:lnTo>
                  <a:pt x="0" y="540106"/>
                </a:lnTo>
                <a:lnTo>
                  <a:pt x="0" y="521179"/>
                </a:lnTo>
                <a:lnTo>
                  <a:pt x="0" y="502263"/>
                </a:lnTo>
                <a:lnTo>
                  <a:pt x="0" y="483346"/>
                </a:lnTo>
                <a:lnTo>
                  <a:pt x="0" y="464420"/>
                </a:lnTo>
                <a:lnTo>
                  <a:pt x="0" y="445503"/>
                </a:lnTo>
                <a:lnTo>
                  <a:pt x="0" y="426587"/>
                </a:lnTo>
                <a:lnTo>
                  <a:pt x="0" y="407660"/>
                </a:lnTo>
                <a:lnTo>
                  <a:pt x="0" y="388744"/>
                </a:lnTo>
                <a:lnTo>
                  <a:pt x="0" y="369818"/>
                </a:lnTo>
                <a:lnTo>
                  <a:pt x="0" y="350901"/>
                </a:lnTo>
                <a:lnTo>
                  <a:pt x="0" y="331984"/>
                </a:lnTo>
                <a:lnTo>
                  <a:pt x="0" y="313058"/>
                </a:lnTo>
                <a:lnTo>
                  <a:pt x="0" y="294142"/>
                </a:lnTo>
                <a:lnTo>
                  <a:pt x="0" y="275225"/>
                </a:lnTo>
                <a:lnTo>
                  <a:pt x="0" y="256299"/>
                </a:lnTo>
                <a:lnTo>
                  <a:pt x="0" y="237382"/>
                </a:lnTo>
                <a:lnTo>
                  <a:pt x="0" y="218456"/>
                </a:lnTo>
                <a:lnTo>
                  <a:pt x="0" y="199539"/>
                </a:lnTo>
                <a:lnTo>
                  <a:pt x="0" y="180623"/>
                </a:lnTo>
                <a:lnTo>
                  <a:pt x="0" y="161696"/>
                </a:lnTo>
                <a:lnTo>
                  <a:pt x="0" y="142780"/>
                </a:lnTo>
                <a:lnTo>
                  <a:pt x="0" y="123854"/>
                </a:lnTo>
                <a:lnTo>
                  <a:pt x="8030" y="110414"/>
                </a:lnTo>
                <a:lnTo>
                  <a:pt x="25641" y="103518"/>
                </a:lnTo>
                <a:lnTo>
                  <a:pt x="43263" y="96612"/>
                </a:lnTo>
                <a:lnTo>
                  <a:pt x="60874" y="89716"/>
                </a:lnTo>
                <a:lnTo>
                  <a:pt x="78496" y="82810"/>
                </a:lnTo>
                <a:lnTo>
                  <a:pt x="96107" y="75914"/>
                </a:lnTo>
                <a:lnTo>
                  <a:pt x="113729" y="69009"/>
                </a:lnTo>
                <a:lnTo>
                  <a:pt x="131340" y="62113"/>
                </a:lnTo>
                <a:lnTo>
                  <a:pt x="148961" y="55207"/>
                </a:lnTo>
                <a:lnTo>
                  <a:pt x="166583" y="48311"/>
                </a:lnTo>
                <a:lnTo>
                  <a:pt x="184194" y="41405"/>
                </a:lnTo>
                <a:lnTo>
                  <a:pt x="201816" y="34509"/>
                </a:lnTo>
                <a:lnTo>
                  <a:pt x="219427" y="27603"/>
                </a:lnTo>
                <a:lnTo>
                  <a:pt x="237049" y="20707"/>
                </a:lnTo>
                <a:lnTo>
                  <a:pt x="254660" y="13802"/>
                </a:lnTo>
                <a:lnTo>
                  <a:pt x="272282" y="6906"/>
                </a:lnTo>
                <a:lnTo>
                  <a:pt x="289893" y="0"/>
                </a:lnTo>
                <a:lnTo>
                  <a:pt x="299085" y="5458"/>
                </a:lnTo>
                <a:lnTo>
                  <a:pt x="299085" y="24374"/>
                </a:lnTo>
                <a:lnTo>
                  <a:pt x="299085" y="43291"/>
                </a:lnTo>
                <a:lnTo>
                  <a:pt x="299085" y="62217"/>
                </a:lnTo>
                <a:lnTo>
                  <a:pt x="299085" y="81134"/>
                </a:lnTo>
                <a:lnTo>
                  <a:pt x="299085" y="100051"/>
                </a:lnTo>
                <a:lnTo>
                  <a:pt x="299085" y="118977"/>
                </a:lnTo>
                <a:lnTo>
                  <a:pt x="299085" y="137893"/>
                </a:lnTo>
                <a:lnTo>
                  <a:pt x="299085" y="156820"/>
                </a:lnTo>
                <a:lnTo>
                  <a:pt x="299085" y="175736"/>
                </a:lnTo>
                <a:lnTo>
                  <a:pt x="299085" y="194653"/>
                </a:lnTo>
                <a:lnTo>
                  <a:pt x="299085" y="213579"/>
                </a:lnTo>
                <a:lnTo>
                  <a:pt x="299085" y="232496"/>
                </a:lnTo>
                <a:lnTo>
                  <a:pt x="299085" y="251412"/>
                </a:lnTo>
                <a:lnTo>
                  <a:pt x="299085" y="270339"/>
                </a:lnTo>
                <a:lnTo>
                  <a:pt x="299085" y="289255"/>
                </a:lnTo>
                <a:lnTo>
                  <a:pt x="299085" y="308181"/>
                </a:lnTo>
                <a:lnTo>
                  <a:pt x="299085" y="327098"/>
                </a:lnTo>
                <a:lnTo>
                  <a:pt x="299085" y="346015"/>
                </a:lnTo>
                <a:lnTo>
                  <a:pt x="299085" y="364941"/>
                </a:lnTo>
                <a:lnTo>
                  <a:pt x="299085" y="383858"/>
                </a:lnTo>
                <a:lnTo>
                  <a:pt x="299085" y="402774"/>
                </a:lnTo>
                <a:lnTo>
                  <a:pt x="299085" y="421700"/>
                </a:lnTo>
                <a:lnTo>
                  <a:pt x="299085" y="440617"/>
                </a:lnTo>
                <a:lnTo>
                  <a:pt x="299085" y="459543"/>
                </a:lnTo>
                <a:lnTo>
                  <a:pt x="299085" y="478460"/>
                </a:lnTo>
                <a:lnTo>
                  <a:pt x="299085" y="497376"/>
                </a:lnTo>
                <a:lnTo>
                  <a:pt x="287322" y="509054"/>
                </a:lnTo>
                <a:lnTo>
                  <a:pt x="270424" y="517550"/>
                </a:lnTo>
                <a:lnTo>
                  <a:pt x="253517" y="526056"/>
                </a:lnTo>
                <a:lnTo>
                  <a:pt x="236620" y="534562"/>
                </a:lnTo>
                <a:lnTo>
                  <a:pt x="219713" y="543068"/>
                </a:lnTo>
                <a:lnTo>
                  <a:pt x="202816" y="551574"/>
                </a:lnTo>
                <a:lnTo>
                  <a:pt x="185909" y="560080"/>
                </a:lnTo>
                <a:lnTo>
                  <a:pt x="169012" y="568585"/>
                </a:lnTo>
                <a:lnTo>
                  <a:pt x="152114" y="577082"/>
                </a:lnTo>
                <a:lnTo>
                  <a:pt x="135207" y="585587"/>
                </a:lnTo>
                <a:lnTo>
                  <a:pt x="118310" y="594093"/>
                </a:lnTo>
                <a:lnTo>
                  <a:pt x="101403" y="602599"/>
                </a:lnTo>
                <a:lnTo>
                  <a:pt x="84506" y="611105"/>
                </a:lnTo>
                <a:lnTo>
                  <a:pt x="67608" y="619611"/>
                </a:lnTo>
                <a:lnTo>
                  <a:pt x="50702" y="628117"/>
                </a:lnTo>
                <a:lnTo>
                  <a:pt x="33804" y="636613"/>
                </a:lnTo>
                <a:lnTo>
                  <a:pt x="16897" y="645119"/>
                </a:lnTo>
                <a:lnTo>
                  <a:pt x="0" y="653625"/>
                </a:lnTo>
              </a:path>
            </a:pathLst>
          </a:custGeom>
          <a:solidFill xmlns:a="http://schemas.openxmlformats.org/drawingml/2006/main">
            <a:srgbClr val="D8D5CC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21" name="maturity-step-top-3">
            <a:extLst xmlns:a="http://schemas.openxmlformats.org/drawingml/2006/main">
              <a:ext uri="{FF2B5EF4-FFF2-40B4-BE49-F238E27FC236}">
                <a16:creationId xmlns:a16="http://schemas.microsoft.com/office/drawing/2014/main" id="{409F371C-2601-48A5-ADEE-7AC5AA47A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74055" y="4325303"/>
            <a:ext cx="2446182" cy="150495"/>
          </a:xfrm>
          <a:custGeom xmlns:a="http://schemas.openxmlformats.org/drawingml/2006/main">
            <a:pathLst>
              <a:path w="2446182" h="150495">
                <a:moveTo>
                  <a:pt x="0" y="150495"/>
                </a:moveTo>
                <a:lnTo>
                  <a:pt x="20679" y="150495"/>
                </a:lnTo>
                <a:lnTo>
                  <a:pt x="41358" y="150495"/>
                </a:lnTo>
                <a:lnTo>
                  <a:pt x="62036" y="150495"/>
                </a:lnTo>
                <a:lnTo>
                  <a:pt x="82715" y="150495"/>
                </a:lnTo>
                <a:lnTo>
                  <a:pt x="103394" y="150495"/>
                </a:lnTo>
                <a:lnTo>
                  <a:pt x="124073" y="150495"/>
                </a:lnTo>
                <a:lnTo>
                  <a:pt x="144742" y="150495"/>
                </a:lnTo>
                <a:lnTo>
                  <a:pt x="165421" y="150495"/>
                </a:lnTo>
                <a:lnTo>
                  <a:pt x="186099" y="150495"/>
                </a:lnTo>
                <a:lnTo>
                  <a:pt x="206778" y="150495"/>
                </a:lnTo>
                <a:lnTo>
                  <a:pt x="227457" y="150495"/>
                </a:lnTo>
                <a:lnTo>
                  <a:pt x="248136" y="150495"/>
                </a:lnTo>
                <a:lnTo>
                  <a:pt x="268815" y="150495"/>
                </a:lnTo>
                <a:lnTo>
                  <a:pt x="289493" y="150495"/>
                </a:lnTo>
                <a:lnTo>
                  <a:pt x="310172" y="150495"/>
                </a:lnTo>
                <a:lnTo>
                  <a:pt x="330851" y="150495"/>
                </a:lnTo>
                <a:lnTo>
                  <a:pt x="351530" y="150495"/>
                </a:lnTo>
                <a:lnTo>
                  <a:pt x="372208" y="150495"/>
                </a:lnTo>
                <a:lnTo>
                  <a:pt x="392887" y="150495"/>
                </a:lnTo>
                <a:lnTo>
                  <a:pt x="413566" y="150495"/>
                </a:lnTo>
                <a:lnTo>
                  <a:pt x="434235" y="150495"/>
                </a:lnTo>
                <a:lnTo>
                  <a:pt x="454914" y="150495"/>
                </a:lnTo>
                <a:lnTo>
                  <a:pt x="475593" y="150495"/>
                </a:lnTo>
                <a:lnTo>
                  <a:pt x="496272" y="150495"/>
                </a:lnTo>
                <a:lnTo>
                  <a:pt x="516950" y="150495"/>
                </a:lnTo>
                <a:lnTo>
                  <a:pt x="537629" y="150495"/>
                </a:lnTo>
                <a:lnTo>
                  <a:pt x="558308" y="150495"/>
                </a:lnTo>
                <a:lnTo>
                  <a:pt x="578987" y="150495"/>
                </a:lnTo>
                <a:lnTo>
                  <a:pt x="599665" y="150495"/>
                </a:lnTo>
                <a:lnTo>
                  <a:pt x="620344" y="150495"/>
                </a:lnTo>
                <a:lnTo>
                  <a:pt x="641023" y="150495"/>
                </a:lnTo>
                <a:lnTo>
                  <a:pt x="661702" y="150495"/>
                </a:lnTo>
                <a:lnTo>
                  <a:pt x="682381" y="150495"/>
                </a:lnTo>
                <a:lnTo>
                  <a:pt x="703050" y="150495"/>
                </a:lnTo>
                <a:lnTo>
                  <a:pt x="723729" y="150495"/>
                </a:lnTo>
                <a:lnTo>
                  <a:pt x="744407" y="150495"/>
                </a:lnTo>
                <a:lnTo>
                  <a:pt x="765086" y="150495"/>
                </a:lnTo>
                <a:lnTo>
                  <a:pt x="785765" y="150495"/>
                </a:lnTo>
                <a:lnTo>
                  <a:pt x="806444" y="150495"/>
                </a:lnTo>
                <a:lnTo>
                  <a:pt x="827122" y="150495"/>
                </a:lnTo>
                <a:lnTo>
                  <a:pt x="847801" y="150495"/>
                </a:lnTo>
                <a:lnTo>
                  <a:pt x="868480" y="150495"/>
                </a:lnTo>
                <a:lnTo>
                  <a:pt x="889159" y="150495"/>
                </a:lnTo>
                <a:lnTo>
                  <a:pt x="909838" y="150495"/>
                </a:lnTo>
                <a:lnTo>
                  <a:pt x="930516" y="150495"/>
                </a:lnTo>
                <a:lnTo>
                  <a:pt x="951186" y="150495"/>
                </a:lnTo>
                <a:lnTo>
                  <a:pt x="971864" y="150495"/>
                </a:lnTo>
                <a:lnTo>
                  <a:pt x="992543" y="150495"/>
                </a:lnTo>
                <a:lnTo>
                  <a:pt x="1013222" y="150495"/>
                </a:lnTo>
                <a:lnTo>
                  <a:pt x="1033901" y="150495"/>
                </a:lnTo>
                <a:lnTo>
                  <a:pt x="1054579" y="150495"/>
                </a:lnTo>
                <a:lnTo>
                  <a:pt x="1075258" y="150495"/>
                </a:lnTo>
                <a:lnTo>
                  <a:pt x="1095937" y="150495"/>
                </a:lnTo>
                <a:lnTo>
                  <a:pt x="1116616" y="150495"/>
                </a:lnTo>
                <a:lnTo>
                  <a:pt x="1137295" y="150495"/>
                </a:lnTo>
                <a:lnTo>
                  <a:pt x="1157973" y="150495"/>
                </a:lnTo>
                <a:lnTo>
                  <a:pt x="1178652" y="150495"/>
                </a:lnTo>
                <a:lnTo>
                  <a:pt x="1199331" y="150495"/>
                </a:lnTo>
                <a:lnTo>
                  <a:pt x="1220010" y="150495"/>
                </a:lnTo>
                <a:lnTo>
                  <a:pt x="1240679" y="150495"/>
                </a:lnTo>
                <a:lnTo>
                  <a:pt x="1261358" y="150495"/>
                </a:lnTo>
                <a:lnTo>
                  <a:pt x="1282036" y="150495"/>
                </a:lnTo>
                <a:lnTo>
                  <a:pt x="1302715" y="150495"/>
                </a:lnTo>
                <a:lnTo>
                  <a:pt x="1323394" y="150495"/>
                </a:lnTo>
                <a:lnTo>
                  <a:pt x="1344073" y="150495"/>
                </a:lnTo>
                <a:lnTo>
                  <a:pt x="1364752" y="150495"/>
                </a:lnTo>
                <a:lnTo>
                  <a:pt x="1385430" y="150495"/>
                </a:lnTo>
                <a:lnTo>
                  <a:pt x="1406109" y="150495"/>
                </a:lnTo>
                <a:lnTo>
                  <a:pt x="1426788" y="150495"/>
                </a:lnTo>
                <a:lnTo>
                  <a:pt x="1447467" y="150495"/>
                </a:lnTo>
                <a:lnTo>
                  <a:pt x="1468145" y="150495"/>
                </a:lnTo>
                <a:lnTo>
                  <a:pt x="1488824" y="150495"/>
                </a:lnTo>
                <a:lnTo>
                  <a:pt x="1509493" y="150495"/>
                </a:lnTo>
                <a:lnTo>
                  <a:pt x="1530172" y="150495"/>
                </a:lnTo>
                <a:lnTo>
                  <a:pt x="1550851" y="150495"/>
                </a:lnTo>
                <a:lnTo>
                  <a:pt x="1571530" y="150495"/>
                </a:lnTo>
                <a:lnTo>
                  <a:pt x="1592209" y="150495"/>
                </a:lnTo>
                <a:lnTo>
                  <a:pt x="1612887" y="150495"/>
                </a:lnTo>
                <a:lnTo>
                  <a:pt x="1633566" y="150495"/>
                </a:lnTo>
                <a:lnTo>
                  <a:pt x="1654245" y="150495"/>
                </a:lnTo>
                <a:lnTo>
                  <a:pt x="1674924" y="150495"/>
                </a:lnTo>
                <a:lnTo>
                  <a:pt x="1695602" y="150495"/>
                </a:lnTo>
                <a:lnTo>
                  <a:pt x="1716281" y="150495"/>
                </a:lnTo>
                <a:lnTo>
                  <a:pt x="1736960" y="150495"/>
                </a:lnTo>
                <a:lnTo>
                  <a:pt x="1757639" y="150495"/>
                </a:lnTo>
                <a:lnTo>
                  <a:pt x="1778318" y="150495"/>
                </a:lnTo>
                <a:lnTo>
                  <a:pt x="1798987" y="150495"/>
                </a:lnTo>
                <a:lnTo>
                  <a:pt x="1819666" y="150495"/>
                </a:lnTo>
                <a:lnTo>
                  <a:pt x="1840344" y="150495"/>
                </a:lnTo>
                <a:lnTo>
                  <a:pt x="1861023" y="150495"/>
                </a:lnTo>
                <a:lnTo>
                  <a:pt x="1881702" y="150495"/>
                </a:lnTo>
                <a:lnTo>
                  <a:pt x="1902381" y="150495"/>
                </a:lnTo>
                <a:lnTo>
                  <a:pt x="1923059" y="150495"/>
                </a:lnTo>
                <a:lnTo>
                  <a:pt x="1943738" y="150495"/>
                </a:lnTo>
                <a:lnTo>
                  <a:pt x="1964417" y="150495"/>
                </a:lnTo>
                <a:lnTo>
                  <a:pt x="1985096" y="150495"/>
                </a:lnTo>
                <a:lnTo>
                  <a:pt x="2005775" y="150495"/>
                </a:lnTo>
                <a:lnTo>
                  <a:pt x="2026453" y="150495"/>
                </a:lnTo>
                <a:lnTo>
                  <a:pt x="2047132" y="150495"/>
                </a:lnTo>
                <a:lnTo>
                  <a:pt x="2067801" y="150495"/>
                </a:lnTo>
                <a:lnTo>
                  <a:pt x="2088480" y="150495"/>
                </a:lnTo>
                <a:lnTo>
                  <a:pt x="2109159" y="150495"/>
                </a:lnTo>
                <a:lnTo>
                  <a:pt x="2129838" y="150495"/>
                </a:lnTo>
                <a:lnTo>
                  <a:pt x="2150516" y="150495"/>
                </a:lnTo>
                <a:lnTo>
                  <a:pt x="2169119" y="141732"/>
                </a:lnTo>
                <a:lnTo>
                  <a:pt x="2187588" y="132436"/>
                </a:lnTo>
                <a:lnTo>
                  <a:pt x="2206057" y="123139"/>
                </a:lnTo>
                <a:lnTo>
                  <a:pt x="2224526" y="113843"/>
                </a:lnTo>
                <a:lnTo>
                  <a:pt x="2243004" y="104556"/>
                </a:lnTo>
                <a:lnTo>
                  <a:pt x="2261473" y="95260"/>
                </a:lnTo>
                <a:lnTo>
                  <a:pt x="2279942" y="85963"/>
                </a:lnTo>
                <a:lnTo>
                  <a:pt x="2298411" y="76667"/>
                </a:lnTo>
                <a:lnTo>
                  <a:pt x="2316890" y="67370"/>
                </a:lnTo>
                <a:lnTo>
                  <a:pt x="2335359" y="58083"/>
                </a:lnTo>
                <a:lnTo>
                  <a:pt x="2353828" y="48787"/>
                </a:lnTo>
                <a:lnTo>
                  <a:pt x="2372297" y="39491"/>
                </a:lnTo>
                <a:lnTo>
                  <a:pt x="2390775" y="30194"/>
                </a:lnTo>
                <a:lnTo>
                  <a:pt x="2409244" y="20898"/>
                </a:lnTo>
                <a:lnTo>
                  <a:pt x="2427713" y="11611"/>
                </a:lnTo>
                <a:lnTo>
                  <a:pt x="2446182" y="2315"/>
                </a:lnTo>
                <a:lnTo>
                  <a:pt x="2435247" y="0"/>
                </a:lnTo>
                <a:lnTo>
                  <a:pt x="2414568" y="0"/>
                </a:lnTo>
                <a:lnTo>
                  <a:pt x="2393890" y="0"/>
                </a:lnTo>
                <a:lnTo>
                  <a:pt x="2373211" y="0"/>
                </a:lnTo>
                <a:lnTo>
                  <a:pt x="2352542" y="0"/>
                </a:lnTo>
                <a:lnTo>
                  <a:pt x="2331863" y="0"/>
                </a:lnTo>
                <a:lnTo>
                  <a:pt x="2311184" y="0"/>
                </a:lnTo>
                <a:lnTo>
                  <a:pt x="2290505" y="0"/>
                </a:lnTo>
                <a:lnTo>
                  <a:pt x="2269827" y="0"/>
                </a:lnTo>
                <a:lnTo>
                  <a:pt x="2249148" y="0"/>
                </a:lnTo>
                <a:lnTo>
                  <a:pt x="2228469" y="0"/>
                </a:lnTo>
                <a:lnTo>
                  <a:pt x="2207790" y="0"/>
                </a:lnTo>
                <a:lnTo>
                  <a:pt x="2187111" y="0"/>
                </a:lnTo>
                <a:lnTo>
                  <a:pt x="2166433" y="0"/>
                </a:lnTo>
                <a:lnTo>
                  <a:pt x="2145754" y="0"/>
                </a:lnTo>
                <a:lnTo>
                  <a:pt x="2125075" y="0"/>
                </a:lnTo>
                <a:lnTo>
                  <a:pt x="2104396" y="0"/>
                </a:lnTo>
                <a:lnTo>
                  <a:pt x="2083718" y="0"/>
                </a:lnTo>
                <a:lnTo>
                  <a:pt x="2063048" y="0"/>
                </a:lnTo>
                <a:lnTo>
                  <a:pt x="2042370" y="0"/>
                </a:lnTo>
                <a:lnTo>
                  <a:pt x="2021691" y="0"/>
                </a:lnTo>
                <a:lnTo>
                  <a:pt x="2001012" y="0"/>
                </a:lnTo>
                <a:lnTo>
                  <a:pt x="1980333" y="0"/>
                </a:lnTo>
                <a:lnTo>
                  <a:pt x="1959654" y="0"/>
                </a:lnTo>
                <a:lnTo>
                  <a:pt x="1938976" y="0"/>
                </a:lnTo>
                <a:lnTo>
                  <a:pt x="1918297" y="0"/>
                </a:lnTo>
                <a:lnTo>
                  <a:pt x="1897618" y="0"/>
                </a:lnTo>
                <a:lnTo>
                  <a:pt x="1876939" y="0"/>
                </a:lnTo>
                <a:lnTo>
                  <a:pt x="1856261" y="0"/>
                </a:lnTo>
                <a:lnTo>
                  <a:pt x="1835582" y="0"/>
                </a:lnTo>
                <a:lnTo>
                  <a:pt x="1814913" y="0"/>
                </a:lnTo>
                <a:lnTo>
                  <a:pt x="1794234" y="0"/>
                </a:lnTo>
                <a:lnTo>
                  <a:pt x="1773555" y="0"/>
                </a:lnTo>
                <a:lnTo>
                  <a:pt x="1752876" y="0"/>
                </a:lnTo>
                <a:lnTo>
                  <a:pt x="1732197" y="0"/>
                </a:lnTo>
                <a:lnTo>
                  <a:pt x="1711519" y="0"/>
                </a:lnTo>
                <a:lnTo>
                  <a:pt x="1690840" y="0"/>
                </a:lnTo>
                <a:lnTo>
                  <a:pt x="1670161" y="0"/>
                </a:lnTo>
                <a:lnTo>
                  <a:pt x="1649482" y="0"/>
                </a:lnTo>
                <a:lnTo>
                  <a:pt x="1628804" y="0"/>
                </a:lnTo>
                <a:lnTo>
                  <a:pt x="1608125" y="0"/>
                </a:lnTo>
                <a:lnTo>
                  <a:pt x="1587446" y="0"/>
                </a:lnTo>
                <a:lnTo>
                  <a:pt x="1566767" y="0"/>
                </a:lnTo>
                <a:lnTo>
                  <a:pt x="1546098" y="0"/>
                </a:lnTo>
                <a:lnTo>
                  <a:pt x="1525419" y="0"/>
                </a:lnTo>
                <a:lnTo>
                  <a:pt x="1504740" y="0"/>
                </a:lnTo>
                <a:lnTo>
                  <a:pt x="1484062" y="0"/>
                </a:lnTo>
                <a:lnTo>
                  <a:pt x="1463383" y="0"/>
                </a:lnTo>
                <a:lnTo>
                  <a:pt x="1442704" y="0"/>
                </a:lnTo>
                <a:lnTo>
                  <a:pt x="1422025" y="0"/>
                </a:lnTo>
                <a:lnTo>
                  <a:pt x="1401347" y="0"/>
                </a:lnTo>
                <a:lnTo>
                  <a:pt x="1380668" y="0"/>
                </a:lnTo>
                <a:lnTo>
                  <a:pt x="1359989" y="0"/>
                </a:lnTo>
                <a:lnTo>
                  <a:pt x="1339310" y="0"/>
                </a:lnTo>
                <a:lnTo>
                  <a:pt x="1318631" y="0"/>
                </a:lnTo>
                <a:lnTo>
                  <a:pt x="1297953" y="0"/>
                </a:lnTo>
                <a:lnTo>
                  <a:pt x="1277274" y="0"/>
                </a:lnTo>
                <a:lnTo>
                  <a:pt x="1256605" y="0"/>
                </a:lnTo>
                <a:lnTo>
                  <a:pt x="1235926" y="0"/>
                </a:lnTo>
                <a:lnTo>
                  <a:pt x="1215247" y="0"/>
                </a:lnTo>
                <a:lnTo>
                  <a:pt x="1194568" y="0"/>
                </a:lnTo>
                <a:lnTo>
                  <a:pt x="1173890" y="0"/>
                </a:lnTo>
                <a:lnTo>
                  <a:pt x="1153211" y="0"/>
                </a:lnTo>
                <a:lnTo>
                  <a:pt x="1132532" y="0"/>
                </a:lnTo>
                <a:lnTo>
                  <a:pt x="1111853" y="0"/>
                </a:lnTo>
                <a:lnTo>
                  <a:pt x="1091174" y="0"/>
                </a:lnTo>
                <a:lnTo>
                  <a:pt x="1070496" y="0"/>
                </a:lnTo>
                <a:lnTo>
                  <a:pt x="1049817" y="0"/>
                </a:lnTo>
                <a:lnTo>
                  <a:pt x="1029138" y="0"/>
                </a:lnTo>
                <a:lnTo>
                  <a:pt x="1008459" y="0"/>
                </a:lnTo>
                <a:lnTo>
                  <a:pt x="987790" y="0"/>
                </a:lnTo>
                <a:lnTo>
                  <a:pt x="967111" y="0"/>
                </a:lnTo>
                <a:lnTo>
                  <a:pt x="946433" y="0"/>
                </a:lnTo>
                <a:lnTo>
                  <a:pt x="925754" y="0"/>
                </a:lnTo>
                <a:lnTo>
                  <a:pt x="905075" y="0"/>
                </a:lnTo>
                <a:lnTo>
                  <a:pt x="884396" y="0"/>
                </a:lnTo>
                <a:lnTo>
                  <a:pt x="863717" y="0"/>
                </a:lnTo>
                <a:lnTo>
                  <a:pt x="843039" y="0"/>
                </a:lnTo>
                <a:lnTo>
                  <a:pt x="822360" y="0"/>
                </a:lnTo>
                <a:lnTo>
                  <a:pt x="801681" y="0"/>
                </a:lnTo>
                <a:lnTo>
                  <a:pt x="781002" y="0"/>
                </a:lnTo>
                <a:lnTo>
                  <a:pt x="760324" y="0"/>
                </a:lnTo>
                <a:lnTo>
                  <a:pt x="739645" y="0"/>
                </a:lnTo>
                <a:lnTo>
                  <a:pt x="718966" y="0"/>
                </a:lnTo>
                <a:lnTo>
                  <a:pt x="698297" y="0"/>
                </a:lnTo>
                <a:lnTo>
                  <a:pt x="677618" y="0"/>
                </a:lnTo>
                <a:lnTo>
                  <a:pt x="656939" y="0"/>
                </a:lnTo>
                <a:lnTo>
                  <a:pt x="636260" y="0"/>
                </a:lnTo>
                <a:lnTo>
                  <a:pt x="615582" y="0"/>
                </a:lnTo>
                <a:lnTo>
                  <a:pt x="594903" y="0"/>
                </a:lnTo>
                <a:lnTo>
                  <a:pt x="574224" y="0"/>
                </a:lnTo>
                <a:lnTo>
                  <a:pt x="553545" y="0"/>
                </a:lnTo>
                <a:lnTo>
                  <a:pt x="532867" y="0"/>
                </a:lnTo>
                <a:lnTo>
                  <a:pt x="512188" y="0"/>
                </a:lnTo>
                <a:lnTo>
                  <a:pt x="491509" y="0"/>
                </a:lnTo>
                <a:lnTo>
                  <a:pt x="470830" y="0"/>
                </a:lnTo>
                <a:lnTo>
                  <a:pt x="450152" y="0"/>
                </a:lnTo>
                <a:lnTo>
                  <a:pt x="429644" y="972"/>
                </a:lnTo>
                <a:lnTo>
                  <a:pt x="410118" y="7772"/>
                </a:lnTo>
                <a:lnTo>
                  <a:pt x="390582" y="14564"/>
                </a:lnTo>
                <a:lnTo>
                  <a:pt x="371056" y="21365"/>
                </a:lnTo>
                <a:lnTo>
                  <a:pt x="351530" y="28156"/>
                </a:lnTo>
                <a:lnTo>
                  <a:pt x="331994" y="34957"/>
                </a:lnTo>
                <a:lnTo>
                  <a:pt x="312468" y="41748"/>
                </a:lnTo>
                <a:lnTo>
                  <a:pt x="292941" y="48549"/>
                </a:lnTo>
                <a:lnTo>
                  <a:pt x="273406" y="55340"/>
                </a:lnTo>
                <a:lnTo>
                  <a:pt x="253879" y="62141"/>
                </a:lnTo>
                <a:lnTo>
                  <a:pt x="234353" y="68932"/>
                </a:lnTo>
                <a:lnTo>
                  <a:pt x="214817" y="75733"/>
                </a:lnTo>
                <a:lnTo>
                  <a:pt x="195291" y="82534"/>
                </a:lnTo>
                <a:lnTo>
                  <a:pt x="175765" y="89325"/>
                </a:lnTo>
                <a:lnTo>
                  <a:pt x="156229" y="96126"/>
                </a:lnTo>
                <a:lnTo>
                  <a:pt x="136703" y="102918"/>
                </a:lnTo>
                <a:lnTo>
                  <a:pt x="117177" y="109718"/>
                </a:lnTo>
                <a:lnTo>
                  <a:pt x="97650" y="116510"/>
                </a:lnTo>
                <a:lnTo>
                  <a:pt x="78115" y="123311"/>
                </a:lnTo>
                <a:lnTo>
                  <a:pt x="58588" y="130102"/>
                </a:lnTo>
                <a:lnTo>
                  <a:pt x="39062" y="136903"/>
                </a:lnTo>
                <a:lnTo>
                  <a:pt x="19526" y="143694"/>
                </a:lnTo>
                <a:lnTo>
                  <a:pt x="0" y="150495"/>
                </a:lnTo>
              </a:path>
            </a:pathLst>
          </a:cu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22" name="maturity-step-inset-3">
            <a:extLst xmlns:a="http://schemas.openxmlformats.org/drawingml/2006/main">
              <a:ext uri="{FF2B5EF4-FFF2-40B4-BE49-F238E27FC236}">
                <a16:creationId xmlns:a16="http://schemas.microsoft.com/office/drawing/2014/main" id="{858BEA8D-9F2E-4C5C-98DB-2E27DD950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86450" y="4325303"/>
            <a:ext cx="2232660" cy="150495"/>
          </a:xfrm>
          <a:custGeom xmlns:a="http://schemas.openxmlformats.org/drawingml/2006/main">
            <a:pathLst>
              <a:path w="2232660" h="150495">
                <a:moveTo>
                  <a:pt x="0" y="150495"/>
                </a:moveTo>
                <a:lnTo>
                  <a:pt x="18898" y="150495"/>
                </a:lnTo>
                <a:lnTo>
                  <a:pt x="37795" y="150495"/>
                </a:lnTo>
                <a:lnTo>
                  <a:pt x="56693" y="150495"/>
                </a:lnTo>
                <a:lnTo>
                  <a:pt x="75590" y="150495"/>
                </a:lnTo>
                <a:lnTo>
                  <a:pt x="94478" y="150495"/>
                </a:lnTo>
                <a:lnTo>
                  <a:pt x="113376" y="150495"/>
                </a:lnTo>
                <a:lnTo>
                  <a:pt x="132274" y="150495"/>
                </a:lnTo>
                <a:lnTo>
                  <a:pt x="151171" y="150495"/>
                </a:lnTo>
                <a:lnTo>
                  <a:pt x="170069" y="150495"/>
                </a:lnTo>
                <a:lnTo>
                  <a:pt x="188966" y="150495"/>
                </a:lnTo>
                <a:lnTo>
                  <a:pt x="207864" y="150495"/>
                </a:lnTo>
                <a:lnTo>
                  <a:pt x="226762" y="150495"/>
                </a:lnTo>
                <a:lnTo>
                  <a:pt x="245659" y="150495"/>
                </a:lnTo>
                <a:lnTo>
                  <a:pt x="264557" y="150495"/>
                </a:lnTo>
                <a:lnTo>
                  <a:pt x="283445" y="150495"/>
                </a:lnTo>
                <a:lnTo>
                  <a:pt x="302343" y="150495"/>
                </a:lnTo>
                <a:lnTo>
                  <a:pt x="321240" y="150495"/>
                </a:lnTo>
                <a:lnTo>
                  <a:pt x="340138" y="150495"/>
                </a:lnTo>
                <a:lnTo>
                  <a:pt x="359035" y="150495"/>
                </a:lnTo>
                <a:lnTo>
                  <a:pt x="377933" y="150495"/>
                </a:lnTo>
                <a:lnTo>
                  <a:pt x="396831" y="150495"/>
                </a:lnTo>
                <a:lnTo>
                  <a:pt x="415728" y="150495"/>
                </a:lnTo>
                <a:lnTo>
                  <a:pt x="434626" y="150495"/>
                </a:lnTo>
                <a:lnTo>
                  <a:pt x="453523" y="150495"/>
                </a:lnTo>
                <a:lnTo>
                  <a:pt x="472411" y="150495"/>
                </a:lnTo>
                <a:lnTo>
                  <a:pt x="491309" y="150495"/>
                </a:lnTo>
                <a:lnTo>
                  <a:pt x="510207" y="150495"/>
                </a:lnTo>
                <a:lnTo>
                  <a:pt x="529104" y="150495"/>
                </a:lnTo>
                <a:lnTo>
                  <a:pt x="548002" y="150495"/>
                </a:lnTo>
                <a:lnTo>
                  <a:pt x="566899" y="150495"/>
                </a:lnTo>
                <a:lnTo>
                  <a:pt x="585797" y="150495"/>
                </a:lnTo>
                <a:lnTo>
                  <a:pt x="604695" y="150495"/>
                </a:lnTo>
                <a:lnTo>
                  <a:pt x="623592" y="150495"/>
                </a:lnTo>
                <a:lnTo>
                  <a:pt x="642480" y="150495"/>
                </a:lnTo>
                <a:lnTo>
                  <a:pt x="661378" y="150495"/>
                </a:lnTo>
                <a:lnTo>
                  <a:pt x="680276" y="150495"/>
                </a:lnTo>
                <a:lnTo>
                  <a:pt x="699173" y="150495"/>
                </a:lnTo>
                <a:lnTo>
                  <a:pt x="718071" y="150495"/>
                </a:lnTo>
                <a:lnTo>
                  <a:pt x="736968" y="150495"/>
                </a:lnTo>
                <a:lnTo>
                  <a:pt x="755866" y="150495"/>
                </a:lnTo>
                <a:lnTo>
                  <a:pt x="774764" y="150495"/>
                </a:lnTo>
                <a:lnTo>
                  <a:pt x="793661" y="150495"/>
                </a:lnTo>
                <a:lnTo>
                  <a:pt x="812559" y="150495"/>
                </a:lnTo>
                <a:lnTo>
                  <a:pt x="831447" y="150495"/>
                </a:lnTo>
                <a:lnTo>
                  <a:pt x="850344" y="150495"/>
                </a:lnTo>
                <a:lnTo>
                  <a:pt x="869242" y="150495"/>
                </a:lnTo>
                <a:lnTo>
                  <a:pt x="888140" y="150495"/>
                </a:lnTo>
                <a:lnTo>
                  <a:pt x="907037" y="150495"/>
                </a:lnTo>
                <a:lnTo>
                  <a:pt x="925935" y="150495"/>
                </a:lnTo>
                <a:lnTo>
                  <a:pt x="944832" y="150495"/>
                </a:lnTo>
                <a:lnTo>
                  <a:pt x="963730" y="150495"/>
                </a:lnTo>
                <a:lnTo>
                  <a:pt x="982628" y="150495"/>
                </a:lnTo>
                <a:lnTo>
                  <a:pt x="1001516" y="150495"/>
                </a:lnTo>
                <a:lnTo>
                  <a:pt x="1020413" y="150495"/>
                </a:lnTo>
                <a:lnTo>
                  <a:pt x="1039311" y="150495"/>
                </a:lnTo>
                <a:lnTo>
                  <a:pt x="1058208" y="150495"/>
                </a:lnTo>
                <a:lnTo>
                  <a:pt x="1077106" y="150495"/>
                </a:lnTo>
                <a:lnTo>
                  <a:pt x="1096004" y="150495"/>
                </a:lnTo>
                <a:lnTo>
                  <a:pt x="1114901" y="150495"/>
                </a:lnTo>
                <a:lnTo>
                  <a:pt x="1133799" y="150495"/>
                </a:lnTo>
                <a:lnTo>
                  <a:pt x="1152696" y="150495"/>
                </a:lnTo>
                <a:lnTo>
                  <a:pt x="1171594" y="150495"/>
                </a:lnTo>
                <a:lnTo>
                  <a:pt x="1190482" y="150495"/>
                </a:lnTo>
                <a:lnTo>
                  <a:pt x="1209380" y="150495"/>
                </a:lnTo>
                <a:lnTo>
                  <a:pt x="1228277" y="150495"/>
                </a:lnTo>
                <a:lnTo>
                  <a:pt x="1247175" y="150495"/>
                </a:lnTo>
                <a:lnTo>
                  <a:pt x="1266073" y="150495"/>
                </a:lnTo>
                <a:lnTo>
                  <a:pt x="1284970" y="150495"/>
                </a:lnTo>
                <a:lnTo>
                  <a:pt x="1303868" y="150495"/>
                </a:lnTo>
                <a:lnTo>
                  <a:pt x="1322765" y="150495"/>
                </a:lnTo>
                <a:lnTo>
                  <a:pt x="1341663" y="150495"/>
                </a:lnTo>
                <a:lnTo>
                  <a:pt x="1360561" y="150495"/>
                </a:lnTo>
                <a:lnTo>
                  <a:pt x="1379449" y="150495"/>
                </a:lnTo>
                <a:lnTo>
                  <a:pt x="1398346" y="150495"/>
                </a:lnTo>
                <a:lnTo>
                  <a:pt x="1417244" y="150495"/>
                </a:lnTo>
                <a:lnTo>
                  <a:pt x="1436141" y="150495"/>
                </a:lnTo>
                <a:lnTo>
                  <a:pt x="1455039" y="150495"/>
                </a:lnTo>
                <a:lnTo>
                  <a:pt x="1473937" y="150495"/>
                </a:lnTo>
                <a:lnTo>
                  <a:pt x="1492834" y="150495"/>
                </a:lnTo>
                <a:lnTo>
                  <a:pt x="1511732" y="150495"/>
                </a:lnTo>
                <a:lnTo>
                  <a:pt x="1530629" y="150495"/>
                </a:lnTo>
                <a:lnTo>
                  <a:pt x="1549527" y="150495"/>
                </a:lnTo>
                <a:lnTo>
                  <a:pt x="1568415" y="150495"/>
                </a:lnTo>
                <a:lnTo>
                  <a:pt x="1587313" y="150495"/>
                </a:lnTo>
                <a:lnTo>
                  <a:pt x="1606210" y="150495"/>
                </a:lnTo>
                <a:lnTo>
                  <a:pt x="1625108" y="150495"/>
                </a:lnTo>
                <a:lnTo>
                  <a:pt x="1644005" y="150495"/>
                </a:lnTo>
                <a:lnTo>
                  <a:pt x="1662903" y="150495"/>
                </a:lnTo>
                <a:lnTo>
                  <a:pt x="1681801" y="150495"/>
                </a:lnTo>
                <a:lnTo>
                  <a:pt x="1700698" y="150495"/>
                </a:lnTo>
                <a:lnTo>
                  <a:pt x="1719596" y="150495"/>
                </a:lnTo>
                <a:lnTo>
                  <a:pt x="1738484" y="150495"/>
                </a:lnTo>
                <a:lnTo>
                  <a:pt x="1757382" y="150495"/>
                </a:lnTo>
                <a:lnTo>
                  <a:pt x="1776279" y="150495"/>
                </a:lnTo>
                <a:lnTo>
                  <a:pt x="1795177" y="150495"/>
                </a:lnTo>
                <a:lnTo>
                  <a:pt x="1814074" y="150495"/>
                </a:lnTo>
                <a:lnTo>
                  <a:pt x="1832972" y="150495"/>
                </a:lnTo>
                <a:lnTo>
                  <a:pt x="1851870" y="150495"/>
                </a:lnTo>
                <a:lnTo>
                  <a:pt x="1870767" y="150495"/>
                </a:lnTo>
                <a:lnTo>
                  <a:pt x="1889665" y="150495"/>
                </a:lnTo>
                <a:lnTo>
                  <a:pt x="1908562" y="150495"/>
                </a:lnTo>
                <a:lnTo>
                  <a:pt x="1927298" y="149838"/>
                </a:lnTo>
                <a:lnTo>
                  <a:pt x="1944262" y="141513"/>
                </a:lnTo>
                <a:lnTo>
                  <a:pt x="1961226" y="133188"/>
                </a:lnTo>
                <a:lnTo>
                  <a:pt x="1978190" y="124863"/>
                </a:lnTo>
                <a:lnTo>
                  <a:pt x="1995154" y="116538"/>
                </a:lnTo>
                <a:lnTo>
                  <a:pt x="2012128" y="108214"/>
                </a:lnTo>
                <a:lnTo>
                  <a:pt x="2029092" y="99889"/>
                </a:lnTo>
                <a:lnTo>
                  <a:pt x="2046056" y="91564"/>
                </a:lnTo>
                <a:lnTo>
                  <a:pt x="2063020" y="83239"/>
                </a:lnTo>
                <a:lnTo>
                  <a:pt x="2079984" y="74914"/>
                </a:lnTo>
                <a:lnTo>
                  <a:pt x="2096948" y="66589"/>
                </a:lnTo>
                <a:lnTo>
                  <a:pt x="2113912" y="58264"/>
                </a:lnTo>
                <a:lnTo>
                  <a:pt x="2130876" y="49949"/>
                </a:lnTo>
                <a:lnTo>
                  <a:pt x="2147840" y="41624"/>
                </a:lnTo>
                <a:lnTo>
                  <a:pt x="2164804" y="33299"/>
                </a:lnTo>
                <a:lnTo>
                  <a:pt x="2181768" y="24975"/>
                </a:lnTo>
                <a:lnTo>
                  <a:pt x="2198732" y="16650"/>
                </a:lnTo>
                <a:lnTo>
                  <a:pt x="2215696" y="8325"/>
                </a:lnTo>
                <a:lnTo>
                  <a:pt x="223266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3" name="maturity-step-projection-3">
            <a:extLst xmlns:a="http://schemas.openxmlformats.org/drawingml/2006/main">
              <a:ext uri="{FF2B5EF4-FFF2-40B4-BE49-F238E27FC236}">
                <a16:creationId xmlns:a16="http://schemas.microsoft.com/office/drawing/2014/main" id="{62EC6814-8551-45B4-BE00-E19FEA45E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13170" y="4325303"/>
            <a:ext cx="18059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4" name="maturity-step-riser-4">
            <a:extLst xmlns:a="http://schemas.openxmlformats.org/drawingml/2006/main">
              <a:ext uri="{FF2B5EF4-FFF2-40B4-BE49-F238E27FC236}">
                <a16:creationId xmlns:a16="http://schemas.microsoft.com/office/drawing/2014/main" id="{A1D1FD86-A920-4A20-B9D7-11C623466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77450" y="3823345"/>
            <a:ext cx="166688" cy="264033"/>
          </a:xfrm>
          <a:custGeom xmlns:a="http://schemas.openxmlformats.org/drawingml/2006/main">
            <a:pathLst>
              <a:path w="166688" h="264033">
                <a:moveTo>
                  <a:pt x="0" y="112385"/>
                </a:moveTo>
                <a:lnTo>
                  <a:pt x="0" y="131340"/>
                </a:lnTo>
                <a:lnTo>
                  <a:pt x="0" y="150295"/>
                </a:lnTo>
                <a:lnTo>
                  <a:pt x="0" y="169259"/>
                </a:lnTo>
                <a:lnTo>
                  <a:pt x="0" y="188214"/>
                </a:lnTo>
                <a:lnTo>
                  <a:pt x="0" y="207169"/>
                </a:lnTo>
                <a:lnTo>
                  <a:pt x="0" y="226123"/>
                </a:lnTo>
                <a:lnTo>
                  <a:pt x="0" y="245078"/>
                </a:lnTo>
                <a:lnTo>
                  <a:pt x="0" y="264033"/>
                </a:lnTo>
                <a:lnTo>
                  <a:pt x="11801" y="260366"/>
                </a:lnTo>
                <a:lnTo>
                  <a:pt x="27356" y="249526"/>
                </a:lnTo>
                <a:lnTo>
                  <a:pt x="42901" y="238687"/>
                </a:lnTo>
                <a:lnTo>
                  <a:pt x="58455" y="227848"/>
                </a:lnTo>
                <a:lnTo>
                  <a:pt x="74000" y="217008"/>
                </a:lnTo>
                <a:lnTo>
                  <a:pt x="89554" y="206169"/>
                </a:lnTo>
                <a:lnTo>
                  <a:pt x="105099" y="195329"/>
                </a:lnTo>
                <a:lnTo>
                  <a:pt x="120653" y="184490"/>
                </a:lnTo>
                <a:lnTo>
                  <a:pt x="136198" y="173650"/>
                </a:lnTo>
                <a:lnTo>
                  <a:pt x="151752" y="162801"/>
                </a:lnTo>
                <a:lnTo>
                  <a:pt x="166688" y="151648"/>
                </a:lnTo>
                <a:lnTo>
                  <a:pt x="166688" y="132693"/>
                </a:lnTo>
                <a:lnTo>
                  <a:pt x="166688" y="113729"/>
                </a:lnTo>
                <a:lnTo>
                  <a:pt x="166688" y="94774"/>
                </a:lnTo>
                <a:lnTo>
                  <a:pt x="166688" y="75819"/>
                </a:lnTo>
                <a:lnTo>
                  <a:pt x="166688" y="56864"/>
                </a:lnTo>
                <a:lnTo>
                  <a:pt x="166688" y="37910"/>
                </a:lnTo>
                <a:lnTo>
                  <a:pt x="166688" y="18955"/>
                </a:lnTo>
                <a:lnTo>
                  <a:pt x="166688" y="0"/>
                </a:lnTo>
                <a:lnTo>
                  <a:pt x="155077" y="3391"/>
                </a:lnTo>
                <a:lnTo>
                  <a:pt x="139570" y="14288"/>
                </a:lnTo>
                <a:lnTo>
                  <a:pt x="124063" y="25184"/>
                </a:lnTo>
                <a:lnTo>
                  <a:pt x="108556" y="36090"/>
                </a:lnTo>
                <a:lnTo>
                  <a:pt x="93050" y="46987"/>
                </a:lnTo>
                <a:lnTo>
                  <a:pt x="77543" y="57893"/>
                </a:lnTo>
                <a:lnTo>
                  <a:pt x="62036" y="68790"/>
                </a:lnTo>
                <a:lnTo>
                  <a:pt x="46520" y="79686"/>
                </a:lnTo>
                <a:lnTo>
                  <a:pt x="31013" y="90592"/>
                </a:lnTo>
                <a:lnTo>
                  <a:pt x="15507" y="101489"/>
                </a:lnTo>
                <a:lnTo>
                  <a:pt x="0" y="112385"/>
                </a:lnTo>
              </a:path>
            </a:pathLst>
          </a:custGeom>
          <a:solidFill xmlns:a="http://schemas.openxmlformats.org/drawingml/2006/main">
            <a:srgbClr val="D8D5CC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25" name="maturity-step-top-4">
            <a:extLst xmlns:a="http://schemas.openxmlformats.org/drawingml/2006/main">
              <a:ext uri="{FF2B5EF4-FFF2-40B4-BE49-F238E27FC236}">
                <a16:creationId xmlns:a16="http://schemas.microsoft.com/office/drawing/2014/main" id="{E658C969-B9CF-486E-935F-14E90B3EC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25753" y="3818573"/>
            <a:ext cx="2312279" cy="117158"/>
          </a:xfrm>
          <a:custGeom xmlns:a="http://schemas.openxmlformats.org/drawingml/2006/main">
            <a:pathLst>
              <a:path w="2312279" h="117158">
                <a:moveTo>
                  <a:pt x="0" y="117158"/>
                </a:moveTo>
                <a:lnTo>
                  <a:pt x="19564" y="117158"/>
                </a:lnTo>
                <a:lnTo>
                  <a:pt x="39129" y="117158"/>
                </a:lnTo>
                <a:lnTo>
                  <a:pt x="58703" y="117158"/>
                </a:lnTo>
                <a:lnTo>
                  <a:pt x="78267" y="117158"/>
                </a:lnTo>
                <a:lnTo>
                  <a:pt x="97831" y="117158"/>
                </a:lnTo>
                <a:lnTo>
                  <a:pt x="117396" y="117158"/>
                </a:lnTo>
                <a:lnTo>
                  <a:pt x="136970" y="117158"/>
                </a:lnTo>
                <a:lnTo>
                  <a:pt x="156534" y="117158"/>
                </a:lnTo>
                <a:lnTo>
                  <a:pt x="176098" y="117158"/>
                </a:lnTo>
                <a:lnTo>
                  <a:pt x="195663" y="117158"/>
                </a:lnTo>
                <a:lnTo>
                  <a:pt x="215227" y="117158"/>
                </a:lnTo>
                <a:lnTo>
                  <a:pt x="234801" y="117158"/>
                </a:lnTo>
                <a:lnTo>
                  <a:pt x="254365" y="117158"/>
                </a:lnTo>
                <a:lnTo>
                  <a:pt x="273929" y="117158"/>
                </a:lnTo>
                <a:lnTo>
                  <a:pt x="293494" y="117158"/>
                </a:lnTo>
                <a:lnTo>
                  <a:pt x="313068" y="117158"/>
                </a:lnTo>
                <a:lnTo>
                  <a:pt x="332632" y="117158"/>
                </a:lnTo>
                <a:lnTo>
                  <a:pt x="352196" y="117158"/>
                </a:lnTo>
                <a:lnTo>
                  <a:pt x="371761" y="117158"/>
                </a:lnTo>
                <a:lnTo>
                  <a:pt x="391325" y="117158"/>
                </a:lnTo>
                <a:lnTo>
                  <a:pt x="410899" y="117158"/>
                </a:lnTo>
                <a:lnTo>
                  <a:pt x="430463" y="117158"/>
                </a:lnTo>
                <a:lnTo>
                  <a:pt x="450028" y="117158"/>
                </a:lnTo>
                <a:lnTo>
                  <a:pt x="469592" y="117158"/>
                </a:lnTo>
                <a:lnTo>
                  <a:pt x="489166" y="117158"/>
                </a:lnTo>
                <a:lnTo>
                  <a:pt x="508730" y="117158"/>
                </a:lnTo>
                <a:lnTo>
                  <a:pt x="528295" y="117158"/>
                </a:lnTo>
                <a:lnTo>
                  <a:pt x="547859" y="117158"/>
                </a:lnTo>
                <a:lnTo>
                  <a:pt x="567423" y="117158"/>
                </a:lnTo>
                <a:lnTo>
                  <a:pt x="586997" y="117158"/>
                </a:lnTo>
                <a:lnTo>
                  <a:pt x="606562" y="117158"/>
                </a:lnTo>
                <a:lnTo>
                  <a:pt x="626126" y="117158"/>
                </a:lnTo>
                <a:lnTo>
                  <a:pt x="645690" y="117158"/>
                </a:lnTo>
                <a:lnTo>
                  <a:pt x="665264" y="117158"/>
                </a:lnTo>
                <a:lnTo>
                  <a:pt x="684828" y="117158"/>
                </a:lnTo>
                <a:lnTo>
                  <a:pt x="704393" y="117158"/>
                </a:lnTo>
                <a:lnTo>
                  <a:pt x="723957" y="117158"/>
                </a:lnTo>
                <a:lnTo>
                  <a:pt x="743522" y="117158"/>
                </a:lnTo>
                <a:lnTo>
                  <a:pt x="763095" y="117158"/>
                </a:lnTo>
                <a:lnTo>
                  <a:pt x="782660" y="117158"/>
                </a:lnTo>
                <a:lnTo>
                  <a:pt x="802224" y="117158"/>
                </a:lnTo>
                <a:lnTo>
                  <a:pt x="821788" y="117158"/>
                </a:lnTo>
                <a:lnTo>
                  <a:pt x="841362" y="117158"/>
                </a:lnTo>
                <a:lnTo>
                  <a:pt x="860927" y="117158"/>
                </a:lnTo>
                <a:lnTo>
                  <a:pt x="880491" y="117158"/>
                </a:lnTo>
                <a:lnTo>
                  <a:pt x="900055" y="117158"/>
                </a:lnTo>
                <a:lnTo>
                  <a:pt x="919620" y="117158"/>
                </a:lnTo>
                <a:lnTo>
                  <a:pt x="939194" y="117158"/>
                </a:lnTo>
                <a:lnTo>
                  <a:pt x="958758" y="117158"/>
                </a:lnTo>
                <a:lnTo>
                  <a:pt x="978322" y="117158"/>
                </a:lnTo>
                <a:lnTo>
                  <a:pt x="997887" y="117158"/>
                </a:lnTo>
                <a:lnTo>
                  <a:pt x="1017460" y="117158"/>
                </a:lnTo>
                <a:lnTo>
                  <a:pt x="1037025" y="117158"/>
                </a:lnTo>
                <a:lnTo>
                  <a:pt x="1056589" y="117158"/>
                </a:lnTo>
                <a:lnTo>
                  <a:pt x="1076154" y="117158"/>
                </a:lnTo>
                <a:lnTo>
                  <a:pt x="1095718" y="117158"/>
                </a:lnTo>
                <a:lnTo>
                  <a:pt x="1115292" y="117158"/>
                </a:lnTo>
                <a:lnTo>
                  <a:pt x="1134856" y="117158"/>
                </a:lnTo>
                <a:lnTo>
                  <a:pt x="1154420" y="117158"/>
                </a:lnTo>
                <a:lnTo>
                  <a:pt x="1173985" y="117158"/>
                </a:lnTo>
                <a:lnTo>
                  <a:pt x="1193559" y="117158"/>
                </a:lnTo>
                <a:lnTo>
                  <a:pt x="1213123" y="117158"/>
                </a:lnTo>
                <a:lnTo>
                  <a:pt x="1232687" y="117158"/>
                </a:lnTo>
                <a:lnTo>
                  <a:pt x="1252252" y="117158"/>
                </a:lnTo>
                <a:lnTo>
                  <a:pt x="1271816" y="117158"/>
                </a:lnTo>
                <a:lnTo>
                  <a:pt x="1291390" y="117158"/>
                </a:lnTo>
                <a:lnTo>
                  <a:pt x="1310954" y="117158"/>
                </a:lnTo>
                <a:lnTo>
                  <a:pt x="1330519" y="117158"/>
                </a:lnTo>
                <a:lnTo>
                  <a:pt x="1350083" y="117158"/>
                </a:lnTo>
                <a:lnTo>
                  <a:pt x="1369657" y="117158"/>
                </a:lnTo>
                <a:lnTo>
                  <a:pt x="1389221" y="117158"/>
                </a:lnTo>
                <a:lnTo>
                  <a:pt x="1408786" y="117158"/>
                </a:lnTo>
                <a:lnTo>
                  <a:pt x="1428350" y="117158"/>
                </a:lnTo>
                <a:lnTo>
                  <a:pt x="1447914" y="117158"/>
                </a:lnTo>
                <a:lnTo>
                  <a:pt x="1467488" y="117158"/>
                </a:lnTo>
                <a:lnTo>
                  <a:pt x="1487053" y="117158"/>
                </a:lnTo>
                <a:lnTo>
                  <a:pt x="1506617" y="117158"/>
                </a:lnTo>
                <a:lnTo>
                  <a:pt x="1526181" y="117158"/>
                </a:lnTo>
                <a:lnTo>
                  <a:pt x="1545755" y="117158"/>
                </a:lnTo>
                <a:lnTo>
                  <a:pt x="1565319" y="117158"/>
                </a:lnTo>
                <a:lnTo>
                  <a:pt x="1584884" y="117158"/>
                </a:lnTo>
                <a:lnTo>
                  <a:pt x="1604448" y="117158"/>
                </a:lnTo>
                <a:lnTo>
                  <a:pt x="1624013" y="117158"/>
                </a:lnTo>
                <a:lnTo>
                  <a:pt x="1643586" y="117158"/>
                </a:lnTo>
                <a:lnTo>
                  <a:pt x="1663151" y="117158"/>
                </a:lnTo>
                <a:lnTo>
                  <a:pt x="1682715" y="117158"/>
                </a:lnTo>
                <a:lnTo>
                  <a:pt x="1702279" y="117158"/>
                </a:lnTo>
                <a:lnTo>
                  <a:pt x="1721853" y="117158"/>
                </a:lnTo>
                <a:lnTo>
                  <a:pt x="1741418" y="117158"/>
                </a:lnTo>
                <a:lnTo>
                  <a:pt x="1760982" y="117158"/>
                </a:lnTo>
                <a:lnTo>
                  <a:pt x="1780546" y="117158"/>
                </a:lnTo>
                <a:lnTo>
                  <a:pt x="1800111" y="117158"/>
                </a:lnTo>
                <a:lnTo>
                  <a:pt x="1819685" y="117158"/>
                </a:lnTo>
                <a:lnTo>
                  <a:pt x="1839249" y="117158"/>
                </a:lnTo>
                <a:lnTo>
                  <a:pt x="1858813" y="117158"/>
                </a:lnTo>
                <a:lnTo>
                  <a:pt x="1878378" y="117158"/>
                </a:lnTo>
                <a:lnTo>
                  <a:pt x="1897952" y="117158"/>
                </a:lnTo>
                <a:lnTo>
                  <a:pt x="1917516" y="117158"/>
                </a:lnTo>
                <a:lnTo>
                  <a:pt x="1937080" y="117158"/>
                </a:lnTo>
                <a:lnTo>
                  <a:pt x="1956645" y="117158"/>
                </a:lnTo>
                <a:lnTo>
                  <a:pt x="1976209" y="117158"/>
                </a:lnTo>
                <a:lnTo>
                  <a:pt x="1995783" y="117158"/>
                </a:lnTo>
                <a:lnTo>
                  <a:pt x="2015347" y="117158"/>
                </a:lnTo>
                <a:lnTo>
                  <a:pt x="2034911" y="117158"/>
                </a:lnTo>
                <a:lnTo>
                  <a:pt x="2054476" y="117158"/>
                </a:lnTo>
                <a:lnTo>
                  <a:pt x="2074050" y="117158"/>
                </a:lnTo>
                <a:lnTo>
                  <a:pt x="2093614" y="117158"/>
                </a:lnTo>
                <a:lnTo>
                  <a:pt x="2113178" y="117158"/>
                </a:lnTo>
                <a:lnTo>
                  <a:pt x="2132743" y="117158"/>
                </a:lnTo>
                <a:lnTo>
                  <a:pt x="2152202" y="116805"/>
                </a:lnTo>
                <a:lnTo>
                  <a:pt x="2168204" y="105556"/>
                </a:lnTo>
                <a:lnTo>
                  <a:pt x="2184216" y="94298"/>
                </a:lnTo>
                <a:lnTo>
                  <a:pt x="2200227" y="83048"/>
                </a:lnTo>
                <a:lnTo>
                  <a:pt x="2216229" y="71799"/>
                </a:lnTo>
                <a:lnTo>
                  <a:pt x="2232241" y="60550"/>
                </a:lnTo>
                <a:lnTo>
                  <a:pt x="2248243" y="49301"/>
                </a:lnTo>
                <a:lnTo>
                  <a:pt x="2264254" y="38043"/>
                </a:lnTo>
                <a:lnTo>
                  <a:pt x="2280266" y="26794"/>
                </a:lnTo>
                <a:lnTo>
                  <a:pt x="2296268" y="15545"/>
                </a:lnTo>
                <a:lnTo>
                  <a:pt x="2312279" y="4296"/>
                </a:lnTo>
                <a:lnTo>
                  <a:pt x="2306279" y="0"/>
                </a:lnTo>
                <a:lnTo>
                  <a:pt x="2286714" y="0"/>
                </a:lnTo>
                <a:lnTo>
                  <a:pt x="2267150" y="0"/>
                </a:lnTo>
                <a:lnTo>
                  <a:pt x="2247586" y="0"/>
                </a:lnTo>
                <a:lnTo>
                  <a:pt x="2228012" y="0"/>
                </a:lnTo>
                <a:lnTo>
                  <a:pt x="2208447" y="0"/>
                </a:lnTo>
                <a:lnTo>
                  <a:pt x="2188883" y="0"/>
                </a:lnTo>
                <a:lnTo>
                  <a:pt x="2169319" y="0"/>
                </a:lnTo>
                <a:lnTo>
                  <a:pt x="2149754" y="0"/>
                </a:lnTo>
                <a:lnTo>
                  <a:pt x="2130181" y="0"/>
                </a:lnTo>
                <a:lnTo>
                  <a:pt x="2110616" y="0"/>
                </a:lnTo>
                <a:lnTo>
                  <a:pt x="2091052" y="0"/>
                </a:lnTo>
                <a:lnTo>
                  <a:pt x="2071487" y="0"/>
                </a:lnTo>
                <a:lnTo>
                  <a:pt x="2051914" y="0"/>
                </a:lnTo>
                <a:lnTo>
                  <a:pt x="2032349" y="0"/>
                </a:lnTo>
                <a:lnTo>
                  <a:pt x="2012785" y="0"/>
                </a:lnTo>
                <a:lnTo>
                  <a:pt x="1993221" y="0"/>
                </a:lnTo>
                <a:lnTo>
                  <a:pt x="1973656" y="0"/>
                </a:lnTo>
                <a:lnTo>
                  <a:pt x="1954082" y="0"/>
                </a:lnTo>
                <a:lnTo>
                  <a:pt x="1934518" y="0"/>
                </a:lnTo>
                <a:lnTo>
                  <a:pt x="1914954" y="0"/>
                </a:lnTo>
                <a:lnTo>
                  <a:pt x="1895389" y="0"/>
                </a:lnTo>
                <a:lnTo>
                  <a:pt x="1875815" y="0"/>
                </a:lnTo>
                <a:lnTo>
                  <a:pt x="1856251" y="0"/>
                </a:lnTo>
                <a:lnTo>
                  <a:pt x="1836687" y="0"/>
                </a:lnTo>
                <a:lnTo>
                  <a:pt x="1817122" y="0"/>
                </a:lnTo>
                <a:lnTo>
                  <a:pt x="1797558" y="0"/>
                </a:lnTo>
                <a:lnTo>
                  <a:pt x="1777984" y="0"/>
                </a:lnTo>
                <a:lnTo>
                  <a:pt x="1758420" y="0"/>
                </a:lnTo>
                <a:lnTo>
                  <a:pt x="1738855" y="0"/>
                </a:lnTo>
                <a:lnTo>
                  <a:pt x="1719291" y="0"/>
                </a:lnTo>
                <a:lnTo>
                  <a:pt x="1699717" y="0"/>
                </a:lnTo>
                <a:lnTo>
                  <a:pt x="1680153" y="0"/>
                </a:lnTo>
                <a:lnTo>
                  <a:pt x="1660589" y="0"/>
                </a:lnTo>
                <a:lnTo>
                  <a:pt x="1641024" y="0"/>
                </a:lnTo>
                <a:lnTo>
                  <a:pt x="1621460" y="0"/>
                </a:lnTo>
                <a:lnTo>
                  <a:pt x="1601886" y="0"/>
                </a:lnTo>
                <a:lnTo>
                  <a:pt x="1582322" y="0"/>
                </a:lnTo>
                <a:lnTo>
                  <a:pt x="1562757" y="0"/>
                </a:lnTo>
                <a:lnTo>
                  <a:pt x="1543193" y="0"/>
                </a:lnTo>
                <a:lnTo>
                  <a:pt x="1523619" y="0"/>
                </a:lnTo>
                <a:lnTo>
                  <a:pt x="1504055" y="0"/>
                </a:lnTo>
                <a:lnTo>
                  <a:pt x="1484490" y="0"/>
                </a:lnTo>
                <a:lnTo>
                  <a:pt x="1464926" y="0"/>
                </a:lnTo>
                <a:lnTo>
                  <a:pt x="1445362" y="0"/>
                </a:lnTo>
                <a:lnTo>
                  <a:pt x="1425788" y="0"/>
                </a:lnTo>
                <a:lnTo>
                  <a:pt x="1406223" y="0"/>
                </a:lnTo>
                <a:lnTo>
                  <a:pt x="1386659" y="0"/>
                </a:lnTo>
                <a:lnTo>
                  <a:pt x="1367095" y="0"/>
                </a:lnTo>
                <a:lnTo>
                  <a:pt x="1347521" y="0"/>
                </a:lnTo>
                <a:lnTo>
                  <a:pt x="1327956" y="0"/>
                </a:lnTo>
                <a:lnTo>
                  <a:pt x="1308392" y="0"/>
                </a:lnTo>
                <a:lnTo>
                  <a:pt x="1288828" y="0"/>
                </a:lnTo>
                <a:lnTo>
                  <a:pt x="1269263" y="0"/>
                </a:lnTo>
                <a:lnTo>
                  <a:pt x="1249690" y="0"/>
                </a:lnTo>
                <a:lnTo>
                  <a:pt x="1230125" y="0"/>
                </a:lnTo>
                <a:lnTo>
                  <a:pt x="1210561" y="0"/>
                </a:lnTo>
                <a:lnTo>
                  <a:pt x="1190996" y="0"/>
                </a:lnTo>
                <a:lnTo>
                  <a:pt x="1171423" y="0"/>
                </a:lnTo>
                <a:lnTo>
                  <a:pt x="1151858" y="0"/>
                </a:lnTo>
                <a:lnTo>
                  <a:pt x="1132294" y="0"/>
                </a:lnTo>
                <a:lnTo>
                  <a:pt x="1112730" y="0"/>
                </a:lnTo>
                <a:lnTo>
                  <a:pt x="1093165" y="0"/>
                </a:lnTo>
                <a:lnTo>
                  <a:pt x="1073591" y="0"/>
                </a:lnTo>
                <a:lnTo>
                  <a:pt x="1054027" y="0"/>
                </a:lnTo>
                <a:lnTo>
                  <a:pt x="1034463" y="0"/>
                </a:lnTo>
                <a:lnTo>
                  <a:pt x="1014898" y="0"/>
                </a:lnTo>
                <a:lnTo>
                  <a:pt x="995324" y="0"/>
                </a:lnTo>
                <a:lnTo>
                  <a:pt x="975760" y="0"/>
                </a:lnTo>
                <a:lnTo>
                  <a:pt x="956196" y="0"/>
                </a:lnTo>
                <a:lnTo>
                  <a:pt x="936631" y="0"/>
                </a:lnTo>
                <a:lnTo>
                  <a:pt x="917067" y="0"/>
                </a:lnTo>
                <a:lnTo>
                  <a:pt x="897493" y="0"/>
                </a:lnTo>
                <a:lnTo>
                  <a:pt x="877929" y="0"/>
                </a:lnTo>
                <a:lnTo>
                  <a:pt x="858364" y="0"/>
                </a:lnTo>
                <a:lnTo>
                  <a:pt x="838800" y="0"/>
                </a:lnTo>
                <a:lnTo>
                  <a:pt x="819226" y="0"/>
                </a:lnTo>
                <a:lnTo>
                  <a:pt x="799662" y="0"/>
                </a:lnTo>
                <a:lnTo>
                  <a:pt x="780098" y="0"/>
                </a:lnTo>
                <a:lnTo>
                  <a:pt x="760533" y="0"/>
                </a:lnTo>
                <a:lnTo>
                  <a:pt x="740969" y="0"/>
                </a:lnTo>
                <a:lnTo>
                  <a:pt x="721395" y="0"/>
                </a:lnTo>
                <a:lnTo>
                  <a:pt x="701831" y="0"/>
                </a:lnTo>
                <a:lnTo>
                  <a:pt x="682266" y="0"/>
                </a:lnTo>
                <a:lnTo>
                  <a:pt x="662702" y="0"/>
                </a:lnTo>
                <a:lnTo>
                  <a:pt x="643128" y="0"/>
                </a:lnTo>
                <a:lnTo>
                  <a:pt x="623564" y="0"/>
                </a:lnTo>
                <a:lnTo>
                  <a:pt x="603999" y="0"/>
                </a:lnTo>
                <a:lnTo>
                  <a:pt x="584435" y="0"/>
                </a:lnTo>
                <a:lnTo>
                  <a:pt x="564871" y="0"/>
                </a:lnTo>
                <a:lnTo>
                  <a:pt x="545297" y="0"/>
                </a:lnTo>
                <a:lnTo>
                  <a:pt x="525732" y="0"/>
                </a:lnTo>
                <a:lnTo>
                  <a:pt x="506168" y="0"/>
                </a:lnTo>
                <a:lnTo>
                  <a:pt x="486604" y="0"/>
                </a:lnTo>
                <a:lnTo>
                  <a:pt x="467030" y="0"/>
                </a:lnTo>
                <a:lnTo>
                  <a:pt x="447465" y="0"/>
                </a:lnTo>
                <a:lnTo>
                  <a:pt x="427901" y="0"/>
                </a:lnTo>
                <a:lnTo>
                  <a:pt x="408337" y="0"/>
                </a:lnTo>
                <a:lnTo>
                  <a:pt x="388772" y="0"/>
                </a:lnTo>
                <a:lnTo>
                  <a:pt x="369199" y="0"/>
                </a:lnTo>
                <a:lnTo>
                  <a:pt x="349634" y="0"/>
                </a:lnTo>
                <a:lnTo>
                  <a:pt x="330070" y="0"/>
                </a:lnTo>
                <a:lnTo>
                  <a:pt x="310505" y="0"/>
                </a:lnTo>
                <a:lnTo>
                  <a:pt x="291494" y="2972"/>
                </a:lnTo>
                <a:lnTo>
                  <a:pt x="273282" y="10106"/>
                </a:lnTo>
                <a:lnTo>
                  <a:pt x="255060" y="17250"/>
                </a:lnTo>
                <a:lnTo>
                  <a:pt x="236839" y="24384"/>
                </a:lnTo>
                <a:lnTo>
                  <a:pt x="218627" y="31518"/>
                </a:lnTo>
                <a:lnTo>
                  <a:pt x="200406" y="38652"/>
                </a:lnTo>
                <a:lnTo>
                  <a:pt x="182185" y="45796"/>
                </a:lnTo>
                <a:lnTo>
                  <a:pt x="163963" y="52930"/>
                </a:lnTo>
                <a:lnTo>
                  <a:pt x="145752" y="60065"/>
                </a:lnTo>
                <a:lnTo>
                  <a:pt x="127530" y="67199"/>
                </a:lnTo>
                <a:lnTo>
                  <a:pt x="109309" y="74343"/>
                </a:lnTo>
                <a:lnTo>
                  <a:pt x="91097" y="81477"/>
                </a:lnTo>
                <a:lnTo>
                  <a:pt x="72876" y="88611"/>
                </a:lnTo>
                <a:lnTo>
                  <a:pt x="54654" y="95745"/>
                </a:lnTo>
                <a:lnTo>
                  <a:pt x="36433" y="102880"/>
                </a:lnTo>
                <a:lnTo>
                  <a:pt x="18221" y="110023"/>
                </a:lnTo>
                <a:lnTo>
                  <a:pt x="0" y="117158"/>
                </a:lnTo>
              </a:path>
            </a:pathLst>
          </a:cu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26" name="maturity-step-inset-4">
            <a:extLst xmlns:a="http://schemas.openxmlformats.org/drawingml/2006/main">
              <a:ext uri="{FF2B5EF4-FFF2-40B4-BE49-F238E27FC236}">
                <a16:creationId xmlns:a16="http://schemas.microsoft.com/office/drawing/2014/main" id="{25A61DD9-22C2-4A72-A9D4-F38752B6E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39100" y="3818573"/>
            <a:ext cx="2098358" cy="117158"/>
          </a:xfrm>
          <a:custGeom xmlns:a="http://schemas.openxmlformats.org/drawingml/2006/main">
            <a:pathLst>
              <a:path w="2098358" h="117158">
                <a:moveTo>
                  <a:pt x="0" y="117158"/>
                </a:moveTo>
                <a:lnTo>
                  <a:pt x="18888" y="117158"/>
                </a:lnTo>
                <a:lnTo>
                  <a:pt x="37776" y="117158"/>
                </a:lnTo>
                <a:lnTo>
                  <a:pt x="56664" y="117158"/>
                </a:lnTo>
                <a:lnTo>
                  <a:pt x="75552" y="117158"/>
                </a:lnTo>
                <a:lnTo>
                  <a:pt x="94431" y="117158"/>
                </a:lnTo>
                <a:lnTo>
                  <a:pt x="113319" y="117158"/>
                </a:lnTo>
                <a:lnTo>
                  <a:pt x="132207" y="117158"/>
                </a:lnTo>
                <a:lnTo>
                  <a:pt x="151095" y="117158"/>
                </a:lnTo>
                <a:lnTo>
                  <a:pt x="169983" y="117158"/>
                </a:lnTo>
                <a:lnTo>
                  <a:pt x="188871" y="117158"/>
                </a:lnTo>
                <a:lnTo>
                  <a:pt x="207759" y="117158"/>
                </a:lnTo>
                <a:lnTo>
                  <a:pt x="226647" y="117158"/>
                </a:lnTo>
                <a:lnTo>
                  <a:pt x="245535" y="117158"/>
                </a:lnTo>
                <a:lnTo>
                  <a:pt x="264414" y="117158"/>
                </a:lnTo>
                <a:lnTo>
                  <a:pt x="283302" y="117158"/>
                </a:lnTo>
                <a:lnTo>
                  <a:pt x="302190" y="117158"/>
                </a:lnTo>
                <a:lnTo>
                  <a:pt x="321078" y="117158"/>
                </a:lnTo>
                <a:lnTo>
                  <a:pt x="339966" y="117158"/>
                </a:lnTo>
                <a:lnTo>
                  <a:pt x="358854" y="117158"/>
                </a:lnTo>
                <a:lnTo>
                  <a:pt x="377742" y="117158"/>
                </a:lnTo>
                <a:lnTo>
                  <a:pt x="396631" y="117158"/>
                </a:lnTo>
                <a:lnTo>
                  <a:pt x="415519" y="117158"/>
                </a:lnTo>
                <a:lnTo>
                  <a:pt x="434397" y="117158"/>
                </a:lnTo>
                <a:lnTo>
                  <a:pt x="453285" y="117158"/>
                </a:lnTo>
                <a:lnTo>
                  <a:pt x="472173" y="117158"/>
                </a:lnTo>
                <a:lnTo>
                  <a:pt x="491061" y="117158"/>
                </a:lnTo>
                <a:lnTo>
                  <a:pt x="509949" y="117158"/>
                </a:lnTo>
                <a:lnTo>
                  <a:pt x="528838" y="117158"/>
                </a:lnTo>
                <a:lnTo>
                  <a:pt x="547726" y="117158"/>
                </a:lnTo>
                <a:lnTo>
                  <a:pt x="566614" y="117158"/>
                </a:lnTo>
                <a:lnTo>
                  <a:pt x="585502" y="117158"/>
                </a:lnTo>
                <a:lnTo>
                  <a:pt x="604380" y="117158"/>
                </a:lnTo>
                <a:lnTo>
                  <a:pt x="623268" y="117158"/>
                </a:lnTo>
                <a:lnTo>
                  <a:pt x="642156" y="117158"/>
                </a:lnTo>
                <a:lnTo>
                  <a:pt x="661045" y="117158"/>
                </a:lnTo>
                <a:lnTo>
                  <a:pt x="679933" y="117158"/>
                </a:lnTo>
                <a:lnTo>
                  <a:pt x="698821" y="117158"/>
                </a:lnTo>
                <a:lnTo>
                  <a:pt x="717709" y="117158"/>
                </a:lnTo>
                <a:lnTo>
                  <a:pt x="736597" y="117158"/>
                </a:lnTo>
                <a:lnTo>
                  <a:pt x="755485" y="117158"/>
                </a:lnTo>
                <a:lnTo>
                  <a:pt x="774363" y="117158"/>
                </a:lnTo>
                <a:lnTo>
                  <a:pt x="793252" y="117158"/>
                </a:lnTo>
                <a:lnTo>
                  <a:pt x="812140" y="117158"/>
                </a:lnTo>
                <a:lnTo>
                  <a:pt x="831028" y="117158"/>
                </a:lnTo>
                <a:lnTo>
                  <a:pt x="849916" y="117158"/>
                </a:lnTo>
                <a:lnTo>
                  <a:pt x="868804" y="117158"/>
                </a:lnTo>
                <a:lnTo>
                  <a:pt x="887692" y="117158"/>
                </a:lnTo>
                <a:lnTo>
                  <a:pt x="906580" y="117158"/>
                </a:lnTo>
                <a:lnTo>
                  <a:pt x="925468" y="117158"/>
                </a:lnTo>
                <a:lnTo>
                  <a:pt x="944347" y="117158"/>
                </a:lnTo>
                <a:lnTo>
                  <a:pt x="963235" y="117158"/>
                </a:lnTo>
                <a:lnTo>
                  <a:pt x="982123" y="117158"/>
                </a:lnTo>
                <a:lnTo>
                  <a:pt x="1001011" y="117158"/>
                </a:lnTo>
                <a:lnTo>
                  <a:pt x="1019899" y="117158"/>
                </a:lnTo>
                <a:lnTo>
                  <a:pt x="1038787" y="117158"/>
                </a:lnTo>
                <a:lnTo>
                  <a:pt x="1057675" y="117158"/>
                </a:lnTo>
                <a:lnTo>
                  <a:pt x="1076563" y="117158"/>
                </a:lnTo>
                <a:lnTo>
                  <a:pt x="1095451" y="117158"/>
                </a:lnTo>
                <a:lnTo>
                  <a:pt x="1114330" y="117158"/>
                </a:lnTo>
                <a:lnTo>
                  <a:pt x="1133218" y="117158"/>
                </a:lnTo>
                <a:lnTo>
                  <a:pt x="1152106" y="117158"/>
                </a:lnTo>
                <a:lnTo>
                  <a:pt x="1170994" y="117158"/>
                </a:lnTo>
                <a:lnTo>
                  <a:pt x="1189882" y="117158"/>
                </a:lnTo>
                <a:lnTo>
                  <a:pt x="1208770" y="117158"/>
                </a:lnTo>
                <a:lnTo>
                  <a:pt x="1227658" y="117158"/>
                </a:lnTo>
                <a:lnTo>
                  <a:pt x="1246546" y="117158"/>
                </a:lnTo>
                <a:lnTo>
                  <a:pt x="1265434" y="117158"/>
                </a:lnTo>
                <a:lnTo>
                  <a:pt x="1284322" y="117158"/>
                </a:lnTo>
                <a:lnTo>
                  <a:pt x="1303201" y="117158"/>
                </a:lnTo>
                <a:lnTo>
                  <a:pt x="1322089" y="117158"/>
                </a:lnTo>
                <a:lnTo>
                  <a:pt x="1340977" y="117158"/>
                </a:lnTo>
                <a:lnTo>
                  <a:pt x="1359865" y="117158"/>
                </a:lnTo>
                <a:lnTo>
                  <a:pt x="1378753" y="117158"/>
                </a:lnTo>
                <a:lnTo>
                  <a:pt x="1397641" y="117158"/>
                </a:lnTo>
                <a:lnTo>
                  <a:pt x="1416529" y="117158"/>
                </a:lnTo>
                <a:lnTo>
                  <a:pt x="1435418" y="117158"/>
                </a:lnTo>
                <a:lnTo>
                  <a:pt x="1454296" y="117158"/>
                </a:lnTo>
                <a:lnTo>
                  <a:pt x="1473184" y="117158"/>
                </a:lnTo>
                <a:lnTo>
                  <a:pt x="1492072" y="117158"/>
                </a:lnTo>
                <a:lnTo>
                  <a:pt x="1510960" y="117158"/>
                </a:lnTo>
                <a:lnTo>
                  <a:pt x="1529848" y="117158"/>
                </a:lnTo>
                <a:lnTo>
                  <a:pt x="1548736" y="117158"/>
                </a:lnTo>
                <a:lnTo>
                  <a:pt x="1567625" y="117158"/>
                </a:lnTo>
                <a:lnTo>
                  <a:pt x="1586513" y="117158"/>
                </a:lnTo>
                <a:lnTo>
                  <a:pt x="1605401" y="117158"/>
                </a:lnTo>
                <a:lnTo>
                  <a:pt x="1624289" y="117158"/>
                </a:lnTo>
                <a:lnTo>
                  <a:pt x="1643167" y="117158"/>
                </a:lnTo>
                <a:lnTo>
                  <a:pt x="1662055" y="117158"/>
                </a:lnTo>
                <a:lnTo>
                  <a:pt x="1680943" y="117158"/>
                </a:lnTo>
                <a:lnTo>
                  <a:pt x="1699832" y="117158"/>
                </a:lnTo>
                <a:lnTo>
                  <a:pt x="1718720" y="117158"/>
                </a:lnTo>
                <a:lnTo>
                  <a:pt x="1737608" y="117158"/>
                </a:lnTo>
                <a:lnTo>
                  <a:pt x="1756496" y="117158"/>
                </a:lnTo>
                <a:lnTo>
                  <a:pt x="1775384" y="117158"/>
                </a:lnTo>
                <a:lnTo>
                  <a:pt x="1794272" y="117158"/>
                </a:lnTo>
                <a:lnTo>
                  <a:pt x="1813150" y="117158"/>
                </a:lnTo>
                <a:lnTo>
                  <a:pt x="1832039" y="117158"/>
                </a:lnTo>
                <a:lnTo>
                  <a:pt x="1850927" y="117158"/>
                </a:lnTo>
                <a:lnTo>
                  <a:pt x="1869815" y="117158"/>
                </a:lnTo>
                <a:lnTo>
                  <a:pt x="1888703" y="117158"/>
                </a:lnTo>
                <a:lnTo>
                  <a:pt x="1907591" y="117158"/>
                </a:lnTo>
                <a:lnTo>
                  <a:pt x="1926222" y="116329"/>
                </a:lnTo>
                <a:lnTo>
                  <a:pt x="1941871" y="105756"/>
                </a:lnTo>
                <a:lnTo>
                  <a:pt x="1957521" y="95183"/>
                </a:lnTo>
                <a:lnTo>
                  <a:pt x="1973170" y="84601"/>
                </a:lnTo>
                <a:lnTo>
                  <a:pt x="1988820" y="74028"/>
                </a:lnTo>
                <a:lnTo>
                  <a:pt x="2004470" y="63456"/>
                </a:lnTo>
                <a:lnTo>
                  <a:pt x="2020119" y="52883"/>
                </a:lnTo>
                <a:lnTo>
                  <a:pt x="2035759" y="42301"/>
                </a:lnTo>
                <a:lnTo>
                  <a:pt x="2051409" y="31728"/>
                </a:lnTo>
                <a:lnTo>
                  <a:pt x="2067058" y="21155"/>
                </a:lnTo>
                <a:lnTo>
                  <a:pt x="2082708" y="10573"/>
                </a:lnTo>
                <a:lnTo>
                  <a:pt x="2098358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7" name="maturity-step-projection-4">
            <a:extLst xmlns:a="http://schemas.openxmlformats.org/drawingml/2006/main">
              <a:ext uri="{FF2B5EF4-FFF2-40B4-BE49-F238E27FC236}">
                <a16:creationId xmlns:a16="http://schemas.microsoft.com/office/drawing/2014/main" id="{8A93A41D-D0B4-406B-93A6-A87272090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31518" y="3818573"/>
            <a:ext cx="18059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8" name="level-1-text-heading">
            <a:extLst xmlns:a="http://schemas.openxmlformats.org/drawingml/2006/main">
              <a:ext uri="{FF2B5EF4-FFF2-40B4-BE49-F238E27FC236}">
                <a16:creationId xmlns:a16="http://schemas.microsoft.com/office/drawing/2014/main" id="{9BA419E0-2AC3-4DCB-A1F1-329682132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7343" y="4450404"/>
            <a:ext cx="1150144" cy="1909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被动处理</a:t>
            </a:r>
          </a:p>
        </p:txBody>
      </p:sp>
      <p:sp>
        <p:nvSpPr>
          <p:cNvPr id="29" name="level-1-text-body">
            <a:extLst xmlns:a="http://schemas.openxmlformats.org/drawingml/2006/main">
              <a:ext uri="{FF2B5EF4-FFF2-40B4-BE49-F238E27FC236}">
                <a16:creationId xmlns:a16="http://schemas.microsoft.com/office/drawing/2014/main" id="{9B405D8B-1AFB-47FF-B08C-F5CA38853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7343" y="4698502"/>
            <a:ext cx="1150144" cy="365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故障后临时组织抢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修</a:t>
            </a:r>
          </a:p>
        </p:txBody>
      </p:sp>
      <p:sp>
        <p:nvSpPr>
          <p:cNvPr id="30" name="maturity-level-index-1">
            <a:extLst xmlns:a="http://schemas.openxmlformats.org/drawingml/2006/main">
              <a:ext uri="{FF2B5EF4-FFF2-40B4-BE49-F238E27FC236}">
                <a16:creationId xmlns:a16="http://schemas.microsoft.com/office/drawing/2014/main" id="{D2333534-1BE5-4516-A709-F23599BFB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79506" y="5264201"/>
            <a:ext cx="365817" cy="36581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31" name="level-2-text-heading">
            <a:extLst xmlns:a="http://schemas.openxmlformats.org/drawingml/2006/main">
              <a:ext uri="{FF2B5EF4-FFF2-40B4-BE49-F238E27FC236}">
                <a16:creationId xmlns:a16="http://schemas.microsoft.com/office/drawing/2014/main" id="{A4B6FA55-2D89-4824-9532-AD1AD2CB4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72423" y="3926977"/>
            <a:ext cx="1150144" cy="1909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形成记录</a:t>
            </a:r>
          </a:p>
        </p:txBody>
      </p:sp>
      <p:sp>
        <p:nvSpPr>
          <p:cNvPr id="32" name="level-2-text-body">
            <a:extLst xmlns:a="http://schemas.openxmlformats.org/drawingml/2006/main">
              <a:ext uri="{FF2B5EF4-FFF2-40B4-BE49-F238E27FC236}">
                <a16:creationId xmlns:a16="http://schemas.microsoft.com/office/drawing/2014/main" id="{28860951-A578-4B10-87D3-78EF1517A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72423" y="4175074"/>
            <a:ext cx="1150144" cy="365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故障原因与处理过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程可查</a:t>
            </a:r>
          </a:p>
        </p:txBody>
      </p:sp>
      <p:sp>
        <p:nvSpPr>
          <p:cNvPr id="33" name="maturity-level-index-2">
            <a:extLst xmlns:a="http://schemas.openxmlformats.org/drawingml/2006/main">
              <a:ext uri="{FF2B5EF4-FFF2-40B4-BE49-F238E27FC236}">
                <a16:creationId xmlns:a16="http://schemas.microsoft.com/office/drawing/2014/main" id="{994D60DF-7AF3-4042-A24C-100118C67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4729" y="4740916"/>
            <a:ext cx="365817" cy="36581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34" name="level-3-text-heading">
            <a:extLst xmlns:a="http://schemas.openxmlformats.org/drawingml/2006/main">
              <a:ext uri="{FF2B5EF4-FFF2-40B4-BE49-F238E27FC236}">
                <a16:creationId xmlns:a16="http://schemas.microsoft.com/office/drawing/2014/main" id="{174DC77E-730A-4B3F-AA33-B9C6490C3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57655" y="3403549"/>
            <a:ext cx="1150144" cy="1909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计划维护</a:t>
            </a:r>
          </a:p>
        </p:txBody>
      </p:sp>
      <p:sp>
        <p:nvSpPr>
          <p:cNvPr id="35" name="level-3-text-body">
            <a:extLst xmlns:a="http://schemas.openxmlformats.org/drawingml/2006/main">
              <a:ext uri="{FF2B5EF4-FFF2-40B4-BE49-F238E27FC236}">
                <a16:creationId xmlns:a16="http://schemas.microsoft.com/office/drawing/2014/main" id="{FF7FC87A-7D6C-4254-BD2D-B21E1BAFB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57655" y="3651647"/>
            <a:ext cx="1150144" cy="365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按周期检查并落实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责任</a:t>
            </a:r>
          </a:p>
        </p:txBody>
      </p:sp>
      <p:sp>
        <p:nvSpPr>
          <p:cNvPr id="36" name="maturity-level-index-3">
            <a:extLst xmlns:a="http://schemas.openxmlformats.org/drawingml/2006/main">
              <a:ext uri="{FF2B5EF4-FFF2-40B4-BE49-F238E27FC236}">
                <a16:creationId xmlns:a16="http://schemas.microsoft.com/office/drawing/2014/main" id="{BD90640A-E095-493B-9174-D854B4FDA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49818" y="4217489"/>
            <a:ext cx="365817" cy="36581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37" name="level-4-text-heading">
            <a:extLst xmlns:a="http://schemas.openxmlformats.org/drawingml/2006/main">
              <a:ext uri="{FF2B5EF4-FFF2-40B4-BE49-F238E27FC236}">
                <a16:creationId xmlns:a16="http://schemas.microsoft.com/office/drawing/2014/main" id="{014E64E9-D9CE-4E57-A47C-00E161BEB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42734" y="2880122"/>
            <a:ext cx="1150144" cy="1909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持续改善</a:t>
            </a:r>
          </a:p>
        </p:txBody>
      </p:sp>
      <p:sp>
        <p:nvSpPr>
          <p:cNvPr id="38" name="level-4-text-body">
            <a:extLst xmlns:a="http://schemas.openxmlformats.org/drawingml/2006/main">
              <a:ext uri="{FF2B5EF4-FFF2-40B4-BE49-F238E27FC236}">
                <a16:creationId xmlns:a16="http://schemas.microsoft.com/office/drawing/2014/main" id="{41AD6D38-FBCA-40A3-B67A-2A4E84EF9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42734" y="3128220"/>
            <a:ext cx="1150144" cy="365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用复盘减少重复故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障</a:t>
            </a:r>
          </a:p>
        </p:txBody>
      </p:sp>
      <p:sp>
        <p:nvSpPr>
          <p:cNvPr id="39" name="maturity-level-index-4">
            <a:extLst xmlns:a="http://schemas.openxmlformats.org/drawingml/2006/main">
              <a:ext uri="{FF2B5EF4-FFF2-40B4-BE49-F238E27FC236}">
                <a16:creationId xmlns:a16="http://schemas.microsoft.com/office/drawing/2014/main" id="{19D1329F-C15C-4023-A2A1-B4B849B78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34898" y="3694062"/>
            <a:ext cx="365817" cy="36581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</p:sp>
      <p:sp>
        <p:nvSpPr>
          <p:cNvPr id="40" name="maturity-current-status">
            <a:extLst xmlns:a="http://schemas.openxmlformats.org/drawingml/2006/main">
              <a:ext uri="{FF2B5EF4-FFF2-40B4-BE49-F238E27FC236}">
                <a16:creationId xmlns:a16="http://schemas.microsoft.com/office/drawing/2014/main" id="{BB22F99D-F24A-4F2C-A2FE-142C2ECBE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26334" y="5158978"/>
            <a:ext cx="442322" cy="234848"/>
          </a:xfrm>
          <a:prstGeom xmlns:a="http://schemas.openxmlformats.org/drawingml/2006/main" prst="roundRect">
            <a:avLst>
              <a:gd name="adj" fmla="val 48224"/>
            </a:avLst>
          </a:prstGeom>
          <a:solidFill xmlns:a="http://schemas.openxmlformats.org/drawingml/2006/main">
            <a:srgbClr val="F5F4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当前</a:t>
            </a:r>
          </a:p>
        </p:txBody>
      </p:sp>
      <p:sp>
        <p:nvSpPr>
          <p:cNvPr id="41" name="maturity-target-status">
            <a:extLst xmlns:a="http://schemas.openxmlformats.org/drawingml/2006/main">
              <a:ext uri="{FF2B5EF4-FFF2-40B4-BE49-F238E27FC236}">
                <a16:creationId xmlns:a16="http://schemas.microsoft.com/office/drawing/2014/main" id="{9F4A2F0C-F66F-42A7-9324-FDA0DC833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96645" y="4112266"/>
            <a:ext cx="442322" cy="234848"/>
          </a:xfrm>
          <a:prstGeom xmlns:a="http://schemas.openxmlformats.org/drawingml/2006/main" prst="roundRect">
            <a:avLst>
              <a:gd name="adj" fmla="val 48224"/>
            </a:avLst>
          </a:prstGeom>
          <a:solidFill xmlns:a="http://schemas.openxmlformats.org/drawingml/2006/main">
            <a:srgbClr val="F5F4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目标</a:t>
            </a:r>
          </a:p>
        </p:txBody>
      </p:sp>
    </p:spTree>
    <p:extLst>
      <p:ext uri="{BB962C8B-B14F-4D97-AF65-F5344CB8AC3E}">
        <p14:creationId xmlns:p14="http://schemas.microsoft.com/office/powerpoint/2010/main" val="5717219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2026-09-08T05:41:45.6020000Z</dcterms:created>
  <dcterms:modified xsi:type="dcterms:W3CDTF">2026-09-08T05:41:45.6020000Z</dcterms:modified>
</coreProperties>
</file>