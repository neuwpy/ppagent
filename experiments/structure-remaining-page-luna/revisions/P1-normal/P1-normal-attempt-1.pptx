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1ba780837b45d9" /><Relationship Type="http://schemas.openxmlformats.org/officeDocument/2006/relationships/extended-properties" Target="/docProps/app.xml" Id="R0be641510dbd4a74" /><Relationship Type="http://schemas.openxmlformats.org/officeDocument/2006/relationships/officeDocument" Target="/ppt/presentation.xml" Id="Rd36983a8ffb6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1517150494f19"/>
  </p:sldMasterIdLst>
  <p:notesMasterIdLst>
    <p:notesMasterId xmlns:r="http://schemas.openxmlformats.org/officeDocument/2006/relationships" r:id="R99dfddfaaf4841e0"/>
  </p:notesMasterIdLst>
  <p:sldIdLst>
    <p:sldId xmlns:r="http://schemas.openxmlformats.org/officeDocument/2006/relationships" id="256" r:id="R12ffa45558f542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87b25256f4b31" /><Relationship Type="http://schemas.openxmlformats.org/officeDocument/2006/relationships/slideMaster" Target="/ppt/slideMasters/slideMaster1.xml" Id="Rfd11517150494f19" /><Relationship Type="http://schemas.openxmlformats.org/officeDocument/2006/relationships/notesMaster" Target="/ppt/notesMasters/notesMaster1.xml" Id="R99dfddfaaf4841e0" /><Relationship Type="http://schemas.openxmlformats.org/officeDocument/2006/relationships/presProps" Target="/ppt/presProps.xml" Id="Rc7ac2c85c3a34e84" /><Relationship Type="http://schemas.openxmlformats.org/officeDocument/2006/relationships/tableStyles" Target="/ppt/tableStyles.xml" Id="R280cf2c680f04cef" /><Relationship Type="http://schemas.openxmlformats.org/officeDocument/2006/relationships/slide" Target="/ppt/slides/slide1.xml" Id="R12ffa45558f5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89121b19a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5e4deb68a4f44" /><Relationship Type="http://schemas.openxmlformats.org/officeDocument/2006/relationships/notesMaster" Target="/ppt/notesMasters/notesMaster1.xml" Id="R898e562ab04c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49ab7da4246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e5da73d3043ef" /><Relationship Type="http://schemas.openxmlformats.org/officeDocument/2006/relationships/slideLayout" Target="/ppt/slideLayouts/slideLayout1.xml" Id="Rf9acdbc1fb65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cdbc1fb65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008e7d5444b01" /><Relationship Type="http://schemas.openxmlformats.org/officeDocument/2006/relationships/image" Target="/ppt/media/image.png" Id="R729583e5015b4b7a" /><Relationship Type="http://schemas.openxmlformats.org/officeDocument/2006/relationships/image" Target="/ppt/media/image.svg" Id="Rdd24b035bd6a4644" /><Relationship Type="http://schemas.openxmlformats.org/officeDocument/2006/relationships/image" Target="/ppt/media/image2.png" Id="R44eb030cadce4790" /><Relationship Type="http://schemas.openxmlformats.org/officeDocument/2006/relationships/image" Target="/ppt/media/image2.svg" Id="R709a59a209c3439d" /><Relationship Type="http://schemas.openxmlformats.org/officeDocument/2006/relationships/image" Target="/ppt/media/image3.png" Id="R69daa05aec354e03" /><Relationship Type="http://schemas.openxmlformats.org/officeDocument/2006/relationships/image" Target="/ppt/media/image3.svg" Id="Rc33690b6aed3432d" /><Relationship Type="http://schemas.openxmlformats.org/officeDocument/2006/relationships/image" Target="/ppt/media/image4.png" Id="R3ec68e59faf14351" /><Relationship Type="http://schemas.openxmlformats.org/officeDocument/2006/relationships/image" Target="/ppt/media/image4.svg" Id="R812782779d354209" /><Relationship Type="http://schemas.openxmlformats.org/officeDocument/2006/relationships/notesSlide" Target="/ppt/notesSlides/notesSlide1.xml" Id="R5e4d9e96c1a847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3BCEF327-251E-4B7E-B70C-9F86421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DF06ED62-5ACD-4AE1-9D90-8069F74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0D25907-AB4F-4472-B565-ED43BB7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交接验收：从文件交付到工作接续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689BC44-82A1-4C44-9B11-FE0A4B7C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17214B59-6A4E-4C19-9749-54D994B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526" y="13144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接手者能独立继续工作，才算交接完成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7A5F1D99-562E-4FFF-8F73-92D24E4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526" y="1762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发送文件只是交接动作，验收还要核对以下四项。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EEA4DB-4C08-4398-9747-80A66BFC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7EE6D409-710C-4B41-88AA-85DBB3B6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279" y="3553568"/>
            <a:ext cx="2747696" cy="460372"/>
          </a:xfrm>
          <a:custGeom xmlns:a="http://schemas.openxmlformats.org/drawingml/2006/main">
            <a:pathLst>
              <a:path w="2747696" h="460372">
                <a:moveTo>
                  <a:pt x="2746848" y="0"/>
                </a:moveTo>
                <a:lnTo>
                  <a:pt x="2747696" y="16955"/>
                </a:lnTo>
                <a:lnTo>
                  <a:pt x="2747315" y="33919"/>
                </a:lnTo>
                <a:lnTo>
                  <a:pt x="2745991" y="50854"/>
                </a:lnTo>
                <a:lnTo>
                  <a:pt x="2743772" y="67761"/>
                </a:lnTo>
                <a:lnTo>
                  <a:pt x="2740704" y="84620"/>
                </a:lnTo>
                <a:lnTo>
                  <a:pt x="2736799" y="101403"/>
                </a:lnTo>
                <a:lnTo>
                  <a:pt x="2732037" y="118091"/>
                </a:lnTo>
                <a:lnTo>
                  <a:pt x="2726417" y="134684"/>
                </a:lnTo>
                <a:lnTo>
                  <a:pt x="2719930" y="151152"/>
                </a:lnTo>
                <a:lnTo>
                  <a:pt x="2712549" y="167459"/>
                </a:lnTo>
                <a:lnTo>
                  <a:pt x="2704262" y="183604"/>
                </a:lnTo>
                <a:lnTo>
                  <a:pt x="2695032" y="199539"/>
                </a:lnTo>
                <a:lnTo>
                  <a:pt x="2684869" y="215246"/>
                </a:lnTo>
                <a:lnTo>
                  <a:pt x="2673734" y="230686"/>
                </a:lnTo>
                <a:lnTo>
                  <a:pt x="2661618" y="245831"/>
                </a:lnTo>
                <a:lnTo>
                  <a:pt x="2648512" y="260652"/>
                </a:lnTo>
                <a:lnTo>
                  <a:pt x="2634415" y="275092"/>
                </a:lnTo>
                <a:lnTo>
                  <a:pt x="2619318" y="289141"/>
                </a:lnTo>
                <a:lnTo>
                  <a:pt x="2603230" y="302733"/>
                </a:lnTo>
                <a:lnTo>
                  <a:pt x="2586171" y="315859"/>
                </a:lnTo>
                <a:lnTo>
                  <a:pt x="2568169" y="328460"/>
                </a:lnTo>
                <a:lnTo>
                  <a:pt x="2549242" y="340519"/>
                </a:lnTo>
                <a:lnTo>
                  <a:pt x="2529430" y="352006"/>
                </a:lnTo>
                <a:lnTo>
                  <a:pt x="2508790" y="362893"/>
                </a:lnTo>
                <a:lnTo>
                  <a:pt x="2487368" y="373161"/>
                </a:lnTo>
                <a:lnTo>
                  <a:pt x="2465213" y="382791"/>
                </a:lnTo>
                <a:lnTo>
                  <a:pt x="2442401" y="391782"/>
                </a:lnTo>
                <a:lnTo>
                  <a:pt x="2418969" y="400136"/>
                </a:lnTo>
                <a:lnTo>
                  <a:pt x="2395004" y="407841"/>
                </a:lnTo>
                <a:lnTo>
                  <a:pt x="2370534" y="414919"/>
                </a:lnTo>
                <a:lnTo>
                  <a:pt x="2345646" y="421367"/>
                </a:lnTo>
                <a:lnTo>
                  <a:pt x="2320385" y="427215"/>
                </a:lnTo>
                <a:lnTo>
                  <a:pt x="2294792" y="432464"/>
                </a:lnTo>
                <a:lnTo>
                  <a:pt x="2268922" y="437140"/>
                </a:lnTo>
                <a:lnTo>
                  <a:pt x="2242814" y="441274"/>
                </a:lnTo>
                <a:lnTo>
                  <a:pt x="2216515" y="444865"/>
                </a:lnTo>
                <a:lnTo>
                  <a:pt x="2190055" y="447961"/>
                </a:lnTo>
                <a:lnTo>
                  <a:pt x="2163461" y="450561"/>
                </a:lnTo>
                <a:lnTo>
                  <a:pt x="2136762" y="452704"/>
                </a:lnTo>
                <a:lnTo>
                  <a:pt x="2109978" y="454400"/>
                </a:lnTo>
                <a:lnTo>
                  <a:pt x="2083146" y="455666"/>
                </a:lnTo>
                <a:lnTo>
                  <a:pt x="2056247" y="456267"/>
                </a:lnTo>
                <a:lnTo>
                  <a:pt x="2029339" y="456667"/>
                </a:lnTo>
                <a:lnTo>
                  <a:pt x="2002431" y="456981"/>
                </a:lnTo>
                <a:lnTo>
                  <a:pt x="1975514" y="457248"/>
                </a:lnTo>
                <a:lnTo>
                  <a:pt x="1948605" y="457486"/>
                </a:lnTo>
                <a:lnTo>
                  <a:pt x="1921688" y="457695"/>
                </a:lnTo>
                <a:lnTo>
                  <a:pt x="1894780" y="457895"/>
                </a:lnTo>
                <a:lnTo>
                  <a:pt x="1867862" y="458067"/>
                </a:lnTo>
                <a:lnTo>
                  <a:pt x="1840954" y="458229"/>
                </a:lnTo>
                <a:lnTo>
                  <a:pt x="1814036" y="458391"/>
                </a:lnTo>
                <a:lnTo>
                  <a:pt x="1787128" y="458534"/>
                </a:lnTo>
                <a:lnTo>
                  <a:pt x="1760210" y="458667"/>
                </a:lnTo>
                <a:lnTo>
                  <a:pt x="1733293" y="458800"/>
                </a:lnTo>
                <a:lnTo>
                  <a:pt x="1706385" y="458915"/>
                </a:lnTo>
                <a:lnTo>
                  <a:pt x="1679467" y="459029"/>
                </a:lnTo>
                <a:lnTo>
                  <a:pt x="1652559" y="459134"/>
                </a:lnTo>
                <a:lnTo>
                  <a:pt x="1625641" y="459238"/>
                </a:lnTo>
                <a:lnTo>
                  <a:pt x="1598724" y="459334"/>
                </a:lnTo>
                <a:lnTo>
                  <a:pt x="1571816" y="459429"/>
                </a:lnTo>
                <a:lnTo>
                  <a:pt x="1544898" y="459515"/>
                </a:lnTo>
                <a:lnTo>
                  <a:pt x="1517980" y="459591"/>
                </a:lnTo>
                <a:lnTo>
                  <a:pt x="1491072" y="459667"/>
                </a:lnTo>
                <a:lnTo>
                  <a:pt x="1464154" y="459743"/>
                </a:lnTo>
                <a:lnTo>
                  <a:pt x="1437237" y="459810"/>
                </a:lnTo>
                <a:lnTo>
                  <a:pt x="1410329" y="459877"/>
                </a:lnTo>
                <a:lnTo>
                  <a:pt x="1383411" y="459934"/>
                </a:lnTo>
                <a:lnTo>
                  <a:pt x="1356493" y="459991"/>
                </a:lnTo>
                <a:lnTo>
                  <a:pt x="1329585" y="460048"/>
                </a:lnTo>
                <a:lnTo>
                  <a:pt x="1302668" y="460086"/>
                </a:lnTo>
                <a:lnTo>
                  <a:pt x="1275750" y="460134"/>
                </a:lnTo>
                <a:lnTo>
                  <a:pt x="1248842" y="460172"/>
                </a:lnTo>
                <a:lnTo>
                  <a:pt x="1221924" y="460210"/>
                </a:lnTo>
                <a:lnTo>
                  <a:pt x="1195007" y="460238"/>
                </a:lnTo>
                <a:lnTo>
                  <a:pt x="1168098" y="460267"/>
                </a:lnTo>
                <a:lnTo>
                  <a:pt x="1141181" y="460296"/>
                </a:lnTo>
                <a:lnTo>
                  <a:pt x="1114263" y="460315"/>
                </a:lnTo>
                <a:lnTo>
                  <a:pt x="1087345" y="460334"/>
                </a:lnTo>
                <a:lnTo>
                  <a:pt x="1060437" y="460353"/>
                </a:lnTo>
                <a:lnTo>
                  <a:pt x="1033520" y="460362"/>
                </a:lnTo>
                <a:lnTo>
                  <a:pt x="1006602" y="460362"/>
                </a:lnTo>
                <a:lnTo>
                  <a:pt x="979694" y="460372"/>
                </a:lnTo>
                <a:lnTo>
                  <a:pt x="952776" y="460362"/>
                </a:lnTo>
                <a:lnTo>
                  <a:pt x="925859" y="460362"/>
                </a:lnTo>
                <a:lnTo>
                  <a:pt x="898950" y="460353"/>
                </a:lnTo>
                <a:lnTo>
                  <a:pt x="872033" y="460334"/>
                </a:lnTo>
                <a:lnTo>
                  <a:pt x="845115" y="460315"/>
                </a:lnTo>
                <a:lnTo>
                  <a:pt x="818207" y="460286"/>
                </a:lnTo>
                <a:lnTo>
                  <a:pt x="791289" y="460267"/>
                </a:lnTo>
                <a:lnTo>
                  <a:pt x="764372" y="460229"/>
                </a:lnTo>
                <a:lnTo>
                  <a:pt x="737464" y="460191"/>
                </a:lnTo>
                <a:lnTo>
                  <a:pt x="710546" y="460153"/>
                </a:lnTo>
                <a:lnTo>
                  <a:pt x="683628" y="460105"/>
                </a:lnTo>
                <a:lnTo>
                  <a:pt x="656711" y="460048"/>
                </a:lnTo>
                <a:lnTo>
                  <a:pt x="629803" y="459991"/>
                </a:lnTo>
                <a:lnTo>
                  <a:pt x="602885" y="459924"/>
                </a:lnTo>
                <a:lnTo>
                  <a:pt x="575967" y="459848"/>
                </a:lnTo>
                <a:lnTo>
                  <a:pt x="549059" y="459762"/>
                </a:lnTo>
                <a:lnTo>
                  <a:pt x="522141" y="459686"/>
                </a:lnTo>
                <a:lnTo>
                  <a:pt x="495233" y="459591"/>
                </a:lnTo>
                <a:lnTo>
                  <a:pt x="468316" y="459486"/>
                </a:lnTo>
                <a:lnTo>
                  <a:pt x="441398" y="459372"/>
                </a:lnTo>
                <a:lnTo>
                  <a:pt x="414490" y="459248"/>
                </a:lnTo>
                <a:lnTo>
                  <a:pt x="387572" y="459115"/>
                </a:lnTo>
                <a:lnTo>
                  <a:pt x="360655" y="458972"/>
                </a:lnTo>
                <a:lnTo>
                  <a:pt x="333746" y="458819"/>
                </a:lnTo>
                <a:lnTo>
                  <a:pt x="306829" y="458648"/>
                </a:lnTo>
                <a:lnTo>
                  <a:pt x="279921" y="458457"/>
                </a:lnTo>
                <a:lnTo>
                  <a:pt x="253003" y="458248"/>
                </a:lnTo>
                <a:lnTo>
                  <a:pt x="226095" y="458019"/>
                </a:lnTo>
                <a:lnTo>
                  <a:pt x="199187" y="457772"/>
                </a:lnTo>
                <a:lnTo>
                  <a:pt x="172269" y="457486"/>
                </a:lnTo>
                <a:lnTo>
                  <a:pt x="145361" y="457162"/>
                </a:lnTo>
                <a:lnTo>
                  <a:pt x="118453" y="456800"/>
                </a:lnTo>
                <a:lnTo>
                  <a:pt x="91545" y="456362"/>
                </a:lnTo>
                <a:lnTo>
                  <a:pt x="64646" y="455838"/>
                </a:lnTo>
                <a:lnTo>
                  <a:pt x="37757" y="455143"/>
                </a:lnTo>
                <a:lnTo>
                  <a:pt x="10897" y="454038"/>
                </a:lnTo>
                <a:lnTo>
                  <a:pt x="4991" y="440246"/>
                </a:lnTo>
                <a:lnTo>
                  <a:pt x="4639" y="423291"/>
                </a:lnTo>
                <a:lnTo>
                  <a:pt x="4277" y="406327"/>
                </a:lnTo>
                <a:lnTo>
                  <a:pt x="3924" y="389363"/>
                </a:lnTo>
                <a:lnTo>
                  <a:pt x="3562" y="372399"/>
                </a:lnTo>
                <a:lnTo>
                  <a:pt x="3210" y="355435"/>
                </a:lnTo>
                <a:lnTo>
                  <a:pt x="2848" y="338471"/>
                </a:lnTo>
                <a:lnTo>
                  <a:pt x="2496" y="321507"/>
                </a:lnTo>
                <a:lnTo>
                  <a:pt x="2143" y="304543"/>
                </a:lnTo>
                <a:lnTo>
                  <a:pt x="1781" y="287588"/>
                </a:lnTo>
                <a:lnTo>
                  <a:pt x="1429" y="270624"/>
                </a:lnTo>
                <a:lnTo>
                  <a:pt x="1067" y="253660"/>
                </a:lnTo>
                <a:lnTo>
                  <a:pt x="714" y="236696"/>
                </a:lnTo>
                <a:lnTo>
                  <a:pt x="352" y="219732"/>
                </a:lnTo>
                <a:lnTo>
                  <a:pt x="0" y="202768"/>
                </a:lnTo>
                <a:lnTo>
                  <a:pt x="9877" y="191672"/>
                </a:lnTo>
                <a:lnTo>
                  <a:pt x="36719" y="190443"/>
                </a:lnTo>
                <a:lnTo>
                  <a:pt x="63579" y="189405"/>
                </a:lnTo>
                <a:lnTo>
                  <a:pt x="90459" y="188538"/>
                </a:lnTo>
                <a:lnTo>
                  <a:pt x="117348" y="187833"/>
                </a:lnTo>
                <a:lnTo>
                  <a:pt x="144256" y="187262"/>
                </a:lnTo>
                <a:lnTo>
                  <a:pt x="171155" y="186823"/>
                </a:lnTo>
                <a:lnTo>
                  <a:pt x="198063" y="186499"/>
                </a:lnTo>
                <a:lnTo>
                  <a:pt x="224981" y="186280"/>
                </a:lnTo>
                <a:lnTo>
                  <a:pt x="251898" y="186157"/>
                </a:lnTo>
                <a:lnTo>
                  <a:pt x="278806" y="186128"/>
                </a:lnTo>
                <a:lnTo>
                  <a:pt x="305724" y="186176"/>
                </a:lnTo>
                <a:lnTo>
                  <a:pt x="332642" y="186299"/>
                </a:lnTo>
                <a:lnTo>
                  <a:pt x="359550" y="186490"/>
                </a:lnTo>
                <a:lnTo>
                  <a:pt x="386458" y="186738"/>
                </a:lnTo>
                <a:lnTo>
                  <a:pt x="413375" y="187052"/>
                </a:lnTo>
                <a:lnTo>
                  <a:pt x="440284" y="187423"/>
                </a:lnTo>
                <a:lnTo>
                  <a:pt x="467182" y="187843"/>
                </a:lnTo>
                <a:lnTo>
                  <a:pt x="494090" y="188309"/>
                </a:lnTo>
                <a:lnTo>
                  <a:pt x="520989" y="188814"/>
                </a:lnTo>
                <a:lnTo>
                  <a:pt x="547897" y="189367"/>
                </a:lnTo>
                <a:lnTo>
                  <a:pt x="574796" y="189948"/>
                </a:lnTo>
                <a:lnTo>
                  <a:pt x="601685" y="190567"/>
                </a:lnTo>
                <a:lnTo>
                  <a:pt x="628583" y="191224"/>
                </a:lnTo>
                <a:lnTo>
                  <a:pt x="655482" y="191900"/>
                </a:lnTo>
                <a:lnTo>
                  <a:pt x="682371" y="192615"/>
                </a:lnTo>
                <a:lnTo>
                  <a:pt x="709260" y="193348"/>
                </a:lnTo>
                <a:lnTo>
                  <a:pt x="736149" y="194100"/>
                </a:lnTo>
                <a:lnTo>
                  <a:pt x="763029" y="194872"/>
                </a:lnTo>
                <a:lnTo>
                  <a:pt x="789918" y="195672"/>
                </a:lnTo>
                <a:lnTo>
                  <a:pt x="816797" y="196482"/>
                </a:lnTo>
                <a:lnTo>
                  <a:pt x="843686" y="197310"/>
                </a:lnTo>
                <a:lnTo>
                  <a:pt x="870566" y="198139"/>
                </a:lnTo>
                <a:lnTo>
                  <a:pt x="897446" y="198996"/>
                </a:lnTo>
                <a:lnTo>
                  <a:pt x="924325" y="199844"/>
                </a:lnTo>
                <a:lnTo>
                  <a:pt x="951205" y="200720"/>
                </a:lnTo>
                <a:lnTo>
                  <a:pt x="978084" y="201587"/>
                </a:lnTo>
                <a:lnTo>
                  <a:pt x="1004964" y="202463"/>
                </a:lnTo>
                <a:lnTo>
                  <a:pt x="1031843" y="203349"/>
                </a:lnTo>
                <a:lnTo>
                  <a:pt x="1058723" y="204226"/>
                </a:lnTo>
                <a:lnTo>
                  <a:pt x="1085602" y="205102"/>
                </a:lnTo>
                <a:lnTo>
                  <a:pt x="1112482" y="205978"/>
                </a:lnTo>
                <a:lnTo>
                  <a:pt x="1139361" y="206854"/>
                </a:lnTo>
                <a:lnTo>
                  <a:pt x="1166241" y="207731"/>
                </a:lnTo>
                <a:lnTo>
                  <a:pt x="1193121" y="208588"/>
                </a:lnTo>
                <a:lnTo>
                  <a:pt x="1220000" y="209445"/>
                </a:lnTo>
                <a:lnTo>
                  <a:pt x="1246880" y="210293"/>
                </a:lnTo>
                <a:lnTo>
                  <a:pt x="1273759" y="211131"/>
                </a:lnTo>
                <a:lnTo>
                  <a:pt x="1300648" y="211941"/>
                </a:lnTo>
                <a:lnTo>
                  <a:pt x="1327528" y="212750"/>
                </a:lnTo>
                <a:lnTo>
                  <a:pt x="1354417" y="213541"/>
                </a:lnTo>
                <a:lnTo>
                  <a:pt x="1381306" y="214303"/>
                </a:lnTo>
                <a:lnTo>
                  <a:pt x="1408186" y="215046"/>
                </a:lnTo>
                <a:lnTo>
                  <a:pt x="1435084" y="215770"/>
                </a:lnTo>
                <a:lnTo>
                  <a:pt x="1461973" y="216465"/>
                </a:lnTo>
                <a:lnTo>
                  <a:pt x="1488862" y="217132"/>
                </a:lnTo>
                <a:lnTo>
                  <a:pt x="1515761" y="217770"/>
                </a:lnTo>
                <a:lnTo>
                  <a:pt x="1542659" y="218370"/>
                </a:lnTo>
                <a:lnTo>
                  <a:pt x="1569558" y="218942"/>
                </a:lnTo>
                <a:lnTo>
                  <a:pt x="1596457" y="219466"/>
                </a:lnTo>
                <a:lnTo>
                  <a:pt x="1623365" y="219951"/>
                </a:lnTo>
                <a:lnTo>
                  <a:pt x="1650273" y="220389"/>
                </a:lnTo>
                <a:lnTo>
                  <a:pt x="1677181" y="220780"/>
                </a:lnTo>
                <a:lnTo>
                  <a:pt x="1704089" y="221113"/>
                </a:lnTo>
                <a:lnTo>
                  <a:pt x="1730997" y="221380"/>
                </a:lnTo>
                <a:lnTo>
                  <a:pt x="1757915" y="221590"/>
                </a:lnTo>
                <a:lnTo>
                  <a:pt x="1784823" y="221732"/>
                </a:lnTo>
                <a:lnTo>
                  <a:pt x="1811741" y="221799"/>
                </a:lnTo>
                <a:lnTo>
                  <a:pt x="1838658" y="221780"/>
                </a:lnTo>
                <a:lnTo>
                  <a:pt x="1865567" y="221675"/>
                </a:lnTo>
                <a:lnTo>
                  <a:pt x="1892484" y="221475"/>
                </a:lnTo>
                <a:lnTo>
                  <a:pt x="1919392" y="221161"/>
                </a:lnTo>
                <a:lnTo>
                  <a:pt x="1946300" y="220723"/>
                </a:lnTo>
                <a:lnTo>
                  <a:pt x="1973199" y="220161"/>
                </a:lnTo>
                <a:lnTo>
                  <a:pt x="2000088" y="219456"/>
                </a:lnTo>
                <a:lnTo>
                  <a:pt x="2026968" y="218580"/>
                </a:lnTo>
                <a:lnTo>
                  <a:pt x="2053828" y="217532"/>
                </a:lnTo>
                <a:lnTo>
                  <a:pt x="2080670" y="216265"/>
                </a:lnTo>
                <a:lnTo>
                  <a:pt x="2107482" y="214770"/>
                </a:lnTo>
                <a:lnTo>
                  <a:pt x="2134248" y="212998"/>
                </a:lnTo>
                <a:lnTo>
                  <a:pt x="2160956" y="210912"/>
                </a:lnTo>
                <a:lnTo>
                  <a:pt x="2187588" y="208445"/>
                </a:lnTo>
                <a:lnTo>
                  <a:pt x="2214096" y="205530"/>
                </a:lnTo>
                <a:lnTo>
                  <a:pt x="2240442" y="202063"/>
                </a:lnTo>
                <a:lnTo>
                  <a:pt x="2266531" y="197901"/>
                </a:lnTo>
                <a:lnTo>
                  <a:pt x="2292220" y="192843"/>
                </a:lnTo>
                <a:lnTo>
                  <a:pt x="2317213" y="186566"/>
                </a:lnTo>
                <a:lnTo>
                  <a:pt x="2340959" y="178603"/>
                </a:lnTo>
                <a:lnTo>
                  <a:pt x="2362171" y="168221"/>
                </a:lnTo>
                <a:lnTo>
                  <a:pt x="2378021" y="154610"/>
                </a:lnTo>
                <a:lnTo>
                  <a:pt x="2384403" y="138265"/>
                </a:lnTo>
                <a:lnTo>
                  <a:pt x="2402453" y="129759"/>
                </a:lnTo>
                <a:lnTo>
                  <a:pt x="2427780" y="124035"/>
                </a:lnTo>
                <a:lnTo>
                  <a:pt x="2452764" y="117729"/>
                </a:lnTo>
                <a:lnTo>
                  <a:pt x="2477424" y="110938"/>
                </a:lnTo>
                <a:lnTo>
                  <a:pt x="2501770" y="103699"/>
                </a:lnTo>
                <a:lnTo>
                  <a:pt x="2525801" y="96060"/>
                </a:lnTo>
                <a:lnTo>
                  <a:pt x="2549500" y="88021"/>
                </a:lnTo>
                <a:lnTo>
                  <a:pt x="2572874" y="79610"/>
                </a:lnTo>
                <a:lnTo>
                  <a:pt x="2595905" y="70837"/>
                </a:lnTo>
                <a:lnTo>
                  <a:pt x="2618594" y="61703"/>
                </a:lnTo>
                <a:lnTo>
                  <a:pt x="2640921" y="52235"/>
                </a:lnTo>
                <a:lnTo>
                  <a:pt x="2662876" y="42424"/>
                </a:lnTo>
                <a:lnTo>
                  <a:pt x="2684459" y="32290"/>
                </a:lnTo>
                <a:lnTo>
                  <a:pt x="2705662" y="21841"/>
                </a:lnTo>
                <a:lnTo>
                  <a:pt x="2726455" y="11068"/>
                </a:lnTo>
                <a:lnTo>
                  <a:pt x="274684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3A2E1841-042E-4B5A-BE92-2DB8C58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2280942"/>
            <a:ext cx="2747067" cy="1731464"/>
          </a:xfrm>
          <a:custGeom xmlns:a="http://schemas.openxmlformats.org/drawingml/2006/main">
            <a:pathLst>
              <a:path w="2747067" h="1731464">
                <a:moveTo>
                  <a:pt x="0" y="1731464"/>
                </a:moveTo>
                <a:lnTo>
                  <a:pt x="44110" y="1731464"/>
                </a:lnTo>
                <a:lnTo>
                  <a:pt x="88211" y="1731464"/>
                </a:lnTo>
                <a:lnTo>
                  <a:pt x="132321" y="1731464"/>
                </a:lnTo>
                <a:lnTo>
                  <a:pt x="176432" y="1731464"/>
                </a:lnTo>
                <a:lnTo>
                  <a:pt x="220532" y="1731464"/>
                </a:lnTo>
                <a:lnTo>
                  <a:pt x="264643" y="1731464"/>
                </a:lnTo>
                <a:lnTo>
                  <a:pt x="308753" y="1731464"/>
                </a:lnTo>
                <a:lnTo>
                  <a:pt x="352854" y="1731464"/>
                </a:lnTo>
                <a:lnTo>
                  <a:pt x="396964" y="1731464"/>
                </a:lnTo>
                <a:lnTo>
                  <a:pt x="441074" y="1731464"/>
                </a:lnTo>
                <a:lnTo>
                  <a:pt x="485175" y="1731464"/>
                </a:lnTo>
                <a:lnTo>
                  <a:pt x="529285" y="1731464"/>
                </a:lnTo>
                <a:lnTo>
                  <a:pt x="573395" y="1731464"/>
                </a:lnTo>
                <a:lnTo>
                  <a:pt x="617496" y="1731464"/>
                </a:lnTo>
                <a:lnTo>
                  <a:pt x="661606" y="1731464"/>
                </a:lnTo>
                <a:lnTo>
                  <a:pt x="705717" y="1731464"/>
                </a:lnTo>
                <a:lnTo>
                  <a:pt x="749818" y="1731464"/>
                </a:lnTo>
                <a:lnTo>
                  <a:pt x="793928" y="1731464"/>
                </a:lnTo>
                <a:lnTo>
                  <a:pt x="838038" y="1731464"/>
                </a:lnTo>
                <a:lnTo>
                  <a:pt x="882139" y="1731464"/>
                </a:lnTo>
                <a:lnTo>
                  <a:pt x="926249" y="1731464"/>
                </a:lnTo>
                <a:lnTo>
                  <a:pt x="970359" y="1731464"/>
                </a:lnTo>
                <a:lnTo>
                  <a:pt x="1014460" y="1731464"/>
                </a:lnTo>
                <a:lnTo>
                  <a:pt x="1058570" y="1731464"/>
                </a:lnTo>
                <a:lnTo>
                  <a:pt x="1102681" y="1731464"/>
                </a:lnTo>
                <a:lnTo>
                  <a:pt x="1146791" y="1731464"/>
                </a:lnTo>
                <a:lnTo>
                  <a:pt x="1190892" y="1731464"/>
                </a:lnTo>
                <a:lnTo>
                  <a:pt x="1235002" y="1731464"/>
                </a:lnTo>
                <a:lnTo>
                  <a:pt x="1279112" y="1731464"/>
                </a:lnTo>
                <a:lnTo>
                  <a:pt x="1323213" y="1731464"/>
                </a:lnTo>
                <a:lnTo>
                  <a:pt x="1367323" y="1731464"/>
                </a:lnTo>
                <a:lnTo>
                  <a:pt x="1411434" y="1731464"/>
                </a:lnTo>
                <a:lnTo>
                  <a:pt x="1455534" y="1731464"/>
                </a:lnTo>
                <a:lnTo>
                  <a:pt x="1499645" y="1731464"/>
                </a:lnTo>
                <a:lnTo>
                  <a:pt x="1543755" y="1731464"/>
                </a:lnTo>
                <a:lnTo>
                  <a:pt x="1587856" y="1731464"/>
                </a:lnTo>
                <a:lnTo>
                  <a:pt x="1631966" y="1731464"/>
                </a:lnTo>
                <a:lnTo>
                  <a:pt x="1676076" y="1731464"/>
                </a:lnTo>
                <a:lnTo>
                  <a:pt x="1720177" y="1731464"/>
                </a:lnTo>
                <a:lnTo>
                  <a:pt x="1764287" y="1731464"/>
                </a:lnTo>
                <a:lnTo>
                  <a:pt x="1808397" y="1731464"/>
                </a:lnTo>
                <a:lnTo>
                  <a:pt x="1852060" y="1728330"/>
                </a:lnTo>
                <a:lnTo>
                  <a:pt x="1895494" y="1723482"/>
                </a:lnTo>
                <a:lnTo>
                  <a:pt x="1938919" y="1718624"/>
                </a:lnTo>
                <a:lnTo>
                  <a:pt x="1982353" y="1713767"/>
                </a:lnTo>
                <a:lnTo>
                  <a:pt x="2025777" y="1708909"/>
                </a:lnTo>
                <a:lnTo>
                  <a:pt x="2069211" y="1704051"/>
                </a:lnTo>
                <a:lnTo>
                  <a:pt x="2112635" y="1699193"/>
                </a:lnTo>
                <a:lnTo>
                  <a:pt x="2156069" y="1694336"/>
                </a:lnTo>
                <a:lnTo>
                  <a:pt x="2189216" y="1677333"/>
                </a:lnTo>
                <a:lnTo>
                  <a:pt x="2219820" y="1657312"/>
                </a:lnTo>
                <a:lnTo>
                  <a:pt x="2250434" y="1637290"/>
                </a:lnTo>
                <a:lnTo>
                  <a:pt x="2281037" y="1617278"/>
                </a:lnTo>
                <a:lnTo>
                  <a:pt x="2311641" y="1597257"/>
                </a:lnTo>
                <a:lnTo>
                  <a:pt x="2342245" y="1577235"/>
                </a:lnTo>
                <a:lnTo>
                  <a:pt x="2372849" y="1557223"/>
                </a:lnTo>
                <a:lnTo>
                  <a:pt x="2403462" y="1537202"/>
                </a:lnTo>
                <a:lnTo>
                  <a:pt x="2434066" y="1517180"/>
                </a:lnTo>
                <a:lnTo>
                  <a:pt x="2464670" y="1497168"/>
                </a:lnTo>
                <a:lnTo>
                  <a:pt x="2495274" y="1477147"/>
                </a:lnTo>
                <a:lnTo>
                  <a:pt x="2525878" y="1457125"/>
                </a:lnTo>
                <a:lnTo>
                  <a:pt x="2556491" y="1437113"/>
                </a:lnTo>
                <a:lnTo>
                  <a:pt x="2587095" y="1417091"/>
                </a:lnTo>
                <a:lnTo>
                  <a:pt x="2617699" y="1397070"/>
                </a:lnTo>
                <a:lnTo>
                  <a:pt x="2648302" y="1377048"/>
                </a:lnTo>
                <a:lnTo>
                  <a:pt x="2678906" y="1357036"/>
                </a:lnTo>
                <a:lnTo>
                  <a:pt x="2709510" y="1337015"/>
                </a:lnTo>
                <a:lnTo>
                  <a:pt x="2740123" y="1316993"/>
                </a:lnTo>
                <a:lnTo>
                  <a:pt x="2747067" y="1290961"/>
                </a:lnTo>
                <a:lnTo>
                  <a:pt x="2747067" y="1263167"/>
                </a:lnTo>
                <a:lnTo>
                  <a:pt x="2747067" y="1235364"/>
                </a:lnTo>
                <a:lnTo>
                  <a:pt x="2747067" y="1207560"/>
                </a:lnTo>
                <a:lnTo>
                  <a:pt x="2747067" y="1179757"/>
                </a:lnTo>
                <a:lnTo>
                  <a:pt x="2747067" y="1151963"/>
                </a:lnTo>
                <a:lnTo>
                  <a:pt x="2747067" y="1124160"/>
                </a:lnTo>
                <a:lnTo>
                  <a:pt x="2747067" y="1096356"/>
                </a:lnTo>
                <a:lnTo>
                  <a:pt x="2747067" y="1068562"/>
                </a:lnTo>
                <a:lnTo>
                  <a:pt x="2747067" y="1040759"/>
                </a:lnTo>
                <a:lnTo>
                  <a:pt x="2747067" y="1012955"/>
                </a:lnTo>
                <a:lnTo>
                  <a:pt x="2747067" y="985161"/>
                </a:lnTo>
                <a:lnTo>
                  <a:pt x="2747067" y="957358"/>
                </a:lnTo>
                <a:lnTo>
                  <a:pt x="2747067" y="929554"/>
                </a:lnTo>
                <a:lnTo>
                  <a:pt x="2747067" y="901751"/>
                </a:lnTo>
                <a:lnTo>
                  <a:pt x="2747067" y="873957"/>
                </a:lnTo>
                <a:lnTo>
                  <a:pt x="2747067" y="846153"/>
                </a:lnTo>
                <a:lnTo>
                  <a:pt x="2747067" y="818350"/>
                </a:lnTo>
                <a:lnTo>
                  <a:pt x="2747067" y="790556"/>
                </a:lnTo>
                <a:lnTo>
                  <a:pt x="2747067" y="762752"/>
                </a:lnTo>
                <a:lnTo>
                  <a:pt x="2747067" y="734949"/>
                </a:lnTo>
                <a:lnTo>
                  <a:pt x="2747067" y="707155"/>
                </a:lnTo>
                <a:lnTo>
                  <a:pt x="2747067" y="679352"/>
                </a:lnTo>
                <a:lnTo>
                  <a:pt x="2747067" y="651548"/>
                </a:lnTo>
                <a:lnTo>
                  <a:pt x="2747067" y="623754"/>
                </a:lnTo>
                <a:lnTo>
                  <a:pt x="2747067" y="595951"/>
                </a:lnTo>
                <a:lnTo>
                  <a:pt x="2747067" y="568147"/>
                </a:lnTo>
                <a:lnTo>
                  <a:pt x="2747067" y="540344"/>
                </a:lnTo>
                <a:lnTo>
                  <a:pt x="2747067" y="512550"/>
                </a:lnTo>
                <a:lnTo>
                  <a:pt x="2747067" y="484746"/>
                </a:lnTo>
                <a:lnTo>
                  <a:pt x="2747067" y="456943"/>
                </a:lnTo>
                <a:lnTo>
                  <a:pt x="2747067" y="429149"/>
                </a:lnTo>
                <a:lnTo>
                  <a:pt x="2747067" y="401345"/>
                </a:lnTo>
                <a:lnTo>
                  <a:pt x="2747067" y="373542"/>
                </a:lnTo>
                <a:lnTo>
                  <a:pt x="2747067" y="345748"/>
                </a:lnTo>
                <a:lnTo>
                  <a:pt x="2747067" y="317945"/>
                </a:lnTo>
                <a:lnTo>
                  <a:pt x="2747067" y="290141"/>
                </a:lnTo>
                <a:lnTo>
                  <a:pt x="2747067" y="262347"/>
                </a:lnTo>
                <a:lnTo>
                  <a:pt x="2747067" y="234544"/>
                </a:lnTo>
                <a:lnTo>
                  <a:pt x="2747067" y="206740"/>
                </a:lnTo>
                <a:lnTo>
                  <a:pt x="2747067" y="178937"/>
                </a:lnTo>
                <a:lnTo>
                  <a:pt x="2747067" y="151143"/>
                </a:lnTo>
                <a:lnTo>
                  <a:pt x="2747067" y="123339"/>
                </a:lnTo>
                <a:lnTo>
                  <a:pt x="2747067" y="95536"/>
                </a:lnTo>
                <a:lnTo>
                  <a:pt x="2747067" y="67742"/>
                </a:lnTo>
                <a:lnTo>
                  <a:pt x="2747067" y="39938"/>
                </a:lnTo>
                <a:lnTo>
                  <a:pt x="2747067" y="12135"/>
                </a:lnTo>
                <a:lnTo>
                  <a:pt x="2722216" y="0"/>
                </a:lnTo>
                <a:lnTo>
                  <a:pt x="2678116" y="0"/>
                </a:lnTo>
                <a:lnTo>
                  <a:pt x="2634005" y="0"/>
                </a:lnTo>
                <a:lnTo>
                  <a:pt x="2589895" y="0"/>
                </a:lnTo>
                <a:lnTo>
                  <a:pt x="2545794" y="0"/>
                </a:lnTo>
                <a:lnTo>
                  <a:pt x="2501684" y="0"/>
                </a:lnTo>
                <a:lnTo>
                  <a:pt x="2457574" y="0"/>
                </a:lnTo>
                <a:lnTo>
                  <a:pt x="2413473" y="0"/>
                </a:lnTo>
                <a:lnTo>
                  <a:pt x="2369363" y="0"/>
                </a:lnTo>
                <a:lnTo>
                  <a:pt x="2325253" y="0"/>
                </a:lnTo>
                <a:lnTo>
                  <a:pt x="2281152" y="0"/>
                </a:lnTo>
                <a:lnTo>
                  <a:pt x="2237042" y="0"/>
                </a:lnTo>
                <a:lnTo>
                  <a:pt x="2192931" y="0"/>
                </a:lnTo>
                <a:lnTo>
                  <a:pt x="2148830" y="0"/>
                </a:lnTo>
                <a:lnTo>
                  <a:pt x="2104720" y="0"/>
                </a:lnTo>
                <a:lnTo>
                  <a:pt x="2060610" y="0"/>
                </a:lnTo>
                <a:lnTo>
                  <a:pt x="2016509" y="0"/>
                </a:lnTo>
                <a:lnTo>
                  <a:pt x="1972399" y="0"/>
                </a:lnTo>
                <a:lnTo>
                  <a:pt x="1928289" y="0"/>
                </a:lnTo>
                <a:lnTo>
                  <a:pt x="1884178" y="0"/>
                </a:lnTo>
                <a:lnTo>
                  <a:pt x="1840078" y="0"/>
                </a:lnTo>
                <a:lnTo>
                  <a:pt x="1795967" y="0"/>
                </a:lnTo>
                <a:lnTo>
                  <a:pt x="1751857" y="0"/>
                </a:lnTo>
                <a:lnTo>
                  <a:pt x="1707756" y="0"/>
                </a:lnTo>
                <a:lnTo>
                  <a:pt x="1663646" y="0"/>
                </a:lnTo>
                <a:lnTo>
                  <a:pt x="1619536" y="0"/>
                </a:lnTo>
                <a:lnTo>
                  <a:pt x="1575435" y="0"/>
                </a:lnTo>
                <a:lnTo>
                  <a:pt x="1531325" y="0"/>
                </a:lnTo>
                <a:lnTo>
                  <a:pt x="1487214" y="0"/>
                </a:lnTo>
                <a:lnTo>
                  <a:pt x="1443114" y="0"/>
                </a:lnTo>
                <a:lnTo>
                  <a:pt x="1399003" y="0"/>
                </a:lnTo>
                <a:lnTo>
                  <a:pt x="1354893" y="0"/>
                </a:lnTo>
                <a:lnTo>
                  <a:pt x="1310792" y="0"/>
                </a:lnTo>
                <a:lnTo>
                  <a:pt x="1266682" y="0"/>
                </a:lnTo>
                <a:lnTo>
                  <a:pt x="1222572" y="0"/>
                </a:lnTo>
                <a:lnTo>
                  <a:pt x="1178471" y="0"/>
                </a:lnTo>
                <a:lnTo>
                  <a:pt x="1134361" y="0"/>
                </a:lnTo>
                <a:lnTo>
                  <a:pt x="1090251" y="0"/>
                </a:lnTo>
                <a:lnTo>
                  <a:pt x="1046150" y="0"/>
                </a:lnTo>
                <a:lnTo>
                  <a:pt x="1002040" y="0"/>
                </a:lnTo>
                <a:lnTo>
                  <a:pt x="957929" y="0"/>
                </a:lnTo>
                <a:lnTo>
                  <a:pt x="913829" y="0"/>
                </a:lnTo>
                <a:lnTo>
                  <a:pt x="869718" y="0"/>
                </a:lnTo>
                <a:lnTo>
                  <a:pt x="825608" y="0"/>
                </a:lnTo>
                <a:lnTo>
                  <a:pt x="781507" y="0"/>
                </a:lnTo>
                <a:lnTo>
                  <a:pt x="737397" y="0"/>
                </a:lnTo>
                <a:lnTo>
                  <a:pt x="693287" y="0"/>
                </a:lnTo>
                <a:lnTo>
                  <a:pt x="649186" y="0"/>
                </a:lnTo>
                <a:lnTo>
                  <a:pt x="605076" y="0"/>
                </a:lnTo>
                <a:lnTo>
                  <a:pt x="560965" y="0"/>
                </a:lnTo>
                <a:lnTo>
                  <a:pt x="516865" y="0"/>
                </a:lnTo>
                <a:lnTo>
                  <a:pt x="472754" y="0"/>
                </a:lnTo>
                <a:lnTo>
                  <a:pt x="428644" y="0"/>
                </a:lnTo>
                <a:lnTo>
                  <a:pt x="384543" y="0"/>
                </a:lnTo>
                <a:lnTo>
                  <a:pt x="340433" y="0"/>
                </a:lnTo>
                <a:lnTo>
                  <a:pt x="296323" y="0"/>
                </a:lnTo>
                <a:lnTo>
                  <a:pt x="252222" y="0"/>
                </a:lnTo>
                <a:lnTo>
                  <a:pt x="208112" y="0"/>
                </a:lnTo>
                <a:lnTo>
                  <a:pt x="164001" y="0"/>
                </a:lnTo>
                <a:lnTo>
                  <a:pt x="119891" y="0"/>
                </a:lnTo>
                <a:lnTo>
                  <a:pt x="75790" y="0"/>
                </a:lnTo>
                <a:lnTo>
                  <a:pt x="31680" y="0"/>
                </a:lnTo>
                <a:lnTo>
                  <a:pt x="0" y="7830"/>
                </a:lnTo>
                <a:lnTo>
                  <a:pt x="0" y="35633"/>
                </a:lnTo>
                <a:lnTo>
                  <a:pt x="0" y="63437"/>
                </a:lnTo>
                <a:lnTo>
                  <a:pt x="0" y="91230"/>
                </a:lnTo>
                <a:lnTo>
                  <a:pt x="0" y="119034"/>
                </a:lnTo>
                <a:lnTo>
                  <a:pt x="0" y="146837"/>
                </a:lnTo>
                <a:lnTo>
                  <a:pt x="0" y="174631"/>
                </a:lnTo>
                <a:lnTo>
                  <a:pt x="0" y="202435"/>
                </a:lnTo>
                <a:lnTo>
                  <a:pt x="0" y="230238"/>
                </a:lnTo>
                <a:lnTo>
                  <a:pt x="0" y="258032"/>
                </a:lnTo>
                <a:lnTo>
                  <a:pt x="0" y="285836"/>
                </a:lnTo>
                <a:lnTo>
                  <a:pt x="0" y="313639"/>
                </a:lnTo>
                <a:lnTo>
                  <a:pt x="0" y="341443"/>
                </a:lnTo>
                <a:lnTo>
                  <a:pt x="0" y="369237"/>
                </a:lnTo>
                <a:lnTo>
                  <a:pt x="0" y="397040"/>
                </a:lnTo>
                <a:lnTo>
                  <a:pt x="0" y="424844"/>
                </a:lnTo>
                <a:lnTo>
                  <a:pt x="0" y="452638"/>
                </a:lnTo>
                <a:lnTo>
                  <a:pt x="0" y="480441"/>
                </a:lnTo>
                <a:lnTo>
                  <a:pt x="0" y="508244"/>
                </a:lnTo>
                <a:lnTo>
                  <a:pt x="0" y="536038"/>
                </a:lnTo>
                <a:lnTo>
                  <a:pt x="0" y="563842"/>
                </a:lnTo>
                <a:lnTo>
                  <a:pt x="0" y="591645"/>
                </a:lnTo>
                <a:lnTo>
                  <a:pt x="0" y="619439"/>
                </a:lnTo>
                <a:lnTo>
                  <a:pt x="0" y="647243"/>
                </a:lnTo>
                <a:lnTo>
                  <a:pt x="0" y="675046"/>
                </a:lnTo>
                <a:lnTo>
                  <a:pt x="0" y="702850"/>
                </a:lnTo>
                <a:lnTo>
                  <a:pt x="0" y="730644"/>
                </a:lnTo>
                <a:lnTo>
                  <a:pt x="0" y="758447"/>
                </a:lnTo>
                <a:lnTo>
                  <a:pt x="0" y="786251"/>
                </a:lnTo>
                <a:lnTo>
                  <a:pt x="0" y="814045"/>
                </a:lnTo>
                <a:lnTo>
                  <a:pt x="0" y="841848"/>
                </a:lnTo>
                <a:lnTo>
                  <a:pt x="0" y="869652"/>
                </a:lnTo>
                <a:lnTo>
                  <a:pt x="0" y="897446"/>
                </a:lnTo>
                <a:lnTo>
                  <a:pt x="0" y="925249"/>
                </a:lnTo>
                <a:lnTo>
                  <a:pt x="0" y="953052"/>
                </a:lnTo>
                <a:lnTo>
                  <a:pt x="0" y="980856"/>
                </a:lnTo>
                <a:lnTo>
                  <a:pt x="0" y="1008650"/>
                </a:lnTo>
                <a:lnTo>
                  <a:pt x="0" y="1036453"/>
                </a:lnTo>
                <a:lnTo>
                  <a:pt x="0" y="1064257"/>
                </a:lnTo>
                <a:lnTo>
                  <a:pt x="0" y="1092051"/>
                </a:lnTo>
                <a:lnTo>
                  <a:pt x="0" y="1119854"/>
                </a:lnTo>
                <a:lnTo>
                  <a:pt x="0" y="1147658"/>
                </a:lnTo>
                <a:lnTo>
                  <a:pt x="0" y="1175452"/>
                </a:lnTo>
                <a:lnTo>
                  <a:pt x="0" y="1203255"/>
                </a:lnTo>
                <a:lnTo>
                  <a:pt x="0" y="1231059"/>
                </a:lnTo>
                <a:lnTo>
                  <a:pt x="0" y="1258853"/>
                </a:lnTo>
                <a:lnTo>
                  <a:pt x="0" y="1286656"/>
                </a:lnTo>
                <a:lnTo>
                  <a:pt x="0" y="1314460"/>
                </a:lnTo>
                <a:lnTo>
                  <a:pt x="0" y="1342263"/>
                </a:lnTo>
                <a:lnTo>
                  <a:pt x="0" y="1370057"/>
                </a:lnTo>
                <a:lnTo>
                  <a:pt x="0" y="1397860"/>
                </a:lnTo>
                <a:lnTo>
                  <a:pt x="0" y="1425664"/>
                </a:lnTo>
                <a:lnTo>
                  <a:pt x="0" y="1453458"/>
                </a:lnTo>
                <a:lnTo>
                  <a:pt x="0" y="1481261"/>
                </a:lnTo>
                <a:lnTo>
                  <a:pt x="0" y="1509065"/>
                </a:lnTo>
                <a:lnTo>
                  <a:pt x="0" y="1536859"/>
                </a:lnTo>
                <a:lnTo>
                  <a:pt x="0" y="1564662"/>
                </a:lnTo>
                <a:lnTo>
                  <a:pt x="0" y="1592466"/>
                </a:lnTo>
                <a:lnTo>
                  <a:pt x="0" y="1620260"/>
                </a:lnTo>
                <a:lnTo>
                  <a:pt x="0" y="1648063"/>
                </a:lnTo>
                <a:lnTo>
                  <a:pt x="0" y="1675867"/>
                </a:lnTo>
                <a:lnTo>
                  <a:pt x="0" y="1703670"/>
                </a:lnTo>
                <a:lnTo>
                  <a:pt x="0" y="17314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F02E89E9-3274-4FFC-9C61-BC84B83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2280942"/>
            <a:ext cx="2747067" cy="297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01D7389-313E-4C2E-8B22-E2A94DFE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4020" y="3593392"/>
            <a:ext cx="1012107" cy="419338"/>
          </a:xfrm>
          <a:custGeom xmlns:a="http://schemas.openxmlformats.org/drawingml/2006/main">
            <a:pathLst>
              <a:path w="1012107" h="419338">
                <a:moveTo>
                  <a:pt x="1012107" y="0"/>
                </a:moveTo>
                <a:lnTo>
                  <a:pt x="1010898" y="6953"/>
                </a:lnTo>
                <a:lnTo>
                  <a:pt x="1009317" y="13878"/>
                </a:lnTo>
                <a:lnTo>
                  <a:pt x="1007469" y="20784"/>
                </a:lnTo>
                <a:lnTo>
                  <a:pt x="1005392" y="27651"/>
                </a:lnTo>
                <a:lnTo>
                  <a:pt x="1003106" y="34500"/>
                </a:lnTo>
                <a:lnTo>
                  <a:pt x="1000620" y="41319"/>
                </a:lnTo>
                <a:lnTo>
                  <a:pt x="997934" y="48111"/>
                </a:lnTo>
                <a:lnTo>
                  <a:pt x="995077" y="54874"/>
                </a:lnTo>
                <a:lnTo>
                  <a:pt x="992048" y="61608"/>
                </a:lnTo>
                <a:lnTo>
                  <a:pt x="988838" y="68304"/>
                </a:lnTo>
                <a:lnTo>
                  <a:pt x="985456" y="74971"/>
                </a:lnTo>
                <a:lnTo>
                  <a:pt x="981913" y="81601"/>
                </a:lnTo>
                <a:lnTo>
                  <a:pt x="978208" y="88192"/>
                </a:lnTo>
                <a:lnTo>
                  <a:pt x="974341" y="94755"/>
                </a:lnTo>
                <a:lnTo>
                  <a:pt x="970302" y="101270"/>
                </a:lnTo>
                <a:lnTo>
                  <a:pt x="966121" y="107756"/>
                </a:lnTo>
                <a:lnTo>
                  <a:pt x="961777" y="114195"/>
                </a:lnTo>
                <a:lnTo>
                  <a:pt x="957272" y="120587"/>
                </a:lnTo>
                <a:lnTo>
                  <a:pt x="952614" y="126940"/>
                </a:lnTo>
                <a:lnTo>
                  <a:pt x="947804" y="133245"/>
                </a:lnTo>
                <a:lnTo>
                  <a:pt x="942842" y="139503"/>
                </a:lnTo>
                <a:lnTo>
                  <a:pt x="937736" y="145713"/>
                </a:lnTo>
                <a:lnTo>
                  <a:pt x="932469" y="151876"/>
                </a:lnTo>
                <a:lnTo>
                  <a:pt x="927059" y="157991"/>
                </a:lnTo>
                <a:lnTo>
                  <a:pt x="921496" y="164040"/>
                </a:lnTo>
                <a:lnTo>
                  <a:pt x="915791" y="170040"/>
                </a:lnTo>
                <a:lnTo>
                  <a:pt x="909933" y="175993"/>
                </a:lnTo>
                <a:lnTo>
                  <a:pt x="903932" y="181880"/>
                </a:lnTo>
                <a:lnTo>
                  <a:pt x="897788" y="187709"/>
                </a:lnTo>
                <a:lnTo>
                  <a:pt x="891511" y="193472"/>
                </a:lnTo>
                <a:lnTo>
                  <a:pt x="885082" y="199177"/>
                </a:lnTo>
                <a:lnTo>
                  <a:pt x="878519" y="204826"/>
                </a:lnTo>
                <a:lnTo>
                  <a:pt x="871823" y="210407"/>
                </a:lnTo>
                <a:lnTo>
                  <a:pt x="864984" y="215913"/>
                </a:lnTo>
                <a:lnTo>
                  <a:pt x="858012" y="221361"/>
                </a:lnTo>
                <a:lnTo>
                  <a:pt x="850906" y="226743"/>
                </a:lnTo>
                <a:lnTo>
                  <a:pt x="843677" y="232048"/>
                </a:lnTo>
                <a:lnTo>
                  <a:pt x="836314" y="237287"/>
                </a:lnTo>
                <a:lnTo>
                  <a:pt x="828818" y="242449"/>
                </a:lnTo>
                <a:lnTo>
                  <a:pt x="821207" y="247545"/>
                </a:lnTo>
                <a:lnTo>
                  <a:pt x="813473" y="252555"/>
                </a:lnTo>
                <a:lnTo>
                  <a:pt x="805615" y="257499"/>
                </a:lnTo>
                <a:lnTo>
                  <a:pt x="797633" y="262366"/>
                </a:lnTo>
                <a:lnTo>
                  <a:pt x="789546" y="267157"/>
                </a:lnTo>
                <a:lnTo>
                  <a:pt x="781336" y="271872"/>
                </a:lnTo>
                <a:lnTo>
                  <a:pt x="773020" y="276511"/>
                </a:lnTo>
                <a:lnTo>
                  <a:pt x="764591" y="281064"/>
                </a:lnTo>
                <a:lnTo>
                  <a:pt x="756066" y="285540"/>
                </a:lnTo>
                <a:lnTo>
                  <a:pt x="747427" y="289941"/>
                </a:lnTo>
                <a:lnTo>
                  <a:pt x="738692" y="294256"/>
                </a:lnTo>
                <a:lnTo>
                  <a:pt x="729853" y="298494"/>
                </a:lnTo>
                <a:lnTo>
                  <a:pt x="720919" y="302647"/>
                </a:lnTo>
                <a:lnTo>
                  <a:pt x="711899" y="306715"/>
                </a:lnTo>
                <a:lnTo>
                  <a:pt x="702783" y="310715"/>
                </a:lnTo>
                <a:lnTo>
                  <a:pt x="693572" y="314620"/>
                </a:lnTo>
                <a:lnTo>
                  <a:pt x="684286" y="318449"/>
                </a:lnTo>
                <a:lnTo>
                  <a:pt x="674913" y="322202"/>
                </a:lnTo>
                <a:lnTo>
                  <a:pt x="665455" y="325869"/>
                </a:lnTo>
                <a:lnTo>
                  <a:pt x="655920" y="329451"/>
                </a:lnTo>
                <a:lnTo>
                  <a:pt x="646309" y="332956"/>
                </a:lnTo>
                <a:lnTo>
                  <a:pt x="636632" y="336385"/>
                </a:lnTo>
                <a:lnTo>
                  <a:pt x="626878" y="339728"/>
                </a:lnTo>
                <a:lnTo>
                  <a:pt x="617058" y="342986"/>
                </a:lnTo>
                <a:lnTo>
                  <a:pt x="607171" y="346177"/>
                </a:lnTo>
                <a:lnTo>
                  <a:pt x="597227" y="349282"/>
                </a:lnTo>
                <a:lnTo>
                  <a:pt x="587216" y="352301"/>
                </a:lnTo>
                <a:lnTo>
                  <a:pt x="577139" y="355254"/>
                </a:lnTo>
                <a:lnTo>
                  <a:pt x="567014" y="358121"/>
                </a:lnTo>
                <a:lnTo>
                  <a:pt x="556841" y="360912"/>
                </a:lnTo>
                <a:lnTo>
                  <a:pt x="546611" y="363626"/>
                </a:lnTo>
                <a:lnTo>
                  <a:pt x="536324" y="366265"/>
                </a:lnTo>
                <a:lnTo>
                  <a:pt x="525999" y="368837"/>
                </a:lnTo>
                <a:lnTo>
                  <a:pt x="515626" y="371323"/>
                </a:lnTo>
                <a:lnTo>
                  <a:pt x="505206" y="373742"/>
                </a:lnTo>
                <a:lnTo>
                  <a:pt x="494738" y="376085"/>
                </a:lnTo>
                <a:lnTo>
                  <a:pt x="484241" y="378352"/>
                </a:lnTo>
                <a:lnTo>
                  <a:pt x="473707" y="380552"/>
                </a:lnTo>
                <a:lnTo>
                  <a:pt x="463125" y="382686"/>
                </a:lnTo>
                <a:lnTo>
                  <a:pt x="452514" y="384743"/>
                </a:lnTo>
                <a:lnTo>
                  <a:pt x="441874" y="386734"/>
                </a:lnTo>
                <a:lnTo>
                  <a:pt x="431197" y="388649"/>
                </a:lnTo>
                <a:lnTo>
                  <a:pt x="420491" y="390506"/>
                </a:lnTo>
                <a:lnTo>
                  <a:pt x="409766" y="392297"/>
                </a:lnTo>
                <a:lnTo>
                  <a:pt x="399002" y="394011"/>
                </a:lnTo>
                <a:lnTo>
                  <a:pt x="388210" y="395669"/>
                </a:lnTo>
                <a:lnTo>
                  <a:pt x="377409" y="397269"/>
                </a:lnTo>
                <a:lnTo>
                  <a:pt x="366570" y="398793"/>
                </a:lnTo>
                <a:lnTo>
                  <a:pt x="355721" y="400260"/>
                </a:lnTo>
                <a:lnTo>
                  <a:pt x="344843" y="401669"/>
                </a:lnTo>
                <a:lnTo>
                  <a:pt x="333947" y="403012"/>
                </a:lnTo>
                <a:lnTo>
                  <a:pt x="323031" y="404298"/>
                </a:lnTo>
                <a:lnTo>
                  <a:pt x="312106" y="405527"/>
                </a:lnTo>
                <a:lnTo>
                  <a:pt x="301161" y="406698"/>
                </a:lnTo>
                <a:lnTo>
                  <a:pt x="290198" y="407803"/>
                </a:lnTo>
                <a:lnTo>
                  <a:pt x="279225" y="408861"/>
                </a:lnTo>
                <a:lnTo>
                  <a:pt x="268234" y="409861"/>
                </a:lnTo>
                <a:lnTo>
                  <a:pt x="257232" y="410804"/>
                </a:lnTo>
                <a:lnTo>
                  <a:pt x="246221" y="411699"/>
                </a:lnTo>
                <a:lnTo>
                  <a:pt x="235201" y="412537"/>
                </a:lnTo>
                <a:lnTo>
                  <a:pt x="224171" y="413318"/>
                </a:lnTo>
                <a:lnTo>
                  <a:pt x="213131" y="414052"/>
                </a:lnTo>
                <a:lnTo>
                  <a:pt x="202082" y="414728"/>
                </a:lnTo>
                <a:lnTo>
                  <a:pt x="191024" y="415366"/>
                </a:lnTo>
                <a:lnTo>
                  <a:pt x="179965" y="415947"/>
                </a:lnTo>
                <a:lnTo>
                  <a:pt x="168897" y="416481"/>
                </a:lnTo>
                <a:lnTo>
                  <a:pt x="157820" y="416966"/>
                </a:lnTo>
                <a:lnTo>
                  <a:pt x="146742" y="417405"/>
                </a:lnTo>
                <a:lnTo>
                  <a:pt x="135655" y="417795"/>
                </a:lnTo>
                <a:lnTo>
                  <a:pt x="124568" y="418138"/>
                </a:lnTo>
                <a:lnTo>
                  <a:pt x="113471" y="418443"/>
                </a:lnTo>
                <a:lnTo>
                  <a:pt x="102384" y="418700"/>
                </a:lnTo>
                <a:lnTo>
                  <a:pt x="91288" y="418909"/>
                </a:lnTo>
                <a:lnTo>
                  <a:pt x="80181" y="419081"/>
                </a:lnTo>
                <a:lnTo>
                  <a:pt x="69085" y="419205"/>
                </a:lnTo>
                <a:lnTo>
                  <a:pt x="57988" y="419291"/>
                </a:lnTo>
                <a:lnTo>
                  <a:pt x="46882" y="419329"/>
                </a:lnTo>
                <a:lnTo>
                  <a:pt x="35785" y="419338"/>
                </a:lnTo>
                <a:lnTo>
                  <a:pt x="24679" y="419300"/>
                </a:lnTo>
                <a:lnTo>
                  <a:pt x="13583" y="419224"/>
                </a:lnTo>
                <a:lnTo>
                  <a:pt x="2477" y="419100"/>
                </a:lnTo>
                <a:lnTo>
                  <a:pt x="0" y="418995"/>
                </a:lnTo>
                <a:lnTo>
                  <a:pt x="11097" y="418814"/>
                </a:lnTo>
                <a:lnTo>
                  <a:pt x="22193" y="418529"/>
                </a:lnTo>
                <a:lnTo>
                  <a:pt x="33271" y="418148"/>
                </a:lnTo>
                <a:lnTo>
                  <a:pt x="44348" y="417671"/>
                </a:lnTo>
                <a:lnTo>
                  <a:pt x="55416" y="417128"/>
                </a:lnTo>
                <a:lnTo>
                  <a:pt x="66475" y="416500"/>
                </a:lnTo>
                <a:lnTo>
                  <a:pt x="77524" y="415804"/>
                </a:lnTo>
                <a:lnTo>
                  <a:pt x="88554" y="415023"/>
                </a:lnTo>
                <a:lnTo>
                  <a:pt x="99574" y="414176"/>
                </a:lnTo>
                <a:lnTo>
                  <a:pt x="110585" y="413261"/>
                </a:lnTo>
                <a:lnTo>
                  <a:pt x="121568" y="412271"/>
                </a:lnTo>
                <a:lnTo>
                  <a:pt x="132540" y="411204"/>
                </a:lnTo>
                <a:lnTo>
                  <a:pt x="143494" y="410061"/>
                </a:lnTo>
                <a:lnTo>
                  <a:pt x="154429" y="408842"/>
                </a:lnTo>
                <a:lnTo>
                  <a:pt x="165335" y="407546"/>
                </a:lnTo>
                <a:lnTo>
                  <a:pt x="176222" y="406175"/>
                </a:lnTo>
                <a:lnTo>
                  <a:pt x="187081" y="404717"/>
                </a:lnTo>
                <a:lnTo>
                  <a:pt x="197920" y="403193"/>
                </a:lnTo>
                <a:lnTo>
                  <a:pt x="208721" y="401574"/>
                </a:lnTo>
                <a:lnTo>
                  <a:pt x="219485" y="399879"/>
                </a:lnTo>
                <a:lnTo>
                  <a:pt x="230219" y="398097"/>
                </a:lnTo>
                <a:lnTo>
                  <a:pt x="240916" y="396221"/>
                </a:lnTo>
                <a:lnTo>
                  <a:pt x="251574" y="394259"/>
                </a:lnTo>
                <a:lnTo>
                  <a:pt x="262195" y="392211"/>
                </a:lnTo>
                <a:lnTo>
                  <a:pt x="272758" y="390058"/>
                </a:lnTo>
                <a:lnTo>
                  <a:pt x="283274" y="387820"/>
                </a:lnTo>
                <a:lnTo>
                  <a:pt x="293732" y="385477"/>
                </a:lnTo>
                <a:lnTo>
                  <a:pt x="304133" y="383029"/>
                </a:lnTo>
                <a:lnTo>
                  <a:pt x="314468" y="380476"/>
                </a:lnTo>
                <a:lnTo>
                  <a:pt x="324745" y="377819"/>
                </a:lnTo>
                <a:lnTo>
                  <a:pt x="334937" y="375056"/>
                </a:lnTo>
                <a:lnTo>
                  <a:pt x="345053" y="372170"/>
                </a:lnTo>
                <a:lnTo>
                  <a:pt x="355082" y="369170"/>
                </a:lnTo>
                <a:lnTo>
                  <a:pt x="365017" y="366055"/>
                </a:lnTo>
                <a:lnTo>
                  <a:pt x="374856" y="362817"/>
                </a:lnTo>
                <a:lnTo>
                  <a:pt x="384591" y="359454"/>
                </a:lnTo>
                <a:lnTo>
                  <a:pt x="394211" y="355959"/>
                </a:lnTo>
                <a:lnTo>
                  <a:pt x="403708" y="352330"/>
                </a:lnTo>
                <a:lnTo>
                  <a:pt x="413071" y="348567"/>
                </a:lnTo>
                <a:lnTo>
                  <a:pt x="422281" y="344672"/>
                </a:lnTo>
                <a:lnTo>
                  <a:pt x="431349" y="340633"/>
                </a:lnTo>
                <a:lnTo>
                  <a:pt x="440255" y="336452"/>
                </a:lnTo>
                <a:lnTo>
                  <a:pt x="448980" y="332118"/>
                </a:lnTo>
                <a:lnTo>
                  <a:pt x="457514" y="327650"/>
                </a:lnTo>
                <a:lnTo>
                  <a:pt x="465858" y="323031"/>
                </a:lnTo>
                <a:lnTo>
                  <a:pt x="473983" y="318259"/>
                </a:lnTo>
                <a:lnTo>
                  <a:pt x="481879" y="313344"/>
                </a:lnTo>
                <a:lnTo>
                  <a:pt x="489537" y="308286"/>
                </a:lnTo>
                <a:lnTo>
                  <a:pt x="496948" y="303076"/>
                </a:lnTo>
                <a:lnTo>
                  <a:pt x="504092" y="297713"/>
                </a:lnTo>
                <a:lnTo>
                  <a:pt x="510959" y="292217"/>
                </a:lnTo>
                <a:lnTo>
                  <a:pt x="517531" y="286579"/>
                </a:lnTo>
                <a:lnTo>
                  <a:pt x="523808" y="280807"/>
                </a:lnTo>
                <a:lnTo>
                  <a:pt x="529771" y="274911"/>
                </a:lnTo>
                <a:lnTo>
                  <a:pt x="535410" y="268881"/>
                </a:lnTo>
                <a:lnTo>
                  <a:pt x="540715" y="262738"/>
                </a:lnTo>
                <a:lnTo>
                  <a:pt x="545687" y="256480"/>
                </a:lnTo>
                <a:lnTo>
                  <a:pt x="550316" y="250117"/>
                </a:lnTo>
                <a:lnTo>
                  <a:pt x="554593" y="243659"/>
                </a:lnTo>
                <a:lnTo>
                  <a:pt x="558527" y="237115"/>
                </a:lnTo>
                <a:lnTo>
                  <a:pt x="562108" y="230495"/>
                </a:lnTo>
                <a:lnTo>
                  <a:pt x="565337" y="223799"/>
                </a:lnTo>
                <a:lnTo>
                  <a:pt x="568223" y="217046"/>
                </a:lnTo>
                <a:lnTo>
                  <a:pt x="570767" y="210236"/>
                </a:lnTo>
                <a:lnTo>
                  <a:pt x="572967" y="203378"/>
                </a:lnTo>
                <a:lnTo>
                  <a:pt x="574843" y="196482"/>
                </a:lnTo>
                <a:lnTo>
                  <a:pt x="576386" y="189548"/>
                </a:lnTo>
                <a:lnTo>
                  <a:pt x="577615" y="182594"/>
                </a:lnTo>
                <a:lnTo>
                  <a:pt x="578539" y="175622"/>
                </a:lnTo>
                <a:lnTo>
                  <a:pt x="579158" y="168640"/>
                </a:lnTo>
                <a:lnTo>
                  <a:pt x="579491" y="161639"/>
                </a:lnTo>
                <a:lnTo>
                  <a:pt x="579549" y="154648"/>
                </a:lnTo>
                <a:lnTo>
                  <a:pt x="579320" y="147647"/>
                </a:lnTo>
                <a:lnTo>
                  <a:pt x="578844" y="140656"/>
                </a:lnTo>
                <a:lnTo>
                  <a:pt x="578110" y="133674"/>
                </a:lnTo>
                <a:lnTo>
                  <a:pt x="588378" y="131969"/>
                </a:lnTo>
                <a:lnTo>
                  <a:pt x="599199" y="130397"/>
                </a:lnTo>
                <a:lnTo>
                  <a:pt x="609981" y="128730"/>
                </a:lnTo>
                <a:lnTo>
                  <a:pt x="620735" y="126978"/>
                </a:lnTo>
                <a:lnTo>
                  <a:pt x="631450" y="125149"/>
                </a:lnTo>
                <a:lnTo>
                  <a:pt x="642128" y="123244"/>
                </a:lnTo>
                <a:lnTo>
                  <a:pt x="652777" y="121263"/>
                </a:lnTo>
                <a:lnTo>
                  <a:pt x="663397" y="119215"/>
                </a:lnTo>
                <a:lnTo>
                  <a:pt x="673979" y="117100"/>
                </a:lnTo>
                <a:lnTo>
                  <a:pt x="684524" y="114919"/>
                </a:lnTo>
                <a:lnTo>
                  <a:pt x="695039" y="112681"/>
                </a:lnTo>
                <a:lnTo>
                  <a:pt x="705517" y="110366"/>
                </a:lnTo>
                <a:lnTo>
                  <a:pt x="715956" y="107985"/>
                </a:lnTo>
                <a:lnTo>
                  <a:pt x="726367" y="105547"/>
                </a:lnTo>
                <a:lnTo>
                  <a:pt x="736730" y="103041"/>
                </a:lnTo>
                <a:lnTo>
                  <a:pt x="747055" y="100470"/>
                </a:lnTo>
                <a:lnTo>
                  <a:pt x="757342" y="97831"/>
                </a:lnTo>
                <a:lnTo>
                  <a:pt x="767582" y="95136"/>
                </a:lnTo>
                <a:lnTo>
                  <a:pt x="777773" y="92373"/>
                </a:lnTo>
                <a:lnTo>
                  <a:pt x="787927" y="89535"/>
                </a:lnTo>
                <a:lnTo>
                  <a:pt x="798033" y="86639"/>
                </a:lnTo>
                <a:lnTo>
                  <a:pt x="808091" y="83668"/>
                </a:lnTo>
                <a:lnTo>
                  <a:pt x="818093" y="80639"/>
                </a:lnTo>
                <a:lnTo>
                  <a:pt x="828046" y="77534"/>
                </a:lnTo>
                <a:lnTo>
                  <a:pt x="837943" y="74362"/>
                </a:lnTo>
                <a:lnTo>
                  <a:pt x="847782" y="71123"/>
                </a:lnTo>
                <a:lnTo>
                  <a:pt x="857564" y="67818"/>
                </a:lnTo>
                <a:lnTo>
                  <a:pt x="867280" y="64437"/>
                </a:lnTo>
                <a:lnTo>
                  <a:pt x="876938" y="60979"/>
                </a:lnTo>
                <a:lnTo>
                  <a:pt x="886520" y="57455"/>
                </a:lnTo>
                <a:lnTo>
                  <a:pt x="896045" y="53854"/>
                </a:lnTo>
                <a:lnTo>
                  <a:pt x="905494" y="50178"/>
                </a:lnTo>
                <a:lnTo>
                  <a:pt x="914867" y="46425"/>
                </a:lnTo>
                <a:lnTo>
                  <a:pt x="924163" y="42605"/>
                </a:lnTo>
                <a:lnTo>
                  <a:pt x="933374" y="38700"/>
                </a:lnTo>
                <a:lnTo>
                  <a:pt x="942508" y="34719"/>
                </a:lnTo>
                <a:lnTo>
                  <a:pt x="951548" y="30661"/>
                </a:lnTo>
                <a:lnTo>
                  <a:pt x="960501" y="26527"/>
                </a:lnTo>
                <a:lnTo>
                  <a:pt x="969359" y="22308"/>
                </a:lnTo>
                <a:lnTo>
                  <a:pt x="978122" y="18012"/>
                </a:lnTo>
                <a:lnTo>
                  <a:pt x="986780" y="13630"/>
                </a:lnTo>
                <a:lnTo>
                  <a:pt x="995334" y="9173"/>
                </a:lnTo>
                <a:lnTo>
                  <a:pt x="1003773" y="4629"/>
                </a:lnTo>
                <a:lnTo>
                  <a:pt x="1012107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98A87CB7-E128-43D6-9A78-8469E40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796" y="3553568"/>
            <a:ext cx="2747696" cy="460372"/>
          </a:xfrm>
          <a:custGeom xmlns:a="http://schemas.openxmlformats.org/drawingml/2006/main">
            <a:pathLst>
              <a:path w="2747696" h="460372">
                <a:moveTo>
                  <a:pt x="2746848" y="0"/>
                </a:moveTo>
                <a:lnTo>
                  <a:pt x="2747696" y="16955"/>
                </a:lnTo>
                <a:lnTo>
                  <a:pt x="2747315" y="33919"/>
                </a:lnTo>
                <a:lnTo>
                  <a:pt x="2745991" y="50854"/>
                </a:lnTo>
                <a:lnTo>
                  <a:pt x="2743772" y="67761"/>
                </a:lnTo>
                <a:lnTo>
                  <a:pt x="2740704" y="84620"/>
                </a:lnTo>
                <a:lnTo>
                  <a:pt x="2736799" y="101403"/>
                </a:lnTo>
                <a:lnTo>
                  <a:pt x="2732037" y="118091"/>
                </a:lnTo>
                <a:lnTo>
                  <a:pt x="2726417" y="134684"/>
                </a:lnTo>
                <a:lnTo>
                  <a:pt x="2719930" y="151152"/>
                </a:lnTo>
                <a:lnTo>
                  <a:pt x="2712549" y="167459"/>
                </a:lnTo>
                <a:lnTo>
                  <a:pt x="2704262" y="183604"/>
                </a:lnTo>
                <a:lnTo>
                  <a:pt x="2695032" y="199539"/>
                </a:lnTo>
                <a:lnTo>
                  <a:pt x="2684869" y="215246"/>
                </a:lnTo>
                <a:lnTo>
                  <a:pt x="2673734" y="230686"/>
                </a:lnTo>
                <a:lnTo>
                  <a:pt x="2661618" y="245831"/>
                </a:lnTo>
                <a:lnTo>
                  <a:pt x="2648512" y="260652"/>
                </a:lnTo>
                <a:lnTo>
                  <a:pt x="2634415" y="275092"/>
                </a:lnTo>
                <a:lnTo>
                  <a:pt x="2619318" y="289141"/>
                </a:lnTo>
                <a:lnTo>
                  <a:pt x="2603230" y="302733"/>
                </a:lnTo>
                <a:lnTo>
                  <a:pt x="2586171" y="315859"/>
                </a:lnTo>
                <a:lnTo>
                  <a:pt x="2568169" y="328460"/>
                </a:lnTo>
                <a:lnTo>
                  <a:pt x="2549242" y="340519"/>
                </a:lnTo>
                <a:lnTo>
                  <a:pt x="2529430" y="352006"/>
                </a:lnTo>
                <a:lnTo>
                  <a:pt x="2508790" y="362893"/>
                </a:lnTo>
                <a:lnTo>
                  <a:pt x="2487368" y="373161"/>
                </a:lnTo>
                <a:lnTo>
                  <a:pt x="2465213" y="382791"/>
                </a:lnTo>
                <a:lnTo>
                  <a:pt x="2442401" y="391782"/>
                </a:lnTo>
                <a:lnTo>
                  <a:pt x="2418969" y="400136"/>
                </a:lnTo>
                <a:lnTo>
                  <a:pt x="2395004" y="407841"/>
                </a:lnTo>
                <a:lnTo>
                  <a:pt x="2370534" y="414919"/>
                </a:lnTo>
                <a:lnTo>
                  <a:pt x="2345646" y="421367"/>
                </a:lnTo>
                <a:lnTo>
                  <a:pt x="2320385" y="427215"/>
                </a:lnTo>
                <a:lnTo>
                  <a:pt x="2294792" y="432464"/>
                </a:lnTo>
                <a:lnTo>
                  <a:pt x="2268922" y="437140"/>
                </a:lnTo>
                <a:lnTo>
                  <a:pt x="2242814" y="441274"/>
                </a:lnTo>
                <a:lnTo>
                  <a:pt x="2216515" y="444865"/>
                </a:lnTo>
                <a:lnTo>
                  <a:pt x="2190055" y="447961"/>
                </a:lnTo>
                <a:lnTo>
                  <a:pt x="2163461" y="450561"/>
                </a:lnTo>
                <a:lnTo>
                  <a:pt x="2136762" y="452704"/>
                </a:lnTo>
                <a:lnTo>
                  <a:pt x="2109978" y="454400"/>
                </a:lnTo>
                <a:lnTo>
                  <a:pt x="2083146" y="455666"/>
                </a:lnTo>
                <a:lnTo>
                  <a:pt x="2056247" y="456267"/>
                </a:lnTo>
                <a:lnTo>
                  <a:pt x="2029339" y="456667"/>
                </a:lnTo>
                <a:lnTo>
                  <a:pt x="2002431" y="456981"/>
                </a:lnTo>
                <a:lnTo>
                  <a:pt x="1975514" y="457248"/>
                </a:lnTo>
                <a:lnTo>
                  <a:pt x="1948605" y="457486"/>
                </a:lnTo>
                <a:lnTo>
                  <a:pt x="1921688" y="457695"/>
                </a:lnTo>
                <a:lnTo>
                  <a:pt x="1894780" y="457895"/>
                </a:lnTo>
                <a:lnTo>
                  <a:pt x="1867862" y="458067"/>
                </a:lnTo>
                <a:lnTo>
                  <a:pt x="1840954" y="458229"/>
                </a:lnTo>
                <a:lnTo>
                  <a:pt x="1814036" y="458391"/>
                </a:lnTo>
                <a:lnTo>
                  <a:pt x="1787128" y="458534"/>
                </a:lnTo>
                <a:lnTo>
                  <a:pt x="1760210" y="458667"/>
                </a:lnTo>
                <a:lnTo>
                  <a:pt x="1733293" y="458800"/>
                </a:lnTo>
                <a:lnTo>
                  <a:pt x="1706385" y="458915"/>
                </a:lnTo>
                <a:lnTo>
                  <a:pt x="1679467" y="459029"/>
                </a:lnTo>
                <a:lnTo>
                  <a:pt x="1652559" y="459134"/>
                </a:lnTo>
                <a:lnTo>
                  <a:pt x="1625641" y="459238"/>
                </a:lnTo>
                <a:lnTo>
                  <a:pt x="1598724" y="459334"/>
                </a:lnTo>
                <a:lnTo>
                  <a:pt x="1571816" y="459429"/>
                </a:lnTo>
                <a:lnTo>
                  <a:pt x="1544898" y="459515"/>
                </a:lnTo>
                <a:lnTo>
                  <a:pt x="1517980" y="459591"/>
                </a:lnTo>
                <a:lnTo>
                  <a:pt x="1491072" y="459667"/>
                </a:lnTo>
                <a:lnTo>
                  <a:pt x="1464154" y="459743"/>
                </a:lnTo>
                <a:lnTo>
                  <a:pt x="1437237" y="459810"/>
                </a:lnTo>
                <a:lnTo>
                  <a:pt x="1410329" y="459877"/>
                </a:lnTo>
                <a:lnTo>
                  <a:pt x="1383411" y="459934"/>
                </a:lnTo>
                <a:lnTo>
                  <a:pt x="1356493" y="459991"/>
                </a:lnTo>
                <a:lnTo>
                  <a:pt x="1329585" y="460048"/>
                </a:lnTo>
                <a:lnTo>
                  <a:pt x="1302668" y="460086"/>
                </a:lnTo>
                <a:lnTo>
                  <a:pt x="1275750" y="460134"/>
                </a:lnTo>
                <a:lnTo>
                  <a:pt x="1248842" y="460172"/>
                </a:lnTo>
                <a:lnTo>
                  <a:pt x="1221924" y="460210"/>
                </a:lnTo>
                <a:lnTo>
                  <a:pt x="1195007" y="460238"/>
                </a:lnTo>
                <a:lnTo>
                  <a:pt x="1168098" y="460267"/>
                </a:lnTo>
                <a:lnTo>
                  <a:pt x="1141181" y="460296"/>
                </a:lnTo>
                <a:lnTo>
                  <a:pt x="1114263" y="460315"/>
                </a:lnTo>
                <a:lnTo>
                  <a:pt x="1087345" y="460334"/>
                </a:lnTo>
                <a:lnTo>
                  <a:pt x="1060437" y="460353"/>
                </a:lnTo>
                <a:lnTo>
                  <a:pt x="1033520" y="460362"/>
                </a:lnTo>
                <a:lnTo>
                  <a:pt x="1006602" y="460362"/>
                </a:lnTo>
                <a:lnTo>
                  <a:pt x="979694" y="460372"/>
                </a:lnTo>
                <a:lnTo>
                  <a:pt x="952776" y="460362"/>
                </a:lnTo>
                <a:lnTo>
                  <a:pt x="925859" y="460362"/>
                </a:lnTo>
                <a:lnTo>
                  <a:pt x="898950" y="460353"/>
                </a:lnTo>
                <a:lnTo>
                  <a:pt x="872033" y="460334"/>
                </a:lnTo>
                <a:lnTo>
                  <a:pt x="845115" y="460315"/>
                </a:lnTo>
                <a:lnTo>
                  <a:pt x="818207" y="460286"/>
                </a:lnTo>
                <a:lnTo>
                  <a:pt x="791289" y="460267"/>
                </a:lnTo>
                <a:lnTo>
                  <a:pt x="764372" y="460229"/>
                </a:lnTo>
                <a:lnTo>
                  <a:pt x="737464" y="460191"/>
                </a:lnTo>
                <a:lnTo>
                  <a:pt x="710546" y="460153"/>
                </a:lnTo>
                <a:lnTo>
                  <a:pt x="683628" y="460105"/>
                </a:lnTo>
                <a:lnTo>
                  <a:pt x="656711" y="460048"/>
                </a:lnTo>
                <a:lnTo>
                  <a:pt x="629803" y="459991"/>
                </a:lnTo>
                <a:lnTo>
                  <a:pt x="602885" y="459924"/>
                </a:lnTo>
                <a:lnTo>
                  <a:pt x="575967" y="459848"/>
                </a:lnTo>
                <a:lnTo>
                  <a:pt x="549059" y="459762"/>
                </a:lnTo>
                <a:lnTo>
                  <a:pt x="522141" y="459686"/>
                </a:lnTo>
                <a:lnTo>
                  <a:pt x="495233" y="459591"/>
                </a:lnTo>
                <a:lnTo>
                  <a:pt x="468316" y="459486"/>
                </a:lnTo>
                <a:lnTo>
                  <a:pt x="441398" y="459372"/>
                </a:lnTo>
                <a:lnTo>
                  <a:pt x="414490" y="459248"/>
                </a:lnTo>
                <a:lnTo>
                  <a:pt x="387572" y="459115"/>
                </a:lnTo>
                <a:lnTo>
                  <a:pt x="360655" y="458972"/>
                </a:lnTo>
                <a:lnTo>
                  <a:pt x="333746" y="458819"/>
                </a:lnTo>
                <a:lnTo>
                  <a:pt x="306829" y="458648"/>
                </a:lnTo>
                <a:lnTo>
                  <a:pt x="279921" y="458457"/>
                </a:lnTo>
                <a:lnTo>
                  <a:pt x="253003" y="458248"/>
                </a:lnTo>
                <a:lnTo>
                  <a:pt x="226095" y="458019"/>
                </a:lnTo>
                <a:lnTo>
                  <a:pt x="199187" y="457772"/>
                </a:lnTo>
                <a:lnTo>
                  <a:pt x="172269" y="457486"/>
                </a:lnTo>
                <a:lnTo>
                  <a:pt x="145361" y="457162"/>
                </a:lnTo>
                <a:lnTo>
                  <a:pt x="118453" y="456800"/>
                </a:lnTo>
                <a:lnTo>
                  <a:pt x="91545" y="456362"/>
                </a:lnTo>
                <a:lnTo>
                  <a:pt x="64646" y="455838"/>
                </a:lnTo>
                <a:lnTo>
                  <a:pt x="37757" y="455143"/>
                </a:lnTo>
                <a:lnTo>
                  <a:pt x="10897" y="454038"/>
                </a:lnTo>
                <a:lnTo>
                  <a:pt x="4991" y="440246"/>
                </a:lnTo>
                <a:lnTo>
                  <a:pt x="4639" y="423291"/>
                </a:lnTo>
                <a:lnTo>
                  <a:pt x="4277" y="406327"/>
                </a:lnTo>
                <a:lnTo>
                  <a:pt x="3924" y="389363"/>
                </a:lnTo>
                <a:lnTo>
                  <a:pt x="3562" y="372399"/>
                </a:lnTo>
                <a:lnTo>
                  <a:pt x="3210" y="355435"/>
                </a:lnTo>
                <a:lnTo>
                  <a:pt x="2848" y="338471"/>
                </a:lnTo>
                <a:lnTo>
                  <a:pt x="2496" y="321507"/>
                </a:lnTo>
                <a:lnTo>
                  <a:pt x="2143" y="304543"/>
                </a:lnTo>
                <a:lnTo>
                  <a:pt x="1781" y="287588"/>
                </a:lnTo>
                <a:lnTo>
                  <a:pt x="1429" y="270624"/>
                </a:lnTo>
                <a:lnTo>
                  <a:pt x="1067" y="253660"/>
                </a:lnTo>
                <a:lnTo>
                  <a:pt x="714" y="236696"/>
                </a:lnTo>
                <a:lnTo>
                  <a:pt x="352" y="219732"/>
                </a:lnTo>
                <a:lnTo>
                  <a:pt x="0" y="202768"/>
                </a:lnTo>
                <a:lnTo>
                  <a:pt x="9877" y="191672"/>
                </a:lnTo>
                <a:lnTo>
                  <a:pt x="36719" y="190443"/>
                </a:lnTo>
                <a:lnTo>
                  <a:pt x="63579" y="189405"/>
                </a:lnTo>
                <a:lnTo>
                  <a:pt x="90459" y="188538"/>
                </a:lnTo>
                <a:lnTo>
                  <a:pt x="117348" y="187833"/>
                </a:lnTo>
                <a:lnTo>
                  <a:pt x="144256" y="187262"/>
                </a:lnTo>
                <a:lnTo>
                  <a:pt x="171155" y="186823"/>
                </a:lnTo>
                <a:lnTo>
                  <a:pt x="198063" y="186499"/>
                </a:lnTo>
                <a:lnTo>
                  <a:pt x="224981" y="186280"/>
                </a:lnTo>
                <a:lnTo>
                  <a:pt x="251898" y="186157"/>
                </a:lnTo>
                <a:lnTo>
                  <a:pt x="278806" y="186128"/>
                </a:lnTo>
                <a:lnTo>
                  <a:pt x="305724" y="186176"/>
                </a:lnTo>
                <a:lnTo>
                  <a:pt x="332642" y="186299"/>
                </a:lnTo>
                <a:lnTo>
                  <a:pt x="359550" y="186490"/>
                </a:lnTo>
                <a:lnTo>
                  <a:pt x="386458" y="186738"/>
                </a:lnTo>
                <a:lnTo>
                  <a:pt x="413375" y="187052"/>
                </a:lnTo>
                <a:lnTo>
                  <a:pt x="440284" y="187423"/>
                </a:lnTo>
                <a:lnTo>
                  <a:pt x="467182" y="187843"/>
                </a:lnTo>
                <a:lnTo>
                  <a:pt x="494090" y="188309"/>
                </a:lnTo>
                <a:lnTo>
                  <a:pt x="520989" y="188814"/>
                </a:lnTo>
                <a:lnTo>
                  <a:pt x="547897" y="189367"/>
                </a:lnTo>
                <a:lnTo>
                  <a:pt x="574796" y="189948"/>
                </a:lnTo>
                <a:lnTo>
                  <a:pt x="601685" y="190567"/>
                </a:lnTo>
                <a:lnTo>
                  <a:pt x="628583" y="191224"/>
                </a:lnTo>
                <a:lnTo>
                  <a:pt x="655482" y="191900"/>
                </a:lnTo>
                <a:lnTo>
                  <a:pt x="682371" y="192615"/>
                </a:lnTo>
                <a:lnTo>
                  <a:pt x="709260" y="193348"/>
                </a:lnTo>
                <a:lnTo>
                  <a:pt x="736149" y="194100"/>
                </a:lnTo>
                <a:lnTo>
                  <a:pt x="763029" y="194872"/>
                </a:lnTo>
                <a:lnTo>
                  <a:pt x="789918" y="195672"/>
                </a:lnTo>
                <a:lnTo>
                  <a:pt x="816797" y="196482"/>
                </a:lnTo>
                <a:lnTo>
                  <a:pt x="843686" y="197310"/>
                </a:lnTo>
                <a:lnTo>
                  <a:pt x="870566" y="198139"/>
                </a:lnTo>
                <a:lnTo>
                  <a:pt x="897446" y="198996"/>
                </a:lnTo>
                <a:lnTo>
                  <a:pt x="924325" y="199844"/>
                </a:lnTo>
                <a:lnTo>
                  <a:pt x="951205" y="200720"/>
                </a:lnTo>
                <a:lnTo>
                  <a:pt x="978084" y="201587"/>
                </a:lnTo>
                <a:lnTo>
                  <a:pt x="1004964" y="202463"/>
                </a:lnTo>
                <a:lnTo>
                  <a:pt x="1031843" y="203349"/>
                </a:lnTo>
                <a:lnTo>
                  <a:pt x="1058723" y="204226"/>
                </a:lnTo>
                <a:lnTo>
                  <a:pt x="1085602" y="205102"/>
                </a:lnTo>
                <a:lnTo>
                  <a:pt x="1112482" y="205978"/>
                </a:lnTo>
                <a:lnTo>
                  <a:pt x="1139361" y="206854"/>
                </a:lnTo>
                <a:lnTo>
                  <a:pt x="1166241" y="207731"/>
                </a:lnTo>
                <a:lnTo>
                  <a:pt x="1193121" y="208588"/>
                </a:lnTo>
                <a:lnTo>
                  <a:pt x="1220000" y="209445"/>
                </a:lnTo>
                <a:lnTo>
                  <a:pt x="1246880" y="210293"/>
                </a:lnTo>
                <a:lnTo>
                  <a:pt x="1273759" y="211131"/>
                </a:lnTo>
                <a:lnTo>
                  <a:pt x="1300648" y="211941"/>
                </a:lnTo>
                <a:lnTo>
                  <a:pt x="1327528" y="212750"/>
                </a:lnTo>
                <a:lnTo>
                  <a:pt x="1354417" y="213541"/>
                </a:lnTo>
                <a:lnTo>
                  <a:pt x="1381306" y="214303"/>
                </a:lnTo>
                <a:lnTo>
                  <a:pt x="1408186" y="215046"/>
                </a:lnTo>
                <a:lnTo>
                  <a:pt x="1435084" y="215770"/>
                </a:lnTo>
                <a:lnTo>
                  <a:pt x="1461973" y="216465"/>
                </a:lnTo>
                <a:lnTo>
                  <a:pt x="1488862" y="217132"/>
                </a:lnTo>
                <a:lnTo>
                  <a:pt x="1515761" y="217770"/>
                </a:lnTo>
                <a:lnTo>
                  <a:pt x="1542659" y="218370"/>
                </a:lnTo>
                <a:lnTo>
                  <a:pt x="1569558" y="218942"/>
                </a:lnTo>
                <a:lnTo>
                  <a:pt x="1596457" y="219466"/>
                </a:lnTo>
                <a:lnTo>
                  <a:pt x="1623365" y="219951"/>
                </a:lnTo>
                <a:lnTo>
                  <a:pt x="1650273" y="220389"/>
                </a:lnTo>
                <a:lnTo>
                  <a:pt x="1677181" y="220780"/>
                </a:lnTo>
                <a:lnTo>
                  <a:pt x="1704089" y="221113"/>
                </a:lnTo>
                <a:lnTo>
                  <a:pt x="1730997" y="221380"/>
                </a:lnTo>
                <a:lnTo>
                  <a:pt x="1757915" y="221590"/>
                </a:lnTo>
                <a:lnTo>
                  <a:pt x="1784823" y="221732"/>
                </a:lnTo>
                <a:lnTo>
                  <a:pt x="1811741" y="221799"/>
                </a:lnTo>
                <a:lnTo>
                  <a:pt x="1838658" y="221780"/>
                </a:lnTo>
                <a:lnTo>
                  <a:pt x="1865567" y="221675"/>
                </a:lnTo>
                <a:lnTo>
                  <a:pt x="1892484" y="221475"/>
                </a:lnTo>
                <a:lnTo>
                  <a:pt x="1919392" y="221161"/>
                </a:lnTo>
                <a:lnTo>
                  <a:pt x="1946300" y="220723"/>
                </a:lnTo>
                <a:lnTo>
                  <a:pt x="1973199" y="220161"/>
                </a:lnTo>
                <a:lnTo>
                  <a:pt x="2000088" y="219456"/>
                </a:lnTo>
                <a:lnTo>
                  <a:pt x="2026968" y="218580"/>
                </a:lnTo>
                <a:lnTo>
                  <a:pt x="2053828" y="217532"/>
                </a:lnTo>
                <a:lnTo>
                  <a:pt x="2080670" y="216265"/>
                </a:lnTo>
                <a:lnTo>
                  <a:pt x="2107482" y="214770"/>
                </a:lnTo>
                <a:lnTo>
                  <a:pt x="2134248" y="212998"/>
                </a:lnTo>
                <a:lnTo>
                  <a:pt x="2160956" y="210912"/>
                </a:lnTo>
                <a:lnTo>
                  <a:pt x="2187588" y="208445"/>
                </a:lnTo>
                <a:lnTo>
                  <a:pt x="2214096" y="205530"/>
                </a:lnTo>
                <a:lnTo>
                  <a:pt x="2240442" y="202063"/>
                </a:lnTo>
                <a:lnTo>
                  <a:pt x="2266531" y="197901"/>
                </a:lnTo>
                <a:lnTo>
                  <a:pt x="2292220" y="192843"/>
                </a:lnTo>
                <a:lnTo>
                  <a:pt x="2317213" y="186566"/>
                </a:lnTo>
                <a:lnTo>
                  <a:pt x="2340959" y="178603"/>
                </a:lnTo>
                <a:lnTo>
                  <a:pt x="2362171" y="168221"/>
                </a:lnTo>
                <a:lnTo>
                  <a:pt x="2378021" y="154610"/>
                </a:lnTo>
                <a:lnTo>
                  <a:pt x="2384403" y="138265"/>
                </a:lnTo>
                <a:lnTo>
                  <a:pt x="2402453" y="129759"/>
                </a:lnTo>
                <a:lnTo>
                  <a:pt x="2427780" y="124035"/>
                </a:lnTo>
                <a:lnTo>
                  <a:pt x="2452764" y="117729"/>
                </a:lnTo>
                <a:lnTo>
                  <a:pt x="2477424" y="110938"/>
                </a:lnTo>
                <a:lnTo>
                  <a:pt x="2501770" y="103699"/>
                </a:lnTo>
                <a:lnTo>
                  <a:pt x="2525801" y="96060"/>
                </a:lnTo>
                <a:lnTo>
                  <a:pt x="2549500" y="88021"/>
                </a:lnTo>
                <a:lnTo>
                  <a:pt x="2572874" y="79610"/>
                </a:lnTo>
                <a:lnTo>
                  <a:pt x="2595905" y="70837"/>
                </a:lnTo>
                <a:lnTo>
                  <a:pt x="2618594" y="61703"/>
                </a:lnTo>
                <a:lnTo>
                  <a:pt x="2640921" y="52235"/>
                </a:lnTo>
                <a:lnTo>
                  <a:pt x="2662876" y="42424"/>
                </a:lnTo>
                <a:lnTo>
                  <a:pt x="2684459" y="32290"/>
                </a:lnTo>
                <a:lnTo>
                  <a:pt x="2705662" y="21841"/>
                </a:lnTo>
                <a:lnTo>
                  <a:pt x="2726455" y="11068"/>
                </a:lnTo>
                <a:lnTo>
                  <a:pt x="274684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CCDF5B9A-80B9-44F3-B20A-3A4936D2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2280942"/>
            <a:ext cx="2747067" cy="1731464"/>
          </a:xfrm>
          <a:custGeom xmlns:a="http://schemas.openxmlformats.org/drawingml/2006/main">
            <a:pathLst>
              <a:path w="2747067" h="1731464">
                <a:moveTo>
                  <a:pt x="0" y="1731464"/>
                </a:moveTo>
                <a:lnTo>
                  <a:pt x="44110" y="1731464"/>
                </a:lnTo>
                <a:lnTo>
                  <a:pt x="88211" y="1731464"/>
                </a:lnTo>
                <a:lnTo>
                  <a:pt x="132321" y="1731464"/>
                </a:lnTo>
                <a:lnTo>
                  <a:pt x="176432" y="1731464"/>
                </a:lnTo>
                <a:lnTo>
                  <a:pt x="220532" y="1731464"/>
                </a:lnTo>
                <a:lnTo>
                  <a:pt x="264643" y="1731464"/>
                </a:lnTo>
                <a:lnTo>
                  <a:pt x="308753" y="1731464"/>
                </a:lnTo>
                <a:lnTo>
                  <a:pt x="352854" y="1731464"/>
                </a:lnTo>
                <a:lnTo>
                  <a:pt x="396964" y="1731464"/>
                </a:lnTo>
                <a:lnTo>
                  <a:pt x="441074" y="1731464"/>
                </a:lnTo>
                <a:lnTo>
                  <a:pt x="485175" y="1731464"/>
                </a:lnTo>
                <a:lnTo>
                  <a:pt x="529285" y="1731464"/>
                </a:lnTo>
                <a:lnTo>
                  <a:pt x="573395" y="1731464"/>
                </a:lnTo>
                <a:lnTo>
                  <a:pt x="617496" y="1731464"/>
                </a:lnTo>
                <a:lnTo>
                  <a:pt x="661606" y="1731464"/>
                </a:lnTo>
                <a:lnTo>
                  <a:pt x="705717" y="1731464"/>
                </a:lnTo>
                <a:lnTo>
                  <a:pt x="749818" y="1731464"/>
                </a:lnTo>
                <a:lnTo>
                  <a:pt x="793928" y="1731464"/>
                </a:lnTo>
                <a:lnTo>
                  <a:pt x="838038" y="1731464"/>
                </a:lnTo>
                <a:lnTo>
                  <a:pt x="882139" y="1731464"/>
                </a:lnTo>
                <a:lnTo>
                  <a:pt x="926249" y="1731464"/>
                </a:lnTo>
                <a:lnTo>
                  <a:pt x="970359" y="1731464"/>
                </a:lnTo>
                <a:lnTo>
                  <a:pt x="1014460" y="1731464"/>
                </a:lnTo>
                <a:lnTo>
                  <a:pt x="1058570" y="1731464"/>
                </a:lnTo>
                <a:lnTo>
                  <a:pt x="1102681" y="1731464"/>
                </a:lnTo>
                <a:lnTo>
                  <a:pt x="1146791" y="1731464"/>
                </a:lnTo>
                <a:lnTo>
                  <a:pt x="1190892" y="1731464"/>
                </a:lnTo>
                <a:lnTo>
                  <a:pt x="1235002" y="1731464"/>
                </a:lnTo>
                <a:lnTo>
                  <a:pt x="1279112" y="1731464"/>
                </a:lnTo>
                <a:lnTo>
                  <a:pt x="1323213" y="1731464"/>
                </a:lnTo>
                <a:lnTo>
                  <a:pt x="1367323" y="1731464"/>
                </a:lnTo>
                <a:lnTo>
                  <a:pt x="1411434" y="1731464"/>
                </a:lnTo>
                <a:lnTo>
                  <a:pt x="1455534" y="1731464"/>
                </a:lnTo>
                <a:lnTo>
                  <a:pt x="1499645" y="1731464"/>
                </a:lnTo>
                <a:lnTo>
                  <a:pt x="1543755" y="1731464"/>
                </a:lnTo>
                <a:lnTo>
                  <a:pt x="1587856" y="1731464"/>
                </a:lnTo>
                <a:lnTo>
                  <a:pt x="1631966" y="1731464"/>
                </a:lnTo>
                <a:lnTo>
                  <a:pt x="1676076" y="1731464"/>
                </a:lnTo>
                <a:lnTo>
                  <a:pt x="1720177" y="1731464"/>
                </a:lnTo>
                <a:lnTo>
                  <a:pt x="1764287" y="1731464"/>
                </a:lnTo>
                <a:lnTo>
                  <a:pt x="1808397" y="1731464"/>
                </a:lnTo>
                <a:lnTo>
                  <a:pt x="1852060" y="1728330"/>
                </a:lnTo>
                <a:lnTo>
                  <a:pt x="1895494" y="1723482"/>
                </a:lnTo>
                <a:lnTo>
                  <a:pt x="1938919" y="1718624"/>
                </a:lnTo>
                <a:lnTo>
                  <a:pt x="1982353" y="1713767"/>
                </a:lnTo>
                <a:lnTo>
                  <a:pt x="2025777" y="1708909"/>
                </a:lnTo>
                <a:lnTo>
                  <a:pt x="2069211" y="1704051"/>
                </a:lnTo>
                <a:lnTo>
                  <a:pt x="2112635" y="1699193"/>
                </a:lnTo>
                <a:lnTo>
                  <a:pt x="2156069" y="1694336"/>
                </a:lnTo>
                <a:lnTo>
                  <a:pt x="2189216" y="1677333"/>
                </a:lnTo>
                <a:lnTo>
                  <a:pt x="2219820" y="1657312"/>
                </a:lnTo>
                <a:lnTo>
                  <a:pt x="2250434" y="1637290"/>
                </a:lnTo>
                <a:lnTo>
                  <a:pt x="2281037" y="1617278"/>
                </a:lnTo>
                <a:lnTo>
                  <a:pt x="2311641" y="1597257"/>
                </a:lnTo>
                <a:lnTo>
                  <a:pt x="2342245" y="1577235"/>
                </a:lnTo>
                <a:lnTo>
                  <a:pt x="2372849" y="1557223"/>
                </a:lnTo>
                <a:lnTo>
                  <a:pt x="2403462" y="1537202"/>
                </a:lnTo>
                <a:lnTo>
                  <a:pt x="2434066" y="1517180"/>
                </a:lnTo>
                <a:lnTo>
                  <a:pt x="2464670" y="1497168"/>
                </a:lnTo>
                <a:lnTo>
                  <a:pt x="2495274" y="1477147"/>
                </a:lnTo>
                <a:lnTo>
                  <a:pt x="2525878" y="1457125"/>
                </a:lnTo>
                <a:lnTo>
                  <a:pt x="2556491" y="1437113"/>
                </a:lnTo>
                <a:lnTo>
                  <a:pt x="2587095" y="1417091"/>
                </a:lnTo>
                <a:lnTo>
                  <a:pt x="2617699" y="1397070"/>
                </a:lnTo>
                <a:lnTo>
                  <a:pt x="2648302" y="1377048"/>
                </a:lnTo>
                <a:lnTo>
                  <a:pt x="2678906" y="1357036"/>
                </a:lnTo>
                <a:lnTo>
                  <a:pt x="2709510" y="1337015"/>
                </a:lnTo>
                <a:lnTo>
                  <a:pt x="2740123" y="1316993"/>
                </a:lnTo>
                <a:lnTo>
                  <a:pt x="2747067" y="1290961"/>
                </a:lnTo>
                <a:lnTo>
                  <a:pt x="2747067" y="1263167"/>
                </a:lnTo>
                <a:lnTo>
                  <a:pt x="2747067" y="1235364"/>
                </a:lnTo>
                <a:lnTo>
                  <a:pt x="2747067" y="1207560"/>
                </a:lnTo>
                <a:lnTo>
                  <a:pt x="2747067" y="1179757"/>
                </a:lnTo>
                <a:lnTo>
                  <a:pt x="2747067" y="1151963"/>
                </a:lnTo>
                <a:lnTo>
                  <a:pt x="2747067" y="1124160"/>
                </a:lnTo>
                <a:lnTo>
                  <a:pt x="2747067" y="1096356"/>
                </a:lnTo>
                <a:lnTo>
                  <a:pt x="2747067" y="1068562"/>
                </a:lnTo>
                <a:lnTo>
                  <a:pt x="2747067" y="1040759"/>
                </a:lnTo>
                <a:lnTo>
                  <a:pt x="2747067" y="1012955"/>
                </a:lnTo>
                <a:lnTo>
                  <a:pt x="2747067" y="985161"/>
                </a:lnTo>
                <a:lnTo>
                  <a:pt x="2747067" y="957358"/>
                </a:lnTo>
                <a:lnTo>
                  <a:pt x="2747067" y="929554"/>
                </a:lnTo>
                <a:lnTo>
                  <a:pt x="2747067" y="901751"/>
                </a:lnTo>
                <a:lnTo>
                  <a:pt x="2747067" y="873957"/>
                </a:lnTo>
                <a:lnTo>
                  <a:pt x="2747067" y="846153"/>
                </a:lnTo>
                <a:lnTo>
                  <a:pt x="2747067" y="818350"/>
                </a:lnTo>
                <a:lnTo>
                  <a:pt x="2747067" y="790556"/>
                </a:lnTo>
                <a:lnTo>
                  <a:pt x="2747067" y="762752"/>
                </a:lnTo>
                <a:lnTo>
                  <a:pt x="2747067" y="734949"/>
                </a:lnTo>
                <a:lnTo>
                  <a:pt x="2747067" y="707155"/>
                </a:lnTo>
                <a:lnTo>
                  <a:pt x="2747067" y="679352"/>
                </a:lnTo>
                <a:lnTo>
                  <a:pt x="2747067" y="651548"/>
                </a:lnTo>
                <a:lnTo>
                  <a:pt x="2747067" y="623754"/>
                </a:lnTo>
                <a:lnTo>
                  <a:pt x="2747067" y="595951"/>
                </a:lnTo>
                <a:lnTo>
                  <a:pt x="2747067" y="568147"/>
                </a:lnTo>
                <a:lnTo>
                  <a:pt x="2747067" y="540344"/>
                </a:lnTo>
                <a:lnTo>
                  <a:pt x="2747067" y="512550"/>
                </a:lnTo>
                <a:lnTo>
                  <a:pt x="2747067" y="484746"/>
                </a:lnTo>
                <a:lnTo>
                  <a:pt x="2747067" y="456943"/>
                </a:lnTo>
                <a:lnTo>
                  <a:pt x="2747067" y="429149"/>
                </a:lnTo>
                <a:lnTo>
                  <a:pt x="2747067" y="401345"/>
                </a:lnTo>
                <a:lnTo>
                  <a:pt x="2747067" y="373542"/>
                </a:lnTo>
                <a:lnTo>
                  <a:pt x="2747067" y="345748"/>
                </a:lnTo>
                <a:lnTo>
                  <a:pt x="2747067" y="317945"/>
                </a:lnTo>
                <a:lnTo>
                  <a:pt x="2747067" y="290141"/>
                </a:lnTo>
                <a:lnTo>
                  <a:pt x="2747067" y="262347"/>
                </a:lnTo>
                <a:lnTo>
                  <a:pt x="2747067" y="234544"/>
                </a:lnTo>
                <a:lnTo>
                  <a:pt x="2747067" y="206740"/>
                </a:lnTo>
                <a:lnTo>
                  <a:pt x="2747067" y="178937"/>
                </a:lnTo>
                <a:lnTo>
                  <a:pt x="2747067" y="151143"/>
                </a:lnTo>
                <a:lnTo>
                  <a:pt x="2747067" y="123339"/>
                </a:lnTo>
                <a:lnTo>
                  <a:pt x="2747067" y="95536"/>
                </a:lnTo>
                <a:lnTo>
                  <a:pt x="2747067" y="67742"/>
                </a:lnTo>
                <a:lnTo>
                  <a:pt x="2747067" y="39938"/>
                </a:lnTo>
                <a:lnTo>
                  <a:pt x="2747067" y="12135"/>
                </a:lnTo>
                <a:lnTo>
                  <a:pt x="2722216" y="0"/>
                </a:lnTo>
                <a:lnTo>
                  <a:pt x="2678116" y="0"/>
                </a:lnTo>
                <a:lnTo>
                  <a:pt x="2634005" y="0"/>
                </a:lnTo>
                <a:lnTo>
                  <a:pt x="2589895" y="0"/>
                </a:lnTo>
                <a:lnTo>
                  <a:pt x="2545794" y="0"/>
                </a:lnTo>
                <a:lnTo>
                  <a:pt x="2501684" y="0"/>
                </a:lnTo>
                <a:lnTo>
                  <a:pt x="2457574" y="0"/>
                </a:lnTo>
                <a:lnTo>
                  <a:pt x="2413473" y="0"/>
                </a:lnTo>
                <a:lnTo>
                  <a:pt x="2369363" y="0"/>
                </a:lnTo>
                <a:lnTo>
                  <a:pt x="2325253" y="0"/>
                </a:lnTo>
                <a:lnTo>
                  <a:pt x="2281152" y="0"/>
                </a:lnTo>
                <a:lnTo>
                  <a:pt x="2237042" y="0"/>
                </a:lnTo>
                <a:lnTo>
                  <a:pt x="2192931" y="0"/>
                </a:lnTo>
                <a:lnTo>
                  <a:pt x="2148830" y="0"/>
                </a:lnTo>
                <a:lnTo>
                  <a:pt x="2104720" y="0"/>
                </a:lnTo>
                <a:lnTo>
                  <a:pt x="2060610" y="0"/>
                </a:lnTo>
                <a:lnTo>
                  <a:pt x="2016509" y="0"/>
                </a:lnTo>
                <a:lnTo>
                  <a:pt x="1972399" y="0"/>
                </a:lnTo>
                <a:lnTo>
                  <a:pt x="1928289" y="0"/>
                </a:lnTo>
                <a:lnTo>
                  <a:pt x="1884178" y="0"/>
                </a:lnTo>
                <a:lnTo>
                  <a:pt x="1840078" y="0"/>
                </a:lnTo>
                <a:lnTo>
                  <a:pt x="1795967" y="0"/>
                </a:lnTo>
                <a:lnTo>
                  <a:pt x="1751857" y="0"/>
                </a:lnTo>
                <a:lnTo>
                  <a:pt x="1707756" y="0"/>
                </a:lnTo>
                <a:lnTo>
                  <a:pt x="1663646" y="0"/>
                </a:lnTo>
                <a:lnTo>
                  <a:pt x="1619536" y="0"/>
                </a:lnTo>
                <a:lnTo>
                  <a:pt x="1575435" y="0"/>
                </a:lnTo>
                <a:lnTo>
                  <a:pt x="1531325" y="0"/>
                </a:lnTo>
                <a:lnTo>
                  <a:pt x="1487214" y="0"/>
                </a:lnTo>
                <a:lnTo>
                  <a:pt x="1443114" y="0"/>
                </a:lnTo>
                <a:lnTo>
                  <a:pt x="1399003" y="0"/>
                </a:lnTo>
                <a:lnTo>
                  <a:pt x="1354893" y="0"/>
                </a:lnTo>
                <a:lnTo>
                  <a:pt x="1310792" y="0"/>
                </a:lnTo>
                <a:lnTo>
                  <a:pt x="1266682" y="0"/>
                </a:lnTo>
                <a:lnTo>
                  <a:pt x="1222572" y="0"/>
                </a:lnTo>
                <a:lnTo>
                  <a:pt x="1178471" y="0"/>
                </a:lnTo>
                <a:lnTo>
                  <a:pt x="1134361" y="0"/>
                </a:lnTo>
                <a:lnTo>
                  <a:pt x="1090251" y="0"/>
                </a:lnTo>
                <a:lnTo>
                  <a:pt x="1046150" y="0"/>
                </a:lnTo>
                <a:lnTo>
                  <a:pt x="1002040" y="0"/>
                </a:lnTo>
                <a:lnTo>
                  <a:pt x="957929" y="0"/>
                </a:lnTo>
                <a:lnTo>
                  <a:pt x="913829" y="0"/>
                </a:lnTo>
                <a:lnTo>
                  <a:pt x="869718" y="0"/>
                </a:lnTo>
                <a:lnTo>
                  <a:pt x="825608" y="0"/>
                </a:lnTo>
                <a:lnTo>
                  <a:pt x="781507" y="0"/>
                </a:lnTo>
                <a:lnTo>
                  <a:pt x="737397" y="0"/>
                </a:lnTo>
                <a:lnTo>
                  <a:pt x="693287" y="0"/>
                </a:lnTo>
                <a:lnTo>
                  <a:pt x="649186" y="0"/>
                </a:lnTo>
                <a:lnTo>
                  <a:pt x="605076" y="0"/>
                </a:lnTo>
                <a:lnTo>
                  <a:pt x="560965" y="0"/>
                </a:lnTo>
                <a:lnTo>
                  <a:pt x="516865" y="0"/>
                </a:lnTo>
                <a:lnTo>
                  <a:pt x="472754" y="0"/>
                </a:lnTo>
                <a:lnTo>
                  <a:pt x="428644" y="0"/>
                </a:lnTo>
                <a:lnTo>
                  <a:pt x="384543" y="0"/>
                </a:lnTo>
                <a:lnTo>
                  <a:pt x="340433" y="0"/>
                </a:lnTo>
                <a:lnTo>
                  <a:pt x="296323" y="0"/>
                </a:lnTo>
                <a:lnTo>
                  <a:pt x="252222" y="0"/>
                </a:lnTo>
                <a:lnTo>
                  <a:pt x="208112" y="0"/>
                </a:lnTo>
                <a:lnTo>
                  <a:pt x="164001" y="0"/>
                </a:lnTo>
                <a:lnTo>
                  <a:pt x="119891" y="0"/>
                </a:lnTo>
                <a:lnTo>
                  <a:pt x="75790" y="0"/>
                </a:lnTo>
                <a:lnTo>
                  <a:pt x="31680" y="0"/>
                </a:lnTo>
                <a:lnTo>
                  <a:pt x="0" y="7830"/>
                </a:lnTo>
                <a:lnTo>
                  <a:pt x="0" y="35633"/>
                </a:lnTo>
                <a:lnTo>
                  <a:pt x="0" y="63437"/>
                </a:lnTo>
                <a:lnTo>
                  <a:pt x="0" y="91230"/>
                </a:lnTo>
                <a:lnTo>
                  <a:pt x="0" y="119034"/>
                </a:lnTo>
                <a:lnTo>
                  <a:pt x="0" y="146837"/>
                </a:lnTo>
                <a:lnTo>
                  <a:pt x="0" y="174631"/>
                </a:lnTo>
                <a:lnTo>
                  <a:pt x="0" y="202435"/>
                </a:lnTo>
                <a:lnTo>
                  <a:pt x="0" y="230238"/>
                </a:lnTo>
                <a:lnTo>
                  <a:pt x="0" y="258032"/>
                </a:lnTo>
                <a:lnTo>
                  <a:pt x="0" y="285836"/>
                </a:lnTo>
                <a:lnTo>
                  <a:pt x="0" y="313639"/>
                </a:lnTo>
                <a:lnTo>
                  <a:pt x="0" y="341443"/>
                </a:lnTo>
                <a:lnTo>
                  <a:pt x="0" y="369237"/>
                </a:lnTo>
                <a:lnTo>
                  <a:pt x="0" y="397040"/>
                </a:lnTo>
                <a:lnTo>
                  <a:pt x="0" y="424844"/>
                </a:lnTo>
                <a:lnTo>
                  <a:pt x="0" y="452638"/>
                </a:lnTo>
                <a:lnTo>
                  <a:pt x="0" y="480441"/>
                </a:lnTo>
                <a:lnTo>
                  <a:pt x="0" y="508244"/>
                </a:lnTo>
                <a:lnTo>
                  <a:pt x="0" y="536038"/>
                </a:lnTo>
                <a:lnTo>
                  <a:pt x="0" y="563842"/>
                </a:lnTo>
                <a:lnTo>
                  <a:pt x="0" y="591645"/>
                </a:lnTo>
                <a:lnTo>
                  <a:pt x="0" y="619439"/>
                </a:lnTo>
                <a:lnTo>
                  <a:pt x="0" y="647243"/>
                </a:lnTo>
                <a:lnTo>
                  <a:pt x="0" y="675046"/>
                </a:lnTo>
                <a:lnTo>
                  <a:pt x="0" y="702850"/>
                </a:lnTo>
                <a:lnTo>
                  <a:pt x="0" y="730644"/>
                </a:lnTo>
                <a:lnTo>
                  <a:pt x="0" y="758447"/>
                </a:lnTo>
                <a:lnTo>
                  <a:pt x="0" y="786251"/>
                </a:lnTo>
                <a:lnTo>
                  <a:pt x="0" y="814045"/>
                </a:lnTo>
                <a:lnTo>
                  <a:pt x="0" y="841848"/>
                </a:lnTo>
                <a:lnTo>
                  <a:pt x="0" y="869652"/>
                </a:lnTo>
                <a:lnTo>
                  <a:pt x="0" y="897446"/>
                </a:lnTo>
                <a:lnTo>
                  <a:pt x="0" y="925249"/>
                </a:lnTo>
                <a:lnTo>
                  <a:pt x="0" y="953052"/>
                </a:lnTo>
                <a:lnTo>
                  <a:pt x="0" y="980856"/>
                </a:lnTo>
                <a:lnTo>
                  <a:pt x="0" y="1008650"/>
                </a:lnTo>
                <a:lnTo>
                  <a:pt x="0" y="1036453"/>
                </a:lnTo>
                <a:lnTo>
                  <a:pt x="0" y="1064257"/>
                </a:lnTo>
                <a:lnTo>
                  <a:pt x="0" y="1092051"/>
                </a:lnTo>
                <a:lnTo>
                  <a:pt x="0" y="1119854"/>
                </a:lnTo>
                <a:lnTo>
                  <a:pt x="0" y="1147658"/>
                </a:lnTo>
                <a:lnTo>
                  <a:pt x="0" y="1175452"/>
                </a:lnTo>
                <a:lnTo>
                  <a:pt x="0" y="1203255"/>
                </a:lnTo>
                <a:lnTo>
                  <a:pt x="0" y="1231059"/>
                </a:lnTo>
                <a:lnTo>
                  <a:pt x="0" y="1258853"/>
                </a:lnTo>
                <a:lnTo>
                  <a:pt x="0" y="1286656"/>
                </a:lnTo>
                <a:lnTo>
                  <a:pt x="0" y="1314460"/>
                </a:lnTo>
                <a:lnTo>
                  <a:pt x="0" y="1342263"/>
                </a:lnTo>
                <a:lnTo>
                  <a:pt x="0" y="1370057"/>
                </a:lnTo>
                <a:lnTo>
                  <a:pt x="0" y="1397860"/>
                </a:lnTo>
                <a:lnTo>
                  <a:pt x="0" y="1425664"/>
                </a:lnTo>
                <a:lnTo>
                  <a:pt x="0" y="1453458"/>
                </a:lnTo>
                <a:lnTo>
                  <a:pt x="0" y="1481261"/>
                </a:lnTo>
                <a:lnTo>
                  <a:pt x="0" y="1509065"/>
                </a:lnTo>
                <a:lnTo>
                  <a:pt x="0" y="1536859"/>
                </a:lnTo>
                <a:lnTo>
                  <a:pt x="0" y="1564662"/>
                </a:lnTo>
                <a:lnTo>
                  <a:pt x="0" y="1592466"/>
                </a:lnTo>
                <a:lnTo>
                  <a:pt x="0" y="1620260"/>
                </a:lnTo>
                <a:lnTo>
                  <a:pt x="0" y="1648063"/>
                </a:lnTo>
                <a:lnTo>
                  <a:pt x="0" y="1675867"/>
                </a:lnTo>
                <a:lnTo>
                  <a:pt x="0" y="1703670"/>
                </a:lnTo>
                <a:lnTo>
                  <a:pt x="0" y="17314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6DC9FB5-A13A-4E71-B084-1DA8F1E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2280942"/>
            <a:ext cx="2747067" cy="297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C600C0C4-9273-4B09-87AF-C39F1C9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0547" y="3593392"/>
            <a:ext cx="1012107" cy="419338"/>
          </a:xfrm>
          <a:custGeom xmlns:a="http://schemas.openxmlformats.org/drawingml/2006/main">
            <a:pathLst>
              <a:path w="1012107" h="419338">
                <a:moveTo>
                  <a:pt x="1012107" y="0"/>
                </a:moveTo>
                <a:lnTo>
                  <a:pt x="1010898" y="6953"/>
                </a:lnTo>
                <a:lnTo>
                  <a:pt x="1009317" y="13878"/>
                </a:lnTo>
                <a:lnTo>
                  <a:pt x="1007469" y="20784"/>
                </a:lnTo>
                <a:lnTo>
                  <a:pt x="1005392" y="27651"/>
                </a:lnTo>
                <a:lnTo>
                  <a:pt x="1003106" y="34500"/>
                </a:lnTo>
                <a:lnTo>
                  <a:pt x="1000620" y="41319"/>
                </a:lnTo>
                <a:lnTo>
                  <a:pt x="997934" y="48111"/>
                </a:lnTo>
                <a:lnTo>
                  <a:pt x="995077" y="54874"/>
                </a:lnTo>
                <a:lnTo>
                  <a:pt x="992048" y="61608"/>
                </a:lnTo>
                <a:lnTo>
                  <a:pt x="988838" y="68304"/>
                </a:lnTo>
                <a:lnTo>
                  <a:pt x="985456" y="74971"/>
                </a:lnTo>
                <a:lnTo>
                  <a:pt x="981913" y="81601"/>
                </a:lnTo>
                <a:lnTo>
                  <a:pt x="978208" y="88192"/>
                </a:lnTo>
                <a:lnTo>
                  <a:pt x="974341" y="94755"/>
                </a:lnTo>
                <a:lnTo>
                  <a:pt x="970302" y="101270"/>
                </a:lnTo>
                <a:lnTo>
                  <a:pt x="966121" y="107756"/>
                </a:lnTo>
                <a:lnTo>
                  <a:pt x="961777" y="114195"/>
                </a:lnTo>
                <a:lnTo>
                  <a:pt x="957272" y="120587"/>
                </a:lnTo>
                <a:lnTo>
                  <a:pt x="952614" y="126940"/>
                </a:lnTo>
                <a:lnTo>
                  <a:pt x="947804" y="133245"/>
                </a:lnTo>
                <a:lnTo>
                  <a:pt x="942842" y="139503"/>
                </a:lnTo>
                <a:lnTo>
                  <a:pt x="937736" y="145713"/>
                </a:lnTo>
                <a:lnTo>
                  <a:pt x="932469" y="151876"/>
                </a:lnTo>
                <a:lnTo>
                  <a:pt x="927059" y="157991"/>
                </a:lnTo>
                <a:lnTo>
                  <a:pt x="921496" y="164040"/>
                </a:lnTo>
                <a:lnTo>
                  <a:pt x="915791" y="170040"/>
                </a:lnTo>
                <a:lnTo>
                  <a:pt x="909933" y="175993"/>
                </a:lnTo>
                <a:lnTo>
                  <a:pt x="903932" y="181880"/>
                </a:lnTo>
                <a:lnTo>
                  <a:pt x="897788" y="187709"/>
                </a:lnTo>
                <a:lnTo>
                  <a:pt x="891511" y="193472"/>
                </a:lnTo>
                <a:lnTo>
                  <a:pt x="885082" y="199177"/>
                </a:lnTo>
                <a:lnTo>
                  <a:pt x="878519" y="204826"/>
                </a:lnTo>
                <a:lnTo>
                  <a:pt x="871823" y="210407"/>
                </a:lnTo>
                <a:lnTo>
                  <a:pt x="864984" y="215913"/>
                </a:lnTo>
                <a:lnTo>
                  <a:pt x="858012" y="221361"/>
                </a:lnTo>
                <a:lnTo>
                  <a:pt x="850906" y="226743"/>
                </a:lnTo>
                <a:lnTo>
                  <a:pt x="843677" y="232048"/>
                </a:lnTo>
                <a:lnTo>
                  <a:pt x="836314" y="237287"/>
                </a:lnTo>
                <a:lnTo>
                  <a:pt x="828818" y="242449"/>
                </a:lnTo>
                <a:lnTo>
                  <a:pt x="821207" y="247545"/>
                </a:lnTo>
                <a:lnTo>
                  <a:pt x="813473" y="252555"/>
                </a:lnTo>
                <a:lnTo>
                  <a:pt x="805615" y="257499"/>
                </a:lnTo>
                <a:lnTo>
                  <a:pt x="797633" y="262366"/>
                </a:lnTo>
                <a:lnTo>
                  <a:pt x="789546" y="267157"/>
                </a:lnTo>
                <a:lnTo>
                  <a:pt x="781336" y="271872"/>
                </a:lnTo>
                <a:lnTo>
                  <a:pt x="773020" y="276511"/>
                </a:lnTo>
                <a:lnTo>
                  <a:pt x="764591" y="281064"/>
                </a:lnTo>
                <a:lnTo>
                  <a:pt x="756066" y="285540"/>
                </a:lnTo>
                <a:lnTo>
                  <a:pt x="747427" y="289941"/>
                </a:lnTo>
                <a:lnTo>
                  <a:pt x="738692" y="294256"/>
                </a:lnTo>
                <a:lnTo>
                  <a:pt x="729853" y="298494"/>
                </a:lnTo>
                <a:lnTo>
                  <a:pt x="720919" y="302647"/>
                </a:lnTo>
                <a:lnTo>
                  <a:pt x="711899" y="306715"/>
                </a:lnTo>
                <a:lnTo>
                  <a:pt x="702783" y="310715"/>
                </a:lnTo>
                <a:lnTo>
                  <a:pt x="693572" y="314620"/>
                </a:lnTo>
                <a:lnTo>
                  <a:pt x="684286" y="318449"/>
                </a:lnTo>
                <a:lnTo>
                  <a:pt x="674913" y="322202"/>
                </a:lnTo>
                <a:lnTo>
                  <a:pt x="665455" y="325869"/>
                </a:lnTo>
                <a:lnTo>
                  <a:pt x="655920" y="329451"/>
                </a:lnTo>
                <a:lnTo>
                  <a:pt x="646309" y="332956"/>
                </a:lnTo>
                <a:lnTo>
                  <a:pt x="636632" y="336385"/>
                </a:lnTo>
                <a:lnTo>
                  <a:pt x="626878" y="339728"/>
                </a:lnTo>
                <a:lnTo>
                  <a:pt x="617058" y="342986"/>
                </a:lnTo>
                <a:lnTo>
                  <a:pt x="607171" y="346177"/>
                </a:lnTo>
                <a:lnTo>
                  <a:pt x="597227" y="349282"/>
                </a:lnTo>
                <a:lnTo>
                  <a:pt x="587216" y="352301"/>
                </a:lnTo>
                <a:lnTo>
                  <a:pt x="577139" y="355254"/>
                </a:lnTo>
                <a:lnTo>
                  <a:pt x="567014" y="358121"/>
                </a:lnTo>
                <a:lnTo>
                  <a:pt x="556841" y="360912"/>
                </a:lnTo>
                <a:lnTo>
                  <a:pt x="546611" y="363626"/>
                </a:lnTo>
                <a:lnTo>
                  <a:pt x="536324" y="366265"/>
                </a:lnTo>
                <a:lnTo>
                  <a:pt x="525999" y="368837"/>
                </a:lnTo>
                <a:lnTo>
                  <a:pt x="515626" y="371323"/>
                </a:lnTo>
                <a:lnTo>
                  <a:pt x="505206" y="373742"/>
                </a:lnTo>
                <a:lnTo>
                  <a:pt x="494738" y="376085"/>
                </a:lnTo>
                <a:lnTo>
                  <a:pt x="484241" y="378352"/>
                </a:lnTo>
                <a:lnTo>
                  <a:pt x="473707" y="380552"/>
                </a:lnTo>
                <a:lnTo>
                  <a:pt x="463125" y="382686"/>
                </a:lnTo>
                <a:lnTo>
                  <a:pt x="452514" y="384743"/>
                </a:lnTo>
                <a:lnTo>
                  <a:pt x="441874" y="386734"/>
                </a:lnTo>
                <a:lnTo>
                  <a:pt x="431197" y="388649"/>
                </a:lnTo>
                <a:lnTo>
                  <a:pt x="420491" y="390506"/>
                </a:lnTo>
                <a:lnTo>
                  <a:pt x="409766" y="392297"/>
                </a:lnTo>
                <a:lnTo>
                  <a:pt x="399002" y="394011"/>
                </a:lnTo>
                <a:lnTo>
                  <a:pt x="388210" y="395669"/>
                </a:lnTo>
                <a:lnTo>
                  <a:pt x="377409" y="397269"/>
                </a:lnTo>
                <a:lnTo>
                  <a:pt x="366570" y="398793"/>
                </a:lnTo>
                <a:lnTo>
                  <a:pt x="355721" y="400260"/>
                </a:lnTo>
                <a:lnTo>
                  <a:pt x="344843" y="401669"/>
                </a:lnTo>
                <a:lnTo>
                  <a:pt x="333947" y="403012"/>
                </a:lnTo>
                <a:lnTo>
                  <a:pt x="323031" y="404298"/>
                </a:lnTo>
                <a:lnTo>
                  <a:pt x="312106" y="405527"/>
                </a:lnTo>
                <a:lnTo>
                  <a:pt x="301161" y="406698"/>
                </a:lnTo>
                <a:lnTo>
                  <a:pt x="290198" y="407803"/>
                </a:lnTo>
                <a:lnTo>
                  <a:pt x="279225" y="408861"/>
                </a:lnTo>
                <a:lnTo>
                  <a:pt x="268234" y="409861"/>
                </a:lnTo>
                <a:lnTo>
                  <a:pt x="257232" y="410804"/>
                </a:lnTo>
                <a:lnTo>
                  <a:pt x="246221" y="411699"/>
                </a:lnTo>
                <a:lnTo>
                  <a:pt x="235201" y="412537"/>
                </a:lnTo>
                <a:lnTo>
                  <a:pt x="224171" y="413318"/>
                </a:lnTo>
                <a:lnTo>
                  <a:pt x="213131" y="414052"/>
                </a:lnTo>
                <a:lnTo>
                  <a:pt x="202082" y="414728"/>
                </a:lnTo>
                <a:lnTo>
                  <a:pt x="191024" y="415366"/>
                </a:lnTo>
                <a:lnTo>
                  <a:pt x="179965" y="415947"/>
                </a:lnTo>
                <a:lnTo>
                  <a:pt x="168897" y="416481"/>
                </a:lnTo>
                <a:lnTo>
                  <a:pt x="157820" y="416966"/>
                </a:lnTo>
                <a:lnTo>
                  <a:pt x="146742" y="417405"/>
                </a:lnTo>
                <a:lnTo>
                  <a:pt x="135655" y="417795"/>
                </a:lnTo>
                <a:lnTo>
                  <a:pt x="124568" y="418138"/>
                </a:lnTo>
                <a:lnTo>
                  <a:pt x="113471" y="418443"/>
                </a:lnTo>
                <a:lnTo>
                  <a:pt x="102384" y="418700"/>
                </a:lnTo>
                <a:lnTo>
                  <a:pt x="91288" y="418909"/>
                </a:lnTo>
                <a:lnTo>
                  <a:pt x="80181" y="419081"/>
                </a:lnTo>
                <a:lnTo>
                  <a:pt x="69085" y="419205"/>
                </a:lnTo>
                <a:lnTo>
                  <a:pt x="57988" y="419291"/>
                </a:lnTo>
                <a:lnTo>
                  <a:pt x="46882" y="419329"/>
                </a:lnTo>
                <a:lnTo>
                  <a:pt x="35785" y="419338"/>
                </a:lnTo>
                <a:lnTo>
                  <a:pt x="24679" y="419300"/>
                </a:lnTo>
                <a:lnTo>
                  <a:pt x="13583" y="419224"/>
                </a:lnTo>
                <a:lnTo>
                  <a:pt x="2477" y="419100"/>
                </a:lnTo>
                <a:lnTo>
                  <a:pt x="0" y="418995"/>
                </a:lnTo>
                <a:lnTo>
                  <a:pt x="11097" y="418814"/>
                </a:lnTo>
                <a:lnTo>
                  <a:pt x="22193" y="418529"/>
                </a:lnTo>
                <a:lnTo>
                  <a:pt x="33271" y="418148"/>
                </a:lnTo>
                <a:lnTo>
                  <a:pt x="44348" y="417671"/>
                </a:lnTo>
                <a:lnTo>
                  <a:pt x="55416" y="417128"/>
                </a:lnTo>
                <a:lnTo>
                  <a:pt x="66475" y="416500"/>
                </a:lnTo>
                <a:lnTo>
                  <a:pt x="77524" y="415804"/>
                </a:lnTo>
                <a:lnTo>
                  <a:pt x="88554" y="415023"/>
                </a:lnTo>
                <a:lnTo>
                  <a:pt x="99574" y="414176"/>
                </a:lnTo>
                <a:lnTo>
                  <a:pt x="110585" y="413261"/>
                </a:lnTo>
                <a:lnTo>
                  <a:pt x="121568" y="412271"/>
                </a:lnTo>
                <a:lnTo>
                  <a:pt x="132540" y="411204"/>
                </a:lnTo>
                <a:lnTo>
                  <a:pt x="143494" y="410061"/>
                </a:lnTo>
                <a:lnTo>
                  <a:pt x="154429" y="408842"/>
                </a:lnTo>
                <a:lnTo>
                  <a:pt x="165335" y="407546"/>
                </a:lnTo>
                <a:lnTo>
                  <a:pt x="176222" y="406175"/>
                </a:lnTo>
                <a:lnTo>
                  <a:pt x="187081" y="404717"/>
                </a:lnTo>
                <a:lnTo>
                  <a:pt x="197920" y="403193"/>
                </a:lnTo>
                <a:lnTo>
                  <a:pt x="208721" y="401574"/>
                </a:lnTo>
                <a:lnTo>
                  <a:pt x="219485" y="399879"/>
                </a:lnTo>
                <a:lnTo>
                  <a:pt x="230219" y="398097"/>
                </a:lnTo>
                <a:lnTo>
                  <a:pt x="240916" y="396221"/>
                </a:lnTo>
                <a:lnTo>
                  <a:pt x="251574" y="394259"/>
                </a:lnTo>
                <a:lnTo>
                  <a:pt x="262195" y="392211"/>
                </a:lnTo>
                <a:lnTo>
                  <a:pt x="272758" y="390058"/>
                </a:lnTo>
                <a:lnTo>
                  <a:pt x="283274" y="387820"/>
                </a:lnTo>
                <a:lnTo>
                  <a:pt x="293732" y="385477"/>
                </a:lnTo>
                <a:lnTo>
                  <a:pt x="304133" y="383029"/>
                </a:lnTo>
                <a:lnTo>
                  <a:pt x="314468" y="380476"/>
                </a:lnTo>
                <a:lnTo>
                  <a:pt x="324745" y="377819"/>
                </a:lnTo>
                <a:lnTo>
                  <a:pt x="334937" y="375056"/>
                </a:lnTo>
                <a:lnTo>
                  <a:pt x="345053" y="372170"/>
                </a:lnTo>
                <a:lnTo>
                  <a:pt x="355082" y="369170"/>
                </a:lnTo>
                <a:lnTo>
                  <a:pt x="365017" y="366055"/>
                </a:lnTo>
                <a:lnTo>
                  <a:pt x="374856" y="362817"/>
                </a:lnTo>
                <a:lnTo>
                  <a:pt x="384591" y="359454"/>
                </a:lnTo>
                <a:lnTo>
                  <a:pt x="394211" y="355959"/>
                </a:lnTo>
                <a:lnTo>
                  <a:pt x="403708" y="352330"/>
                </a:lnTo>
                <a:lnTo>
                  <a:pt x="413071" y="348567"/>
                </a:lnTo>
                <a:lnTo>
                  <a:pt x="422281" y="344672"/>
                </a:lnTo>
                <a:lnTo>
                  <a:pt x="431349" y="340633"/>
                </a:lnTo>
                <a:lnTo>
                  <a:pt x="440255" y="336452"/>
                </a:lnTo>
                <a:lnTo>
                  <a:pt x="448980" y="332118"/>
                </a:lnTo>
                <a:lnTo>
                  <a:pt x="457514" y="327650"/>
                </a:lnTo>
                <a:lnTo>
                  <a:pt x="465858" y="323031"/>
                </a:lnTo>
                <a:lnTo>
                  <a:pt x="473983" y="318259"/>
                </a:lnTo>
                <a:lnTo>
                  <a:pt x="481879" y="313344"/>
                </a:lnTo>
                <a:lnTo>
                  <a:pt x="489537" y="308286"/>
                </a:lnTo>
                <a:lnTo>
                  <a:pt x="496948" y="303076"/>
                </a:lnTo>
                <a:lnTo>
                  <a:pt x="504092" y="297713"/>
                </a:lnTo>
                <a:lnTo>
                  <a:pt x="510959" y="292217"/>
                </a:lnTo>
                <a:lnTo>
                  <a:pt x="517531" y="286579"/>
                </a:lnTo>
                <a:lnTo>
                  <a:pt x="523808" y="280807"/>
                </a:lnTo>
                <a:lnTo>
                  <a:pt x="529771" y="274911"/>
                </a:lnTo>
                <a:lnTo>
                  <a:pt x="535410" y="268881"/>
                </a:lnTo>
                <a:lnTo>
                  <a:pt x="540715" y="262738"/>
                </a:lnTo>
                <a:lnTo>
                  <a:pt x="545687" y="256480"/>
                </a:lnTo>
                <a:lnTo>
                  <a:pt x="550316" y="250117"/>
                </a:lnTo>
                <a:lnTo>
                  <a:pt x="554593" y="243659"/>
                </a:lnTo>
                <a:lnTo>
                  <a:pt x="558527" y="237115"/>
                </a:lnTo>
                <a:lnTo>
                  <a:pt x="562108" y="230495"/>
                </a:lnTo>
                <a:lnTo>
                  <a:pt x="565337" y="223799"/>
                </a:lnTo>
                <a:lnTo>
                  <a:pt x="568223" y="217046"/>
                </a:lnTo>
                <a:lnTo>
                  <a:pt x="570767" y="210236"/>
                </a:lnTo>
                <a:lnTo>
                  <a:pt x="572967" y="203378"/>
                </a:lnTo>
                <a:lnTo>
                  <a:pt x="574843" y="196482"/>
                </a:lnTo>
                <a:lnTo>
                  <a:pt x="576386" y="189548"/>
                </a:lnTo>
                <a:lnTo>
                  <a:pt x="577615" y="182594"/>
                </a:lnTo>
                <a:lnTo>
                  <a:pt x="578539" y="175622"/>
                </a:lnTo>
                <a:lnTo>
                  <a:pt x="579158" y="168640"/>
                </a:lnTo>
                <a:lnTo>
                  <a:pt x="579491" y="161639"/>
                </a:lnTo>
                <a:lnTo>
                  <a:pt x="579549" y="154648"/>
                </a:lnTo>
                <a:lnTo>
                  <a:pt x="579320" y="147647"/>
                </a:lnTo>
                <a:lnTo>
                  <a:pt x="578844" y="140656"/>
                </a:lnTo>
                <a:lnTo>
                  <a:pt x="578110" y="133674"/>
                </a:lnTo>
                <a:lnTo>
                  <a:pt x="588378" y="131969"/>
                </a:lnTo>
                <a:lnTo>
                  <a:pt x="599199" y="130397"/>
                </a:lnTo>
                <a:lnTo>
                  <a:pt x="609981" y="128730"/>
                </a:lnTo>
                <a:lnTo>
                  <a:pt x="620735" y="126978"/>
                </a:lnTo>
                <a:lnTo>
                  <a:pt x="631450" y="125149"/>
                </a:lnTo>
                <a:lnTo>
                  <a:pt x="642128" y="123244"/>
                </a:lnTo>
                <a:lnTo>
                  <a:pt x="652777" y="121263"/>
                </a:lnTo>
                <a:lnTo>
                  <a:pt x="663397" y="119215"/>
                </a:lnTo>
                <a:lnTo>
                  <a:pt x="673979" y="117100"/>
                </a:lnTo>
                <a:lnTo>
                  <a:pt x="684524" y="114919"/>
                </a:lnTo>
                <a:lnTo>
                  <a:pt x="695039" y="112681"/>
                </a:lnTo>
                <a:lnTo>
                  <a:pt x="705517" y="110366"/>
                </a:lnTo>
                <a:lnTo>
                  <a:pt x="715956" y="107985"/>
                </a:lnTo>
                <a:lnTo>
                  <a:pt x="726367" y="105547"/>
                </a:lnTo>
                <a:lnTo>
                  <a:pt x="736730" y="103041"/>
                </a:lnTo>
                <a:lnTo>
                  <a:pt x="747055" y="100470"/>
                </a:lnTo>
                <a:lnTo>
                  <a:pt x="757342" y="97831"/>
                </a:lnTo>
                <a:lnTo>
                  <a:pt x="767582" y="95136"/>
                </a:lnTo>
                <a:lnTo>
                  <a:pt x="777773" y="92373"/>
                </a:lnTo>
                <a:lnTo>
                  <a:pt x="787927" y="89535"/>
                </a:lnTo>
                <a:lnTo>
                  <a:pt x="798033" y="86639"/>
                </a:lnTo>
                <a:lnTo>
                  <a:pt x="808091" y="83668"/>
                </a:lnTo>
                <a:lnTo>
                  <a:pt x="818093" y="80639"/>
                </a:lnTo>
                <a:lnTo>
                  <a:pt x="828046" y="77534"/>
                </a:lnTo>
                <a:lnTo>
                  <a:pt x="837943" y="74362"/>
                </a:lnTo>
                <a:lnTo>
                  <a:pt x="847782" y="71123"/>
                </a:lnTo>
                <a:lnTo>
                  <a:pt x="857564" y="67818"/>
                </a:lnTo>
                <a:lnTo>
                  <a:pt x="867280" y="64437"/>
                </a:lnTo>
                <a:lnTo>
                  <a:pt x="876938" y="60979"/>
                </a:lnTo>
                <a:lnTo>
                  <a:pt x="886520" y="57455"/>
                </a:lnTo>
                <a:lnTo>
                  <a:pt x="896045" y="53854"/>
                </a:lnTo>
                <a:lnTo>
                  <a:pt x="905494" y="50178"/>
                </a:lnTo>
                <a:lnTo>
                  <a:pt x="914867" y="46425"/>
                </a:lnTo>
                <a:lnTo>
                  <a:pt x="924163" y="42605"/>
                </a:lnTo>
                <a:lnTo>
                  <a:pt x="933374" y="38700"/>
                </a:lnTo>
                <a:lnTo>
                  <a:pt x="942508" y="34719"/>
                </a:lnTo>
                <a:lnTo>
                  <a:pt x="951548" y="30661"/>
                </a:lnTo>
                <a:lnTo>
                  <a:pt x="960501" y="26527"/>
                </a:lnTo>
                <a:lnTo>
                  <a:pt x="969359" y="22308"/>
                </a:lnTo>
                <a:lnTo>
                  <a:pt x="978122" y="18012"/>
                </a:lnTo>
                <a:lnTo>
                  <a:pt x="986780" y="13630"/>
                </a:lnTo>
                <a:lnTo>
                  <a:pt x="995334" y="9173"/>
                </a:lnTo>
                <a:lnTo>
                  <a:pt x="1003773" y="4629"/>
                </a:lnTo>
                <a:lnTo>
                  <a:pt x="1012107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DC230F02-CFD8-4312-8D17-03BC900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279" y="5451424"/>
            <a:ext cx="2747696" cy="460372"/>
          </a:xfrm>
          <a:custGeom xmlns:a="http://schemas.openxmlformats.org/drawingml/2006/main">
            <a:pathLst>
              <a:path w="2747696" h="460372">
                <a:moveTo>
                  <a:pt x="2746848" y="0"/>
                </a:moveTo>
                <a:lnTo>
                  <a:pt x="2747696" y="16955"/>
                </a:lnTo>
                <a:lnTo>
                  <a:pt x="2747315" y="33919"/>
                </a:lnTo>
                <a:lnTo>
                  <a:pt x="2745991" y="50854"/>
                </a:lnTo>
                <a:lnTo>
                  <a:pt x="2743772" y="67761"/>
                </a:lnTo>
                <a:lnTo>
                  <a:pt x="2740704" y="84620"/>
                </a:lnTo>
                <a:lnTo>
                  <a:pt x="2736799" y="101403"/>
                </a:lnTo>
                <a:lnTo>
                  <a:pt x="2732037" y="118091"/>
                </a:lnTo>
                <a:lnTo>
                  <a:pt x="2726417" y="134684"/>
                </a:lnTo>
                <a:lnTo>
                  <a:pt x="2719930" y="151152"/>
                </a:lnTo>
                <a:lnTo>
                  <a:pt x="2712549" y="167459"/>
                </a:lnTo>
                <a:lnTo>
                  <a:pt x="2704262" y="183604"/>
                </a:lnTo>
                <a:lnTo>
                  <a:pt x="2695032" y="199539"/>
                </a:lnTo>
                <a:lnTo>
                  <a:pt x="2684869" y="215246"/>
                </a:lnTo>
                <a:lnTo>
                  <a:pt x="2673734" y="230686"/>
                </a:lnTo>
                <a:lnTo>
                  <a:pt x="2661618" y="245831"/>
                </a:lnTo>
                <a:lnTo>
                  <a:pt x="2648512" y="260652"/>
                </a:lnTo>
                <a:lnTo>
                  <a:pt x="2634415" y="275092"/>
                </a:lnTo>
                <a:lnTo>
                  <a:pt x="2619318" y="289141"/>
                </a:lnTo>
                <a:lnTo>
                  <a:pt x="2603230" y="302733"/>
                </a:lnTo>
                <a:lnTo>
                  <a:pt x="2586171" y="315859"/>
                </a:lnTo>
                <a:lnTo>
                  <a:pt x="2568169" y="328460"/>
                </a:lnTo>
                <a:lnTo>
                  <a:pt x="2549242" y="340519"/>
                </a:lnTo>
                <a:lnTo>
                  <a:pt x="2529430" y="352006"/>
                </a:lnTo>
                <a:lnTo>
                  <a:pt x="2508790" y="362893"/>
                </a:lnTo>
                <a:lnTo>
                  <a:pt x="2487368" y="373161"/>
                </a:lnTo>
                <a:lnTo>
                  <a:pt x="2465213" y="382791"/>
                </a:lnTo>
                <a:lnTo>
                  <a:pt x="2442401" y="391782"/>
                </a:lnTo>
                <a:lnTo>
                  <a:pt x="2418969" y="400136"/>
                </a:lnTo>
                <a:lnTo>
                  <a:pt x="2395004" y="407841"/>
                </a:lnTo>
                <a:lnTo>
                  <a:pt x="2370534" y="414919"/>
                </a:lnTo>
                <a:lnTo>
                  <a:pt x="2345646" y="421367"/>
                </a:lnTo>
                <a:lnTo>
                  <a:pt x="2320385" y="427215"/>
                </a:lnTo>
                <a:lnTo>
                  <a:pt x="2294792" y="432464"/>
                </a:lnTo>
                <a:lnTo>
                  <a:pt x="2268922" y="437140"/>
                </a:lnTo>
                <a:lnTo>
                  <a:pt x="2242814" y="441274"/>
                </a:lnTo>
                <a:lnTo>
                  <a:pt x="2216515" y="444865"/>
                </a:lnTo>
                <a:lnTo>
                  <a:pt x="2190055" y="447961"/>
                </a:lnTo>
                <a:lnTo>
                  <a:pt x="2163461" y="450561"/>
                </a:lnTo>
                <a:lnTo>
                  <a:pt x="2136762" y="452704"/>
                </a:lnTo>
                <a:lnTo>
                  <a:pt x="2109978" y="454400"/>
                </a:lnTo>
                <a:lnTo>
                  <a:pt x="2083146" y="455666"/>
                </a:lnTo>
                <a:lnTo>
                  <a:pt x="2056247" y="456267"/>
                </a:lnTo>
                <a:lnTo>
                  <a:pt x="2029339" y="456667"/>
                </a:lnTo>
                <a:lnTo>
                  <a:pt x="2002431" y="456981"/>
                </a:lnTo>
                <a:lnTo>
                  <a:pt x="1975514" y="457248"/>
                </a:lnTo>
                <a:lnTo>
                  <a:pt x="1948605" y="457486"/>
                </a:lnTo>
                <a:lnTo>
                  <a:pt x="1921688" y="457695"/>
                </a:lnTo>
                <a:lnTo>
                  <a:pt x="1894780" y="457895"/>
                </a:lnTo>
                <a:lnTo>
                  <a:pt x="1867862" y="458067"/>
                </a:lnTo>
                <a:lnTo>
                  <a:pt x="1840954" y="458229"/>
                </a:lnTo>
                <a:lnTo>
                  <a:pt x="1814036" y="458391"/>
                </a:lnTo>
                <a:lnTo>
                  <a:pt x="1787128" y="458534"/>
                </a:lnTo>
                <a:lnTo>
                  <a:pt x="1760210" y="458667"/>
                </a:lnTo>
                <a:lnTo>
                  <a:pt x="1733293" y="458800"/>
                </a:lnTo>
                <a:lnTo>
                  <a:pt x="1706385" y="458915"/>
                </a:lnTo>
                <a:lnTo>
                  <a:pt x="1679467" y="459029"/>
                </a:lnTo>
                <a:lnTo>
                  <a:pt x="1652559" y="459134"/>
                </a:lnTo>
                <a:lnTo>
                  <a:pt x="1625641" y="459238"/>
                </a:lnTo>
                <a:lnTo>
                  <a:pt x="1598724" y="459334"/>
                </a:lnTo>
                <a:lnTo>
                  <a:pt x="1571816" y="459429"/>
                </a:lnTo>
                <a:lnTo>
                  <a:pt x="1544898" y="459515"/>
                </a:lnTo>
                <a:lnTo>
                  <a:pt x="1517980" y="459591"/>
                </a:lnTo>
                <a:lnTo>
                  <a:pt x="1491072" y="459667"/>
                </a:lnTo>
                <a:lnTo>
                  <a:pt x="1464154" y="459743"/>
                </a:lnTo>
                <a:lnTo>
                  <a:pt x="1437237" y="459810"/>
                </a:lnTo>
                <a:lnTo>
                  <a:pt x="1410329" y="459877"/>
                </a:lnTo>
                <a:lnTo>
                  <a:pt x="1383411" y="459934"/>
                </a:lnTo>
                <a:lnTo>
                  <a:pt x="1356493" y="459991"/>
                </a:lnTo>
                <a:lnTo>
                  <a:pt x="1329585" y="460048"/>
                </a:lnTo>
                <a:lnTo>
                  <a:pt x="1302668" y="460086"/>
                </a:lnTo>
                <a:lnTo>
                  <a:pt x="1275750" y="460134"/>
                </a:lnTo>
                <a:lnTo>
                  <a:pt x="1248842" y="460172"/>
                </a:lnTo>
                <a:lnTo>
                  <a:pt x="1221924" y="460210"/>
                </a:lnTo>
                <a:lnTo>
                  <a:pt x="1195007" y="460238"/>
                </a:lnTo>
                <a:lnTo>
                  <a:pt x="1168098" y="460267"/>
                </a:lnTo>
                <a:lnTo>
                  <a:pt x="1141181" y="460296"/>
                </a:lnTo>
                <a:lnTo>
                  <a:pt x="1114263" y="460315"/>
                </a:lnTo>
                <a:lnTo>
                  <a:pt x="1087345" y="460334"/>
                </a:lnTo>
                <a:lnTo>
                  <a:pt x="1060437" y="460353"/>
                </a:lnTo>
                <a:lnTo>
                  <a:pt x="1033520" y="460362"/>
                </a:lnTo>
                <a:lnTo>
                  <a:pt x="1006602" y="460362"/>
                </a:lnTo>
                <a:lnTo>
                  <a:pt x="979694" y="460372"/>
                </a:lnTo>
                <a:lnTo>
                  <a:pt x="952776" y="460362"/>
                </a:lnTo>
                <a:lnTo>
                  <a:pt x="925859" y="460362"/>
                </a:lnTo>
                <a:lnTo>
                  <a:pt x="898950" y="460353"/>
                </a:lnTo>
                <a:lnTo>
                  <a:pt x="872033" y="460334"/>
                </a:lnTo>
                <a:lnTo>
                  <a:pt x="845115" y="460315"/>
                </a:lnTo>
                <a:lnTo>
                  <a:pt x="818207" y="460286"/>
                </a:lnTo>
                <a:lnTo>
                  <a:pt x="791289" y="460267"/>
                </a:lnTo>
                <a:lnTo>
                  <a:pt x="764372" y="460229"/>
                </a:lnTo>
                <a:lnTo>
                  <a:pt x="737464" y="460191"/>
                </a:lnTo>
                <a:lnTo>
                  <a:pt x="710546" y="460153"/>
                </a:lnTo>
                <a:lnTo>
                  <a:pt x="683628" y="460105"/>
                </a:lnTo>
                <a:lnTo>
                  <a:pt x="656711" y="460048"/>
                </a:lnTo>
                <a:lnTo>
                  <a:pt x="629803" y="459991"/>
                </a:lnTo>
                <a:lnTo>
                  <a:pt x="602885" y="459924"/>
                </a:lnTo>
                <a:lnTo>
                  <a:pt x="575967" y="459848"/>
                </a:lnTo>
                <a:lnTo>
                  <a:pt x="549059" y="459762"/>
                </a:lnTo>
                <a:lnTo>
                  <a:pt x="522141" y="459686"/>
                </a:lnTo>
                <a:lnTo>
                  <a:pt x="495233" y="459591"/>
                </a:lnTo>
                <a:lnTo>
                  <a:pt x="468316" y="459486"/>
                </a:lnTo>
                <a:lnTo>
                  <a:pt x="441398" y="459372"/>
                </a:lnTo>
                <a:lnTo>
                  <a:pt x="414490" y="459248"/>
                </a:lnTo>
                <a:lnTo>
                  <a:pt x="387572" y="459115"/>
                </a:lnTo>
                <a:lnTo>
                  <a:pt x="360655" y="458972"/>
                </a:lnTo>
                <a:lnTo>
                  <a:pt x="333746" y="458819"/>
                </a:lnTo>
                <a:lnTo>
                  <a:pt x="306829" y="458648"/>
                </a:lnTo>
                <a:lnTo>
                  <a:pt x="279921" y="458457"/>
                </a:lnTo>
                <a:lnTo>
                  <a:pt x="253003" y="458248"/>
                </a:lnTo>
                <a:lnTo>
                  <a:pt x="226095" y="458019"/>
                </a:lnTo>
                <a:lnTo>
                  <a:pt x="199187" y="457772"/>
                </a:lnTo>
                <a:lnTo>
                  <a:pt x="172269" y="457486"/>
                </a:lnTo>
                <a:lnTo>
                  <a:pt x="145361" y="457162"/>
                </a:lnTo>
                <a:lnTo>
                  <a:pt x="118453" y="456800"/>
                </a:lnTo>
                <a:lnTo>
                  <a:pt x="91545" y="456362"/>
                </a:lnTo>
                <a:lnTo>
                  <a:pt x="64646" y="455838"/>
                </a:lnTo>
                <a:lnTo>
                  <a:pt x="37757" y="455143"/>
                </a:lnTo>
                <a:lnTo>
                  <a:pt x="10897" y="454038"/>
                </a:lnTo>
                <a:lnTo>
                  <a:pt x="4991" y="440246"/>
                </a:lnTo>
                <a:lnTo>
                  <a:pt x="4639" y="423291"/>
                </a:lnTo>
                <a:lnTo>
                  <a:pt x="4277" y="406327"/>
                </a:lnTo>
                <a:lnTo>
                  <a:pt x="3924" y="389363"/>
                </a:lnTo>
                <a:lnTo>
                  <a:pt x="3562" y="372399"/>
                </a:lnTo>
                <a:lnTo>
                  <a:pt x="3210" y="355435"/>
                </a:lnTo>
                <a:lnTo>
                  <a:pt x="2848" y="338471"/>
                </a:lnTo>
                <a:lnTo>
                  <a:pt x="2496" y="321507"/>
                </a:lnTo>
                <a:lnTo>
                  <a:pt x="2143" y="304543"/>
                </a:lnTo>
                <a:lnTo>
                  <a:pt x="1781" y="287588"/>
                </a:lnTo>
                <a:lnTo>
                  <a:pt x="1429" y="270624"/>
                </a:lnTo>
                <a:lnTo>
                  <a:pt x="1067" y="253660"/>
                </a:lnTo>
                <a:lnTo>
                  <a:pt x="714" y="236696"/>
                </a:lnTo>
                <a:lnTo>
                  <a:pt x="352" y="219732"/>
                </a:lnTo>
                <a:lnTo>
                  <a:pt x="0" y="202768"/>
                </a:lnTo>
                <a:lnTo>
                  <a:pt x="9877" y="191672"/>
                </a:lnTo>
                <a:lnTo>
                  <a:pt x="36719" y="190443"/>
                </a:lnTo>
                <a:lnTo>
                  <a:pt x="63579" y="189405"/>
                </a:lnTo>
                <a:lnTo>
                  <a:pt x="90459" y="188538"/>
                </a:lnTo>
                <a:lnTo>
                  <a:pt x="117348" y="187833"/>
                </a:lnTo>
                <a:lnTo>
                  <a:pt x="144256" y="187262"/>
                </a:lnTo>
                <a:lnTo>
                  <a:pt x="171155" y="186823"/>
                </a:lnTo>
                <a:lnTo>
                  <a:pt x="198063" y="186499"/>
                </a:lnTo>
                <a:lnTo>
                  <a:pt x="224981" y="186280"/>
                </a:lnTo>
                <a:lnTo>
                  <a:pt x="251898" y="186157"/>
                </a:lnTo>
                <a:lnTo>
                  <a:pt x="278806" y="186128"/>
                </a:lnTo>
                <a:lnTo>
                  <a:pt x="305724" y="186176"/>
                </a:lnTo>
                <a:lnTo>
                  <a:pt x="332642" y="186299"/>
                </a:lnTo>
                <a:lnTo>
                  <a:pt x="359550" y="186490"/>
                </a:lnTo>
                <a:lnTo>
                  <a:pt x="386458" y="186738"/>
                </a:lnTo>
                <a:lnTo>
                  <a:pt x="413375" y="187052"/>
                </a:lnTo>
                <a:lnTo>
                  <a:pt x="440284" y="187423"/>
                </a:lnTo>
                <a:lnTo>
                  <a:pt x="467182" y="187843"/>
                </a:lnTo>
                <a:lnTo>
                  <a:pt x="494090" y="188309"/>
                </a:lnTo>
                <a:lnTo>
                  <a:pt x="520989" y="188814"/>
                </a:lnTo>
                <a:lnTo>
                  <a:pt x="547897" y="189367"/>
                </a:lnTo>
                <a:lnTo>
                  <a:pt x="574796" y="189948"/>
                </a:lnTo>
                <a:lnTo>
                  <a:pt x="601685" y="190567"/>
                </a:lnTo>
                <a:lnTo>
                  <a:pt x="628583" y="191224"/>
                </a:lnTo>
                <a:lnTo>
                  <a:pt x="655482" y="191900"/>
                </a:lnTo>
                <a:lnTo>
                  <a:pt x="682371" y="192615"/>
                </a:lnTo>
                <a:lnTo>
                  <a:pt x="709260" y="193348"/>
                </a:lnTo>
                <a:lnTo>
                  <a:pt x="736149" y="194100"/>
                </a:lnTo>
                <a:lnTo>
                  <a:pt x="763029" y="194872"/>
                </a:lnTo>
                <a:lnTo>
                  <a:pt x="789918" y="195672"/>
                </a:lnTo>
                <a:lnTo>
                  <a:pt x="816797" y="196482"/>
                </a:lnTo>
                <a:lnTo>
                  <a:pt x="843686" y="197310"/>
                </a:lnTo>
                <a:lnTo>
                  <a:pt x="870566" y="198139"/>
                </a:lnTo>
                <a:lnTo>
                  <a:pt x="897446" y="198996"/>
                </a:lnTo>
                <a:lnTo>
                  <a:pt x="924325" y="199844"/>
                </a:lnTo>
                <a:lnTo>
                  <a:pt x="951205" y="200720"/>
                </a:lnTo>
                <a:lnTo>
                  <a:pt x="978084" y="201587"/>
                </a:lnTo>
                <a:lnTo>
                  <a:pt x="1004964" y="202463"/>
                </a:lnTo>
                <a:lnTo>
                  <a:pt x="1031843" y="203349"/>
                </a:lnTo>
                <a:lnTo>
                  <a:pt x="1058723" y="204226"/>
                </a:lnTo>
                <a:lnTo>
                  <a:pt x="1085602" y="205102"/>
                </a:lnTo>
                <a:lnTo>
                  <a:pt x="1112482" y="205978"/>
                </a:lnTo>
                <a:lnTo>
                  <a:pt x="1139361" y="206854"/>
                </a:lnTo>
                <a:lnTo>
                  <a:pt x="1166241" y="207731"/>
                </a:lnTo>
                <a:lnTo>
                  <a:pt x="1193121" y="208588"/>
                </a:lnTo>
                <a:lnTo>
                  <a:pt x="1220000" y="209445"/>
                </a:lnTo>
                <a:lnTo>
                  <a:pt x="1246880" y="210293"/>
                </a:lnTo>
                <a:lnTo>
                  <a:pt x="1273759" y="211131"/>
                </a:lnTo>
                <a:lnTo>
                  <a:pt x="1300648" y="211941"/>
                </a:lnTo>
                <a:lnTo>
                  <a:pt x="1327528" y="212750"/>
                </a:lnTo>
                <a:lnTo>
                  <a:pt x="1354417" y="213541"/>
                </a:lnTo>
                <a:lnTo>
                  <a:pt x="1381306" y="214303"/>
                </a:lnTo>
                <a:lnTo>
                  <a:pt x="1408186" y="215046"/>
                </a:lnTo>
                <a:lnTo>
                  <a:pt x="1435084" y="215770"/>
                </a:lnTo>
                <a:lnTo>
                  <a:pt x="1461973" y="216465"/>
                </a:lnTo>
                <a:lnTo>
                  <a:pt x="1488862" y="217132"/>
                </a:lnTo>
                <a:lnTo>
                  <a:pt x="1515761" y="217770"/>
                </a:lnTo>
                <a:lnTo>
                  <a:pt x="1542659" y="218370"/>
                </a:lnTo>
                <a:lnTo>
                  <a:pt x="1569558" y="218942"/>
                </a:lnTo>
                <a:lnTo>
                  <a:pt x="1596457" y="219466"/>
                </a:lnTo>
                <a:lnTo>
                  <a:pt x="1623365" y="219951"/>
                </a:lnTo>
                <a:lnTo>
                  <a:pt x="1650273" y="220389"/>
                </a:lnTo>
                <a:lnTo>
                  <a:pt x="1677181" y="220780"/>
                </a:lnTo>
                <a:lnTo>
                  <a:pt x="1704089" y="221113"/>
                </a:lnTo>
                <a:lnTo>
                  <a:pt x="1730997" y="221380"/>
                </a:lnTo>
                <a:lnTo>
                  <a:pt x="1757915" y="221590"/>
                </a:lnTo>
                <a:lnTo>
                  <a:pt x="1784823" y="221732"/>
                </a:lnTo>
                <a:lnTo>
                  <a:pt x="1811741" y="221799"/>
                </a:lnTo>
                <a:lnTo>
                  <a:pt x="1838658" y="221780"/>
                </a:lnTo>
                <a:lnTo>
                  <a:pt x="1865567" y="221675"/>
                </a:lnTo>
                <a:lnTo>
                  <a:pt x="1892484" y="221475"/>
                </a:lnTo>
                <a:lnTo>
                  <a:pt x="1919392" y="221161"/>
                </a:lnTo>
                <a:lnTo>
                  <a:pt x="1946300" y="220723"/>
                </a:lnTo>
                <a:lnTo>
                  <a:pt x="1973199" y="220161"/>
                </a:lnTo>
                <a:lnTo>
                  <a:pt x="2000088" y="219456"/>
                </a:lnTo>
                <a:lnTo>
                  <a:pt x="2026968" y="218580"/>
                </a:lnTo>
                <a:lnTo>
                  <a:pt x="2053828" y="217532"/>
                </a:lnTo>
                <a:lnTo>
                  <a:pt x="2080670" y="216265"/>
                </a:lnTo>
                <a:lnTo>
                  <a:pt x="2107482" y="214770"/>
                </a:lnTo>
                <a:lnTo>
                  <a:pt x="2134248" y="212998"/>
                </a:lnTo>
                <a:lnTo>
                  <a:pt x="2160956" y="210912"/>
                </a:lnTo>
                <a:lnTo>
                  <a:pt x="2187588" y="208445"/>
                </a:lnTo>
                <a:lnTo>
                  <a:pt x="2214096" y="205530"/>
                </a:lnTo>
                <a:lnTo>
                  <a:pt x="2240442" y="202063"/>
                </a:lnTo>
                <a:lnTo>
                  <a:pt x="2266531" y="197901"/>
                </a:lnTo>
                <a:lnTo>
                  <a:pt x="2292220" y="192843"/>
                </a:lnTo>
                <a:lnTo>
                  <a:pt x="2317213" y="186566"/>
                </a:lnTo>
                <a:lnTo>
                  <a:pt x="2340959" y="178603"/>
                </a:lnTo>
                <a:lnTo>
                  <a:pt x="2362171" y="168221"/>
                </a:lnTo>
                <a:lnTo>
                  <a:pt x="2378021" y="154610"/>
                </a:lnTo>
                <a:lnTo>
                  <a:pt x="2384403" y="138265"/>
                </a:lnTo>
                <a:lnTo>
                  <a:pt x="2402453" y="129759"/>
                </a:lnTo>
                <a:lnTo>
                  <a:pt x="2427780" y="124035"/>
                </a:lnTo>
                <a:lnTo>
                  <a:pt x="2452764" y="117729"/>
                </a:lnTo>
                <a:lnTo>
                  <a:pt x="2477424" y="110938"/>
                </a:lnTo>
                <a:lnTo>
                  <a:pt x="2501770" y="103699"/>
                </a:lnTo>
                <a:lnTo>
                  <a:pt x="2525801" y="96060"/>
                </a:lnTo>
                <a:lnTo>
                  <a:pt x="2549500" y="88021"/>
                </a:lnTo>
                <a:lnTo>
                  <a:pt x="2572874" y="79610"/>
                </a:lnTo>
                <a:lnTo>
                  <a:pt x="2595905" y="70837"/>
                </a:lnTo>
                <a:lnTo>
                  <a:pt x="2618594" y="61703"/>
                </a:lnTo>
                <a:lnTo>
                  <a:pt x="2640921" y="52235"/>
                </a:lnTo>
                <a:lnTo>
                  <a:pt x="2662876" y="42424"/>
                </a:lnTo>
                <a:lnTo>
                  <a:pt x="2684459" y="32290"/>
                </a:lnTo>
                <a:lnTo>
                  <a:pt x="2705662" y="21841"/>
                </a:lnTo>
                <a:lnTo>
                  <a:pt x="2726455" y="11068"/>
                </a:lnTo>
                <a:lnTo>
                  <a:pt x="274684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162326E3-CAE9-4907-BE9B-A4C17DD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4178798"/>
            <a:ext cx="2747067" cy="1731464"/>
          </a:xfrm>
          <a:custGeom xmlns:a="http://schemas.openxmlformats.org/drawingml/2006/main">
            <a:pathLst>
              <a:path w="2747067" h="1731464">
                <a:moveTo>
                  <a:pt x="0" y="1731464"/>
                </a:moveTo>
                <a:lnTo>
                  <a:pt x="44110" y="1731464"/>
                </a:lnTo>
                <a:lnTo>
                  <a:pt x="88211" y="1731464"/>
                </a:lnTo>
                <a:lnTo>
                  <a:pt x="132321" y="1731464"/>
                </a:lnTo>
                <a:lnTo>
                  <a:pt x="176432" y="1731464"/>
                </a:lnTo>
                <a:lnTo>
                  <a:pt x="220532" y="1731464"/>
                </a:lnTo>
                <a:lnTo>
                  <a:pt x="264643" y="1731464"/>
                </a:lnTo>
                <a:lnTo>
                  <a:pt x="308753" y="1731464"/>
                </a:lnTo>
                <a:lnTo>
                  <a:pt x="352854" y="1731464"/>
                </a:lnTo>
                <a:lnTo>
                  <a:pt x="396964" y="1731464"/>
                </a:lnTo>
                <a:lnTo>
                  <a:pt x="441074" y="1731464"/>
                </a:lnTo>
                <a:lnTo>
                  <a:pt x="485175" y="1731464"/>
                </a:lnTo>
                <a:lnTo>
                  <a:pt x="529285" y="1731464"/>
                </a:lnTo>
                <a:lnTo>
                  <a:pt x="573395" y="1731464"/>
                </a:lnTo>
                <a:lnTo>
                  <a:pt x="617496" y="1731464"/>
                </a:lnTo>
                <a:lnTo>
                  <a:pt x="661606" y="1731464"/>
                </a:lnTo>
                <a:lnTo>
                  <a:pt x="705717" y="1731464"/>
                </a:lnTo>
                <a:lnTo>
                  <a:pt x="749818" y="1731464"/>
                </a:lnTo>
                <a:lnTo>
                  <a:pt x="793928" y="1731464"/>
                </a:lnTo>
                <a:lnTo>
                  <a:pt x="838038" y="1731464"/>
                </a:lnTo>
                <a:lnTo>
                  <a:pt x="882139" y="1731464"/>
                </a:lnTo>
                <a:lnTo>
                  <a:pt x="926249" y="1731464"/>
                </a:lnTo>
                <a:lnTo>
                  <a:pt x="970359" y="1731464"/>
                </a:lnTo>
                <a:lnTo>
                  <a:pt x="1014460" y="1731464"/>
                </a:lnTo>
                <a:lnTo>
                  <a:pt x="1058570" y="1731464"/>
                </a:lnTo>
                <a:lnTo>
                  <a:pt x="1102681" y="1731464"/>
                </a:lnTo>
                <a:lnTo>
                  <a:pt x="1146791" y="1731464"/>
                </a:lnTo>
                <a:lnTo>
                  <a:pt x="1190892" y="1731464"/>
                </a:lnTo>
                <a:lnTo>
                  <a:pt x="1235002" y="1731464"/>
                </a:lnTo>
                <a:lnTo>
                  <a:pt x="1279112" y="1731464"/>
                </a:lnTo>
                <a:lnTo>
                  <a:pt x="1323213" y="1731464"/>
                </a:lnTo>
                <a:lnTo>
                  <a:pt x="1367323" y="1731464"/>
                </a:lnTo>
                <a:lnTo>
                  <a:pt x="1411434" y="1731464"/>
                </a:lnTo>
                <a:lnTo>
                  <a:pt x="1455534" y="1731464"/>
                </a:lnTo>
                <a:lnTo>
                  <a:pt x="1499645" y="1731464"/>
                </a:lnTo>
                <a:lnTo>
                  <a:pt x="1543755" y="1731464"/>
                </a:lnTo>
                <a:lnTo>
                  <a:pt x="1587856" y="1731464"/>
                </a:lnTo>
                <a:lnTo>
                  <a:pt x="1631966" y="1731464"/>
                </a:lnTo>
                <a:lnTo>
                  <a:pt x="1676076" y="1731464"/>
                </a:lnTo>
                <a:lnTo>
                  <a:pt x="1720177" y="1731464"/>
                </a:lnTo>
                <a:lnTo>
                  <a:pt x="1764287" y="1731464"/>
                </a:lnTo>
                <a:lnTo>
                  <a:pt x="1808397" y="1731464"/>
                </a:lnTo>
                <a:lnTo>
                  <a:pt x="1852060" y="1728330"/>
                </a:lnTo>
                <a:lnTo>
                  <a:pt x="1895494" y="1723482"/>
                </a:lnTo>
                <a:lnTo>
                  <a:pt x="1938919" y="1718624"/>
                </a:lnTo>
                <a:lnTo>
                  <a:pt x="1982353" y="1713767"/>
                </a:lnTo>
                <a:lnTo>
                  <a:pt x="2025777" y="1708909"/>
                </a:lnTo>
                <a:lnTo>
                  <a:pt x="2069211" y="1704051"/>
                </a:lnTo>
                <a:lnTo>
                  <a:pt x="2112635" y="1699193"/>
                </a:lnTo>
                <a:lnTo>
                  <a:pt x="2156069" y="1694336"/>
                </a:lnTo>
                <a:lnTo>
                  <a:pt x="2189216" y="1677333"/>
                </a:lnTo>
                <a:lnTo>
                  <a:pt x="2219820" y="1657312"/>
                </a:lnTo>
                <a:lnTo>
                  <a:pt x="2250434" y="1637290"/>
                </a:lnTo>
                <a:lnTo>
                  <a:pt x="2281037" y="1617278"/>
                </a:lnTo>
                <a:lnTo>
                  <a:pt x="2311641" y="1597257"/>
                </a:lnTo>
                <a:lnTo>
                  <a:pt x="2342245" y="1577235"/>
                </a:lnTo>
                <a:lnTo>
                  <a:pt x="2372849" y="1557223"/>
                </a:lnTo>
                <a:lnTo>
                  <a:pt x="2403462" y="1537202"/>
                </a:lnTo>
                <a:lnTo>
                  <a:pt x="2434066" y="1517180"/>
                </a:lnTo>
                <a:lnTo>
                  <a:pt x="2464670" y="1497168"/>
                </a:lnTo>
                <a:lnTo>
                  <a:pt x="2495274" y="1477147"/>
                </a:lnTo>
                <a:lnTo>
                  <a:pt x="2525878" y="1457125"/>
                </a:lnTo>
                <a:lnTo>
                  <a:pt x="2556491" y="1437113"/>
                </a:lnTo>
                <a:lnTo>
                  <a:pt x="2587095" y="1417091"/>
                </a:lnTo>
                <a:lnTo>
                  <a:pt x="2617699" y="1397070"/>
                </a:lnTo>
                <a:lnTo>
                  <a:pt x="2648302" y="1377048"/>
                </a:lnTo>
                <a:lnTo>
                  <a:pt x="2678906" y="1357036"/>
                </a:lnTo>
                <a:lnTo>
                  <a:pt x="2709510" y="1337015"/>
                </a:lnTo>
                <a:lnTo>
                  <a:pt x="2740123" y="1316993"/>
                </a:lnTo>
                <a:lnTo>
                  <a:pt x="2747067" y="1290961"/>
                </a:lnTo>
                <a:lnTo>
                  <a:pt x="2747067" y="1263167"/>
                </a:lnTo>
                <a:lnTo>
                  <a:pt x="2747067" y="1235364"/>
                </a:lnTo>
                <a:lnTo>
                  <a:pt x="2747067" y="1207560"/>
                </a:lnTo>
                <a:lnTo>
                  <a:pt x="2747067" y="1179757"/>
                </a:lnTo>
                <a:lnTo>
                  <a:pt x="2747067" y="1151963"/>
                </a:lnTo>
                <a:lnTo>
                  <a:pt x="2747067" y="1124160"/>
                </a:lnTo>
                <a:lnTo>
                  <a:pt x="2747067" y="1096356"/>
                </a:lnTo>
                <a:lnTo>
                  <a:pt x="2747067" y="1068562"/>
                </a:lnTo>
                <a:lnTo>
                  <a:pt x="2747067" y="1040759"/>
                </a:lnTo>
                <a:lnTo>
                  <a:pt x="2747067" y="1012955"/>
                </a:lnTo>
                <a:lnTo>
                  <a:pt x="2747067" y="985161"/>
                </a:lnTo>
                <a:lnTo>
                  <a:pt x="2747067" y="957358"/>
                </a:lnTo>
                <a:lnTo>
                  <a:pt x="2747067" y="929554"/>
                </a:lnTo>
                <a:lnTo>
                  <a:pt x="2747067" y="901751"/>
                </a:lnTo>
                <a:lnTo>
                  <a:pt x="2747067" y="873957"/>
                </a:lnTo>
                <a:lnTo>
                  <a:pt x="2747067" y="846153"/>
                </a:lnTo>
                <a:lnTo>
                  <a:pt x="2747067" y="818350"/>
                </a:lnTo>
                <a:lnTo>
                  <a:pt x="2747067" y="790556"/>
                </a:lnTo>
                <a:lnTo>
                  <a:pt x="2747067" y="762752"/>
                </a:lnTo>
                <a:lnTo>
                  <a:pt x="2747067" y="734949"/>
                </a:lnTo>
                <a:lnTo>
                  <a:pt x="2747067" y="707155"/>
                </a:lnTo>
                <a:lnTo>
                  <a:pt x="2747067" y="679352"/>
                </a:lnTo>
                <a:lnTo>
                  <a:pt x="2747067" y="651548"/>
                </a:lnTo>
                <a:lnTo>
                  <a:pt x="2747067" y="623754"/>
                </a:lnTo>
                <a:lnTo>
                  <a:pt x="2747067" y="595951"/>
                </a:lnTo>
                <a:lnTo>
                  <a:pt x="2747067" y="568147"/>
                </a:lnTo>
                <a:lnTo>
                  <a:pt x="2747067" y="540344"/>
                </a:lnTo>
                <a:lnTo>
                  <a:pt x="2747067" y="512550"/>
                </a:lnTo>
                <a:lnTo>
                  <a:pt x="2747067" y="484746"/>
                </a:lnTo>
                <a:lnTo>
                  <a:pt x="2747067" y="456943"/>
                </a:lnTo>
                <a:lnTo>
                  <a:pt x="2747067" y="429149"/>
                </a:lnTo>
                <a:lnTo>
                  <a:pt x="2747067" y="401345"/>
                </a:lnTo>
                <a:lnTo>
                  <a:pt x="2747067" y="373542"/>
                </a:lnTo>
                <a:lnTo>
                  <a:pt x="2747067" y="345748"/>
                </a:lnTo>
                <a:lnTo>
                  <a:pt x="2747067" y="317945"/>
                </a:lnTo>
                <a:lnTo>
                  <a:pt x="2747067" y="290141"/>
                </a:lnTo>
                <a:lnTo>
                  <a:pt x="2747067" y="262347"/>
                </a:lnTo>
                <a:lnTo>
                  <a:pt x="2747067" y="234544"/>
                </a:lnTo>
                <a:lnTo>
                  <a:pt x="2747067" y="206740"/>
                </a:lnTo>
                <a:lnTo>
                  <a:pt x="2747067" y="178937"/>
                </a:lnTo>
                <a:lnTo>
                  <a:pt x="2747067" y="151143"/>
                </a:lnTo>
                <a:lnTo>
                  <a:pt x="2747067" y="123339"/>
                </a:lnTo>
                <a:lnTo>
                  <a:pt x="2747067" y="95536"/>
                </a:lnTo>
                <a:lnTo>
                  <a:pt x="2747067" y="67742"/>
                </a:lnTo>
                <a:lnTo>
                  <a:pt x="2747067" y="39938"/>
                </a:lnTo>
                <a:lnTo>
                  <a:pt x="2747067" y="12135"/>
                </a:lnTo>
                <a:lnTo>
                  <a:pt x="2722216" y="0"/>
                </a:lnTo>
                <a:lnTo>
                  <a:pt x="2678116" y="0"/>
                </a:lnTo>
                <a:lnTo>
                  <a:pt x="2634005" y="0"/>
                </a:lnTo>
                <a:lnTo>
                  <a:pt x="2589895" y="0"/>
                </a:lnTo>
                <a:lnTo>
                  <a:pt x="2545794" y="0"/>
                </a:lnTo>
                <a:lnTo>
                  <a:pt x="2501684" y="0"/>
                </a:lnTo>
                <a:lnTo>
                  <a:pt x="2457574" y="0"/>
                </a:lnTo>
                <a:lnTo>
                  <a:pt x="2413473" y="0"/>
                </a:lnTo>
                <a:lnTo>
                  <a:pt x="2369363" y="0"/>
                </a:lnTo>
                <a:lnTo>
                  <a:pt x="2325253" y="0"/>
                </a:lnTo>
                <a:lnTo>
                  <a:pt x="2281152" y="0"/>
                </a:lnTo>
                <a:lnTo>
                  <a:pt x="2237042" y="0"/>
                </a:lnTo>
                <a:lnTo>
                  <a:pt x="2192931" y="0"/>
                </a:lnTo>
                <a:lnTo>
                  <a:pt x="2148830" y="0"/>
                </a:lnTo>
                <a:lnTo>
                  <a:pt x="2104720" y="0"/>
                </a:lnTo>
                <a:lnTo>
                  <a:pt x="2060610" y="0"/>
                </a:lnTo>
                <a:lnTo>
                  <a:pt x="2016509" y="0"/>
                </a:lnTo>
                <a:lnTo>
                  <a:pt x="1972399" y="0"/>
                </a:lnTo>
                <a:lnTo>
                  <a:pt x="1928289" y="0"/>
                </a:lnTo>
                <a:lnTo>
                  <a:pt x="1884178" y="0"/>
                </a:lnTo>
                <a:lnTo>
                  <a:pt x="1840078" y="0"/>
                </a:lnTo>
                <a:lnTo>
                  <a:pt x="1795967" y="0"/>
                </a:lnTo>
                <a:lnTo>
                  <a:pt x="1751857" y="0"/>
                </a:lnTo>
                <a:lnTo>
                  <a:pt x="1707756" y="0"/>
                </a:lnTo>
                <a:lnTo>
                  <a:pt x="1663646" y="0"/>
                </a:lnTo>
                <a:lnTo>
                  <a:pt x="1619536" y="0"/>
                </a:lnTo>
                <a:lnTo>
                  <a:pt x="1575435" y="0"/>
                </a:lnTo>
                <a:lnTo>
                  <a:pt x="1531325" y="0"/>
                </a:lnTo>
                <a:lnTo>
                  <a:pt x="1487214" y="0"/>
                </a:lnTo>
                <a:lnTo>
                  <a:pt x="1443114" y="0"/>
                </a:lnTo>
                <a:lnTo>
                  <a:pt x="1399003" y="0"/>
                </a:lnTo>
                <a:lnTo>
                  <a:pt x="1354893" y="0"/>
                </a:lnTo>
                <a:lnTo>
                  <a:pt x="1310792" y="0"/>
                </a:lnTo>
                <a:lnTo>
                  <a:pt x="1266682" y="0"/>
                </a:lnTo>
                <a:lnTo>
                  <a:pt x="1222572" y="0"/>
                </a:lnTo>
                <a:lnTo>
                  <a:pt x="1178471" y="0"/>
                </a:lnTo>
                <a:lnTo>
                  <a:pt x="1134361" y="0"/>
                </a:lnTo>
                <a:lnTo>
                  <a:pt x="1090251" y="0"/>
                </a:lnTo>
                <a:lnTo>
                  <a:pt x="1046150" y="0"/>
                </a:lnTo>
                <a:lnTo>
                  <a:pt x="1002040" y="0"/>
                </a:lnTo>
                <a:lnTo>
                  <a:pt x="957929" y="0"/>
                </a:lnTo>
                <a:lnTo>
                  <a:pt x="913829" y="0"/>
                </a:lnTo>
                <a:lnTo>
                  <a:pt x="869718" y="0"/>
                </a:lnTo>
                <a:lnTo>
                  <a:pt x="825608" y="0"/>
                </a:lnTo>
                <a:lnTo>
                  <a:pt x="781507" y="0"/>
                </a:lnTo>
                <a:lnTo>
                  <a:pt x="737397" y="0"/>
                </a:lnTo>
                <a:lnTo>
                  <a:pt x="693287" y="0"/>
                </a:lnTo>
                <a:lnTo>
                  <a:pt x="649186" y="0"/>
                </a:lnTo>
                <a:lnTo>
                  <a:pt x="605076" y="0"/>
                </a:lnTo>
                <a:lnTo>
                  <a:pt x="560965" y="0"/>
                </a:lnTo>
                <a:lnTo>
                  <a:pt x="516865" y="0"/>
                </a:lnTo>
                <a:lnTo>
                  <a:pt x="472754" y="0"/>
                </a:lnTo>
                <a:lnTo>
                  <a:pt x="428644" y="0"/>
                </a:lnTo>
                <a:lnTo>
                  <a:pt x="384543" y="0"/>
                </a:lnTo>
                <a:lnTo>
                  <a:pt x="340433" y="0"/>
                </a:lnTo>
                <a:lnTo>
                  <a:pt x="296323" y="0"/>
                </a:lnTo>
                <a:lnTo>
                  <a:pt x="252222" y="0"/>
                </a:lnTo>
                <a:lnTo>
                  <a:pt x="208112" y="0"/>
                </a:lnTo>
                <a:lnTo>
                  <a:pt x="164001" y="0"/>
                </a:lnTo>
                <a:lnTo>
                  <a:pt x="119891" y="0"/>
                </a:lnTo>
                <a:lnTo>
                  <a:pt x="75790" y="0"/>
                </a:lnTo>
                <a:lnTo>
                  <a:pt x="31680" y="0"/>
                </a:lnTo>
                <a:lnTo>
                  <a:pt x="0" y="7830"/>
                </a:lnTo>
                <a:lnTo>
                  <a:pt x="0" y="35633"/>
                </a:lnTo>
                <a:lnTo>
                  <a:pt x="0" y="63437"/>
                </a:lnTo>
                <a:lnTo>
                  <a:pt x="0" y="91230"/>
                </a:lnTo>
                <a:lnTo>
                  <a:pt x="0" y="119034"/>
                </a:lnTo>
                <a:lnTo>
                  <a:pt x="0" y="146837"/>
                </a:lnTo>
                <a:lnTo>
                  <a:pt x="0" y="174631"/>
                </a:lnTo>
                <a:lnTo>
                  <a:pt x="0" y="202435"/>
                </a:lnTo>
                <a:lnTo>
                  <a:pt x="0" y="230238"/>
                </a:lnTo>
                <a:lnTo>
                  <a:pt x="0" y="258032"/>
                </a:lnTo>
                <a:lnTo>
                  <a:pt x="0" y="285836"/>
                </a:lnTo>
                <a:lnTo>
                  <a:pt x="0" y="313639"/>
                </a:lnTo>
                <a:lnTo>
                  <a:pt x="0" y="341443"/>
                </a:lnTo>
                <a:lnTo>
                  <a:pt x="0" y="369237"/>
                </a:lnTo>
                <a:lnTo>
                  <a:pt x="0" y="397040"/>
                </a:lnTo>
                <a:lnTo>
                  <a:pt x="0" y="424844"/>
                </a:lnTo>
                <a:lnTo>
                  <a:pt x="0" y="452638"/>
                </a:lnTo>
                <a:lnTo>
                  <a:pt x="0" y="480441"/>
                </a:lnTo>
                <a:lnTo>
                  <a:pt x="0" y="508244"/>
                </a:lnTo>
                <a:lnTo>
                  <a:pt x="0" y="536038"/>
                </a:lnTo>
                <a:lnTo>
                  <a:pt x="0" y="563842"/>
                </a:lnTo>
                <a:lnTo>
                  <a:pt x="0" y="591645"/>
                </a:lnTo>
                <a:lnTo>
                  <a:pt x="0" y="619439"/>
                </a:lnTo>
                <a:lnTo>
                  <a:pt x="0" y="647243"/>
                </a:lnTo>
                <a:lnTo>
                  <a:pt x="0" y="675046"/>
                </a:lnTo>
                <a:lnTo>
                  <a:pt x="0" y="702850"/>
                </a:lnTo>
                <a:lnTo>
                  <a:pt x="0" y="730644"/>
                </a:lnTo>
                <a:lnTo>
                  <a:pt x="0" y="758447"/>
                </a:lnTo>
                <a:lnTo>
                  <a:pt x="0" y="786251"/>
                </a:lnTo>
                <a:lnTo>
                  <a:pt x="0" y="814045"/>
                </a:lnTo>
                <a:lnTo>
                  <a:pt x="0" y="841848"/>
                </a:lnTo>
                <a:lnTo>
                  <a:pt x="0" y="869652"/>
                </a:lnTo>
                <a:lnTo>
                  <a:pt x="0" y="897446"/>
                </a:lnTo>
                <a:lnTo>
                  <a:pt x="0" y="925249"/>
                </a:lnTo>
                <a:lnTo>
                  <a:pt x="0" y="953052"/>
                </a:lnTo>
                <a:lnTo>
                  <a:pt x="0" y="980856"/>
                </a:lnTo>
                <a:lnTo>
                  <a:pt x="0" y="1008650"/>
                </a:lnTo>
                <a:lnTo>
                  <a:pt x="0" y="1036453"/>
                </a:lnTo>
                <a:lnTo>
                  <a:pt x="0" y="1064257"/>
                </a:lnTo>
                <a:lnTo>
                  <a:pt x="0" y="1092051"/>
                </a:lnTo>
                <a:lnTo>
                  <a:pt x="0" y="1119854"/>
                </a:lnTo>
                <a:lnTo>
                  <a:pt x="0" y="1147658"/>
                </a:lnTo>
                <a:lnTo>
                  <a:pt x="0" y="1175452"/>
                </a:lnTo>
                <a:lnTo>
                  <a:pt x="0" y="1203255"/>
                </a:lnTo>
                <a:lnTo>
                  <a:pt x="0" y="1231059"/>
                </a:lnTo>
                <a:lnTo>
                  <a:pt x="0" y="1258853"/>
                </a:lnTo>
                <a:lnTo>
                  <a:pt x="0" y="1286656"/>
                </a:lnTo>
                <a:lnTo>
                  <a:pt x="0" y="1314460"/>
                </a:lnTo>
                <a:lnTo>
                  <a:pt x="0" y="1342263"/>
                </a:lnTo>
                <a:lnTo>
                  <a:pt x="0" y="1370057"/>
                </a:lnTo>
                <a:lnTo>
                  <a:pt x="0" y="1397860"/>
                </a:lnTo>
                <a:lnTo>
                  <a:pt x="0" y="1425664"/>
                </a:lnTo>
                <a:lnTo>
                  <a:pt x="0" y="1453458"/>
                </a:lnTo>
                <a:lnTo>
                  <a:pt x="0" y="1481261"/>
                </a:lnTo>
                <a:lnTo>
                  <a:pt x="0" y="1509065"/>
                </a:lnTo>
                <a:lnTo>
                  <a:pt x="0" y="1536859"/>
                </a:lnTo>
                <a:lnTo>
                  <a:pt x="0" y="1564662"/>
                </a:lnTo>
                <a:lnTo>
                  <a:pt x="0" y="1592466"/>
                </a:lnTo>
                <a:lnTo>
                  <a:pt x="0" y="1620260"/>
                </a:lnTo>
                <a:lnTo>
                  <a:pt x="0" y="1648063"/>
                </a:lnTo>
                <a:lnTo>
                  <a:pt x="0" y="1675867"/>
                </a:lnTo>
                <a:lnTo>
                  <a:pt x="0" y="1703670"/>
                </a:lnTo>
                <a:lnTo>
                  <a:pt x="0" y="17314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F0F1DEA3-BA52-47B9-B2D0-69FE75F2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4178798"/>
            <a:ext cx="2747067" cy="297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E2945F2-596A-4194-8BCB-E919CC2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4020" y="5491248"/>
            <a:ext cx="1012107" cy="419338"/>
          </a:xfrm>
          <a:custGeom xmlns:a="http://schemas.openxmlformats.org/drawingml/2006/main">
            <a:pathLst>
              <a:path w="1012107" h="419338">
                <a:moveTo>
                  <a:pt x="1012107" y="0"/>
                </a:moveTo>
                <a:lnTo>
                  <a:pt x="1010898" y="6953"/>
                </a:lnTo>
                <a:lnTo>
                  <a:pt x="1009317" y="13878"/>
                </a:lnTo>
                <a:lnTo>
                  <a:pt x="1007469" y="20784"/>
                </a:lnTo>
                <a:lnTo>
                  <a:pt x="1005392" y="27651"/>
                </a:lnTo>
                <a:lnTo>
                  <a:pt x="1003106" y="34500"/>
                </a:lnTo>
                <a:lnTo>
                  <a:pt x="1000620" y="41319"/>
                </a:lnTo>
                <a:lnTo>
                  <a:pt x="997934" y="48111"/>
                </a:lnTo>
                <a:lnTo>
                  <a:pt x="995077" y="54874"/>
                </a:lnTo>
                <a:lnTo>
                  <a:pt x="992048" y="61608"/>
                </a:lnTo>
                <a:lnTo>
                  <a:pt x="988838" y="68304"/>
                </a:lnTo>
                <a:lnTo>
                  <a:pt x="985456" y="74971"/>
                </a:lnTo>
                <a:lnTo>
                  <a:pt x="981913" y="81601"/>
                </a:lnTo>
                <a:lnTo>
                  <a:pt x="978208" y="88192"/>
                </a:lnTo>
                <a:lnTo>
                  <a:pt x="974341" y="94755"/>
                </a:lnTo>
                <a:lnTo>
                  <a:pt x="970302" y="101270"/>
                </a:lnTo>
                <a:lnTo>
                  <a:pt x="966121" y="107756"/>
                </a:lnTo>
                <a:lnTo>
                  <a:pt x="961777" y="114195"/>
                </a:lnTo>
                <a:lnTo>
                  <a:pt x="957272" y="120587"/>
                </a:lnTo>
                <a:lnTo>
                  <a:pt x="952614" y="126940"/>
                </a:lnTo>
                <a:lnTo>
                  <a:pt x="947804" y="133245"/>
                </a:lnTo>
                <a:lnTo>
                  <a:pt x="942842" y="139503"/>
                </a:lnTo>
                <a:lnTo>
                  <a:pt x="937736" y="145713"/>
                </a:lnTo>
                <a:lnTo>
                  <a:pt x="932469" y="151876"/>
                </a:lnTo>
                <a:lnTo>
                  <a:pt x="927059" y="157991"/>
                </a:lnTo>
                <a:lnTo>
                  <a:pt x="921496" y="164040"/>
                </a:lnTo>
                <a:lnTo>
                  <a:pt x="915791" y="170040"/>
                </a:lnTo>
                <a:lnTo>
                  <a:pt x="909933" y="175993"/>
                </a:lnTo>
                <a:lnTo>
                  <a:pt x="903932" y="181880"/>
                </a:lnTo>
                <a:lnTo>
                  <a:pt x="897788" y="187709"/>
                </a:lnTo>
                <a:lnTo>
                  <a:pt x="891511" y="193472"/>
                </a:lnTo>
                <a:lnTo>
                  <a:pt x="885082" y="199177"/>
                </a:lnTo>
                <a:lnTo>
                  <a:pt x="878519" y="204826"/>
                </a:lnTo>
                <a:lnTo>
                  <a:pt x="871823" y="210407"/>
                </a:lnTo>
                <a:lnTo>
                  <a:pt x="864984" y="215913"/>
                </a:lnTo>
                <a:lnTo>
                  <a:pt x="858012" y="221361"/>
                </a:lnTo>
                <a:lnTo>
                  <a:pt x="850906" y="226743"/>
                </a:lnTo>
                <a:lnTo>
                  <a:pt x="843677" y="232048"/>
                </a:lnTo>
                <a:lnTo>
                  <a:pt x="836314" y="237287"/>
                </a:lnTo>
                <a:lnTo>
                  <a:pt x="828818" y="242449"/>
                </a:lnTo>
                <a:lnTo>
                  <a:pt x="821207" y="247545"/>
                </a:lnTo>
                <a:lnTo>
                  <a:pt x="813473" y="252555"/>
                </a:lnTo>
                <a:lnTo>
                  <a:pt x="805615" y="257499"/>
                </a:lnTo>
                <a:lnTo>
                  <a:pt x="797633" y="262366"/>
                </a:lnTo>
                <a:lnTo>
                  <a:pt x="789546" y="267157"/>
                </a:lnTo>
                <a:lnTo>
                  <a:pt x="781336" y="271872"/>
                </a:lnTo>
                <a:lnTo>
                  <a:pt x="773020" y="276511"/>
                </a:lnTo>
                <a:lnTo>
                  <a:pt x="764591" y="281064"/>
                </a:lnTo>
                <a:lnTo>
                  <a:pt x="756066" y="285540"/>
                </a:lnTo>
                <a:lnTo>
                  <a:pt x="747427" y="289941"/>
                </a:lnTo>
                <a:lnTo>
                  <a:pt x="738692" y="294256"/>
                </a:lnTo>
                <a:lnTo>
                  <a:pt x="729853" y="298494"/>
                </a:lnTo>
                <a:lnTo>
                  <a:pt x="720919" y="302647"/>
                </a:lnTo>
                <a:lnTo>
                  <a:pt x="711899" y="306715"/>
                </a:lnTo>
                <a:lnTo>
                  <a:pt x="702783" y="310715"/>
                </a:lnTo>
                <a:lnTo>
                  <a:pt x="693572" y="314620"/>
                </a:lnTo>
                <a:lnTo>
                  <a:pt x="684286" y="318449"/>
                </a:lnTo>
                <a:lnTo>
                  <a:pt x="674913" y="322202"/>
                </a:lnTo>
                <a:lnTo>
                  <a:pt x="665455" y="325869"/>
                </a:lnTo>
                <a:lnTo>
                  <a:pt x="655920" y="329451"/>
                </a:lnTo>
                <a:lnTo>
                  <a:pt x="646309" y="332956"/>
                </a:lnTo>
                <a:lnTo>
                  <a:pt x="636632" y="336385"/>
                </a:lnTo>
                <a:lnTo>
                  <a:pt x="626878" y="339728"/>
                </a:lnTo>
                <a:lnTo>
                  <a:pt x="617058" y="342986"/>
                </a:lnTo>
                <a:lnTo>
                  <a:pt x="607171" y="346177"/>
                </a:lnTo>
                <a:lnTo>
                  <a:pt x="597227" y="349282"/>
                </a:lnTo>
                <a:lnTo>
                  <a:pt x="587216" y="352301"/>
                </a:lnTo>
                <a:lnTo>
                  <a:pt x="577139" y="355254"/>
                </a:lnTo>
                <a:lnTo>
                  <a:pt x="567014" y="358121"/>
                </a:lnTo>
                <a:lnTo>
                  <a:pt x="556841" y="360912"/>
                </a:lnTo>
                <a:lnTo>
                  <a:pt x="546611" y="363626"/>
                </a:lnTo>
                <a:lnTo>
                  <a:pt x="536324" y="366265"/>
                </a:lnTo>
                <a:lnTo>
                  <a:pt x="525999" y="368837"/>
                </a:lnTo>
                <a:lnTo>
                  <a:pt x="515626" y="371323"/>
                </a:lnTo>
                <a:lnTo>
                  <a:pt x="505206" y="373742"/>
                </a:lnTo>
                <a:lnTo>
                  <a:pt x="494738" y="376085"/>
                </a:lnTo>
                <a:lnTo>
                  <a:pt x="484241" y="378352"/>
                </a:lnTo>
                <a:lnTo>
                  <a:pt x="473707" y="380552"/>
                </a:lnTo>
                <a:lnTo>
                  <a:pt x="463125" y="382686"/>
                </a:lnTo>
                <a:lnTo>
                  <a:pt x="452514" y="384743"/>
                </a:lnTo>
                <a:lnTo>
                  <a:pt x="441874" y="386734"/>
                </a:lnTo>
                <a:lnTo>
                  <a:pt x="431197" y="388649"/>
                </a:lnTo>
                <a:lnTo>
                  <a:pt x="420491" y="390506"/>
                </a:lnTo>
                <a:lnTo>
                  <a:pt x="409766" y="392297"/>
                </a:lnTo>
                <a:lnTo>
                  <a:pt x="399002" y="394011"/>
                </a:lnTo>
                <a:lnTo>
                  <a:pt x="388210" y="395669"/>
                </a:lnTo>
                <a:lnTo>
                  <a:pt x="377409" y="397269"/>
                </a:lnTo>
                <a:lnTo>
                  <a:pt x="366570" y="398793"/>
                </a:lnTo>
                <a:lnTo>
                  <a:pt x="355721" y="400260"/>
                </a:lnTo>
                <a:lnTo>
                  <a:pt x="344843" y="401669"/>
                </a:lnTo>
                <a:lnTo>
                  <a:pt x="333947" y="403012"/>
                </a:lnTo>
                <a:lnTo>
                  <a:pt x="323031" y="404298"/>
                </a:lnTo>
                <a:lnTo>
                  <a:pt x="312106" y="405527"/>
                </a:lnTo>
                <a:lnTo>
                  <a:pt x="301161" y="406698"/>
                </a:lnTo>
                <a:lnTo>
                  <a:pt x="290198" y="407803"/>
                </a:lnTo>
                <a:lnTo>
                  <a:pt x="279225" y="408861"/>
                </a:lnTo>
                <a:lnTo>
                  <a:pt x="268234" y="409861"/>
                </a:lnTo>
                <a:lnTo>
                  <a:pt x="257232" y="410804"/>
                </a:lnTo>
                <a:lnTo>
                  <a:pt x="246221" y="411699"/>
                </a:lnTo>
                <a:lnTo>
                  <a:pt x="235201" y="412537"/>
                </a:lnTo>
                <a:lnTo>
                  <a:pt x="224171" y="413318"/>
                </a:lnTo>
                <a:lnTo>
                  <a:pt x="213131" y="414052"/>
                </a:lnTo>
                <a:lnTo>
                  <a:pt x="202082" y="414728"/>
                </a:lnTo>
                <a:lnTo>
                  <a:pt x="191024" y="415366"/>
                </a:lnTo>
                <a:lnTo>
                  <a:pt x="179965" y="415947"/>
                </a:lnTo>
                <a:lnTo>
                  <a:pt x="168897" y="416481"/>
                </a:lnTo>
                <a:lnTo>
                  <a:pt x="157820" y="416966"/>
                </a:lnTo>
                <a:lnTo>
                  <a:pt x="146742" y="417405"/>
                </a:lnTo>
                <a:lnTo>
                  <a:pt x="135655" y="417795"/>
                </a:lnTo>
                <a:lnTo>
                  <a:pt x="124568" y="418138"/>
                </a:lnTo>
                <a:lnTo>
                  <a:pt x="113471" y="418443"/>
                </a:lnTo>
                <a:lnTo>
                  <a:pt x="102384" y="418700"/>
                </a:lnTo>
                <a:lnTo>
                  <a:pt x="91288" y="418909"/>
                </a:lnTo>
                <a:lnTo>
                  <a:pt x="80181" y="419081"/>
                </a:lnTo>
                <a:lnTo>
                  <a:pt x="69085" y="419205"/>
                </a:lnTo>
                <a:lnTo>
                  <a:pt x="57988" y="419291"/>
                </a:lnTo>
                <a:lnTo>
                  <a:pt x="46882" y="419329"/>
                </a:lnTo>
                <a:lnTo>
                  <a:pt x="35785" y="419338"/>
                </a:lnTo>
                <a:lnTo>
                  <a:pt x="24679" y="419300"/>
                </a:lnTo>
                <a:lnTo>
                  <a:pt x="13583" y="419224"/>
                </a:lnTo>
                <a:lnTo>
                  <a:pt x="2477" y="419100"/>
                </a:lnTo>
                <a:lnTo>
                  <a:pt x="0" y="418995"/>
                </a:lnTo>
                <a:lnTo>
                  <a:pt x="11097" y="418814"/>
                </a:lnTo>
                <a:lnTo>
                  <a:pt x="22193" y="418529"/>
                </a:lnTo>
                <a:lnTo>
                  <a:pt x="33271" y="418148"/>
                </a:lnTo>
                <a:lnTo>
                  <a:pt x="44348" y="417671"/>
                </a:lnTo>
                <a:lnTo>
                  <a:pt x="55416" y="417128"/>
                </a:lnTo>
                <a:lnTo>
                  <a:pt x="66475" y="416500"/>
                </a:lnTo>
                <a:lnTo>
                  <a:pt x="77524" y="415804"/>
                </a:lnTo>
                <a:lnTo>
                  <a:pt x="88554" y="415023"/>
                </a:lnTo>
                <a:lnTo>
                  <a:pt x="99574" y="414176"/>
                </a:lnTo>
                <a:lnTo>
                  <a:pt x="110585" y="413261"/>
                </a:lnTo>
                <a:lnTo>
                  <a:pt x="121568" y="412271"/>
                </a:lnTo>
                <a:lnTo>
                  <a:pt x="132540" y="411204"/>
                </a:lnTo>
                <a:lnTo>
                  <a:pt x="143494" y="410061"/>
                </a:lnTo>
                <a:lnTo>
                  <a:pt x="154429" y="408842"/>
                </a:lnTo>
                <a:lnTo>
                  <a:pt x="165335" y="407546"/>
                </a:lnTo>
                <a:lnTo>
                  <a:pt x="176222" y="406175"/>
                </a:lnTo>
                <a:lnTo>
                  <a:pt x="187081" y="404717"/>
                </a:lnTo>
                <a:lnTo>
                  <a:pt x="197920" y="403193"/>
                </a:lnTo>
                <a:lnTo>
                  <a:pt x="208721" y="401574"/>
                </a:lnTo>
                <a:lnTo>
                  <a:pt x="219485" y="399879"/>
                </a:lnTo>
                <a:lnTo>
                  <a:pt x="230219" y="398097"/>
                </a:lnTo>
                <a:lnTo>
                  <a:pt x="240916" y="396221"/>
                </a:lnTo>
                <a:lnTo>
                  <a:pt x="251574" y="394259"/>
                </a:lnTo>
                <a:lnTo>
                  <a:pt x="262195" y="392211"/>
                </a:lnTo>
                <a:lnTo>
                  <a:pt x="272758" y="390058"/>
                </a:lnTo>
                <a:lnTo>
                  <a:pt x="283274" y="387820"/>
                </a:lnTo>
                <a:lnTo>
                  <a:pt x="293732" y="385477"/>
                </a:lnTo>
                <a:lnTo>
                  <a:pt x="304133" y="383029"/>
                </a:lnTo>
                <a:lnTo>
                  <a:pt x="314468" y="380476"/>
                </a:lnTo>
                <a:lnTo>
                  <a:pt x="324745" y="377819"/>
                </a:lnTo>
                <a:lnTo>
                  <a:pt x="334937" y="375056"/>
                </a:lnTo>
                <a:lnTo>
                  <a:pt x="345053" y="372170"/>
                </a:lnTo>
                <a:lnTo>
                  <a:pt x="355082" y="369170"/>
                </a:lnTo>
                <a:lnTo>
                  <a:pt x="365017" y="366055"/>
                </a:lnTo>
                <a:lnTo>
                  <a:pt x="374856" y="362817"/>
                </a:lnTo>
                <a:lnTo>
                  <a:pt x="384591" y="359454"/>
                </a:lnTo>
                <a:lnTo>
                  <a:pt x="394211" y="355959"/>
                </a:lnTo>
                <a:lnTo>
                  <a:pt x="403708" y="352330"/>
                </a:lnTo>
                <a:lnTo>
                  <a:pt x="413071" y="348567"/>
                </a:lnTo>
                <a:lnTo>
                  <a:pt x="422281" y="344672"/>
                </a:lnTo>
                <a:lnTo>
                  <a:pt x="431349" y="340633"/>
                </a:lnTo>
                <a:lnTo>
                  <a:pt x="440255" y="336452"/>
                </a:lnTo>
                <a:lnTo>
                  <a:pt x="448980" y="332118"/>
                </a:lnTo>
                <a:lnTo>
                  <a:pt x="457514" y="327650"/>
                </a:lnTo>
                <a:lnTo>
                  <a:pt x="465858" y="323031"/>
                </a:lnTo>
                <a:lnTo>
                  <a:pt x="473983" y="318259"/>
                </a:lnTo>
                <a:lnTo>
                  <a:pt x="481879" y="313344"/>
                </a:lnTo>
                <a:lnTo>
                  <a:pt x="489537" y="308286"/>
                </a:lnTo>
                <a:lnTo>
                  <a:pt x="496948" y="303076"/>
                </a:lnTo>
                <a:lnTo>
                  <a:pt x="504092" y="297713"/>
                </a:lnTo>
                <a:lnTo>
                  <a:pt x="510959" y="292217"/>
                </a:lnTo>
                <a:lnTo>
                  <a:pt x="517531" y="286579"/>
                </a:lnTo>
                <a:lnTo>
                  <a:pt x="523808" y="280807"/>
                </a:lnTo>
                <a:lnTo>
                  <a:pt x="529771" y="274911"/>
                </a:lnTo>
                <a:lnTo>
                  <a:pt x="535410" y="268881"/>
                </a:lnTo>
                <a:lnTo>
                  <a:pt x="540715" y="262738"/>
                </a:lnTo>
                <a:lnTo>
                  <a:pt x="545687" y="256480"/>
                </a:lnTo>
                <a:lnTo>
                  <a:pt x="550316" y="250117"/>
                </a:lnTo>
                <a:lnTo>
                  <a:pt x="554593" y="243659"/>
                </a:lnTo>
                <a:lnTo>
                  <a:pt x="558527" y="237115"/>
                </a:lnTo>
                <a:lnTo>
                  <a:pt x="562108" y="230495"/>
                </a:lnTo>
                <a:lnTo>
                  <a:pt x="565337" y="223799"/>
                </a:lnTo>
                <a:lnTo>
                  <a:pt x="568223" y="217046"/>
                </a:lnTo>
                <a:lnTo>
                  <a:pt x="570767" y="210236"/>
                </a:lnTo>
                <a:lnTo>
                  <a:pt x="572967" y="203378"/>
                </a:lnTo>
                <a:lnTo>
                  <a:pt x="574843" y="196482"/>
                </a:lnTo>
                <a:lnTo>
                  <a:pt x="576386" y="189548"/>
                </a:lnTo>
                <a:lnTo>
                  <a:pt x="577615" y="182594"/>
                </a:lnTo>
                <a:lnTo>
                  <a:pt x="578539" y="175622"/>
                </a:lnTo>
                <a:lnTo>
                  <a:pt x="579158" y="168640"/>
                </a:lnTo>
                <a:lnTo>
                  <a:pt x="579491" y="161639"/>
                </a:lnTo>
                <a:lnTo>
                  <a:pt x="579549" y="154648"/>
                </a:lnTo>
                <a:lnTo>
                  <a:pt x="579320" y="147647"/>
                </a:lnTo>
                <a:lnTo>
                  <a:pt x="578844" y="140656"/>
                </a:lnTo>
                <a:lnTo>
                  <a:pt x="578110" y="133674"/>
                </a:lnTo>
                <a:lnTo>
                  <a:pt x="588378" y="131969"/>
                </a:lnTo>
                <a:lnTo>
                  <a:pt x="599199" y="130397"/>
                </a:lnTo>
                <a:lnTo>
                  <a:pt x="609981" y="128730"/>
                </a:lnTo>
                <a:lnTo>
                  <a:pt x="620735" y="126978"/>
                </a:lnTo>
                <a:lnTo>
                  <a:pt x="631450" y="125149"/>
                </a:lnTo>
                <a:lnTo>
                  <a:pt x="642128" y="123244"/>
                </a:lnTo>
                <a:lnTo>
                  <a:pt x="652777" y="121263"/>
                </a:lnTo>
                <a:lnTo>
                  <a:pt x="663397" y="119215"/>
                </a:lnTo>
                <a:lnTo>
                  <a:pt x="673979" y="117100"/>
                </a:lnTo>
                <a:lnTo>
                  <a:pt x="684524" y="114919"/>
                </a:lnTo>
                <a:lnTo>
                  <a:pt x="695039" y="112681"/>
                </a:lnTo>
                <a:lnTo>
                  <a:pt x="705517" y="110366"/>
                </a:lnTo>
                <a:lnTo>
                  <a:pt x="715956" y="107985"/>
                </a:lnTo>
                <a:lnTo>
                  <a:pt x="726367" y="105547"/>
                </a:lnTo>
                <a:lnTo>
                  <a:pt x="736730" y="103041"/>
                </a:lnTo>
                <a:lnTo>
                  <a:pt x="747055" y="100470"/>
                </a:lnTo>
                <a:lnTo>
                  <a:pt x="757342" y="97831"/>
                </a:lnTo>
                <a:lnTo>
                  <a:pt x="767582" y="95136"/>
                </a:lnTo>
                <a:lnTo>
                  <a:pt x="777773" y="92373"/>
                </a:lnTo>
                <a:lnTo>
                  <a:pt x="787927" y="89535"/>
                </a:lnTo>
                <a:lnTo>
                  <a:pt x="798033" y="86639"/>
                </a:lnTo>
                <a:lnTo>
                  <a:pt x="808091" y="83668"/>
                </a:lnTo>
                <a:lnTo>
                  <a:pt x="818093" y="80639"/>
                </a:lnTo>
                <a:lnTo>
                  <a:pt x="828046" y="77534"/>
                </a:lnTo>
                <a:lnTo>
                  <a:pt x="837943" y="74362"/>
                </a:lnTo>
                <a:lnTo>
                  <a:pt x="847782" y="71123"/>
                </a:lnTo>
                <a:lnTo>
                  <a:pt x="857564" y="67818"/>
                </a:lnTo>
                <a:lnTo>
                  <a:pt x="867280" y="64437"/>
                </a:lnTo>
                <a:lnTo>
                  <a:pt x="876938" y="60979"/>
                </a:lnTo>
                <a:lnTo>
                  <a:pt x="886520" y="57455"/>
                </a:lnTo>
                <a:lnTo>
                  <a:pt x="896045" y="53854"/>
                </a:lnTo>
                <a:lnTo>
                  <a:pt x="905494" y="50178"/>
                </a:lnTo>
                <a:lnTo>
                  <a:pt x="914867" y="46425"/>
                </a:lnTo>
                <a:lnTo>
                  <a:pt x="924163" y="42605"/>
                </a:lnTo>
                <a:lnTo>
                  <a:pt x="933374" y="38700"/>
                </a:lnTo>
                <a:lnTo>
                  <a:pt x="942508" y="34719"/>
                </a:lnTo>
                <a:lnTo>
                  <a:pt x="951548" y="30661"/>
                </a:lnTo>
                <a:lnTo>
                  <a:pt x="960501" y="26527"/>
                </a:lnTo>
                <a:lnTo>
                  <a:pt x="969359" y="22308"/>
                </a:lnTo>
                <a:lnTo>
                  <a:pt x="978122" y="18012"/>
                </a:lnTo>
                <a:lnTo>
                  <a:pt x="986780" y="13630"/>
                </a:lnTo>
                <a:lnTo>
                  <a:pt x="995334" y="9173"/>
                </a:lnTo>
                <a:lnTo>
                  <a:pt x="1003773" y="4629"/>
                </a:lnTo>
                <a:lnTo>
                  <a:pt x="1012107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429CF2F9-C5C4-4735-8C1E-85C430B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796" y="5451424"/>
            <a:ext cx="2747696" cy="460372"/>
          </a:xfrm>
          <a:custGeom xmlns:a="http://schemas.openxmlformats.org/drawingml/2006/main">
            <a:pathLst>
              <a:path w="2747696" h="460372">
                <a:moveTo>
                  <a:pt x="2746848" y="0"/>
                </a:moveTo>
                <a:lnTo>
                  <a:pt x="2747696" y="16955"/>
                </a:lnTo>
                <a:lnTo>
                  <a:pt x="2747315" y="33919"/>
                </a:lnTo>
                <a:lnTo>
                  <a:pt x="2745991" y="50854"/>
                </a:lnTo>
                <a:lnTo>
                  <a:pt x="2743772" y="67761"/>
                </a:lnTo>
                <a:lnTo>
                  <a:pt x="2740704" y="84620"/>
                </a:lnTo>
                <a:lnTo>
                  <a:pt x="2736799" y="101403"/>
                </a:lnTo>
                <a:lnTo>
                  <a:pt x="2732037" y="118091"/>
                </a:lnTo>
                <a:lnTo>
                  <a:pt x="2726417" y="134684"/>
                </a:lnTo>
                <a:lnTo>
                  <a:pt x="2719930" y="151152"/>
                </a:lnTo>
                <a:lnTo>
                  <a:pt x="2712549" y="167459"/>
                </a:lnTo>
                <a:lnTo>
                  <a:pt x="2704262" y="183604"/>
                </a:lnTo>
                <a:lnTo>
                  <a:pt x="2695032" y="199539"/>
                </a:lnTo>
                <a:lnTo>
                  <a:pt x="2684869" y="215246"/>
                </a:lnTo>
                <a:lnTo>
                  <a:pt x="2673734" y="230686"/>
                </a:lnTo>
                <a:lnTo>
                  <a:pt x="2661618" y="245831"/>
                </a:lnTo>
                <a:lnTo>
                  <a:pt x="2648512" y="260652"/>
                </a:lnTo>
                <a:lnTo>
                  <a:pt x="2634415" y="275092"/>
                </a:lnTo>
                <a:lnTo>
                  <a:pt x="2619318" y="289141"/>
                </a:lnTo>
                <a:lnTo>
                  <a:pt x="2603230" y="302733"/>
                </a:lnTo>
                <a:lnTo>
                  <a:pt x="2586171" y="315859"/>
                </a:lnTo>
                <a:lnTo>
                  <a:pt x="2568169" y="328460"/>
                </a:lnTo>
                <a:lnTo>
                  <a:pt x="2549242" y="340519"/>
                </a:lnTo>
                <a:lnTo>
                  <a:pt x="2529430" y="352006"/>
                </a:lnTo>
                <a:lnTo>
                  <a:pt x="2508790" y="362893"/>
                </a:lnTo>
                <a:lnTo>
                  <a:pt x="2487368" y="373161"/>
                </a:lnTo>
                <a:lnTo>
                  <a:pt x="2465213" y="382791"/>
                </a:lnTo>
                <a:lnTo>
                  <a:pt x="2442401" y="391782"/>
                </a:lnTo>
                <a:lnTo>
                  <a:pt x="2418969" y="400136"/>
                </a:lnTo>
                <a:lnTo>
                  <a:pt x="2395004" y="407841"/>
                </a:lnTo>
                <a:lnTo>
                  <a:pt x="2370534" y="414919"/>
                </a:lnTo>
                <a:lnTo>
                  <a:pt x="2345646" y="421367"/>
                </a:lnTo>
                <a:lnTo>
                  <a:pt x="2320385" y="427215"/>
                </a:lnTo>
                <a:lnTo>
                  <a:pt x="2294792" y="432464"/>
                </a:lnTo>
                <a:lnTo>
                  <a:pt x="2268922" y="437140"/>
                </a:lnTo>
                <a:lnTo>
                  <a:pt x="2242814" y="441274"/>
                </a:lnTo>
                <a:lnTo>
                  <a:pt x="2216515" y="444865"/>
                </a:lnTo>
                <a:lnTo>
                  <a:pt x="2190055" y="447961"/>
                </a:lnTo>
                <a:lnTo>
                  <a:pt x="2163461" y="450561"/>
                </a:lnTo>
                <a:lnTo>
                  <a:pt x="2136762" y="452704"/>
                </a:lnTo>
                <a:lnTo>
                  <a:pt x="2109978" y="454400"/>
                </a:lnTo>
                <a:lnTo>
                  <a:pt x="2083146" y="455666"/>
                </a:lnTo>
                <a:lnTo>
                  <a:pt x="2056247" y="456267"/>
                </a:lnTo>
                <a:lnTo>
                  <a:pt x="2029339" y="456667"/>
                </a:lnTo>
                <a:lnTo>
                  <a:pt x="2002431" y="456981"/>
                </a:lnTo>
                <a:lnTo>
                  <a:pt x="1975514" y="457248"/>
                </a:lnTo>
                <a:lnTo>
                  <a:pt x="1948605" y="457486"/>
                </a:lnTo>
                <a:lnTo>
                  <a:pt x="1921688" y="457695"/>
                </a:lnTo>
                <a:lnTo>
                  <a:pt x="1894780" y="457895"/>
                </a:lnTo>
                <a:lnTo>
                  <a:pt x="1867862" y="458067"/>
                </a:lnTo>
                <a:lnTo>
                  <a:pt x="1840954" y="458229"/>
                </a:lnTo>
                <a:lnTo>
                  <a:pt x="1814036" y="458391"/>
                </a:lnTo>
                <a:lnTo>
                  <a:pt x="1787128" y="458534"/>
                </a:lnTo>
                <a:lnTo>
                  <a:pt x="1760210" y="458667"/>
                </a:lnTo>
                <a:lnTo>
                  <a:pt x="1733293" y="458800"/>
                </a:lnTo>
                <a:lnTo>
                  <a:pt x="1706385" y="458915"/>
                </a:lnTo>
                <a:lnTo>
                  <a:pt x="1679467" y="459029"/>
                </a:lnTo>
                <a:lnTo>
                  <a:pt x="1652559" y="459134"/>
                </a:lnTo>
                <a:lnTo>
                  <a:pt x="1625641" y="459238"/>
                </a:lnTo>
                <a:lnTo>
                  <a:pt x="1598724" y="459334"/>
                </a:lnTo>
                <a:lnTo>
                  <a:pt x="1571816" y="459429"/>
                </a:lnTo>
                <a:lnTo>
                  <a:pt x="1544898" y="459515"/>
                </a:lnTo>
                <a:lnTo>
                  <a:pt x="1517980" y="459591"/>
                </a:lnTo>
                <a:lnTo>
                  <a:pt x="1491072" y="459667"/>
                </a:lnTo>
                <a:lnTo>
                  <a:pt x="1464154" y="459743"/>
                </a:lnTo>
                <a:lnTo>
                  <a:pt x="1437237" y="459810"/>
                </a:lnTo>
                <a:lnTo>
                  <a:pt x="1410329" y="459877"/>
                </a:lnTo>
                <a:lnTo>
                  <a:pt x="1383411" y="459934"/>
                </a:lnTo>
                <a:lnTo>
                  <a:pt x="1356493" y="459991"/>
                </a:lnTo>
                <a:lnTo>
                  <a:pt x="1329585" y="460048"/>
                </a:lnTo>
                <a:lnTo>
                  <a:pt x="1302668" y="460086"/>
                </a:lnTo>
                <a:lnTo>
                  <a:pt x="1275750" y="460134"/>
                </a:lnTo>
                <a:lnTo>
                  <a:pt x="1248842" y="460172"/>
                </a:lnTo>
                <a:lnTo>
                  <a:pt x="1221924" y="460210"/>
                </a:lnTo>
                <a:lnTo>
                  <a:pt x="1195007" y="460238"/>
                </a:lnTo>
                <a:lnTo>
                  <a:pt x="1168098" y="460267"/>
                </a:lnTo>
                <a:lnTo>
                  <a:pt x="1141181" y="460296"/>
                </a:lnTo>
                <a:lnTo>
                  <a:pt x="1114263" y="460315"/>
                </a:lnTo>
                <a:lnTo>
                  <a:pt x="1087345" y="460334"/>
                </a:lnTo>
                <a:lnTo>
                  <a:pt x="1060437" y="460353"/>
                </a:lnTo>
                <a:lnTo>
                  <a:pt x="1033520" y="460362"/>
                </a:lnTo>
                <a:lnTo>
                  <a:pt x="1006602" y="460362"/>
                </a:lnTo>
                <a:lnTo>
                  <a:pt x="979694" y="460372"/>
                </a:lnTo>
                <a:lnTo>
                  <a:pt x="952776" y="460362"/>
                </a:lnTo>
                <a:lnTo>
                  <a:pt x="925859" y="460362"/>
                </a:lnTo>
                <a:lnTo>
                  <a:pt x="898950" y="460353"/>
                </a:lnTo>
                <a:lnTo>
                  <a:pt x="872033" y="460334"/>
                </a:lnTo>
                <a:lnTo>
                  <a:pt x="845115" y="460315"/>
                </a:lnTo>
                <a:lnTo>
                  <a:pt x="818207" y="460286"/>
                </a:lnTo>
                <a:lnTo>
                  <a:pt x="791289" y="460267"/>
                </a:lnTo>
                <a:lnTo>
                  <a:pt x="764372" y="460229"/>
                </a:lnTo>
                <a:lnTo>
                  <a:pt x="737464" y="460191"/>
                </a:lnTo>
                <a:lnTo>
                  <a:pt x="710546" y="460153"/>
                </a:lnTo>
                <a:lnTo>
                  <a:pt x="683628" y="460105"/>
                </a:lnTo>
                <a:lnTo>
                  <a:pt x="656711" y="460048"/>
                </a:lnTo>
                <a:lnTo>
                  <a:pt x="629803" y="459991"/>
                </a:lnTo>
                <a:lnTo>
                  <a:pt x="602885" y="459924"/>
                </a:lnTo>
                <a:lnTo>
                  <a:pt x="575967" y="459848"/>
                </a:lnTo>
                <a:lnTo>
                  <a:pt x="549059" y="459762"/>
                </a:lnTo>
                <a:lnTo>
                  <a:pt x="522141" y="459686"/>
                </a:lnTo>
                <a:lnTo>
                  <a:pt x="495233" y="459591"/>
                </a:lnTo>
                <a:lnTo>
                  <a:pt x="468316" y="459486"/>
                </a:lnTo>
                <a:lnTo>
                  <a:pt x="441398" y="459372"/>
                </a:lnTo>
                <a:lnTo>
                  <a:pt x="414490" y="459248"/>
                </a:lnTo>
                <a:lnTo>
                  <a:pt x="387572" y="459115"/>
                </a:lnTo>
                <a:lnTo>
                  <a:pt x="360655" y="458972"/>
                </a:lnTo>
                <a:lnTo>
                  <a:pt x="333746" y="458819"/>
                </a:lnTo>
                <a:lnTo>
                  <a:pt x="306829" y="458648"/>
                </a:lnTo>
                <a:lnTo>
                  <a:pt x="279921" y="458457"/>
                </a:lnTo>
                <a:lnTo>
                  <a:pt x="253003" y="458248"/>
                </a:lnTo>
                <a:lnTo>
                  <a:pt x="226095" y="458019"/>
                </a:lnTo>
                <a:lnTo>
                  <a:pt x="199187" y="457772"/>
                </a:lnTo>
                <a:lnTo>
                  <a:pt x="172269" y="457486"/>
                </a:lnTo>
                <a:lnTo>
                  <a:pt x="145361" y="457162"/>
                </a:lnTo>
                <a:lnTo>
                  <a:pt x="118453" y="456800"/>
                </a:lnTo>
                <a:lnTo>
                  <a:pt x="91545" y="456362"/>
                </a:lnTo>
                <a:lnTo>
                  <a:pt x="64646" y="455838"/>
                </a:lnTo>
                <a:lnTo>
                  <a:pt x="37757" y="455143"/>
                </a:lnTo>
                <a:lnTo>
                  <a:pt x="10897" y="454038"/>
                </a:lnTo>
                <a:lnTo>
                  <a:pt x="4991" y="440246"/>
                </a:lnTo>
                <a:lnTo>
                  <a:pt x="4639" y="423291"/>
                </a:lnTo>
                <a:lnTo>
                  <a:pt x="4277" y="406327"/>
                </a:lnTo>
                <a:lnTo>
                  <a:pt x="3924" y="389363"/>
                </a:lnTo>
                <a:lnTo>
                  <a:pt x="3562" y="372399"/>
                </a:lnTo>
                <a:lnTo>
                  <a:pt x="3210" y="355435"/>
                </a:lnTo>
                <a:lnTo>
                  <a:pt x="2848" y="338471"/>
                </a:lnTo>
                <a:lnTo>
                  <a:pt x="2496" y="321507"/>
                </a:lnTo>
                <a:lnTo>
                  <a:pt x="2143" y="304543"/>
                </a:lnTo>
                <a:lnTo>
                  <a:pt x="1781" y="287588"/>
                </a:lnTo>
                <a:lnTo>
                  <a:pt x="1429" y="270624"/>
                </a:lnTo>
                <a:lnTo>
                  <a:pt x="1067" y="253660"/>
                </a:lnTo>
                <a:lnTo>
                  <a:pt x="714" y="236696"/>
                </a:lnTo>
                <a:lnTo>
                  <a:pt x="352" y="219732"/>
                </a:lnTo>
                <a:lnTo>
                  <a:pt x="0" y="202768"/>
                </a:lnTo>
                <a:lnTo>
                  <a:pt x="9877" y="191672"/>
                </a:lnTo>
                <a:lnTo>
                  <a:pt x="36719" y="190443"/>
                </a:lnTo>
                <a:lnTo>
                  <a:pt x="63579" y="189405"/>
                </a:lnTo>
                <a:lnTo>
                  <a:pt x="90459" y="188538"/>
                </a:lnTo>
                <a:lnTo>
                  <a:pt x="117348" y="187833"/>
                </a:lnTo>
                <a:lnTo>
                  <a:pt x="144256" y="187262"/>
                </a:lnTo>
                <a:lnTo>
                  <a:pt x="171155" y="186823"/>
                </a:lnTo>
                <a:lnTo>
                  <a:pt x="198063" y="186499"/>
                </a:lnTo>
                <a:lnTo>
                  <a:pt x="224981" y="186280"/>
                </a:lnTo>
                <a:lnTo>
                  <a:pt x="251898" y="186157"/>
                </a:lnTo>
                <a:lnTo>
                  <a:pt x="278806" y="186128"/>
                </a:lnTo>
                <a:lnTo>
                  <a:pt x="305724" y="186176"/>
                </a:lnTo>
                <a:lnTo>
                  <a:pt x="332642" y="186299"/>
                </a:lnTo>
                <a:lnTo>
                  <a:pt x="359550" y="186490"/>
                </a:lnTo>
                <a:lnTo>
                  <a:pt x="386458" y="186738"/>
                </a:lnTo>
                <a:lnTo>
                  <a:pt x="413375" y="187052"/>
                </a:lnTo>
                <a:lnTo>
                  <a:pt x="440284" y="187423"/>
                </a:lnTo>
                <a:lnTo>
                  <a:pt x="467182" y="187843"/>
                </a:lnTo>
                <a:lnTo>
                  <a:pt x="494090" y="188309"/>
                </a:lnTo>
                <a:lnTo>
                  <a:pt x="520989" y="188814"/>
                </a:lnTo>
                <a:lnTo>
                  <a:pt x="547897" y="189367"/>
                </a:lnTo>
                <a:lnTo>
                  <a:pt x="574796" y="189948"/>
                </a:lnTo>
                <a:lnTo>
                  <a:pt x="601685" y="190567"/>
                </a:lnTo>
                <a:lnTo>
                  <a:pt x="628583" y="191224"/>
                </a:lnTo>
                <a:lnTo>
                  <a:pt x="655482" y="191900"/>
                </a:lnTo>
                <a:lnTo>
                  <a:pt x="682371" y="192615"/>
                </a:lnTo>
                <a:lnTo>
                  <a:pt x="709260" y="193348"/>
                </a:lnTo>
                <a:lnTo>
                  <a:pt x="736149" y="194100"/>
                </a:lnTo>
                <a:lnTo>
                  <a:pt x="763029" y="194872"/>
                </a:lnTo>
                <a:lnTo>
                  <a:pt x="789918" y="195672"/>
                </a:lnTo>
                <a:lnTo>
                  <a:pt x="816797" y="196482"/>
                </a:lnTo>
                <a:lnTo>
                  <a:pt x="843686" y="197310"/>
                </a:lnTo>
                <a:lnTo>
                  <a:pt x="870566" y="198139"/>
                </a:lnTo>
                <a:lnTo>
                  <a:pt x="897446" y="198996"/>
                </a:lnTo>
                <a:lnTo>
                  <a:pt x="924325" y="199844"/>
                </a:lnTo>
                <a:lnTo>
                  <a:pt x="951205" y="200720"/>
                </a:lnTo>
                <a:lnTo>
                  <a:pt x="978084" y="201587"/>
                </a:lnTo>
                <a:lnTo>
                  <a:pt x="1004964" y="202463"/>
                </a:lnTo>
                <a:lnTo>
                  <a:pt x="1031843" y="203349"/>
                </a:lnTo>
                <a:lnTo>
                  <a:pt x="1058723" y="204226"/>
                </a:lnTo>
                <a:lnTo>
                  <a:pt x="1085602" y="205102"/>
                </a:lnTo>
                <a:lnTo>
                  <a:pt x="1112482" y="205978"/>
                </a:lnTo>
                <a:lnTo>
                  <a:pt x="1139361" y="206854"/>
                </a:lnTo>
                <a:lnTo>
                  <a:pt x="1166241" y="207731"/>
                </a:lnTo>
                <a:lnTo>
                  <a:pt x="1193121" y="208588"/>
                </a:lnTo>
                <a:lnTo>
                  <a:pt x="1220000" y="209445"/>
                </a:lnTo>
                <a:lnTo>
                  <a:pt x="1246880" y="210293"/>
                </a:lnTo>
                <a:lnTo>
                  <a:pt x="1273759" y="211131"/>
                </a:lnTo>
                <a:lnTo>
                  <a:pt x="1300648" y="211941"/>
                </a:lnTo>
                <a:lnTo>
                  <a:pt x="1327528" y="212750"/>
                </a:lnTo>
                <a:lnTo>
                  <a:pt x="1354417" y="213541"/>
                </a:lnTo>
                <a:lnTo>
                  <a:pt x="1381306" y="214303"/>
                </a:lnTo>
                <a:lnTo>
                  <a:pt x="1408186" y="215046"/>
                </a:lnTo>
                <a:lnTo>
                  <a:pt x="1435084" y="215770"/>
                </a:lnTo>
                <a:lnTo>
                  <a:pt x="1461973" y="216465"/>
                </a:lnTo>
                <a:lnTo>
                  <a:pt x="1488862" y="217132"/>
                </a:lnTo>
                <a:lnTo>
                  <a:pt x="1515761" y="217770"/>
                </a:lnTo>
                <a:lnTo>
                  <a:pt x="1542659" y="218370"/>
                </a:lnTo>
                <a:lnTo>
                  <a:pt x="1569558" y="218942"/>
                </a:lnTo>
                <a:lnTo>
                  <a:pt x="1596457" y="219466"/>
                </a:lnTo>
                <a:lnTo>
                  <a:pt x="1623365" y="219951"/>
                </a:lnTo>
                <a:lnTo>
                  <a:pt x="1650273" y="220389"/>
                </a:lnTo>
                <a:lnTo>
                  <a:pt x="1677181" y="220780"/>
                </a:lnTo>
                <a:lnTo>
                  <a:pt x="1704089" y="221113"/>
                </a:lnTo>
                <a:lnTo>
                  <a:pt x="1730997" y="221380"/>
                </a:lnTo>
                <a:lnTo>
                  <a:pt x="1757915" y="221590"/>
                </a:lnTo>
                <a:lnTo>
                  <a:pt x="1784823" y="221732"/>
                </a:lnTo>
                <a:lnTo>
                  <a:pt x="1811741" y="221799"/>
                </a:lnTo>
                <a:lnTo>
                  <a:pt x="1838658" y="221780"/>
                </a:lnTo>
                <a:lnTo>
                  <a:pt x="1865567" y="221675"/>
                </a:lnTo>
                <a:lnTo>
                  <a:pt x="1892484" y="221475"/>
                </a:lnTo>
                <a:lnTo>
                  <a:pt x="1919392" y="221161"/>
                </a:lnTo>
                <a:lnTo>
                  <a:pt x="1946300" y="220723"/>
                </a:lnTo>
                <a:lnTo>
                  <a:pt x="1973199" y="220161"/>
                </a:lnTo>
                <a:lnTo>
                  <a:pt x="2000088" y="219456"/>
                </a:lnTo>
                <a:lnTo>
                  <a:pt x="2026968" y="218580"/>
                </a:lnTo>
                <a:lnTo>
                  <a:pt x="2053828" y="217532"/>
                </a:lnTo>
                <a:lnTo>
                  <a:pt x="2080670" y="216265"/>
                </a:lnTo>
                <a:lnTo>
                  <a:pt x="2107482" y="214770"/>
                </a:lnTo>
                <a:lnTo>
                  <a:pt x="2134248" y="212998"/>
                </a:lnTo>
                <a:lnTo>
                  <a:pt x="2160956" y="210912"/>
                </a:lnTo>
                <a:lnTo>
                  <a:pt x="2187588" y="208445"/>
                </a:lnTo>
                <a:lnTo>
                  <a:pt x="2214096" y="205530"/>
                </a:lnTo>
                <a:lnTo>
                  <a:pt x="2240442" y="202063"/>
                </a:lnTo>
                <a:lnTo>
                  <a:pt x="2266531" y="197901"/>
                </a:lnTo>
                <a:lnTo>
                  <a:pt x="2292220" y="192843"/>
                </a:lnTo>
                <a:lnTo>
                  <a:pt x="2317213" y="186566"/>
                </a:lnTo>
                <a:lnTo>
                  <a:pt x="2340959" y="178603"/>
                </a:lnTo>
                <a:lnTo>
                  <a:pt x="2362171" y="168221"/>
                </a:lnTo>
                <a:lnTo>
                  <a:pt x="2378021" y="154610"/>
                </a:lnTo>
                <a:lnTo>
                  <a:pt x="2384403" y="138265"/>
                </a:lnTo>
                <a:lnTo>
                  <a:pt x="2402453" y="129759"/>
                </a:lnTo>
                <a:lnTo>
                  <a:pt x="2427780" y="124035"/>
                </a:lnTo>
                <a:lnTo>
                  <a:pt x="2452764" y="117729"/>
                </a:lnTo>
                <a:lnTo>
                  <a:pt x="2477424" y="110938"/>
                </a:lnTo>
                <a:lnTo>
                  <a:pt x="2501770" y="103699"/>
                </a:lnTo>
                <a:lnTo>
                  <a:pt x="2525801" y="96060"/>
                </a:lnTo>
                <a:lnTo>
                  <a:pt x="2549500" y="88021"/>
                </a:lnTo>
                <a:lnTo>
                  <a:pt x="2572874" y="79610"/>
                </a:lnTo>
                <a:lnTo>
                  <a:pt x="2595905" y="70837"/>
                </a:lnTo>
                <a:lnTo>
                  <a:pt x="2618594" y="61703"/>
                </a:lnTo>
                <a:lnTo>
                  <a:pt x="2640921" y="52235"/>
                </a:lnTo>
                <a:lnTo>
                  <a:pt x="2662876" y="42424"/>
                </a:lnTo>
                <a:lnTo>
                  <a:pt x="2684459" y="32290"/>
                </a:lnTo>
                <a:lnTo>
                  <a:pt x="2705662" y="21841"/>
                </a:lnTo>
                <a:lnTo>
                  <a:pt x="2726455" y="11068"/>
                </a:lnTo>
                <a:lnTo>
                  <a:pt x="2746848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3490FC58-BF20-46C5-B0DE-A1AE750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4178798"/>
            <a:ext cx="2747067" cy="1731464"/>
          </a:xfrm>
          <a:custGeom xmlns:a="http://schemas.openxmlformats.org/drawingml/2006/main">
            <a:pathLst>
              <a:path w="2747067" h="1731464">
                <a:moveTo>
                  <a:pt x="0" y="1731464"/>
                </a:moveTo>
                <a:lnTo>
                  <a:pt x="44110" y="1731464"/>
                </a:lnTo>
                <a:lnTo>
                  <a:pt x="88211" y="1731464"/>
                </a:lnTo>
                <a:lnTo>
                  <a:pt x="132321" y="1731464"/>
                </a:lnTo>
                <a:lnTo>
                  <a:pt x="176432" y="1731464"/>
                </a:lnTo>
                <a:lnTo>
                  <a:pt x="220532" y="1731464"/>
                </a:lnTo>
                <a:lnTo>
                  <a:pt x="264643" y="1731464"/>
                </a:lnTo>
                <a:lnTo>
                  <a:pt x="308753" y="1731464"/>
                </a:lnTo>
                <a:lnTo>
                  <a:pt x="352854" y="1731464"/>
                </a:lnTo>
                <a:lnTo>
                  <a:pt x="396964" y="1731464"/>
                </a:lnTo>
                <a:lnTo>
                  <a:pt x="441074" y="1731464"/>
                </a:lnTo>
                <a:lnTo>
                  <a:pt x="485175" y="1731464"/>
                </a:lnTo>
                <a:lnTo>
                  <a:pt x="529285" y="1731464"/>
                </a:lnTo>
                <a:lnTo>
                  <a:pt x="573395" y="1731464"/>
                </a:lnTo>
                <a:lnTo>
                  <a:pt x="617496" y="1731464"/>
                </a:lnTo>
                <a:lnTo>
                  <a:pt x="661606" y="1731464"/>
                </a:lnTo>
                <a:lnTo>
                  <a:pt x="705717" y="1731464"/>
                </a:lnTo>
                <a:lnTo>
                  <a:pt x="749818" y="1731464"/>
                </a:lnTo>
                <a:lnTo>
                  <a:pt x="793928" y="1731464"/>
                </a:lnTo>
                <a:lnTo>
                  <a:pt x="838038" y="1731464"/>
                </a:lnTo>
                <a:lnTo>
                  <a:pt x="882139" y="1731464"/>
                </a:lnTo>
                <a:lnTo>
                  <a:pt x="926249" y="1731464"/>
                </a:lnTo>
                <a:lnTo>
                  <a:pt x="970359" y="1731464"/>
                </a:lnTo>
                <a:lnTo>
                  <a:pt x="1014460" y="1731464"/>
                </a:lnTo>
                <a:lnTo>
                  <a:pt x="1058570" y="1731464"/>
                </a:lnTo>
                <a:lnTo>
                  <a:pt x="1102681" y="1731464"/>
                </a:lnTo>
                <a:lnTo>
                  <a:pt x="1146791" y="1731464"/>
                </a:lnTo>
                <a:lnTo>
                  <a:pt x="1190892" y="1731464"/>
                </a:lnTo>
                <a:lnTo>
                  <a:pt x="1235002" y="1731464"/>
                </a:lnTo>
                <a:lnTo>
                  <a:pt x="1279112" y="1731464"/>
                </a:lnTo>
                <a:lnTo>
                  <a:pt x="1323213" y="1731464"/>
                </a:lnTo>
                <a:lnTo>
                  <a:pt x="1367323" y="1731464"/>
                </a:lnTo>
                <a:lnTo>
                  <a:pt x="1411434" y="1731464"/>
                </a:lnTo>
                <a:lnTo>
                  <a:pt x="1455534" y="1731464"/>
                </a:lnTo>
                <a:lnTo>
                  <a:pt x="1499645" y="1731464"/>
                </a:lnTo>
                <a:lnTo>
                  <a:pt x="1543755" y="1731464"/>
                </a:lnTo>
                <a:lnTo>
                  <a:pt x="1587856" y="1731464"/>
                </a:lnTo>
                <a:lnTo>
                  <a:pt x="1631966" y="1731464"/>
                </a:lnTo>
                <a:lnTo>
                  <a:pt x="1676076" y="1731464"/>
                </a:lnTo>
                <a:lnTo>
                  <a:pt x="1720177" y="1731464"/>
                </a:lnTo>
                <a:lnTo>
                  <a:pt x="1764287" y="1731464"/>
                </a:lnTo>
                <a:lnTo>
                  <a:pt x="1808397" y="1731464"/>
                </a:lnTo>
                <a:lnTo>
                  <a:pt x="1852060" y="1728330"/>
                </a:lnTo>
                <a:lnTo>
                  <a:pt x="1895494" y="1723482"/>
                </a:lnTo>
                <a:lnTo>
                  <a:pt x="1938919" y="1718624"/>
                </a:lnTo>
                <a:lnTo>
                  <a:pt x="1982353" y="1713767"/>
                </a:lnTo>
                <a:lnTo>
                  <a:pt x="2025777" y="1708909"/>
                </a:lnTo>
                <a:lnTo>
                  <a:pt x="2069211" y="1704051"/>
                </a:lnTo>
                <a:lnTo>
                  <a:pt x="2112635" y="1699193"/>
                </a:lnTo>
                <a:lnTo>
                  <a:pt x="2156069" y="1694336"/>
                </a:lnTo>
                <a:lnTo>
                  <a:pt x="2189216" y="1677333"/>
                </a:lnTo>
                <a:lnTo>
                  <a:pt x="2219820" y="1657312"/>
                </a:lnTo>
                <a:lnTo>
                  <a:pt x="2250434" y="1637290"/>
                </a:lnTo>
                <a:lnTo>
                  <a:pt x="2281037" y="1617278"/>
                </a:lnTo>
                <a:lnTo>
                  <a:pt x="2311641" y="1597257"/>
                </a:lnTo>
                <a:lnTo>
                  <a:pt x="2342245" y="1577235"/>
                </a:lnTo>
                <a:lnTo>
                  <a:pt x="2372849" y="1557223"/>
                </a:lnTo>
                <a:lnTo>
                  <a:pt x="2403462" y="1537202"/>
                </a:lnTo>
                <a:lnTo>
                  <a:pt x="2434066" y="1517180"/>
                </a:lnTo>
                <a:lnTo>
                  <a:pt x="2464670" y="1497168"/>
                </a:lnTo>
                <a:lnTo>
                  <a:pt x="2495274" y="1477147"/>
                </a:lnTo>
                <a:lnTo>
                  <a:pt x="2525878" y="1457125"/>
                </a:lnTo>
                <a:lnTo>
                  <a:pt x="2556491" y="1437113"/>
                </a:lnTo>
                <a:lnTo>
                  <a:pt x="2587095" y="1417091"/>
                </a:lnTo>
                <a:lnTo>
                  <a:pt x="2617699" y="1397070"/>
                </a:lnTo>
                <a:lnTo>
                  <a:pt x="2648302" y="1377048"/>
                </a:lnTo>
                <a:lnTo>
                  <a:pt x="2678906" y="1357036"/>
                </a:lnTo>
                <a:lnTo>
                  <a:pt x="2709510" y="1337015"/>
                </a:lnTo>
                <a:lnTo>
                  <a:pt x="2740123" y="1316993"/>
                </a:lnTo>
                <a:lnTo>
                  <a:pt x="2747067" y="1290961"/>
                </a:lnTo>
                <a:lnTo>
                  <a:pt x="2747067" y="1263167"/>
                </a:lnTo>
                <a:lnTo>
                  <a:pt x="2747067" y="1235364"/>
                </a:lnTo>
                <a:lnTo>
                  <a:pt x="2747067" y="1207560"/>
                </a:lnTo>
                <a:lnTo>
                  <a:pt x="2747067" y="1179757"/>
                </a:lnTo>
                <a:lnTo>
                  <a:pt x="2747067" y="1151963"/>
                </a:lnTo>
                <a:lnTo>
                  <a:pt x="2747067" y="1124160"/>
                </a:lnTo>
                <a:lnTo>
                  <a:pt x="2747067" y="1096356"/>
                </a:lnTo>
                <a:lnTo>
                  <a:pt x="2747067" y="1068562"/>
                </a:lnTo>
                <a:lnTo>
                  <a:pt x="2747067" y="1040759"/>
                </a:lnTo>
                <a:lnTo>
                  <a:pt x="2747067" y="1012955"/>
                </a:lnTo>
                <a:lnTo>
                  <a:pt x="2747067" y="985161"/>
                </a:lnTo>
                <a:lnTo>
                  <a:pt x="2747067" y="957358"/>
                </a:lnTo>
                <a:lnTo>
                  <a:pt x="2747067" y="929554"/>
                </a:lnTo>
                <a:lnTo>
                  <a:pt x="2747067" y="901751"/>
                </a:lnTo>
                <a:lnTo>
                  <a:pt x="2747067" y="873957"/>
                </a:lnTo>
                <a:lnTo>
                  <a:pt x="2747067" y="846153"/>
                </a:lnTo>
                <a:lnTo>
                  <a:pt x="2747067" y="818350"/>
                </a:lnTo>
                <a:lnTo>
                  <a:pt x="2747067" y="790556"/>
                </a:lnTo>
                <a:lnTo>
                  <a:pt x="2747067" y="762752"/>
                </a:lnTo>
                <a:lnTo>
                  <a:pt x="2747067" y="734949"/>
                </a:lnTo>
                <a:lnTo>
                  <a:pt x="2747067" y="707155"/>
                </a:lnTo>
                <a:lnTo>
                  <a:pt x="2747067" y="679352"/>
                </a:lnTo>
                <a:lnTo>
                  <a:pt x="2747067" y="651548"/>
                </a:lnTo>
                <a:lnTo>
                  <a:pt x="2747067" y="623754"/>
                </a:lnTo>
                <a:lnTo>
                  <a:pt x="2747067" y="595951"/>
                </a:lnTo>
                <a:lnTo>
                  <a:pt x="2747067" y="568147"/>
                </a:lnTo>
                <a:lnTo>
                  <a:pt x="2747067" y="540344"/>
                </a:lnTo>
                <a:lnTo>
                  <a:pt x="2747067" y="512550"/>
                </a:lnTo>
                <a:lnTo>
                  <a:pt x="2747067" y="484746"/>
                </a:lnTo>
                <a:lnTo>
                  <a:pt x="2747067" y="456943"/>
                </a:lnTo>
                <a:lnTo>
                  <a:pt x="2747067" y="429149"/>
                </a:lnTo>
                <a:lnTo>
                  <a:pt x="2747067" y="401345"/>
                </a:lnTo>
                <a:lnTo>
                  <a:pt x="2747067" y="373542"/>
                </a:lnTo>
                <a:lnTo>
                  <a:pt x="2747067" y="345748"/>
                </a:lnTo>
                <a:lnTo>
                  <a:pt x="2747067" y="317945"/>
                </a:lnTo>
                <a:lnTo>
                  <a:pt x="2747067" y="290141"/>
                </a:lnTo>
                <a:lnTo>
                  <a:pt x="2747067" y="262347"/>
                </a:lnTo>
                <a:lnTo>
                  <a:pt x="2747067" y="234544"/>
                </a:lnTo>
                <a:lnTo>
                  <a:pt x="2747067" y="206740"/>
                </a:lnTo>
                <a:lnTo>
                  <a:pt x="2747067" y="178937"/>
                </a:lnTo>
                <a:lnTo>
                  <a:pt x="2747067" y="151143"/>
                </a:lnTo>
                <a:lnTo>
                  <a:pt x="2747067" y="123339"/>
                </a:lnTo>
                <a:lnTo>
                  <a:pt x="2747067" y="95536"/>
                </a:lnTo>
                <a:lnTo>
                  <a:pt x="2747067" y="67742"/>
                </a:lnTo>
                <a:lnTo>
                  <a:pt x="2747067" y="39938"/>
                </a:lnTo>
                <a:lnTo>
                  <a:pt x="2747067" y="12135"/>
                </a:lnTo>
                <a:lnTo>
                  <a:pt x="2722216" y="0"/>
                </a:lnTo>
                <a:lnTo>
                  <a:pt x="2678116" y="0"/>
                </a:lnTo>
                <a:lnTo>
                  <a:pt x="2634005" y="0"/>
                </a:lnTo>
                <a:lnTo>
                  <a:pt x="2589895" y="0"/>
                </a:lnTo>
                <a:lnTo>
                  <a:pt x="2545794" y="0"/>
                </a:lnTo>
                <a:lnTo>
                  <a:pt x="2501684" y="0"/>
                </a:lnTo>
                <a:lnTo>
                  <a:pt x="2457574" y="0"/>
                </a:lnTo>
                <a:lnTo>
                  <a:pt x="2413473" y="0"/>
                </a:lnTo>
                <a:lnTo>
                  <a:pt x="2369363" y="0"/>
                </a:lnTo>
                <a:lnTo>
                  <a:pt x="2325253" y="0"/>
                </a:lnTo>
                <a:lnTo>
                  <a:pt x="2281152" y="0"/>
                </a:lnTo>
                <a:lnTo>
                  <a:pt x="2237042" y="0"/>
                </a:lnTo>
                <a:lnTo>
                  <a:pt x="2192931" y="0"/>
                </a:lnTo>
                <a:lnTo>
                  <a:pt x="2148830" y="0"/>
                </a:lnTo>
                <a:lnTo>
                  <a:pt x="2104720" y="0"/>
                </a:lnTo>
                <a:lnTo>
                  <a:pt x="2060610" y="0"/>
                </a:lnTo>
                <a:lnTo>
                  <a:pt x="2016509" y="0"/>
                </a:lnTo>
                <a:lnTo>
                  <a:pt x="1972399" y="0"/>
                </a:lnTo>
                <a:lnTo>
                  <a:pt x="1928289" y="0"/>
                </a:lnTo>
                <a:lnTo>
                  <a:pt x="1884178" y="0"/>
                </a:lnTo>
                <a:lnTo>
                  <a:pt x="1840078" y="0"/>
                </a:lnTo>
                <a:lnTo>
                  <a:pt x="1795967" y="0"/>
                </a:lnTo>
                <a:lnTo>
                  <a:pt x="1751857" y="0"/>
                </a:lnTo>
                <a:lnTo>
                  <a:pt x="1707756" y="0"/>
                </a:lnTo>
                <a:lnTo>
                  <a:pt x="1663646" y="0"/>
                </a:lnTo>
                <a:lnTo>
                  <a:pt x="1619536" y="0"/>
                </a:lnTo>
                <a:lnTo>
                  <a:pt x="1575435" y="0"/>
                </a:lnTo>
                <a:lnTo>
                  <a:pt x="1531325" y="0"/>
                </a:lnTo>
                <a:lnTo>
                  <a:pt x="1487214" y="0"/>
                </a:lnTo>
                <a:lnTo>
                  <a:pt x="1443114" y="0"/>
                </a:lnTo>
                <a:lnTo>
                  <a:pt x="1399003" y="0"/>
                </a:lnTo>
                <a:lnTo>
                  <a:pt x="1354893" y="0"/>
                </a:lnTo>
                <a:lnTo>
                  <a:pt x="1310792" y="0"/>
                </a:lnTo>
                <a:lnTo>
                  <a:pt x="1266682" y="0"/>
                </a:lnTo>
                <a:lnTo>
                  <a:pt x="1222572" y="0"/>
                </a:lnTo>
                <a:lnTo>
                  <a:pt x="1178471" y="0"/>
                </a:lnTo>
                <a:lnTo>
                  <a:pt x="1134361" y="0"/>
                </a:lnTo>
                <a:lnTo>
                  <a:pt x="1090251" y="0"/>
                </a:lnTo>
                <a:lnTo>
                  <a:pt x="1046150" y="0"/>
                </a:lnTo>
                <a:lnTo>
                  <a:pt x="1002040" y="0"/>
                </a:lnTo>
                <a:lnTo>
                  <a:pt x="957929" y="0"/>
                </a:lnTo>
                <a:lnTo>
                  <a:pt x="913829" y="0"/>
                </a:lnTo>
                <a:lnTo>
                  <a:pt x="869718" y="0"/>
                </a:lnTo>
                <a:lnTo>
                  <a:pt x="825608" y="0"/>
                </a:lnTo>
                <a:lnTo>
                  <a:pt x="781507" y="0"/>
                </a:lnTo>
                <a:lnTo>
                  <a:pt x="737397" y="0"/>
                </a:lnTo>
                <a:lnTo>
                  <a:pt x="693287" y="0"/>
                </a:lnTo>
                <a:lnTo>
                  <a:pt x="649186" y="0"/>
                </a:lnTo>
                <a:lnTo>
                  <a:pt x="605076" y="0"/>
                </a:lnTo>
                <a:lnTo>
                  <a:pt x="560965" y="0"/>
                </a:lnTo>
                <a:lnTo>
                  <a:pt x="516865" y="0"/>
                </a:lnTo>
                <a:lnTo>
                  <a:pt x="472754" y="0"/>
                </a:lnTo>
                <a:lnTo>
                  <a:pt x="428644" y="0"/>
                </a:lnTo>
                <a:lnTo>
                  <a:pt x="384543" y="0"/>
                </a:lnTo>
                <a:lnTo>
                  <a:pt x="340433" y="0"/>
                </a:lnTo>
                <a:lnTo>
                  <a:pt x="296323" y="0"/>
                </a:lnTo>
                <a:lnTo>
                  <a:pt x="252222" y="0"/>
                </a:lnTo>
                <a:lnTo>
                  <a:pt x="208112" y="0"/>
                </a:lnTo>
                <a:lnTo>
                  <a:pt x="164001" y="0"/>
                </a:lnTo>
                <a:lnTo>
                  <a:pt x="119891" y="0"/>
                </a:lnTo>
                <a:lnTo>
                  <a:pt x="75790" y="0"/>
                </a:lnTo>
                <a:lnTo>
                  <a:pt x="31680" y="0"/>
                </a:lnTo>
                <a:lnTo>
                  <a:pt x="0" y="7830"/>
                </a:lnTo>
                <a:lnTo>
                  <a:pt x="0" y="35633"/>
                </a:lnTo>
                <a:lnTo>
                  <a:pt x="0" y="63437"/>
                </a:lnTo>
                <a:lnTo>
                  <a:pt x="0" y="91230"/>
                </a:lnTo>
                <a:lnTo>
                  <a:pt x="0" y="119034"/>
                </a:lnTo>
                <a:lnTo>
                  <a:pt x="0" y="146837"/>
                </a:lnTo>
                <a:lnTo>
                  <a:pt x="0" y="174631"/>
                </a:lnTo>
                <a:lnTo>
                  <a:pt x="0" y="202435"/>
                </a:lnTo>
                <a:lnTo>
                  <a:pt x="0" y="230238"/>
                </a:lnTo>
                <a:lnTo>
                  <a:pt x="0" y="258032"/>
                </a:lnTo>
                <a:lnTo>
                  <a:pt x="0" y="285836"/>
                </a:lnTo>
                <a:lnTo>
                  <a:pt x="0" y="313639"/>
                </a:lnTo>
                <a:lnTo>
                  <a:pt x="0" y="341443"/>
                </a:lnTo>
                <a:lnTo>
                  <a:pt x="0" y="369237"/>
                </a:lnTo>
                <a:lnTo>
                  <a:pt x="0" y="397040"/>
                </a:lnTo>
                <a:lnTo>
                  <a:pt x="0" y="424844"/>
                </a:lnTo>
                <a:lnTo>
                  <a:pt x="0" y="452638"/>
                </a:lnTo>
                <a:lnTo>
                  <a:pt x="0" y="480441"/>
                </a:lnTo>
                <a:lnTo>
                  <a:pt x="0" y="508244"/>
                </a:lnTo>
                <a:lnTo>
                  <a:pt x="0" y="536038"/>
                </a:lnTo>
                <a:lnTo>
                  <a:pt x="0" y="563842"/>
                </a:lnTo>
                <a:lnTo>
                  <a:pt x="0" y="591645"/>
                </a:lnTo>
                <a:lnTo>
                  <a:pt x="0" y="619439"/>
                </a:lnTo>
                <a:lnTo>
                  <a:pt x="0" y="647243"/>
                </a:lnTo>
                <a:lnTo>
                  <a:pt x="0" y="675046"/>
                </a:lnTo>
                <a:lnTo>
                  <a:pt x="0" y="702850"/>
                </a:lnTo>
                <a:lnTo>
                  <a:pt x="0" y="730644"/>
                </a:lnTo>
                <a:lnTo>
                  <a:pt x="0" y="758447"/>
                </a:lnTo>
                <a:lnTo>
                  <a:pt x="0" y="786251"/>
                </a:lnTo>
                <a:lnTo>
                  <a:pt x="0" y="814045"/>
                </a:lnTo>
                <a:lnTo>
                  <a:pt x="0" y="841848"/>
                </a:lnTo>
                <a:lnTo>
                  <a:pt x="0" y="869652"/>
                </a:lnTo>
                <a:lnTo>
                  <a:pt x="0" y="897446"/>
                </a:lnTo>
                <a:lnTo>
                  <a:pt x="0" y="925249"/>
                </a:lnTo>
                <a:lnTo>
                  <a:pt x="0" y="953052"/>
                </a:lnTo>
                <a:lnTo>
                  <a:pt x="0" y="980856"/>
                </a:lnTo>
                <a:lnTo>
                  <a:pt x="0" y="1008650"/>
                </a:lnTo>
                <a:lnTo>
                  <a:pt x="0" y="1036453"/>
                </a:lnTo>
                <a:lnTo>
                  <a:pt x="0" y="1064257"/>
                </a:lnTo>
                <a:lnTo>
                  <a:pt x="0" y="1092051"/>
                </a:lnTo>
                <a:lnTo>
                  <a:pt x="0" y="1119854"/>
                </a:lnTo>
                <a:lnTo>
                  <a:pt x="0" y="1147658"/>
                </a:lnTo>
                <a:lnTo>
                  <a:pt x="0" y="1175452"/>
                </a:lnTo>
                <a:lnTo>
                  <a:pt x="0" y="1203255"/>
                </a:lnTo>
                <a:lnTo>
                  <a:pt x="0" y="1231059"/>
                </a:lnTo>
                <a:lnTo>
                  <a:pt x="0" y="1258853"/>
                </a:lnTo>
                <a:lnTo>
                  <a:pt x="0" y="1286656"/>
                </a:lnTo>
                <a:lnTo>
                  <a:pt x="0" y="1314460"/>
                </a:lnTo>
                <a:lnTo>
                  <a:pt x="0" y="1342263"/>
                </a:lnTo>
                <a:lnTo>
                  <a:pt x="0" y="1370057"/>
                </a:lnTo>
                <a:lnTo>
                  <a:pt x="0" y="1397860"/>
                </a:lnTo>
                <a:lnTo>
                  <a:pt x="0" y="1425664"/>
                </a:lnTo>
                <a:lnTo>
                  <a:pt x="0" y="1453458"/>
                </a:lnTo>
                <a:lnTo>
                  <a:pt x="0" y="1481261"/>
                </a:lnTo>
                <a:lnTo>
                  <a:pt x="0" y="1509065"/>
                </a:lnTo>
                <a:lnTo>
                  <a:pt x="0" y="1536859"/>
                </a:lnTo>
                <a:lnTo>
                  <a:pt x="0" y="1564662"/>
                </a:lnTo>
                <a:lnTo>
                  <a:pt x="0" y="1592466"/>
                </a:lnTo>
                <a:lnTo>
                  <a:pt x="0" y="1620260"/>
                </a:lnTo>
                <a:lnTo>
                  <a:pt x="0" y="1648063"/>
                </a:lnTo>
                <a:lnTo>
                  <a:pt x="0" y="1675867"/>
                </a:lnTo>
                <a:lnTo>
                  <a:pt x="0" y="1703670"/>
                </a:lnTo>
                <a:lnTo>
                  <a:pt x="0" y="173146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69984478-62A2-4E18-9ECB-EFB89EC6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4178798"/>
            <a:ext cx="2747067" cy="297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3E24C1F-1EE5-4DBC-B83D-4C4DD375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0547" y="5491248"/>
            <a:ext cx="1012107" cy="419338"/>
          </a:xfrm>
          <a:custGeom xmlns:a="http://schemas.openxmlformats.org/drawingml/2006/main">
            <a:pathLst>
              <a:path w="1012107" h="419338">
                <a:moveTo>
                  <a:pt x="1012107" y="0"/>
                </a:moveTo>
                <a:lnTo>
                  <a:pt x="1010898" y="6953"/>
                </a:lnTo>
                <a:lnTo>
                  <a:pt x="1009317" y="13878"/>
                </a:lnTo>
                <a:lnTo>
                  <a:pt x="1007469" y="20784"/>
                </a:lnTo>
                <a:lnTo>
                  <a:pt x="1005392" y="27651"/>
                </a:lnTo>
                <a:lnTo>
                  <a:pt x="1003106" y="34500"/>
                </a:lnTo>
                <a:lnTo>
                  <a:pt x="1000620" y="41319"/>
                </a:lnTo>
                <a:lnTo>
                  <a:pt x="997934" y="48111"/>
                </a:lnTo>
                <a:lnTo>
                  <a:pt x="995077" y="54874"/>
                </a:lnTo>
                <a:lnTo>
                  <a:pt x="992048" y="61608"/>
                </a:lnTo>
                <a:lnTo>
                  <a:pt x="988838" y="68304"/>
                </a:lnTo>
                <a:lnTo>
                  <a:pt x="985456" y="74971"/>
                </a:lnTo>
                <a:lnTo>
                  <a:pt x="981913" y="81601"/>
                </a:lnTo>
                <a:lnTo>
                  <a:pt x="978208" y="88192"/>
                </a:lnTo>
                <a:lnTo>
                  <a:pt x="974341" y="94755"/>
                </a:lnTo>
                <a:lnTo>
                  <a:pt x="970302" y="101270"/>
                </a:lnTo>
                <a:lnTo>
                  <a:pt x="966121" y="107756"/>
                </a:lnTo>
                <a:lnTo>
                  <a:pt x="961777" y="114195"/>
                </a:lnTo>
                <a:lnTo>
                  <a:pt x="957272" y="120587"/>
                </a:lnTo>
                <a:lnTo>
                  <a:pt x="952614" y="126940"/>
                </a:lnTo>
                <a:lnTo>
                  <a:pt x="947804" y="133245"/>
                </a:lnTo>
                <a:lnTo>
                  <a:pt x="942842" y="139503"/>
                </a:lnTo>
                <a:lnTo>
                  <a:pt x="937736" y="145713"/>
                </a:lnTo>
                <a:lnTo>
                  <a:pt x="932469" y="151876"/>
                </a:lnTo>
                <a:lnTo>
                  <a:pt x="927059" y="157991"/>
                </a:lnTo>
                <a:lnTo>
                  <a:pt x="921496" y="164040"/>
                </a:lnTo>
                <a:lnTo>
                  <a:pt x="915791" y="170040"/>
                </a:lnTo>
                <a:lnTo>
                  <a:pt x="909933" y="175993"/>
                </a:lnTo>
                <a:lnTo>
                  <a:pt x="903932" y="181880"/>
                </a:lnTo>
                <a:lnTo>
                  <a:pt x="897788" y="187709"/>
                </a:lnTo>
                <a:lnTo>
                  <a:pt x="891511" y="193472"/>
                </a:lnTo>
                <a:lnTo>
                  <a:pt x="885082" y="199177"/>
                </a:lnTo>
                <a:lnTo>
                  <a:pt x="878519" y="204826"/>
                </a:lnTo>
                <a:lnTo>
                  <a:pt x="871823" y="210407"/>
                </a:lnTo>
                <a:lnTo>
                  <a:pt x="864984" y="215913"/>
                </a:lnTo>
                <a:lnTo>
                  <a:pt x="858012" y="221361"/>
                </a:lnTo>
                <a:lnTo>
                  <a:pt x="850906" y="226743"/>
                </a:lnTo>
                <a:lnTo>
                  <a:pt x="843677" y="232048"/>
                </a:lnTo>
                <a:lnTo>
                  <a:pt x="836314" y="237287"/>
                </a:lnTo>
                <a:lnTo>
                  <a:pt x="828818" y="242449"/>
                </a:lnTo>
                <a:lnTo>
                  <a:pt x="821207" y="247545"/>
                </a:lnTo>
                <a:lnTo>
                  <a:pt x="813473" y="252555"/>
                </a:lnTo>
                <a:lnTo>
                  <a:pt x="805615" y="257499"/>
                </a:lnTo>
                <a:lnTo>
                  <a:pt x="797633" y="262366"/>
                </a:lnTo>
                <a:lnTo>
                  <a:pt x="789546" y="267157"/>
                </a:lnTo>
                <a:lnTo>
                  <a:pt x="781336" y="271872"/>
                </a:lnTo>
                <a:lnTo>
                  <a:pt x="773020" y="276511"/>
                </a:lnTo>
                <a:lnTo>
                  <a:pt x="764591" y="281064"/>
                </a:lnTo>
                <a:lnTo>
                  <a:pt x="756066" y="285540"/>
                </a:lnTo>
                <a:lnTo>
                  <a:pt x="747427" y="289941"/>
                </a:lnTo>
                <a:lnTo>
                  <a:pt x="738692" y="294256"/>
                </a:lnTo>
                <a:lnTo>
                  <a:pt x="729853" y="298494"/>
                </a:lnTo>
                <a:lnTo>
                  <a:pt x="720919" y="302647"/>
                </a:lnTo>
                <a:lnTo>
                  <a:pt x="711899" y="306715"/>
                </a:lnTo>
                <a:lnTo>
                  <a:pt x="702783" y="310715"/>
                </a:lnTo>
                <a:lnTo>
                  <a:pt x="693572" y="314620"/>
                </a:lnTo>
                <a:lnTo>
                  <a:pt x="684286" y="318449"/>
                </a:lnTo>
                <a:lnTo>
                  <a:pt x="674913" y="322202"/>
                </a:lnTo>
                <a:lnTo>
                  <a:pt x="665455" y="325869"/>
                </a:lnTo>
                <a:lnTo>
                  <a:pt x="655920" y="329451"/>
                </a:lnTo>
                <a:lnTo>
                  <a:pt x="646309" y="332956"/>
                </a:lnTo>
                <a:lnTo>
                  <a:pt x="636632" y="336385"/>
                </a:lnTo>
                <a:lnTo>
                  <a:pt x="626878" y="339728"/>
                </a:lnTo>
                <a:lnTo>
                  <a:pt x="617058" y="342986"/>
                </a:lnTo>
                <a:lnTo>
                  <a:pt x="607171" y="346177"/>
                </a:lnTo>
                <a:lnTo>
                  <a:pt x="597227" y="349282"/>
                </a:lnTo>
                <a:lnTo>
                  <a:pt x="587216" y="352301"/>
                </a:lnTo>
                <a:lnTo>
                  <a:pt x="577139" y="355254"/>
                </a:lnTo>
                <a:lnTo>
                  <a:pt x="567014" y="358121"/>
                </a:lnTo>
                <a:lnTo>
                  <a:pt x="556841" y="360912"/>
                </a:lnTo>
                <a:lnTo>
                  <a:pt x="546611" y="363626"/>
                </a:lnTo>
                <a:lnTo>
                  <a:pt x="536324" y="366265"/>
                </a:lnTo>
                <a:lnTo>
                  <a:pt x="525999" y="368837"/>
                </a:lnTo>
                <a:lnTo>
                  <a:pt x="515626" y="371323"/>
                </a:lnTo>
                <a:lnTo>
                  <a:pt x="505206" y="373742"/>
                </a:lnTo>
                <a:lnTo>
                  <a:pt x="494738" y="376085"/>
                </a:lnTo>
                <a:lnTo>
                  <a:pt x="484241" y="378352"/>
                </a:lnTo>
                <a:lnTo>
                  <a:pt x="473707" y="380552"/>
                </a:lnTo>
                <a:lnTo>
                  <a:pt x="463125" y="382686"/>
                </a:lnTo>
                <a:lnTo>
                  <a:pt x="452514" y="384743"/>
                </a:lnTo>
                <a:lnTo>
                  <a:pt x="441874" y="386734"/>
                </a:lnTo>
                <a:lnTo>
                  <a:pt x="431197" y="388649"/>
                </a:lnTo>
                <a:lnTo>
                  <a:pt x="420491" y="390506"/>
                </a:lnTo>
                <a:lnTo>
                  <a:pt x="409766" y="392297"/>
                </a:lnTo>
                <a:lnTo>
                  <a:pt x="399002" y="394011"/>
                </a:lnTo>
                <a:lnTo>
                  <a:pt x="388210" y="395669"/>
                </a:lnTo>
                <a:lnTo>
                  <a:pt x="377409" y="397269"/>
                </a:lnTo>
                <a:lnTo>
                  <a:pt x="366570" y="398793"/>
                </a:lnTo>
                <a:lnTo>
                  <a:pt x="355721" y="400260"/>
                </a:lnTo>
                <a:lnTo>
                  <a:pt x="344843" y="401669"/>
                </a:lnTo>
                <a:lnTo>
                  <a:pt x="333947" y="403012"/>
                </a:lnTo>
                <a:lnTo>
                  <a:pt x="323031" y="404298"/>
                </a:lnTo>
                <a:lnTo>
                  <a:pt x="312106" y="405527"/>
                </a:lnTo>
                <a:lnTo>
                  <a:pt x="301161" y="406698"/>
                </a:lnTo>
                <a:lnTo>
                  <a:pt x="290198" y="407803"/>
                </a:lnTo>
                <a:lnTo>
                  <a:pt x="279225" y="408861"/>
                </a:lnTo>
                <a:lnTo>
                  <a:pt x="268234" y="409861"/>
                </a:lnTo>
                <a:lnTo>
                  <a:pt x="257232" y="410804"/>
                </a:lnTo>
                <a:lnTo>
                  <a:pt x="246221" y="411699"/>
                </a:lnTo>
                <a:lnTo>
                  <a:pt x="235201" y="412537"/>
                </a:lnTo>
                <a:lnTo>
                  <a:pt x="224171" y="413318"/>
                </a:lnTo>
                <a:lnTo>
                  <a:pt x="213131" y="414052"/>
                </a:lnTo>
                <a:lnTo>
                  <a:pt x="202082" y="414728"/>
                </a:lnTo>
                <a:lnTo>
                  <a:pt x="191024" y="415366"/>
                </a:lnTo>
                <a:lnTo>
                  <a:pt x="179965" y="415947"/>
                </a:lnTo>
                <a:lnTo>
                  <a:pt x="168897" y="416481"/>
                </a:lnTo>
                <a:lnTo>
                  <a:pt x="157820" y="416966"/>
                </a:lnTo>
                <a:lnTo>
                  <a:pt x="146742" y="417405"/>
                </a:lnTo>
                <a:lnTo>
                  <a:pt x="135655" y="417795"/>
                </a:lnTo>
                <a:lnTo>
                  <a:pt x="124568" y="418138"/>
                </a:lnTo>
                <a:lnTo>
                  <a:pt x="113471" y="418443"/>
                </a:lnTo>
                <a:lnTo>
                  <a:pt x="102384" y="418700"/>
                </a:lnTo>
                <a:lnTo>
                  <a:pt x="91288" y="418909"/>
                </a:lnTo>
                <a:lnTo>
                  <a:pt x="80181" y="419081"/>
                </a:lnTo>
                <a:lnTo>
                  <a:pt x="69085" y="419205"/>
                </a:lnTo>
                <a:lnTo>
                  <a:pt x="57988" y="419291"/>
                </a:lnTo>
                <a:lnTo>
                  <a:pt x="46882" y="419329"/>
                </a:lnTo>
                <a:lnTo>
                  <a:pt x="35785" y="419338"/>
                </a:lnTo>
                <a:lnTo>
                  <a:pt x="24679" y="419300"/>
                </a:lnTo>
                <a:lnTo>
                  <a:pt x="13583" y="419224"/>
                </a:lnTo>
                <a:lnTo>
                  <a:pt x="2477" y="419100"/>
                </a:lnTo>
                <a:lnTo>
                  <a:pt x="0" y="418995"/>
                </a:lnTo>
                <a:lnTo>
                  <a:pt x="11097" y="418814"/>
                </a:lnTo>
                <a:lnTo>
                  <a:pt x="22193" y="418529"/>
                </a:lnTo>
                <a:lnTo>
                  <a:pt x="33271" y="418148"/>
                </a:lnTo>
                <a:lnTo>
                  <a:pt x="44348" y="417671"/>
                </a:lnTo>
                <a:lnTo>
                  <a:pt x="55416" y="417128"/>
                </a:lnTo>
                <a:lnTo>
                  <a:pt x="66475" y="416500"/>
                </a:lnTo>
                <a:lnTo>
                  <a:pt x="77524" y="415804"/>
                </a:lnTo>
                <a:lnTo>
                  <a:pt x="88554" y="415023"/>
                </a:lnTo>
                <a:lnTo>
                  <a:pt x="99574" y="414176"/>
                </a:lnTo>
                <a:lnTo>
                  <a:pt x="110585" y="413261"/>
                </a:lnTo>
                <a:lnTo>
                  <a:pt x="121568" y="412271"/>
                </a:lnTo>
                <a:lnTo>
                  <a:pt x="132540" y="411204"/>
                </a:lnTo>
                <a:lnTo>
                  <a:pt x="143494" y="410061"/>
                </a:lnTo>
                <a:lnTo>
                  <a:pt x="154429" y="408842"/>
                </a:lnTo>
                <a:lnTo>
                  <a:pt x="165335" y="407546"/>
                </a:lnTo>
                <a:lnTo>
                  <a:pt x="176222" y="406175"/>
                </a:lnTo>
                <a:lnTo>
                  <a:pt x="187081" y="404717"/>
                </a:lnTo>
                <a:lnTo>
                  <a:pt x="197920" y="403193"/>
                </a:lnTo>
                <a:lnTo>
                  <a:pt x="208721" y="401574"/>
                </a:lnTo>
                <a:lnTo>
                  <a:pt x="219485" y="399879"/>
                </a:lnTo>
                <a:lnTo>
                  <a:pt x="230219" y="398097"/>
                </a:lnTo>
                <a:lnTo>
                  <a:pt x="240916" y="396221"/>
                </a:lnTo>
                <a:lnTo>
                  <a:pt x="251574" y="394259"/>
                </a:lnTo>
                <a:lnTo>
                  <a:pt x="262195" y="392211"/>
                </a:lnTo>
                <a:lnTo>
                  <a:pt x="272758" y="390058"/>
                </a:lnTo>
                <a:lnTo>
                  <a:pt x="283274" y="387820"/>
                </a:lnTo>
                <a:lnTo>
                  <a:pt x="293732" y="385477"/>
                </a:lnTo>
                <a:lnTo>
                  <a:pt x="304133" y="383029"/>
                </a:lnTo>
                <a:lnTo>
                  <a:pt x="314468" y="380476"/>
                </a:lnTo>
                <a:lnTo>
                  <a:pt x="324745" y="377819"/>
                </a:lnTo>
                <a:lnTo>
                  <a:pt x="334937" y="375056"/>
                </a:lnTo>
                <a:lnTo>
                  <a:pt x="345053" y="372170"/>
                </a:lnTo>
                <a:lnTo>
                  <a:pt x="355082" y="369170"/>
                </a:lnTo>
                <a:lnTo>
                  <a:pt x="365017" y="366055"/>
                </a:lnTo>
                <a:lnTo>
                  <a:pt x="374856" y="362817"/>
                </a:lnTo>
                <a:lnTo>
                  <a:pt x="384591" y="359454"/>
                </a:lnTo>
                <a:lnTo>
                  <a:pt x="394211" y="355959"/>
                </a:lnTo>
                <a:lnTo>
                  <a:pt x="403708" y="352330"/>
                </a:lnTo>
                <a:lnTo>
                  <a:pt x="413071" y="348567"/>
                </a:lnTo>
                <a:lnTo>
                  <a:pt x="422281" y="344672"/>
                </a:lnTo>
                <a:lnTo>
                  <a:pt x="431349" y="340633"/>
                </a:lnTo>
                <a:lnTo>
                  <a:pt x="440255" y="336452"/>
                </a:lnTo>
                <a:lnTo>
                  <a:pt x="448980" y="332118"/>
                </a:lnTo>
                <a:lnTo>
                  <a:pt x="457514" y="327650"/>
                </a:lnTo>
                <a:lnTo>
                  <a:pt x="465858" y="323031"/>
                </a:lnTo>
                <a:lnTo>
                  <a:pt x="473983" y="318259"/>
                </a:lnTo>
                <a:lnTo>
                  <a:pt x="481879" y="313344"/>
                </a:lnTo>
                <a:lnTo>
                  <a:pt x="489537" y="308286"/>
                </a:lnTo>
                <a:lnTo>
                  <a:pt x="496948" y="303076"/>
                </a:lnTo>
                <a:lnTo>
                  <a:pt x="504092" y="297713"/>
                </a:lnTo>
                <a:lnTo>
                  <a:pt x="510959" y="292217"/>
                </a:lnTo>
                <a:lnTo>
                  <a:pt x="517531" y="286579"/>
                </a:lnTo>
                <a:lnTo>
                  <a:pt x="523808" y="280807"/>
                </a:lnTo>
                <a:lnTo>
                  <a:pt x="529771" y="274911"/>
                </a:lnTo>
                <a:lnTo>
                  <a:pt x="535410" y="268881"/>
                </a:lnTo>
                <a:lnTo>
                  <a:pt x="540715" y="262738"/>
                </a:lnTo>
                <a:lnTo>
                  <a:pt x="545687" y="256480"/>
                </a:lnTo>
                <a:lnTo>
                  <a:pt x="550316" y="250117"/>
                </a:lnTo>
                <a:lnTo>
                  <a:pt x="554593" y="243659"/>
                </a:lnTo>
                <a:lnTo>
                  <a:pt x="558527" y="237115"/>
                </a:lnTo>
                <a:lnTo>
                  <a:pt x="562108" y="230495"/>
                </a:lnTo>
                <a:lnTo>
                  <a:pt x="565337" y="223799"/>
                </a:lnTo>
                <a:lnTo>
                  <a:pt x="568223" y="217046"/>
                </a:lnTo>
                <a:lnTo>
                  <a:pt x="570767" y="210236"/>
                </a:lnTo>
                <a:lnTo>
                  <a:pt x="572967" y="203378"/>
                </a:lnTo>
                <a:lnTo>
                  <a:pt x="574843" y="196482"/>
                </a:lnTo>
                <a:lnTo>
                  <a:pt x="576386" y="189548"/>
                </a:lnTo>
                <a:lnTo>
                  <a:pt x="577615" y="182594"/>
                </a:lnTo>
                <a:lnTo>
                  <a:pt x="578539" y="175622"/>
                </a:lnTo>
                <a:lnTo>
                  <a:pt x="579158" y="168640"/>
                </a:lnTo>
                <a:lnTo>
                  <a:pt x="579491" y="161639"/>
                </a:lnTo>
                <a:lnTo>
                  <a:pt x="579549" y="154648"/>
                </a:lnTo>
                <a:lnTo>
                  <a:pt x="579320" y="147647"/>
                </a:lnTo>
                <a:lnTo>
                  <a:pt x="578844" y="140656"/>
                </a:lnTo>
                <a:lnTo>
                  <a:pt x="578110" y="133674"/>
                </a:lnTo>
                <a:lnTo>
                  <a:pt x="588378" y="131969"/>
                </a:lnTo>
                <a:lnTo>
                  <a:pt x="599199" y="130397"/>
                </a:lnTo>
                <a:lnTo>
                  <a:pt x="609981" y="128730"/>
                </a:lnTo>
                <a:lnTo>
                  <a:pt x="620735" y="126978"/>
                </a:lnTo>
                <a:lnTo>
                  <a:pt x="631450" y="125149"/>
                </a:lnTo>
                <a:lnTo>
                  <a:pt x="642128" y="123244"/>
                </a:lnTo>
                <a:lnTo>
                  <a:pt x="652777" y="121263"/>
                </a:lnTo>
                <a:lnTo>
                  <a:pt x="663397" y="119215"/>
                </a:lnTo>
                <a:lnTo>
                  <a:pt x="673979" y="117100"/>
                </a:lnTo>
                <a:lnTo>
                  <a:pt x="684524" y="114919"/>
                </a:lnTo>
                <a:lnTo>
                  <a:pt x="695039" y="112681"/>
                </a:lnTo>
                <a:lnTo>
                  <a:pt x="705517" y="110366"/>
                </a:lnTo>
                <a:lnTo>
                  <a:pt x="715956" y="107985"/>
                </a:lnTo>
                <a:lnTo>
                  <a:pt x="726367" y="105547"/>
                </a:lnTo>
                <a:lnTo>
                  <a:pt x="736730" y="103041"/>
                </a:lnTo>
                <a:lnTo>
                  <a:pt x="747055" y="100470"/>
                </a:lnTo>
                <a:lnTo>
                  <a:pt x="757342" y="97831"/>
                </a:lnTo>
                <a:lnTo>
                  <a:pt x="767582" y="95136"/>
                </a:lnTo>
                <a:lnTo>
                  <a:pt x="777773" y="92373"/>
                </a:lnTo>
                <a:lnTo>
                  <a:pt x="787927" y="89535"/>
                </a:lnTo>
                <a:lnTo>
                  <a:pt x="798033" y="86639"/>
                </a:lnTo>
                <a:lnTo>
                  <a:pt x="808091" y="83668"/>
                </a:lnTo>
                <a:lnTo>
                  <a:pt x="818093" y="80639"/>
                </a:lnTo>
                <a:lnTo>
                  <a:pt x="828046" y="77534"/>
                </a:lnTo>
                <a:lnTo>
                  <a:pt x="837943" y="74362"/>
                </a:lnTo>
                <a:lnTo>
                  <a:pt x="847782" y="71123"/>
                </a:lnTo>
                <a:lnTo>
                  <a:pt x="857564" y="67818"/>
                </a:lnTo>
                <a:lnTo>
                  <a:pt x="867280" y="64437"/>
                </a:lnTo>
                <a:lnTo>
                  <a:pt x="876938" y="60979"/>
                </a:lnTo>
                <a:lnTo>
                  <a:pt x="886520" y="57455"/>
                </a:lnTo>
                <a:lnTo>
                  <a:pt x="896045" y="53854"/>
                </a:lnTo>
                <a:lnTo>
                  <a:pt x="905494" y="50178"/>
                </a:lnTo>
                <a:lnTo>
                  <a:pt x="914867" y="46425"/>
                </a:lnTo>
                <a:lnTo>
                  <a:pt x="924163" y="42605"/>
                </a:lnTo>
                <a:lnTo>
                  <a:pt x="933374" y="38700"/>
                </a:lnTo>
                <a:lnTo>
                  <a:pt x="942508" y="34719"/>
                </a:lnTo>
                <a:lnTo>
                  <a:pt x="951548" y="30661"/>
                </a:lnTo>
                <a:lnTo>
                  <a:pt x="960501" y="26527"/>
                </a:lnTo>
                <a:lnTo>
                  <a:pt x="969359" y="22308"/>
                </a:lnTo>
                <a:lnTo>
                  <a:pt x="978122" y="18012"/>
                </a:lnTo>
                <a:lnTo>
                  <a:pt x="986780" y="13630"/>
                </a:lnTo>
                <a:lnTo>
                  <a:pt x="995334" y="9173"/>
                </a:lnTo>
                <a:lnTo>
                  <a:pt x="1003773" y="4629"/>
                </a:lnTo>
                <a:lnTo>
                  <a:pt x="1012107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5295A205-3260-467A-A399-85CCF8F9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8151" y="2280942"/>
            <a:ext cx="1998469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351946EE-936F-4907-A6C5-B96EAC7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2105" y="2688727"/>
            <a:ext cx="2151459" cy="67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接手者能找到继续工作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所需的资料。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A6D92CB-4068-4132-BE95-465949B4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677" y="2280942"/>
            <a:ext cx="1998469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F5CF926A-AF12-401C-84ED-F428F8AB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632" y="2688727"/>
            <a:ext cx="2151459" cy="67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接手者能辨认应使用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哪一份文件。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7BD412A2-C422-430D-A362-875C330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8151" y="4178798"/>
            <a:ext cx="1998469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D523084-FA07-4D0F-B136-0D297FD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2105" y="4586583"/>
            <a:ext cx="2151459" cy="67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接手者能确认工作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由谁继续负责。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B8844686-93EE-4649-A743-0DA4EBD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677" y="4178798"/>
            <a:ext cx="1998469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83D9940A-23E4-49CD-B8B9-87FBF4C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632" y="4586583"/>
            <a:ext cx="2151459" cy="67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接手者能理解例外情况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及其处理理由。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69C4225C-9B0F-44F8-AB3E-D1017E56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2280942"/>
            <a:ext cx="419100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583e5015b4b7a">
            <a:extLst>
              <a:ext uri="{96DAC541-7B7A-43D3-8B79-37D633B846F1}">
                <asvg:svgBlip xmlns:asvg="http://schemas.microsoft.com/office/drawing/2016/SVG/main" r:embed="Rdd24b035bd6a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53826" y="232708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44681E3C-C2D8-4A3E-B547-0739E9E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2280942"/>
            <a:ext cx="419100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b030cadce4790">
            <a:extLst>
              <a:ext uri="{96DAC541-7B7A-43D3-8B79-37D633B846F1}">
                <asvg:svgBlip xmlns:asvg="http://schemas.microsoft.com/office/drawing/2016/SVG/main" r:embed="R709a59a209c343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352" y="232708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782F61E-F126-44FB-8D43-8B875B89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051" y="4178798"/>
            <a:ext cx="419100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aa05aec354e03">
            <a:extLst>
              <a:ext uri="{96DAC541-7B7A-43D3-8B79-37D633B846F1}">
                <asvg:svgBlip xmlns:asvg="http://schemas.microsoft.com/office/drawing/2016/SVG/main" r:embed="Rc33690b6aed343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53826" y="422493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6A2A6062-4BF9-43DC-9148-B3CA3F5F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577" y="4178798"/>
            <a:ext cx="419100" cy="2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68e59faf14351">
            <a:extLst>
              <a:ext uri="{96DAC541-7B7A-43D3-8B79-37D633B846F1}">
                <asvg:svgBlip xmlns:asvg="http://schemas.microsoft.com/office/drawing/2016/SVG/main" r:embed="R812782779d3542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352" y="4224938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49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2026-09-08T05:44:17.6330000Z</dcterms:created>
  <dcterms:modified xsi:type="dcterms:W3CDTF">2026-09-08T05:44:17.6330000Z</dcterms:modified>
</coreProperties>
</file>