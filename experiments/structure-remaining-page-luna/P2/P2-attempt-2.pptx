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c90d9321f54e83" /><Relationship Type="http://schemas.openxmlformats.org/officeDocument/2006/relationships/extended-properties" Target="/docProps/app.xml" Id="Ra8ab683fa48a4c33" /><Relationship Type="http://schemas.openxmlformats.org/officeDocument/2006/relationships/officeDocument" Target="/ppt/presentation.xml" Id="R4ba0e45cc3244f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08f9fa28064f41"/>
  </p:sldMasterIdLst>
  <p:notesMasterIdLst>
    <p:notesMasterId xmlns:r="http://schemas.openxmlformats.org/officeDocument/2006/relationships" r:id="R9787c7211e8e4cee"/>
  </p:notesMasterIdLst>
  <p:sldIdLst>
    <p:sldId xmlns:r="http://schemas.openxmlformats.org/officeDocument/2006/relationships" id="256" r:id="Ra870dd5c4b614b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a8a58924c24c0c" /><Relationship Type="http://schemas.openxmlformats.org/officeDocument/2006/relationships/slideMaster" Target="/ppt/slideMasters/slideMaster1.xml" Id="R5308f9fa28064f41" /><Relationship Type="http://schemas.openxmlformats.org/officeDocument/2006/relationships/notesMaster" Target="/ppt/notesMasters/notesMaster1.xml" Id="R9787c7211e8e4cee" /><Relationship Type="http://schemas.openxmlformats.org/officeDocument/2006/relationships/presProps" Target="/ppt/presProps.xml" Id="Re193fb3410e6475f" /><Relationship Type="http://schemas.openxmlformats.org/officeDocument/2006/relationships/tableStyles" Target="/ppt/tableStyles.xml" Id="Rfb5bd43feac84d4a" /><Relationship Type="http://schemas.openxmlformats.org/officeDocument/2006/relationships/slide" Target="/ppt/slides/slide1.xml" Id="Ra870dd5c4b614b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51a5e006d749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003a36abba45da" /><Relationship Type="http://schemas.openxmlformats.org/officeDocument/2006/relationships/notesMaster" Target="/ppt/notesMasters/notesMaster1.xml" Id="Rc356cc8dbb244c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6753d3a47341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ff0d36f5524b44" /><Relationship Type="http://schemas.openxmlformats.org/officeDocument/2006/relationships/slideLayout" Target="/ppt/slideLayouts/slideLayout1.xml" Id="R6adb4b3661c146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db4b3661c146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9c901072f44a7" /><Relationship Type="http://schemas.openxmlformats.org/officeDocument/2006/relationships/image" Target="/ppt/media/image.png" Id="Rc33e2b53c7024d1e" /><Relationship Type="http://schemas.openxmlformats.org/officeDocument/2006/relationships/image" Target="/ppt/media/image.svg" Id="Rc65692e8ebde4559" /><Relationship Type="http://schemas.openxmlformats.org/officeDocument/2006/relationships/image" Target="/ppt/media/image2.png" Id="R737bb0d712d349bd" /><Relationship Type="http://schemas.openxmlformats.org/officeDocument/2006/relationships/image" Target="/ppt/media/image2.svg" Id="Raee078de3b4b400e" /><Relationship Type="http://schemas.openxmlformats.org/officeDocument/2006/relationships/image" Target="/ppt/media/image3.png" Id="R6e8a99b865934a16" /><Relationship Type="http://schemas.openxmlformats.org/officeDocument/2006/relationships/image" Target="/ppt/media/image3.svg" Id="R33d57e55959b43d4" /><Relationship Type="http://schemas.openxmlformats.org/officeDocument/2006/relationships/notesSlide" Target="/ppt/notesSlides/notesSlide1.xml" Id="Rd3cb9d1d03764a8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page-paper">
            <a:extLst xmlns:a="http://schemas.openxmlformats.org/drawingml/2006/main">
              <a:ext uri="{FF2B5EF4-FFF2-40B4-BE49-F238E27FC236}">
                <a16:creationId xmlns:a16="http://schemas.microsoft.com/office/drawing/2014/main" id="{D309A007-A2E2-40C4-81DA-980CFD95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141C877C-2FC3-44BF-8F9A-9C7CF645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A01F9287-2E41-4461-AB5E-AA227DB3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3609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反馈筛选：从线索收敛到纳入发布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CF7FEF0D-0B07-49F9-BDB0-2A7596CD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647700"/>
            <a:ext cx="681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body">
            <a:extLst xmlns:a="http://schemas.openxmlformats.org/drawingml/2006/main">
              <a:ext uri="{FF2B5EF4-FFF2-40B4-BE49-F238E27FC236}">
                <a16:creationId xmlns:a16="http://schemas.microsoft.com/office/drawing/2014/main" id="{EC1C2BBD-1F97-4957-94B0-8DB1D070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5476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来自多个入口的反馈按准入依据逐步收敛成发布范围。</a:t>
            </a:r>
          </a:p>
        </p:txBody>
      </p:sp>
      <p:sp>
        <p:nvSpPr>
          <p:cNvPr id="6" name="plain-1-module">
            <a:extLst xmlns:a="http://schemas.openxmlformats.org/drawingml/2006/main">
              <a:ext uri="{FF2B5EF4-FFF2-40B4-BE49-F238E27FC236}">
                <a16:creationId xmlns:a16="http://schemas.microsoft.com/office/drawing/2014/main" id="{1B3DF8EE-9304-4A26-91F7-8A243CBE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入口来源</a:t>
            </a:r>
          </a:p>
        </p:txBody>
      </p:sp>
      <p:sp>
        <p:nvSpPr>
          <p:cNvPr id="7" name="plain-2-body">
            <a:extLst xmlns:a="http://schemas.openxmlformats.org/drawingml/2006/main">
              <a:ext uri="{FF2B5EF4-FFF2-40B4-BE49-F238E27FC236}">
                <a16:creationId xmlns:a16="http://schemas.microsoft.com/office/drawing/2014/main" id="{705C9411-73B4-423F-A454-0C6A4C12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547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访谈 · 工单 · 使用记录</a:t>
            </a:r>
          </a:p>
        </p:txBody>
      </p:sp>
      <p:sp>
        <p:nvSpPr>
          <p:cNvPr id="8" name="plain-3-module">
            <a:extLst xmlns:a="http://schemas.openxmlformats.org/drawingml/2006/main">
              <a:ext uri="{FF2B5EF4-FFF2-40B4-BE49-F238E27FC236}">
                <a16:creationId xmlns:a16="http://schemas.microsoft.com/office/drawing/2014/main" id="{21C7203A-8AC3-4950-8A60-D18693FE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384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准入依据</a:t>
            </a:r>
          </a:p>
        </p:txBody>
      </p:sp>
      <p:sp>
        <p:nvSpPr>
          <p:cNvPr id="9" name="plain-4-body">
            <a:extLst xmlns:a="http://schemas.openxmlformats.org/drawingml/2006/main">
              <a:ext uri="{FF2B5EF4-FFF2-40B4-BE49-F238E27FC236}">
                <a16:creationId xmlns:a16="http://schemas.microsoft.com/office/drawing/2014/main" id="{758BE4E7-AC86-461E-97A6-24AAE2C7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547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保留原始反馈</a:t>
            </a:r>
          </a:p>
        </p:txBody>
      </p:sp>
      <p:sp>
        <p:nvSpPr>
          <p:cNvPr id="10" name="plain-5-body">
            <a:extLst xmlns:a="http://schemas.openxmlformats.org/drawingml/2006/main">
              <a:ext uri="{FF2B5EF4-FFF2-40B4-BE49-F238E27FC236}">
                <a16:creationId xmlns:a16="http://schemas.microsoft.com/office/drawing/2014/main" id="{1215DD9C-B213-434F-AE36-3E3E7EAC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547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问题可重复观察</a:t>
            </a:r>
          </a:p>
        </p:txBody>
      </p:sp>
      <p:sp>
        <p:nvSpPr>
          <p:cNvPr id="11" name="plain-6-body">
            <a:extLst xmlns:a="http://schemas.openxmlformats.org/drawingml/2006/main">
              <a:ext uri="{FF2B5EF4-FFF2-40B4-BE49-F238E27FC236}">
                <a16:creationId xmlns:a16="http://schemas.microsoft.com/office/drawing/2014/main" id="{69D79641-8938-4197-B9AF-F4459070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547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小样验证有效</a:t>
            </a:r>
          </a:p>
        </p:txBody>
      </p:sp>
      <p:sp>
        <p:nvSpPr>
          <p:cNvPr id="12" name="plain-7-body">
            <a:extLst xmlns:a="http://schemas.openxmlformats.org/drawingml/2006/main">
              <a:ext uri="{FF2B5EF4-FFF2-40B4-BE49-F238E27FC236}">
                <a16:creationId xmlns:a16="http://schemas.microsoft.com/office/drawing/2014/main" id="{4AD6B8C5-209A-472F-94E6-399942D5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67300"/>
            <a:ext cx="547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责任人与交付范围明确</a:t>
            </a:r>
          </a:p>
        </p:txBody>
      </p:sp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9BA70EB-0C15-4803-A6E2-0F0C662C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4" name="simple-funnel-orbit">
            <a:extLst xmlns:a="http://schemas.openxmlformats.org/drawingml/2006/main">
              <a:ext uri="{FF2B5EF4-FFF2-40B4-BE49-F238E27FC236}">
                <a16:creationId xmlns:a16="http://schemas.microsoft.com/office/drawing/2014/main" id="{E5C59FCE-E892-43AE-9A02-30DEBCA9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6528083" y="2146354"/>
            <a:ext cx="4422210" cy="3142097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5" name="simple-step-body-0">
            <a:extLst xmlns:a="http://schemas.openxmlformats.org/drawingml/2006/main">
              <a:ext uri="{FF2B5EF4-FFF2-40B4-BE49-F238E27FC236}">
                <a16:creationId xmlns:a16="http://schemas.microsoft.com/office/drawing/2014/main" id="{56D44B04-FBA8-4841-9B36-7F4FEF63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3913" y="2635120"/>
            <a:ext cx="2863091" cy="546973"/>
          </a:xfrm>
          <a:custGeom xmlns:a="http://schemas.openxmlformats.org/drawingml/2006/main">
            <a:pathLst>
              <a:path w="2863091" h="546973">
                <a:moveTo>
                  <a:pt x="0" y="0"/>
                </a:moveTo>
                <a:lnTo>
                  <a:pt x="15335" y="21107"/>
                </a:lnTo>
                <a:lnTo>
                  <a:pt x="30680" y="42215"/>
                </a:lnTo>
                <a:lnTo>
                  <a:pt x="46015" y="63322"/>
                </a:lnTo>
                <a:lnTo>
                  <a:pt x="61351" y="84439"/>
                </a:lnTo>
                <a:lnTo>
                  <a:pt x="76695" y="105547"/>
                </a:lnTo>
                <a:lnTo>
                  <a:pt x="92031" y="126654"/>
                </a:lnTo>
                <a:lnTo>
                  <a:pt x="107366" y="147761"/>
                </a:lnTo>
                <a:lnTo>
                  <a:pt x="122711" y="168869"/>
                </a:lnTo>
                <a:lnTo>
                  <a:pt x="138046" y="189976"/>
                </a:lnTo>
                <a:lnTo>
                  <a:pt x="153381" y="211093"/>
                </a:lnTo>
                <a:lnTo>
                  <a:pt x="168726" y="232200"/>
                </a:lnTo>
                <a:lnTo>
                  <a:pt x="184061" y="253308"/>
                </a:lnTo>
                <a:lnTo>
                  <a:pt x="199396" y="274415"/>
                </a:lnTo>
                <a:lnTo>
                  <a:pt x="214741" y="295523"/>
                </a:lnTo>
                <a:lnTo>
                  <a:pt x="230076" y="316630"/>
                </a:lnTo>
                <a:lnTo>
                  <a:pt x="245412" y="337737"/>
                </a:lnTo>
                <a:lnTo>
                  <a:pt x="260756" y="358854"/>
                </a:lnTo>
                <a:lnTo>
                  <a:pt x="276092" y="379962"/>
                </a:lnTo>
                <a:lnTo>
                  <a:pt x="291427" y="401069"/>
                </a:lnTo>
                <a:lnTo>
                  <a:pt x="306762" y="422177"/>
                </a:lnTo>
                <a:lnTo>
                  <a:pt x="322107" y="443284"/>
                </a:lnTo>
                <a:lnTo>
                  <a:pt x="337442" y="464391"/>
                </a:lnTo>
                <a:lnTo>
                  <a:pt x="351834" y="485927"/>
                </a:lnTo>
                <a:lnTo>
                  <a:pt x="374580" y="497796"/>
                </a:lnTo>
                <a:lnTo>
                  <a:pt x="399955" y="503863"/>
                </a:lnTo>
                <a:lnTo>
                  <a:pt x="425653" y="508340"/>
                </a:lnTo>
                <a:lnTo>
                  <a:pt x="451495" y="511969"/>
                </a:lnTo>
                <a:lnTo>
                  <a:pt x="477403" y="515055"/>
                </a:lnTo>
                <a:lnTo>
                  <a:pt x="503358" y="517760"/>
                </a:lnTo>
                <a:lnTo>
                  <a:pt x="529342" y="520170"/>
                </a:lnTo>
                <a:lnTo>
                  <a:pt x="555346" y="522332"/>
                </a:lnTo>
                <a:lnTo>
                  <a:pt x="581358" y="524304"/>
                </a:lnTo>
                <a:lnTo>
                  <a:pt x="607390" y="526113"/>
                </a:lnTo>
                <a:lnTo>
                  <a:pt x="633432" y="527790"/>
                </a:lnTo>
                <a:lnTo>
                  <a:pt x="659473" y="529323"/>
                </a:lnTo>
                <a:lnTo>
                  <a:pt x="685533" y="530762"/>
                </a:lnTo>
                <a:lnTo>
                  <a:pt x="711594" y="532095"/>
                </a:lnTo>
                <a:lnTo>
                  <a:pt x="737654" y="533333"/>
                </a:lnTo>
                <a:lnTo>
                  <a:pt x="763724" y="534505"/>
                </a:lnTo>
                <a:lnTo>
                  <a:pt x="789794" y="535591"/>
                </a:lnTo>
                <a:lnTo>
                  <a:pt x="815864" y="536610"/>
                </a:lnTo>
                <a:lnTo>
                  <a:pt x="841943" y="537562"/>
                </a:lnTo>
                <a:lnTo>
                  <a:pt x="868013" y="538458"/>
                </a:lnTo>
                <a:lnTo>
                  <a:pt x="894093" y="539286"/>
                </a:lnTo>
                <a:lnTo>
                  <a:pt x="920182" y="540077"/>
                </a:lnTo>
                <a:lnTo>
                  <a:pt x="946261" y="540801"/>
                </a:lnTo>
                <a:lnTo>
                  <a:pt x="972341" y="541487"/>
                </a:lnTo>
                <a:lnTo>
                  <a:pt x="998430" y="542115"/>
                </a:lnTo>
                <a:lnTo>
                  <a:pt x="1024519" y="542706"/>
                </a:lnTo>
                <a:lnTo>
                  <a:pt x="1050608" y="543249"/>
                </a:lnTo>
                <a:lnTo>
                  <a:pt x="1076696" y="543754"/>
                </a:lnTo>
                <a:lnTo>
                  <a:pt x="1102785" y="544220"/>
                </a:lnTo>
                <a:lnTo>
                  <a:pt x="1128874" y="544649"/>
                </a:lnTo>
                <a:lnTo>
                  <a:pt x="1154963" y="545040"/>
                </a:lnTo>
                <a:lnTo>
                  <a:pt x="1181052" y="545392"/>
                </a:lnTo>
                <a:lnTo>
                  <a:pt x="1207141" y="545697"/>
                </a:lnTo>
                <a:lnTo>
                  <a:pt x="1233230" y="545983"/>
                </a:lnTo>
                <a:lnTo>
                  <a:pt x="1259329" y="546221"/>
                </a:lnTo>
                <a:lnTo>
                  <a:pt x="1285418" y="546430"/>
                </a:lnTo>
                <a:lnTo>
                  <a:pt x="1311507" y="546602"/>
                </a:lnTo>
                <a:lnTo>
                  <a:pt x="1337605" y="546745"/>
                </a:lnTo>
                <a:lnTo>
                  <a:pt x="1363694" y="546840"/>
                </a:lnTo>
                <a:lnTo>
                  <a:pt x="1389793" y="546926"/>
                </a:lnTo>
                <a:lnTo>
                  <a:pt x="1415882" y="546964"/>
                </a:lnTo>
                <a:lnTo>
                  <a:pt x="1441971" y="546973"/>
                </a:lnTo>
                <a:lnTo>
                  <a:pt x="1468069" y="546945"/>
                </a:lnTo>
                <a:lnTo>
                  <a:pt x="1494158" y="546887"/>
                </a:lnTo>
                <a:lnTo>
                  <a:pt x="1520257" y="546792"/>
                </a:lnTo>
                <a:lnTo>
                  <a:pt x="1546346" y="546678"/>
                </a:lnTo>
                <a:lnTo>
                  <a:pt x="1572444" y="546516"/>
                </a:lnTo>
                <a:lnTo>
                  <a:pt x="1598533" y="546325"/>
                </a:lnTo>
                <a:lnTo>
                  <a:pt x="1624622" y="546097"/>
                </a:lnTo>
                <a:lnTo>
                  <a:pt x="1650721" y="545840"/>
                </a:lnTo>
                <a:lnTo>
                  <a:pt x="1676810" y="545544"/>
                </a:lnTo>
                <a:lnTo>
                  <a:pt x="1702899" y="545211"/>
                </a:lnTo>
                <a:lnTo>
                  <a:pt x="1728988" y="544840"/>
                </a:lnTo>
                <a:lnTo>
                  <a:pt x="1755077" y="544439"/>
                </a:lnTo>
                <a:lnTo>
                  <a:pt x="1781165" y="543992"/>
                </a:lnTo>
                <a:lnTo>
                  <a:pt x="1807254" y="543506"/>
                </a:lnTo>
                <a:lnTo>
                  <a:pt x="1833343" y="542982"/>
                </a:lnTo>
                <a:lnTo>
                  <a:pt x="1859432" y="542411"/>
                </a:lnTo>
                <a:lnTo>
                  <a:pt x="1885521" y="541801"/>
                </a:lnTo>
                <a:lnTo>
                  <a:pt x="1911601" y="541134"/>
                </a:lnTo>
                <a:lnTo>
                  <a:pt x="1937690" y="540429"/>
                </a:lnTo>
                <a:lnTo>
                  <a:pt x="1963769" y="539677"/>
                </a:lnTo>
                <a:lnTo>
                  <a:pt x="1989849" y="538867"/>
                </a:lnTo>
                <a:lnTo>
                  <a:pt x="2015928" y="538010"/>
                </a:lnTo>
                <a:lnTo>
                  <a:pt x="2042008" y="537077"/>
                </a:lnTo>
                <a:lnTo>
                  <a:pt x="2068078" y="536096"/>
                </a:lnTo>
                <a:lnTo>
                  <a:pt x="2094147" y="535038"/>
                </a:lnTo>
                <a:lnTo>
                  <a:pt x="2120217" y="533914"/>
                </a:lnTo>
                <a:lnTo>
                  <a:pt x="2146287" y="532714"/>
                </a:lnTo>
                <a:lnTo>
                  <a:pt x="2172348" y="531419"/>
                </a:lnTo>
                <a:lnTo>
                  <a:pt x="2198399" y="530038"/>
                </a:lnTo>
                <a:lnTo>
                  <a:pt x="2224449" y="528542"/>
                </a:lnTo>
                <a:lnTo>
                  <a:pt x="2250491" y="526942"/>
                </a:lnTo>
                <a:lnTo>
                  <a:pt x="2276532" y="525199"/>
                </a:lnTo>
                <a:lnTo>
                  <a:pt x="2302554" y="523313"/>
                </a:lnTo>
                <a:lnTo>
                  <a:pt x="2328567" y="521246"/>
                </a:lnTo>
                <a:lnTo>
                  <a:pt x="2354561" y="518960"/>
                </a:lnTo>
                <a:lnTo>
                  <a:pt x="2380526" y="516417"/>
                </a:lnTo>
                <a:lnTo>
                  <a:pt x="2406463" y="513531"/>
                </a:lnTo>
                <a:lnTo>
                  <a:pt x="2432333" y="510188"/>
                </a:lnTo>
                <a:lnTo>
                  <a:pt x="2458117" y="506178"/>
                </a:lnTo>
                <a:lnTo>
                  <a:pt x="2483701" y="501044"/>
                </a:lnTo>
                <a:lnTo>
                  <a:pt x="2508561" y="493252"/>
                </a:lnTo>
                <a:lnTo>
                  <a:pt x="2525649" y="474669"/>
                </a:lnTo>
                <a:lnTo>
                  <a:pt x="2540984" y="453561"/>
                </a:lnTo>
                <a:lnTo>
                  <a:pt x="2556329" y="432454"/>
                </a:lnTo>
                <a:lnTo>
                  <a:pt x="2571664" y="411347"/>
                </a:lnTo>
                <a:lnTo>
                  <a:pt x="2587000" y="390230"/>
                </a:lnTo>
                <a:lnTo>
                  <a:pt x="2602344" y="369122"/>
                </a:lnTo>
                <a:lnTo>
                  <a:pt x="2617680" y="348015"/>
                </a:lnTo>
                <a:lnTo>
                  <a:pt x="2633015" y="326908"/>
                </a:lnTo>
                <a:lnTo>
                  <a:pt x="2648360" y="305800"/>
                </a:lnTo>
                <a:lnTo>
                  <a:pt x="2663695" y="284693"/>
                </a:lnTo>
                <a:lnTo>
                  <a:pt x="2679030" y="263585"/>
                </a:lnTo>
                <a:lnTo>
                  <a:pt x="2694375" y="242468"/>
                </a:lnTo>
                <a:lnTo>
                  <a:pt x="2709710" y="221361"/>
                </a:lnTo>
                <a:lnTo>
                  <a:pt x="2725045" y="200254"/>
                </a:lnTo>
                <a:lnTo>
                  <a:pt x="2740390" y="179146"/>
                </a:lnTo>
                <a:lnTo>
                  <a:pt x="2755725" y="158039"/>
                </a:lnTo>
                <a:lnTo>
                  <a:pt x="2771061" y="136931"/>
                </a:lnTo>
                <a:lnTo>
                  <a:pt x="2786405" y="115814"/>
                </a:lnTo>
                <a:lnTo>
                  <a:pt x="2801741" y="94707"/>
                </a:lnTo>
                <a:lnTo>
                  <a:pt x="2817076" y="73600"/>
                </a:lnTo>
                <a:lnTo>
                  <a:pt x="2832411" y="52492"/>
                </a:lnTo>
                <a:lnTo>
                  <a:pt x="2847756" y="31385"/>
                </a:lnTo>
                <a:lnTo>
                  <a:pt x="2863091" y="10277"/>
                </a:lnTo>
                <a:lnTo>
                  <a:pt x="2860910" y="8363"/>
                </a:lnTo>
                <a:lnTo>
                  <a:pt x="2835850" y="15526"/>
                </a:lnTo>
                <a:lnTo>
                  <a:pt x="2810180" y="20155"/>
                </a:lnTo>
                <a:lnTo>
                  <a:pt x="2784338" y="23774"/>
                </a:lnTo>
                <a:lnTo>
                  <a:pt x="2758421" y="26794"/>
                </a:lnTo>
                <a:lnTo>
                  <a:pt x="2732465" y="29423"/>
                </a:lnTo>
                <a:lnTo>
                  <a:pt x="2706472" y="31756"/>
                </a:lnTo>
                <a:lnTo>
                  <a:pt x="2680468" y="33852"/>
                </a:lnTo>
                <a:lnTo>
                  <a:pt x="2654446" y="35776"/>
                </a:lnTo>
                <a:lnTo>
                  <a:pt x="2628405" y="37538"/>
                </a:lnTo>
                <a:lnTo>
                  <a:pt x="2602363" y="39167"/>
                </a:lnTo>
                <a:lnTo>
                  <a:pt x="2576322" y="40681"/>
                </a:lnTo>
                <a:lnTo>
                  <a:pt x="2550262" y="42101"/>
                </a:lnTo>
                <a:lnTo>
                  <a:pt x="2524201" y="43434"/>
                </a:lnTo>
                <a:lnTo>
                  <a:pt x="2498141" y="44682"/>
                </a:lnTo>
                <a:lnTo>
                  <a:pt x="2472071" y="45872"/>
                </a:lnTo>
                <a:lnTo>
                  <a:pt x="2446010" y="46987"/>
                </a:lnTo>
                <a:lnTo>
                  <a:pt x="2419931" y="48044"/>
                </a:lnTo>
                <a:lnTo>
                  <a:pt x="2393861" y="49044"/>
                </a:lnTo>
                <a:lnTo>
                  <a:pt x="2367782" y="49997"/>
                </a:lnTo>
                <a:lnTo>
                  <a:pt x="2341712" y="50892"/>
                </a:lnTo>
                <a:lnTo>
                  <a:pt x="2315632" y="51749"/>
                </a:lnTo>
                <a:lnTo>
                  <a:pt x="2289543" y="52568"/>
                </a:lnTo>
                <a:lnTo>
                  <a:pt x="2263464" y="53340"/>
                </a:lnTo>
                <a:lnTo>
                  <a:pt x="2237384" y="54083"/>
                </a:lnTo>
                <a:lnTo>
                  <a:pt x="2211295" y="54778"/>
                </a:lnTo>
                <a:lnTo>
                  <a:pt x="2185216" y="55445"/>
                </a:lnTo>
                <a:lnTo>
                  <a:pt x="2159127" y="56083"/>
                </a:lnTo>
                <a:lnTo>
                  <a:pt x="2133048" y="56683"/>
                </a:lnTo>
                <a:lnTo>
                  <a:pt x="2106959" y="57264"/>
                </a:lnTo>
                <a:lnTo>
                  <a:pt x="2080870" y="57807"/>
                </a:lnTo>
                <a:lnTo>
                  <a:pt x="2054781" y="58331"/>
                </a:lnTo>
                <a:lnTo>
                  <a:pt x="2028692" y="58817"/>
                </a:lnTo>
                <a:lnTo>
                  <a:pt x="2002603" y="59284"/>
                </a:lnTo>
                <a:lnTo>
                  <a:pt x="1976514" y="59722"/>
                </a:lnTo>
                <a:lnTo>
                  <a:pt x="1950425" y="60122"/>
                </a:lnTo>
                <a:lnTo>
                  <a:pt x="1924336" y="60512"/>
                </a:lnTo>
                <a:lnTo>
                  <a:pt x="1898247" y="60893"/>
                </a:lnTo>
                <a:lnTo>
                  <a:pt x="1872158" y="61217"/>
                </a:lnTo>
                <a:lnTo>
                  <a:pt x="1846059" y="61551"/>
                </a:lnTo>
                <a:lnTo>
                  <a:pt x="1819970" y="61846"/>
                </a:lnTo>
                <a:lnTo>
                  <a:pt x="1793881" y="62122"/>
                </a:lnTo>
                <a:lnTo>
                  <a:pt x="1767792" y="62398"/>
                </a:lnTo>
                <a:lnTo>
                  <a:pt x="1741694" y="62617"/>
                </a:lnTo>
                <a:lnTo>
                  <a:pt x="1715605" y="62836"/>
                </a:lnTo>
                <a:lnTo>
                  <a:pt x="1689516" y="63036"/>
                </a:lnTo>
                <a:lnTo>
                  <a:pt x="1663417" y="63208"/>
                </a:lnTo>
                <a:lnTo>
                  <a:pt x="1637328" y="63379"/>
                </a:lnTo>
                <a:lnTo>
                  <a:pt x="1611230" y="63503"/>
                </a:lnTo>
                <a:lnTo>
                  <a:pt x="1585141" y="63627"/>
                </a:lnTo>
                <a:lnTo>
                  <a:pt x="1559052" y="63732"/>
                </a:lnTo>
                <a:lnTo>
                  <a:pt x="1532954" y="63798"/>
                </a:lnTo>
                <a:lnTo>
                  <a:pt x="1506865" y="63875"/>
                </a:lnTo>
                <a:lnTo>
                  <a:pt x="1480766" y="63903"/>
                </a:lnTo>
                <a:lnTo>
                  <a:pt x="1454677" y="63932"/>
                </a:lnTo>
                <a:lnTo>
                  <a:pt x="1428579" y="63941"/>
                </a:lnTo>
                <a:lnTo>
                  <a:pt x="1402490" y="63913"/>
                </a:lnTo>
                <a:lnTo>
                  <a:pt x="1376401" y="63894"/>
                </a:lnTo>
                <a:lnTo>
                  <a:pt x="1350302" y="63837"/>
                </a:lnTo>
                <a:lnTo>
                  <a:pt x="1324213" y="63760"/>
                </a:lnTo>
                <a:lnTo>
                  <a:pt x="1298115" y="63684"/>
                </a:lnTo>
                <a:lnTo>
                  <a:pt x="1272026" y="63560"/>
                </a:lnTo>
                <a:lnTo>
                  <a:pt x="1245937" y="63437"/>
                </a:lnTo>
                <a:lnTo>
                  <a:pt x="1219838" y="63294"/>
                </a:lnTo>
                <a:lnTo>
                  <a:pt x="1193749" y="63122"/>
                </a:lnTo>
                <a:lnTo>
                  <a:pt x="1167651" y="62951"/>
                </a:lnTo>
                <a:lnTo>
                  <a:pt x="1141562" y="62722"/>
                </a:lnTo>
                <a:lnTo>
                  <a:pt x="1115473" y="62503"/>
                </a:lnTo>
                <a:lnTo>
                  <a:pt x="1089374" y="62255"/>
                </a:lnTo>
                <a:lnTo>
                  <a:pt x="1063285" y="61979"/>
                </a:lnTo>
                <a:lnTo>
                  <a:pt x="1037196" y="61712"/>
                </a:lnTo>
                <a:lnTo>
                  <a:pt x="1011107" y="61379"/>
                </a:lnTo>
                <a:lnTo>
                  <a:pt x="985009" y="61055"/>
                </a:lnTo>
                <a:lnTo>
                  <a:pt x="958920" y="60693"/>
                </a:lnTo>
                <a:lnTo>
                  <a:pt x="932831" y="60312"/>
                </a:lnTo>
                <a:lnTo>
                  <a:pt x="906742" y="59922"/>
                </a:lnTo>
                <a:lnTo>
                  <a:pt x="880653" y="59484"/>
                </a:lnTo>
                <a:lnTo>
                  <a:pt x="854564" y="59036"/>
                </a:lnTo>
                <a:lnTo>
                  <a:pt x="828475" y="58569"/>
                </a:lnTo>
                <a:lnTo>
                  <a:pt x="802386" y="58064"/>
                </a:lnTo>
                <a:lnTo>
                  <a:pt x="776297" y="57531"/>
                </a:lnTo>
                <a:lnTo>
                  <a:pt x="750208" y="56969"/>
                </a:lnTo>
                <a:lnTo>
                  <a:pt x="724129" y="56388"/>
                </a:lnTo>
                <a:lnTo>
                  <a:pt x="698040" y="55759"/>
                </a:lnTo>
                <a:lnTo>
                  <a:pt x="671951" y="55112"/>
                </a:lnTo>
                <a:lnTo>
                  <a:pt x="645871" y="54426"/>
                </a:lnTo>
                <a:lnTo>
                  <a:pt x="619792" y="53702"/>
                </a:lnTo>
                <a:lnTo>
                  <a:pt x="593703" y="52949"/>
                </a:lnTo>
                <a:lnTo>
                  <a:pt x="567623" y="52149"/>
                </a:lnTo>
                <a:lnTo>
                  <a:pt x="541544" y="51311"/>
                </a:lnTo>
                <a:lnTo>
                  <a:pt x="515464" y="50435"/>
                </a:lnTo>
                <a:lnTo>
                  <a:pt x="489395" y="49511"/>
                </a:lnTo>
                <a:lnTo>
                  <a:pt x="463315" y="48530"/>
                </a:lnTo>
                <a:lnTo>
                  <a:pt x="437245" y="47501"/>
                </a:lnTo>
                <a:lnTo>
                  <a:pt x="411175" y="46415"/>
                </a:lnTo>
                <a:lnTo>
                  <a:pt x="385105" y="45263"/>
                </a:lnTo>
                <a:lnTo>
                  <a:pt x="359035" y="44053"/>
                </a:lnTo>
                <a:lnTo>
                  <a:pt x="332975" y="42758"/>
                </a:lnTo>
                <a:lnTo>
                  <a:pt x="306924" y="41386"/>
                </a:lnTo>
                <a:lnTo>
                  <a:pt x="280873" y="39910"/>
                </a:lnTo>
                <a:lnTo>
                  <a:pt x="254822" y="38338"/>
                </a:lnTo>
                <a:lnTo>
                  <a:pt x="228791" y="36643"/>
                </a:lnTo>
                <a:lnTo>
                  <a:pt x="202759" y="34804"/>
                </a:lnTo>
                <a:lnTo>
                  <a:pt x="176746" y="32804"/>
                </a:lnTo>
                <a:lnTo>
                  <a:pt x="150743" y="30594"/>
                </a:lnTo>
                <a:lnTo>
                  <a:pt x="124768" y="28118"/>
                </a:lnTo>
                <a:lnTo>
                  <a:pt x="98831" y="25308"/>
                </a:lnTo>
                <a:lnTo>
                  <a:pt x="72942" y="22012"/>
                </a:lnTo>
                <a:lnTo>
                  <a:pt x="47168" y="17955"/>
                </a:lnTo>
                <a:lnTo>
                  <a:pt x="21688" y="123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6" name="simple-step-cap-0">
            <a:extLst xmlns:a="http://schemas.openxmlformats.org/drawingml/2006/main">
              <a:ext uri="{FF2B5EF4-FFF2-40B4-BE49-F238E27FC236}">
                <a16:creationId xmlns:a16="http://schemas.microsoft.com/office/drawing/2014/main" id="{6D86FAC4-3FFF-4440-A0A2-C7647315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3913" y="2544194"/>
            <a:ext cx="2870559" cy="1818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7" name="simple-step-body-1">
            <a:extLst xmlns:a="http://schemas.openxmlformats.org/drawingml/2006/main">
              <a:ext uri="{FF2B5EF4-FFF2-40B4-BE49-F238E27FC236}">
                <a16:creationId xmlns:a16="http://schemas.microsoft.com/office/drawing/2014/main" id="{585E2973-00DF-4F56-829B-3B014F69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54890" y="3265484"/>
            <a:ext cx="2168042" cy="546973"/>
          </a:xfrm>
          <a:custGeom xmlns:a="http://schemas.openxmlformats.org/drawingml/2006/main">
            <a:pathLst>
              <a:path w="2168042" h="546973">
                <a:moveTo>
                  <a:pt x="0" y="0"/>
                </a:moveTo>
                <a:lnTo>
                  <a:pt x="10011" y="17993"/>
                </a:lnTo>
                <a:lnTo>
                  <a:pt x="20012" y="35985"/>
                </a:lnTo>
                <a:lnTo>
                  <a:pt x="30023" y="53969"/>
                </a:lnTo>
                <a:lnTo>
                  <a:pt x="40024" y="71961"/>
                </a:lnTo>
                <a:lnTo>
                  <a:pt x="50035" y="89954"/>
                </a:lnTo>
                <a:lnTo>
                  <a:pt x="60036" y="107947"/>
                </a:lnTo>
                <a:lnTo>
                  <a:pt x="70047" y="125930"/>
                </a:lnTo>
                <a:lnTo>
                  <a:pt x="80048" y="143923"/>
                </a:lnTo>
                <a:lnTo>
                  <a:pt x="90059" y="161915"/>
                </a:lnTo>
                <a:lnTo>
                  <a:pt x="100070" y="179908"/>
                </a:lnTo>
                <a:lnTo>
                  <a:pt x="110071" y="197891"/>
                </a:lnTo>
                <a:lnTo>
                  <a:pt x="120082" y="215884"/>
                </a:lnTo>
                <a:lnTo>
                  <a:pt x="130083" y="233877"/>
                </a:lnTo>
                <a:lnTo>
                  <a:pt x="140094" y="251870"/>
                </a:lnTo>
                <a:lnTo>
                  <a:pt x="150095" y="269853"/>
                </a:lnTo>
                <a:lnTo>
                  <a:pt x="160106" y="287846"/>
                </a:lnTo>
                <a:lnTo>
                  <a:pt x="170107" y="305838"/>
                </a:lnTo>
                <a:lnTo>
                  <a:pt x="180118" y="323831"/>
                </a:lnTo>
                <a:lnTo>
                  <a:pt x="190129" y="341814"/>
                </a:lnTo>
                <a:lnTo>
                  <a:pt x="200130" y="359807"/>
                </a:lnTo>
                <a:lnTo>
                  <a:pt x="210141" y="377800"/>
                </a:lnTo>
                <a:lnTo>
                  <a:pt x="220142" y="395792"/>
                </a:lnTo>
                <a:lnTo>
                  <a:pt x="230153" y="413776"/>
                </a:lnTo>
                <a:lnTo>
                  <a:pt x="240154" y="431768"/>
                </a:lnTo>
                <a:lnTo>
                  <a:pt x="250165" y="449761"/>
                </a:lnTo>
                <a:lnTo>
                  <a:pt x="260166" y="467754"/>
                </a:lnTo>
                <a:lnTo>
                  <a:pt x="269357" y="486032"/>
                </a:lnTo>
                <a:lnTo>
                  <a:pt x="285902" y="497586"/>
                </a:lnTo>
                <a:lnTo>
                  <a:pt x="305495" y="503863"/>
                </a:lnTo>
                <a:lnTo>
                  <a:pt x="325545" y="508483"/>
                </a:lnTo>
                <a:lnTo>
                  <a:pt x="345796" y="512226"/>
                </a:lnTo>
                <a:lnTo>
                  <a:pt x="366131" y="515407"/>
                </a:lnTo>
                <a:lnTo>
                  <a:pt x="386525" y="518179"/>
                </a:lnTo>
                <a:lnTo>
                  <a:pt x="406965" y="520646"/>
                </a:lnTo>
                <a:lnTo>
                  <a:pt x="427434" y="522856"/>
                </a:lnTo>
                <a:lnTo>
                  <a:pt x="447923" y="524875"/>
                </a:lnTo>
                <a:lnTo>
                  <a:pt x="468420" y="526723"/>
                </a:lnTo>
                <a:lnTo>
                  <a:pt x="488937" y="528409"/>
                </a:lnTo>
                <a:lnTo>
                  <a:pt x="509464" y="529981"/>
                </a:lnTo>
                <a:lnTo>
                  <a:pt x="530000" y="531428"/>
                </a:lnTo>
                <a:lnTo>
                  <a:pt x="550545" y="532781"/>
                </a:lnTo>
                <a:lnTo>
                  <a:pt x="571090" y="534038"/>
                </a:lnTo>
                <a:lnTo>
                  <a:pt x="591645" y="535200"/>
                </a:lnTo>
                <a:lnTo>
                  <a:pt x="612200" y="536296"/>
                </a:lnTo>
                <a:lnTo>
                  <a:pt x="632755" y="537315"/>
                </a:lnTo>
                <a:lnTo>
                  <a:pt x="653320" y="538267"/>
                </a:lnTo>
                <a:lnTo>
                  <a:pt x="673894" y="539153"/>
                </a:lnTo>
                <a:lnTo>
                  <a:pt x="694458" y="539982"/>
                </a:lnTo>
                <a:lnTo>
                  <a:pt x="715032" y="540753"/>
                </a:lnTo>
                <a:lnTo>
                  <a:pt x="735606" y="541468"/>
                </a:lnTo>
                <a:lnTo>
                  <a:pt x="756180" y="542134"/>
                </a:lnTo>
                <a:lnTo>
                  <a:pt x="776754" y="542744"/>
                </a:lnTo>
                <a:lnTo>
                  <a:pt x="797338" y="543316"/>
                </a:lnTo>
                <a:lnTo>
                  <a:pt x="817912" y="543839"/>
                </a:lnTo>
                <a:lnTo>
                  <a:pt x="838495" y="544325"/>
                </a:lnTo>
                <a:lnTo>
                  <a:pt x="859079" y="544754"/>
                </a:lnTo>
                <a:lnTo>
                  <a:pt x="879662" y="545154"/>
                </a:lnTo>
                <a:lnTo>
                  <a:pt x="900246" y="545506"/>
                </a:lnTo>
                <a:lnTo>
                  <a:pt x="920829" y="545821"/>
                </a:lnTo>
                <a:lnTo>
                  <a:pt x="941413" y="546097"/>
                </a:lnTo>
                <a:lnTo>
                  <a:pt x="961996" y="546325"/>
                </a:lnTo>
                <a:lnTo>
                  <a:pt x="982580" y="546525"/>
                </a:lnTo>
                <a:lnTo>
                  <a:pt x="1003163" y="546687"/>
                </a:lnTo>
                <a:lnTo>
                  <a:pt x="1023747" y="546821"/>
                </a:lnTo>
                <a:lnTo>
                  <a:pt x="1044340" y="546906"/>
                </a:lnTo>
                <a:lnTo>
                  <a:pt x="1064924" y="546964"/>
                </a:lnTo>
                <a:lnTo>
                  <a:pt x="1085507" y="546973"/>
                </a:lnTo>
                <a:lnTo>
                  <a:pt x="1106091" y="546954"/>
                </a:lnTo>
                <a:lnTo>
                  <a:pt x="1126684" y="546897"/>
                </a:lnTo>
                <a:lnTo>
                  <a:pt x="1147267" y="546802"/>
                </a:lnTo>
                <a:lnTo>
                  <a:pt x="1167851" y="546678"/>
                </a:lnTo>
                <a:lnTo>
                  <a:pt x="1188434" y="546506"/>
                </a:lnTo>
                <a:lnTo>
                  <a:pt x="1209018" y="546306"/>
                </a:lnTo>
                <a:lnTo>
                  <a:pt x="1229611" y="546059"/>
                </a:lnTo>
                <a:lnTo>
                  <a:pt x="1250194" y="545783"/>
                </a:lnTo>
                <a:lnTo>
                  <a:pt x="1270778" y="545468"/>
                </a:lnTo>
                <a:lnTo>
                  <a:pt x="1291361" y="545106"/>
                </a:lnTo>
                <a:lnTo>
                  <a:pt x="1311935" y="544706"/>
                </a:lnTo>
                <a:lnTo>
                  <a:pt x="1332519" y="544268"/>
                </a:lnTo>
                <a:lnTo>
                  <a:pt x="1353102" y="543782"/>
                </a:lnTo>
                <a:lnTo>
                  <a:pt x="1373676" y="543249"/>
                </a:lnTo>
                <a:lnTo>
                  <a:pt x="1394260" y="542677"/>
                </a:lnTo>
                <a:lnTo>
                  <a:pt x="1414834" y="542058"/>
                </a:lnTo>
                <a:lnTo>
                  <a:pt x="1435408" y="541391"/>
                </a:lnTo>
                <a:lnTo>
                  <a:pt x="1455982" y="540668"/>
                </a:lnTo>
                <a:lnTo>
                  <a:pt x="1476556" y="539887"/>
                </a:lnTo>
                <a:lnTo>
                  <a:pt x="1497120" y="539048"/>
                </a:lnTo>
                <a:lnTo>
                  <a:pt x="1517694" y="538153"/>
                </a:lnTo>
                <a:lnTo>
                  <a:pt x="1538249" y="537200"/>
                </a:lnTo>
                <a:lnTo>
                  <a:pt x="1558814" y="536172"/>
                </a:lnTo>
                <a:lnTo>
                  <a:pt x="1579369" y="535067"/>
                </a:lnTo>
                <a:lnTo>
                  <a:pt x="1599924" y="533895"/>
                </a:lnTo>
                <a:lnTo>
                  <a:pt x="1620469" y="532628"/>
                </a:lnTo>
                <a:lnTo>
                  <a:pt x="1641015" y="531266"/>
                </a:lnTo>
                <a:lnTo>
                  <a:pt x="1661541" y="529800"/>
                </a:lnTo>
                <a:lnTo>
                  <a:pt x="1682067" y="528218"/>
                </a:lnTo>
                <a:lnTo>
                  <a:pt x="1702584" y="526504"/>
                </a:lnTo>
                <a:lnTo>
                  <a:pt x="1723082" y="524647"/>
                </a:lnTo>
                <a:lnTo>
                  <a:pt x="1743570" y="522608"/>
                </a:lnTo>
                <a:lnTo>
                  <a:pt x="1764030" y="520370"/>
                </a:lnTo>
                <a:lnTo>
                  <a:pt x="1784471" y="517865"/>
                </a:lnTo>
                <a:lnTo>
                  <a:pt x="1804864" y="515055"/>
                </a:lnTo>
                <a:lnTo>
                  <a:pt x="1825190" y="511816"/>
                </a:lnTo>
                <a:lnTo>
                  <a:pt x="1845421" y="507997"/>
                </a:lnTo>
                <a:lnTo>
                  <a:pt x="1865443" y="503234"/>
                </a:lnTo>
                <a:lnTo>
                  <a:pt x="1884931" y="496643"/>
                </a:lnTo>
                <a:lnTo>
                  <a:pt x="1899885" y="483708"/>
                </a:lnTo>
                <a:lnTo>
                  <a:pt x="1909601" y="465630"/>
                </a:lnTo>
                <a:lnTo>
                  <a:pt x="1919602" y="447637"/>
                </a:lnTo>
                <a:lnTo>
                  <a:pt x="1929613" y="429654"/>
                </a:lnTo>
                <a:lnTo>
                  <a:pt x="1939623" y="411661"/>
                </a:lnTo>
                <a:lnTo>
                  <a:pt x="1949625" y="393668"/>
                </a:lnTo>
                <a:lnTo>
                  <a:pt x="1959635" y="375676"/>
                </a:lnTo>
                <a:lnTo>
                  <a:pt x="1969637" y="357692"/>
                </a:lnTo>
                <a:lnTo>
                  <a:pt x="1979647" y="339700"/>
                </a:lnTo>
                <a:lnTo>
                  <a:pt x="1989649" y="321707"/>
                </a:lnTo>
                <a:lnTo>
                  <a:pt x="1999659" y="303714"/>
                </a:lnTo>
                <a:lnTo>
                  <a:pt x="2009661" y="285731"/>
                </a:lnTo>
                <a:lnTo>
                  <a:pt x="2019671" y="267738"/>
                </a:lnTo>
                <a:lnTo>
                  <a:pt x="2029682" y="249746"/>
                </a:lnTo>
                <a:lnTo>
                  <a:pt x="2039683" y="231753"/>
                </a:lnTo>
                <a:lnTo>
                  <a:pt x="2049694" y="213770"/>
                </a:lnTo>
                <a:lnTo>
                  <a:pt x="2059696" y="195777"/>
                </a:lnTo>
                <a:lnTo>
                  <a:pt x="2069706" y="177784"/>
                </a:lnTo>
                <a:lnTo>
                  <a:pt x="2079708" y="159791"/>
                </a:lnTo>
                <a:lnTo>
                  <a:pt x="2089718" y="141808"/>
                </a:lnTo>
                <a:lnTo>
                  <a:pt x="2099720" y="123815"/>
                </a:lnTo>
                <a:lnTo>
                  <a:pt x="2109730" y="105823"/>
                </a:lnTo>
                <a:lnTo>
                  <a:pt x="2119741" y="87830"/>
                </a:lnTo>
                <a:lnTo>
                  <a:pt x="2129742" y="69847"/>
                </a:lnTo>
                <a:lnTo>
                  <a:pt x="2139753" y="51854"/>
                </a:lnTo>
                <a:lnTo>
                  <a:pt x="2149754" y="33861"/>
                </a:lnTo>
                <a:lnTo>
                  <a:pt x="2159765" y="15869"/>
                </a:lnTo>
                <a:lnTo>
                  <a:pt x="2168042" y="2343"/>
                </a:lnTo>
                <a:lnTo>
                  <a:pt x="2150831" y="12878"/>
                </a:lnTo>
                <a:lnTo>
                  <a:pt x="2131019" y="18412"/>
                </a:lnTo>
                <a:lnTo>
                  <a:pt x="2110845" y="22498"/>
                </a:lnTo>
                <a:lnTo>
                  <a:pt x="2090528" y="25822"/>
                </a:lnTo>
                <a:lnTo>
                  <a:pt x="2070135" y="28670"/>
                </a:lnTo>
                <a:lnTo>
                  <a:pt x="2049704" y="31175"/>
                </a:lnTo>
                <a:lnTo>
                  <a:pt x="2029244" y="33414"/>
                </a:lnTo>
                <a:lnTo>
                  <a:pt x="2008756" y="35452"/>
                </a:lnTo>
                <a:lnTo>
                  <a:pt x="1988258" y="37309"/>
                </a:lnTo>
                <a:lnTo>
                  <a:pt x="1967741" y="39024"/>
                </a:lnTo>
                <a:lnTo>
                  <a:pt x="1947215" y="40615"/>
                </a:lnTo>
                <a:lnTo>
                  <a:pt x="1926688" y="42091"/>
                </a:lnTo>
                <a:lnTo>
                  <a:pt x="1906143" y="43482"/>
                </a:lnTo>
                <a:lnTo>
                  <a:pt x="1885598" y="44787"/>
                </a:lnTo>
                <a:lnTo>
                  <a:pt x="1865052" y="46015"/>
                </a:lnTo>
                <a:lnTo>
                  <a:pt x="1844497" y="47168"/>
                </a:lnTo>
                <a:lnTo>
                  <a:pt x="1823942" y="48254"/>
                </a:lnTo>
                <a:lnTo>
                  <a:pt x="1803378" y="49292"/>
                </a:lnTo>
                <a:lnTo>
                  <a:pt x="1782813" y="50263"/>
                </a:lnTo>
                <a:lnTo>
                  <a:pt x="1762249" y="51197"/>
                </a:lnTo>
                <a:lnTo>
                  <a:pt x="1741684" y="52073"/>
                </a:lnTo>
                <a:lnTo>
                  <a:pt x="1721120" y="52902"/>
                </a:lnTo>
                <a:lnTo>
                  <a:pt x="1700546" y="53692"/>
                </a:lnTo>
                <a:lnTo>
                  <a:pt x="1679972" y="54445"/>
                </a:lnTo>
                <a:lnTo>
                  <a:pt x="1659398" y="55159"/>
                </a:lnTo>
                <a:lnTo>
                  <a:pt x="1638824" y="55836"/>
                </a:lnTo>
                <a:lnTo>
                  <a:pt x="1618250" y="56483"/>
                </a:lnTo>
                <a:lnTo>
                  <a:pt x="1597666" y="57093"/>
                </a:lnTo>
                <a:lnTo>
                  <a:pt x="1577092" y="57674"/>
                </a:lnTo>
                <a:lnTo>
                  <a:pt x="1556518" y="58217"/>
                </a:lnTo>
                <a:lnTo>
                  <a:pt x="1535935" y="58731"/>
                </a:lnTo>
                <a:lnTo>
                  <a:pt x="1515351" y="59226"/>
                </a:lnTo>
                <a:lnTo>
                  <a:pt x="1494777" y="59684"/>
                </a:lnTo>
                <a:lnTo>
                  <a:pt x="1474194" y="60122"/>
                </a:lnTo>
                <a:lnTo>
                  <a:pt x="1453610" y="60531"/>
                </a:lnTo>
                <a:lnTo>
                  <a:pt x="1433027" y="60912"/>
                </a:lnTo>
                <a:lnTo>
                  <a:pt x="1412443" y="61265"/>
                </a:lnTo>
                <a:lnTo>
                  <a:pt x="1391860" y="61598"/>
                </a:lnTo>
                <a:lnTo>
                  <a:pt x="1371276" y="61913"/>
                </a:lnTo>
                <a:lnTo>
                  <a:pt x="1350693" y="62198"/>
                </a:lnTo>
                <a:lnTo>
                  <a:pt x="1330109" y="62465"/>
                </a:lnTo>
                <a:lnTo>
                  <a:pt x="1309526" y="62703"/>
                </a:lnTo>
                <a:lnTo>
                  <a:pt x="1288942" y="62922"/>
                </a:lnTo>
                <a:lnTo>
                  <a:pt x="1268359" y="63122"/>
                </a:lnTo>
                <a:lnTo>
                  <a:pt x="1247765" y="63294"/>
                </a:lnTo>
                <a:lnTo>
                  <a:pt x="1227182" y="63446"/>
                </a:lnTo>
                <a:lnTo>
                  <a:pt x="1206598" y="63579"/>
                </a:lnTo>
                <a:lnTo>
                  <a:pt x="1186015" y="63694"/>
                </a:lnTo>
                <a:lnTo>
                  <a:pt x="1165431" y="63770"/>
                </a:lnTo>
                <a:lnTo>
                  <a:pt x="1144838" y="63846"/>
                </a:lnTo>
                <a:lnTo>
                  <a:pt x="1124255" y="63903"/>
                </a:lnTo>
                <a:lnTo>
                  <a:pt x="1103671" y="63932"/>
                </a:lnTo>
                <a:lnTo>
                  <a:pt x="1083078" y="63951"/>
                </a:lnTo>
                <a:lnTo>
                  <a:pt x="1062495" y="63932"/>
                </a:lnTo>
                <a:lnTo>
                  <a:pt x="1041911" y="63903"/>
                </a:lnTo>
                <a:lnTo>
                  <a:pt x="1021328" y="63837"/>
                </a:lnTo>
                <a:lnTo>
                  <a:pt x="1000735" y="63760"/>
                </a:lnTo>
                <a:lnTo>
                  <a:pt x="980151" y="63684"/>
                </a:lnTo>
                <a:lnTo>
                  <a:pt x="959568" y="63570"/>
                </a:lnTo>
                <a:lnTo>
                  <a:pt x="938984" y="63427"/>
                </a:lnTo>
                <a:lnTo>
                  <a:pt x="918401" y="63275"/>
                </a:lnTo>
                <a:lnTo>
                  <a:pt x="897807" y="63094"/>
                </a:lnTo>
                <a:lnTo>
                  <a:pt x="877224" y="62894"/>
                </a:lnTo>
                <a:lnTo>
                  <a:pt x="856640" y="62675"/>
                </a:lnTo>
                <a:lnTo>
                  <a:pt x="836057" y="62436"/>
                </a:lnTo>
                <a:lnTo>
                  <a:pt x="815473" y="62160"/>
                </a:lnTo>
                <a:lnTo>
                  <a:pt x="794890" y="61874"/>
                </a:lnTo>
                <a:lnTo>
                  <a:pt x="774306" y="61560"/>
                </a:lnTo>
                <a:lnTo>
                  <a:pt x="753723" y="61227"/>
                </a:lnTo>
                <a:lnTo>
                  <a:pt x="733139" y="60865"/>
                </a:lnTo>
                <a:lnTo>
                  <a:pt x="712556" y="60484"/>
                </a:lnTo>
                <a:lnTo>
                  <a:pt x="691972" y="60065"/>
                </a:lnTo>
                <a:lnTo>
                  <a:pt x="671389" y="59627"/>
                </a:lnTo>
                <a:lnTo>
                  <a:pt x="650815" y="59169"/>
                </a:lnTo>
                <a:lnTo>
                  <a:pt x="630231" y="58674"/>
                </a:lnTo>
                <a:lnTo>
                  <a:pt x="609657" y="58150"/>
                </a:lnTo>
                <a:lnTo>
                  <a:pt x="589074" y="57607"/>
                </a:lnTo>
                <a:lnTo>
                  <a:pt x="568500" y="57026"/>
                </a:lnTo>
                <a:lnTo>
                  <a:pt x="547916" y="56407"/>
                </a:lnTo>
                <a:lnTo>
                  <a:pt x="527342" y="55759"/>
                </a:lnTo>
                <a:lnTo>
                  <a:pt x="506768" y="55083"/>
                </a:lnTo>
                <a:lnTo>
                  <a:pt x="486194" y="54359"/>
                </a:lnTo>
                <a:lnTo>
                  <a:pt x="465620" y="53607"/>
                </a:lnTo>
                <a:lnTo>
                  <a:pt x="445056" y="52807"/>
                </a:lnTo>
                <a:lnTo>
                  <a:pt x="424482" y="51968"/>
                </a:lnTo>
                <a:lnTo>
                  <a:pt x="403917" y="51083"/>
                </a:lnTo>
                <a:lnTo>
                  <a:pt x="383353" y="50159"/>
                </a:lnTo>
                <a:lnTo>
                  <a:pt x="362788" y="49168"/>
                </a:lnTo>
                <a:lnTo>
                  <a:pt x="342233" y="48130"/>
                </a:lnTo>
                <a:lnTo>
                  <a:pt x="321669" y="47034"/>
                </a:lnTo>
                <a:lnTo>
                  <a:pt x="301123" y="45872"/>
                </a:lnTo>
                <a:lnTo>
                  <a:pt x="280568" y="44634"/>
                </a:lnTo>
                <a:lnTo>
                  <a:pt x="260023" y="43320"/>
                </a:lnTo>
                <a:lnTo>
                  <a:pt x="239487" y="41920"/>
                </a:lnTo>
                <a:lnTo>
                  <a:pt x="218961" y="40434"/>
                </a:lnTo>
                <a:lnTo>
                  <a:pt x="198434" y="38833"/>
                </a:lnTo>
                <a:lnTo>
                  <a:pt x="177917" y="37100"/>
                </a:lnTo>
                <a:lnTo>
                  <a:pt x="157420" y="35223"/>
                </a:lnTo>
                <a:lnTo>
                  <a:pt x="136941" y="33166"/>
                </a:lnTo>
                <a:lnTo>
                  <a:pt x="116472" y="30899"/>
                </a:lnTo>
                <a:lnTo>
                  <a:pt x="96050" y="28356"/>
                </a:lnTo>
                <a:lnTo>
                  <a:pt x="75667" y="25460"/>
                </a:lnTo>
                <a:lnTo>
                  <a:pt x="55369" y="22060"/>
                </a:lnTo>
                <a:lnTo>
                  <a:pt x="35214" y="17850"/>
                </a:lnTo>
                <a:lnTo>
                  <a:pt x="15478" y="120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8" name="simple-step-cap-1">
            <a:extLst xmlns:a="http://schemas.openxmlformats.org/drawingml/2006/main">
              <a:ext uri="{FF2B5EF4-FFF2-40B4-BE49-F238E27FC236}">
                <a16:creationId xmlns:a16="http://schemas.microsoft.com/office/drawing/2014/main" id="{ED8B45D8-0EE6-48ED-A490-7BE01904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54900" y="3174559"/>
            <a:ext cx="2168576" cy="1818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9" name="simple-step-body-2">
            <a:extLst xmlns:a="http://schemas.openxmlformats.org/drawingml/2006/main">
              <a:ext uri="{FF2B5EF4-FFF2-40B4-BE49-F238E27FC236}">
                <a16:creationId xmlns:a16="http://schemas.microsoft.com/office/drawing/2014/main" id="{41BF6390-431C-42E2-9CCA-27BABCEA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3562" y="3895839"/>
            <a:ext cx="1628099" cy="546973"/>
          </a:xfrm>
          <a:custGeom xmlns:a="http://schemas.openxmlformats.org/drawingml/2006/main">
            <a:pathLst>
              <a:path w="1628099" h="546973">
                <a:moveTo>
                  <a:pt x="0" y="0"/>
                </a:moveTo>
                <a:lnTo>
                  <a:pt x="7334" y="14497"/>
                </a:lnTo>
                <a:lnTo>
                  <a:pt x="14678" y="29004"/>
                </a:lnTo>
                <a:lnTo>
                  <a:pt x="22012" y="43501"/>
                </a:lnTo>
                <a:lnTo>
                  <a:pt x="29347" y="58007"/>
                </a:lnTo>
                <a:lnTo>
                  <a:pt x="36681" y="72504"/>
                </a:lnTo>
                <a:lnTo>
                  <a:pt x="44025" y="87011"/>
                </a:lnTo>
                <a:lnTo>
                  <a:pt x="51359" y="101508"/>
                </a:lnTo>
                <a:lnTo>
                  <a:pt x="58693" y="116005"/>
                </a:lnTo>
                <a:lnTo>
                  <a:pt x="66027" y="130512"/>
                </a:lnTo>
                <a:lnTo>
                  <a:pt x="73371" y="145009"/>
                </a:lnTo>
                <a:lnTo>
                  <a:pt x="80705" y="159515"/>
                </a:lnTo>
                <a:lnTo>
                  <a:pt x="88040" y="174012"/>
                </a:lnTo>
                <a:lnTo>
                  <a:pt x="95374" y="188519"/>
                </a:lnTo>
                <a:lnTo>
                  <a:pt x="102718" y="203016"/>
                </a:lnTo>
                <a:lnTo>
                  <a:pt x="110052" y="217522"/>
                </a:lnTo>
                <a:lnTo>
                  <a:pt x="117386" y="232019"/>
                </a:lnTo>
                <a:lnTo>
                  <a:pt x="124730" y="246517"/>
                </a:lnTo>
                <a:lnTo>
                  <a:pt x="132064" y="261023"/>
                </a:lnTo>
                <a:lnTo>
                  <a:pt x="139398" y="275520"/>
                </a:lnTo>
                <a:lnTo>
                  <a:pt x="146733" y="290027"/>
                </a:lnTo>
                <a:lnTo>
                  <a:pt x="154076" y="304524"/>
                </a:lnTo>
                <a:lnTo>
                  <a:pt x="161411" y="319030"/>
                </a:lnTo>
                <a:lnTo>
                  <a:pt x="168745" y="333527"/>
                </a:lnTo>
                <a:lnTo>
                  <a:pt x="176079" y="348024"/>
                </a:lnTo>
                <a:lnTo>
                  <a:pt x="183423" y="362531"/>
                </a:lnTo>
                <a:lnTo>
                  <a:pt x="190757" y="377028"/>
                </a:lnTo>
                <a:lnTo>
                  <a:pt x="198091" y="391535"/>
                </a:lnTo>
                <a:lnTo>
                  <a:pt x="205426" y="406032"/>
                </a:lnTo>
                <a:lnTo>
                  <a:pt x="212769" y="420538"/>
                </a:lnTo>
                <a:lnTo>
                  <a:pt x="220104" y="435035"/>
                </a:lnTo>
                <a:lnTo>
                  <a:pt x="227438" y="449532"/>
                </a:lnTo>
                <a:lnTo>
                  <a:pt x="234772" y="464039"/>
                </a:lnTo>
                <a:lnTo>
                  <a:pt x="242116" y="478536"/>
                </a:lnTo>
                <a:lnTo>
                  <a:pt x="249498" y="492643"/>
                </a:lnTo>
                <a:lnTo>
                  <a:pt x="263328" y="501053"/>
                </a:lnTo>
                <a:lnTo>
                  <a:pt x="278540" y="506749"/>
                </a:lnTo>
                <a:lnTo>
                  <a:pt x="294170" y="511178"/>
                </a:lnTo>
                <a:lnTo>
                  <a:pt x="310001" y="514845"/>
                </a:lnTo>
                <a:lnTo>
                  <a:pt x="325946" y="517998"/>
                </a:lnTo>
                <a:lnTo>
                  <a:pt x="341957" y="520760"/>
                </a:lnTo>
                <a:lnTo>
                  <a:pt x="358026" y="523218"/>
                </a:lnTo>
                <a:lnTo>
                  <a:pt x="374123" y="525428"/>
                </a:lnTo>
                <a:lnTo>
                  <a:pt x="390249" y="527437"/>
                </a:lnTo>
                <a:lnTo>
                  <a:pt x="406403" y="529266"/>
                </a:lnTo>
                <a:lnTo>
                  <a:pt x="422567" y="530952"/>
                </a:lnTo>
                <a:lnTo>
                  <a:pt x="438741" y="532495"/>
                </a:lnTo>
                <a:lnTo>
                  <a:pt x="454933" y="533933"/>
                </a:lnTo>
                <a:lnTo>
                  <a:pt x="471126" y="535248"/>
                </a:lnTo>
                <a:lnTo>
                  <a:pt x="487337" y="536467"/>
                </a:lnTo>
                <a:lnTo>
                  <a:pt x="503549" y="537591"/>
                </a:lnTo>
                <a:lnTo>
                  <a:pt x="519760" y="538639"/>
                </a:lnTo>
                <a:lnTo>
                  <a:pt x="535991" y="539610"/>
                </a:lnTo>
                <a:lnTo>
                  <a:pt x="552212" y="540496"/>
                </a:lnTo>
                <a:lnTo>
                  <a:pt x="568442" y="541325"/>
                </a:lnTo>
                <a:lnTo>
                  <a:pt x="584673" y="542077"/>
                </a:lnTo>
                <a:lnTo>
                  <a:pt x="600913" y="542773"/>
                </a:lnTo>
                <a:lnTo>
                  <a:pt x="617153" y="543411"/>
                </a:lnTo>
                <a:lnTo>
                  <a:pt x="633393" y="543992"/>
                </a:lnTo>
                <a:lnTo>
                  <a:pt x="649634" y="544506"/>
                </a:lnTo>
                <a:lnTo>
                  <a:pt x="665883" y="544982"/>
                </a:lnTo>
                <a:lnTo>
                  <a:pt x="682133" y="545402"/>
                </a:lnTo>
                <a:lnTo>
                  <a:pt x="698373" y="545763"/>
                </a:lnTo>
                <a:lnTo>
                  <a:pt x="714623" y="546078"/>
                </a:lnTo>
                <a:lnTo>
                  <a:pt x="730872" y="546344"/>
                </a:lnTo>
                <a:lnTo>
                  <a:pt x="747122" y="546564"/>
                </a:lnTo>
                <a:lnTo>
                  <a:pt x="763372" y="546735"/>
                </a:lnTo>
                <a:lnTo>
                  <a:pt x="779621" y="546859"/>
                </a:lnTo>
                <a:lnTo>
                  <a:pt x="795880" y="546935"/>
                </a:lnTo>
                <a:lnTo>
                  <a:pt x="812130" y="546973"/>
                </a:lnTo>
                <a:lnTo>
                  <a:pt x="828380" y="546964"/>
                </a:lnTo>
                <a:lnTo>
                  <a:pt x="844629" y="546897"/>
                </a:lnTo>
                <a:lnTo>
                  <a:pt x="860879" y="546792"/>
                </a:lnTo>
                <a:lnTo>
                  <a:pt x="877138" y="546640"/>
                </a:lnTo>
                <a:lnTo>
                  <a:pt x="893388" y="546449"/>
                </a:lnTo>
                <a:lnTo>
                  <a:pt x="909638" y="546202"/>
                </a:lnTo>
                <a:lnTo>
                  <a:pt x="925878" y="545906"/>
                </a:lnTo>
                <a:lnTo>
                  <a:pt x="942127" y="545554"/>
                </a:lnTo>
                <a:lnTo>
                  <a:pt x="958377" y="545163"/>
                </a:lnTo>
                <a:lnTo>
                  <a:pt x="974627" y="544725"/>
                </a:lnTo>
                <a:lnTo>
                  <a:pt x="990867" y="544220"/>
                </a:lnTo>
                <a:lnTo>
                  <a:pt x="1007107" y="543668"/>
                </a:lnTo>
                <a:lnTo>
                  <a:pt x="1023347" y="543058"/>
                </a:lnTo>
                <a:lnTo>
                  <a:pt x="1039587" y="542392"/>
                </a:lnTo>
                <a:lnTo>
                  <a:pt x="1055818" y="541658"/>
                </a:lnTo>
                <a:lnTo>
                  <a:pt x="1072048" y="540868"/>
                </a:lnTo>
                <a:lnTo>
                  <a:pt x="1088279" y="540001"/>
                </a:lnTo>
                <a:lnTo>
                  <a:pt x="1104509" y="539067"/>
                </a:lnTo>
                <a:lnTo>
                  <a:pt x="1120731" y="538058"/>
                </a:lnTo>
                <a:lnTo>
                  <a:pt x="1136942" y="536962"/>
                </a:lnTo>
                <a:lnTo>
                  <a:pt x="1153154" y="535781"/>
                </a:lnTo>
                <a:lnTo>
                  <a:pt x="1169346" y="534505"/>
                </a:lnTo>
                <a:lnTo>
                  <a:pt x="1185548" y="533133"/>
                </a:lnTo>
                <a:lnTo>
                  <a:pt x="1201722" y="531628"/>
                </a:lnTo>
                <a:lnTo>
                  <a:pt x="1217895" y="530019"/>
                </a:lnTo>
                <a:lnTo>
                  <a:pt x="1234049" y="528247"/>
                </a:lnTo>
                <a:lnTo>
                  <a:pt x="1250185" y="526323"/>
                </a:lnTo>
                <a:lnTo>
                  <a:pt x="1266301" y="524199"/>
                </a:lnTo>
                <a:lnTo>
                  <a:pt x="1282379" y="521846"/>
                </a:lnTo>
                <a:lnTo>
                  <a:pt x="1298419" y="519227"/>
                </a:lnTo>
                <a:lnTo>
                  <a:pt x="1314402" y="516255"/>
                </a:lnTo>
                <a:lnTo>
                  <a:pt x="1330281" y="512836"/>
                </a:lnTo>
                <a:lnTo>
                  <a:pt x="1346016" y="508778"/>
                </a:lnTo>
                <a:lnTo>
                  <a:pt x="1361456" y="503720"/>
                </a:lnTo>
                <a:lnTo>
                  <a:pt x="1376134" y="496786"/>
                </a:lnTo>
                <a:lnTo>
                  <a:pt x="1386669" y="484975"/>
                </a:lnTo>
                <a:lnTo>
                  <a:pt x="1393317" y="470278"/>
                </a:lnTo>
                <a:lnTo>
                  <a:pt x="1400651" y="455781"/>
                </a:lnTo>
                <a:lnTo>
                  <a:pt x="1407995" y="441274"/>
                </a:lnTo>
                <a:lnTo>
                  <a:pt x="1415329" y="426777"/>
                </a:lnTo>
                <a:lnTo>
                  <a:pt x="1422664" y="412280"/>
                </a:lnTo>
                <a:lnTo>
                  <a:pt x="1429998" y="397774"/>
                </a:lnTo>
                <a:lnTo>
                  <a:pt x="1437342" y="383276"/>
                </a:lnTo>
                <a:lnTo>
                  <a:pt x="1444676" y="368770"/>
                </a:lnTo>
                <a:lnTo>
                  <a:pt x="1452010" y="354273"/>
                </a:lnTo>
                <a:lnTo>
                  <a:pt x="1459354" y="339766"/>
                </a:lnTo>
                <a:lnTo>
                  <a:pt x="1466688" y="325269"/>
                </a:lnTo>
                <a:lnTo>
                  <a:pt x="1474022" y="310772"/>
                </a:lnTo>
                <a:lnTo>
                  <a:pt x="1481357" y="296266"/>
                </a:lnTo>
                <a:lnTo>
                  <a:pt x="1488700" y="281769"/>
                </a:lnTo>
                <a:lnTo>
                  <a:pt x="1496035" y="267262"/>
                </a:lnTo>
                <a:lnTo>
                  <a:pt x="1503369" y="252765"/>
                </a:lnTo>
                <a:lnTo>
                  <a:pt x="1510703" y="238258"/>
                </a:lnTo>
                <a:lnTo>
                  <a:pt x="1518047" y="223761"/>
                </a:lnTo>
                <a:lnTo>
                  <a:pt x="1525381" y="209255"/>
                </a:lnTo>
                <a:lnTo>
                  <a:pt x="1532715" y="194758"/>
                </a:lnTo>
                <a:lnTo>
                  <a:pt x="1540050" y="180261"/>
                </a:lnTo>
                <a:lnTo>
                  <a:pt x="1547393" y="165754"/>
                </a:lnTo>
                <a:lnTo>
                  <a:pt x="1554728" y="151257"/>
                </a:lnTo>
                <a:lnTo>
                  <a:pt x="1562062" y="136750"/>
                </a:lnTo>
                <a:lnTo>
                  <a:pt x="1569396" y="122253"/>
                </a:lnTo>
                <a:lnTo>
                  <a:pt x="1576740" y="107747"/>
                </a:lnTo>
                <a:lnTo>
                  <a:pt x="1584074" y="93250"/>
                </a:lnTo>
                <a:lnTo>
                  <a:pt x="1591408" y="78753"/>
                </a:lnTo>
                <a:lnTo>
                  <a:pt x="1598743" y="64246"/>
                </a:lnTo>
                <a:lnTo>
                  <a:pt x="1606086" y="49749"/>
                </a:lnTo>
                <a:lnTo>
                  <a:pt x="1613421" y="35243"/>
                </a:lnTo>
                <a:lnTo>
                  <a:pt x="1620755" y="20745"/>
                </a:lnTo>
                <a:lnTo>
                  <a:pt x="1628099" y="6239"/>
                </a:lnTo>
                <a:lnTo>
                  <a:pt x="1626651" y="7677"/>
                </a:lnTo>
                <a:lnTo>
                  <a:pt x="1612325" y="15221"/>
                </a:lnTo>
                <a:lnTo>
                  <a:pt x="1596857" y="20183"/>
                </a:lnTo>
                <a:lnTo>
                  <a:pt x="1581074" y="24041"/>
                </a:lnTo>
                <a:lnTo>
                  <a:pt x="1565148" y="27251"/>
                </a:lnTo>
                <a:lnTo>
                  <a:pt x="1549127" y="30023"/>
                </a:lnTo>
                <a:lnTo>
                  <a:pt x="1533068" y="32480"/>
                </a:lnTo>
                <a:lnTo>
                  <a:pt x="1516971" y="34690"/>
                </a:lnTo>
                <a:lnTo>
                  <a:pt x="1500835" y="36690"/>
                </a:lnTo>
                <a:lnTo>
                  <a:pt x="1484690" y="38538"/>
                </a:lnTo>
                <a:lnTo>
                  <a:pt x="1468526" y="40234"/>
                </a:lnTo>
                <a:lnTo>
                  <a:pt x="1452353" y="41815"/>
                </a:lnTo>
                <a:lnTo>
                  <a:pt x="1436170" y="43282"/>
                </a:lnTo>
                <a:lnTo>
                  <a:pt x="1419977" y="44653"/>
                </a:lnTo>
                <a:lnTo>
                  <a:pt x="1403775" y="45949"/>
                </a:lnTo>
                <a:lnTo>
                  <a:pt x="1387573" y="47158"/>
                </a:lnTo>
                <a:lnTo>
                  <a:pt x="1371362" y="48301"/>
                </a:lnTo>
                <a:lnTo>
                  <a:pt x="1355141" y="49378"/>
                </a:lnTo>
                <a:lnTo>
                  <a:pt x="1338920" y="50397"/>
                </a:lnTo>
                <a:lnTo>
                  <a:pt x="1322699" y="51359"/>
                </a:lnTo>
                <a:lnTo>
                  <a:pt x="1306478" y="52273"/>
                </a:lnTo>
                <a:lnTo>
                  <a:pt x="1290247" y="53140"/>
                </a:lnTo>
                <a:lnTo>
                  <a:pt x="1274016" y="53950"/>
                </a:lnTo>
                <a:lnTo>
                  <a:pt x="1257786" y="54731"/>
                </a:lnTo>
                <a:lnTo>
                  <a:pt x="1241546" y="55455"/>
                </a:lnTo>
                <a:lnTo>
                  <a:pt x="1225315" y="56150"/>
                </a:lnTo>
                <a:lnTo>
                  <a:pt x="1209075" y="56807"/>
                </a:lnTo>
                <a:lnTo>
                  <a:pt x="1192835" y="57426"/>
                </a:lnTo>
                <a:lnTo>
                  <a:pt x="1176595" y="58017"/>
                </a:lnTo>
                <a:lnTo>
                  <a:pt x="1160345" y="58569"/>
                </a:lnTo>
                <a:lnTo>
                  <a:pt x="1144105" y="59093"/>
                </a:lnTo>
                <a:lnTo>
                  <a:pt x="1127865" y="59579"/>
                </a:lnTo>
                <a:lnTo>
                  <a:pt x="1111615" y="60046"/>
                </a:lnTo>
                <a:lnTo>
                  <a:pt x="1095375" y="60474"/>
                </a:lnTo>
                <a:lnTo>
                  <a:pt x="1079125" y="60884"/>
                </a:lnTo>
                <a:lnTo>
                  <a:pt x="1062876" y="61255"/>
                </a:lnTo>
                <a:lnTo>
                  <a:pt x="1046626" y="61608"/>
                </a:lnTo>
                <a:lnTo>
                  <a:pt x="1030386" y="61932"/>
                </a:lnTo>
                <a:lnTo>
                  <a:pt x="1014136" y="62227"/>
                </a:lnTo>
                <a:lnTo>
                  <a:pt x="997887" y="62503"/>
                </a:lnTo>
                <a:lnTo>
                  <a:pt x="981637" y="62751"/>
                </a:lnTo>
                <a:lnTo>
                  <a:pt x="965387" y="62979"/>
                </a:lnTo>
                <a:lnTo>
                  <a:pt x="949138" y="63179"/>
                </a:lnTo>
                <a:lnTo>
                  <a:pt x="932888" y="63351"/>
                </a:lnTo>
                <a:lnTo>
                  <a:pt x="916629" y="63503"/>
                </a:lnTo>
                <a:lnTo>
                  <a:pt x="900379" y="63637"/>
                </a:lnTo>
                <a:lnTo>
                  <a:pt x="884130" y="63741"/>
                </a:lnTo>
                <a:lnTo>
                  <a:pt x="867880" y="63827"/>
                </a:lnTo>
                <a:lnTo>
                  <a:pt x="851630" y="63894"/>
                </a:lnTo>
                <a:lnTo>
                  <a:pt x="835381" y="63932"/>
                </a:lnTo>
                <a:lnTo>
                  <a:pt x="819121" y="63941"/>
                </a:lnTo>
                <a:lnTo>
                  <a:pt x="802872" y="63941"/>
                </a:lnTo>
                <a:lnTo>
                  <a:pt x="786622" y="63903"/>
                </a:lnTo>
                <a:lnTo>
                  <a:pt x="770372" y="63856"/>
                </a:lnTo>
                <a:lnTo>
                  <a:pt x="754123" y="63779"/>
                </a:lnTo>
                <a:lnTo>
                  <a:pt x="737864" y="63684"/>
                </a:lnTo>
                <a:lnTo>
                  <a:pt x="721614" y="63570"/>
                </a:lnTo>
                <a:lnTo>
                  <a:pt x="705364" y="63427"/>
                </a:lnTo>
                <a:lnTo>
                  <a:pt x="689115" y="63256"/>
                </a:lnTo>
                <a:lnTo>
                  <a:pt x="672865" y="63065"/>
                </a:lnTo>
                <a:lnTo>
                  <a:pt x="656615" y="62855"/>
                </a:lnTo>
                <a:lnTo>
                  <a:pt x="640366" y="62617"/>
                </a:lnTo>
                <a:lnTo>
                  <a:pt x="624116" y="62351"/>
                </a:lnTo>
                <a:lnTo>
                  <a:pt x="607866" y="62065"/>
                </a:lnTo>
                <a:lnTo>
                  <a:pt x="591617" y="61751"/>
                </a:lnTo>
                <a:lnTo>
                  <a:pt x="575367" y="61408"/>
                </a:lnTo>
                <a:lnTo>
                  <a:pt x="559127" y="61046"/>
                </a:lnTo>
                <a:lnTo>
                  <a:pt x="542877" y="60655"/>
                </a:lnTo>
                <a:lnTo>
                  <a:pt x="526628" y="60236"/>
                </a:lnTo>
                <a:lnTo>
                  <a:pt x="510388" y="59788"/>
                </a:lnTo>
                <a:lnTo>
                  <a:pt x="494138" y="59303"/>
                </a:lnTo>
                <a:lnTo>
                  <a:pt x="477898" y="58798"/>
                </a:lnTo>
                <a:lnTo>
                  <a:pt x="461658" y="58264"/>
                </a:lnTo>
                <a:lnTo>
                  <a:pt x="445408" y="57693"/>
                </a:lnTo>
                <a:lnTo>
                  <a:pt x="429168" y="57083"/>
                </a:lnTo>
                <a:lnTo>
                  <a:pt x="412937" y="56445"/>
                </a:lnTo>
                <a:lnTo>
                  <a:pt x="396697" y="55769"/>
                </a:lnTo>
                <a:lnTo>
                  <a:pt x="380457" y="55045"/>
                </a:lnTo>
                <a:lnTo>
                  <a:pt x="364226" y="54293"/>
                </a:lnTo>
                <a:lnTo>
                  <a:pt x="347996" y="53492"/>
                </a:lnTo>
                <a:lnTo>
                  <a:pt x="331765" y="52654"/>
                </a:lnTo>
                <a:lnTo>
                  <a:pt x="315535" y="51759"/>
                </a:lnTo>
                <a:lnTo>
                  <a:pt x="299314" y="50825"/>
                </a:lnTo>
                <a:lnTo>
                  <a:pt x="283093" y="49825"/>
                </a:lnTo>
                <a:lnTo>
                  <a:pt x="266871" y="48778"/>
                </a:lnTo>
                <a:lnTo>
                  <a:pt x="250660" y="47663"/>
                </a:lnTo>
                <a:lnTo>
                  <a:pt x="234458" y="46472"/>
                </a:lnTo>
                <a:lnTo>
                  <a:pt x="218246" y="45215"/>
                </a:lnTo>
                <a:lnTo>
                  <a:pt x="202054" y="43882"/>
                </a:lnTo>
                <a:lnTo>
                  <a:pt x="185861" y="42462"/>
                </a:lnTo>
                <a:lnTo>
                  <a:pt x="169688" y="40929"/>
                </a:lnTo>
                <a:lnTo>
                  <a:pt x="153514" y="39281"/>
                </a:lnTo>
                <a:lnTo>
                  <a:pt x="137360" y="37509"/>
                </a:lnTo>
                <a:lnTo>
                  <a:pt x="121225" y="35576"/>
                </a:lnTo>
                <a:lnTo>
                  <a:pt x="105118" y="33461"/>
                </a:lnTo>
                <a:lnTo>
                  <a:pt x="89030" y="31118"/>
                </a:lnTo>
                <a:lnTo>
                  <a:pt x="73000" y="28489"/>
                </a:lnTo>
                <a:lnTo>
                  <a:pt x="57026" y="25479"/>
                </a:lnTo>
                <a:lnTo>
                  <a:pt x="41167" y="21936"/>
                </a:lnTo>
                <a:lnTo>
                  <a:pt x="25527" y="17545"/>
                </a:lnTo>
                <a:lnTo>
                  <a:pt x="10478" y="114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0" name="simple-step-cap-2">
            <a:extLst xmlns:a="http://schemas.openxmlformats.org/drawingml/2006/main">
              <a:ext uri="{FF2B5EF4-FFF2-40B4-BE49-F238E27FC236}">
                <a16:creationId xmlns:a16="http://schemas.microsoft.com/office/drawing/2014/main" id="{06A4C084-314C-4485-B3C8-9A3AABF6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3552" y="3804914"/>
            <a:ext cx="1631280" cy="1818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1" name="simple-step-body-3">
            <a:extLst xmlns:a="http://schemas.openxmlformats.org/drawingml/2006/main">
              <a:ext uri="{FF2B5EF4-FFF2-40B4-BE49-F238E27FC236}">
                <a16:creationId xmlns:a16="http://schemas.microsoft.com/office/drawing/2014/main" id="{80C68297-10F4-4E70-99C7-6448DC51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7945" y="4526204"/>
            <a:ext cx="1140000" cy="546973"/>
          </a:xfrm>
          <a:custGeom xmlns:a="http://schemas.openxmlformats.org/drawingml/2006/main">
            <a:pathLst>
              <a:path w="1140000" h="546973">
                <a:moveTo>
                  <a:pt x="0" y="0"/>
                </a:moveTo>
                <a:lnTo>
                  <a:pt x="6648" y="13964"/>
                </a:lnTo>
                <a:lnTo>
                  <a:pt x="13287" y="27927"/>
                </a:lnTo>
                <a:lnTo>
                  <a:pt x="19936" y="41891"/>
                </a:lnTo>
                <a:lnTo>
                  <a:pt x="26575" y="55845"/>
                </a:lnTo>
                <a:lnTo>
                  <a:pt x="33223" y="69809"/>
                </a:lnTo>
                <a:lnTo>
                  <a:pt x="39872" y="83772"/>
                </a:lnTo>
                <a:lnTo>
                  <a:pt x="46511" y="97736"/>
                </a:lnTo>
                <a:lnTo>
                  <a:pt x="53159" y="111700"/>
                </a:lnTo>
                <a:lnTo>
                  <a:pt x="59807" y="125663"/>
                </a:lnTo>
                <a:lnTo>
                  <a:pt x="66446" y="139627"/>
                </a:lnTo>
                <a:lnTo>
                  <a:pt x="73095" y="153581"/>
                </a:lnTo>
                <a:lnTo>
                  <a:pt x="79734" y="167545"/>
                </a:lnTo>
                <a:lnTo>
                  <a:pt x="86382" y="181508"/>
                </a:lnTo>
                <a:lnTo>
                  <a:pt x="93031" y="195472"/>
                </a:lnTo>
                <a:lnTo>
                  <a:pt x="99670" y="209436"/>
                </a:lnTo>
                <a:lnTo>
                  <a:pt x="106318" y="223399"/>
                </a:lnTo>
                <a:lnTo>
                  <a:pt x="112957" y="237363"/>
                </a:lnTo>
                <a:lnTo>
                  <a:pt x="119605" y="251327"/>
                </a:lnTo>
                <a:lnTo>
                  <a:pt x="126254" y="265281"/>
                </a:lnTo>
                <a:lnTo>
                  <a:pt x="132893" y="279244"/>
                </a:lnTo>
                <a:lnTo>
                  <a:pt x="139541" y="293208"/>
                </a:lnTo>
                <a:lnTo>
                  <a:pt x="146190" y="307172"/>
                </a:lnTo>
                <a:lnTo>
                  <a:pt x="152829" y="321135"/>
                </a:lnTo>
                <a:lnTo>
                  <a:pt x="159477" y="335099"/>
                </a:lnTo>
                <a:lnTo>
                  <a:pt x="166116" y="349063"/>
                </a:lnTo>
                <a:lnTo>
                  <a:pt x="172764" y="363017"/>
                </a:lnTo>
                <a:lnTo>
                  <a:pt x="179413" y="376980"/>
                </a:lnTo>
                <a:lnTo>
                  <a:pt x="186052" y="390944"/>
                </a:lnTo>
                <a:lnTo>
                  <a:pt x="192700" y="404908"/>
                </a:lnTo>
                <a:lnTo>
                  <a:pt x="199339" y="418871"/>
                </a:lnTo>
                <a:lnTo>
                  <a:pt x="205988" y="432835"/>
                </a:lnTo>
                <a:lnTo>
                  <a:pt x="212636" y="446799"/>
                </a:lnTo>
                <a:lnTo>
                  <a:pt x="219275" y="460753"/>
                </a:lnTo>
                <a:lnTo>
                  <a:pt x="225923" y="474716"/>
                </a:lnTo>
                <a:lnTo>
                  <a:pt x="231086" y="489128"/>
                </a:lnTo>
                <a:lnTo>
                  <a:pt x="240906" y="500834"/>
                </a:lnTo>
                <a:lnTo>
                  <a:pt x="254175" y="508721"/>
                </a:lnTo>
                <a:lnTo>
                  <a:pt x="268462" y="514626"/>
                </a:lnTo>
                <a:lnTo>
                  <a:pt x="283178" y="519360"/>
                </a:lnTo>
                <a:lnTo>
                  <a:pt x="298133" y="523304"/>
                </a:lnTo>
                <a:lnTo>
                  <a:pt x="313220" y="526666"/>
                </a:lnTo>
                <a:lnTo>
                  <a:pt x="328403" y="529580"/>
                </a:lnTo>
                <a:lnTo>
                  <a:pt x="343652" y="532133"/>
                </a:lnTo>
                <a:lnTo>
                  <a:pt x="358950" y="534381"/>
                </a:lnTo>
                <a:lnTo>
                  <a:pt x="374285" y="536372"/>
                </a:lnTo>
                <a:lnTo>
                  <a:pt x="389649" y="538134"/>
                </a:lnTo>
                <a:lnTo>
                  <a:pt x="405032" y="539696"/>
                </a:lnTo>
                <a:lnTo>
                  <a:pt x="420434" y="541068"/>
                </a:lnTo>
                <a:lnTo>
                  <a:pt x="435854" y="542277"/>
                </a:lnTo>
                <a:lnTo>
                  <a:pt x="451275" y="543325"/>
                </a:lnTo>
                <a:lnTo>
                  <a:pt x="466715" y="544230"/>
                </a:lnTo>
                <a:lnTo>
                  <a:pt x="482156" y="545001"/>
                </a:lnTo>
                <a:lnTo>
                  <a:pt x="497605" y="545630"/>
                </a:lnTo>
                <a:lnTo>
                  <a:pt x="513064" y="546144"/>
                </a:lnTo>
                <a:lnTo>
                  <a:pt x="528523" y="546525"/>
                </a:lnTo>
                <a:lnTo>
                  <a:pt x="543982" y="546792"/>
                </a:lnTo>
                <a:lnTo>
                  <a:pt x="559441" y="546935"/>
                </a:lnTo>
                <a:lnTo>
                  <a:pt x="574900" y="546973"/>
                </a:lnTo>
                <a:lnTo>
                  <a:pt x="590369" y="546887"/>
                </a:lnTo>
                <a:lnTo>
                  <a:pt x="605828" y="546678"/>
                </a:lnTo>
                <a:lnTo>
                  <a:pt x="621287" y="546364"/>
                </a:lnTo>
                <a:lnTo>
                  <a:pt x="636746" y="545916"/>
                </a:lnTo>
                <a:lnTo>
                  <a:pt x="652196" y="545344"/>
                </a:lnTo>
                <a:lnTo>
                  <a:pt x="667645" y="544649"/>
                </a:lnTo>
                <a:lnTo>
                  <a:pt x="683085" y="543820"/>
                </a:lnTo>
                <a:lnTo>
                  <a:pt x="698516" y="542849"/>
                </a:lnTo>
                <a:lnTo>
                  <a:pt x="713937" y="541725"/>
                </a:lnTo>
                <a:lnTo>
                  <a:pt x="729348" y="540439"/>
                </a:lnTo>
                <a:lnTo>
                  <a:pt x="744741" y="538982"/>
                </a:lnTo>
                <a:lnTo>
                  <a:pt x="760114" y="537324"/>
                </a:lnTo>
                <a:lnTo>
                  <a:pt x="775468" y="535457"/>
                </a:lnTo>
                <a:lnTo>
                  <a:pt x="790785" y="533352"/>
                </a:lnTo>
                <a:lnTo>
                  <a:pt x="806063" y="530971"/>
                </a:lnTo>
                <a:lnTo>
                  <a:pt x="821284" y="528247"/>
                </a:lnTo>
                <a:lnTo>
                  <a:pt x="836428" y="525132"/>
                </a:lnTo>
                <a:lnTo>
                  <a:pt x="851459" y="521513"/>
                </a:lnTo>
                <a:lnTo>
                  <a:pt x="866318" y="517227"/>
                </a:lnTo>
                <a:lnTo>
                  <a:pt x="880862" y="512007"/>
                </a:lnTo>
                <a:lnTo>
                  <a:pt x="894788" y="505311"/>
                </a:lnTo>
                <a:lnTo>
                  <a:pt x="906999" y="495929"/>
                </a:lnTo>
                <a:lnTo>
                  <a:pt x="913067" y="482070"/>
                </a:lnTo>
                <a:lnTo>
                  <a:pt x="919705" y="468106"/>
                </a:lnTo>
                <a:lnTo>
                  <a:pt x="926354" y="454142"/>
                </a:lnTo>
                <a:lnTo>
                  <a:pt x="933002" y="440179"/>
                </a:lnTo>
                <a:lnTo>
                  <a:pt x="939641" y="426215"/>
                </a:lnTo>
                <a:lnTo>
                  <a:pt x="946290" y="412252"/>
                </a:lnTo>
                <a:lnTo>
                  <a:pt x="952929" y="398288"/>
                </a:lnTo>
                <a:lnTo>
                  <a:pt x="959577" y="384334"/>
                </a:lnTo>
                <a:lnTo>
                  <a:pt x="966226" y="370370"/>
                </a:lnTo>
                <a:lnTo>
                  <a:pt x="972864" y="356406"/>
                </a:lnTo>
                <a:lnTo>
                  <a:pt x="979513" y="342443"/>
                </a:lnTo>
                <a:lnTo>
                  <a:pt x="986152" y="328479"/>
                </a:lnTo>
                <a:lnTo>
                  <a:pt x="992800" y="314516"/>
                </a:lnTo>
                <a:lnTo>
                  <a:pt x="999449" y="300552"/>
                </a:lnTo>
                <a:lnTo>
                  <a:pt x="1006088" y="286598"/>
                </a:lnTo>
                <a:lnTo>
                  <a:pt x="1012736" y="272634"/>
                </a:lnTo>
                <a:lnTo>
                  <a:pt x="1019385" y="258670"/>
                </a:lnTo>
                <a:lnTo>
                  <a:pt x="1026023" y="244707"/>
                </a:lnTo>
                <a:lnTo>
                  <a:pt x="1032672" y="230743"/>
                </a:lnTo>
                <a:lnTo>
                  <a:pt x="1039311" y="216779"/>
                </a:lnTo>
                <a:lnTo>
                  <a:pt x="1045959" y="202816"/>
                </a:lnTo>
                <a:lnTo>
                  <a:pt x="1052608" y="188862"/>
                </a:lnTo>
                <a:lnTo>
                  <a:pt x="1059247" y="174898"/>
                </a:lnTo>
                <a:lnTo>
                  <a:pt x="1065895" y="160934"/>
                </a:lnTo>
                <a:lnTo>
                  <a:pt x="1072534" y="146971"/>
                </a:lnTo>
                <a:lnTo>
                  <a:pt x="1079183" y="133007"/>
                </a:lnTo>
                <a:lnTo>
                  <a:pt x="1085831" y="119043"/>
                </a:lnTo>
                <a:lnTo>
                  <a:pt x="1092470" y="105080"/>
                </a:lnTo>
                <a:lnTo>
                  <a:pt x="1099118" y="91116"/>
                </a:lnTo>
                <a:lnTo>
                  <a:pt x="1105767" y="77162"/>
                </a:lnTo>
                <a:lnTo>
                  <a:pt x="1112406" y="63198"/>
                </a:lnTo>
                <a:lnTo>
                  <a:pt x="1119054" y="49235"/>
                </a:lnTo>
                <a:lnTo>
                  <a:pt x="1125693" y="35271"/>
                </a:lnTo>
                <a:lnTo>
                  <a:pt x="1132342" y="21307"/>
                </a:lnTo>
                <a:lnTo>
                  <a:pt x="1138990" y="7344"/>
                </a:lnTo>
                <a:lnTo>
                  <a:pt x="1140000" y="6753"/>
                </a:lnTo>
                <a:lnTo>
                  <a:pt x="1127760" y="16002"/>
                </a:lnTo>
                <a:lnTo>
                  <a:pt x="1113520" y="21984"/>
                </a:lnTo>
                <a:lnTo>
                  <a:pt x="1098747" y="26556"/>
                </a:lnTo>
                <a:lnTo>
                  <a:pt x="1083745" y="30309"/>
                </a:lnTo>
                <a:lnTo>
                  <a:pt x="1068619" y="33509"/>
                </a:lnTo>
                <a:lnTo>
                  <a:pt x="1053417" y="36309"/>
                </a:lnTo>
                <a:lnTo>
                  <a:pt x="1038149" y="38795"/>
                </a:lnTo>
                <a:lnTo>
                  <a:pt x="1022852" y="41034"/>
                </a:lnTo>
                <a:lnTo>
                  <a:pt x="1007526" y="43072"/>
                </a:lnTo>
                <a:lnTo>
                  <a:pt x="992172" y="44929"/>
                </a:lnTo>
                <a:lnTo>
                  <a:pt x="976808" y="46634"/>
                </a:lnTo>
                <a:lnTo>
                  <a:pt x="961425" y="48206"/>
                </a:lnTo>
                <a:lnTo>
                  <a:pt x="946033" y="49663"/>
                </a:lnTo>
                <a:lnTo>
                  <a:pt x="930621" y="51006"/>
                </a:lnTo>
                <a:lnTo>
                  <a:pt x="915210" y="52254"/>
                </a:lnTo>
                <a:lnTo>
                  <a:pt x="899789" y="53426"/>
                </a:lnTo>
                <a:lnTo>
                  <a:pt x="884368" y="54493"/>
                </a:lnTo>
                <a:lnTo>
                  <a:pt x="868937" y="55493"/>
                </a:lnTo>
                <a:lnTo>
                  <a:pt x="853507" y="56426"/>
                </a:lnTo>
                <a:lnTo>
                  <a:pt x="838067" y="57293"/>
                </a:lnTo>
                <a:lnTo>
                  <a:pt x="822627" y="58083"/>
                </a:lnTo>
                <a:lnTo>
                  <a:pt x="807177" y="58826"/>
                </a:lnTo>
                <a:lnTo>
                  <a:pt x="791728" y="59512"/>
                </a:lnTo>
                <a:lnTo>
                  <a:pt x="776278" y="60131"/>
                </a:lnTo>
                <a:lnTo>
                  <a:pt x="760828" y="60703"/>
                </a:lnTo>
                <a:lnTo>
                  <a:pt x="745369" y="61227"/>
                </a:lnTo>
                <a:lnTo>
                  <a:pt x="729920" y="61703"/>
                </a:lnTo>
                <a:lnTo>
                  <a:pt x="714461" y="62122"/>
                </a:lnTo>
                <a:lnTo>
                  <a:pt x="699002" y="62503"/>
                </a:lnTo>
                <a:lnTo>
                  <a:pt x="683543" y="62836"/>
                </a:lnTo>
                <a:lnTo>
                  <a:pt x="668084" y="63122"/>
                </a:lnTo>
                <a:lnTo>
                  <a:pt x="652624" y="63370"/>
                </a:lnTo>
                <a:lnTo>
                  <a:pt x="637156" y="63570"/>
                </a:lnTo>
                <a:lnTo>
                  <a:pt x="621697" y="63722"/>
                </a:lnTo>
                <a:lnTo>
                  <a:pt x="606238" y="63837"/>
                </a:lnTo>
                <a:lnTo>
                  <a:pt x="590769" y="63913"/>
                </a:lnTo>
                <a:lnTo>
                  <a:pt x="575310" y="63941"/>
                </a:lnTo>
                <a:lnTo>
                  <a:pt x="559851" y="63932"/>
                </a:lnTo>
                <a:lnTo>
                  <a:pt x="544382" y="63884"/>
                </a:lnTo>
                <a:lnTo>
                  <a:pt x="528923" y="63789"/>
                </a:lnTo>
                <a:lnTo>
                  <a:pt x="513455" y="63656"/>
                </a:lnTo>
                <a:lnTo>
                  <a:pt x="497996" y="63475"/>
                </a:lnTo>
                <a:lnTo>
                  <a:pt x="482536" y="63256"/>
                </a:lnTo>
                <a:lnTo>
                  <a:pt x="467077" y="62989"/>
                </a:lnTo>
                <a:lnTo>
                  <a:pt x="451618" y="62684"/>
                </a:lnTo>
                <a:lnTo>
                  <a:pt x="436159" y="62332"/>
                </a:lnTo>
                <a:lnTo>
                  <a:pt x="420700" y="61932"/>
                </a:lnTo>
                <a:lnTo>
                  <a:pt x="405241" y="61484"/>
                </a:lnTo>
                <a:lnTo>
                  <a:pt x="389792" y="60989"/>
                </a:lnTo>
                <a:lnTo>
                  <a:pt x="374333" y="60446"/>
                </a:lnTo>
                <a:lnTo>
                  <a:pt x="358883" y="59846"/>
                </a:lnTo>
                <a:lnTo>
                  <a:pt x="343433" y="59188"/>
                </a:lnTo>
                <a:lnTo>
                  <a:pt x="327984" y="58484"/>
                </a:lnTo>
                <a:lnTo>
                  <a:pt x="312544" y="57721"/>
                </a:lnTo>
                <a:lnTo>
                  <a:pt x="297104" y="56893"/>
                </a:lnTo>
                <a:lnTo>
                  <a:pt x="281664" y="55997"/>
                </a:lnTo>
                <a:lnTo>
                  <a:pt x="266233" y="55035"/>
                </a:lnTo>
                <a:lnTo>
                  <a:pt x="250803" y="53997"/>
                </a:lnTo>
                <a:lnTo>
                  <a:pt x="235382" y="52883"/>
                </a:lnTo>
                <a:lnTo>
                  <a:pt x="219970" y="51683"/>
                </a:lnTo>
                <a:lnTo>
                  <a:pt x="204559" y="50378"/>
                </a:lnTo>
                <a:lnTo>
                  <a:pt x="189157" y="48987"/>
                </a:lnTo>
                <a:lnTo>
                  <a:pt x="173774" y="47473"/>
                </a:lnTo>
                <a:lnTo>
                  <a:pt x="158391" y="45844"/>
                </a:lnTo>
                <a:lnTo>
                  <a:pt x="143037" y="44072"/>
                </a:lnTo>
                <a:lnTo>
                  <a:pt x="127692" y="42129"/>
                </a:lnTo>
                <a:lnTo>
                  <a:pt x="112376" y="40005"/>
                </a:lnTo>
                <a:lnTo>
                  <a:pt x="97098" y="37652"/>
                </a:lnTo>
                <a:lnTo>
                  <a:pt x="81858" y="35023"/>
                </a:lnTo>
                <a:lnTo>
                  <a:pt x="66685" y="32042"/>
                </a:lnTo>
                <a:lnTo>
                  <a:pt x="51606" y="28613"/>
                </a:lnTo>
                <a:lnTo>
                  <a:pt x="36700" y="24517"/>
                </a:lnTo>
                <a:lnTo>
                  <a:pt x="22117" y="19393"/>
                </a:lnTo>
                <a:lnTo>
                  <a:pt x="8430" y="122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2" name="simple-step-cap-3">
            <a:extLst xmlns:a="http://schemas.openxmlformats.org/drawingml/2006/main">
              <a:ext uri="{FF2B5EF4-FFF2-40B4-BE49-F238E27FC236}">
                <a16:creationId xmlns:a16="http://schemas.microsoft.com/office/drawing/2014/main" id="{B327505F-3955-4870-B955-702ACE8E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7945" y="4435269"/>
            <a:ext cx="1142476" cy="1818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3" name="simple-flow-arrow">
            <a:extLst xmlns:a="http://schemas.openxmlformats.org/drawingml/2006/main">
              <a:ext uri="{FF2B5EF4-FFF2-40B4-BE49-F238E27FC236}">
                <a16:creationId xmlns:a16="http://schemas.microsoft.com/office/drawing/2014/main" id="{5FB6EF75-403A-4DDE-A8CA-C1ABD80A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2847" y="2604087"/>
            <a:ext cx="1492691" cy="2514810"/>
          </a:xfrm>
          <a:custGeom xmlns:a="http://schemas.openxmlformats.org/drawingml/2006/main">
            <a:pathLst>
              <a:path w="1492691" h="2514810">
                <a:moveTo>
                  <a:pt x="0" y="0"/>
                </a:moveTo>
                <a:lnTo>
                  <a:pt x="133" y="31471"/>
                </a:lnTo>
                <a:lnTo>
                  <a:pt x="9211" y="61627"/>
                </a:lnTo>
                <a:lnTo>
                  <a:pt x="18288" y="91783"/>
                </a:lnTo>
                <a:lnTo>
                  <a:pt x="27365" y="121930"/>
                </a:lnTo>
                <a:lnTo>
                  <a:pt x="36443" y="152086"/>
                </a:lnTo>
                <a:lnTo>
                  <a:pt x="45520" y="182242"/>
                </a:lnTo>
                <a:lnTo>
                  <a:pt x="54597" y="212398"/>
                </a:lnTo>
                <a:lnTo>
                  <a:pt x="63675" y="242545"/>
                </a:lnTo>
                <a:lnTo>
                  <a:pt x="72752" y="272701"/>
                </a:lnTo>
                <a:lnTo>
                  <a:pt x="81829" y="302857"/>
                </a:lnTo>
                <a:lnTo>
                  <a:pt x="90907" y="333013"/>
                </a:lnTo>
                <a:lnTo>
                  <a:pt x="99984" y="363160"/>
                </a:lnTo>
                <a:lnTo>
                  <a:pt x="109061" y="393316"/>
                </a:lnTo>
                <a:lnTo>
                  <a:pt x="118129" y="423472"/>
                </a:lnTo>
                <a:lnTo>
                  <a:pt x="127206" y="453628"/>
                </a:lnTo>
                <a:lnTo>
                  <a:pt x="136284" y="483784"/>
                </a:lnTo>
                <a:lnTo>
                  <a:pt x="145361" y="513931"/>
                </a:lnTo>
                <a:lnTo>
                  <a:pt x="154438" y="544087"/>
                </a:lnTo>
                <a:lnTo>
                  <a:pt x="163516" y="574243"/>
                </a:lnTo>
                <a:lnTo>
                  <a:pt x="172326" y="604466"/>
                </a:lnTo>
                <a:lnTo>
                  <a:pt x="179822" y="635051"/>
                </a:lnTo>
                <a:lnTo>
                  <a:pt x="187242" y="665655"/>
                </a:lnTo>
                <a:lnTo>
                  <a:pt x="194234" y="696363"/>
                </a:lnTo>
                <a:lnTo>
                  <a:pt x="201216" y="727072"/>
                </a:lnTo>
                <a:lnTo>
                  <a:pt x="208197" y="757771"/>
                </a:lnTo>
                <a:lnTo>
                  <a:pt x="215179" y="788480"/>
                </a:lnTo>
                <a:lnTo>
                  <a:pt x="222161" y="819188"/>
                </a:lnTo>
                <a:lnTo>
                  <a:pt x="229152" y="849897"/>
                </a:lnTo>
                <a:lnTo>
                  <a:pt x="236134" y="880605"/>
                </a:lnTo>
                <a:lnTo>
                  <a:pt x="243116" y="911304"/>
                </a:lnTo>
                <a:lnTo>
                  <a:pt x="250098" y="942013"/>
                </a:lnTo>
                <a:lnTo>
                  <a:pt x="257080" y="972722"/>
                </a:lnTo>
                <a:lnTo>
                  <a:pt x="264071" y="1003430"/>
                </a:lnTo>
                <a:lnTo>
                  <a:pt x="271053" y="1034129"/>
                </a:lnTo>
                <a:lnTo>
                  <a:pt x="278035" y="1064838"/>
                </a:lnTo>
                <a:lnTo>
                  <a:pt x="285017" y="1095546"/>
                </a:lnTo>
                <a:lnTo>
                  <a:pt x="292008" y="1126255"/>
                </a:lnTo>
                <a:lnTo>
                  <a:pt x="298990" y="1156954"/>
                </a:lnTo>
                <a:lnTo>
                  <a:pt x="305972" y="1187663"/>
                </a:lnTo>
                <a:lnTo>
                  <a:pt x="312953" y="1218371"/>
                </a:lnTo>
                <a:lnTo>
                  <a:pt x="319707" y="1249128"/>
                </a:lnTo>
                <a:lnTo>
                  <a:pt x="326327" y="1279912"/>
                </a:lnTo>
                <a:lnTo>
                  <a:pt x="332794" y="1310735"/>
                </a:lnTo>
                <a:lnTo>
                  <a:pt x="339157" y="1341577"/>
                </a:lnTo>
                <a:lnTo>
                  <a:pt x="345519" y="1372419"/>
                </a:lnTo>
                <a:lnTo>
                  <a:pt x="351892" y="1403252"/>
                </a:lnTo>
                <a:lnTo>
                  <a:pt x="358254" y="1434094"/>
                </a:lnTo>
                <a:lnTo>
                  <a:pt x="364617" y="1464935"/>
                </a:lnTo>
                <a:lnTo>
                  <a:pt x="370989" y="1495777"/>
                </a:lnTo>
                <a:lnTo>
                  <a:pt x="377352" y="1526619"/>
                </a:lnTo>
                <a:lnTo>
                  <a:pt x="383715" y="1557461"/>
                </a:lnTo>
                <a:lnTo>
                  <a:pt x="390087" y="1588294"/>
                </a:lnTo>
                <a:lnTo>
                  <a:pt x="396450" y="1619136"/>
                </a:lnTo>
                <a:lnTo>
                  <a:pt x="402812" y="1649978"/>
                </a:lnTo>
                <a:lnTo>
                  <a:pt x="409184" y="1680820"/>
                </a:lnTo>
                <a:lnTo>
                  <a:pt x="415547" y="1711662"/>
                </a:lnTo>
                <a:lnTo>
                  <a:pt x="421910" y="1742504"/>
                </a:lnTo>
                <a:lnTo>
                  <a:pt x="428282" y="1773336"/>
                </a:lnTo>
                <a:lnTo>
                  <a:pt x="434645" y="1804178"/>
                </a:lnTo>
                <a:lnTo>
                  <a:pt x="441008" y="1835020"/>
                </a:lnTo>
                <a:lnTo>
                  <a:pt x="447342" y="1865871"/>
                </a:lnTo>
                <a:lnTo>
                  <a:pt x="453514" y="1896742"/>
                </a:lnTo>
                <a:lnTo>
                  <a:pt x="459677" y="1927631"/>
                </a:lnTo>
                <a:lnTo>
                  <a:pt x="465782" y="1958521"/>
                </a:lnTo>
                <a:lnTo>
                  <a:pt x="471888" y="1989411"/>
                </a:lnTo>
                <a:lnTo>
                  <a:pt x="474145" y="2017147"/>
                </a:lnTo>
                <a:lnTo>
                  <a:pt x="442655" y="2017147"/>
                </a:lnTo>
                <a:lnTo>
                  <a:pt x="411166" y="2017147"/>
                </a:lnTo>
                <a:lnTo>
                  <a:pt x="379676" y="2017147"/>
                </a:lnTo>
                <a:lnTo>
                  <a:pt x="348186" y="2017147"/>
                </a:lnTo>
                <a:lnTo>
                  <a:pt x="316697" y="2017147"/>
                </a:lnTo>
                <a:lnTo>
                  <a:pt x="285207" y="2017147"/>
                </a:lnTo>
                <a:lnTo>
                  <a:pt x="253717" y="2017147"/>
                </a:lnTo>
                <a:lnTo>
                  <a:pt x="247259" y="2027444"/>
                </a:lnTo>
                <a:lnTo>
                  <a:pt x="269643" y="2049599"/>
                </a:lnTo>
                <a:lnTo>
                  <a:pt x="292027" y="2071754"/>
                </a:lnTo>
                <a:lnTo>
                  <a:pt x="314411" y="2093900"/>
                </a:lnTo>
                <a:lnTo>
                  <a:pt x="336785" y="2116055"/>
                </a:lnTo>
                <a:lnTo>
                  <a:pt x="359169" y="2138210"/>
                </a:lnTo>
                <a:lnTo>
                  <a:pt x="381552" y="2160365"/>
                </a:lnTo>
                <a:lnTo>
                  <a:pt x="403927" y="2182511"/>
                </a:lnTo>
                <a:lnTo>
                  <a:pt x="426310" y="2204666"/>
                </a:lnTo>
                <a:lnTo>
                  <a:pt x="448694" y="2226821"/>
                </a:lnTo>
                <a:lnTo>
                  <a:pt x="471078" y="2248976"/>
                </a:lnTo>
                <a:lnTo>
                  <a:pt x="493452" y="2271122"/>
                </a:lnTo>
                <a:lnTo>
                  <a:pt x="515836" y="2293277"/>
                </a:lnTo>
                <a:lnTo>
                  <a:pt x="538220" y="2315432"/>
                </a:lnTo>
                <a:lnTo>
                  <a:pt x="560594" y="2337587"/>
                </a:lnTo>
                <a:lnTo>
                  <a:pt x="582978" y="2359733"/>
                </a:lnTo>
                <a:lnTo>
                  <a:pt x="605361" y="2381888"/>
                </a:lnTo>
                <a:lnTo>
                  <a:pt x="627745" y="2404043"/>
                </a:lnTo>
                <a:lnTo>
                  <a:pt x="650119" y="2426198"/>
                </a:lnTo>
                <a:lnTo>
                  <a:pt x="672503" y="2448344"/>
                </a:lnTo>
                <a:lnTo>
                  <a:pt x="694887" y="2470499"/>
                </a:lnTo>
                <a:lnTo>
                  <a:pt x="717261" y="2492654"/>
                </a:lnTo>
                <a:lnTo>
                  <a:pt x="739645" y="2514810"/>
                </a:lnTo>
                <a:lnTo>
                  <a:pt x="762029" y="2505913"/>
                </a:lnTo>
                <a:lnTo>
                  <a:pt x="784412" y="2483758"/>
                </a:lnTo>
                <a:lnTo>
                  <a:pt x="806787" y="2461612"/>
                </a:lnTo>
                <a:lnTo>
                  <a:pt x="829170" y="2439457"/>
                </a:lnTo>
                <a:lnTo>
                  <a:pt x="851554" y="2417302"/>
                </a:lnTo>
                <a:lnTo>
                  <a:pt x="873928" y="2395147"/>
                </a:lnTo>
                <a:lnTo>
                  <a:pt x="896312" y="2373001"/>
                </a:lnTo>
                <a:lnTo>
                  <a:pt x="918696" y="2350846"/>
                </a:lnTo>
                <a:lnTo>
                  <a:pt x="941080" y="2328691"/>
                </a:lnTo>
                <a:lnTo>
                  <a:pt x="963454" y="2306545"/>
                </a:lnTo>
                <a:lnTo>
                  <a:pt x="985838" y="2284390"/>
                </a:lnTo>
                <a:lnTo>
                  <a:pt x="1008221" y="2262235"/>
                </a:lnTo>
                <a:lnTo>
                  <a:pt x="1030595" y="2240080"/>
                </a:lnTo>
                <a:lnTo>
                  <a:pt x="1052979" y="2217934"/>
                </a:lnTo>
                <a:lnTo>
                  <a:pt x="1075363" y="2195779"/>
                </a:lnTo>
                <a:lnTo>
                  <a:pt x="1097747" y="2173624"/>
                </a:lnTo>
                <a:lnTo>
                  <a:pt x="1120121" y="2151469"/>
                </a:lnTo>
                <a:lnTo>
                  <a:pt x="1142505" y="2129323"/>
                </a:lnTo>
                <a:lnTo>
                  <a:pt x="1164888" y="2107168"/>
                </a:lnTo>
                <a:lnTo>
                  <a:pt x="1187263" y="2085013"/>
                </a:lnTo>
                <a:lnTo>
                  <a:pt x="1209646" y="2062858"/>
                </a:lnTo>
                <a:lnTo>
                  <a:pt x="1232030" y="2040712"/>
                </a:lnTo>
                <a:lnTo>
                  <a:pt x="1254414" y="2018557"/>
                </a:lnTo>
                <a:lnTo>
                  <a:pt x="1226344" y="2017147"/>
                </a:lnTo>
                <a:lnTo>
                  <a:pt x="1194845" y="2017147"/>
                </a:lnTo>
                <a:lnTo>
                  <a:pt x="1163355" y="2017147"/>
                </a:lnTo>
                <a:lnTo>
                  <a:pt x="1131865" y="2017147"/>
                </a:lnTo>
                <a:lnTo>
                  <a:pt x="1100376" y="2017147"/>
                </a:lnTo>
                <a:lnTo>
                  <a:pt x="1068886" y="2017147"/>
                </a:lnTo>
                <a:lnTo>
                  <a:pt x="1037396" y="2017147"/>
                </a:lnTo>
                <a:lnTo>
                  <a:pt x="1017146" y="2007908"/>
                </a:lnTo>
                <a:lnTo>
                  <a:pt x="1023252" y="1977019"/>
                </a:lnTo>
                <a:lnTo>
                  <a:pt x="1029357" y="1946119"/>
                </a:lnTo>
                <a:lnTo>
                  <a:pt x="1035472" y="1915230"/>
                </a:lnTo>
                <a:lnTo>
                  <a:pt x="1041654" y="1884350"/>
                </a:lnTo>
                <a:lnTo>
                  <a:pt x="1047864" y="1853479"/>
                </a:lnTo>
                <a:lnTo>
                  <a:pt x="1054237" y="1822647"/>
                </a:lnTo>
                <a:lnTo>
                  <a:pt x="1060599" y="1791805"/>
                </a:lnTo>
                <a:lnTo>
                  <a:pt x="1066962" y="1760963"/>
                </a:lnTo>
                <a:lnTo>
                  <a:pt x="1073334" y="1730121"/>
                </a:lnTo>
                <a:lnTo>
                  <a:pt x="1079697" y="1699279"/>
                </a:lnTo>
                <a:lnTo>
                  <a:pt x="1086060" y="1668437"/>
                </a:lnTo>
                <a:lnTo>
                  <a:pt x="1092432" y="1637605"/>
                </a:lnTo>
                <a:lnTo>
                  <a:pt x="1098794" y="1606763"/>
                </a:lnTo>
                <a:lnTo>
                  <a:pt x="1105157" y="1575921"/>
                </a:lnTo>
                <a:lnTo>
                  <a:pt x="1111529" y="1545079"/>
                </a:lnTo>
                <a:lnTo>
                  <a:pt x="1117892" y="1514237"/>
                </a:lnTo>
                <a:lnTo>
                  <a:pt x="1124255" y="1483395"/>
                </a:lnTo>
                <a:lnTo>
                  <a:pt x="1130627" y="1452563"/>
                </a:lnTo>
                <a:lnTo>
                  <a:pt x="1136990" y="1421721"/>
                </a:lnTo>
                <a:lnTo>
                  <a:pt x="1143352" y="1390879"/>
                </a:lnTo>
                <a:lnTo>
                  <a:pt x="1149725" y="1360037"/>
                </a:lnTo>
                <a:lnTo>
                  <a:pt x="1156087" y="1329195"/>
                </a:lnTo>
                <a:lnTo>
                  <a:pt x="1162450" y="1298353"/>
                </a:lnTo>
                <a:lnTo>
                  <a:pt x="1169022" y="1267558"/>
                </a:lnTo>
                <a:lnTo>
                  <a:pt x="1175642" y="1236774"/>
                </a:lnTo>
                <a:lnTo>
                  <a:pt x="1182538" y="1206046"/>
                </a:lnTo>
                <a:lnTo>
                  <a:pt x="1189520" y="1175337"/>
                </a:lnTo>
                <a:lnTo>
                  <a:pt x="1196502" y="1144638"/>
                </a:lnTo>
                <a:lnTo>
                  <a:pt x="1203493" y="1113930"/>
                </a:lnTo>
                <a:lnTo>
                  <a:pt x="1210475" y="1083221"/>
                </a:lnTo>
                <a:lnTo>
                  <a:pt x="1217457" y="1052513"/>
                </a:lnTo>
                <a:lnTo>
                  <a:pt x="1224439" y="1021813"/>
                </a:lnTo>
                <a:lnTo>
                  <a:pt x="1231430" y="991105"/>
                </a:lnTo>
                <a:lnTo>
                  <a:pt x="1238412" y="960396"/>
                </a:lnTo>
                <a:lnTo>
                  <a:pt x="1245394" y="929688"/>
                </a:lnTo>
                <a:lnTo>
                  <a:pt x="1252376" y="898989"/>
                </a:lnTo>
                <a:lnTo>
                  <a:pt x="1259357" y="868280"/>
                </a:lnTo>
                <a:lnTo>
                  <a:pt x="1266349" y="837571"/>
                </a:lnTo>
                <a:lnTo>
                  <a:pt x="1273331" y="806863"/>
                </a:lnTo>
                <a:lnTo>
                  <a:pt x="1280312" y="776154"/>
                </a:lnTo>
                <a:lnTo>
                  <a:pt x="1287294" y="745455"/>
                </a:lnTo>
                <a:lnTo>
                  <a:pt x="1294276" y="714746"/>
                </a:lnTo>
                <a:lnTo>
                  <a:pt x="1301267" y="684038"/>
                </a:lnTo>
                <a:lnTo>
                  <a:pt x="1308383" y="653367"/>
                </a:lnTo>
                <a:lnTo>
                  <a:pt x="1315879" y="622783"/>
                </a:lnTo>
                <a:lnTo>
                  <a:pt x="1323737" y="592293"/>
                </a:lnTo>
                <a:lnTo>
                  <a:pt x="1332814" y="562137"/>
                </a:lnTo>
                <a:lnTo>
                  <a:pt x="1341892" y="531990"/>
                </a:lnTo>
                <a:lnTo>
                  <a:pt x="1350969" y="501834"/>
                </a:lnTo>
                <a:lnTo>
                  <a:pt x="1360046" y="471678"/>
                </a:lnTo>
                <a:lnTo>
                  <a:pt x="1369124" y="441522"/>
                </a:lnTo>
                <a:lnTo>
                  <a:pt x="1378201" y="411375"/>
                </a:lnTo>
                <a:lnTo>
                  <a:pt x="1387278" y="381219"/>
                </a:lnTo>
                <a:lnTo>
                  <a:pt x="1396355" y="351063"/>
                </a:lnTo>
                <a:lnTo>
                  <a:pt x="1405433" y="320907"/>
                </a:lnTo>
                <a:lnTo>
                  <a:pt x="1414510" y="290751"/>
                </a:lnTo>
                <a:lnTo>
                  <a:pt x="1423587" y="260604"/>
                </a:lnTo>
                <a:lnTo>
                  <a:pt x="1432665" y="230448"/>
                </a:lnTo>
                <a:lnTo>
                  <a:pt x="1441742" y="200292"/>
                </a:lnTo>
                <a:lnTo>
                  <a:pt x="1450819" y="170136"/>
                </a:lnTo>
                <a:lnTo>
                  <a:pt x="1459897" y="139989"/>
                </a:lnTo>
                <a:lnTo>
                  <a:pt x="1468974" y="109833"/>
                </a:lnTo>
                <a:lnTo>
                  <a:pt x="1478051" y="79677"/>
                </a:lnTo>
                <a:lnTo>
                  <a:pt x="1487129" y="49520"/>
                </a:lnTo>
                <a:lnTo>
                  <a:pt x="1492691" y="18850"/>
                </a:lnTo>
                <a:lnTo>
                  <a:pt x="1480052" y="0"/>
                </a:lnTo>
                <a:lnTo>
                  <a:pt x="1448562" y="0"/>
                </a:lnTo>
                <a:lnTo>
                  <a:pt x="1417072" y="0"/>
                </a:lnTo>
                <a:lnTo>
                  <a:pt x="1385583" y="0"/>
                </a:lnTo>
                <a:lnTo>
                  <a:pt x="1354093" y="0"/>
                </a:lnTo>
                <a:lnTo>
                  <a:pt x="1322603" y="0"/>
                </a:lnTo>
                <a:lnTo>
                  <a:pt x="1291114" y="0"/>
                </a:lnTo>
                <a:lnTo>
                  <a:pt x="1259624" y="0"/>
                </a:lnTo>
                <a:lnTo>
                  <a:pt x="1228125" y="0"/>
                </a:lnTo>
                <a:lnTo>
                  <a:pt x="1196635" y="0"/>
                </a:lnTo>
                <a:lnTo>
                  <a:pt x="1165146" y="0"/>
                </a:lnTo>
                <a:lnTo>
                  <a:pt x="1133656" y="0"/>
                </a:lnTo>
                <a:lnTo>
                  <a:pt x="1102166" y="0"/>
                </a:lnTo>
                <a:lnTo>
                  <a:pt x="1070677" y="0"/>
                </a:lnTo>
                <a:lnTo>
                  <a:pt x="1039187" y="0"/>
                </a:lnTo>
                <a:lnTo>
                  <a:pt x="1007697" y="0"/>
                </a:lnTo>
                <a:lnTo>
                  <a:pt x="976208" y="0"/>
                </a:lnTo>
                <a:lnTo>
                  <a:pt x="944718" y="0"/>
                </a:lnTo>
                <a:lnTo>
                  <a:pt x="913228" y="0"/>
                </a:lnTo>
                <a:lnTo>
                  <a:pt x="881729" y="0"/>
                </a:lnTo>
                <a:lnTo>
                  <a:pt x="850240" y="0"/>
                </a:lnTo>
                <a:lnTo>
                  <a:pt x="818750" y="0"/>
                </a:lnTo>
                <a:lnTo>
                  <a:pt x="787260" y="0"/>
                </a:lnTo>
                <a:lnTo>
                  <a:pt x="755771" y="0"/>
                </a:lnTo>
                <a:lnTo>
                  <a:pt x="724281" y="0"/>
                </a:lnTo>
                <a:lnTo>
                  <a:pt x="692791" y="0"/>
                </a:lnTo>
                <a:lnTo>
                  <a:pt x="661302" y="0"/>
                </a:lnTo>
                <a:lnTo>
                  <a:pt x="629812" y="0"/>
                </a:lnTo>
                <a:lnTo>
                  <a:pt x="598322" y="0"/>
                </a:lnTo>
                <a:lnTo>
                  <a:pt x="566833" y="0"/>
                </a:lnTo>
                <a:lnTo>
                  <a:pt x="535343" y="0"/>
                </a:lnTo>
                <a:lnTo>
                  <a:pt x="503844" y="0"/>
                </a:lnTo>
                <a:lnTo>
                  <a:pt x="472354" y="0"/>
                </a:lnTo>
                <a:lnTo>
                  <a:pt x="440865" y="0"/>
                </a:lnTo>
                <a:lnTo>
                  <a:pt x="409375" y="0"/>
                </a:lnTo>
                <a:lnTo>
                  <a:pt x="377885" y="0"/>
                </a:lnTo>
                <a:lnTo>
                  <a:pt x="346396" y="0"/>
                </a:lnTo>
                <a:lnTo>
                  <a:pt x="314906" y="0"/>
                </a:lnTo>
                <a:lnTo>
                  <a:pt x="283416" y="0"/>
                </a:lnTo>
                <a:lnTo>
                  <a:pt x="251927" y="0"/>
                </a:lnTo>
                <a:lnTo>
                  <a:pt x="220437" y="0"/>
                </a:lnTo>
                <a:lnTo>
                  <a:pt x="188947" y="0"/>
                </a:lnTo>
                <a:lnTo>
                  <a:pt x="157448" y="0"/>
                </a:lnTo>
                <a:lnTo>
                  <a:pt x="125959" y="0"/>
                </a:lnTo>
                <a:lnTo>
                  <a:pt x="94469" y="0"/>
                </a:lnTo>
                <a:lnTo>
                  <a:pt x="62979" y="0"/>
                </a:lnTo>
                <a:lnTo>
                  <a:pt x="31490" y="0"/>
                </a:ln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4ECEA">
                  <a:alpha val="0"/>
                </a:srgbClr>
              </a:gs>
              <a:gs pos="42000">
                <a:srgbClr val="DFC6C1">
                  <a:alpha val="9600"/>
                </a:srgbClr>
              </a:gs>
              <a:gs pos="76000">
                <a:srgbClr val="DFC6C1">
                  <a:alpha val="19200"/>
                </a:srgbClr>
              </a:gs>
              <a:gs pos="100000">
                <a:srgbClr val="C2948B">
                  <a:alpha val="31200"/>
                </a:srgbClr>
              </a:gs>
            </a:gsLst>
            <a:lin ang="5400000"/>
          </a:gradFill>
          <a:ln xmlns:a="http://schemas.openxmlformats.org/drawingml/2006/main" w="9525">
            <a:noFill/>
            <a:prstDash val="solid"/>
          </a:ln>
        </p:spPr>
      </p:sp>
      <p:sp>
        <p:nvSpPr>
          <p:cNvPr id="24" name="simple-step-title-0">
            <a:extLst xmlns:a="http://schemas.openxmlformats.org/drawingml/2006/main">
              <a:ext uri="{FF2B5EF4-FFF2-40B4-BE49-F238E27FC236}">
                <a16:creationId xmlns:a16="http://schemas.microsoft.com/office/drawing/2014/main" id="{E71DA654-22B6-4A30-9139-A714046A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10463" y="2666105"/>
            <a:ext cx="2457450" cy="444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收集线索</a:t>
            </a:r>
          </a:p>
        </p:txBody>
      </p:sp>
      <p:sp>
        <p:nvSpPr>
          <p:cNvPr id="25" name="simple-step-title-1">
            <a:extLst xmlns:a="http://schemas.openxmlformats.org/drawingml/2006/main">
              <a:ext uri="{FF2B5EF4-FFF2-40B4-BE49-F238E27FC236}">
                <a16:creationId xmlns:a16="http://schemas.microsoft.com/office/drawing/2014/main" id="{753CCEEC-3846-40EB-8E4D-632C2622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0320" y="3296393"/>
            <a:ext cx="1837734" cy="444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核对问题</a:t>
            </a:r>
          </a:p>
        </p:txBody>
      </p:sp>
      <p:sp>
        <p:nvSpPr>
          <p:cNvPr id="26" name="simple-step-title-2">
            <a:extLst xmlns:a="http://schemas.openxmlformats.org/drawingml/2006/main">
              <a:ext uri="{FF2B5EF4-FFF2-40B4-BE49-F238E27FC236}">
                <a16:creationId xmlns:a16="http://schemas.microsoft.com/office/drawing/2014/main" id="{8788C3D9-90F0-4479-950C-9F585FC7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6829" y="3926834"/>
            <a:ext cx="1324718" cy="444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验证方案</a:t>
            </a:r>
          </a:p>
        </p:txBody>
      </p:sp>
      <p:sp>
        <p:nvSpPr>
          <p:cNvPr id="27" name="simple-step-title-3">
            <a:extLst xmlns:a="http://schemas.openxmlformats.org/drawingml/2006/main">
              <a:ext uri="{FF2B5EF4-FFF2-40B4-BE49-F238E27FC236}">
                <a16:creationId xmlns:a16="http://schemas.microsoft.com/office/drawing/2014/main" id="{90866BFF-DF28-42C5-BF63-D1428112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13982" y="4557122"/>
            <a:ext cx="850402" cy="444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纳入发布</a:t>
            </a:r>
          </a:p>
        </p:txBody>
      </p:sp>
      <p:sp>
        <p:nvSpPr>
          <p:cNvPr id="28" name="simple-input-core-0">
            <a:extLst xmlns:a="http://schemas.openxmlformats.org/drawingml/2006/main">
              <a:ext uri="{FF2B5EF4-FFF2-40B4-BE49-F238E27FC236}">
                <a16:creationId xmlns:a16="http://schemas.microsoft.com/office/drawing/2014/main" id="{86016C37-CE71-4566-ABB9-B10A84B0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7287" y="2037607"/>
            <a:ext cx="356740" cy="356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3e2b53c7024d1e">
            <a:extLst>
              <a:ext uri="{96DAC541-7B7A-43D3-8B79-37D633B846F1}">
                <asvg:svgBlip xmlns:asvg="http://schemas.microsoft.com/office/drawing/2016/SVG/main" r:embed="Rc65692e8ebde455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803880" y="2134200"/>
            <a:ext cx="163563" cy="163563"/>
          </a:xfrm>
          <a:prstGeom xmlns:a="http://schemas.openxmlformats.org/drawingml/2006/main" prst="rect">
            <a:avLst/>
          </a:prstGeom>
        </p:spPr>
      </p:pic>
      <p:sp>
        <p:nvSpPr>
          <p:cNvPr id="30" name="simple-input-core-1">
            <a:extLst xmlns:a="http://schemas.openxmlformats.org/drawingml/2006/main">
              <a:ext uri="{FF2B5EF4-FFF2-40B4-BE49-F238E27FC236}">
                <a16:creationId xmlns:a16="http://schemas.microsoft.com/office/drawing/2014/main" id="{C86CC957-0ABD-4CD4-A023-EBA2FC32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84035" y="1867052"/>
            <a:ext cx="310305" cy="3103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7bb0d712d349bd">
            <a:extLst>
              <a:ext uri="{96DAC541-7B7A-43D3-8B79-37D633B846F1}">
                <asvg:svgBlip xmlns:asvg="http://schemas.microsoft.com/office/drawing/2016/SVG/main" r:embed="Raee078de3b4b400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680628" y="1963636"/>
            <a:ext cx="117129" cy="117129"/>
          </a:xfrm>
          <a:prstGeom xmlns:a="http://schemas.openxmlformats.org/drawingml/2006/main" prst="rect">
            <a:avLst/>
          </a:prstGeom>
        </p:spPr>
      </p:pic>
      <p:sp>
        <p:nvSpPr>
          <p:cNvPr id="32" name="simple-input-core-2">
            <a:extLst xmlns:a="http://schemas.openxmlformats.org/drawingml/2006/main">
              <a:ext uri="{FF2B5EF4-FFF2-40B4-BE49-F238E27FC236}">
                <a16:creationId xmlns:a16="http://schemas.microsoft.com/office/drawing/2014/main" id="{15ED062D-8E15-4E6B-85E9-80E0F5B9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4196" y="2006651"/>
            <a:ext cx="356740" cy="356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8a99b865934a16">
            <a:extLst>
              <a:ext uri="{96DAC541-7B7A-43D3-8B79-37D633B846F1}">
                <asvg:svgBlip xmlns:asvg="http://schemas.microsoft.com/office/drawing/2016/SVG/main" r:embed="R33d57e55959b43d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10789" y="2103244"/>
            <a:ext cx="163563" cy="16356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219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2026-09-08T00:23:31.2860000Z</dcterms:created>
  <dcterms:modified xsi:type="dcterms:W3CDTF">2026-09-08T00:23:31.2860000Z</dcterms:modified>
</coreProperties>
</file>