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75b8027695447f7" /><Relationship Type="http://schemas.openxmlformats.org/officeDocument/2006/relationships/extended-properties" Target="/docProps/app.xml" Id="Reea0a8f2f4234dbe" /><Relationship Type="http://schemas.openxmlformats.org/officeDocument/2006/relationships/officeDocument" Target="/ppt/presentation.xml" Id="R6a05ec154e6b4d9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ac6a060c3df4d4c"/>
  </p:sldMasterIdLst>
  <p:notesMasterIdLst>
    <p:notesMasterId xmlns:r="http://schemas.openxmlformats.org/officeDocument/2006/relationships" r:id="R5fae5694998a4852"/>
  </p:notesMasterIdLst>
  <p:sldIdLst>
    <p:sldId xmlns:r="http://schemas.openxmlformats.org/officeDocument/2006/relationships" id="256" r:id="Raa6da5cffaf1445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10176d4377a44cf" /><Relationship Type="http://schemas.openxmlformats.org/officeDocument/2006/relationships/slideMaster" Target="/ppt/slideMasters/slideMaster1.xml" Id="R7ac6a060c3df4d4c" /><Relationship Type="http://schemas.openxmlformats.org/officeDocument/2006/relationships/notesMaster" Target="/ppt/notesMasters/notesMaster1.xml" Id="R5fae5694998a4852" /><Relationship Type="http://schemas.openxmlformats.org/officeDocument/2006/relationships/presProps" Target="/ppt/presProps.xml" Id="Re71fc269149741fc" /><Relationship Type="http://schemas.openxmlformats.org/officeDocument/2006/relationships/tableStyles" Target="/ppt/tableStyles.xml" Id="R2f86b906a2b9412f" /><Relationship Type="http://schemas.openxmlformats.org/officeDocument/2006/relationships/slide" Target="/ppt/slides/slide1.xml" Id="Raa6da5cffaf1445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71f613f34684eb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6d44484b9104cfe" /><Relationship Type="http://schemas.openxmlformats.org/officeDocument/2006/relationships/notesMaster" Target="/ppt/notesMasters/notesMaster1.xml" Id="R680e383a471745c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a9938adb7c47f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f3b00a3a9e54d0e" /><Relationship Type="http://schemas.openxmlformats.org/officeDocument/2006/relationships/slideLayout" Target="/ppt/slideLayouts/slideLayout1.xml" Id="R9af9d4527d564a2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af9d4527d564a2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b21ee440c4437f" /><Relationship Type="http://schemas.openxmlformats.org/officeDocument/2006/relationships/image" Target="/ppt/media/image.png" Id="R5fa1578c7a874f8f" /><Relationship Type="http://schemas.openxmlformats.org/officeDocument/2006/relationships/image" Target="/ppt/media/image.svg" Id="Ra85a1fb290114f80" /><Relationship Type="http://schemas.openxmlformats.org/officeDocument/2006/relationships/image" Target="/ppt/media/image2.png" Id="R2692e79d5bb14926" /><Relationship Type="http://schemas.openxmlformats.org/officeDocument/2006/relationships/image" Target="/ppt/media/image2.svg" Id="Re04d684cf3d74a12" /><Relationship Type="http://schemas.openxmlformats.org/officeDocument/2006/relationships/image" Target="/ppt/media/image3.png" Id="R161ec5a44c3c4262" /><Relationship Type="http://schemas.openxmlformats.org/officeDocument/2006/relationships/image" Target="/ppt/media/image3.svg" Id="Raa4ce3cab4344014" /><Relationship Type="http://schemas.openxmlformats.org/officeDocument/2006/relationships/notesSlide" Target="/ppt/notesSlides/notesSlide1.xml" Id="R5892b393b3da422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page-paper">
            <a:extLst xmlns:a="http://schemas.openxmlformats.org/drawingml/2006/main">
              <a:ext uri="{FF2B5EF4-FFF2-40B4-BE49-F238E27FC236}">
                <a16:creationId xmlns:a16="http://schemas.microsoft.com/office/drawing/2014/main" id="{0B44A805-3C73-4669-A68C-A28C700DD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0">
            <a:noFill/>
          </a:ln>
        </p:spPr>
      </p:sp>
      <p:sp>
        <p:nvSpPr>
          <p:cNvPr id="2" name="chapter">
            <a:extLst xmlns:a="http://schemas.openxmlformats.org/drawingml/2006/main">
              <a:ext uri="{FF2B5EF4-FFF2-40B4-BE49-F238E27FC236}">
                <a16:creationId xmlns:a16="http://schemas.microsoft.com/office/drawing/2014/main" id="{053A4593-6967-414B-BDD5-712EB96A8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672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02</a:t>
            </a:r>
          </a:p>
        </p:txBody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5FD442AF-EAD3-49A0-B4C5-4CF0DEFA3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6725"/>
            <a:ext cx="36099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反馈筛选：从线索收敛到纳入发布</a:t>
            </a:r>
          </a:p>
        </p:txBody>
      </p:sp>
      <p:sp>
        <p:nvSpPr>
          <p:cNvPr id="4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DBDE337E-9F8B-4B7B-B6D1-05C5A752D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647700"/>
            <a:ext cx="6810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</a:ln>
        </p:spPr>
      </p:sp>
      <p:sp>
        <p:nvSpPr>
          <p:cNvPr id="5" name="plain-0-body">
            <a:extLst xmlns:a="http://schemas.openxmlformats.org/drawingml/2006/main">
              <a:ext uri="{FF2B5EF4-FFF2-40B4-BE49-F238E27FC236}">
                <a16:creationId xmlns:a16="http://schemas.microsoft.com/office/drawing/2014/main" id="{4EC14E9D-4857-40AC-A2C5-C502D1888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5476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来自多个入口的反馈按准入依据逐步收敛成发布范围。</a:t>
            </a:r>
          </a:p>
        </p:txBody>
      </p:sp>
      <p:sp>
        <p:nvSpPr>
          <p:cNvPr id="6" name="plain-1-module">
            <a:extLst xmlns:a="http://schemas.openxmlformats.org/drawingml/2006/main">
              <a:ext uri="{FF2B5EF4-FFF2-40B4-BE49-F238E27FC236}">
                <a16:creationId xmlns:a16="http://schemas.microsoft.com/office/drawing/2014/main" id="{C3E8E35F-A2A2-426B-A86E-B20645E74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336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入口来源</a:t>
            </a:r>
          </a:p>
        </p:txBody>
      </p:sp>
      <p:sp>
        <p:nvSpPr>
          <p:cNvPr id="7" name="plain-2-body">
            <a:extLst xmlns:a="http://schemas.openxmlformats.org/drawingml/2006/main">
              <a:ext uri="{FF2B5EF4-FFF2-40B4-BE49-F238E27FC236}">
                <a16:creationId xmlns:a16="http://schemas.microsoft.com/office/drawing/2014/main" id="{13C2B574-81B5-47AF-AF90-1C2C9F95F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57450"/>
            <a:ext cx="5476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访谈 · 工单 · 使用记录</a:t>
            </a:r>
          </a:p>
        </p:txBody>
      </p:sp>
      <p:sp>
        <p:nvSpPr>
          <p:cNvPr id="8" name="plain-3-module">
            <a:extLst xmlns:a="http://schemas.openxmlformats.org/drawingml/2006/main">
              <a:ext uri="{FF2B5EF4-FFF2-40B4-BE49-F238E27FC236}">
                <a16:creationId xmlns:a16="http://schemas.microsoft.com/office/drawing/2014/main" id="{2FE13CC5-37ED-4CBC-A133-E99239135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3845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四层准入依据</a:t>
            </a:r>
          </a:p>
        </p:txBody>
      </p:sp>
      <p:sp>
        <p:nvSpPr>
          <p:cNvPr id="9" name="plain-4-body">
            <a:extLst xmlns:a="http://schemas.openxmlformats.org/drawingml/2006/main">
              <a:ext uri="{FF2B5EF4-FFF2-40B4-BE49-F238E27FC236}">
                <a16:creationId xmlns:a16="http://schemas.microsoft.com/office/drawing/2014/main" id="{3D3CAA70-B1C9-4417-90F5-2A41CEEDB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81350"/>
            <a:ext cx="5476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保留原始反馈</a:t>
            </a:r>
          </a:p>
        </p:txBody>
      </p:sp>
      <p:sp>
        <p:nvSpPr>
          <p:cNvPr id="10" name="plain-5-body">
            <a:extLst xmlns:a="http://schemas.openxmlformats.org/drawingml/2006/main">
              <a:ext uri="{FF2B5EF4-FFF2-40B4-BE49-F238E27FC236}">
                <a16:creationId xmlns:a16="http://schemas.microsoft.com/office/drawing/2014/main" id="{A938A153-8C89-4CC0-ADE9-991D5B4A1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0"/>
            <a:ext cx="5476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问题可重复观察</a:t>
            </a:r>
          </a:p>
        </p:txBody>
      </p:sp>
      <p:sp>
        <p:nvSpPr>
          <p:cNvPr id="11" name="plain-6-body">
            <a:extLst xmlns:a="http://schemas.openxmlformats.org/drawingml/2006/main">
              <a:ext uri="{FF2B5EF4-FFF2-40B4-BE49-F238E27FC236}">
                <a16:creationId xmlns:a16="http://schemas.microsoft.com/office/drawing/2014/main" id="{6D48544A-621A-45AA-AC97-5662D1EFB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38650"/>
            <a:ext cx="5476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小样验证有效</a:t>
            </a:r>
          </a:p>
        </p:txBody>
      </p:sp>
      <p:sp>
        <p:nvSpPr>
          <p:cNvPr id="12" name="plain-7-body">
            <a:extLst xmlns:a="http://schemas.openxmlformats.org/drawingml/2006/main">
              <a:ext uri="{FF2B5EF4-FFF2-40B4-BE49-F238E27FC236}">
                <a16:creationId xmlns:a16="http://schemas.microsoft.com/office/drawing/2014/main" id="{6028FA43-216E-4EFA-9F96-CC8B1689F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67300"/>
            <a:ext cx="5476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责任人与交付范围明确</a:t>
            </a:r>
          </a:p>
        </p:txBody>
      </p:sp>
      <p:sp>
        <p:nvSpPr>
          <p:cNvPr id="1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D8DC86E-157A-4FAC-8F14-6154AAC51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14" name="simple-funnel-orbit">
            <a:extLst xmlns:a="http://schemas.openxmlformats.org/drawingml/2006/main">
              <a:ext uri="{FF2B5EF4-FFF2-40B4-BE49-F238E27FC236}">
                <a16:creationId xmlns:a16="http://schemas.microsoft.com/office/drawing/2014/main" id="{CF83E7BC-C3DA-4458-8A9E-D0FEE64C3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20000">
            <a:off x="6619494" y="2177691"/>
            <a:ext cx="4334647" cy="307988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5" name="simple-step-body-0">
            <a:extLst xmlns:a="http://schemas.openxmlformats.org/drawingml/2006/main">
              <a:ext uri="{FF2B5EF4-FFF2-40B4-BE49-F238E27FC236}">
                <a16:creationId xmlns:a16="http://schemas.microsoft.com/office/drawing/2014/main" id="{1A733C65-EF86-4B15-9844-BEA1FC819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79951" y="2656780"/>
            <a:ext cx="2806398" cy="536143"/>
          </a:xfrm>
          <a:custGeom xmlns:a="http://schemas.openxmlformats.org/drawingml/2006/main">
            <a:pathLst>
              <a:path w="2806398" h="536143">
                <a:moveTo>
                  <a:pt x="0" y="0"/>
                </a:moveTo>
                <a:lnTo>
                  <a:pt x="15030" y="20688"/>
                </a:lnTo>
                <a:lnTo>
                  <a:pt x="30070" y="41386"/>
                </a:lnTo>
                <a:lnTo>
                  <a:pt x="45101" y="62074"/>
                </a:lnTo>
                <a:lnTo>
                  <a:pt x="60141" y="82763"/>
                </a:lnTo>
                <a:lnTo>
                  <a:pt x="75171" y="103451"/>
                </a:lnTo>
                <a:lnTo>
                  <a:pt x="90211" y="124149"/>
                </a:lnTo>
                <a:lnTo>
                  <a:pt x="105242" y="144837"/>
                </a:lnTo>
                <a:lnTo>
                  <a:pt x="120272" y="165525"/>
                </a:lnTo>
                <a:lnTo>
                  <a:pt x="135312" y="186214"/>
                </a:lnTo>
                <a:lnTo>
                  <a:pt x="150343" y="206912"/>
                </a:lnTo>
                <a:lnTo>
                  <a:pt x="165383" y="227600"/>
                </a:lnTo>
                <a:lnTo>
                  <a:pt x="180413" y="248288"/>
                </a:lnTo>
                <a:lnTo>
                  <a:pt x="195453" y="268986"/>
                </a:lnTo>
                <a:lnTo>
                  <a:pt x="210483" y="289674"/>
                </a:lnTo>
                <a:lnTo>
                  <a:pt x="225523" y="310363"/>
                </a:lnTo>
                <a:lnTo>
                  <a:pt x="240554" y="331051"/>
                </a:lnTo>
                <a:lnTo>
                  <a:pt x="255584" y="351749"/>
                </a:lnTo>
                <a:lnTo>
                  <a:pt x="270624" y="372437"/>
                </a:lnTo>
                <a:lnTo>
                  <a:pt x="285655" y="393125"/>
                </a:lnTo>
                <a:lnTo>
                  <a:pt x="300695" y="413814"/>
                </a:lnTo>
                <a:lnTo>
                  <a:pt x="315725" y="434511"/>
                </a:lnTo>
                <a:lnTo>
                  <a:pt x="330765" y="455200"/>
                </a:lnTo>
                <a:lnTo>
                  <a:pt x="344862" y="476307"/>
                </a:lnTo>
                <a:lnTo>
                  <a:pt x="367170" y="487937"/>
                </a:lnTo>
                <a:lnTo>
                  <a:pt x="392030" y="493890"/>
                </a:lnTo>
                <a:lnTo>
                  <a:pt x="417224" y="498272"/>
                </a:lnTo>
                <a:lnTo>
                  <a:pt x="442551" y="501834"/>
                </a:lnTo>
                <a:lnTo>
                  <a:pt x="467954" y="504863"/>
                </a:lnTo>
                <a:lnTo>
                  <a:pt x="493385" y="507511"/>
                </a:lnTo>
                <a:lnTo>
                  <a:pt x="518855" y="509864"/>
                </a:lnTo>
                <a:lnTo>
                  <a:pt x="544344" y="511988"/>
                </a:lnTo>
                <a:lnTo>
                  <a:pt x="569843" y="513921"/>
                </a:lnTo>
                <a:lnTo>
                  <a:pt x="595360" y="515693"/>
                </a:lnTo>
                <a:lnTo>
                  <a:pt x="620887" y="517331"/>
                </a:lnTo>
                <a:lnTo>
                  <a:pt x="646414" y="518846"/>
                </a:lnTo>
                <a:lnTo>
                  <a:pt x="671951" y="520246"/>
                </a:lnTo>
                <a:lnTo>
                  <a:pt x="697497" y="521560"/>
                </a:lnTo>
                <a:lnTo>
                  <a:pt x="723043" y="522780"/>
                </a:lnTo>
                <a:lnTo>
                  <a:pt x="748598" y="523913"/>
                </a:lnTo>
                <a:lnTo>
                  <a:pt x="774154" y="524989"/>
                </a:lnTo>
                <a:lnTo>
                  <a:pt x="799709" y="525980"/>
                </a:lnTo>
                <a:lnTo>
                  <a:pt x="825265" y="526913"/>
                </a:lnTo>
                <a:lnTo>
                  <a:pt x="850830" y="527790"/>
                </a:lnTo>
                <a:lnTo>
                  <a:pt x="876395" y="528609"/>
                </a:lnTo>
                <a:lnTo>
                  <a:pt x="901960" y="529380"/>
                </a:lnTo>
                <a:lnTo>
                  <a:pt x="927525" y="530095"/>
                </a:lnTo>
                <a:lnTo>
                  <a:pt x="953091" y="530762"/>
                </a:lnTo>
                <a:lnTo>
                  <a:pt x="978656" y="531381"/>
                </a:lnTo>
                <a:lnTo>
                  <a:pt x="1004230" y="531962"/>
                </a:lnTo>
                <a:lnTo>
                  <a:pt x="1029795" y="532495"/>
                </a:lnTo>
                <a:lnTo>
                  <a:pt x="1055370" y="532990"/>
                </a:lnTo>
                <a:lnTo>
                  <a:pt x="1080945" y="533448"/>
                </a:lnTo>
                <a:lnTo>
                  <a:pt x="1106519" y="533867"/>
                </a:lnTo>
                <a:lnTo>
                  <a:pt x="1132094" y="534248"/>
                </a:lnTo>
                <a:lnTo>
                  <a:pt x="1157669" y="534591"/>
                </a:lnTo>
                <a:lnTo>
                  <a:pt x="1183243" y="534895"/>
                </a:lnTo>
                <a:lnTo>
                  <a:pt x="1208818" y="535172"/>
                </a:lnTo>
                <a:lnTo>
                  <a:pt x="1234392" y="535410"/>
                </a:lnTo>
                <a:lnTo>
                  <a:pt x="1259967" y="535610"/>
                </a:lnTo>
                <a:lnTo>
                  <a:pt x="1285542" y="535781"/>
                </a:lnTo>
                <a:lnTo>
                  <a:pt x="1311116" y="535915"/>
                </a:lnTo>
                <a:lnTo>
                  <a:pt x="1336691" y="536010"/>
                </a:lnTo>
                <a:lnTo>
                  <a:pt x="1362266" y="536096"/>
                </a:lnTo>
                <a:lnTo>
                  <a:pt x="1387840" y="536134"/>
                </a:lnTo>
                <a:lnTo>
                  <a:pt x="1413424" y="536143"/>
                </a:lnTo>
                <a:lnTo>
                  <a:pt x="1438999" y="536115"/>
                </a:lnTo>
                <a:lnTo>
                  <a:pt x="1464574" y="536057"/>
                </a:lnTo>
                <a:lnTo>
                  <a:pt x="1490148" y="535962"/>
                </a:lnTo>
                <a:lnTo>
                  <a:pt x="1515723" y="535848"/>
                </a:lnTo>
                <a:lnTo>
                  <a:pt x="1541307" y="535696"/>
                </a:lnTo>
                <a:lnTo>
                  <a:pt x="1566882" y="535505"/>
                </a:lnTo>
                <a:lnTo>
                  <a:pt x="1592456" y="535286"/>
                </a:lnTo>
                <a:lnTo>
                  <a:pt x="1618031" y="535029"/>
                </a:lnTo>
                <a:lnTo>
                  <a:pt x="1643605" y="534743"/>
                </a:lnTo>
                <a:lnTo>
                  <a:pt x="1669180" y="534410"/>
                </a:lnTo>
                <a:lnTo>
                  <a:pt x="1694755" y="534048"/>
                </a:lnTo>
                <a:lnTo>
                  <a:pt x="1720329" y="533657"/>
                </a:lnTo>
                <a:lnTo>
                  <a:pt x="1745894" y="533219"/>
                </a:lnTo>
                <a:lnTo>
                  <a:pt x="1771469" y="532743"/>
                </a:lnTo>
                <a:lnTo>
                  <a:pt x="1797044" y="532228"/>
                </a:lnTo>
                <a:lnTo>
                  <a:pt x="1822609" y="531666"/>
                </a:lnTo>
                <a:lnTo>
                  <a:pt x="1848183" y="531066"/>
                </a:lnTo>
                <a:lnTo>
                  <a:pt x="1873748" y="530419"/>
                </a:lnTo>
                <a:lnTo>
                  <a:pt x="1899314" y="529733"/>
                </a:lnTo>
                <a:lnTo>
                  <a:pt x="1924879" y="528990"/>
                </a:lnTo>
                <a:lnTo>
                  <a:pt x="1950444" y="528199"/>
                </a:lnTo>
                <a:lnTo>
                  <a:pt x="1976009" y="527352"/>
                </a:lnTo>
                <a:lnTo>
                  <a:pt x="2001564" y="526447"/>
                </a:lnTo>
                <a:lnTo>
                  <a:pt x="2027130" y="525475"/>
                </a:lnTo>
                <a:lnTo>
                  <a:pt x="2052685" y="524447"/>
                </a:lnTo>
                <a:lnTo>
                  <a:pt x="2078231" y="523342"/>
                </a:lnTo>
                <a:lnTo>
                  <a:pt x="2103787" y="522161"/>
                </a:lnTo>
                <a:lnTo>
                  <a:pt x="2129333" y="520894"/>
                </a:lnTo>
                <a:lnTo>
                  <a:pt x="2154869" y="519541"/>
                </a:lnTo>
                <a:lnTo>
                  <a:pt x="2180406" y="518084"/>
                </a:lnTo>
                <a:lnTo>
                  <a:pt x="2205933" y="516512"/>
                </a:lnTo>
                <a:lnTo>
                  <a:pt x="2231450" y="514807"/>
                </a:lnTo>
                <a:lnTo>
                  <a:pt x="2256958" y="512950"/>
                </a:lnTo>
                <a:lnTo>
                  <a:pt x="2282457" y="510931"/>
                </a:lnTo>
                <a:lnTo>
                  <a:pt x="2307936" y="508683"/>
                </a:lnTo>
                <a:lnTo>
                  <a:pt x="2333387" y="506187"/>
                </a:lnTo>
                <a:lnTo>
                  <a:pt x="2358809" y="503358"/>
                </a:lnTo>
                <a:lnTo>
                  <a:pt x="2384174" y="500082"/>
                </a:lnTo>
                <a:lnTo>
                  <a:pt x="2409444" y="496148"/>
                </a:lnTo>
                <a:lnTo>
                  <a:pt x="2434514" y="491119"/>
                </a:lnTo>
                <a:lnTo>
                  <a:pt x="2458888" y="483489"/>
                </a:lnTo>
                <a:lnTo>
                  <a:pt x="2475633" y="465268"/>
                </a:lnTo>
                <a:lnTo>
                  <a:pt x="2490673" y="444579"/>
                </a:lnTo>
                <a:lnTo>
                  <a:pt x="2505704" y="423891"/>
                </a:lnTo>
                <a:lnTo>
                  <a:pt x="2520744" y="403193"/>
                </a:lnTo>
                <a:lnTo>
                  <a:pt x="2535774" y="382505"/>
                </a:lnTo>
                <a:lnTo>
                  <a:pt x="2550805" y="361817"/>
                </a:lnTo>
                <a:lnTo>
                  <a:pt x="2565845" y="341128"/>
                </a:lnTo>
                <a:lnTo>
                  <a:pt x="2580875" y="320431"/>
                </a:lnTo>
                <a:lnTo>
                  <a:pt x="2595915" y="299742"/>
                </a:lnTo>
                <a:lnTo>
                  <a:pt x="2610945" y="279054"/>
                </a:lnTo>
                <a:lnTo>
                  <a:pt x="2625985" y="258366"/>
                </a:lnTo>
                <a:lnTo>
                  <a:pt x="2641016" y="237668"/>
                </a:lnTo>
                <a:lnTo>
                  <a:pt x="2656056" y="216980"/>
                </a:lnTo>
                <a:lnTo>
                  <a:pt x="2671086" y="196291"/>
                </a:lnTo>
                <a:lnTo>
                  <a:pt x="2686117" y="175603"/>
                </a:lnTo>
                <a:lnTo>
                  <a:pt x="2701157" y="154905"/>
                </a:lnTo>
                <a:lnTo>
                  <a:pt x="2716187" y="134217"/>
                </a:lnTo>
                <a:lnTo>
                  <a:pt x="2731227" y="113528"/>
                </a:lnTo>
                <a:lnTo>
                  <a:pt x="2746258" y="92831"/>
                </a:lnTo>
                <a:lnTo>
                  <a:pt x="2761298" y="72142"/>
                </a:lnTo>
                <a:lnTo>
                  <a:pt x="2776328" y="51454"/>
                </a:lnTo>
                <a:lnTo>
                  <a:pt x="2791368" y="30766"/>
                </a:lnTo>
                <a:lnTo>
                  <a:pt x="2806398" y="10068"/>
                </a:lnTo>
                <a:lnTo>
                  <a:pt x="2804255" y="8201"/>
                </a:lnTo>
                <a:lnTo>
                  <a:pt x="2779700" y="15211"/>
                </a:lnTo>
                <a:lnTo>
                  <a:pt x="2754535" y="19755"/>
                </a:lnTo>
                <a:lnTo>
                  <a:pt x="2729198" y="23298"/>
                </a:lnTo>
                <a:lnTo>
                  <a:pt x="2703805" y="26270"/>
                </a:lnTo>
                <a:lnTo>
                  <a:pt x="2678354" y="28842"/>
                </a:lnTo>
                <a:lnTo>
                  <a:pt x="2652884" y="31128"/>
                </a:lnTo>
                <a:lnTo>
                  <a:pt x="2627386" y="33185"/>
                </a:lnTo>
                <a:lnTo>
                  <a:pt x="2601878" y="35062"/>
                </a:lnTo>
                <a:lnTo>
                  <a:pt x="2576360" y="36795"/>
                </a:lnTo>
                <a:lnTo>
                  <a:pt x="2550833" y="38386"/>
                </a:lnTo>
                <a:lnTo>
                  <a:pt x="2525306" y="39872"/>
                </a:lnTo>
                <a:lnTo>
                  <a:pt x="2499760" y="41262"/>
                </a:lnTo>
                <a:lnTo>
                  <a:pt x="2474224" y="42567"/>
                </a:lnTo>
                <a:lnTo>
                  <a:pt x="2448677" y="43805"/>
                </a:lnTo>
                <a:lnTo>
                  <a:pt x="2423122" y="44958"/>
                </a:lnTo>
                <a:lnTo>
                  <a:pt x="2397566" y="46053"/>
                </a:lnTo>
                <a:lnTo>
                  <a:pt x="2372011" y="47092"/>
                </a:lnTo>
                <a:lnTo>
                  <a:pt x="2346455" y="48073"/>
                </a:lnTo>
                <a:lnTo>
                  <a:pt x="2320900" y="49006"/>
                </a:lnTo>
                <a:lnTo>
                  <a:pt x="2295335" y="49892"/>
                </a:lnTo>
                <a:lnTo>
                  <a:pt x="2269779" y="50730"/>
                </a:lnTo>
                <a:lnTo>
                  <a:pt x="2244214" y="51530"/>
                </a:lnTo>
                <a:lnTo>
                  <a:pt x="2218649" y="52283"/>
                </a:lnTo>
                <a:lnTo>
                  <a:pt x="2193084" y="53007"/>
                </a:lnTo>
                <a:lnTo>
                  <a:pt x="2167509" y="53692"/>
                </a:lnTo>
                <a:lnTo>
                  <a:pt x="2141944" y="54350"/>
                </a:lnTo>
                <a:lnTo>
                  <a:pt x="2116379" y="54969"/>
                </a:lnTo>
                <a:lnTo>
                  <a:pt x="2090804" y="55569"/>
                </a:lnTo>
                <a:lnTo>
                  <a:pt x="2065239" y="56131"/>
                </a:lnTo>
                <a:lnTo>
                  <a:pt x="2039664" y="56664"/>
                </a:lnTo>
                <a:lnTo>
                  <a:pt x="2014090" y="57169"/>
                </a:lnTo>
                <a:lnTo>
                  <a:pt x="1988525" y="57655"/>
                </a:lnTo>
                <a:lnTo>
                  <a:pt x="1962950" y="58103"/>
                </a:lnTo>
                <a:lnTo>
                  <a:pt x="1937375" y="58531"/>
                </a:lnTo>
                <a:lnTo>
                  <a:pt x="1911801" y="58931"/>
                </a:lnTo>
                <a:lnTo>
                  <a:pt x="1886226" y="59312"/>
                </a:lnTo>
                <a:lnTo>
                  <a:pt x="1860652" y="59684"/>
                </a:lnTo>
                <a:lnTo>
                  <a:pt x="1835087" y="60008"/>
                </a:lnTo>
                <a:lnTo>
                  <a:pt x="1809512" y="60331"/>
                </a:lnTo>
                <a:lnTo>
                  <a:pt x="1783937" y="60627"/>
                </a:lnTo>
                <a:lnTo>
                  <a:pt x="1758363" y="60893"/>
                </a:lnTo>
                <a:lnTo>
                  <a:pt x="1732778" y="61160"/>
                </a:lnTo>
                <a:lnTo>
                  <a:pt x="1707204" y="61379"/>
                </a:lnTo>
                <a:lnTo>
                  <a:pt x="1681629" y="61598"/>
                </a:lnTo>
                <a:lnTo>
                  <a:pt x="1656055" y="61789"/>
                </a:lnTo>
                <a:lnTo>
                  <a:pt x="1630480" y="61960"/>
                </a:lnTo>
                <a:lnTo>
                  <a:pt x="1604905" y="62122"/>
                </a:lnTo>
                <a:lnTo>
                  <a:pt x="1579331" y="62246"/>
                </a:lnTo>
                <a:lnTo>
                  <a:pt x="1553756" y="62370"/>
                </a:lnTo>
                <a:lnTo>
                  <a:pt x="1528172" y="62465"/>
                </a:lnTo>
                <a:lnTo>
                  <a:pt x="1502597" y="62541"/>
                </a:lnTo>
                <a:lnTo>
                  <a:pt x="1477023" y="62608"/>
                </a:lnTo>
                <a:lnTo>
                  <a:pt x="1451448" y="62636"/>
                </a:lnTo>
                <a:lnTo>
                  <a:pt x="1425873" y="62665"/>
                </a:lnTo>
                <a:lnTo>
                  <a:pt x="1400299" y="62675"/>
                </a:lnTo>
                <a:lnTo>
                  <a:pt x="1374715" y="62655"/>
                </a:lnTo>
                <a:lnTo>
                  <a:pt x="1349140" y="62627"/>
                </a:lnTo>
                <a:lnTo>
                  <a:pt x="1323565" y="62570"/>
                </a:lnTo>
                <a:lnTo>
                  <a:pt x="1297991" y="62503"/>
                </a:lnTo>
                <a:lnTo>
                  <a:pt x="1272416" y="62427"/>
                </a:lnTo>
                <a:lnTo>
                  <a:pt x="1246832" y="62303"/>
                </a:lnTo>
                <a:lnTo>
                  <a:pt x="1221257" y="62189"/>
                </a:lnTo>
                <a:lnTo>
                  <a:pt x="1195683" y="62036"/>
                </a:lnTo>
                <a:lnTo>
                  <a:pt x="1170108" y="61874"/>
                </a:lnTo>
                <a:lnTo>
                  <a:pt x="1144534" y="61703"/>
                </a:lnTo>
                <a:lnTo>
                  <a:pt x="1118959" y="61484"/>
                </a:lnTo>
                <a:lnTo>
                  <a:pt x="1093384" y="61265"/>
                </a:lnTo>
                <a:lnTo>
                  <a:pt x="1067810" y="61027"/>
                </a:lnTo>
                <a:lnTo>
                  <a:pt x="1042235" y="60760"/>
                </a:lnTo>
                <a:lnTo>
                  <a:pt x="1016660" y="60484"/>
                </a:lnTo>
                <a:lnTo>
                  <a:pt x="991086" y="60169"/>
                </a:lnTo>
                <a:lnTo>
                  <a:pt x="965511" y="59846"/>
                </a:lnTo>
                <a:lnTo>
                  <a:pt x="939937" y="59493"/>
                </a:lnTo>
                <a:lnTo>
                  <a:pt x="914362" y="59122"/>
                </a:lnTo>
                <a:lnTo>
                  <a:pt x="888787" y="58741"/>
                </a:lnTo>
                <a:lnTo>
                  <a:pt x="863213" y="58303"/>
                </a:lnTo>
                <a:lnTo>
                  <a:pt x="837638" y="57874"/>
                </a:lnTo>
                <a:lnTo>
                  <a:pt x="812073" y="57407"/>
                </a:lnTo>
                <a:lnTo>
                  <a:pt x="786498" y="56912"/>
                </a:lnTo>
                <a:lnTo>
                  <a:pt x="760924" y="56388"/>
                </a:lnTo>
                <a:lnTo>
                  <a:pt x="735359" y="55845"/>
                </a:lnTo>
                <a:lnTo>
                  <a:pt x="709784" y="55274"/>
                </a:lnTo>
                <a:lnTo>
                  <a:pt x="684219" y="54664"/>
                </a:lnTo>
                <a:lnTo>
                  <a:pt x="658654" y="54016"/>
                </a:lnTo>
                <a:lnTo>
                  <a:pt x="633079" y="53350"/>
                </a:lnTo>
                <a:lnTo>
                  <a:pt x="607514" y="52645"/>
                </a:lnTo>
                <a:lnTo>
                  <a:pt x="581949" y="51902"/>
                </a:lnTo>
                <a:lnTo>
                  <a:pt x="556384" y="51121"/>
                </a:lnTo>
                <a:lnTo>
                  <a:pt x="530819" y="50302"/>
                </a:lnTo>
                <a:lnTo>
                  <a:pt x="505263" y="49435"/>
                </a:lnTo>
                <a:lnTo>
                  <a:pt x="479698" y="48530"/>
                </a:lnTo>
                <a:lnTo>
                  <a:pt x="454142" y="47568"/>
                </a:lnTo>
                <a:lnTo>
                  <a:pt x="428587" y="46558"/>
                </a:lnTo>
                <a:lnTo>
                  <a:pt x="403031" y="45491"/>
                </a:lnTo>
                <a:lnTo>
                  <a:pt x="377476" y="44367"/>
                </a:lnTo>
                <a:lnTo>
                  <a:pt x="351930" y="43177"/>
                </a:lnTo>
                <a:lnTo>
                  <a:pt x="326384" y="41910"/>
                </a:lnTo>
                <a:lnTo>
                  <a:pt x="300847" y="40567"/>
                </a:lnTo>
                <a:lnTo>
                  <a:pt x="275311" y="39119"/>
                </a:lnTo>
                <a:lnTo>
                  <a:pt x="249784" y="37576"/>
                </a:lnTo>
                <a:lnTo>
                  <a:pt x="224257" y="35919"/>
                </a:lnTo>
                <a:lnTo>
                  <a:pt x="198739" y="34119"/>
                </a:lnTo>
                <a:lnTo>
                  <a:pt x="173241" y="32156"/>
                </a:lnTo>
                <a:lnTo>
                  <a:pt x="147761" y="29985"/>
                </a:lnTo>
                <a:lnTo>
                  <a:pt x="122301" y="27565"/>
                </a:lnTo>
                <a:lnTo>
                  <a:pt x="96869" y="24803"/>
                </a:lnTo>
                <a:lnTo>
                  <a:pt x="71504" y="21574"/>
                </a:lnTo>
                <a:lnTo>
                  <a:pt x="46234" y="17593"/>
                </a:lnTo>
                <a:lnTo>
                  <a:pt x="21260" y="1214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6" name="simple-step-cap-0">
            <a:extLst xmlns:a="http://schemas.openxmlformats.org/drawingml/2006/main">
              <a:ext uri="{FF2B5EF4-FFF2-40B4-BE49-F238E27FC236}">
                <a16:creationId xmlns:a16="http://schemas.microsoft.com/office/drawing/2014/main" id="{6EBFE7A0-2C4A-409A-AB7F-B9F7EE758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79951" y="2567654"/>
            <a:ext cx="2813714" cy="17825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7" name="simple-step-body-1">
            <a:extLst xmlns:a="http://schemas.openxmlformats.org/drawingml/2006/main">
              <a:ext uri="{FF2B5EF4-FFF2-40B4-BE49-F238E27FC236}">
                <a16:creationId xmlns:a16="http://schemas.microsoft.com/office/drawing/2014/main" id="{A0F6F656-9461-4947-B24E-77E03091D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23984" y="3274657"/>
            <a:ext cx="2125113" cy="536143"/>
          </a:xfrm>
          <a:custGeom xmlns:a="http://schemas.openxmlformats.org/drawingml/2006/main">
            <a:pathLst>
              <a:path w="2125113" h="536143">
                <a:moveTo>
                  <a:pt x="0" y="0"/>
                </a:moveTo>
                <a:lnTo>
                  <a:pt x="9811" y="17631"/>
                </a:lnTo>
                <a:lnTo>
                  <a:pt x="19622" y="35271"/>
                </a:lnTo>
                <a:lnTo>
                  <a:pt x="29423" y="52902"/>
                </a:lnTo>
                <a:lnTo>
                  <a:pt x="39233" y="70533"/>
                </a:lnTo>
                <a:lnTo>
                  <a:pt x="49044" y="88173"/>
                </a:lnTo>
                <a:lnTo>
                  <a:pt x="58855" y="105804"/>
                </a:lnTo>
                <a:lnTo>
                  <a:pt x="68656" y="123434"/>
                </a:lnTo>
                <a:lnTo>
                  <a:pt x="78467" y="141075"/>
                </a:lnTo>
                <a:lnTo>
                  <a:pt x="88278" y="158706"/>
                </a:lnTo>
                <a:lnTo>
                  <a:pt x="98088" y="176346"/>
                </a:lnTo>
                <a:lnTo>
                  <a:pt x="107890" y="193977"/>
                </a:lnTo>
                <a:lnTo>
                  <a:pt x="117700" y="211607"/>
                </a:lnTo>
                <a:lnTo>
                  <a:pt x="127511" y="229248"/>
                </a:lnTo>
                <a:lnTo>
                  <a:pt x="137322" y="246878"/>
                </a:lnTo>
                <a:lnTo>
                  <a:pt x="147123" y="264509"/>
                </a:lnTo>
                <a:lnTo>
                  <a:pt x="156934" y="282150"/>
                </a:lnTo>
                <a:lnTo>
                  <a:pt x="166745" y="299780"/>
                </a:lnTo>
                <a:lnTo>
                  <a:pt x="176555" y="317411"/>
                </a:lnTo>
                <a:lnTo>
                  <a:pt x="186357" y="335051"/>
                </a:lnTo>
                <a:lnTo>
                  <a:pt x="196167" y="352682"/>
                </a:lnTo>
                <a:lnTo>
                  <a:pt x="205978" y="370313"/>
                </a:lnTo>
                <a:lnTo>
                  <a:pt x="215789" y="387953"/>
                </a:lnTo>
                <a:lnTo>
                  <a:pt x="225590" y="405584"/>
                </a:lnTo>
                <a:lnTo>
                  <a:pt x="235401" y="423215"/>
                </a:lnTo>
                <a:lnTo>
                  <a:pt x="245212" y="440855"/>
                </a:lnTo>
                <a:lnTo>
                  <a:pt x="255022" y="458486"/>
                </a:lnTo>
                <a:lnTo>
                  <a:pt x="264023" y="476402"/>
                </a:lnTo>
                <a:lnTo>
                  <a:pt x="280235" y="487728"/>
                </a:lnTo>
                <a:lnTo>
                  <a:pt x="299447" y="493881"/>
                </a:lnTo>
                <a:lnTo>
                  <a:pt x="319107" y="498415"/>
                </a:lnTo>
                <a:lnTo>
                  <a:pt x="338947" y="502082"/>
                </a:lnTo>
                <a:lnTo>
                  <a:pt x="358883" y="505196"/>
                </a:lnTo>
                <a:lnTo>
                  <a:pt x="378876" y="507921"/>
                </a:lnTo>
                <a:lnTo>
                  <a:pt x="398907" y="510330"/>
                </a:lnTo>
                <a:lnTo>
                  <a:pt x="418967" y="512502"/>
                </a:lnTo>
                <a:lnTo>
                  <a:pt x="439045" y="514483"/>
                </a:lnTo>
                <a:lnTo>
                  <a:pt x="459143" y="516293"/>
                </a:lnTo>
                <a:lnTo>
                  <a:pt x="479260" y="517941"/>
                </a:lnTo>
                <a:lnTo>
                  <a:pt x="499377" y="519484"/>
                </a:lnTo>
                <a:lnTo>
                  <a:pt x="519503" y="520903"/>
                </a:lnTo>
                <a:lnTo>
                  <a:pt x="539639" y="522227"/>
                </a:lnTo>
                <a:lnTo>
                  <a:pt x="559784" y="523456"/>
                </a:lnTo>
                <a:lnTo>
                  <a:pt x="579930" y="524608"/>
                </a:lnTo>
                <a:lnTo>
                  <a:pt x="600075" y="525675"/>
                </a:lnTo>
                <a:lnTo>
                  <a:pt x="620230" y="526675"/>
                </a:lnTo>
                <a:lnTo>
                  <a:pt x="640385" y="527609"/>
                </a:lnTo>
                <a:lnTo>
                  <a:pt x="660549" y="528476"/>
                </a:lnTo>
                <a:lnTo>
                  <a:pt x="680704" y="529285"/>
                </a:lnTo>
                <a:lnTo>
                  <a:pt x="700869" y="530047"/>
                </a:lnTo>
                <a:lnTo>
                  <a:pt x="721043" y="530743"/>
                </a:lnTo>
                <a:lnTo>
                  <a:pt x="741207" y="531400"/>
                </a:lnTo>
                <a:lnTo>
                  <a:pt x="761371" y="532000"/>
                </a:lnTo>
                <a:lnTo>
                  <a:pt x="781545" y="532562"/>
                </a:lnTo>
                <a:lnTo>
                  <a:pt x="801719" y="533076"/>
                </a:lnTo>
                <a:lnTo>
                  <a:pt x="821893" y="533543"/>
                </a:lnTo>
                <a:lnTo>
                  <a:pt x="842067" y="533972"/>
                </a:lnTo>
                <a:lnTo>
                  <a:pt x="862241" y="534353"/>
                </a:lnTo>
                <a:lnTo>
                  <a:pt x="882415" y="534705"/>
                </a:lnTo>
                <a:lnTo>
                  <a:pt x="902589" y="535010"/>
                </a:lnTo>
                <a:lnTo>
                  <a:pt x="922772" y="535276"/>
                </a:lnTo>
                <a:lnTo>
                  <a:pt x="942946" y="535515"/>
                </a:lnTo>
                <a:lnTo>
                  <a:pt x="963120" y="535705"/>
                </a:lnTo>
                <a:lnTo>
                  <a:pt x="983304" y="535867"/>
                </a:lnTo>
                <a:lnTo>
                  <a:pt x="1003478" y="535991"/>
                </a:lnTo>
                <a:lnTo>
                  <a:pt x="1023652" y="536077"/>
                </a:lnTo>
                <a:lnTo>
                  <a:pt x="1043835" y="536134"/>
                </a:lnTo>
                <a:lnTo>
                  <a:pt x="1064009" y="536143"/>
                </a:lnTo>
                <a:lnTo>
                  <a:pt x="1084193" y="536124"/>
                </a:lnTo>
                <a:lnTo>
                  <a:pt x="1104367" y="536067"/>
                </a:lnTo>
                <a:lnTo>
                  <a:pt x="1124550" y="535972"/>
                </a:lnTo>
                <a:lnTo>
                  <a:pt x="1144724" y="535848"/>
                </a:lnTo>
                <a:lnTo>
                  <a:pt x="1164908" y="535686"/>
                </a:lnTo>
                <a:lnTo>
                  <a:pt x="1185081" y="535486"/>
                </a:lnTo>
                <a:lnTo>
                  <a:pt x="1205255" y="535248"/>
                </a:lnTo>
                <a:lnTo>
                  <a:pt x="1225439" y="534972"/>
                </a:lnTo>
                <a:lnTo>
                  <a:pt x="1245613" y="534667"/>
                </a:lnTo>
                <a:lnTo>
                  <a:pt x="1265787" y="534314"/>
                </a:lnTo>
                <a:lnTo>
                  <a:pt x="1285961" y="533924"/>
                </a:lnTo>
                <a:lnTo>
                  <a:pt x="1306135" y="533486"/>
                </a:lnTo>
                <a:lnTo>
                  <a:pt x="1326309" y="533009"/>
                </a:lnTo>
                <a:lnTo>
                  <a:pt x="1346483" y="532495"/>
                </a:lnTo>
                <a:lnTo>
                  <a:pt x="1366647" y="531933"/>
                </a:lnTo>
                <a:lnTo>
                  <a:pt x="1386821" y="531324"/>
                </a:lnTo>
                <a:lnTo>
                  <a:pt x="1406985" y="530666"/>
                </a:lnTo>
                <a:lnTo>
                  <a:pt x="1427150" y="529961"/>
                </a:lnTo>
                <a:lnTo>
                  <a:pt x="1447314" y="529190"/>
                </a:lnTo>
                <a:lnTo>
                  <a:pt x="1467479" y="528380"/>
                </a:lnTo>
                <a:lnTo>
                  <a:pt x="1487634" y="527504"/>
                </a:lnTo>
                <a:lnTo>
                  <a:pt x="1507798" y="526561"/>
                </a:lnTo>
                <a:lnTo>
                  <a:pt x="1527943" y="525551"/>
                </a:lnTo>
                <a:lnTo>
                  <a:pt x="1548098" y="524475"/>
                </a:lnTo>
                <a:lnTo>
                  <a:pt x="1568244" y="523323"/>
                </a:lnTo>
                <a:lnTo>
                  <a:pt x="1588379" y="522075"/>
                </a:lnTo>
                <a:lnTo>
                  <a:pt x="1608515" y="520741"/>
                </a:lnTo>
                <a:lnTo>
                  <a:pt x="1628642" y="519313"/>
                </a:lnTo>
                <a:lnTo>
                  <a:pt x="1648758" y="517760"/>
                </a:lnTo>
                <a:lnTo>
                  <a:pt x="1668866" y="516084"/>
                </a:lnTo>
                <a:lnTo>
                  <a:pt x="1688963" y="514255"/>
                </a:lnTo>
                <a:lnTo>
                  <a:pt x="1709042" y="512264"/>
                </a:lnTo>
                <a:lnTo>
                  <a:pt x="1729102" y="510064"/>
                </a:lnTo>
                <a:lnTo>
                  <a:pt x="1749133" y="507616"/>
                </a:lnTo>
                <a:lnTo>
                  <a:pt x="1769116" y="504854"/>
                </a:lnTo>
                <a:lnTo>
                  <a:pt x="1789052" y="501682"/>
                </a:lnTo>
                <a:lnTo>
                  <a:pt x="1808874" y="497938"/>
                </a:lnTo>
                <a:lnTo>
                  <a:pt x="1828505" y="493271"/>
                </a:lnTo>
                <a:lnTo>
                  <a:pt x="1847602" y="486813"/>
                </a:lnTo>
                <a:lnTo>
                  <a:pt x="1862271" y="474126"/>
                </a:lnTo>
                <a:lnTo>
                  <a:pt x="1871786" y="456409"/>
                </a:lnTo>
                <a:lnTo>
                  <a:pt x="1881597" y="438779"/>
                </a:lnTo>
                <a:lnTo>
                  <a:pt x="1891398" y="421138"/>
                </a:lnTo>
                <a:lnTo>
                  <a:pt x="1901209" y="403508"/>
                </a:lnTo>
                <a:lnTo>
                  <a:pt x="1911020" y="385877"/>
                </a:lnTo>
                <a:lnTo>
                  <a:pt x="1920831" y="368236"/>
                </a:lnTo>
                <a:lnTo>
                  <a:pt x="1930632" y="350606"/>
                </a:lnTo>
                <a:lnTo>
                  <a:pt x="1940443" y="332975"/>
                </a:lnTo>
                <a:lnTo>
                  <a:pt x="1950253" y="315335"/>
                </a:lnTo>
                <a:lnTo>
                  <a:pt x="1960064" y="297704"/>
                </a:lnTo>
                <a:lnTo>
                  <a:pt x="1969865" y="280073"/>
                </a:lnTo>
                <a:lnTo>
                  <a:pt x="1979676" y="262433"/>
                </a:lnTo>
                <a:lnTo>
                  <a:pt x="1989487" y="244802"/>
                </a:lnTo>
                <a:lnTo>
                  <a:pt x="1999298" y="227171"/>
                </a:lnTo>
                <a:lnTo>
                  <a:pt x="2009099" y="209531"/>
                </a:lnTo>
                <a:lnTo>
                  <a:pt x="2018909" y="191900"/>
                </a:lnTo>
                <a:lnTo>
                  <a:pt x="2028720" y="174260"/>
                </a:lnTo>
                <a:lnTo>
                  <a:pt x="2038531" y="156629"/>
                </a:lnTo>
                <a:lnTo>
                  <a:pt x="2048332" y="138998"/>
                </a:lnTo>
                <a:lnTo>
                  <a:pt x="2058143" y="121358"/>
                </a:lnTo>
                <a:lnTo>
                  <a:pt x="2067954" y="103727"/>
                </a:lnTo>
                <a:lnTo>
                  <a:pt x="2077764" y="86096"/>
                </a:lnTo>
                <a:lnTo>
                  <a:pt x="2087566" y="68456"/>
                </a:lnTo>
                <a:lnTo>
                  <a:pt x="2097376" y="50825"/>
                </a:lnTo>
                <a:lnTo>
                  <a:pt x="2107187" y="33195"/>
                </a:lnTo>
                <a:lnTo>
                  <a:pt x="2116998" y="15554"/>
                </a:lnTo>
                <a:lnTo>
                  <a:pt x="2125113" y="2296"/>
                </a:lnTo>
                <a:lnTo>
                  <a:pt x="2108244" y="12630"/>
                </a:lnTo>
                <a:lnTo>
                  <a:pt x="2088813" y="18040"/>
                </a:lnTo>
                <a:lnTo>
                  <a:pt x="2069040" y="22050"/>
                </a:lnTo>
                <a:lnTo>
                  <a:pt x="2049132" y="25317"/>
                </a:lnTo>
                <a:lnTo>
                  <a:pt x="2029149" y="28108"/>
                </a:lnTo>
                <a:lnTo>
                  <a:pt x="2009118" y="30556"/>
                </a:lnTo>
                <a:lnTo>
                  <a:pt x="1989058" y="32756"/>
                </a:lnTo>
                <a:lnTo>
                  <a:pt x="1968979" y="34747"/>
                </a:lnTo>
                <a:lnTo>
                  <a:pt x="1948882" y="36566"/>
                </a:lnTo>
                <a:lnTo>
                  <a:pt x="1928774" y="38252"/>
                </a:lnTo>
                <a:lnTo>
                  <a:pt x="1908658" y="39805"/>
                </a:lnTo>
                <a:lnTo>
                  <a:pt x="1888531" y="41262"/>
                </a:lnTo>
                <a:lnTo>
                  <a:pt x="1868395" y="42624"/>
                </a:lnTo>
                <a:lnTo>
                  <a:pt x="1848260" y="43901"/>
                </a:lnTo>
                <a:lnTo>
                  <a:pt x="1828114" y="45101"/>
                </a:lnTo>
                <a:lnTo>
                  <a:pt x="1807969" y="46234"/>
                </a:lnTo>
                <a:lnTo>
                  <a:pt x="1787823" y="47301"/>
                </a:lnTo>
                <a:lnTo>
                  <a:pt x="1767669" y="48311"/>
                </a:lnTo>
                <a:lnTo>
                  <a:pt x="1747514" y="49273"/>
                </a:lnTo>
                <a:lnTo>
                  <a:pt x="1727359" y="50178"/>
                </a:lnTo>
                <a:lnTo>
                  <a:pt x="1707194" y="51044"/>
                </a:lnTo>
                <a:lnTo>
                  <a:pt x="1687030" y="51854"/>
                </a:lnTo>
                <a:lnTo>
                  <a:pt x="1666865" y="52635"/>
                </a:lnTo>
                <a:lnTo>
                  <a:pt x="1646701" y="53369"/>
                </a:lnTo>
                <a:lnTo>
                  <a:pt x="1626537" y="54073"/>
                </a:lnTo>
                <a:lnTo>
                  <a:pt x="1606372" y="54731"/>
                </a:lnTo>
                <a:lnTo>
                  <a:pt x="1586208" y="55369"/>
                </a:lnTo>
                <a:lnTo>
                  <a:pt x="1566034" y="55959"/>
                </a:lnTo>
                <a:lnTo>
                  <a:pt x="1545860" y="56531"/>
                </a:lnTo>
                <a:lnTo>
                  <a:pt x="1525695" y="57064"/>
                </a:lnTo>
                <a:lnTo>
                  <a:pt x="1505522" y="57569"/>
                </a:lnTo>
                <a:lnTo>
                  <a:pt x="1485348" y="58045"/>
                </a:lnTo>
                <a:lnTo>
                  <a:pt x="1465174" y="58503"/>
                </a:lnTo>
                <a:lnTo>
                  <a:pt x="1445000" y="58931"/>
                </a:lnTo>
                <a:lnTo>
                  <a:pt x="1424826" y="59331"/>
                </a:lnTo>
                <a:lnTo>
                  <a:pt x="1404652" y="59703"/>
                </a:lnTo>
                <a:lnTo>
                  <a:pt x="1384478" y="60055"/>
                </a:lnTo>
                <a:lnTo>
                  <a:pt x="1364304" y="60379"/>
                </a:lnTo>
                <a:lnTo>
                  <a:pt x="1344120" y="60684"/>
                </a:lnTo>
                <a:lnTo>
                  <a:pt x="1323946" y="60960"/>
                </a:lnTo>
                <a:lnTo>
                  <a:pt x="1303772" y="61227"/>
                </a:lnTo>
                <a:lnTo>
                  <a:pt x="1283589" y="61465"/>
                </a:lnTo>
                <a:lnTo>
                  <a:pt x="1263415" y="61674"/>
                </a:lnTo>
                <a:lnTo>
                  <a:pt x="1243241" y="61865"/>
                </a:lnTo>
                <a:lnTo>
                  <a:pt x="1223058" y="62036"/>
                </a:lnTo>
                <a:lnTo>
                  <a:pt x="1202884" y="62189"/>
                </a:lnTo>
                <a:lnTo>
                  <a:pt x="1182710" y="62322"/>
                </a:lnTo>
                <a:lnTo>
                  <a:pt x="1162526" y="62436"/>
                </a:lnTo>
                <a:lnTo>
                  <a:pt x="1142352" y="62513"/>
                </a:lnTo>
                <a:lnTo>
                  <a:pt x="1122169" y="62589"/>
                </a:lnTo>
                <a:lnTo>
                  <a:pt x="1101995" y="62636"/>
                </a:lnTo>
                <a:lnTo>
                  <a:pt x="1081811" y="62665"/>
                </a:lnTo>
                <a:lnTo>
                  <a:pt x="1061637" y="62684"/>
                </a:lnTo>
                <a:lnTo>
                  <a:pt x="1041454" y="62665"/>
                </a:lnTo>
                <a:lnTo>
                  <a:pt x="1021280" y="62636"/>
                </a:lnTo>
                <a:lnTo>
                  <a:pt x="1001097" y="62579"/>
                </a:lnTo>
                <a:lnTo>
                  <a:pt x="980923" y="62503"/>
                </a:lnTo>
                <a:lnTo>
                  <a:pt x="960749" y="62417"/>
                </a:lnTo>
                <a:lnTo>
                  <a:pt x="940565" y="62313"/>
                </a:lnTo>
                <a:lnTo>
                  <a:pt x="920391" y="62179"/>
                </a:lnTo>
                <a:lnTo>
                  <a:pt x="900208" y="62017"/>
                </a:lnTo>
                <a:lnTo>
                  <a:pt x="880034" y="61846"/>
                </a:lnTo>
                <a:lnTo>
                  <a:pt x="859860" y="61655"/>
                </a:lnTo>
                <a:lnTo>
                  <a:pt x="839676" y="61436"/>
                </a:lnTo>
                <a:lnTo>
                  <a:pt x="819502" y="61198"/>
                </a:lnTo>
                <a:lnTo>
                  <a:pt x="799328" y="60931"/>
                </a:lnTo>
                <a:lnTo>
                  <a:pt x="779145" y="60646"/>
                </a:lnTo>
                <a:lnTo>
                  <a:pt x="758971" y="60341"/>
                </a:lnTo>
                <a:lnTo>
                  <a:pt x="738797" y="60017"/>
                </a:lnTo>
                <a:lnTo>
                  <a:pt x="718623" y="59665"/>
                </a:lnTo>
                <a:lnTo>
                  <a:pt x="698449" y="59284"/>
                </a:lnTo>
                <a:lnTo>
                  <a:pt x="678275" y="58884"/>
                </a:lnTo>
                <a:lnTo>
                  <a:pt x="658101" y="58445"/>
                </a:lnTo>
                <a:lnTo>
                  <a:pt x="637927" y="57998"/>
                </a:lnTo>
                <a:lnTo>
                  <a:pt x="617753" y="57512"/>
                </a:lnTo>
                <a:lnTo>
                  <a:pt x="597579" y="56998"/>
                </a:lnTo>
                <a:lnTo>
                  <a:pt x="577406" y="56464"/>
                </a:lnTo>
                <a:lnTo>
                  <a:pt x="557241" y="55893"/>
                </a:lnTo>
                <a:lnTo>
                  <a:pt x="537067" y="55293"/>
                </a:lnTo>
                <a:lnTo>
                  <a:pt x="516903" y="54664"/>
                </a:lnTo>
                <a:lnTo>
                  <a:pt x="496738" y="53988"/>
                </a:lnTo>
                <a:lnTo>
                  <a:pt x="476564" y="53283"/>
                </a:lnTo>
                <a:lnTo>
                  <a:pt x="456400" y="52549"/>
                </a:lnTo>
                <a:lnTo>
                  <a:pt x="436235" y="51768"/>
                </a:lnTo>
                <a:lnTo>
                  <a:pt x="416081" y="50940"/>
                </a:lnTo>
                <a:lnTo>
                  <a:pt x="395916" y="50073"/>
                </a:lnTo>
                <a:lnTo>
                  <a:pt x="375761" y="49159"/>
                </a:lnTo>
                <a:lnTo>
                  <a:pt x="355606" y="48196"/>
                </a:lnTo>
                <a:lnTo>
                  <a:pt x="335451" y="47177"/>
                </a:lnTo>
                <a:lnTo>
                  <a:pt x="315306" y="46101"/>
                </a:lnTo>
                <a:lnTo>
                  <a:pt x="295161" y="44968"/>
                </a:lnTo>
                <a:lnTo>
                  <a:pt x="275015" y="43758"/>
                </a:lnTo>
                <a:lnTo>
                  <a:pt x="254879" y="42462"/>
                </a:lnTo>
                <a:lnTo>
                  <a:pt x="234744" y="41091"/>
                </a:lnTo>
                <a:lnTo>
                  <a:pt x="214617" y="39634"/>
                </a:lnTo>
                <a:lnTo>
                  <a:pt x="194501" y="38062"/>
                </a:lnTo>
                <a:lnTo>
                  <a:pt x="174393" y="36366"/>
                </a:lnTo>
                <a:lnTo>
                  <a:pt x="154305" y="34519"/>
                </a:lnTo>
                <a:lnTo>
                  <a:pt x="134226" y="32509"/>
                </a:lnTo>
                <a:lnTo>
                  <a:pt x="114167" y="30290"/>
                </a:lnTo>
                <a:lnTo>
                  <a:pt x="94145" y="27794"/>
                </a:lnTo>
                <a:lnTo>
                  <a:pt x="74171" y="24956"/>
                </a:lnTo>
                <a:lnTo>
                  <a:pt x="54264" y="21622"/>
                </a:lnTo>
                <a:lnTo>
                  <a:pt x="34519" y="17497"/>
                </a:lnTo>
                <a:lnTo>
                  <a:pt x="15173" y="1182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8" name="simple-step-cap-1">
            <a:extLst xmlns:a="http://schemas.openxmlformats.org/drawingml/2006/main">
              <a:ext uri="{FF2B5EF4-FFF2-40B4-BE49-F238E27FC236}">
                <a16:creationId xmlns:a16="http://schemas.microsoft.com/office/drawing/2014/main" id="{26362737-E4E3-429C-BBAF-1CEB385C2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23994" y="3185531"/>
            <a:ext cx="2125637" cy="17825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9" name="simple-step-body-2">
            <a:extLst xmlns:a="http://schemas.openxmlformats.org/drawingml/2006/main">
              <a:ext uri="{FF2B5EF4-FFF2-40B4-BE49-F238E27FC236}">
                <a16:creationId xmlns:a16="http://schemas.microsoft.com/office/drawing/2014/main" id="{61861EEB-2B69-4A98-B237-DF5C4926F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87341" y="3892534"/>
            <a:ext cx="1595857" cy="536143"/>
          </a:xfrm>
          <a:custGeom xmlns:a="http://schemas.openxmlformats.org/drawingml/2006/main">
            <a:pathLst>
              <a:path w="1595857" h="536143">
                <a:moveTo>
                  <a:pt x="0" y="0"/>
                </a:moveTo>
                <a:lnTo>
                  <a:pt x="7191" y="14211"/>
                </a:lnTo>
                <a:lnTo>
                  <a:pt x="14383" y="28432"/>
                </a:lnTo>
                <a:lnTo>
                  <a:pt x="21574" y="42643"/>
                </a:lnTo>
                <a:lnTo>
                  <a:pt x="28766" y="56855"/>
                </a:lnTo>
                <a:lnTo>
                  <a:pt x="35957" y="71066"/>
                </a:lnTo>
                <a:lnTo>
                  <a:pt x="43148" y="85287"/>
                </a:lnTo>
                <a:lnTo>
                  <a:pt x="50340" y="99498"/>
                </a:lnTo>
                <a:lnTo>
                  <a:pt x="57531" y="113709"/>
                </a:lnTo>
                <a:lnTo>
                  <a:pt x="64722" y="127930"/>
                </a:lnTo>
                <a:lnTo>
                  <a:pt x="71914" y="142142"/>
                </a:lnTo>
                <a:lnTo>
                  <a:pt x="79105" y="156353"/>
                </a:lnTo>
                <a:lnTo>
                  <a:pt x="86297" y="170564"/>
                </a:lnTo>
                <a:lnTo>
                  <a:pt x="93488" y="184785"/>
                </a:lnTo>
                <a:lnTo>
                  <a:pt x="100679" y="198996"/>
                </a:lnTo>
                <a:lnTo>
                  <a:pt x="107871" y="213208"/>
                </a:lnTo>
                <a:lnTo>
                  <a:pt x="115062" y="227428"/>
                </a:lnTo>
                <a:lnTo>
                  <a:pt x="122253" y="241640"/>
                </a:lnTo>
                <a:lnTo>
                  <a:pt x="129445" y="255851"/>
                </a:lnTo>
                <a:lnTo>
                  <a:pt x="136636" y="270062"/>
                </a:lnTo>
                <a:lnTo>
                  <a:pt x="143828" y="284283"/>
                </a:lnTo>
                <a:lnTo>
                  <a:pt x="151019" y="298494"/>
                </a:lnTo>
                <a:lnTo>
                  <a:pt x="158210" y="312706"/>
                </a:lnTo>
                <a:lnTo>
                  <a:pt x="165402" y="326927"/>
                </a:lnTo>
                <a:lnTo>
                  <a:pt x="172593" y="341138"/>
                </a:lnTo>
                <a:lnTo>
                  <a:pt x="179784" y="355349"/>
                </a:lnTo>
                <a:lnTo>
                  <a:pt x="186976" y="369560"/>
                </a:lnTo>
                <a:lnTo>
                  <a:pt x="194167" y="383781"/>
                </a:lnTo>
                <a:lnTo>
                  <a:pt x="201359" y="397993"/>
                </a:lnTo>
                <a:lnTo>
                  <a:pt x="208550" y="412204"/>
                </a:lnTo>
                <a:lnTo>
                  <a:pt x="215741" y="426425"/>
                </a:lnTo>
                <a:lnTo>
                  <a:pt x="222933" y="440636"/>
                </a:lnTo>
                <a:lnTo>
                  <a:pt x="230124" y="454847"/>
                </a:lnTo>
                <a:lnTo>
                  <a:pt x="237315" y="469059"/>
                </a:lnTo>
                <a:lnTo>
                  <a:pt x="244554" y="482889"/>
                </a:lnTo>
                <a:lnTo>
                  <a:pt x="258108" y="491138"/>
                </a:lnTo>
                <a:lnTo>
                  <a:pt x="273025" y="496719"/>
                </a:lnTo>
                <a:lnTo>
                  <a:pt x="288350" y="501063"/>
                </a:lnTo>
                <a:lnTo>
                  <a:pt x="303867" y="504654"/>
                </a:lnTo>
                <a:lnTo>
                  <a:pt x="319488" y="507740"/>
                </a:lnTo>
                <a:lnTo>
                  <a:pt x="335185" y="510445"/>
                </a:lnTo>
                <a:lnTo>
                  <a:pt x="350939" y="512855"/>
                </a:lnTo>
                <a:lnTo>
                  <a:pt x="366713" y="515026"/>
                </a:lnTo>
                <a:lnTo>
                  <a:pt x="382524" y="516998"/>
                </a:lnTo>
                <a:lnTo>
                  <a:pt x="398355" y="518789"/>
                </a:lnTo>
                <a:lnTo>
                  <a:pt x="414195" y="520446"/>
                </a:lnTo>
                <a:lnTo>
                  <a:pt x="430054" y="521951"/>
                </a:lnTo>
                <a:lnTo>
                  <a:pt x="445922" y="523361"/>
                </a:lnTo>
                <a:lnTo>
                  <a:pt x="461801" y="524647"/>
                </a:lnTo>
                <a:lnTo>
                  <a:pt x="477679" y="525847"/>
                </a:lnTo>
                <a:lnTo>
                  <a:pt x="493576" y="526952"/>
                </a:lnTo>
                <a:lnTo>
                  <a:pt x="509473" y="527980"/>
                </a:lnTo>
                <a:lnTo>
                  <a:pt x="525370" y="528923"/>
                </a:lnTo>
                <a:lnTo>
                  <a:pt x="541277" y="529800"/>
                </a:lnTo>
                <a:lnTo>
                  <a:pt x="557184" y="530609"/>
                </a:lnTo>
                <a:lnTo>
                  <a:pt x="573100" y="531343"/>
                </a:lnTo>
                <a:lnTo>
                  <a:pt x="589016" y="532028"/>
                </a:lnTo>
                <a:lnTo>
                  <a:pt x="604933" y="532657"/>
                </a:lnTo>
                <a:lnTo>
                  <a:pt x="620849" y="533219"/>
                </a:lnTo>
                <a:lnTo>
                  <a:pt x="636775" y="533724"/>
                </a:lnTo>
                <a:lnTo>
                  <a:pt x="652701" y="534191"/>
                </a:lnTo>
                <a:lnTo>
                  <a:pt x="668617" y="534600"/>
                </a:lnTo>
                <a:lnTo>
                  <a:pt x="684543" y="534953"/>
                </a:lnTo>
                <a:lnTo>
                  <a:pt x="700478" y="535267"/>
                </a:lnTo>
                <a:lnTo>
                  <a:pt x="716404" y="535524"/>
                </a:lnTo>
                <a:lnTo>
                  <a:pt x="732330" y="535743"/>
                </a:lnTo>
                <a:lnTo>
                  <a:pt x="748255" y="535915"/>
                </a:lnTo>
                <a:lnTo>
                  <a:pt x="764191" y="536029"/>
                </a:lnTo>
                <a:lnTo>
                  <a:pt x="780117" y="536105"/>
                </a:lnTo>
                <a:lnTo>
                  <a:pt x="796042" y="536143"/>
                </a:lnTo>
                <a:lnTo>
                  <a:pt x="811978" y="536134"/>
                </a:lnTo>
                <a:lnTo>
                  <a:pt x="827903" y="536077"/>
                </a:lnTo>
                <a:lnTo>
                  <a:pt x="843839" y="535972"/>
                </a:lnTo>
                <a:lnTo>
                  <a:pt x="859765" y="535819"/>
                </a:lnTo>
                <a:lnTo>
                  <a:pt x="875690" y="535629"/>
                </a:lnTo>
                <a:lnTo>
                  <a:pt x="891616" y="535381"/>
                </a:lnTo>
                <a:lnTo>
                  <a:pt x="907552" y="535095"/>
                </a:lnTo>
                <a:lnTo>
                  <a:pt x="923477" y="534753"/>
                </a:lnTo>
                <a:lnTo>
                  <a:pt x="939403" y="534372"/>
                </a:lnTo>
                <a:lnTo>
                  <a:pt x="955319" y="533933"/>
                </a:lnTo>
                <a:lnTo>
                  <a:pt x="971245" y="533448"/>
                </a:lnTo>
                <a:lnTo>
                  <a:pt x="987161" y="532905"/>
                </a:lnTo>
                <a:lnTo>
                  <a:pt x="1003087" y="532305"/>
                </a:lnTo>
                <a:lnTo>
                  <a:pt x="1019004" y="531647"/>
                </a:lnTo>
                <a:lnTo>
                  <a:pt x="1034910" y="530933"/>
                </a:lnTo>
                <a:lnTo>
                  <a:pt x="1050827" y="530152"/>
                </a:lnTo>
                <a:lnTo>
                  <a:pt x="1066733" y="529314"/>
                </a:lnTo>
                <a:lnTo>
                  <a:pt x="1082631" y="528390"/>
                </a:lnTo>
                <a:lnTo>
                  <a:pt x="1098537" y="527399"/>
                </a:lnTo>
                <a:lnTo>
                  <a:pt x="1114425" y="526332"/>
                </a:lnTo>
                <a:lnTo>
                  <a:pt x="1130313" y="525170"/>
                </a:lnTo>
                <a:lnTo>
                  <a:pt x="1146191" y="523923"/>
                </a:lnTo>
                <a:lnTo>
                  <a:pt x="1162069" y="522570"/>
                </a:lnTo>
                <a:lnTo>
                  <a:pt x="1177928" y="521103"/>
                </a:lnTo>
                <a:lnTo>
                  <a:pt x="1193778" y="519522"/>
                </a:lnTo>
                <a:lnTo>
                  <a:pt x="1209618" y="517789"/>
                </a:lnTo>
                <a:lnTo>
                  <a:pt x="1225429" y="515893"/>
                </a:lnTo>
                <a:lnTo>
                  <a:pt x="1241222" y="513817"/>
                </a:lnTo>
                <a:lnTo>
                  <a:pt x="1256986" y="511521"/>
                </a:lnTo>
                <a:lnTo>
                  <a:pt x="1272711" y="508949"/>
                </a:lnTo>
                <a:lnTo>
                  <a:pt x="1288371" y="506035"/>
                </a:lnTo>
                <a:lnTo>
                  <a:pt x="1303944" y="502682"/>
                </a:lnTo>
                <a:lnTo>
                  <a:pt x="1319365" y="498700"/>
                </a:lnTo>
                <a:lnTo>
                  <a:pt x="1334500" y="493747"/>
                </a:lnTo>
                <a:lnTo>
                  <a:pt x="1348883" y="486956"/>
                </a:lnTo>
                <a:lnTo>
                  <a:pt x="1359208" y="475374"/>
                </a:lnTo>
                <a:lnTo>
                  <a:pt x="1365723" y="460972"/>
                </a:lnTo>
                <a:lnTo>
                  <a:pt x="1372914" y="446751"/>
                </a:lnTo>
                <a:lnTo>
                  <a:pt x="1380115" y="432540"/>
                </a:lnTo>
                <a:lnTo>
                  <a:pt x="1387307" y="418328"/>
                </a:lnTo>
                <a:lnTo>
                  <a:pt x="1394498" y="404108"/>
                </a:lnTo>
                <a:lnTo>
                  <a:pt x="1401689" y="389896"/>
                </a:lnTo>
                <a:lnTo>
                  <a:pt x="1408881" y="375685"/>
                </a:lnTo>
                <a:lnTo>
                  <a:pt x="1416072" y="361474"/>
                </a:lnTo>
                <a:lnTo>
                  <a:pt x="1423264" y="347253"/>
                </a:lnTo>
                <a:lnTo>
                  <a:pt x="1430455" y="333042"/>
                </a:lnTo>
                <a:lnTo>
                  <a:pt x="1437646" y="318830"/>
                </a:lnTo>
                <a:lnTo>
                  <a:pt x="1444838" y="304610"/>
                </a:lnTo>
                <a:lnTo>
                  <a:pt x="1452029" y="290398"/>
                </a:lnTo>
                <a:lnTo>
                  <a:pt x="1459220" y="276187"/>
                </a:lnTo>
                <a:lnTo>
                  <a:pt x="1466412" y="261976"/>
                </a:lnTo>
                <a:lnTo>
                  <a:pt x="1473603" y="247755"/>
                </a:lnTo>
                <a:lnTo>
                  <a:pt x="1480795" y="233543"/>
                </a:lnTo>
                <a:lnTo>
                  <a:pt x="1487986" y="219332"/>
                </a:lnTo>
                <a:lnTo>
                  <a:pt x="1495177" y="205111"/>
                </a:lnTo>
                <a:lnTo>
                  <a:pt x="1502369" y="190900"/>
                </a:lnTo>
                <a:lnTo>
                  <a:pt x="1509560" y="176689"/>
                </a:lnTo>
                <a:lnTo>
                  <a:pt x="1516751" y="162477"/>
                </a:lnTo>
                <a:lnTo>
                  <a:pt x="1523943" y="148257"/>
                </a:lnTo>
                <a:lnTo>
                  <a:pt x="1531134" y="134045"/>
                </a:lnTo>
                <a:lnTo>
                  <a:pt x="1538326" y="119834"/>
                </a:lnTo>
                <a:lnTo>
                  <a:pt x="1545517" y="105613"/>
                </a:lnTo>
                <a:lnTo>
                  <a:pt x="1552708" y="91402"/>
                </a:lnTo>
                <a:lnTo>
                  <a:pt x="1559900" y="77191"/>
                </a:lnTo>
                <a:lnTo>
                  <a:pt x="1567091" y="62979"/>
                </a:lnTo>
                <a:lnTo>
                  <a:pt x="1574282" y="48758"/>
                </a:lnTo>
                <a:lnTo>
                  <a:pt x="1581474" y="34547"/>
                </a:lnTo>
                <a:lnTo>
                  <a:pt x="1588665" y="20336"/>
                </a:lnTo>
                <a:lnTo>
                  <a:pt x="1595857" y="6115"/>
                </a:lnTo>
                <a:lnTo>
                  <a:pt x="1594437" y="7525"/>
                </a:lnTo>
                <a:lnTo>
                  <a:pt x="1580398" y="14916"/>
                </a:lnTo>
                <a:lnTo>
                  <a:pt x="1565234" y="19783"/>
                </a:lnTo>
                <a:lnTo>
                  <a:pt x="1549765" y="23565"/>
                </a:lnTo>
                <a:lnTo>
                  <a:pt x="1534154" y="26708"/>
                </a:lnTo>
                <a:lnTo>
                  <a:pt x="1518456" y="29432"/>
                </a:lnTo>
                <a:lnTo>
                  <a:pt x="1502712" y="31833"/>
                </a:lnTo>
                <a:lnTo>
                  <a:pt x="1486929" y="34004"/>
                </a:lnTo>
                <a:lnTo>
                  <a:pt x="1471117" y="35966"/>
                </a:lnTo>
                <a:lnTo>
                  <a:pt x="1455296" y="37776"/>
                </a:lnTo>
                <a:lnTo>
                  <a:pt x="1439447" y="39443"/>
                </a:lnTo>
                <a:lnTo>
                  <a:pt x="1423597" y="40986"/>
                </a:lnTo>
                <a:lnTo>
                  <a:pt x="1407728" y="42424"/>
                </a:lnTo>
                <a:lnTo>
                  <a:pt x="1391860" y="43777"/>
                </a:lnTo>
                <a:lnTo>
                  <a:pt x="1375982" y="45044"/>
                </a:lnTo>
                <a:lnTo>
                  <a:pt x="1360094" y="46225"/>
                </a:lnTo>
                <a:lnTo>
                  <a:pt x="1344206" y="47349"/>
                </a:lnTo>
                <a:lnTo>
                  <a:pt x="1328309" y="48397"/>
                </a:lnTo>
                <a:lnTo>
                  <a:pt x="1312412" y="49397"/>
                </a:lnTo>
                <a:lnTo>
                  <a:pt x="1296505" y="50340"/>
                </a:lnTo>
                <a:lnTo>
                  <a:pt x="1280608" y="51235"/>
                </a:lnTo>
                <a:lnTo>
                  <a:pt x="1264701" y="52083"/>
                </a:lnTo>
                <a:lnTo>
                  <a:pt x="1248785" y="52883"/>
                </a:lnTo>
                <a:lnTo>
                  <a:pt x="1232878" y="53645"/>
                </a:lnTo>
                <a:lnTo>
                  <a:pt x="1216962" y="54359"/>
                </a:lnTo>
                <a:lnTo>
                  <a:pt x="1201045" y="55045"/>
                </a:lnTo>
                <a:lnTo>
                  <a:pt x="1185129" y="55683"/>
                </a:lnTo>
                <a:lnTo>
                  <a:pt x="1169213" y="56293"/>
                </a:lnTo>
                <a:lnTo>
                  <a:pt x="1153297" y="56864"/>
                </a:lnTo>
                <a:lnTo>
                  <a:pt x="1137371" y="57407"/>
                </a:lnTo>
                <a:lnTo>
                  <a:pt x="1121454" y="57922"/>
                </a:lnTo>
                <a:lnTo>
                  <a:pt x="1105529" y="58407"/>
                </a:lnTo>
                <a:lnTo>
                  <a:pt x="1089603" y="58855"/>
                </a:lnTo>
                <a:lnTo>
                  <a:pt x="1073677" y="59284"/>
                </a:lnTo>
                <a:lnTo>
                  <a:pt x="1057761" y="59674"/>
                </a:lnTo>
                <a:lnTo>
                  <a:pt x="1041835" y="60046"/>
                </a:lnTo>
                <a:lnTo>
                  <a:pt x="1025909" y="60389"/>
                </a:lnTo>
                <a:lnTo>
                  <a:pt x="1009974" y="60703"/>
                </a:lnTo>
                <a:lnTo>
                  <a:pt x="994048" y="60998"/>
                </a:lnTo>
                <a:lnTo>
                  <a:pt x="978122" y="61265"/>
                </a:lnTo>
                <a:lnTo>
                  <a:pt x="962196" y="61512"/>
                </a:lnTo>
                <a:lnTo>
                  <a:pt x="946271" y="61732"/>
                </a:lnTo>
                <a:lnTo>
                  <a:pt x="930335" y="61932"/>
                </a:lnTo>
                <a:lnTo>
                  <a:pt x="914410" y="62103"/>
                </a:lnTo>
                <a:lnTo>
                  <a:pt x="898484" y="62246"/>
                </a:lnTo>
                <a:lnTo>
                  <a:pt x="882548" y="62379"/>
                </a:lnTo>
                <a:lnTo>
                  <a:pt x="866623" y="62484"/>
                </a:lnTo>
                <a:lnTo>
                  <a:pt x="850697" y="62560"/>
                </a:lnTo>
                <a:lnTo>
                  <a:pt x="834761" y="62627"/>
                </a:lnTo>
                <a:lnTo>
                  <a:pt x="818836" y="62665"/>
                </a:lnTo>
                <a:lnTo>
                  <a:pt x="802900" y="62675"/>
                </a:lnTo>
                <a:lnTo>
                  <a:pt x="786975" y="62675"/>
                </a:lnTo>
                <a:lnTo>
                  <a:pt x="771049" y="62646"/>
                </a:lnTo>
                <a:lnTo>
                  <a:pt x="755113" y="62589"/>
                </a:lnTo>
                <a:lnTo>
                  <a:pt x="739188" y="62522"/>
                </a:lnTo>
                <a:lnTo>
                  <a:pt x="723252" y="62427"/>
                </a:lnTo>
                <a:lnTo>
                  <a:pt x="707327" y="62313"/>
                </a:lnTo>
                <a:lnTo>
                  <a:pt x="691401" y="62170"/>
                </a:lnTo>
                <a:lnTo>
                  <a:pt x="675465" y="61998"/>
                </a:lnTo>
                <a:lnTo>
                  <a:pt x="659540" y="61817"/>
                </a:lnTo>
                <a:lnTo>
                  <a:pt x="643614" y="61608"/>
                </a:lnTo>
                <a:lnTo>
                  <a:pt x="627688" y="61370"/>
                </a:lnTo>
                <a:lnTo>
                  <a:pt x="611753" y="61122"/>
                </a:lnTo>
                <a:lnTo>
                  <a:pt x="595827" y="60836"/>
                </a:lnTo>
                <a:lnTo>
                  <a:pt x="579901" y="60531"/>
                </a:lnTo>
                <a:lnTo>
                  <a:pt x="563975" y="60198"/>
                </a:lnTo>
                <a:lnTo>
                  <a:pt x="548049" y="59836"/>
                </a:lnTo>
                <a:lnTo>
                  <a:pt x="532124" y="59455"/>
                </a:lnTo>
                <a:lnTo>
                  <a:pt x="516198" y="59036"/>
                </a:lnTo>
                <a:lnTo>
                  <a:pt x="500282" y="58598"/>
                </a:lnTo>
                <a:lnTo>
                  <a:pt x="484356" y="58131"/>
                </a:lnTo>
                <a:lnTo>
                  <a:pt x="468430" y="57636"/>
                </a:lnTo>
                <a:lnTo>
                  <a:pt x="452514" y="57112"/>
                </a:lnTo>
                <a:lnTo>
                  <a:pt x="436588" y="56550"/>
                </a:lnTo>
                <a:lnTo>
                  <a:pt x="420672" y="55950"/>
                </a:lnTo>
                <a:lnTo>
                  <a:pt x="404755" y="55321"/>
                </a:lnTo>
                <a:lnTo>
                  <a:pt x="388839" y="54664"/>
                </a:lnTo>
                <a:lnTo>
                  <a:pt x="372923" y="53959"/>
                </a:lnTo>
                <a:lnTo>
                  <a:pt x="357016" y="53216"/>
                </a:lnTo>
                <a:lnTo>
                  <a:pt x="341100" y="52435"/>
                </a:lnTo>
                <a:lnTo>
                  <a:pt x="325193" y="51606"/>
                </a:lnTo>
                <a:lnTo>
                  <a:pt x="309286" y="50740"/>
                </a:lnTo>
                <a:lnTo>
                  <a:pt x="293389" y="49816"/>
                </a:lnTo>
                <a:lnTo>
                  <a:pt x="277482" y="48844"/>
                </a:lnTo>
                <a:lnTo>
                  <a:pt x="261595" y="47806"/>
                </a:lnTo>
                <a:lnTo>
                  <a:pt x="245697" y="46711"/>
                </a:lnTo>
                <a:lnTo>
                  <a:pt x="229810" y="45558"/>
                </a:lnTo>
                <a:lnTo>
                  <a:pt x="213932" y="44320"/>
                </a:lnTo>
                <a:lnTo>
                  <a:pt x="198053" y="43015"/>
                </a:lnTo>
                <a:lnTo>
                  <a:pt x="182185" y="41615"/>
                </a:lnTo>
                <a:lnTo>
                  <a:pt x="166326" y="40119"/>
                </a:lnTo>
                <a:lnTo>
                  <a:pt x="150476" y="38500"/>
                </a:lnTo>
                <a:lnTo>
                  <a:pt x="134645" y="36767"/>
                </a:lnTo>
                <a:lnTo>
                  <a:pt x="118824" y="34871"/>
                </a:lnTo>
                <a:lnTo>
                  <a:pt x="103032" y="32795"/>
                </a:lnTo>
                <a:lnTo>
                  <a:pt x="87268" y="30499"/>
                </a:lnTo>
                <a:lnTo>
                  <a:pt x="71552" y="27927"/>
                </a:lnTo>
                <a:lnTo>
                  <a:pt x="55893" y="24975"/>
                </a:lnTo>
                <a:lnTo>
                  <a:pt x="40348" y="21507"/>
                </a:lnTo>
                <a:lnTo>
                  <a:pt x="25022" y="17193"/>
                </a:lnTo>
                <a:lnTo>
                  <a:pt x="10268" y="1123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20" name="simple-step-cap-2">
            <a:extLst xmlns:a="http://schemas.openxmlformats.org/drawingml/2006/main">
              <a:ext uri="{FF2B5EF4-FFF2-40B4-BE49-F238E27FC236}">
                <a16:creationId xmlns:a16="http://schemas.microsoft.com/office/drawing/2014/main" id="{2AA1BF32-AEF0-456A-B006-5E25B7866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87322" y="3803409"/>
            <a:ext cx="1598981" cy="17825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21" name="simple-step-body-3">
            <a:extLst xmlns:a="http://schemas.openxmlformats.org/drawingml/2006/main">
              <a:ext uri="{FF2B5EF4-FFF2-40B4-BE49-F238E27FC236}">
                <a16:creationId xmlns:a16="http://schemas.microsoft.com/office/drawing/2014/main" id="{47666290-4E1E-45D4-B844-BB4BB54AC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26885" y="4510411"/>
            <a:ext cx="1117425" cy="536143"/>
          </a:xfrm>
          <a:custGeom xmlns:a="http://schemas.openxmlformats.org/drawingml/2006/main">
            <a:pathLst>
              <a:path w="1117425" h="536143">
                <a:moveTo>
                  <a:pt x="0" y="0"/>
                </a:moveTo>
                <a:lnTo>
                  <a:pt x="6515" y="13687"/>
                </a:lnTo>
                <a:lnTo>
                  <a:pt x="13030" y="27375"/>
                </a:lnTo>
                <a:lnTo>
                  <a:pt x="19536" y="41062"/>
                </a:lnTo>
                <a:lnTo>
                  <a:pt x="26051" y="54740"/>
                </a:lnTo>
                <a:lnTo>
                  <a:pt x="32566" y="68428"/>
                </a:lnTo>
                <a:lnTo>
                  <a:pt x="39081" y="82115"/>
                </a:lnTo>
                <a:lnTo>
                  <a:pt x="45596" y="95802"/>
                </a:lnTo>
                <a:lnTo>
                  <a:pt x="52102" y="109490"/>
                </a:lnTo>
                <a:lnTo>
                  <a:pt x="58617" y="123177"/>
                </a:lnTo>
                <a:lnTo>
                  <a:pt x="65132" y="136855"/>
                </a:lnTo>
                <a:lnTo>
                  <a:pt x="71647" y="150543"/>
                </a:lnTo>
                <a:lnTo>
                  <a:pt x="78162" y="164230"/>
                </a:lnTo>
                <a:lnTo>
                  <a:pt x="84668" y="177917"/>
                </a:lnTo>
                <a:lnTo>
                  <a:pt x="91183" y="191605"/>
                </a:lnTo>
                <a:lnTo>
                  <a:pt x="97698" y="205292"/>
                </a:lnTo>
                <a:lnTo>
                  <a:pt x="104213" y="218970"/>
                </a:lnTo>
                <a:lnTo>
                  <a:pt x="110728" y="232658"/>
                </a:lnTo>
                <a:lnTo>
                  <a:pt x="117234" y="246345"/>
                </a:lnTo>
                <a:lnTo>
                  <a:pt x="123749" y="260033"/>
                </a:lnTo>
                <a:lnTo>
                  <a:pt x="130264" y="273720"/>
                </a:lnTo>
                <a:lnTo>
                  <a:pt x="136779" y="287407"/>
                </a:lnTo>
                <a:lnTo>
                  <a:pt x="143294" y="301085"/>
                </a:lnTo>
                <a:lnTo>
                  <a:pt x="149800" y="314773"/>
                </a:lnTo>
                <a:lnTo>
                  <a:pt x="156315" y="328460"/>
                </a:lnTo>
                <a:lnTo>
                  <a:pt x="162830" y="342148"/>
                </a:lnTo>
                <a:lnTo>
                  <a:pt x="169345" y="355835"/>
                </a:lnTo>
                <a:lnTo>
                  <a:pt x="175860" y="369522"/>
                </a:lnTo>
                <a:lnTo>
                  <a:pt x="182366" y="383200"/>
                </a:lnTo>
                <a:lnTo>
                  <a:pt x="188881" y="396888"/>
                </a:lnTo>
                <a:lnTo>
                  <a:pt x="195396" y="410575"/>
                </a:lnTo>
                <a:lnTo>
                  <a:pt x="201911" y="424263"/>
                </a:lnTo>
                <a:lnTo>
                  <a:pt x="208426" y="437950"/>
                </a:lnTo>
                <a:lnTo>
                  <a:pt x="214932" y="451637"/>
                </a:lnTo>
                <a:lnTo>
                  <a:pt x="221447" y="465315"/>
                </a:lnTo>
                <a:lnTo>
                  <a:pt x="226505" y="479450"/>
                </a:lnTo>
                <a:lnTo>
                  <a:pt x="236134" y="490919"/>
                </a:lnTo>
                <a:lnTo>
                  <a:pt x="249145" y="498653"/>
                </a:lnTo>
                <a:lnTo>
                  <a:pt x="263147" y="504434"/>
                </a:lnTo>
                <a:lnTo>
                  <a:pt x="277568" y="509073"/>
                </a:lnTo>
                <a:lnTo>
                  <a:pt x="292227" y="512940"/>
                </a:lnTo>
                <a:lnTo>
                  <a:pt x="307019" y="516236"/>
                </a:lnTo>
                <a:lnTo>
                  <a:pt x="321897" y="519093"/>
                </a:lnTo>
                <a:lnTo>
                  <a:pt x="336852" y="521599"/>
                </a:lnTo>
                <a:lnTo>
                  <a:pt x="351844" y="523799"/>
                </a:lnTo>
                <a:lnTo>
                  <a:pt x="366874" y="525751"/>
                </a:lnTo>
                <a:lnTo>
                  <a:pt x="381933" y="527475"/>
                </a:lnTo>
                <a:lnTo>
                  <a:pt x="397012" y="529009"/>
                </a:lnTo>
                <a:lnTo>
                  <a:pt x="412109" y="530352"/>
                </a:lnTo>
                <a:lnTo>
                  <a:pt x="427215" y="531533"/>
                </a:lnTo>
                <a:lnTo>
                  <a:pt x="442341" y="532571"/>
                </a:lnTo>
                <a:lnTo>
                  <a:pt x="457476" y="533457"/>
                </a:lnTo>
                <a:lnTo>
                  <a:pt x="472611" y="534210"/>
                </a:lnTo>
                <a:lnTo>
                  <a:pt x="487756" y="534829"/>
                </a:lnTo>
                <a:lnTo>
                  <a:pt x="502901" y="535324"/>
                </a:lnTo>
                <a:lnTo>
                  <a:pt x="518055" y="535705"/>
                </a:lnTo>
                <a:lnTo>
                  <a:pt x="533210" y="535962"/>
                </a:lnTo>
                <a:lnTo>
                  <a:pt x="548364" y="536105"/>
                </a:lnTo>
                <a:lnTo>
                  <a:pt x="563518" y="536143"/>
                </a:lnTo>
                <a:lnTo>
                  <a:pt x="578672" y="536057"/>
                </a:lnTo>
                <a:lnTo>
                  <a:pt x="593836" y="535857"/>
                </a:lnTo>
                <a:lnTo>
                  <a:pt x="608981" y="535543"/>
                </a:lnTo>
                <a:lnTo>
                  <a:pt x="624135" y="535105"/>
                </a:lnTo>
                <a:lnTo>
                  <a:pt x="639280" y="534553"/>
                </a:lnTo>
                <a:lnTo>
                  <a:pt x="654425" y="533867"/>
                </a:lnTo>
                <a:lnTo>
                  <a:pt x="669560" y="533048"/>
                </a:lnTo>
                <a:lnTo>
                  <a:pt x="684686" y="532095"/>
                </a:lnTo>
                <a:lnTo>
                  <a:pt x="699802" y="531000"/>
                </a:lnTo>
                <a:lnTo>
                  <a:pt x="714908" y="529733"/>
                </a:lnTo>
                <a:lnTo>
                  <a:pt x="729996" y="528304"/>
                </a:lnTo>
                <a:lnTo>
                  <a:pt x="745065" y="526685"/>
                </a:lnTo>
                <a:lnTo>
                  <a:pt x="760114" y="524856"/>
                </a:lnTo>
                <a:lnTo>
                  <a:pt x="775125" y="522789"/>
                </a:lnTo>
                <a:lnTo>
                  <a:pt x="790099" y="520456"/>
                </a:lnTo>
                <a:lnTo>
                  <a:pt x="805015" y="517789"/>
                </a:lnTo>
                <a:lnTo>
                  <a:pt x="819864" y="514731"/>
                </a:lnTo>
                <a:lnTo>
                  <a:pt x="834600" y="511188"/>
                </a:lnTo>
                <a:lnTo>
                  <a:pt x="849163" y="506987"/>
                </a:lnTo>
                <a:lnTo>
                  <a:pt x="863422" y="501872"/>
                </a:lnTo>
                <a:lnTo>
                  <a:pt x="877072" y="495310"/>
                </a:lnTo>
                <a:lnTo>
                  <a:pt x="889044" y="486108"/>
                </a:lnTo>
                <a:lnTo>
                  <a:pt x="894979" y="472516"/>
                </a:lnTo>
                <a:lnTo>
                  <a:pt x="901494" y="458838"/>
                </a:lnTo>
                <a:lnTo>
                  <a:pt x="908009" y="445151"/>
                </a:lnTo>
                <a:lnTo>
                  <a:pt x="914524" y="431463"/>
                </a:lnTo>
                <a:lnTo>
                  <a:pt x="921039" y="417776"/>
                </a:lnTo>
                <a:lnTo>
                  <a:pt x="927545" y="404089"/>
                </a:lnTo>
                <a:lnTo>
                  <a:pt x="934060" y="390401"/>
                </a:lnTo>
                <a:lnTo>
                  <a:pt x="940575" y="376723"/>
                </a:lnTo>
                <a:lnTo>
                  <a:pt x="947090" y="363036"/>
                </a:lnTo>
                <a:lnTo>
                  <a:pt x="953605" y="349348"/>
                </a:lnTo>
                <a:lnTo>
                  <a:pt x="960110" y="335661"/>
                </a:lnTo>
                <a:lnTo>
                  <a:pt x="966626" y="321974"/>
                </a:lnTo>
                <a:lnTo>
                  <a:pt x="973141" y="308286"/>
                </a:lnTo>
                <a:lnTo>
                  <a:pt x="979656" y="294608"/>
                </a:lnTo>
                <a:lnTo>
                  <a:pt x="986171" y="280921"/>
                </a:lnTo>
                <a:lnTo>
                  <a:pt x="992676" y="267233"/>
                </a:lnTo>
                <a:lnTo>
                  <a:pt x="999192" y="253546"/>
                </a:lnTo>
                <a:lnTo>
                  <a:pt x="1005707" y="239859"/>
                </a:lnTo>
                <a:lnTo>
                  <a:pt x="1012222" y="226171"/>
                </a:lnTo>
                <a:lnTo>
                  <a:pt x="1018737" y="212493"/>
                </a:lnTo>
                <a:lnTo>
                  <a:pt x="1025242" y="198806"/>
                </a:lnTo>
                <a:lnTo>
                  <a:pt x="1031758" y="185118"/>
                </a:lnTo>
                <a:lnTo>
                  <a:pt x="1038273" y="171431"/>
                </a:lnTo>
                <a:lnTo>
                  <a:pt x="1044788" y="157744"/>
                </a:lnTo>
                <a:lnTo>
                  <a:pt x="1051303" y="144056"/>
                </a:lnTo>
                <a:lnTo>
                  <a:pt x="1057818" y="130378"/>
                </a:lnTo>
                <a:lnTo>
                  <a:pt x="1064324" y="116691"/>
                </a:lnTo>
                <a:lnTo>
                  <a:pt x="1070839" y="103003"/>
                </a:lnTo>
                <a:lnTo>
                  <a:pt x="1077354" y="89316"/>
                </a:lnTo>
                <a:lnTo>
                  <a:pt x="1083869" y="75629"/>
                </a:lnTo>
                <a:lnTo>
                  <a:pt x="1090374" y="61941"/>
                </a:lnTo>
                <a:lnTo>
                  <a:pt x="1096889" y="48263"/>
                </a:lnTo>
                <a:lnTo>
                  <a:pt x="1103405" y="34576"/>
                </a:lnTo>
                <a:lnTo>
                  <a:pt x="1109920" y="20888"/>
                </a:lnTo>
                <a:lnTo>
                  <a:pt x="1116435" y="7201"/>
                </a:lnTo>
                <a:lnTo>
                  <a:pt x="1117425" y="6620"/>
                </a:lnTo>
                <a:lnTo>
                  <a:pt x="1105424" y="15688"/>
                </a:lnTo>
                <a:lnTo>
                  <a:pt x="1091470" y="21555"/>
                </a:lnTo>
                <a:lnTo>
                  <a:pt x="1076992" y="26032"/>
                </a:lnTo>
                <a:lnTo>
                  <a:pt x="1062285" y="29708"/>
                </a:lnTo>
                <a:lnTo>
                  <a:pt x="1047455" y="32842"/>
                </a:lnTo>
                <a:lnTo>
                  <a:pt x="1032558" y="35585"/>
                </a:lnTo>
                <a:lnTo>
                  <a:pt x="1017594" y="38024"/>
                </a:lnTo>
                <a:lnTo>
                  <a:pt x="1002602" y="40224"/>
                </a:lnTo>
                <a:lnTo>
                  <a:pt x="987571" y="42224"/>
                </a:lnTo>
                <a:lnTo>
                  <a:pt x="972531" y="44044"/>
                </a:lnTo>
                <a:lnTo>
                  <a:pt x="957463" y="45710"/>
                </a:lnTo>
                <a:lnTo>
                  <a:pt x="942384" y="47254"/>
                </a:lnTo>
                <a:lnTo>
                  <a:pt x="927297" y="48682"/>
                </a:lnTo>
                <a:lnTo>
                  <a:pt x="912200" y="49997"/>
                </a:lnTo>
                <a:lnTo>
                  <a:pt x="897093" y="51225"/>
                </a:lnTo>
                <a:lnTo>
                  <a:pt x="881977" y="52368"/>
                </a:lnTo>
                <a:lnTo>
                  <a:pt x="866851" y="53416"/>
                </a:lnTo>
                <a:lnTo>
                  <a:pt x="851735" y="54397"/>
                </a:lnTo>
                <a:lnTo>
                  <a:pt x="836600" y="55312"/>
                </a:lnTo>
                <a:lnTo>
                  <a:pt x="821465" y="56150"/>
                </a:lnTo>
                <a:lnTo>
                  <a:pt x="806329" y="56940"/>
                </a:lnTo>
                <a:lnTo>
                  <a:pt x="791194" y="57664"/>
                </a:lnTo>
                <a:lnTo>
                  <a:pt x="776049" y="58331"/>
                </a:lnTo>
                <a:lnTo>
                  <a:pt x="760905" y="58941"/>
                </a:lnTo>
                <a:lnTo>
                  <a:pt x="745760" y="59503"/>
                </a:lnTo>
                <a:lnTo>
                  <a:pt x="730615" y="60017"/>
                </a:lnTo>
                <a:lnTo>
                  <a:pt x="715461" y="60484"/>
                </a:lnTo>
                <a:lnTo>
                  <a:pt x="700316" y="60893"/>
                </a:lnTo>
                <a:lnTo>
                  <a:pt x="685162" y="61265"/>
                </a:lnTo>
                <a:lnTo>
                  <a:pt x="670008" y="61589"/>
                </a:lnTo>
                <a:lnTo>
                  <a:pt x="654853" y="61874"/>
                </a:lnTo>
                <a:lnTo>
                  <a:pt x="639699" y="62113"/>
                </a:lnTo>
                <a:lnTo>
                  <a:pt x="624545" y="62303"/>
                </a:lnTo>
                <a:lnTo>
                  <a:pt x="609390" y="62465"/>
                </a:lnTo>
                <a:lnTo>
                  <a:pt x="594227" y="62570"/>
                </a:lnTo>
                <a:lnTo>
                  <a:pt x="579072" y="62646"/>
                </a:lnTo>
                <a:lnTo>
                  <a:pt x="563918" y="62675"/>
                </a:lnTo>
                <a:lnTo>
                  <a:pt x="548764" y="62665"/>
                </a:lnTo>
                <a:lnTo>
                  <a:pt x="533600" y="62617"/>
                </a:lnTo>
                <a:lnTo>
                  <a:pt x="518446" y="62522"/>
                </a:lnTo>
                <a:lnTo>
                  <a:pt x="503291" y="62389"/>
                </a:lnTo>
                <a:lnTo>
                  <a:pt x="488137" y="62217"/>
                </a:lnTo>
                <a:lnTo>
                  <a:pt x="472983" y="61998"/>
                </a:lnTo>
                <a:lnTo>
                  <a:pt x="457829" y="61741"/>
                </a:lnTo>
                <a:lnTo>
                  <a:pt x="442674" y="61446"/>
                </a:lnTo>
                <a:lnTo>
                  <a:pt x="427520" y="61093"/>
                </a:lnTo>
                <a:lnTo>
                  <a:pt x="412366" y="60703"/>
                </a:lnTo>
                <a:lnTo>
                  <a:pt x="397221" y="60265"/>
                </a:lnTo>
                <a:lnTo>
                  <a:pt x="382067" y="59779"/>
                </a:lnTo>
                <a:lnTo>
                  <a:pt x="366922" y="59246"/>
                </a:lnTo>
                <a:lnTo>
                  <a:pt x="351777" y="58655"/>
                </a:lnTo>
                <a:lnTo>
                  <a:pt x="336633" y="58017"/>
                </a:lnTo>
                <a:lnTo>
                  <a:pt x="321497" y="57321"/>
                </a:lnTo>
                <a:lnTo>
                  <a:pt x="306353" y="56579"/>
                </a:lnTo>
                <a:lnTo>
                  <a:pt x="291217" y="55759"/>
                </a:lnTo>
                <a:lnTo>
                  <a:pt x="276092" y="54883"/>
                </a:lnTo>
                <a:lnTo>
                  <a:pt x="260966" y="53940"/>
                </a:lnTo>
                <a:lnTo>
                  <a:pt x="245840" y="52930"/>
                </a:lnTo>
                <a:lnTo>
                  <a:pt x="230724" y="51835"/>
                </a:lnTo>
                <a:lnTo>
                  <a:pt x="215608" y="50654"/>
                </a:lnTo>
                <a:lnTo>
                  <a:pt x="200511" y="49387"/>
                </a:lnTo>
                <a:lnTo>
                  <a:pt x="185414" y="48016"/>
                </a:lnTo>
                <a:lnTo>
                  <a:pt x="170326" y="46539"/>
                </a:lnTo>
                <a:lnTo>
                  <a:pt x="155258" y="44939"/>
                </a:lnTo>
                <a:lnTo>
                  <a:pt x="140198" y="43196"/>
                </a:lnTo>
                <a:lnTo>
                  <a:pt x="125168" y="41300"/>
                </a:lnTo>
                <a:lnTo>
                  <a:pt x="110147" y="39214"/>
                </a:lnTo>
                <a:lnTo>
                  <a:pt x="95174" y="36909"/>
                </a:lnTo>
                <a:lnTo>
                  <a:pt x="80239" y="34328"/>
                </a:lnTo>
                <a:lnTo>
                  <a:pt x="65361" y="31413"/>
                </a:lnTo>
                <a:lnTo>
                  <a:pt x="50587" y="28042"/>
                </a:lnTo>
                <a:lnTo>
                  <a:pt x="35976" y="24032"/>
                </a:lnTo>
                <a:lnTo>
                  <a:pt x="21679" y="19002"/>
                </a:lnTo>
                <a:lnTo>
                  <a:pt x="8268" y="1201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22" name="simple-step-cap-3">
            <a:extLst xmlns:a="http://schemas.openxmlformats.org/drawingml/2006/main">
              <a:ext uri="{FF2B5EF4-FFF2-40B4-BE49-F238E27FC236}">
                <a16:creationId xmlns:a16="http://schemas.microsoft.com/office/drawing/2014/main" id="{DD087A22-C29E-402C-802B-77D5AEE23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26885" y="4421286"/>
            <a:ext cx="1119854" cy="17825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23" name="simple-flow-arrow">
            <a:extLst xmlns:a="http://schemas.openxmlformats.org/drawingml/2006/main">
              <a:ext uri="{FF2B5EF4-FFF2-40B4-BE49-F238E27FC236}">
                <a16:creationId xmlns:a16="http://schemas.microsoft.com/office/drawing/2014/main" id="{0BFAD13B-D413-434C-AEB3-8A7339E61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55245" y="2626366"/>
            <a:ext cx="1463135" cy="2465003"/>
          </a:xfrm>
          <a:custGeom xmlns:a="http://schemas.openxmlformats.org/drawingml/2006/main">
            <a:pathLst>
              <a:path w="1463135" h="2465003">
                <a:moveTo>
                  <a:pt x="0" y="0"/>
                </a:moveTo>
                <a:lnTo>
                  <a:pt x="133" y="30851"/>
                </a:lnTo>
                <a:lnTo>
                  <a:pt x="9030" y="60408"/>
                </a:lnTo>
                <a:lnTo>
                  <a:pt x="17926" y="89964"/>
                </a:lnTo>
                <a:lnTo>
                  <a:pt x="26822" y="119520"/>
                </a:lnTo>
                <a:lnTo>
                  <a:pt x="35719" y="149076"/>
                </a:lnTo>
                <a:lnTo>
                  <a:pt x="44615" y="178632"/>
                </a:lnTo>
                <a:lnTo>
                  <a:pt x="53511" y="208188"/>
                </a:lnTo>
                <a:lnTo>
                  <a:pt x="62408" y="237744"/>
                </a:lnTo>
                <a:lnTo>
                  <a:pt x="71304" y="267300"/>
                </a:lnTo>
                <a:lnTo>
                  <a:pt x="80201" y="296856"/>
                </a:lnTo>
                <a:lnTo>
                  <a:pt x="89106" y="326412"/>
                </a:lnTo>
                <a:lnTo>
                  <a:pt x="98003" y="355968"/>
                </a:lnTo>
                <a:lnTo>
                  <a:pt x="106899" y="385534"/>
                </a:lnTo>
                <a:lnTo>
                  <a:pt x="115795" y="415090"/>
                </a:lnTo>
                <a:lnTo>
                  <a:pt x="124692" y="444646"/>
                </a:lnTo>
                <a:lnTo>
                  <a:pt x="133588" y="474202"/>
                </a:lnTo>
                <a:lnTo>
                  <a:pt x="142484" y="503758"/>
                </a:lnTo>
                <a:lnTo>
                  <a:pt x="151381" y="533314"/>
                </a:lnTo>
                <a:lnTo>
                  <a:pt x="160277" y="562870"/>
                </a:lnTo>
                <a:lnTo>
                  <a:pt x="168916" y="592503"/>
                </a:lnTo>
                <a:lnTo>
                  <a:pt x="176260" y="622478"/>
                </a:lnTo>
                <a:lnTo>
                  <a:pt x="183537" y="652472"/>
                </a:lnTo>
                <a:lnTo>
                  <a:pt x="190386" y="682571"/>
                </a:lnTo>
                <a:lnTo>
                  <a:pt x="197225" y="712670"/>
                </a:lnTo>
                <a:lnTo>
                  <a:pt x="204073" y="742769"/>
                </a:lnTo>
                <a:lnTo>
                  <a:pt x="210922" y="772868"/>
                </a:lnTo>
                <a:lnTo>
                  <a:pt x="217770" y="802967"/>
                </a:lnTo>
                <a:lnTo>
                  <a:pt x="224609" y="833066"/>
                </a:lnTo>
                <a:lnTo>
                  <a:pt x="231458" y="863165"/>
                </a:lnTo>
                <a:lnTo>
                  <a:pt x="238306" y="893264"/>
                </a:lnTo>
                <a:lnTo>
                  <a:pt x="245145" y="923363"/>
                </a:lnTo>
                <a:lnTo>
                  <a:pt x="251993" y="953462"/>
                </a:lnTo>
                <a:lnTo>
                  <a:pt x="258842" y="983552"/>
                </a:lnTo>
                <a:lnTo>
                  <a:pt x="265681" y="1013651"/>
                </a:lnTo>
                <a:lnTo>
                  <a:pt x="272529" y="1043750"/>
                </a:lnTo>
                <a:lnTo>
                  <a:pt x="279378" y="1073849"/>
                </a:lnTo>
                <a:lnTo>
                  <a:pt x="286217" y="1103948"/>
                </a:lnTo>
                <a:lnTo>
                  <a:pt x="293065" y="1134047"/>
                </a:lnTo>
                <a:lnTo>
                  <a:pt x="299914" y="1164146"/>
                </a:lnTo>
                <a:lnTo>
                  <a:pt x="306762" y="1194245"/>
                </a:lnTo>
                <a:lnTo>
                  <a:pt x="313382" y="1224391"/>
                </a:lnTo>
                <a:lnTo>
                  <a:pt x="319869" y="1254566"/>
                </a:lnTo>
                <a:lnTo>
                  <a:pt x="326203" y="1284780"/>
                </a:lnTo>
                <a:lnTo>
                  <a:pt x="332442" y="1315012"/>
                </a:lnTo>
                <a:lnTo>
                  <a:pt x="338680" y="1345235"/>
                </a:lnTo>
                <a:lnTo>
                  <a:pt x="344919" y="1375467"/>
                </a:lnTo>
                <a:lnTo>
                  <a:pt x="351158" y="1405700"/>
                </a:lnTo>
                <a:lnTo>
                  <a:pt x="357397" y="1435932"/>
                </a:lnTo>
                <a:lnTo>
                  <a:pt x="363645" y="1466155"/>
                </a:lnTo>
                <a:lnTo>
                  <a:pt x="369884" y="1496387"/>
                </a:lnTo>
                <a:lnTo>
                  <a:pt x="376123" y="1526619"/>
                </a:lnTo>
                <a:lnTo>
                  <a:pt x="382362" y="1556842"/>
                </a:lnTo>
                <a:lnTo>
                  <a:pt x="388601" y="1587075"/>
                </a:lnTo>
                <a:lnTo>
                  <a:pt x="394840" y="1617307"/>
                </a:lnTo>
                <a:lnTo>
                  <a:pt x="401079" y="1647539"/>
                </a:lnTo>
                <a:lnTo>
                  <a:pt x="407318" y="1677762"/>
                </a:lnTo>
                <a:lnTo>
                  <a:pt x="413556" y="1707994"/>
                </a:lnTo>
                <a:lnTo>
                  <a:pt x="419795" y="1738227"/>
                </a:lnTo>
                <a:lnTo>
                  <a:pt x="426044" y="1768450"/>
                </a:lnTo>
                <a:lnTo>
                  <a:pt x="432283" y="1798682"/>
                </a:lnTo>
                <a:lnTo>
                  <a:pt x="438483" y="1828924"/>
                </a:lnTo>
                <a:lnTo>
                  <a:pt x="444541" y="1859185"/>
                </a:lnTo>
                <a:lnTo>
                  <a:pt x="450580" y="1889455"/>
                </a:lnTo>
                <a:lnTo>
                  <a:pt x="456562" y="1919735"/>
                </a:lnTo>
                <a:lnTo>
                  <a:pt x="462544" y="1950025"/>
                </a:lnTo>
                <a:lnTo>
                  <a:pt x="464753" y="1977209"/>
                </a:lnTo>
                <a:lnTo>
                  <a:pt x="433892" y="1977209"/>
                </a:lnTo>
                <a:lnTo>
                  <a:pt x="403022" y="1977209"/>
                </a:lnTo>
                <a:lnTo>
                  <a:pt x="372161" y="1977209"/>
                </a:lnTo>
                <a:lnTo>
                  <a:pt x="341290" y="1977209"/>
                </a:lnTo>
                <a:lnTo>
                  <a:pt x="310420" y="1977209"/>
                </a:lnTo>
                <a:lnTo>
                  <a:pt x="279559" y="1977209"/>
                </a:lnTo>
                <a:lnTo>
                  <a:pt x="248688" y="1977209"/>
                </a:lnTo>
                <a:lnTo>
                  <a:pt x="242364" y="1987296"/>
                </a:lnTo>
                <a:lnTo>
                  <a:pt x="264309" y="2009013"/>
                </a:lnTo>
                <a:lnTo>
                  <a:pt x="286245" y="2030730"/>
                </a:lnTo>
                <a:lnTo>
                  <a:pt x="308181" y="2052437"/>
                </a:lnTo>
                <a:lnTo>
                  <a:pt x="330117" y="2074154"/>
                </a:lnTo>
                <a:lnTo>
                  <a:pt x="352054" y="2095871"/>
                </a:lnTo>
                <a:lnTo>
                  <a:pt x="373990" y="2117579"/>
                </a:lnTo>
                <a:lnTo>
                  <a:pt x="395935" y="2139296"/>
                </a:lnTo>
                <a:lnTo>
                  <a:pt x="417871" y="2161013"/>
                </a:lnTo>
                <a:lnTo>
                  <a:pt x="439807" y="2182720"/>
                </a:lnTo>
                <a:lnTo>
                  <a:pt x="461743" y="2204437"/>
                </a:lnTo>
                <a:lnTo>
                  <a:pt x="483680" y="2226154"/>
                </a:lnTo>
                <a:lnTo>
                  <a:pt x="505625" y="2247871"/>
                </a:lnTo>
                <a:lnTo>
                  <a:pt x="527561" y="2269579"/>
                </a:lnTo>
                <a:lnTo>
                  <a:pt x="549497" y="2291296"/>
                </a:lnTo>
                <a:lnTo>
                  <a:pt x="571433" y="2313013"/>
                </a:lnTo>
                <a:lnTo>
                  <a:pt x="593369" y="2334720"/>
                </a:lnTo>
                <a:lnTo>
                  <a:pt x="615315" y="2356437"/>
                </a:lnTo>
                <a:lnTo>
                  <a:pt x="637251" y="2378154"/>
                </a:lnTo>
                <a:lnTo>
                  <a:pt x="659187" y="2399862"/>
                </a:lnTo>
                <a:lnTo>
                  <a:pt x="681123" y="2421579"/>
                </a:lnTo>
                <a:lnTo>
                  <a:pt x="703059" y="2443296"/>
                </a:lnTo>
                <a:lnTo>
                  <a:pt x="724995" y="2465003"/>
                </a:lnTo>
                <a:lnTo>
                  <a:pt x="746941" y="2456288"/>
                </a:lnTo>
                <a:lnTo>
                  <a:pt x="768877" y="2434580"/>
                </a:lnTo>
                <a:lnTo>
                  <a:pt x="790813" y="2412863"/>
                </a:lnTo>
                <a:lnTo>
                  <a:pt x="812749" y="2391146"/>
                </a:lnTo>
                <a:lnTo>
                  <a:pt x="834685" y="2369439"/>
                </a:lnTo>
                <a:lnTo>
                  <a:pt x="856631" y="2347722"/>
                </a:lnTo>
                <a:lnTo>
                  <a:pt x="878567" y="2326005"/>
                </a:lnTo>
                <a:lnTo>
                  <a:pt x="900503" y="2304298"/>
                </a:lnTo>
                <a:lnTo>
                  <a:pt x="922439" y="2282581"/>
                </a:lnTo>
                <a:lnTo>
                  <a:pt x="944375" y="2260864"/>
                </a:lnTo>
                <a:lnTo>
                  <a:pt x="966311" y="2239156"/>
                </a:lnTo>
                <a:lnTo>
                  <a:pt x="988257" y="2217439"/>
                </a:lnTo>
                <a:lnTo>
                  <a:pt x="1010193" y="2195722"/>
                </a:lnTo>
                <a:lnTo>
                  <a:pt x="1032129" y="2174015"/>
                </a:lnTo>
                <a:lnTo>
                  <a:pt x="1054065" y="2152298"/>
                </a:lnTo>
                <a:lnTo>
                  <a:pt x="1076001" y="2130581"/>
                </a:lnTo>
                <a:lnTo>
                  <a:pt x="1097947" y="2108873"/>
                </a:lnTo>
                <a:lnTo>
                  <a:pt x="1119883" y="2087156"/>
                </a:lnTo>
                <a:lnTo>
                  <a:pt x="1141819" y="2065439"/>
                </a:lnTo>
                <a:lnTo>
                  <a:pt x="1163755" y="2043722"/>
                </a:lnTo>
                <a:lnTo>
                  <a:pt x="1185691" y="2022015"/>
                </a:lnTo>
                <a:lnTo>
                  <a:pt x="1207627" y="2000298"/>
                </a:lnTo>
                <a:lnTo>
                  <a:pt x="1229573" y="1978581"/>
                </a:lnTo>
                <a:lnTo>
                  <a:pt x="1202055" y="1977209"/>
                </a:lnTo>
                <a:lnTo>
                  <a:pt x="1171184" y="1977209"/>
                </a:lnTo>
                <a:lnTo>
                  <a:pt x="1140323" y="1977209"/>
                </a:lnTo>
                <a:lnTo>
                  <a:pt x="1109453" y="1977209"/>
                </a:lnTo>
                <a:lnTo>
                  <a:pt x="1078592" y="1977209"/>
                </a:lnTo>
                <a:lnTo>
                  <a:pt x="1047721" y="1977209"/>
                </a:lnTo>
                <a:lnTo>
                  <a:pt x="1016851" y="1977209"/>
                </a:lnTo>
                <a:lnTo>
                  <a:pt x="997010" y="1968151"/>
                </a:lnTo>
                <a:lnTo>
                  <a:pt x="1002992" y="1937871"/>
                </a:lnTo>
                <a:lnTo>
                  <a:pt x="1008974" y="1907581"/>
                </a:lnTo>
                <a:lnTo>
                  <a:pt x="1014974" y="1877311"/>
                </a:lnTo>
                <a:lnTo>
                  <a:pt x="1021023" y="1847040"/>
                </a:lnTo>
                <a:lnTo>
                  <a:pt x="1027119" y="1816779"/>
                </a:lnTo>
                <a:lnTo>
                  <a:pt x="1033358" y="1786547"/>
                </a:lnTo>
                <a:lnTo>
                  <a:pt x="1039597" y="1756324"/>
                </a:lnTo>
                <a:lnTo>
                  <a:pt x="1045835" y="1726092"/>
                </a:lnTo>
                <a:lnTo>
                  <a:pt x="1052074" y="1695860"/>
                </a:lnTo>
                <a:lnTo>
                  <a:pt x="1058313" y="1665637"/>
                </a:lnTo>
                <a:lnTo>
                  <a:pt x="1064552" y="1635404"/>
                </a:lnTo>
                <a:lnTo>
                  <a:pt x="1070801" y="1605172"/>
                </a:lnTo>
                <a:lnTo>
                  <a:pt x="1077039" y="1574940"/>
                </a:lnTo>
                <a:lnTo>
                  <a:pt x="1083278" y="1544717"/>
                </a:lnTo>
                <a:lnTo>
                  <a:pt x="1089517" y="1514485"/>
                </a:lnTo>
                <a:lnTo>
                  <a:pt x="1095756" y="1484252"/>
                </a:lnTo>
                <a:lnTo>
                  <a:pt x="1101995" y="1454029"/>
                </a:lnTo>
                <a:lnTo>
                  <a:pt x="1108234" y="1423797"/>
                </a:lnTo>
                <a:lnTo>
                  <a:pt x="1114473" y="1393565"/>
                </a:lnTo>
                <a:lnTo>
                  <a:pt x="1120712" y="1363332"/>
                </a:lnTo>
                <a:lnTo>
                  <a:pt x="1126960" y="1333109"/>
                </a:lnTo>
                <a:lnTo>
                  <a:pt x="1133199" y="1302877"/>
                </a:lnTo>
                <a:lnTo>
                  <a:pt x="1139438" y="1272645"/>
                </a:lnTo>
                <a:lnTo>
                  <a:pt x="1145867" y="1242460"/>
                </a:lnTo>
                <a:lnTo>
                  <a:pt x="1152354" y="1212285"/>
                </a:lnTo>
                <a:lnTo>
                  <a:pt x="1159126" y="1182167"/>
                </a:lnTo>
                <a:lnTo>
                  <a:pt x="1165965" y="1152068"/>
                </a:lnTo>
                <a:lnTo>
                  <a:pt x="1172813" y="1121969"/>
                </a:lnTo>
                <a:lnTo>
                  <a:pt x="1179662" y="1091870"/>
                </a:lnTo>
                <a:lnTo>
                  <a:pt x="1186501" y="1061771"/>
                </a:lnTo>
                <a:lnTo>
                  <a:pt x="1193349" y="1031672"/>
                </a:lnTo>
                <a:lnTo>
                  <a:pt x="1200198" y="1001573"/>
                </a:lnTo>
                <a:lnTo>
                  <a:pt x="1207037" y="971474"/>
                </a:lnTo>
                <a:lnTo>
                  <a:pt x="1213885" y="941375"/>
                </a:lnTo>
                <a:lnTo>
                  <a:pt x="1220734" y="911276"/>
                </a:lnTo>
                <a:lnTo>
                  <a:pt x="1227572" y="881186"/>
                </a:lnTo>
                <a:lnTo>
                  <a:pt x="1234421" y="851087"/>
                </a:lnTo>
                <a:lnTo>
                  <a:pt x="1241269" y="820988"/>
                </a:lnTo>
                <a:lnTo>
                  <a:pt x="1248118" y="790889"/>
                </a:lnTo>
                <a:lnTo>
                  <a:pt x="1254957" y="760790"/>
                </a:lnTo>
                <a:lnTo>
                  <a:pt x="1261805" y="730691"/>
                </a:lnTo>
                <a:lnTo>
                  <a:pt x="1268654" y="700592"/>
                </a:lnTo>
                <a:lnTo>
                  <a:pt x="1275493" y="670493"/>
                </a:lnTo>
                <a:lnTo>
                  <a:pt x="1282475" y="640423"/>
                </a:lnTo>
                <a:lnTo>
                  <a:pt x="1289818" y="610448"/>
                </a:lnTo>
                <a:lnTo>
                  <a:pt x="1297524" y="580568"/>
                </a:lnTo>
                <a:lnTo>
                  <a:pt x="1306420" y="551012"/>
                </a:lnTo>
                <a:lnTo>
                  <a:pt x="1315317" y="521456"/>
                </a:lnTo>
                <a:lnTo>
                  <a:pt x="1324213" y="491900"/>
                </a:lnTo>
                <a:lnTo>
                  <a:pt x="1333109" y="462334"/>
                </a:lnTo>
                <a:lnTo>
                  <a:pt x="1342015" y="432778"/>
                </a:lnTo>
                <a:lnTo>
                  <a:pt x="1350912" y="403222"/>
                </a:lnTo>
                <a:lnTo>
                  <a:pt x="1359808" y="373666"/>
                </a:lnTo>
                <a:lnTo>
                  <a:pt x="1368704" y="344110"/>
                </a:lnTo>
                <a:lnTo>
                  <a:pt x="1377601" y="314554"/>
                </a:lnTo>
                <a:lnTo>
                  <a:pt x="1386497" y="284998"/>
                </a:lnTo>
                <a:lnTo>
                  <a:pt x="1395393" y="255441"/>
                </a:lnTo>
                <a:lnTo>
                  <a:pt x="1404290" y="225885"/>
                </a:lnTo>
                <a:lnTo>
                  <a:pt x="1413186" y="196329"/>
                </a:lnTo>
                <a:lnTo>
                  <a:pt x="1422083" y="166773"/>
                </a:lnTo>
                <a:lnTo>
                  <a:pt x="1430988" y="137217"/>
                </a:lnTo>
                <a:lnTo>
                  <a:pt x="1439885" y="107661"/>
                </a:lnTo>
                <a:lnTo>
                  <a:pt x="1448781" y="78095"/>
                </a:lnTo>
                <a:lnTo>
                  <a:pt x="1457677" y="48539"/>
                </a:lnTo>
                <a:lnTo>
                  <a:pt x="1463135" y="18479"/>
                </a:lnTo>
                <a:lnTo>
                  <a:pt x="1450743" y="0"/>
                </a:lnTo>
                <a:lnTo>
                  <a:pt x="1419882" y="0"/>
                </a:lnTo>
                <a:lnTo>
                  <a:pt x="1389012" y="0"/>
                </a:lnTo>
                <a:lnTo>
                  <a:pt x="1358141" y="0"/>
                </a:lnTo>
                <a:lnTo>
                  <a:pt x="1327280" y="0"/>
                </a:lnTo>
                <a:lnTo>
                  <a:pt x="1296410" y="0"/>
                </a:lnTo>
                <a:lnTo>
                  <a:pt x="1265539" y="0"/>
                </a:lnTo>
                <a:lnTo>
                  <a:pt x="1234678" y="0"/>
                </a:lnTo>
                <a:lnTo>
                  <a:pt x="1203808" y="0"/>
                </a:lnTo>
                <a:lnTo>
                  <a:pt x="1172947" y="0"/>
                </a:lnTo>
                <a:lnTo>
                  <a:pt x="1142076" y="0"/>
                </a:lnTo>
                <a:lnTo>
                  <a:pt x="1111206" y="0"/>
                </a:lnTo>
                <a:lnTo>
                  <a:pt x="1080345" y="0"/>
                </a:lnTo>
                <a:lnTo>
                  <a:pt x="1049474" y="0"/>
                </a:lnTo>
                <a:lnTo>
                  <a:pt x="1018613" y="0"/>
                </a:lnTo>
                <a:lnTo>
                  <a:pt x="987743" y="0"/>
                </a:lnTo>
                <a:lnTo>
                  <a:pt x="956872" y="0"/>
                </a:lnTo>
                <a:lnTo>
                  <a:pt x="926011" y="0"/>
                </a:lnTo>
                <a:lnTo>
                  <a:pt x="895140" y="0"/>
                </a:lnTo>
                <a:lnTo>
                  <a:pt x="864270" y="0"/>
                </a:lnTo>
                <a:lnTo>
                  <a:pt x="833409" y="0"/>
                </a:lnTo>
                <a:lnTo>
                  <a:pt x="802538" y="0"/>
                </a:lnTo>
                <a:lnTo>
                  <a:pt x="771677" y="0"/>
                </a:lnTo>
                <a:lnTo>
                  <a:pt x="740807" y="0"/>
                </a:lnTo>
                <a:lnTo>
                  <a:pt x="709936" y="0"/>
                </a:lnTo>
                <a:lnTo>
                  <a:pt x="679075" y="0"/>
                </a:lnTo>
                <a:lnTo>
                  <a:pt x="648205" y="0"/>
                </a:lnTo>
                <a:lnTo>
                  <a:pt x="617334" y="0"/>
                </a:lnTo>
                <a:lnTo>
                  <a:pt x="586473" y="0"/>
                </a:lnTo>
                <a:lnTo>
                  <a:pt x="555603" y="0"/>
                </a:lnTo>
                <a:lnTo>
                  <a:pt x="524742" y="0"/>
                </a:lnTo>
                <a:lnTo>
                  <a:pt x="493871" y="0"/>
                </a:lnTo>
                <a:lnTo>
                  <a:pt x="463001" y="0"/>
                </a:lnTo>
                <a:lnTo>
                  <a:pt x="432140" y="0"/>
                </a:lnTo>
                <a:lnTo>
                  <a:pt x="401269" y="0"/>
                </a:lnTo>
                <a:lnTo>
                  <a:pt x="370399" y="0"/>
                </a:lnTo>
                <a:lnTo>
                  <a:pt x="339538" y="0"/>
                </a:lnTo>
                <a:lnTo>
                  <a:pt x="308667" y="0"/>
                </a:lnTo>
                <a:lnTo>
                  <a:pt x="277806" y="0"/>
                </a:lnTo>
                <a:lnTo>
                  <a:pt x="246936" y="0"/>
                </a:lnTo>
                <a:lnTo>
                  <a:pt x="216065" y="0"/>
                </a:lnTo>
                <a:lnTo>
                  <a:pt x="185204" y="0"/>
                </a:lnTo>
                <a:lnTo>
                  <a:pt x="154334" y="0"/>
                </a:lnTo>
                <a:lnTo>
                  <a:pt x="123463" y="0"/>
                </a:lnTo>
                <a:lnTo>
                  <a:pt x="92602" y="0"/>
                </a:lnTo>
                <a:lnTo>
                  <a:pt x="61732" y="0"/>
                </a:lnTo>
                <a:lnTo>
                  <a:pt x="30871" y="0"/>
                </a:lnTo>
                <a:lnTo>
                  <a:pt x="0" y="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F4ECEA">
                  <a:alpha val="0"/>
                </a:srgbClr>
              </a:gs>
              <a:gs pos="42000">
                <a:srgbClr val="DFC6C1">
                  <a:alpha val="9600"/>
                </a:srgbClr>
              </a:gs>
              <a:gs pos="76000">
                <a:srgbClr val="DFC6C1">
                  <a:alpha val="19200"/>
                </a:srgbClr>
              </a:gs>
              <a:gs pos="100000">
                <a:srgbClr val="C2948B">
                  <a:alpha val="31200"/>
                </a:srgbClr>
              </a:gs>
            </a:gsLst>
            <a:lin ang="5400000"/>
          </a:gradFill>
          <a:ln xmlns:a="http://schemas.openxmlformats.org/drawingml/2006/main" w="9525">
            <a:noFill/>
            <a:prstDash val="solid"/>
          </a:ln>
        </p:spPr>
      </p:sp>
      <p:sp>
        <p:nvSpPr>
          <p:cNvPr id="24" name="simple-step-title-0">
            <a:extLst xmlns:a="http://schemas.openxmlformats.org/drawingml/2006/main">
              <a:ext uri="{FF2B5EF4-FFF2-40B4-BE49-F238E27FC236}">
                <a16:creationId xmlns:a16="http://schemas.microsoft.com/office/drawing/2014/main" id="{715908BB-23A3-411F-82CE-A2E2551C3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82424" y="2687088"/>
            <a:ext cx="2408787" cy="4353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收集线索</a:t>
            </a:r>
          </a:p>
        </p:txBody>
      </p:sp>
      <p:sp>
        <p:nvSpPr>
          <p:cNvPr id="25" name="simple-step-title-1">
            <a:extLst xmlns:a="http://schemas.openxmlformats.org/drawingml/2006/main">
              <a:ext uri="{FF2B5EF4-FFF2-40B4-BE49-F238E27FC236}">
                <a16:creationId xmlns:a16="http://schemas.microsoft.com/office/drawing/2014/main" id="{BACCA03F-6B8F-4A54-9962-E0437B845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86109" y="3305023"/>
            <a:ext cx="1801416" cy="4353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核对问题</a:t>
            </a:r>
          </a:p>
        </p:txBody>
      </p:sp>
      <p:sp>
        <p:nvSpPr>
          <p:cNvPr id="26" name="simple-step-title-2">
            <a:extLst xmlns:a="http://schemas.openxmlformats.org/drawingml/2006/main">
              <a:ext uri="{FF2B5EF4-FFF2-40B4-BE49-F238E27FC236}">
                <a16:creationId xmlns:a16="http://schemas.microsoft.com/office/drawing/2014/main" id="{B0EE79C6-5899-4771-B223-7B84DD200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37550" y="3922814"/>
            <a:ext cx="1298524" cy="4353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验证方案</a:t>
            </a:r>
          </a:p>
        </p:txBody>
      </p:sp>
      <p:sp>
        <p:nvSpPr>
          <p:cNvPr id="27" name="simple-step-title-3">
            <a:extLst xmlns:a="http://schemas.openxmlformats.org/drawingml/2006/main">
              <a:ext uri="{FF2B5EF4-FFF2-40B4-BE49-F238E27FC236}">
                <a16:creationId xmlns:a16="http://schemas.microsoft.com/office/drawing/2014/main" id="{6783C1EF-0F06-4762-80F2-47406E256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70018" y="4540748"/>
            <a:ext cx="833590" cy="4353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纳入发布</a:t>
            </a:r>
          </a:p>
        </p:txBody>
      </p:sp>
      <p:sp>
        <p:nvSpPr>
          <p:cNvPr id="28" name="simple-input-core-0">
            <a:extLst xmlns:a="http://schemas.openxmlformats.org/drawingml/2006/main">
              <a:ext uri="{FF2B5EF4-FFF2-40B4-BE49-F238E27FC236}">
                <a16:creationId xmlns:a16="http://schemas.microsoft.com/office/drawing/2014/main" id="{4455612E-D807-45E1-8855-11F9E4E5C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75000" y="2071097"/>
            <a:ext cx="350491" cy="3504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a1578c7a874f8f">
            <a:extLst>
              <a:ext uri="{96DAC541-7B7A-43D3-8B79-37D633B846F1}">
                <asvg:svgBlip xmlns:asvg="http://schemas.microsoft.com/office/drawing/2016/SVG/main" r:embed="Ra85a1fb290114f8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870250" y="2166347"/>
            <a:ext cx="159991" cy="159991"/>
          </a:xfrm>
          <a:prstGeom xmlns:a="http://schemas.openxmlformats.org/drawingml/2006/main" prst="rect">
            <a:avLst/>
          </a:prstGeom>
        </p:spPr>
      </p:pic>
      <p:sp>
        <p:nvSpPr>
          <p:cNvPr id="30" name="simple-input-core-1">
            <a:extLst xmlns:a="http://schemas.openxmlformats.org/drawingml/2006/main">
              <a:ext uri="{FF2B5EF4-FFF2-40B4-BE49-F238E27FC236}">
                <a16:creationId xmlns:a16="http://schemas.microsoft.com/office/drawing/2014/main" id="{ECC6201F-36BF-43EF-A75C-E2186ECED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34413" y="1903809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92e79d5bb14926">
            <a:extLst>
              <a:ext uri="{96DAC541-7B7A-43D3-8B79-37D633B846F1}">
                <asvg:svgBlip xmlns:asvg="http://schemas.microsoft.com/office/drawing/2016/SVG/main" r:embed="Re04d684cf3d74a1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729663" y="1999059"/>
            <a:ext cx="114300" cy="114300"/>
          </a:xfrm>
          <a:prstGeom xmlns:a="http://schemas.openxmlformats.org/drawingml/2006/main" prst="rect">
            <a:avLst/>
          </a:prstGeom>
        </p:spPr>
      </p:pic>
      <p:sp>
        <p:nvSpPr>
          <p:cNvPr id="32" name="simple-input-core-2">
            <a:extLst xmlns:a="http://schemas.openxmlformats.org/drawingml/2006/main">
              <a:ext uri="{FF2B5EF4-FFF2-40B4-BE49-F238E27FC236}">
                <a16:creationId xmlns:a16="http://schemas.microsoft.com/office/drawing/2014/main" id="{BE434B99-D311-4F6D-9C1C-BAD087A80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47981" y="2040731"/>
            <a:ext cx="350491" cy="3504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1ec5a44c3c4262">
            <a:extLst>
              <a:ext uri="{96DAC541-7B7A-43D3-8B79-37D633B846F1}">
                <asvg:svgBlip xmlns:asvg="http://schemas.microsoft.com/office/drawing/2016/SVG/main" r:embed="Raa4ce3cab434401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543231" y="2135981"/>
            <a:ext cx="159991" cy="15999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8447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2026-09-08T00:24:57.8780000Z</dcterms:created>
  <dcterms:modified xsi:type="dcterms:W3CDTF">2026-09-08T00:24:57.8780000Z</dcterms:modified>
</coreProperties>
</file>