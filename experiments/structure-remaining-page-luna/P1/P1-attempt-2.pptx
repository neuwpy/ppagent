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a334418fe42b0" /><Relationship Type="http://schemas.openxmlformats.org/officeDocument/2006/relationships/extended-properties" Target="/docProps/app.xml" Id="R1b92adf8794349a4" /><Relationship Type="http://schemas.openxmlformats.org/officeDocument/2006/relationships/officeDocument" Target="/ppt/presentation.xml" Id="Rf06bcddfc565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1452b61faf455a"/>
  </p:sldMasterIdLst>
  <p:notesMasterIdLst>
    <p:notesMasterId xmlns:r="http://schemas.openxmlformats.org/officeDocument/2006/relationships" r:id="Rc5bb59e21eb141f3"/>
  </p:notesMasterIdLst>
  <p:sldIdLst>
    <p:sldId xmlns:r="http://schemas.openxmlformats.org/officeDocument/2006/relationships" id="256" r:id="R9792655cafd44d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0c6130952e4bfe" /><Relationship Type="http://schemas.openxmlformats.org/officeDocument/2006/relationships/slideMaster" Target="/ppt/slideMasters/slideMaster1.xml" Id="R451452b61faf455a" /><Relationship Type="http://schemas.openxmlformats.org/officeDocument/2006/relationships/notesMaster" Target="/ppt/notesMasters/notesMaster1.xml" Id="Rc5bb59e21eb141f3" /><Relationship Type="http://schemas.openxmlformats.org/officeDocument/2006/relationships/presProps" Target="/ppt/presProps.xml" Id="R8d56dc2f94cb4e1c" /><Relationship Type="http://schemas.openxmlformats.org/officeDocument/2006/relationships/tableStyles" Target="/ppt/tableStyles.xml" Id="Rfd994416203f43ea" /><Relationship Type="http://schemas.openxmlformats.org/officeDocument/2006/relationships/slide" Target="/ppt/slides/slide1.xml" Id="R9792655cafd4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112348edce46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a8350733a34f4d" /><Relationship Type="http://schemas.openxmlformats.org/officeDocument/2006/relationships/notesMaster" Target="/ppt/notesMasters/notesMaster1.xml" Id="Rc974ba0f37b445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dd4cd29f447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4d490cb2844c5d" /><Relationship Type="http://schemas.openxmlformats.org/officeDocument/2006/relationships/slideLayout" Target="/ppt/slideLayouts/slideLayout1.xml" Id="R6ca8c789a105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8c789a105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0bc82084a4f21" /><Relationship Type="http://schemas.openxmlformats.org/officeDocument/2006/relationships/image" Target="/ppt/media/image.png" Id="R9e87863645864f85" /><Relationship Type="http://schemas.openxmlformats.org/officeDocument/2006/relationships/image" Target="/ppt/media/image.svg" Id="R5a07d5e0bd064dfd" /><Relationship Type="http://schemas.openxmlformats.org/officeDocument/2006/relationships/image" Target="/ppt/media/image2.png" Id="Re960a5f9f5aa4695" /><Relationship Type="http://schemas.openxmlformats.org/officeDocument/2006/relationships/image" Target="/ppt/media/image2.svg" Id="Reb99e25291e84cf5" /><Relationship Type="http://schemas.openxmlformats.org/officeDocument/2006/relationships/image" Target="/ppt/media/image3.png" Id="R6b132498136f42e9" /><Relationship Type="http://schemas.openxmlformats.org/officeDocument/2006/relationships/image" Target="/ppt/media/image3.svg" Id="R3a67b5712ea44c7d" /><Relationship Type="http://schemas.openxmlformats.org/officeDocument/2006/relationships/image" Target="/ppt/media/image4.png" Id="Ra18d31f323d24448" /><Relationship Type="http://schemas.openxmlformats.org/officeDocument/2006/relationships/image" Target="/ppt/media/image4.svg" Id="R94cb615d4cf1414e" /><Relationship Type="http://schemas.openxmlformats.org/officeDocument/2006/relationships/notesSlide" Target="/ppt/notesSlides/notesSlide1.xml" Id="Reac668c8e7d947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paper">
            <a:extLst xmlns:a="http://schemas.openxmlformats.org/drawingml/2006/main">
              <a:ext uri="{FF2B5EF4-FFF2-40B4-BE49-F238E27FC236}">
                <a16:creationId xmlns:a16="http://schemas.microsoft.com/office/drawing/2014/main" id="{010AE6BD-DA34-4A02-B37B-6F3ECE24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17977097-7874-492C-B794-41262D15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498AB97-61EA-41AF-A14F-B2BF7045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交接验收：接手者能独立继续工作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F6A6139-3E82-4651-9013-BCD0A579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2EF8A034-9DF1-4434-91EF-CE506135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04950"/>
            <a:ext cx="880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验收以接手者能否独立继续工作为准；发送文件只是交接动作。</a:t>
            </a:r>
          </a:p>
        </p:txBody>
      </p:sp>
      <p:sp>
        <p:nvSpPr>
          <p:cNvPr id="6" name="plain-1-aux">
            <a:extLst xmlns:a="http://schemas.openxmlformats.org/drawingml/2006/main">
              <a:ext uri="{FF2B5EF4-FFF2-40B4-BE49-F238E27FC236}">
                <a16:creationId xmlns:a16="http://schemas.microsoft.com/office/drawing/2014/main" id="{58561421-8F5E-4466-891F-3753339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476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完成标准：接手者可以独立继续工作。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D8F8AF-32E1-479C-A063-6E1E2DAF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EDF43CD4-E47D-4C59-95A2-51CDC5BF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487" y="3390519"/>
            <a:ext cx="1980905" cy="331880"/>
          </a:xfrm>
          <a:custGeom xmlns:a="http://schemas.openxmlformats.org/drawingml/2006/main">
            <a:pathLst>
              <a:path w="1980905" h="331880">
                <a:moveTo>
                  <a:pt x="1980295" y="0"/>
                </a:moveTo>
                <a:lnTo>
                  <a:pt x="1980905" y="12221"/>
                </a:lnTo>
                <a:lnTo>
                  <a:pt x="1980638" y="24451"/>
                </a:lnTo>
                <a:lnTo>
                  <a:pt x="1979676" y="36662"/>
                </a:lnTo>
                <a:lnTo>
                  <a:pt x="1978076" y="48854"/>
                </a:lnTo>
                <a:lnTo>
                  <a:pt x="1975866" y="60998"/>
                </a:lnTo>
                <a:lnTo>
                  <a:pt x="1973047" y="73095"/>
                </a:lnTo>
                <a:lnTo>
                  <a:pt x="1969618" y="85134"/>
                </a:lnTo>
                <a:lnTo>
                  <a:pt x="1965569" y="97098"/>
                </a:lnTo>
                <a:lnTo>
                  <a:pt x="1960893" y="108966"/>
                </a:lnTo>
                <a:lnTo>
                  <a:pt x="1955568" y="120720"/>
                </a:lnTo>
                <a:lnTo>
                  <a:pt x="1949587" y="132359"/>
                </a:lnTo>
                <a:lnTo>
                  <a:pt x="1942948" y="143847"/>
                </a:lnTo>
                <a:lnTo>
                  <a:pt x="1935613" y="155172"/>
                </a:lnTo>
                <a:lnTo>
                  <a:pt x="1927584" y="166307"/>
                </a:lnTo>
                <a:lnTo>
                  <a:pt x="1918849" y="177222"/>
                </a:lnTo>
                <a:lnTo>
                  <a:pt x="1909401" y="187900"/>
                </a:lnTo>
                <a:lnTo>
                  <a:pt x="1899237" y="198320"/>
                </a:lnTo>
                <a:lnTo>
                  <a:pt x="1888350" y="208445"/>
                </a:lnTo>
                <a:lnTo>
                  <a:pt x="1876758" y="218246"/>
                </a:lnTo>
                <a:lnTo>
                  <a:pt x="1864462" y="227705"/>
                </a:lnTo>
                <a:lnTo>
                  <a:pt x="1851479" y="236792"/>
                </a:lnTo>
                <a:lnTo>
                  <a:pt x="1837830" y="245488"/>
                </a:lnTo>
                <a:lnTo>
                  <a:pt x="1823552" y="253765"/>
                </a:lnTo>
                <a:lnTo>
                  <a:pt x="1808674" y="261614"/>
                </a:lnTo>
                <a:lnTo>
                  <a:pt x="1793224" y="269015"/>
                </a:lnTo>
                <a:lnTo>
                  <a:pt x="1777260" y="275958"/>
                </a:lnTo>
                <a:lnTo>
                  <a:pt x="1760811" y="282435"/>
                </a:lnTo>
                <a:lnTo>
                  <a:pt x="1743923" y="288455"/>
                </a:lnTo>
                <a:lnTo>
                  <a:pt x="1726635" y="294018"/>
                </a:lnTo>
                <a:lnTo>
                  <a:pt x="1709004" y="299114"/>
                </a:lnTo>
                <a:lnTo>
                  <a:pt x="1691059" y="303771"/>
                </a:lnTo>
                <a:lnTo>
                  <a:pt x="1672847" y="307981"/>
                </a:lnTo>
                <a:lnTo>
                  <a:pt x="1654397" y="311763"/>
                </a:lnTo>
                <a:lnTo>
                  <a:pt x="1635747" y="315135"/>
                </a:lnTo>
                <a:lnTo>
                  <a:pt x="1616926" y="318116"/>
                </a:lnTo>
                <a:lnTo>
                  <a:pt x="1597962" y="320707"/>
                </a:lnTo>
                <a:lnTo>
                  <a:pt x="1578883" y="322936"/>
                </a:lnTo>
                <a:lnTo>
                  <a:pt x="1559709" y="324812"/>
                </a:lnTo>
                <a:lnTo>
                  <a:pt x="1540459" y="326355"/>
                </a:lnTo>
                <a:lnTo>
                  <a:pt x="1521152" y="327574"/>
                </a:lnTo>
                <a:lnTo>
                  <a:pt x="1501807" y="328489"/>
                </a:lnTo>
                <a:lnTo>
                  <a:pt x="1482414" y="328927"/>
                </a:lnTo>
                <a:lnTo>
                  <a:pt x="1463021" y="329213"/>
                </a:lnTo>
                <a:lnTo>
                  <a:pt x="1443619" y="329441"/>
                </a:lnTo>
                <a:lnTo>
                  <a:pt x="1424216" y="329632"/>
                </a:lnTo>
                <a:lnTo>
                  <a:pt x="1404814" y="329803"/>
                </a:lnTo>
                <a:lnTo>
                  <a:pt x="1385411" y="329956"/>
                </a:lnTo>
                <a:lnTo>
                  <a:pt x="1366009" y="330098"/>
                </a:lnTo>
                <a:lnTo>
                  <a:pt x="1346606" y="330222"/>
                </a:lnTo>
                <a:lnTo>
                  <a:pt x="1327204" y="330337"/>
                </a:lnTo>
                <a:lnTo>
                  <a:pt x="1307802" y="330460"/>
                </a:lnTo>
                <a:lnTo>
                  <a:pt x="1288399" y="330556"/>
                </a:lnTo>
                <a:lnTo>
                  <a:pt x="1268997" y="330651"/>
                </a:lnTo>
                <a:lnTo>
                  <a:pt x="1249594" y="330746"/>
                </a:lnTo>
                <a:lnTo>
                  <a:pt x="1230192" y="330832"/>
                </a:lnTo>
                <a:lnTo>
                  <a:pt x="1210789" y="330918"/>
                </a:lnTo>
                <a:lnTo>
                  <a:pt x="1191387" y="330994"/>
                </a:lnTo>
                <a:lnTo>
                  <a:pt x="1171975" y="331070"/>
                </a:lnTo>
                <a:lnTo>
                  <a:pt x="1152573" y="331137"/>
                </a:lnTo>
                <a:lnTo>
                  <a:pt x="1133170" y="331203"/>
                </a:lnTo>
                <a:lnTo>
                  <a:pt x="1113768" y="331260"/>
                </a:lnTo>
                <a:lnTo>
                  <a:pt x="1094365" y="331327"/>
                </a:lnTo>
                <a:lnTo>
                  <a:pt x="1074963" y="331375"/>
                </a:lnTo>
                <a:lnTo>
                  <a:pt x="1055561" y="331432"/>
                </a:lnTo>
                <a:lnTo>
                  <a:pt x="1036158" y="331480"/>
                </a:lnTo>
                <a:lnTo>
                  <a:pt x="1016756" y="331527"/>
                </a:lnTo>
                <a:lnTo>
                  <a:pt x="997344" y="331565"/>
                </a:lnTo>
                <a:lnTo>
                  <a:pt x="977941" y="331603"/>
                </a:lnTo>
                <a:lnTo>
                  <a:pt x="958539" y="331651"/>
                </a:lnTo>
                <a:lnTo>
                  <a:pt x="939136" y="331680"/>
                </a:lnTo>
                <a:lnTo>
                  <a:pt x="919734" y="331708"/>
                </a:lnTo>
                <a:lnTo>
                  <a:pt x="900332" y="331746"/>
                </a:lnTo>
                <a:lnTo>
                  <a:pt x="880929" y="331765"/>
                </a:lnTo>
                <a:lnTo>
                  <a:pt x="861527" y="331794"/>
                </a:lnTo>
                <a:lnTo>
                  <a:pt x="842115" y="331813"/>
                </a:lnTo>
                <a:lnTo>
                  <a:pt x="822712" y="331832"/>
                </a:lnTo>
                <a:lnTo>
                  <a:pt x="803310" y="331841"/>
                </a:lnTo>
                <a:lnTo>
                  <a:pt x="783908" y="331861"/>
                </a:lnTo>
                <a:lnTo>
                  <a:pt x="764505" y="331870"/>
                </a:lnTo>
                <a:lnTo>
                  <a:pt x="745103" y="331870"/>
                </a:lnTo>
                <a:lnTo>
                  <a:pt x="725700" y="331880"/>
                </a:lnTo>
                <a:lnTo>
                  <a:pt x="706288" y="331880"/>
                </a:lnTo>
                <a:lnTo>
                  <a:pt x="686886" y="331880"/>
                </a:lnTo>
                <a:lnTo>
                  <a:pt x="667483" y="331870"/>
                </a:lnTo>
                <a:lnTo>
                  <a:pt x="648081" y="331870"/>
                </a:lnTo>
                <a:lnTo>
                  <a:pt x="628679" y="331861"/>
                </a:lnTo>
                <a:lnTo>
                  <a:pt x="609276" y="331841"/>
                </a:lnTo>
                <a:lnTo>
                  <a:pt x="589874" y="331822"/>
                </a:lnTo>
                <a:lnTo>
                  <a:pt x="570471" y="331813"/>
                </a:lnTo>
                <a:lnTo>
                  <a:pt x="551059" y="331784"/>
                </a:lnTo>
                <a:lnTo>
                  <a:pt x="531657" y="331756"/>
                </a:lnTo>
                <a:lnTo>
                  <a:pt x="512255" y="331727"/>
                </a:lnTo>
                <a:lnTo>
                  <a:pt x="492852" y="331689"/>
                </a:lnTo>
                <a:lnTo>
                  <a:pt x="473450" y="331651"/>
                </a:lnTo>
                <a:lnTo>
                  <a:pt x="454047" y="331603"/>
                </a:lnTo>
                <a:lnTo>
                  <a:pt x="434645" y="331565"/>
                </a:lnTo>
                <a:lnTo>
                  <a:pt x="415242" y="331508"/>
                </a:lnTo>
                <a:lnTo>
                  <a:pt x="395830" y="331451"/>
                </a:lnTo>
                <a:lnTo>
                  <a:pt x="376428" y="331394"/>
                </a:lnTo>
                <a:lnTo>
                  <a:pt x="357026" y="331318"/>
                </a:lnTo>
                <a:lnTo>
                  <a:pt x="337623" y="331241"/>
                </a:lnTo>
                <a:lnTo>
                  <a:pt x="318221" y="331165"/>
                </a:lnTo>
                <a:lnTo>
                  <a:pt x="298818" y="331079"/>
                </a:lnTo>
                <a:lnTo>
                  <a:pt x="279416" y="330984"/>
                </a:lnTo>
                <a:lnTo>
                  <a:pt x="260013" y="330879"/>
                </a:lnTo>
                <a:lnTo>
                  <a:pt x="240611" y="330765"/>
                </a:lnTo>
                <a:lnTo>
                  <a:pt x="221209" y="330641"/>
                </a:lnTo>
                <a:lnTo>
                  <a:pt x="201806" y="330498"/>
                </a:lnTo>
                <a:lnTo>
                  <a:pt x="182404" y="330356"/>
                </a:lnTo>
                <a:lnTo>
                  <a:pt x="163001" y="330184"/>
                </a:lnTo>
                <a:lnTo>
                  <a:pt x="143599" y="330003"/>
                </a:lnTo>
                <a:lnTo>
                  <a:pt x="124196" y="329803"/>
                </a:lnTo>
                <a:lnTo>
                  <a:pt x="104794" y="329575"/>
                </a:lnTo>
                <a:lnTo>
                  <a:pt x="85401" y="329308"/>
                </a:lnTo>
                <a:lnTo>
                  <a:pt x="65999" y="328994"/>
                </a:lnTo>
                <a:lnTo>
                  <a:pt x="46606" y="328613"/>
                </a:lnTo>
                <a:lnTo>
                  <a:pt x="27222" y="328108"/>
                </a:lnTo>
                <a:lnTo>
                  <a:pt x="7858" y="327317"/>
                </a:lnTo>
                <a:lnTo>
                  <a:pt x="3600" y="317373"/>
                </a:lnTo>
                <a:lnTo>
                  <a:pt x="3343" y="305152"/>
                </a:lnTo>
                <a:lnTo>
                  <a:pt x="3086" y="292922"/>
                </a:lnTo>
                <a:lnTo>
                  <a:pt x="2829" y="280692"/>
                </a:lnTo>
                <a:lnTo>
                  <a:pt x="2572" y="268462"/>
                </a:lnTo>
                <a:lnTo>
                  <a:pt x="2315" y="256232"/>
                </a:lnTo>
                <a:lnTo>
                  <a:pt x="2057" y="244002"/>
                </a:lnTo>
                <a:lnTo>
                  <a:pt x="1800" y="231781"/>
                </a:lnTo>
                <a:lnTo>
                  <a:pt x="1543" y="219551"/>
                </a:lnTo>
                <a:lnTo>
                  <a:pt x="1286" y="207321"/>
                </a:lnTo>
                <a:lnTo>
                  <a:pt x="1029" y="195091"/>
                </a:lnTo>
                <a:lnTo>
                  <a:pt x="772" y="182861"/>
                </a:lnTo>
                <a:lnTo>
                  <a:pt x="514" y="170631"/>
                </a:lnTo>
                <a:lnTo>
                  <a:pt x="257" y="158410"/>
                </a:lnTo>
                <a:lnTo>
                  <a:pt x="0" y="146180"/>
                </a:lnTo>
                <a:lnTo>
                  <a:pt x="7115" y="138179"/>
                </a:lnTo>
                <a:lnTo>
                  <a:pt x="26470" y="137293"/>
                </a:lnTo>
                <a:lnTo>
                  <a:pt x="45834" y="136541"/>
                </a:lnTo>
                <a:lnTo>
                  <a:pt x="65218" y="135922"/>
                </a:lnTo>
                <a:lnTo>
                  <a:pt x="84601" y="135407"/>
                </a:lnTo>
                <a:lnTo>
                  <a:pt x="103994" y="134998"/>
                </a:lnTo>
                <a:lnTo>
                  <a:pt x="123396" y="134684"/>
                </a:lnTo>
                <a:lnTo>
                  <a:pt x="142789" y="134455"/>
                </a:lnTo>
                <a:lnTo>
                  <a:pt x="162192" y="134293"/>
                </a:lnTo>
                <a:lnTo>
                  <a:pt x="181594" y="134207"/>
                </a:lnTo>
                <a:lnTo>
                  <a:pt x="201006" y="134179"/>
                </a:lnTo>
                <a:lnTo>
                  <a:pt x="220409" y="134217"/>
                </a:lnTo>
                <a:lnTo>
                  <a:pt x="239811" y="134303"/>
                </a:lnTo>
                <a:lnTo>
                  <a:pt x="259213" y="134436"/>
                </a:lnTo>
                <a:lnTo>
                  <a:pt x="278616" y="134617"/>
                </a:lnTo>
                <a:lnTo>
                  <a:pt x="298018" y="134845"/>
                </a:lnTo>
                <a:lnTo>
                  <a:pt x="317411" y="135112"/>
                </a:lnTo>
                <a:lnTo>
                  <a:pt x="336814" y="135417"/>
                </a:lnTo>
                <a:lnTo>
                  <a:pt x="356206" y="135750"/>
                </a:lnTo>
                <a:lnTo>
                  <a:pt x="375599" y="136122"/>
                </a:lnTo>
                <a:lnTo>
                  <a:pt x="394992" y="136512"/>
                </a:lnTo>
                <a:lnTo>
                  <a:pt x="414385" y="136931"/>
                </a:lnTo>
                <a:lnTo>
                  <a:pt x="433778" y="137379"/>
                </a:lnTo>
                <a:lnTo>
                  <a:pt x="453171" y="137855"/>
                </a:lnTo>
                <a:lnTo>
                  <a:pt x="472554" y="138341"/>
                </a:lnTo>
                <a:lnTo>
                  <a:pt x="491947" y="138855"/>
                </a:lnTo>
                <a:lnTo>
                  <a:pt x="511331" y="139379"/>
                </a:lnTo>
                <a:lnTo>
                  <a:pt x="530714" y="139922"/>
                </a:lnTo>
                <a:lnTo>
                  <a:pt x="550097" y="140484"/>
                </a:lnTo>
                <a:lnTo>
                  <a:pt x="569481" y="141056"/>
                </a:lnTo>
                <a:lnTo>
                  <a:pt x="588864" y="141646"/>
                </a:lnTo>
                <a:lnTo>
                  <a:pt x="608238" y="142237"/>
                </a:lnTo>
                <a:lnTo>
                  <a:pt x="627621" y="142837"/>
                </a:lnTo>
                <a:lnTo>
                  <a:pt x="647005" y="143456"/>
                </a:lnTo>
                <a:lnTo>
                  <a:pt x="666379" y="144075"/>
                </a:lnTo>
                <a:lnTo>
                  <a:pt x="685762" y="144694"/>
                </a:lnTo>
                <a:lnTo>
                  <a:pt x="705136" y="145323"/>
                </a:lnTo>
                <a:lnTo>
                  <a:pt x="724510" y="145961"/>
                </a:lnTo>
                <a:lnTo>
                  <a:pt x="743893" y="146590"/>
                </a:lnTo>
                <a:lnTo>
                  <a:pt x="763267" y="147228"/>
                </a:lnTo>
                <a:lnTo>
                  <a:pt x="782650" y="147857"/>
                </a:lnTo>
                <a:lnTo>
                  <a:pt x="802024" y="148495"/>
                </a:lnTo>
                <a:lnTo>
                  <a:pt x="821398" y="149123"/>
                </a:lnTo>
                <a:lnTo>
                  <a:pt x="840781" y="149752"/>
                </a:lnTo>
                <a:lnTo>
                  <a:pt x="860155" y="150371"/>
                </a:lnTo>
                <a:lnTo>
                  <a:pt x="879539" y="150990"/>
                </a:lnTo>
                <a:lnTo>
                  <a:pt x="898922" y="151600"/>
                </a:lnTo>
                <a:lnTo>
                  <a:pt x="918296" y="152200"/>
                </a:lnTo>
                <a:lnTo>
                  <a:pt x="937679" y="152791"/>
                </a:lnTo>
                <a:lnTo>
                  <a:pt x="957062" y="153372"/>
                </a:lnTo>
                <a:lnTo>
                  <a:pt x="976446" y="153943"/>
                </a:lnTo>
                <a:lnTo>
                  <a:pt x="995829" y="154496"/>
                </a:lnTo>
                <a:lnTo>
                  <a:pt x="1015213" y="155029"/>
                </a:lnTo>
                <a:lnTo>
                  <a:pt x="1034596" y="155553"/>
                </a:lnTo>
                <a:lnTo>
                  <a:pt x="1053989" y="156048"/>
                </a:lnTo>
                <a:lnTo>
                  <a:pt x="1073372" y="156534"/>
                </a:lnTo>
                <a:lnTo>
                  <a:pt x="1092765" y="156991"/>
                </a:lnTo>
                <a:lnTo>
                  <a:pt x="1112158" y="157429"/>
                </a:lnTo>
                <a:lnTo>
                  <a:pt x="1131551" y="157839"/>
                </a:lnTo>
                <a:lnTo>
                  <a:pt x="1150944" y="158210"/>
                </a:lnTo>
                <a:lnTo>
                  <a:pt x="1170337" y="158563"/>
                </a:lnTo>
                <a:lnTo>
                  <a:pt x="1189739" y="158877"/>
                </a:lnTo>
                <a:lnTo>
                  <a:pt x="1209132" y="159163"/>
                </a:lnTo>
                <a:lnTo>
                  <a:pt x="1228535" y="159401"/>
                </a:lnTo>
                <a:lnTo>
                  <a:pt x="1247937" y="159601"/>
                </a:lnTo>
                <a:lnTo>
                  <a:pt x="1267339" y="159744"/>
                </a:lnTo>
                <a:lnTo>
                  <a:pt x="1286742" y="159849"/>
                </a:lnTo>
                <a:lnTo>
                  <a:pt x="1306144" y="159896"/>
                </a:lnTo>
                <a:lnTo>
                  <a:pt x="1325547" y="159887"/>
                </a:lnTo>
                <a:lnTo>
                  <a:pt x="1344949" y="159810"/>
                </a:lnTo>
                <a:lnTo>
                  <a:pt x="1364351" y="159658"/>
                </a:lnTo>
                <a:lnTo>
                  <a:pt x="1383754" y="159439"/>
                </a:lnTo>
                <a:lnTo>
                  <a:pt x="1403156" y="159125"/>
                </a:lnTo>
                <a:lnTo>
                  <a:pt x="1422549" y="158715"/>
                </a:lnTo>
                <a:lnTo>
                  <a:pt x="1441933" y="158210"/>
                </a:lnTo>
                <a:lnTo>
                  <a:pt x="1461306" y="157582"/>
                </a:lnTo>
                <a:lnTo>
                  <a:pt x="1480680" y="156820"/>
                </a:lnTo>
                <a:lnTo>
                  <a:pt x="1500026" y="155905"/>
                </a:lnTo>
                <a:lnTo>
                  <a:pt x="1519352" y="154829"/>
                </a:lnTo>
                <a:lnTo>
                  <a:pt x="1538649" y="153553"/>
                </a:lnTo>
                <a:lnTo>
                  <a:pt x="1557909" y="152048"/>
                </a:lnTo>
                <a:lnTo>
                  <a:pt x="1577102" y="150266"/>
                </a:lnTo>
                <a:lnTo>
                  <a:pt x="1596219" y="148171"/>
                </a:lnTo>
                <a:lnTo>
                  <a:pt x="1615211" y="145666"/>
                </a:lnTo>
                <a:lnTo>
                  <a:pt x="1634023" y="142665"/>
                </a:lnTo>
                <a:lnTo>
                  <a:pt x="1652540" y="139017"/>
                </a:lnTo>
                <a:lnTo>
                  <a:pt x="1670561" y="134493"/>
                </a:lnTo>
                <a:lnTo>
                  <a:pt x="1687678" y="128759"/>
                </a:lnTo>
                <a:lnTo>
                  <a:pt x="1702965" y="121272"/>
                </a:lnTo>
                <a:lnTo>
                  <a:pt x="1714395" y="111462"/>
                </a:lnTo>
                <a:lnTo>
                  <a:pt x="1718996" y="99670"/>
                </a:lnTo>
                <a:lnTo>
                  <a:pt x="1732007" y="93545"/>
                </a:lnTo>
                <a:lnTo>
                  <a:pt x="1750266" y="89411"/>
                </a:lnTo>
                <a:lnTo>
                  <a:pt x="1768278" y="84868"/>
                </a:lnTo>
                <a:lnTo>
                  <a:pt x="1786061" y="79972"/>
                </a:lnTo>
                <a:lnTo>
                  <a:pt x="1803616" y="74762"/>
                </a:lnTo>
                <a:lnTo>
                  <a:pt x="1820932" y="69247"/>
                </a:lnTo>
                <a:lnTo>
                  <a:pt x="1838020" y="63456"/>
                </a:lnTo>
                <a:lnTo>
                  <a:pt x="1854870" y="57388"/>
                </a:lnTo>
                <a:lnTo>
                  <a:pt x="1871472" y="51064"/>
                </a:lnTo>
                <a:lnTo>
                  <a:pt x="1887826" y="44482"/>
                </a:lnTo>
                <a:lnTo>
                  <a:pt x="1903924" y="37652"/>
                </a:lnTo>
                <a:lnTo>
                  <a:pt x="1919764" y="30585"/>
                </a:lnTo>
                <a:lnTo>
                  <a:pt x="1935318" y="23279"/>
                </a:lnTo>
                <a:lnTo>
                  <a:pt x="1950596" y="15745"/>
                </a:lnTo>
                <a:lnTo>
                  <a:pt x="1965598" y="7982"/>
                </a:lnTo>
                <a:lnTo>
                  <a:pt x="198029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215DF65F-895C-4082-9316-9ADF9221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334" y="2473081"/>
            <a:ext cx="1980457" cy="1248223"/>
          </a:xfrm>
          <a:custGeom xmlns:a="http://schemas.openxmlformats.org/drawingml/2006/main">
            <a:pathLst>
              <a:path w="1980457" h="1248223">
                <a:moveTo>
                  <a:pt x="0" y="1248223"/>
                </a:moveTo>
                <a:lnTo>
                  <a:pt x="31794" y="1248223"/>
                </a:lnTo>
                <a:lnTo>
                  <a:pt x="63598" y="1248223"/>
                </a:lnTo>
                <a:lnTo>
                  <a:pt x="95393" y="1248223"/>
                </a:lnTo>
                <a:lnTo>
                  <a:pt x="127197" y="1248223"/>
                </a:lnTo>
                <a:lnTo>
                  <a:pt x="158991" y="1248223"/>
                </a:lnTo>
                <a:lnTo>
                  <a:pt x="190786" y="1248223"/>
                </a:lnTo>
                <a:lnTo>
                  <a:pt x="222590" y="1248223"/>
                </a:lnTo>
                <a:lnTo>
                  <a:pt x="254384" y="1248223"/>
                </a:lnTo>
                <a:lnTo>
                  <a:pt x="286188" y="1248223"/>
                </a:lnTo>
                <a:lnTo>
                  <a:pt x="317983" y="1248223"/>
                </a:lnTo>
                <a:lnTo>
                  <a:pt x="349787" y="1248223"/>
                </a:lnTo>
                <a:lnTo>
                  <a:pt x="381581" y="1248223"/>
                </a:lnTo>
                <a:lnTo>
                  <a:pt x="413375" y="1248223"/>
                </a:lnTo>
                <a:lnTo>
                  <a:pt x="445179" y="1248223"/>
                </a:lnTo>
                <a:lnTo>
                  <a:pt x="476974" y="1248223"/>
                </a:lnTo>
                <a:lnTo>
                  <a:pt x="508778" y="1248223"/>
                </a:lnTo>
                <a:lnTo>
                  <a:pt x="540572" y="1248223"/>
                </a:lnTo>
                <a:lnTo>
                  <a:pt x="572367" y="1248223"/>
                </a:lnTo>
                <a:lnTo>
                  <a:pt x="604171" y="1248223"/>
                </a:lnTo>
                <a:lnTo>
                  <a:pt x="635965" y="1248223"/>
                </a:lnTo>
                <a:lnTo>
                  <a:pt x="667769" y="1248223"/>
                </a:lnTo>
                <a:lnTo>
                  <a:pt x="699564" y="1248223"/>
                </a:lnTo>
                <a:lnTo>
                  <a:pt x="731358" y="1248223"/>
                </a:lnTo>
                <a:lnTo>
                  <a:pt x="763162" y="1248223"/>
                </a:lnTo>
                <a:lnTo>
                  <a:pt x="794956" y="1248223"/>
                </a:lnTo>
                <a:lnTo>
                  <a:pt x="826760" y="1248223"/>
                </a:lnTo>
                <a:lnTo>
                  <a:pt x="858555" y="1248223"/>
                </a:lnTo>
                <a:lnTo>
                  <a:pt x="890349" y="1248223"/>
                </a:lnTo>
                <a:lnTo>
                  <a:pt x="922153" y="1248223"/>
                </a:lnTo>
                <a:lnTo>
                  <a:pt x="953948" y="1248223"/>
                </a:lnTo>
                <a:lnTo>
                  <a:pt x="985752" y="1248223"/>
                </a:lnTo>
                <a:lnTo>
                  <a:pt x="1017546" y="1248223"/>
                </a:lnTo>
                <a:lnTo>
                  <a:pt x="1049350" y="1248223"/>
                </a:lnTo>
                <a:lnTo>
                  <a:pt x="1081145" y="1248223"/>
                </a:lnTo>
                <a:lnTo>
                  <a:pt x="1112939" y="1248223"/>
                </a:lnTo>
                <a:lnTo>
                  <a:pt x="1144743" y="1248223"/>
                </a:lnTo>
                <a:lnTo>
                  <a:pt x="1176538" y="1248223"/>
                </a:lnTo>
                <a:lnTo>
                  <a:pt x="1208342" y="1248223"/>
                </a:lnTo>
                <a:lnTo>
                  <a:pt x="1240136" y="1248223"/>
                </a:lnTo>
                <a:lnTo>
                  <a:pt x="1271930" y="1248223"/>
                </a:lnTo>
                <a:lnTo>
                  <a:pt x="1303734" y="1248223"/>
                </a:lnTo>
                <a:lnTo>
                  <a:pt x="1335215" y="1245965"/>
                </a:lnTo>
                <a:lnTo>
                  <a:pt x="1366523" y="1242460"/>
                </a:lnTo>
                <a:lnTo>
                  <a:pt x="1397832" y="1238964"/>
                </a:lnTo>
                <a:lnTo>
                  <a:pt x="1429141" y="1235459"/>
                </a:lnTo>
                <a:lnTo>
                  <a:pt x="1460449" y="1231964"/>
                </a:lnTo>
                <a:lnTo>
                  <a:pt x="1491758" y="1228458"/>
                </a:lnTo>
                <a:lnTo>
                  <a:pt x="1523076" y="1224953"/>
                </a:lnTo>
                <a:lnTo>
                  <a:pt x="1554385" y="1221457"/>
                </a:lnTo>
                <a:lnTo>
                  <a:pt x="1578283" y="1209199"/>
                </a:lnTo>
                <a:lnTo>
                  <a:pt x="1600343" y="1194768"/>
                </a:lnTo>
                <a:lnTo>
                  <a:pt x="1622412" y="1180328"/>
                </a:lnTo>
                <a:lnTo>
                  <a:pt x="1644472" y="1165898"/>
                </a:lnTo>
                <a:lnTo>
                  <a:pt x="1666542" y="1151468"/>
                </a:lnTo>
                <a:lnTo>
                  <a:pt x="1688602" y="1137037"/>
                </a:lnTo>
                <a:lnTo>
                  <a:pt x="1710671" y="1122607"/>
                </a:lnTo>
                <a:lnTo>
                  <a:pt x="1732731" y="1108177"/>
                </a:lnTo>
                <a:lnTo>
                  <a:pt x="1754800" y="1093746"/>
                </a:lnTo>
                <a:lnTo>
                  <a:pt x="1776860" y="1079316"/>
                </a:lnTo>
                <a:lnTo>
                  <a:pt x="1798930" y="1064876"/>
                </a:lnTo>
                <a:lnTo>
                  <a:pt x="1820990" y="1050446"/>
                </a:lnTo>
                <a:lnTo>
                  <a:pt x="1843059" y="1036015"/>
                </a:lnTo>
                <a:lnTo>
                  <a:pt x="1865119" y="1021585"/>
                </a:lnTo>
                <a:lnTo>
                  <a:pt x="1887188" y="1007154"/>
                </a:lnTo>
                <a:lnTo>
                  <a:pt x="1909248" y="992724"/>
                </a:lnTo>
                <a:lnTo>
                  <a:pt x="1931318" y="978294"/>
                </a:lnTo>
                <a:lnTo>
                  <a:pt x="1953377" y="963863"/>
                </a:lnTo>
                <a:lnTo>
                  <a:pt x="1975447" y="949433"/>
                </a:lnTo>
                <a:lnTo>
                  <a:pt x="1980457" y="930659"/>
                </a:lnTo>
                <a:lnTo>
                  <a:pt x="1980457" y="910619"/>
                </a:lnTo>
                <a:lnTo>
                  <a:pt x="1980457" y="890578"/>
                </a:lnTo>
                <a:lnTo>
                  <a:pt x="1980457" y="870537"/>
                </a:lnTo>
                <a:lnTo>
                  <a:pt x="1980457" y="850497"/>
                </a:lnTo>
                <a:lnTo>
                  <a:pt x="1980457" y="830456"/>
                </a:lnTo>
                <a:lnTo>
                  <a:pt x="1980457" y="810416"/>
                </a:lnTo>
                <a:lnTo>
                  <a:pt x="1980457" y="790365"/>
                </a:lnTo>
                <a:lnTo>
                  <a:pt x="1980457" y="770325"/>
                </a:lnTo>
                <a:lnTo>
                  <a:pt x="1980457" y="750284"/>
                </a:lnTo>
                <a:lnTo>
                  <a:pt x="1980457" y="730244"/>
                </a:lnTo>
                <a:lnTo>
                  <a:pt x="1980457" y="710203"/>
                </a:lnTo>
                <a:lnTo>
                  <a:pt x="1980457" y="690162"/>
                </a:lnTo>
                <a:lnTo>
                  <a:pt x="1980457" y="670122"/>
                </a:lnTo>
                <a:lnTo>
                  <a:pt x="1980457" y="650081"/>
                </a:lnTo>
                <a:lnTo>
                  <a:pt x="1980457" y="630041"/>
                </a:lnTo>
                <a:lnTo>
                  <a:pt x="1980457" y="610000"/>
                </a:lnTo>
                <a:lnTo>
                  <a:pt x="1980457" y="589959"/>
                </a:lnTo>
                <a:lnTo>
                  <a:pt x="1980457" y="569909"/>
                </a:lnTo>
                <a:lnTo>
                  <a:pt x="1980457" y="549869"/>
                </a:lnTo>
                <a:lnTo>
                  <a:pt x="1980457" y="529828"/>
                </a:lnTo>
                <a:lnTo>
                  <a:pt x="1980457" y="509788"/>
                </a:lnTo>
                <a:lnTo>
                  <a:pt x="1980457" y="489747"/>
                </a:lnTo>
                <a:lnTo>
                  <a:pt x="1980457" y="469706"/>
                </a:lnTo>
                <a:lnTo>
                  <a:pt x="1980457" y="449666"/>
                </a:lnTo>
                <a:lnTo>
                  <a:pt x="1980457" y="429625"/>
                </a:lnTo>
                <a:lnTo>
                  <a:pt x="1980457" y="409585"/>
                </a:lnTo>
                <a:lnTo>
                  <a:pt x="1980457" y="389544"/>
                </a:lnTo>
                <a:lnTo>
                  <a:pt x="1980457" y="369494"/>
                </a:lnTo>
                <a:lnTo>
                  <a:pt x="1980457" y="349453"/>
                </a:lnTo>
                <a:lnTo>
                  <a:pt x="1980457" y="329413"/>
                </a:lnTo>
                <a:lnTo>
                  <a:pt x="1980457" y="309372"/>
                </a:lnTo>
                <a:lnTo>
                  <a:pt x="1980457" y="289331"/>
                </a:lnTo>
                <a:lnTo>
                  <a:pt x="1980457" y="269291"/>
                </a:lnTo>
                <a:lnTo>
                  <a:pt x="1980457" y="249250"/>
                </a:lnTo>
                <a:lnTo>
                  <a:pt x="1980457" y="229210"/>
                </a:lnTo>
                <a:lnTo>
                  <a:pt x="1980457" y="209169"/>
                </a:lnTo>
                <a:lnTo>
                  <a:pt x="1980457" y="189128"/>
                </a:lnTo>
                <a:lnTo>
                  <a:pt x="1980457" y="169078"/>
                </a:lnTo>
                <a:lnTo>
                  <a:pt x="1980457" y="149038"/>
                </a:lnTo>
                <a:lnTo>
                  <a:pt x="1980457" y="128997"/>
                </a:lnTo>
                <a:lnTo>
                  <a:pt x="1980457" y="108956"/>
                </a:lnTo>
                <a:lnTo>
                  <a:pt x="1980457" y="88916"/>
                </a:lnTo>
                <a:lnTo>
                  <a:pt x="1980457" y="68875"/>
                </a:lnTo>
                <a:lnTo>
                  <a:pt x="1980457" y="48835"/>
                </a:lnTo>
                <a:lnTo>
                  <a:pt x="1980457" y="28794"/>
                </a:lnTo>
                <a:lnTo>
                  <a:pt x="1980457" y="8753"/>
                </a:lnTo>
                <a:lnTo>
                  <a:pt x="1962541" y="0"/>
                </a:lnTo>
                <a:lnTo>
                  <a:pt x="1930746" y="0"/>
                </a:lnTo>
                <a:lnTo>
                  <a:pt x="1898942" y="0"/>
                </a:lnTo>
                <a:lnTo>
                  <a:pt x="1867148" y="0"/>
                </a:lnTo>
                <a:lnTo>
                  <a:pt x="1835344" y="0"/>
                </a:lnTo>
                <a:lnTo>
                  <a:pt x="1803549" y="0"/>
                </a:lnTo>
                <a:lnTo>
                  <a:pt x="1771755" y="0"/>
                </a:lnTo>
                <a:lnTo>
                  <a:pt x="1739951" y="0"/>
                </a:lnTo>
                <a:lnTo>
                  <a:pt x="1708156" y="0"/>
                </a:lnTo>
                <a:lnTo>
                  <a:pt x="1676352" y="0"/>
                </a:lnTo>
                <a:lnTo>
                  <a:pt x="1644558" y="0"/>
                </a:lnTo>
                <a:lnTo>
                  <a:pt x="1612754" y="0"/>
                </a:lnTo>
                <a:lnTo>
                  <a:pt x="1580960" y="0"/>
                </a:lnTo>
                <a:lnTo>
                  <a:pt x="1549165" y="0"/>
                </a:lnTo>
                <a:lnTo>
                  <a:pt x="1517361" y="0"/>
                </a:lnTo>
                <a:lnTo>
                  <a:pt x="1485567" y="0"/>
                </a:lnTo>
                <a:lnTo>
                  <a:pt x="1453763" y="0"/>
                </a:lnTo>
                <a:lnTo>
                  <a:pt x="1421968" y="0"/>
                </a:lnTo>
                <a:lnTo>
                  <a:pt x="1390174" y="0"/>
                </a:lnTo>
                <a:lnTo>
                  <a:pt x="1358370" y="0"/>
                </a:lnTo>
                <a:lnTo>
                  <a:pt x="1326575" y="0"/>
                </a:lnTo>
                <a:lnTo>
                  <a:pt x="1294771" y="0"/>
                </a:lnTo>
                <a:lnTo>
                  <a:pt x="1262977" y="0"/>
                </a:lnTo>
                <a:lnTo>
                  <a:pt x="1231182" y="0"/>
                </a:lnTo>
                <a:lnTo>
                  <a:pt x="1199378" y="0"/>
                </a:lnTo>
                <a:lnTo>
                  <a:pt x="1167584" y="0"/>
                </a:lnTo>
                <a:lnTo>
                  <a:pt x="1135780" y="0"/>
                </a:lnTo>
                <a:lnTo>
                  <a:pt x="1103986" y="0"/>
                </a:lnTo>
                <a:lnTo>
                  <a:pt x="1072182" y="0"/>
                </a:lnTo>
                <a:lnTo>
                  <a:pt x="1040387" y="0"/>
                </a:lnTo>
                <a:lnTo>
                  <a:pt x="1008593" y="0"/>
                </a:lnTo>
                <a:lnTo>
                  <a:pt x="976789" y="0"/>
                </a:lnTo>
                <a:lnTo>
                  <a:pt x="944994" y="0"/>
                </a:lnTo>
                <a:lnTo>
                  <a:pt x="913190" y="0"/>
                </a:lnTo>
                <a:lnTo>
                  <a:pt x="881396" y="0"/>
                </a:lnTo>
                <a:lnTo>
                  <a:pt x="849601" y="0"/>
                </a:lnTo>
                <a:lnTo>
                  <a:pt x="817797" y="0"/>
                </a:lnTo>
                <a:lnTo>
                  <a:pt x="786003" y="0"/>
                </a:lnTo>
                <a:lnTo>
                  <a:pt x="754199" y="0"/>
                </a:lnTo>
                <a:lnTo>
                  <a:pt x="722405" y="0"/>
                </a:lnTo>
                <a:lnTo>
                  <a:pt x="690610" y="0"/>
                </a:lnTo>
                <a:lnTo>
                  <a:pt x="658806" y="0"/>
                </a:lnTo>
                <a:lnTo>
                  <a:pt x="627012" y="0"/>
                </a:lnTo>
                <a:lnTo>
                  <a:pt x="595208" y="0"/>
                </a:lnTo>
                <a:lnTo>
                  <a:pt x="563413" y="0"/>
                </a:lnTo>
                <a:lnTo>
                  <a:pt x="531619" y="0"/>
                </a:lnTo>
                <a:lnTo>
                  <a:pt x="499815" y="0"/>
                </a:lnTo>
                <a:lnTo>
                  <a:pt x="468020" y="0"/>
                </a:lnTo>
                <a:lnTo>
                  <a:pt x="436216" y="0"/>
                </a:lnTo>
                <a:lnTo>
                  <a:pt x="404422" y="0"/>
                </a:lnTo>
                <a:lnTo>
                  <a:pt x="372618" y="0"/>
                </a:lnTo>
                <a:lnTo>
                  <a:pt x="340824" y="0"/>
                </a:lnTo>
                <a:lnTo>
                  <a:pt x="309029" y="0"/>
                </a:lnTo>
                <a:lnTo>
                  <a:pt x="277225" y="0"/>
                </a:lnTo>
                <a:lnTo>
                  <a:pt x="245431" y="0"/>
                </a:lnTo>
                <a:lnTo>
                  <a:pt x="213627" y="0"/>
                </a:lnTo>
                <a:lnTo>
                  <a:pt x="181832" y="0"/>
                </a:lnTo>
                <a:lnTo>
                  <a:pt x="150038" y="0"/>
                </a:lnTo>
                <a:lnTo>
                  <a:pt x="118234" y="0"/>
                </a:lnTo>
                <a:lnTo>
                  <a:pt x="86439" y="0"/>
                </a:lnTo>
                <a:lnTo>
                  <a:pt x="54635" y="0"/>
                </a:lnTo>
                <a:lnTo>
                  <a:pt x="22841" y="0"/>
                </a:lnTo>
                <a:lnTo>
                  <a:pt x="0" y="5648"/>
                </a:lnTo>
                <a:lnTo>
                  <a:pt x="0" y="25689"/>
                </a:lnTo>
                <a:lnTo>
                  <a:pt x="0" y="45730"/>
                </a:lnTo>
                <a:lnTo>
                  <a:pt x="0" y="65770"/>
                </a:lnTo>
                <a:lnTo>
                  <a:pt x="0" y="85811"/>
                </a:lnTo>
                <a:lnTo>
                  <a:pt x="0" y="105851"/>
                </a:lnTo>
                <a:lnTo>
                  <a:pt x="0" y="125892"/>
                </a:lnTo>
                <a:lnTo>
                  <a:pt x="0" y="145933"/>
                </a:lnTo>
                <a:lnTo>
                  <a:pt x="0" y="165983"/>
                </a:lnTo>
                <a:lnTo>
                  <a:pt x="0" y="186023"/>
                </a:lnTo>
                <a:lnTo>
                  <a:pt x="0" y="206064"/>
                </a:lnTo>
                <a:lnTo>
                  <a:pt x="0" y="226104"/>
                </a:lnTo>
                <a:lnTo>
                  <a:pt x="0" y="246145"/>
                </a:lnTo>
                <a:lnTo>
                  <a:pt x="0" y="266186"/>
                </a:lnTo>
                <a:lnTo>
                  <a:pt x="0" y="286226"/>
                </a:lnTo>
                <a:lnTo>
                  <a:pt x="0" y="306267"/>
                </a:lnTo>
                <a:lnTo>
                  <a:pt x="0" y="326307"/>
                </a:lnTo>
                <a:lnTo>
                  <a:pt x="0" y="346348"/>
                </a:lnTo>
                <a:lnTo>
                  <a:pt x="0" y="366398"/>
                </a:lnTo>
                <a:lnTo>
                  <a:pt x="0" y="386439"/>
                </a:lnTo>
                <a:lnTo>
                  <a:pt x="0" y="406479"/>
                </a:lnTo>
                <a:lnTo>
                  <a:pt x="0" y="426520"/>
                </a:lnTo>
                <a:lnTo>
                  <a:pt x="0" y="446561"/>
                </a:lnTo>
                <a:lnTo>
                  <a:pt x="0" y="466601"/>
                </a:lnTo>
                <a:lnTo>
                  <a:pt x="0" y="486642"/>
                </a:lnTo>
                <a:lnTo>
                  <a:pt x="0" y="506682"/>
                </a:lnTo>
                <a:lnTo>
                  <a:pt x="0" y="526723"/>
                </a:lnTo>
                <a:lnTo>
                  <a:pt x="0" y="546764"/>
                </a:lnTo>
                <a:lnTo>
                  <a:pt x="0" y="566814"/>
                </a:lnTo>
                <a:lnTo>
                  <a:pt x="0" y="586854"/>
                </a:lnTo>
                <a:lnTo>
                  <a:pt x="0" y="606895"/>
                </a:lnTo>
                <a:lnTo>
                  <a:pt x="0" y="626935"/>
                </a:lnTo>
                <a:lnTo>
                  <a:pt x="0" y="646976"/>
                </a:lnTo>
                <a:lnTo>
                  <a:pt x="0" y="667017"/>
                </a:lnTo>
                <a:lnTo>
                  <a:pt x="0" y="687057"/>
                </a:lnTo>
                <a:lnTo>
                  <a:pt x="0" y="707098"/>
                </a:lnTo>
                <a:lnTo>
                  <a:pt x="0" y="727139"/>
                </a:lnTo>
                <a:lnTo>
                  <a:pt x="0" y="747179"/>
                </a:lnTo>
                <a:lnTo>
                  <a:pt x="0" y="767220"/>
                </a:lnTo>
                <a:lnTo>
                  <a:pt x="0" y="787270"/>
                </a:lnTo>
                <a:lnTo>
                  <a:pt x="0" y="807310"/>
                </a:lnTo>
                <a:lnTo>
                  <a:pt x="0" y="827351"/>
                </a:lnTo>
                <a:lnTo>
                  <a:pt x="0" y="847392"/>
                </a:lnTo>
                <a:lnTo>
                  <a:pt x="0" y="867432"/>
                </a:lnTo>
                <a:lnTo>
                  <a:pt x="0" y="887473"/>
                </a:lnTo>
                <a:lnTo>
                  <a:pt x="0" y="907513"/>
                </a:lnTo>
                <a:lnTo>
                  <a:pt x="0" y="927554"/>
                </a:lnTo>
                <a:lnTo>
                  <a:pt x="0" y="947595"/>
                </a:lnTo>
                <a:lnTo>
                  <a:pt x="0" y="967635"/>
                </a:lnTo>
                <a:lnTo>
                  <a:pt x="0" y="987685"/>
                </a:lnTo>
                <a:lnTo>
                  <a:pt x="0" y="1007726"/>
                </a:lnTo>
                <a:lnTo>
                  <a:pt x="0" y="1027767"/>
                </a:lnTo>
                <a:lnTo>
                  <a:pt x="0" y="1047807"/>
                </a:lnTo>
                <a:lnTo>
                  <a:pt x="0" y="1067848"/>
                </a:lnTo>
                <a:lnTo>
                  <a:pt x="0" y="1087888"/>
                </a:lnTo>
                <a:lnTo>
                  <a:pt x="0" y="1107929"/>
                </a:lnTo>
                <a:lnTo>
                  <a:pt x="0" y="1127970"/>
                </a:lnTo>
                <a:lnTo>
                  <a:pt x="0" y="1148010"/>
                </a:lnTo>
                <a:lnTo>
                  <a:pt x="0" y="1168051"/>
                </a:lnTo>
                <a:lnTo>
                  <a:pt x="0" y="1188101"/>
                </a:lnTo>
                <a:lnTo>
                  <a:pt x="0" y="1208141"/>
                </a:lnTo>
                <a:lnTo>
                  <a:pt x="0" y="1228182"/>
                </a:lnTo>
                <a:lnTo>
                  <a:pt x="0" y="1248223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0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3E2E26A6-F1CC-48E7-8AC3-E24420C0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334" y="2473081"/>
            <a:ext cx="1980457" cy="214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E2CA147B-94B9-446E-970E-0D1C84D8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2129" y="3419227"/>
            <a:ext cx="729663" cy="302304"/>
          </a:xfrm>
          <a:custGeom xmlns:a="http://schemas.openxmlformats.org/drawingml/2006/main">
            <a:pathLst>
              <a:path w="729663" h="302304">
                <a:moveTo>
                  <a:pt x="729663" y="0"/>
                </a:moveTo>
                <a:lnTo>
                  <a:pt x="728786" y="5010"/>
                </a:lnTo>
                <a:lnTo>
                  <a:pt x="727653" y="10011"/>
                </a:lnTo>
                <a:lnTo>
                  <a:pt x="726319" y="14983"/>
                </a:lnTo>
                <a:lnTo>
                  <a:pt x="724824" y="19936"/>
                </a:lnTo>
                <a:lnTo>
                  <a:pt x="723167" y="24870"/>
                </a:lnTo>
                <a:lnTo>
                  <a:pt x="721376" y="29785"/>
                </a:lnTo>
                <a:lnTo>
                  <a:pt x="719452" y="34681"/>
                </a:lnTo>
                <a:lnTo>
                  <a:pt x="717385" y="39557"/>
                </a:lnTo>
                <a:lnTo>
                  <a:pt x="715194" y="44406"/>
                </a:lnTo>
                <a:lnTo>
                  <a:pt x="712889" y="49235"/>
                </a:lnTo>
                <a:lnTo>
                  <a:pt x="710451" y="54045"/>
                </a:lnTo>
                <a:lnTo>
                  <a:pt x="707898" y="58826"/>
                </a:lnTo>
                <a:lnTo>
                  <a:pt x="705221" y="63579"/>
                </a:lnTo>
                <a:lnTo>
                  <a:pt x="702431" y="68304"/>
                </a:lnTo>
                <a:lnTo>
                  <a:pt x="699526" y="73009"/>
                </a:lnTo>
                <a:lnTo>
                  <a:pt x="696506" y="77676"/>
                </a:lnTo>
                <a:lnTo>
                  <a:pt x="693372" y="82325"/>
                </a:lnTo>
                <a:lnTo>
                  <a:pt x="690134" y="86935"/>
                </a:lnTo>
                <a:lnTo>
                  <a:pt x="686772" y="91516"/>
                </a:lnTo>
                <a:lnTo>
                  <a:pt x="683304" y="96060"/>
                </a:lnTo>
                <a:lnTo>
                  <a:pt x="679733" y="100574"/>
                </a:lnTo>
                <a:lnTo>
                  <a:pt x="676046" y="105051"/>
                </a:lnTo>
                <a:lnTo>
                  <a:pt x="672246" y="109490"/>
                </a:lnTo>
                <a:lnTo>
                  <a:pt x="668350" y="113890"/>
                </a:lnTo>
                <a:lnTo>
                  <a:pt x="664331" y="118262"/>
                </a:lnTo>
                <a:lnTo>
                  <a:pt x="660225" y="122587"/>
                </a:lnTo>
                <a:lnTo>
                  <a:pt x="655996" y="126873"/>
                </a:lnTo>
                <a:lnTo>
                  <a:pt x="651672" y="131112"/>
                </a:lnTo>
                <a:lnTo>
                  <a:pt x="647252" y="135322"/>
                </a:lnTo>
                <a:lnTo>
                  <a:pt x="642718" y="139475"/>
                </a:lnTo>
                <a:lnTo>
                  <a:pt x="638089" y="143589"/>
                </a:lnTo>
                <a:lnTo>
                  <a:pt x="633355" y="147657"/>
                </a:lnTo>
                <a:lnTo>
                  <a:pt x="628526" y="151686"/>
                </a:lnTo>
                <a:lnTo>
                  <a:pt x="623592" y="155658"/>
                </a:lnTo>
                <a:lnTo>
                  <a:pt x="618573" y="159582"/>
                </a:lnTo>
                <a:lnTo>
                  <a:pt x="613448" y="163459"/>
                </a:lnTo>
                <a:lnTo>
                  <a:pt x="608238" y="167288"/>
                </a:lnTo>
                <a:lnTo>
                  <a:pt x="602923" y="171059"/>
                </a:lnTo>
                <a:lnTo>
                  <a:pt x="597522" y="174784"/>
                </a:lnTo>
                <a:lnTo>
                  <a:pt x="592036" y="178451"/>
                </a:lnTo>
                <a:lnTo>
                  <a:pt x="586454" y="182070"/>
                </a:lnTo>
                <a:lnTo>
                  <a:pt x="580796" y="185633"/>
                </a:lnTo>
                <a:lnTo>
                  <a:pt x="575043" y="189147"/>
                </a:lnTo>
                <a:lnTo>
                  <a:pt x="569204" y="192596"/>
                </a:lnTo>
                <a:lnTo>
                  <a:pt x="563289" y="195996"/>
                </a:lnTo>
                <a:lnTo>
                  <a:pt x="557298" y="199339"/>
                </a:lnTo>
                <a:lnTo>
                  <a:pt x="551221" y="202616"/>
                </a:lnTo>
                <a:lnTo>
                  <a:pt x="545068" y="205845"/>
                </a:lnTo>
                <a:lnTo>
                  <a:pt x="538848" y="209017"/>
                </a:lnTo>
                <a:lnTo>
                  <a:pt x="532543" y="212131"/>
                </a:lnTo>
                <a:lnTo>
                  <a:pt x="526180" y="215179"/>
                </a:lnTo>
                <a:lnTo>
                  <a:pt x="519741" y="218180"/>
                </a:lnTo>
                <a:lnTo>
                  <a:pt x="513226" y="221113"/>
                </a:lnTo>
                <a:lnTo>
                  <a:pt x="506654" y="223990"/>
                </a:lnTo>
                <a:lnTo>
                  <a:pt x="500024" y="226809"/>
                </a:lnTo>
                <a:lnTo>
                  <a:pt x="493319" y="229572"/>
                </a:lnTo>
                <a:lnTo>
                  <a:pt x="486566" y="232277"/>
                </a:lnTo>
                <a:lnTo>
                  <a:pt x="479746" y="234925"/>
                </a:lnTo>
                <a:lnTo>
                  <a:pt x="472878" y="237506"/>
                </a:lnTo>
                <a:lnTo>
                  <a:pt x="465944" y="240030"/>
                </a:lnTo>
                <a:lnTo>
                  <a:pt x="458972" y="242497"/>
                </a:lnTo>
                <a:lnTo>
                  <a:pt x="451942" y="244907"/>
                </a:lnTo>
                <a:lnTo>
                  <a:pt x="444856" y="247259"/>
                </a:lnTo>
                <a:lnTo>
                  <a:pt x="437731" y="249555"/>
                </a:lnTo>
                <a:lnTo>
                  <a:pt x="430559" y="251793"/>
                </a:lnTo>
                <a:lnTo>
                  <a:pt x="423339" y="253975"/>
                </a:lnTo>
                <a:lnTo>
                  <a:pt x="416081" y="256099"/>
                </a:lnTo>
                <a:lnTo>
                  <a:pt x="408784" y="258175"/>
                </a:lnTo>
                <a:lnTo>
                  <a:pt x="401441" y="260185"/>
                </a:lnTo>
                <a:lnTo>
                  <a:pt x="394068" y="262138"/>
                </a:lnTo>
                <a:lnTo>
                  <a:pt x="386658" y="264043"/>
                </a:lnTo>
                <a:lnTo>
                  <a:pt x="379209" y="265890"/>
                </a:lnTo>
                <a:lnTo>
                  <a:pt x="371732" y="267691"/>
                </a:lnTo>
                <a:lnTo>
                  <a:pt x="364217" y="269434"/>
                </a:lnTo>
                <a:lnTo>
                  <a:pt x="356673" y="271120"/>
                </a:lnTo>
                <a:lnTo>
                  <a:pt x="349110" y="272758"/>
                </a:lnTo>
                <a:lnTo>
                  <a:pt x="341509" y="274339"/>
                </a:lnTo>
                <a:lnTo>
                  <a:pt x="333889" y="275873"/>
                </a:lnTo>
                <a:lnTo>
                  <a:pt x="326231" y="277358"/>
                </a:lnTo>
                <a:lnTo>
                  <a:pt x="318564" y="278797"/>
                </a:lnTo>
                <a:lnTo>
                  <a:pt x="310867" y="280178"/>
                </a:lnTo>
                <a:lnTo>
                  <a:pt x="303152" y="281521"/>
                </a:lnTo>
                <a:lnTo>
                  <a:pt x="295408" y="282807"/>
                </a:lnTo>
                <a:lnTo>
                  <a:pt x="287655" y="284045"/>
                </a:lnTo>
                <a:lnTo>
                  <a:pt x="279873" y="285245"/>
                </a:lnTo>
                <a:lnTo>
                  <a:pt x="272082" y="286388"/>
                </a:lnTo>
                <a:lnTo>
                  <a:pt x="264271" y="287493"/>
                </a:lnTo>
                <a:lnTo>
                  <a:pt x="256451" y="288550"/>
                </a:lnTo>
                <a:lnTo>
                  <a:pt x="248612" y="289570"/>
                </a:lnTo>
                <a:lnTo>
                  <a:pt x="240754" y="290532"/>
                </a:lnTo>
                <a:lnTo>
                  <a:pt x="232886" y="291465"/>
                </a:lnTo>
                <a:lnTo>
                  <a:pt x="225009" y="292351"/>
                </a:lnTo>
                <a:lnTo>
                  <a:pt x="217113" y="293189"/>
                </a:lnTo>
                <a:lnTo>
                  <a:pt x="209217" y="293989"/>
                </a:lnTo>
                <a:lnTo>
                  <a:pt x="201301" y="294751"/>
                </a:lnTo>
                <a:lnTo>
                  <a:pt x="193377" y="295475"/>
                </a:lnTo>
                <a:lnTo>
                  <a:pt x="185452" y="296151"/>
                </a:lnTo>
                <a:lnTo>
                  <a:pt x="177508" y="296789"/>
                </a:lnTo>
                <a:lnTo>
                  <a:pt x="169564" y="297399"/>
                </a:lnTo>
                <a:lnTo>
                  <a:pt x="161611" y="297961"/>
                </a:lnTo>
                <a:lnTo>
                  <a:pt x="153657" y="298494"/>
                </a:lnTo>
                <a:lnTo>
                  <a:pt x="145685" y="298980"/>
                </a:lnTo>
                <a:lnTo>
                  <a:pt x="137712" y="299437"/>
                </a:lnTo>
                <a:lnTo>
                  <a:pt x="129740" y="299857"/>
                </a:lnTo>
                <a:lnTo>
                  <a:pt x="121758" y="300238"/>
                </a:lnTo>
                <a:lnTo>
                  <a:pt x="113776" y="300590"/>
                </a:lnTo>
                <a:lnTo>
                  <a:pt x="105785" y="300904"/>
                </a:lnTo>
                <a:lnTo>
                  <a:pt x="97793" y="301190"/>
                </a:lnTo>
                <a:lnTo>
                  <a:pt x="89802" y="301438"/>
                </a:lnTo>
                <a:lnTo>
                  <a:pt x="81810" y="301657"/>
                </a:lnTo>
                <a:lnTo>
                  <a:pt x="73809" y="301838"/>
                </a:lnTo>
                <a:lnTo>
                  <a:pt x="65808" y="301990"/>
                </a:lnTo>
                <a:lnTo>
                  <a:pt x="57807" y="302114"/>
                </a:lnTo>
                <a:lnTo>
                  <a:pt x="49806" y="302209"/>
                </a:lnTo>
                <a:lnTo>
                  <a:pt x="41805" y="302266"/>
                </a:lnTo>
                <a:lnTo>
                  <a:pt x="33795" y="302295"/>
                </a:lnTo>
                <a:lnTo>
                  <a:pt x="25794" y="302304"/>
                </a:lnTo>
                <a:lnTo>
                  <a:pt x="17793" y="302276"/>
                </a:lnTo>
                <a:lnTo>
                  <a:pt x="9792" y="302219"/>
                </a:lnTo>
                <a:lnTo>
                  <a:pt x="1791" y="302133"/>
                </a:lnTo>
                <a:lnTo>
                  <a:pt x="0" y="302057"/>
                </a:lnTo>
                <a:lnTo>
                  <a:pt x="8001" y="301923"/>
                </a:lnTo>
                <a:lnTo>
                  <a:pt x="16002" y="301714"/>
                </a:lnTo>
                <a:lnTo>
                  <a:pt x="23993" y="301438"/>
                </a:lnTo>
                <a:lnTo>
                  <a:pt x="31975" y="301104"/>
                </a:lnTo>
                <a:lnTo>
                  <a:pt x="39957" y="300704"/>
                </a:lnTo>
                <a:lnTo>
                  <a:pt x="47930" y="300257"/>
                </a:lnTo>
                <a:lnTo>
                  <a:pt x="55893" y="299752"/>
                </a:lnTo>
                <a:lnTo>
                  <a:pt x="63846" y="299199"/>
                </a:lnTo>
                <a:lnTo>
                  <a:pt x="71790" y="298580"/>
                </a:lnTo>
                <a:lnTo>
                  <a:pt x="79724" y="297923"/>
                </a:lnTo>
                <a:lnTo>
                  <a:pt x="87640" y="297209"/>
                </a:lnTo>
                <a:lnTo>
                  <a:pt x="95555" y="296437"/>
                </a:lnTo>
                <a:lnTo>
                  <a:pt x="103451" y="295608"/>
                </a:lnTo>
                <a:lnTo>
                  <a:pt x="111328" y="294732"/>
                </a:lnTo>
                <a:lnTo>
                  <a:pt x="119196" y="293799"/>
                </a:lnTo>
                <a:lnTo>
                  <a:pt x="127044" y="292808"/>
                </a:lnTo>
                <a:lnTo>
                  <a:pt x="134874" y="291770"/>
                </a:lnTo>
                <a:lnTo>
                  <a:pt x="142685" y="290665"/>
                </a:lnTo>
                <a:lnTo>
                  <a:pt x="150476" y="289493"/>
                </a:lnTo>
                <a:lnTo>
                  <a:pt x="158239" y="288274"/>
                </a:lnTo>
                <a:lnTo>
                  <a:pt x="165973" y="286988"/>
                </a:lnTo>
                <a:lnTo>
                  <a:pt x="173688" y="285636"/>
                </a:lnTo>
                <a:lnTo>
                  <a:pt x="181375" y="284226"/>
                </a:lnTo>
                <a:lnTo>
                  <a:pt x="189024" y="282750"/>
                </a:lnTo>
                <a:lnTo>
                  <a:pt x="196644" y="281197"/>
                </a:lnTo>
                <a:lnTo>
                  <a:pt x="204216" y="279578"/>
                </a:lnTo>
                <a:lnTo>
                  <a:pt x="211760" y="277892"/>
                </a:lnTo>
                <a:lnTo>
                  <a:pt x="219256" y="276130"/>
                </a:lnTo>
                <a:lnTo>
                  <a:pt x="226714" y="274291"/>
                </a:lnTo>
                <a:lnTo>
                  <a:pt x="234115" y="272377"/>
                </a:lnTo>
                <a:lnTo>
                  <a:pt x="241468" y="270377"/>
                </a:lnTo>
                <a:lnTo>
                  <a:pt x="248764" y="268300"/>
                </a:lnTo>
                <a:lnTo>
                  <a:pt x="255994" y="266138"/>
                </a:lnTo>
                <a:lnTo>
                  <a:pt x="263157" y="263890"/>
                </a:lnTo>
                <a:lnTo>
                  <a:pt x="270253" y="261557"/>
                </a:lnTo>
                <a:lnTo>
                  <a:pt x="277263" y="259128"/>
                </a:lnTo>
                <a:lnTo>
                  <a:pt x="284197" y="256613"/>
                </a:lnTo>
                <a:lnTo>
                  <a:pt x="291046" y="253994"/>
                </a:lnTo>
                <a:lnTo>
                  <a:pt x="297790" y="251289"/>
                </a:lnTo>
                <a:lnTo>
                  <a:pt x="304438" y="248469"/>
                </a:lnTo>
                <a:lnTo>
                  <a:pt x="310972" y="245564"/>
                </a:lnTo>
                <a:lnTo>
                  <a:pt x="317392" y="242545"/>
                </a:lnTo>
                <a:lnTo>
                  <a:pt x="323679" y="239430"/>
                </a:lnTo>
                <a:lnTo>
                  <a:pt x="329841" y="236201"/>
                </a:lnTo>
                <a:lnTo>
                  <a:pt x="335852" y="232877"/>
                </a:lnTo>
                <a:lnTo>
                  <a:pt x="341709" y="229438"/>
                </a:lnTo>
                <a:lnTo>
                  <a:pt x="347405" y="225895"/>
                </a:lnTo>
                <a:lnTo>
                  <a:pt x="352930" y="222247"/>
                </a:lnTo>
                <a:lnTo>
                  <a:pt x="358264" y="218484"/>
                </a:lnTo>
                <a:lnTo>
                  <a:pt x="363417" y="214627"/>
                </a:lnTo>
                <a:lnTo>
                  <a:pt x="368370" y="210664"/>
                </a:lnTo>
                <a:lnTo>
                  <a:pt x="373104" y="206597"/>
                </a:lnTo>
                <a:lnTo>
                  <a:pt x="377628" y="202435"/>
                </a:lnTo>
                <a:lnTo>
                  <a:pt x="381924" y="198177"/>
                </a:lnTo>
                <a:lnTo>
                  <a:pt x="385991" y="193834"/>
                </a:lnTo>
                <a:lnTo>
                  <a:pt x="389820" y="189405"/>
                </a:lnTo>
                <a:lnTo>
                  <a:pt x="393402" y="184899"/>
                </a:lnTo>
                <a:lnTo>
                  <a:pt x="396735" y="180308"/>
                </a:lnTo>
                <a:lnTo>
                  <a:pt x="399821" y="175660"/>
                </a:lnTo>
                <a:lnTo>
                  <a:pt x="402660" y="170936"/>
                </a:lnTo>
                <a:lnTo>
                  <a:pt x="405241" y="166164"/>
                </a:lnTo>
                <a:lnTo>
                  <a:pt x="407575" y="161334"/>
                </a:lnTo>
                <a:lnTo>
                  <a:pt x="409651" y="156467"/>
                </a:lnTo>
                <a:lnTo>
                  <a:pt x="411480" y="151562"/>
                </a:lnTo>
                <a:lnTo>
                  <a:pt x="413071" y="146618"/>
                </a:lnTo>
                <a:lnTo>
                  <a:pt x="414423" y="141646"/>
                </a:lnTo>
                <a:lnTo>
                  <a:pt x="415538" y="136646"/>
                </a:lnTo>
                <a:lnTo>
                  <a:pt x="416423" y="131636"/>
                </a:lnTo>
                <a:lnTo>
                  <a:pt x="417090" y="126606"/>
                </a:lnTo>
                <a:lnTo>
                  <a:pt x="417538" y="121568"/>
                </a:lnTo>
                <a:lnTo>
                  <a:pt x="417776" y="116529"/>
                </a:lnTo>
                <a:lnTo>
                  <a:pt x="417814" y="111481"/>
                </a:lnTo>
                <a:lnTo>
                  <a:pt x="417652" y="106442"/>
                </a:lnTo>
                <a:lnTo>
                  <a:pt x="417309" y="101403"/>
                </a:lnTo>
                <a:lnTo>
                  <a:pt x="416776" y="96364"/>
                </a:lnTo>
                <a:lnTo>
                  <a:pt x="424186" y="95136"/>
                </a:lnTo>
                <a:lnTo>
                  <a:pt x="431987" y="94002"/>
                </a:lnTo>
                <a:lnTo>
                  <a:pt x="439760" y="92802"/>
                </a:lnTo>
                <a:lnTo>
                  <a:pt x="447504" y="91535"/>
                </a:lnTo>
                <a:lnTo>
                  <a:pt x="455228" y="90221"/>
                </a:lnTo>
                <a:lnTo>
                  <a:pt x="462934" y="88849"/>
                </a:lnTo>
                <a:lnTo>
                  <a:pt x="470611" y="87420"/>
                </a:lnTo>
                <a:lnTo>
                  <a:pt x="478260" y="85944"/>
                </a:lnTo>
                <a:lnTo>
                  <a:pt x="485889" y="84420"/>
                </a:lnTo>
                <a:lnTo>
                  <a:pt x="493500" y="82848"/>
                </a:lnTo>
                <a:lnTo>
                  <a:pt x="501082" y="81229"/>
                </a:lnTo>
                <a:lnTo>
                  <a:pt x="508635" y="79562"/>
                </a:lnTo>
                <a:lnTo>
                  <a:pt x="516160" y="77848"/>
                </a:lnTo>
                <a:lnTo>
                  <a:pt x="523665" y="76086"/>
                </a:lnTo>
                <a:lnTo>
                  <a:pt x="531133" y="74285"/>
                </a:lnTo>
                <a:lnTo>
                  <a:pt x="538582" y="72428"/>
                </a:lnTo>
                <a:lnTo>
                  <a:pt x="545992" y="70533"/>
                </a:lnTo>
                <a:lnTo>
                  <a:pt x="553374" y="68580"/>
                </a:lnTo>
                <a:lnTo>
                  <a:pt x="560727" y="66589"/>
                </a:lnTo>
                <a:lnTo>
                  <a:pt x="568042" y="64551"/>
                </a:lnTo>
                <a:lnTo>
                  <a:pt x="575329" y="62455"/>
                </a:lnTo>
                <a:lnTo>
                  <a:pt x="582578" y="60322"/>
                </a:lnTo>
                <a:lnTo>
                  <a:pt x="589788" y="58131"/>
                </a:lnTo>
                <a:lnTo>
                  <a:pt x="596960" y="55893"/>
                </a:lnTo>
                <a:lnTo>
                  <a:pt x="604104" y="53607"/>
                </a:lnTo>
                <a:lnTo>
                  <a:pt x="611191" y="51273"/>
                </a:lnTo>
                <a:lnTo>
                  <a:pt x="618249" y="48892"/>
                </a:lnTo>
                <a:lnTo>
                  <a:pt x="625250" y="46453"/>
                </a:lnTo>
                <a:lnTo>
                  <a:pt x="632212" y="43958"/>
                </a:lnTo>
                <a:lnTo>
                  <a:pt x="639128" y="41415"/>
                </a:lnTo>
                <a:lnTo>
                  <a:pt x="645985" y="38824"/>
                </a:lnTo>
                <a:lnTo>
                  <a:pt x="652796" y="36176"/>
                </a:lnTo>
                <a:lnTo>
                  <a:pt x="659559" y="33471"/>
                </a:lnTo>
                <a:lnTo>
                  <a:pt x="666255" y="30709"/>
                </a:lnTo>
                <a:lnTo>
                  <a:pt x="672903" y="27899"/>
                </a:lnTo>
                <a:lnTo>
                  <a:pt x="679485" y="25032"/>
                </a:lnTo>
                <a:lnTo>
                  <a:pt x="686000" y="22108"/>
                </a:lnTo>
                <a:lnTo>
                  <a:pt x="692458" y="19126"/>
                </a:lnTo>
                <a:lnTo>
                  <a:pt x="698849" y="16078"/>
                </a:lnTo>
                <a:lnTo>
                  <a:pt x="705164" y="12983"/>
                </a:lnTo>
                <a:lnTo>
                  <a:pt x="711403" y="9830"/>
                </a:lnTo>
                <a:lnTo>
                  <a:pt x="717566" y="6610"/>
                </a:lnTo>
                <a:lnTo>
                  <a:pt x="723652" y="3334"/>
                </a:lnTo>
                <a:lnTo>
                  <a:pt x="729663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2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0A892BCF-5A91-4E92-9570-6F448FFD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932" y="3390519"/>
            <a:ext cx="1980905" cy="331880"/>
          </a:xfrm>
          <a:custGeom xmlns:a="http://schemas.openxmlformats.org/drawingml/2006/main">
            <a:pathLst>
              <a:path w="1980905" h="331880">
                <a:moveTo>
                  <a:pt x="1980295" y="0"/>
                </a:moveTo>
                <a:lnTo>
                  <a:pt x="1980905" y="12221"/>
                </a:lnTo>
                <a:lnTo>
                  <a:pt x="1980638" y="24451"/>
                </a:lnTo>
                <a:lnTo>
                  <a:pt x="1979676" y="36662"/>
                </a:lnTo>
                <a:lnTo>
                  <a:pt x="1978076" y="48854"/>
                </a:lnTo>
                <a:lnTo>
                  <a:pt x="1975866" y="60998"/>
                </a:lnTo>
                <a:lnTo>
                  <a:pt x="1973047" y="73095"/>
                </a:lnTo>
                <a:lnTo>
                  <a:pt x="1969618" y="85134"/>
                </a:lnTo>
                <a:lnTo>
                  <a:pt x="1965569" y="97098"/>
                </a:lnTo>
                <a:lnTo>
                  <a:pt x="1960893" y="108966"/>
                </a:lnTo>
                <a:lnTo>
                  <a:pt x="1955568" y="120720"/>
                </a:lnTo>
                <a:lnTo>
                  <a:pt x="1949587" y="132359"/>
                </a:lnTo>
                <a:lnTo>
                  <a:pt x="1942948" y="143847"/>
                </a:lnTo>
                <a:lnTo>
                  <a:pt x="1935613" y="155172"/>
                </a:lnTo>
                <a:lnTo>
                  <a:pt x="1927584" y="166307"/>
                </a:lnTo>
                <a:lnTo>
                  <a:pt x="1918849" y="177222"/>
                </a:lnTo>
                <a:lnTo>
                  <a:pt x="1909401" y="187900"/>
                </a:lnTo>
                <a:lnTo>
                  <a:pt x="1899237" y="198320"/>
                </a:lnTo>
                <a:lnTo>
                  <a:pt x="1888350" y="208445"/>
                </a:lnTo>
                <a:lnTo>
                  <a:pt x="1876758" y="218246"/>
                </a:lnTo>
                <a:lnTo>
                  <a:pt x="1864462" y="227705"/>
                </a:lnTo>
                <a:lnTo>
                  <a:pt x="1851479" y="236792"/>
                </a:lnTo>
                <a:lnTo>
                  <a:pt x="1837830" y="245488"/>
                </a:lnTo>
                <a:lnTo>
                  <a:pt x="1823552" y="253765"/>
                </a:lnTo>
                <a:lnTo>
                  <a:pt x="1808674" y="261614"/>
                </a:lnTo>
                <a:lnTo>
                  <a:pt x="1793224" y="269015"/>
                </a:lnTo>
                <a:lnTo>
                  <a:pt x="1777260" y="275958"/>
                </a:lnTo>
                <a:lnTo>
                  <a:pt x="1760811" y="282435"/>
                </a:lnTo>
                <a:lnTo>
                  <a:pt x="1743923" y="288455"/>
                </a:lnTo>
                <a:lnTo>
                  <a:pt x="1726635" y="294018"/>
                </a:lnTo>
                <a:lnTo>
                  <a:pt x="1709004" y="299114"/>
                </a:lnTo>
                <a:lnTo>
                  <a:pt x="1691059" y="303771"/>
                </a:lnTo>
                <a:lnTo>
                  <a:pt x="1672847" y="307981"/>
                </a:lnTo>
                <a:lnTo>
                  <a:pt x="1654397" y="311763"/>
                </a:lnTo>
                <a:lnTo>
                  <a:pt x="1635747" y="315135"/>
                </a:lnTo>
                <a:lnTo>
                  <a:pt x="1616926" y="318116"/>
                </a:lnTo>
                <a:lnTo>
                  <a:pt x="1597962" y="320707"/>
                </a:lnTo>
                <a:lnTo>
                  <a:pt x="1578883" y="322936"/>
                </a:lnTo>
                <a:lnTo>
                  <a:pt x="1559709" y="324812"/>
                </a:lnTo>
                <a:lnTo>
                  <a:pt x="1540459" y="326355"/>
                </a:lnTo>
                <a:lnTo>
                  <a:pt x="1521152" y="327574"/>
                </a:lnTo>
                <a:lnTo>
                  <a:pt x="1501807" y="328489"/>
                </a:lnTo>
                <a:lnTo>
                  <a:pt x="1482414" y="328927"/>
                </a:lnTo>
                <a:lnTo>
                  <a:pt x="1463021" y="329213"/>
                </a:lnTo>
                <a:lnTo>
                  <a:pt x="1443619" y="329441"/>
                </a:lnTo>
                <a:lnTo>
                  <a:pt x="1424216" y="329632"/>
                </a:lnTo>
                <a:lnTo>
                  <a:pt x="1404814" y="329803"/>
                </a:lnTo>
                <a:lnTo>
                  <a:pt x="1385411" y="329956"/>
                </a:lnTo>
                <a:lnTo>
                  <a:pt x="1366009" y="330098"/>
                </a:lnTo>
                <a:lnTo>
                  <a:pt x="1346606" y="330222"/>
                </a:lnTo>
                <a:lnTo>
                  <a:pt x="1327204" y="330337"/>
                </a:lnTo>
                <a:lnTo>
                  <a:pt x="1307802" y="330460"/>
                </a:lnTo>
                <a:lnTo>
                  <a:pt x="1288399" y="330556"/>
                </a:lnTo>
                <a:lnTo>
                  <a:pt x="1268997" y="330651"/>
                </a:lnTo>
                <a:lnTo>
                  <a:pt x="1249594" y="330746"/>
                </a:lnTo>
                <a:lnTo>
                  <a:pt x="1230192" y="330832"/>
                </a:lnTo>
                <a:lnTo>
                  <a:pt x="1210789" y="330918"/>
                </a:lnTo>
                <a:lnTo>
                  <a:pt x="1191387" y="330994"/>
                </a:lnTo>
                <a:lnTo>
                  <a:pt x="1171975" y="331070"/>
                </a:lnTo>
                <a:lnTo>
                  <a:pt x="1152573" y="331137"/>
                </a:lnTo>
                <a:lnTo>
                  <a:pt x="1133170" y="331203"/>
                </a:lnTo>
                <a:lnTo>
                  <a:pt x="1113768" y="331260"/>
                </a:lnTo>
                <a:lnTo>
                  <a:pt x="1094365" y="331327"/>
                </a:lnTo>
                <a:lnTo>
                  <a:pt x="1074963" y="331375"/>
                </a:lnTo>
                <a:lnTo>
                  <a:pt x="1055561" y="331432"/>
                </a:lnTo>
                <a:lnTo>
                  <a:pt x="1036158" y="331480"/>
                </a:lnTo>
                <a:lnTo>
                  <a:pt x="1016756" y="331527"/>
                </a:lnTo>
                <a:lnTo>
                  <a:pt x="997344" y="331565"/>
                </a:lnTo>
                <a:lnTo>
                  <a:pt x="977941" y="331603"/>
                </a:lnTo>
                <a:lnTo>
                  <a:pt x="958539" y="331651"/>
                </a:lnTo>
                <a:lnTo>
                  <a:pt x="939136" y="331680"/>
                </a:lnTo>
                <a:lnTo>
                  <a:pt x="919734" y="331708"/>
                </a:lnTo>
                <a:lnTo>
                  <a:pt x="900332" y="331746"/>
                </a:lnTo>
                <a:lnTo>
                  <a:pt x="880929" y="331765"/>
                </a:lnTo>
                <a:lnTo>
                  <a:pt x="861527" y="331794"/>
                </a:lnTo>
                <a:lnTo>
                  <a:pt x="842115" y="331813"/>
                </a:lnTo>
                <a:lnTo>
                  <a:pt x="822712" y="331832"/>
                </a:lnTo>
                <a:lnTo>
                  <a:pt x="803310" y="331841"/>
                </a:lnTo>
                <a:lnTo>
                  <a:pt x="783908" y="331861"/>
                </a:lnTo>
                <a:lnTo>
                  <a:pt x="764505" y="331870"/>
                </a:lnTo>
                <a:lnTo>
                  <a:pt x="745103" y="331870"/>
                </a:lnTo>
                <a:lnTo>
                  <a:pt x="725700" y="331880"/>
                </a:lnTo>
                <a:lnTo>
                  <a:pt x="706288" y="331880"/>
                </a:lnTo>
                <a:lnTo>
                  <a:pt x="686886" y="331880"/>
                </a:lnTo>
                <a:lnTo>
                  <a:pt x="667483" y="331870"/>
                </a:lnTo>
                <a:lnTo>
                  <a:pt x="648081" y="331870"/>
                </a:lnTo>
                <a:lnTo>
                  <a:pt x="628679" y="331861"/>
                </a:lnTo>
                <a:lnTo>
                  <a:pt x="609276" y="331841"/>
                </a:lnTo>
                <a:lnTo>
                  <a:pt x="589874" y="331822"/>
                </a:lnTo>
                <a:lnTo>
                  <a:pt x="570471" y="331813"/>
                </a:lnTo>
                <a:lnTo>
                  <a:pt x="551059" y="331784"/>
                </a:lnTo>
                <a:lnTo>
                  <a:pt x="531657" y="331756"/>
                </a:lnTo>
                <a:lnTo>
                  <a:pt x="512255" y="331727"/>
                </a:lnTo>
                <a:lnTo>
                  <a:pt x="492852" y="331689"/>
                </a:lnTo>
                <a:lnTo>
                  <a:pt x="473450" y="331651"/>
                </a:lnTo>
                <a:lnTo>
                  <a:pt x="454047" y="331603"/>
                </a:lnTo>
                <a:lnTo>
                  <a:pt x="434645" y="331565"/>
                </a:lnTo>
                <a:lnTo>
                  <a:pt x="415242" y="331508"/>
                </a:lnTo>
                <a:lnTo>
                  <a:pt x="395830" y="331451"/>
                </a:lnTo>
                <a:lnTo>
                  <a:pt x="376428" y="331394"/>
                </a:lnTo>
                <a:lnTo>
                  <a:pt x="357026" y="331318"/>
                </a:lnTo>
                <a:lnTo>
                  <a:pt x="337623" y="331241"/>
                </a:lnTo>
                <a:lnTo>
                  <a:pt x="318221" y="331165"/>
                </a:lnTo>
                <a:lnTo>
                  <a:pt x="298818" y="331079"/>
                </a:lnTo>
                <a:lnTo>
                  <a:pt x="279416" y="330984"/>
                </a:lnTo>
                <a:lnTo>
                  <a:pt x="260013" y="330879"/>
                </a:lnTo>
                <a:lnTo>
                  <a:pt x="240611" y="330765"/>
                </a:lnTo>
                <a:lnTo>
                  <a:pt x="221209" y="330641"/>
                </a:lnTo>
                <a:lnTo>
                  <a:pt x="201806" y="330498"/>
                </a:lnTo>
                <a:lnTo>
                  <a:pt x="182404" y="330356"/>
                </a:lnTo>
                <a:lnTo>
                  <a:pt x="163001" y="330184"/>
                </a:lnTo>
                <a:lnTo>
                  <a:pt x="143599" y="330003"/>
                </a:lnTo>
                <a:lnTo>
                  <a:pt x="124196" y="329803"/>
                </a:lnTo>
                <a:lnTo>
                  <a:pt x="104794" y="329575"/>
                </a:lnTo>
                <a:lnTo>
                  <a:pt x="85401" y="329308"/>
                </a:lnTo>
                <a:lnTo>
                  <a:pt x="65999" y="328994"/>
                </a:lnTo>
                <a:lnTo>
                  <a:pt x="46606" y="328613"/>
                </a:lnTo>
                <a:lnTo>
                  <a:pt x="27222" y="328108"/>
                </a:lnTo>
                <a:lnTo>
                  <a:pt x="7858" y="327317"/>
                </a:lnTo>
                <a:lnTo>
                  <a:pt x="3600" y="317373"/>
                </a:lnTo>
                <a:lnTo>
                  <a:pt x="3343" y="305152"/>
                </a:lnTo>
                <a:lnTo>
                  <a:pt x="3086" y="292922"/>
                </a:lnTo>
                <a:lnTo>
                  <a:pt x="2829" y="280692"/>
                </a:lnTo>
                <a:lnTo>
                  <a:pt x="2572" y="268462"/>
                </a:lnTo>
                <a:lnTo>
                  <a:pt x="2315" y="256232"/>
                </a:lnTo>
                <a:lnTo>
                  <a:pt x="2057" y="244002"/>
                </a:lnTo>
                <a:lnTo>
                  <a:pt x="1800" y="231781"/>
                </a:lnTo>
                <a:lnTo>
                  <a:pt x="1543" y="219551"/>
                </a:lnTo>
                <a:lnTo>
                  <a:pt x="1286" y="207321"/>
                </a:lnTo>
                <a:lnTo>
                  <a:pt x="1029" y="195091"/>
                </a:lnTo>
                <a:lnTo>
                  <a:pt x="772" y="182861"/>
                </a:lnTo>
                <a:lnTo>
                  <a:pt x="514" y="170631"/>
                </a:lnTo>
                <a:lnTo>
                  <a:pt x="257" y="158410"/>
                </a:lnTo>
                <a:lnTo>
                  <a:pt x="0" y="146180"/>
                </a:lnTo>
                <a:lnTo>
                  <a:pt x="7115" y="138179"/>
                </a:lnTo>
                <a:lnTo>
                  <a:pt x="26470" y="137293"/>
                </a:lnTo>
                <a:lnTo>
                  <a:pt x="45834" y="136541"/>
                </a:lnTo>
                <a:lnTo>
                  <a:pt x="65218" y="135922"/>
                </a:lnTo>
                <a:lnTo>
                  <a:pt x="84601" y="135407"/>
                </a:lnTo>
                <a:lnTo>
                  <a:pt x="103994" y="134998"/>
                </a:lnTo>
                <a:lnTo>
                  <a:pt x="123396" y="134684"/>
                </a:lnTo>
                <a:lnTo>
                  <a:pt x="142789" y="134455"/>
                </a:lnTo>
                <a:lnTo>
                  <a:pt x="162192" y="134293"/>
                </a:lnTo>
                <a:lnTo>
                  <a:pt x="181594" y="134207"/>
                </a:lnTo>
                <a:lnTo>
                  <a:pt x="201006" y="134179"/>
                </a:lnTo>
                <a:lnTo>
                  <a:pt x="220409" y="134217"/>
                </a:lnTo>
                <a:lnTo>
                  <a:pt x="239811" y="134303"/>
                </a:lnTo>
                <a:lnTo>
                  <a:pt x="259213" y="134436"/>
                </a:lnTo>
                <a:lnTo>
                  <a:pt x="278616" y="134617"/>
                </a:lnTo>
                <a:lnTo>
                  <a:pt x="298018" y="134845"/>
                </a:lnTo>
                <a:lnTo>
                  <a:pt x="317411" y="135112"/>
                </a:lnTo>
                <a:lnTo>
                  <a:pt x="336814" y="135417"/>
                </a:lnTo>
                <a:lnTo>
                  <a:pt x="356206" y="135750"/>
                </a:lnTo>
                <a:lnTo>
                  <a:pt x="375599" y="136122"/>
                </a:lnTo>
                <a:lnTo>
                  <a:pt x="394992" y="136512"/>
                </a:lnTo>
                <a:lnTo>
                  <a:pt x="414385" y="136931"/>
                </a:lnTo>
                <a:lnTo>
                  <a:pt x="433778" y="137379"/>
                </a:lnTo>
                <a:lnTo>
                  <a:pt x="453171" y="137855"/>
                </a:lnTo>
                <a:lnTo>
                  <a:pt x="472554" y="138341"/>
                </a:lnTo>
                <a:lnTo>
                  <a:pt x="491947" y="138855"/>
                </a:lnTo>
                <a:lnTo>
                  <a:pt x="511331" y="139379"/>
                </a:lnTo>
                <a:lnTo>
                  <a:pt x="530714" y="139922"/>
                </a:lnTo>
                <a:lnTo>
                  <a:pt x="550097" y="140484"/>
                </a:lnTo>
                <a:lnTo>
                  <a:pt x="569481" y="141056"/>
                </a:lnTo>
                <a:lnTo>
                  <a:pt x="588864" y="141646"/>
                </a:lnTo>
                <a:lnTo>
                  <a:pt x="608238" y="142237"/>
                </a:lnTo>
                <a:lnTo>
                  <a:pt x="627621" y="142837"/>
                </a:lnTo>
                <a:lnTo>
                  <a:pt x="647005" y="143456"/>
                </a:lnTo>
                <a:lnTo>
                  <a:pt x="666379" y="144075"/>
                </a:lnTo>
                <a:lnTo>
                  <a:pt x="685762" y="144694"/>
                </a:lnTo>
                <a:lnTo>
                  <a:pt x="705136" y="145323"/>
                </a:lnTo>
                <a:lnTo>
                  <a:pt x="724510" y="145961"/>
                </a:lnTo>
                <a:lnTo>
                  <a:pt x="743893" y="146590"/>
                </a:lnTo>
                <a:lnTo>
                  <a:pt x="763267" y="147228"/>
                </a:lnTo>
                <a:lnTo>
                  <a:pt x="782650" y="147857"/>
                </a:lnTo>
                <a:lnTo>
                  <a:pt x="802024" y="148495"/>
                </a:lnTo>
                <a:lnTo>
                  <a:pt x="821398" y="149123"/>
                </a:lnTo>
                <a:lnTo>
                  <a:pt x="840781" y="149752"/>
                </a:lnTo>
                <a:lnTo>
                  <a:pt x="860155" y="150371"/>
                </a:lnTo>
                <a:lnTo>
                  <a:pt x="879539" y="150990"/>
                </a:lnTo>
                <a:lnTo>
                  <a:pt x="898922" y="151600"/>
                </a:lnTo>
                <a:lnTo>
                  <a:pt x="918296" y="152200"/>
                </a:lnTo>
                <a:lnTo>
                  <a:pt x="937679" y="152791"/>
                </a:lnTo>
                <a:lnTo>
                  <a:pt x="957062" y="153372"/>
                </a:lnTo>
                <a:lnTo>
                  <a:pt x="976446" y="153943"/>
                </a:lnTo>
                <a:lnTo>
                  <a:pt x="995829" y="154496"/>
                </a:lnTo>
                <a:lnTo>
                  <a:pt x="1015213" y="155029"/>
                </a:lnTo>
                <a:lnTo>
                  <a:pt x="1034596" y="155553"/>
                </a:lnTo>
                <a:lnTo>
                  <a:pt x="1053989" y="156048"/>
                </a:lnTo>
                <a:lnTo>
                  <a:pt x="1073372" y="156534"/>
                </a:lnTo>
                <a:lnTo>
                  <a:pt x="1092765" y="156991"/>
                </a:lnTo>
                <a:lnTo>
                  <a:pt x="1112158" y="157429"/>
                </a:lnTo>
                <a:lnTo>
                  <a:pt x="1131551" y="157839"/>
                </a:lnTo>
                <a:lnTo>
                  <a:pt x="1150944" y="158210"/>
                </a:lnTo>
                <a:lnTo>
                  <a:pt x="1170337" y="158563"/>
                </a:lnTo>
                <a:lnTo>
                  <a:pt x="1189739" y="158877"/>
                </a:lnTo>
                <a:lnTo>
                  <a:pt x="1209132" y="159163"/>
                </a:lnTo>
                <a:lnTo>
                  <a:pt x="1228535" y="159401"/>
                </a:lnTo>
                <a:lnTo>
                  <a:pt x="1247937" y="159601"/>
                </a:lnTo>
                <a:lnTo>
                  <a:pt x="1267339" y="159744"/>
                </a:lnTo>
                <a:lnTo>
                  <a:pt x="1286742" y="159849"/>
                </a:lnTo>
                <a:lnTo>
                  <a:pt x="1306144" y="159896"/>
                </a:lnTo>
                <a:lnTo>
                  <a:pt x="1325547" y="159887"/>
                </a:lnTo>
                <a:lnTo>
                  <a:pt x="1344949" y="159810"/>
                </a:lnTo>
                <a:lnTo>
                  <a:pt x="1364351" y="159658"/>
                </a:lnTo>
                <a:lnTo>
                  <a:pt x="1383754" y="159439"/>
                </a:lnTo>
                <a:lnTo>
                  <a:pt x="1403156" y="159125"/>
                </a:lnTo>
                <a:lnTo>
                  <a:pt x="1422549" y="158715"/>
                </a:lnTo>
                <a:lnTo>
                  <a:pt x="1441933" y="158210"/>
                </a:lnTo>
                <a:lnTo>
                  <a:pt x="1461306" y="157582"/>
                </a:lnTo>
                <a:lnTo>
                  <a:pt x="1480680" y="156820"/>
                </a:lnTo>
                <a:lnTo>
                  <a:pt x="1500026" y="155905"/>
                </a:lnTo>
                <a:lnTo>
                  <a:pt x="1519352" y="154829"/>
                </a:lnTo>
                <a:lnTo>
                  <a:pt x="1538649" y="153553"/>
                </a:lnTo>
                <a:lnTo>
                  <a:pt x="1557909" y="152048"/>
                </a:lnTo>
                <a:lnTo>
                  <a:pt x="1577102" y="150266"/>
                </a:lnTo>
                <a:lnTo>
                  <a:pt x="1596219" y="148171"/>
                </a:lnTo>
                <a:lnTo>
                  <a:pt x="1615211" y="145666"/>
                </a:lnTo>
                <a:lnTo>
                  <a:pt x="1634023" y="142665"/>
                </a:lnTo>
                <a:lnTo>
                  <a:pt x="1652540" y="139017"/>
                </a:lnTo>
                <a:lnTo>
                  <a:pt x="1670561" y="134493"/>
                </a:lnTo>
                <a:lnTo>
                  <a:pt x="1687678" y="128759"/>
                </a:lnTo>
                <a:lnTo>
                  <a:pt x="1702965" y="121272"/>
                </a:lnTo>
                <a:lnTo>
                  <a:pt x="1714395" y="111462"/>
                </a:lnTo>
                <a:lnTo>
                  <a:pt x="1718996" y="99670"/>
                </a:lnTo>
                <a:lnTo>
                  <a:pt x="1732007" y="93545"/>
                </a:lnTo>
                <a:lnTo>
                  <a:pt x="1750266" y="89411"/>
                </a:lnTo>
                <a:lnTo>
                  <a:pt x="1768278" y="84868"/>
                </a:lnTo>
                <a:lnTo>
                  <a:pt x="1786061" y="79972"/>
                </a:lnTo>
                <a:lnTo>
                  <a:pt x="1803616" y="74762"/>
                </a:lnTo>
                <a:lnTo>
                  <a:pt x="1820932" y="69247"/>
                </a:lnTo>
                <a:lnTo>
                  <a:pt x="1838020" y="63456"/>
                </a:lnTo>
                <a:lnTo>
                  <a:pt x="1854870" y="57388"/>
                </a:lnTo>
                <a:lnTo>
                  <a:pt x="1871472" y="51064"/>
                </a:lnTo>
                <a:lnTo>
                  <a:pt x="1887826" y="44482"/>
                </a:lnTo>
                <a:lnTo>
                  <a:pt x="1903924" y="37652"/>
                </a:lnTo>
                <a:lnTo>
                  <a:pt x="1919764" y="30585"/>
                </a:lnTo>
                <a:lnTo>
                  <a:pt x="1935318" y="23279"/>
                </a:lnTo>
                <a:lnTo>
                  <a:pt x="1950596" y="15745"/>
                </a:lnTo>
                <a:lnTo>
                  <a:pt x="1965598" y="7982"/>
                </a:lnTo>
                <a:lnTo>
                  <a:pt x="198029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95FAE03C-3D33-40BA-861A-5545E65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770" y="2473081"/>
            <a:ext cx="1980457" cy="1248223"/>
          </a:xfrm>
          <a:custGeom xmlns:a="http://schemas.openxmlformats.org/drawingml/2006/main">
            <a:pathLst>
              <a:path w="1980457" h="1248223">
                <a:moveTo>
                  <a:pt x="0" y="1248223"/>
                </a:moveTo>
                <a:lnTo>
                  <a:pt x="31794" y="1248223"/>
                </a:lnTo>
                <a:lnTo>
                  <a:pt x="63598" y="1248223"/>
                </a:lnTo>
                <a:lnTo>
                  <a:pt x="95393" y="1248223"/>
                </a:lnTo>
                <a:lnTo>
                  <a:pt x="127197" y="1248223"/>
                </a:lnTo>
                <a:lnTo>
                  <a:pt x="158991" y="1248223"/>
                </a:lnTo>
                <a:lnTo>
                  <a:pt x="190786" y="1248223"/>
                </a:lnTo>
                <a:lnTo>
                  <a:pt x="222590" y="1248223"/>
                </a:lnTo>
                <a:lnTo>
                  <a:pt x="254384" y="1248223"/>
                </a:lnTo>
                <a:lnTo>
                  <a:pt x="286188" y="1248223"/>
                </a:lnTo>
                <a:lnTo>
                  <a:pt x="317983" y="1248223"/>
                </a:lnTo>
                <a:lnTo>
                  <a:pt x="349787" y="1248223"/>
                </a:lnTo>
                <a:lnTo>
                  <a:pt x="381581" y="1248223"/>
                </a:lnTo>
                <a:lnTo>
                  <a:pt x="413375" y="1248223"/>
                </a:lnTo>
                <a:lnTo>
                  <a:pt x="445179" y="1248223"/>
                </a:lnTo>
                <a:lnTo>
                  <a:pt x="476974" y="1248223"/>
                </a:lnTo>
                <a:lnTo>
                  <a:pt x="508778" y="1248223"/>
                </a:lnTo>
                <a:lnTo>
                  <a:pt x="540572" y="1248223"/>
                </a:lnTo>
                <a:lnTo>
                  <a:pt x="572367" y="1248223"/>
                </a:lnTo>
                <a:lnTo>
                  <a:pt x="604171" y="1248223"/>
                </a:lnTo>
                <a:lnTo>
                  <a:pt x="635965" y="1248223"/>
                </a:lnTo>
                <a:lnTo>
                  <a:pt x="667769" y="1248223"/>
                </a:lnTo>
                <a:lnTo>
                  <a:pt x="699564" y="1248223"/>
                </a:lnTo>
                <a:lnTo>
                  <a:pt x="731358" y="1248223"/>
                </a:lnTo>
                <a:lnTo>
                  <a:pt x="763162" y="1248223"/>
                </a:lnTo>
                <a:lnTo>
                  <a:pt x="794956" y="1248223"/>
                </a:lnTo>
                <a:lnTo>
                  <a:pt x="826760" y="1248223"/>
                </a:lnTo>
                <a:lnTo>
                  <a:pt x="858555" y="1248223"/>
                </a:lnTo>
                <a:lnTo>
                  <a:pt x="890349" y="1248223"/>
                </a:lnTo>
                <a:lnTo>
                  <a:pt x="922153" y="1248223"/>
                </a:lnTo>
                <a:lnTo>
                  <a:pt x="953948" y="1248223"/>
                </a:lnTo>
                <a:lnTo>
                  <a:pt x="985752" y="1248223"/>
                </a:lnTo>
                <a:lnTo>
                  <a:pt x="1017546" y="1248223"/>
                </a:lnTo>
                <a:lnTo>
                  <a:pt x="1049350" y="1248223"/>
                </a:lnTo>
                <a:lnTo>
                  <a:pt x="1081145" y="1248223"/>
                </a:lnTo>
                <a:lnTo>
                  <a:pt x="1112939" y="1248223"/>
                </a:lnTo>
                <a:lnTo>
                  <a:pt x="1144743" y="1248223"/>
                </a:lnTo>
                <a:lnTo>
                  <a:pt x="1176538" y="1248223"/>
                </a:lnTo>
                <a:lnTo>
                  <a:pt x="1208342" y="1248223"/>
                </a:lnTo>
                <a:lnTo>
                  <a:pt x="1240136" y="1248223"/>
                </a:lnTo>
                <a:lnTo>
                  <a:pt x="1271930" y="1248223"/>
                </a:lnTo>
                <a:lnTo>
                  <a:pt x="1303734" y="1248223"/>
                </a:lnTo>
                <a:lnTo>
                  <a:pt x="1335215" y="1245965"/>
                </a:lnTo>
                <a:lnTo>
                  <a:pt x="1366523" y="1242460"/>
                </a:lnTo>
                <a:lnTo>
                  <a:pt x="1397832" y="1238964"/>
                </a:lnTo>
                <a:lnTo>
                  <a:pt x="1429141" y="1235459"/>
                </a:lnTo>
                <a:lnTo>
                  <a:pt x="1460449" y="1231964"/>
                </a:lnTo>
                <a:lnTo>
                  <a:pt x="1491758" y="1228458"/>
                </a:lnTo>
                <a:lnTo>
                  <a:pt x="1523076" y="1224953"/>
                </a:lnTo>
                <a:lnTo>
                  <a:pt x="1554385" y="1221457"/>
                </a:lnTo>
                <a:lnTo>
                  <a:pt x="1578283" y="1209199"/>
                </a:lnTo>
                <a:lnTo>
                  <a:pt x="1600343" y="1194768"/>
                </a:lnTo>
                <a:lnTo>
                  <a:pt x="1622412" y="1180328"/>
                </a:lnTo>
                <a:lnTo>
                  <a:pt x="1644472" y="1165898"/>
                </a:lnTo>
                <a:lnTo>
                  <a:pt x="1666542" y="1151468"/>
                </a:lnTo>
                <a:lnTo>
                  <a:pt x="1688602" y="1137037"/>
                </a:lnTo>
                <a:lnTo>
                  <a:pt x="1710671" y="1122607"/>
                </a:lnTo>
                <a:lnTo>
                  <a:pt x="1732731" y="1108177"/>
                </a:lnTo>
                <a:lnTo>
                  <a:pt x="1754800" y="1093746"/>
                </a:lnTo>
                <a:lnTo>
                  <a:pt x="1776860" y="1079316"/>
                </a:lnTo>
                <a:lnTo>
                  <a:pt x="1798930" y="1064876"/>
                </a:lnTo>
                <a:lnTo>
                  <a:pt x="1820990" y="1050446"/>
                </a:lnTo>
                <a:lnTo>
                  <a:pt x="1843059" y="1036015"/>
                </a:lnTo>
                <a:lnTo>
                  <a:pt x="1865119" y="1021585"/>
                </a:lnTo>
                <a:lnTo>
                  <a:pt x="1887188" y="1007154"/>
                </a:lnTo>
                <a:lnTo>
                  <a:pt x="1909248" y="992724"/>
                </a:lnTo>
                <a:lnTo>
                  <a:pt x="1931318" y="978294"/>
                </a:lnTo>
                <a:lnTo>
                  <a:pt x="1953377" y="963863"/>
                </a:lnTo>
                <a:lnTo>
                  <a:pt x="1975447" y="949433"/>
                </a:lnTo>
                <a:lnTo>
                  <a:pt x="1980457" y="930659"/>
                </a:lnTo>
                <a:lnTo>
                  <a:pt x="1980457" y="910619"/>
                </a:lnTo>
                <a:lnTo>
                  <a:pt x="1980457" y="890578"/>
                </a:lnTo>
                <a:lnTo>
                  <a:pt x="1980457" y="870537"/>
                </a:lnTo>
                <a:lnTo>
                  <a:pt x="1980457" y="850497"/>
                </a:lnTo>
                <a:lnTo>
                  <a:pt x="1980457" y="830456"/>
                </a:lnTo>
                <a:lnTo>
                  <a:pt x="1980457" y="810416"/>
                </a:lnTo>
                <a:lnTo>
                  <a:pt x="1980457" y="790365"/>
                </a:lnTo>
                <a:lnTo>
                  <a:pt x="1980457" y="770325"/>
                </a:lnTo>
                <a:lnTo>
                  <a:pt x="1980457" y="750284"/>
                </a:lnTo>
                <a:lnTo>
                  <a:pt x="1980457" y="730244"/>
                </a:lnTo>
                <a:lnTo>
                  <a:pt x="1980457" y="710203"/>
                </a:lnTo>
                <a:lnTo>
                  <a:pt x="1980457" y="690162"/>
                </a:lnTo>
                <a:lnTo>
                  <a:pt x="1980457" y="670122"/>
                </a:lnTo>
                <a:lnTo>
                  <a:pt x="1980457" y="650081"/>
                </a:lnTo>
                <a:lnTo>
                  <a:pt x="1980457" y="630041"/>
                </a:lnTo>
                <a:lnTo>
                  <a:pt x="1980457" y="610000"/>
                </a:lnTo>
                <a:lnTo>
                  <a:pt x="1980457" y="589959"/>
                </a:lnTo>
                <a:lnTo>
                  <a:pt x="1980457" y="569909"/>
                </a:lnTo>
                <a:lnTo>
                  <a:pt x="1980457" y="549869"/>
                </a:lnTo>
                <a:lnTo>
                  <a:pt x="1980457" y="529828"/>
                </a:lnTo>
                <a:lnTo>
                  <a:pt x="1980457" y="509788"/>
                </a:lnTo>
                <a:lnTo>
                  <a:pt x="1980457" y="489747"/>
                </a:lnTo>
                <a:lnTo>
                  <a:pt x="1980457" y="469706"/>
                </a:lnTo>
                <a:lnTo>
                  <a:pt x="1980457" y="449666"/>
                </a:lnTo>
                <a:lnTo>
                  <a:pt x="1980457" y="429625"/>
                </a:lnTo>
                <a:lnTo>
                  <a:pt x="1980457" y="409585"/>
                </a:lnTo>
                <a:lnTo>
                  <a:pt x="1980457" y="389544"/>
                </a:lnTo>
                <a:lnTo>
                  <a:pt x="1980457" y="369494"/>
                </a:lnTo>
                <a:lnTo>
                  <a:pt x="1980457" y="349453"/>
                </a:lnTo>
                <a:lnTo>
                  <a:pt x="1980457" y="329413"/>
                </a:lnTo>
                <a:lnTo>
                  <a:pt x="1980457" y="309372"/>
                </a:lnTo>
                <a:lnTo>
                  <a:pt x="1980457" y="289331"/>
                </a:lnTo>
                <a:lnTo>
                  <a:pt x="1980457" y="269291"/>
                </a:lnTo>
                <a:lnTo>
                  <a:pt x="1980457" y="249250"/>
                </a:lnTo>
                <a:lnTo>
                  <a:pt x="1980457" y="229210"/>
                </a:lnTo>
                <a:lnTo>
                  <a:pt x="1980457" y="209169"/>
                </a:lnTo>
                <a:lnTo>
                  <a:pt x="1980457" y="189128"/>
                </a:lnTo>
                <a:lnTo>
                  <a:pt x="1980457" y="169078"/>
                </a:lnTo>
                <a:lnTo>
                  <a:pt x="1980457" y="149038"/>
                </a:lnTo>
                <a:lnTo>
                  <a:pt x="1980457" y="128997"/>
                </a:lnTo>
                <a:lnTo>
                  <a:pt x="1980457" y="108956"/>
                </a:lnTo>
                <a:lnTo>
                  <a:pt x="1980457" y="88916"/>
                </a:lnTo>
                <a:lnTo>
                  <a:pt x="1980457" y="68875"/>
                </a:lnTo>
                <a:lnTo>
                  <a:pt x="1980457" y="48835"/>
                </a:lnTo>
                <a:lnTo>
                  <a:pt x="1980457" y="28794"/>
                </a:lnTo>
                <a:lnTo>
                  <a:pt x="1980457" y="8753"/>
                </a:lnTo>
                <a:lnTo>
                  <a:pt x="1962541" y="0"/>
                </a:lnTo>
                <a:lnTo>
                  <a:pt x="1930746" y="0"/>
                </a:lnTo>
                <a:lnTo>
                  <a:pt x="1898942" y="0"/>
                </a:lnTo>
                <a:lnTo>
                  <a:pt x="1867148" y="0"/>
                </a:lnTo>
                <a:lnTo>
                  <a:pt x="1835344" y="0"/>
                </a:lnTo>
                <a:lnTo>
                  <a:pt x="1803549" y="0"/>
                </a:lnTo>
                <a:lnTo>
                  <a:pt x="1771755" y="0"/>
                </a:lnTo>
                <a:lnTo>
                  <a:pt x="1739951" y="0"/>
                </a:lnTo>
                <a:lnTo>
                  <a:pt x="1708156" y="0"/>
                </a:lnTo>
                <a:lnTo>
                  <a:pt x="1676352" y="0"/>
                </a:lnTo>
                <a:lnTo>
                  <a:pt x="1644558" y="0"/>
                </a:lnTo>
                <a:lnTo>
                  <a:pt x="1612754" y="0"/>
                </a:lnTo>
                <a:lnTo>
                  <a:pt x="1580960" y="0"/>
                </a:lnTo>
                <a:lnTo>
                  <a:pt x="1549165" y="0"/>
                </a:lnTo>
                <a:lnTo>
                  <a:pt x="1517361" y="0"/>
                </a:lnTo>
                <a:lnTo>
                  <a:pt x="1485567" y="0"/>
                </a:lnTo>
                <a:lnTo>
                  <a:pt x="1453763" y="0"/>
                </a:lnTo>
                <a:lnTo>
                  <a:pt x="1421968" y="0"/>
                </a:lnTo>
                <a:lnTo>
                  <a:pt x="1390174" y="0"/>
                </a:lnTo>
                <a:lnTo>
                  <a:pt x="1358370" y="0"/>
                </a:lnTo>
                <a:lnTo>
                  <a:pt x="1326575" y="0"/>
                </a:lnTo>
                <a:lnTo>
                  <a:pt x="1294771" y="0"/>
                </a:lnTo>
                <a:lnTo>
                  <a:pt x="1262977" y="0"/>
                </a:lnTo>
                <a:lnTo>
                  <a:pt x="1231182" y="0"/>
                </a:lnTo>
                <a:lnTo>
                  <a:pt x="1199378" y="0"/>
                </a:lnTo>
                <a:lnTo>
                  <a:pt x="1167584" y="0"/>
                </a:lnTo>
                <a:lnTo>
                  <a:pt x="1135780" y="0"/>
                </a:lnTo>
                <a:lnTo>
                  <a:pt x="1103986" y="0"/>
                </a:lnTo>
                <a:lnTo>
                  <a:pt x="1072182" y="0"/>
                </a:lnTo>
                <a:lnTo>
                  <a:pt x="1040387" y="0"/>
                </a:lnTo>
                <a:lnTo>
                  <a:pt x="1008593" y="0"/>
                </a:lnTo>
                <a:lnTo>
                  <a:pt x="976789" y="0"/>
                </a:lnTo>
                <a:lnTo>
                  <a:pt x="944994" y="0"/>
                </a:lnTo>
                <a:lnTo>
                  <a:pt x="913190" y="0"/>
                </a:lnTo>
                <a:lnTo>
                  <a:pt x="881396" y="0"/>
                </a:lnTo>
                <a:lnTo>
                  <a:pt x="849601" y="0"/>
                </a:lnTo>
                <a:lnTo>
                  <a:pt x="817797" y="0"/>
                </a:lnTo>
                <a:lnTo>
                  <a:pt x="786003" y="0"/>
                </a:lnTo>
                <a:lnTo>
                  <a:pt x="754199" y="0"/>
                </a:lnTo>
                <a:lnTo>
                  <a:pt x="722405" y="0"/>
                </a:lnTo>
                <a:lnTo>
                  <a:pt x="690610" y="0"/>
                </a:lnTo>
                <a:lnTo>
                  <a:pt x="658806" y="0"/>
                </a:lnTo>
                <a:lnTo>
                  <a:pt x="627012" y="0"/>
                </a:lnTo>
                <a:lnTo>
                  <a:pt x="595208" y="0"/>
                </a:lnTo>
                <a:lnTo>
                  <a:pt x="563413" y="0"/>
                </a:lnTo>
                <a:lnTo>
                  <a:pt x="531619" y="0"/>
                </a:lnTo>
                <a:lnTo>
                  <a:pt x="499815" y="0"/>
                </a:lnTo>
                <a:lnTo>
                  <a:pt x="468020" y="0"/>
                </a:lnTo>
                <a:lnTo>
                  <a:pt x="436216" y="0"/>
                </a:lnTo>
                <a:lnTo>
                  <a:pt x="404422" y="0"/>
                </a:lnTo>
                <a:lnTo>
                  <a:pt x="372618" y="0"/>
                </a:lnTo>
                <a:lnTo>
                  <a:pt x="340824" y="0"/>
                </a:lnTo>
                <a:lnTo>
                  <a:pt x="309029" y="0"/>
                </a:lnTo>
                <a:lnTo>
                  <a:pt x="277225" y="0"/>
                </a:lnTo>
                <a:lnTo>
                  <a:pt x="245431" y="0"/>
                </a:lnTo>
                <a:lnTo>
                  <a:pt x="213627" y="0"/>
                </a:lnTo>
                <a:lnTo>
                  <a:pt x="181832" y="0"/>
                </a:lnTo>
                <a:lnTo>
                  <a:pt x="150038" y="0"/>
                </a:lnTo>
                <a:lnTo>
                  <a:pt x="118234" y="0"/>
                </a:lnTo>
                <a:lnTo>
                  <a:pt x="86439" y="0"/>
                </a:lnTo>
                <a:lnTo>
                  <a:pt x="54635" y="0"/>
                </a:lnTo>
                <a:lnTo>
                  <a:pt x="22841" y="0"/>
                </a:lnTo>
                <a:lnTo>
                  <a:pt x="0" y="5648"/>
                </a:lnTo>
                <a:lnTo>
                  <a:pt x="0" y="25689"/>
                </a:lnTo>
                <a:lnTo>
                  <a:pt x="0" y="45730"/>
                </a:lnTo>
                <a:lnTo>
                  <a:pt x="0" y="65770"/>
                </a:lnTo>
                <a:lnTo>
                  <a:pt x="0" y="85811"/>
                </a:lnTo>
                <a:lnTo>
                  <a:pt x="0" y="105851"/>
                </a:lnTo>
                <a:lnTo>
                  <a:pt x="0" y="125892"/>
                </a:lnTo>
                <a:lnTo>
                  <a:pt x="0" y="145933"/>
                </a:lnTo>
                <a:lnTo>
                  <a:pt x="0" y="165983"/>
                </a:lnTo>
                <a:lnTo>
                  <a:pt x="0" y="186023"/>
                </a:lnTo>
                <a:lnTo>
                  <a:pt x="0" y="206064"/>
                </a:lnTo>
                <a:lnTo>
                  <a:pt x="0" y="226104"/>
                </a:lnTo>
                <a:lnTo>
                  <a:pt x="0" y="246145"/>
                </a:lnTo>
                <a:lnTo>
                  <a:pt x="0" y="266186"/>
                </a:lnTo>
                <a:lnTo>
                  <a:pt x="0" y="286226"/>
                </a:lnTo>
                <a:lnTo>
                  <a:pt x="0" y="306267"/>
                </a:lnTo>
                <a:lnTo>
                  <a:pt x="0" y="326307"/>
                </a:lnTo>
                <a:lnTo>
                  <a:pt x="0" y="346348"/>
                </a:lnTo>
                <a:lnTo>
                  <a:pt x="0" y="366398"/>
                </a:lnTo>
                <a:lnTo>
                  <a:pt x="0" y="386439"/>
                </a:lnTo>
                <a:lnTo>
                  <a:pt x="0" y="406479"/>
                </a:lnTo>
                <a:lnTo>
                  <a:pt x="0" y="426520"/>
                </a:lnTo>
                <a:lnTo>
                  <a:pt x="0" y="446561"/>
                </a:lnTo>
                <a:lnTo>
                  <a:pt x="0" y="466601"/>
                </a:lnTo>
                <a:lnTo>
                  <a:pt x="0" y="486642"/>
                </a:lnTo>
                <a:lnTo>
                  <a:pt x="0" y="506682"/>
                </a:lnTo>
                <a:lnTo>
                  <a:pt x="0" y="526723"/>
                </a:lnTo>
                <a:lnTo>
                  <a:pt x="0" y="546764"/>
                </a:lnTo>
                <a:lnTo>
                  <a:pt x="0" y="566814"/>
                </a:lnTo>
                <a:lnTo>
                  <a:pt x="0" y="586854"/>
                </a:lnTo>
                <a:lnTo>
                  <a:pt x="0" y="606895"/>
                </a:lnTo>
                <a:lnTo>
                  <a:pt x="0" y="626935"/>
                </a:lnTo>
                <a:lnTo>
                  <a:pt x="0" y="646976"/>
                </a:lnTo>
                <a:lnTo>
                  <a:pt x="0" y="667017"/>
                </a:lnTo>
                <a:lnTo>
                  <a:pt x="0" y="687057"/>
                </a:lnTo>
                <a:lnTo>
                  <a:pt x="0" y="707098"/>
                </a:lnTo>
                <a:lnTo>
                  <a:pt x="0" y="727139"/>
                </a:lnTo>
                <a:lnTo>
                  <a:pt x="0" y="747179"/>
                </a:lnTo>
                <a:lnTo>
                  <a:pt x="0" y="767220"/>
                </a:lnTo>
                <a:lnTo>
                  <a:pt x="0" y="787270"/>
                </a:lnTo>
                <a:lnTo>
                  <a:pt x="0" y="807310"/>
                </a:lnTo>
                <a:lnTo>
                  <a:pt x="0" y="827351"/>
                </a:lnTo>
                <a:lnTo>
                  <a:pt x="0" y="847392"/>
                </a:lnTo>
                <a:lnTo>
                  <a:pt x="0" y="867432"/>
                </a:lnTo>
                <a:lnTo>
                  <a:pt x="0" y="887473"/>
                </a:lnTo>
                <a:lnTo>
                  <a:pt x="0" y="907513"/>
                </a:lnTo>
                <a:lnTo>
                  <a:pt x="0" y="927554"/>
                </a:lnTo>
                <a:lnTo>
                  <a:pt x="0" y="947595"/>
                </a:lnTo>
                <a:lnTo>
                  <a:pt x="0" y="967635"/>
                </a:lnTo>
                <a:lnTo>
                  <a:pt x="0" y="987685"/>
                </a:lnTo>
                <a:lnTo>
                  <a:pt x="0" y="1007726"/>
                </a:lnTo>
                <a:lnTo>
                  <a:pt x="0" y="1027767"/>
                </a:lnTo>
                <a:lnTo>
                  <a:pt x="0" y="1047807"/>
                </a:lnTo>
                <a:lnTo>
                  <a:pt x="0" y="1067848"/>
                </a:lnTo>
                <a:lnTo>
                  <a:pt x="0" y="1087888"/>
                </a:lnTo>
                <a:lnTo>
                  <a:pt x="0" y="1107929"/>
                </a:lnTo>
                <a:lnTo>
                  <a:pt x="0" y="1127970"/>
                </a:lnTo>
                <a:lnTo>
                  <a:pt x="0" y="1148010"/>
                </a:lnTo>
                <a:lnTo>
                  <a:pt x="0" y="1168051"/>
                </a:lnTo>
                <a:lnTo>
                  <a:pt x="0" y="1188101"/>
                </a:lnTo>
                <a:lnTo>
                  <a:pt x="0" y="1208141"/>
                </a:lnTo>
                <a:lnTo>
                  <a:pt x="0" y="1228182"/>
                </a:lnTo>
                <a:lnTo>
                  <a:pt x="0" y="1248223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4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B5D69D16-517C-4C05-9106-5A276EC3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770" y="2473081"/>
            <a:ext cx="1980457" cy="214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A4E64F40-A73A-4EF6-8827-A493A61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0565" y="3419227"/>
            <a:ext cx="729663" cy="302304"/>
          </a:xfrm>
          <a:custGeom xmlns:a="http://schemas.openxmlformats.org/drawingml/2006/main">
            <a:pathLst>
              <a:path w="729663" h="302304">
                <a:moveTo>
                  <a:pt x="729663" y="0"/>
                </a:moveTo>
                <a:lnTo>
                  <a:pt x="728786" y="5010"/>
                </a:lnTo>
                <a:lnTo>
                  <a:pt x="727653" y="10011"/>
                </a:lnTo>
                <a:lnTo>
                  <a:pt x="726319" y="14983"/>
                </a:lnTo>
                <a:lnTo>
                  <a:pt x="724824" y="19936"/>
                </a:lnTo>
                <a:lnTo>
                  <a:pt x="723167" y="24870"/>
                </a:lnTo>
                <a:lnTo>
                  <a:pt x="721376" y="29785"/>
                </a:lnTo>
                <a:lnTo>
                  <a:pt x="719452" y="34681"/>
                </a:lnTo>
                <a:lnTo>
                  <a:pt x="717385" y="39557"/>
                </a:lnTo>
                <a:lnTo>
                  <a:pt x="715194" y="44406"/>
                </a:lnTo>
                <a:lnTo>
                  <a:pt x="712889" y="49235"/>
                </a:lnTo>
                <a:lnTo>
                  <a:pt x="710451" y="54045"/>
                </a:lnTo>
                <a:lnTo>
                  <a:pt x="707898" y="58826"/>
                </a:lnTo>
                <a:lnTo>
                  <a:pt x="705221" y="63579"/>
                </a:lnTo>
                <a:lnTo>
                  <a:pt x="702431" y="68304"/>
                </a:lnTo>
                <a:lnTo>
                  <a:pt x="699526" y="73009"/>
                </a:lnTo>
                <a:lnTo>
                  <a:pt x="696506" y="77676"/>
                </a:lnTo>
                <a:lnTo>
                  <a:pt x="693372" y="82325"/>
                </a:lnTo>
                <a:lnTo>
                  <a:pt x="690134" y="86935"/>
                </a:lnTo>
                <a:lnTo>
                  <a:pt x="686772" y="91516"/>
                </a:lnTo>
                <a:lnTo>
                  <a:pt x="683304" y="96060"/>
                </a:lnTo>
                <a:lnTo>
                  <a:pt x="679733" y="100574"/>
                </a:lnTo>
                <a:lnTo>
                  <a:pt x="676046" y="105051"/>
                </a:lnTo>
                <a:lnTo>
                  <a:pt x="672246" y="109490"/>
                </a:lnTo>
                <a:lnTo>
                  <a:pt x="668350" y="113890"/>
                </a:lnTo>
                <a:lnTo>
                  <a:pt x="664331" y="118262"/>
                </a:lnTo>
                <a:lnTo>
                  <a:pt x="660225" y="122587"/>
                </a:lnTo>
                <a:lnTo>
                  <a:pt x="655996" y="126873"/>
                </a:lnTo>
                <a:lnTo>
                  <a:pt x="651672" y="131112"/>
                </a:lnTo>
                <a:lnTo>
                  <a:pt x="647252" y="135322"/>
                </a:lnTo>
                <a:lnTo>
                  <a:pt x="642718" y="139475"/>
                </a:lnTo>
                <a:lnTo>
                  <a:pt x="638089" y="143589"/>
                </a:lnTo>
                <a:lnTo>
                  <a:pt x="633355" y="147657"/>
                </a:lnTo>
                <a:lnTo>
                  <a:pt x="628526" y="151686"/>
                </a:lnTo>
                <a:lnTo>
                  <a:pt x="623592" y="155658"/>
                </a:lnTo>
                <a:lnTo>
                  <a:pt x="618573" y="159582"/>
                </a:lnTo>
                <a:lnTo>
                  <a:pt x="613448" y="163459"/>
                </a:lnTo>
                <a:lnTo>
                  <a:pt x="608238" y="167288"/>
                </a:lnTo>
                <a:lnTo>
                  <a:pt x="602923" y="171059"/>
                </a:lnTo>
                <a:lnTo>
                  <a:pt x="597522" y="174784"/>
                </a:lnTo>
                <a:lnTo>
                  <a:pt x="592036" y="178451"/>
                </a:lnTo>
                <a:lnTo>
                  <a:pt x="586454" y="182070"/>
                </a:lnTo>
                <a:lnTo>
                  <a:pt x="580796" y="185633"/>
                </a:lnTo>
                <a:lnTo>
                  <a:pt x="575043" y="189147"/>
                </a:lnTo>
                <a:lnTo>
                  <a:pt x="569204" y="192596"/>
                </a:lnTo>
                <a:lnTo>
                  <a:pt x="563289" y="195996"/>
                </a:lnTo>
                <a:lnTo>
                  <a:pt x="557298" y="199339"/>
                </a:lnTo>
                <a:lnTo>
                  <a:pt x="551221" y="202616"/>
                </a:lnTo>
                <a:lnTo>
                  <a:pt x="545068" y="205845"/>
                </a:lnTo>
                <a:lnTo>
                  <a:pt x="538848" y="209017"/>
                </a:lnTo>
                <a:lnTo>
                  <a:pt x="532543" y="212131"/>
                </a:lnTo>
                <a:lnTo>
                  <a:pt x="526180" y="215179"/>
                </a:lnTo>
                <a:lnTo>
                  <a:pt x="519741" y="218180"/>
                </a:lnTo>
                <a:lnTo>
                  <a:pt x="513226" y="221113"/>
                </a:lnTo>
                <a:lnTo>
                  <a:pt x="506654" y="223990"/>
                </a:lnTo>
                <a:lnTo>
                  <a:pt x="500024" y="226809"/>
                </a:lnTo>
                <a:lnTo>
                  <a:pt x="493319" y="229572"/>
                </a:lnTo>
                <a:lnTo>
                  <a:pt x="486566" y="232277"/>
                </a:lnTo>
                <a:lnTo>
                  <a:pt x="479746" y="234925"/>
                </a:lnTo>
                <a:lnTo>
                  <a:pt x="472878" y="237506"/>
                </a:lnTo>
                <a:lnTo>
                  <a:pt x="465944" y="240030"/>
                </a:lnTo>
                <a:lnTo>
                  <a:pt x="458972" y="242497"/>
                </a:lnTo>
                <a:lnTo>
                  <a:pt x="451942" y="244907"/>
                </a:lnTo>
                <a:lnTo>
                  <a:pt x="444856" y="247259"/>
                </a:lnTo>
                <a:lnTo>
                  <a:pt x="437731" y="249555"/>
                </a:lnTo>
                <a:lnTo>
                  <a:pt x="430559" y="251793"/>
                </a:lnTo>
                <a:lnTo>
                  <a:pt x="423339" y="253975"/>
                </a:lnTo>
                <a:lnTo>
                  <a:pt x="416081" y="256099"/>
                </a:lnTo>
                <a:lnTo>
                  <a:pt x="408784" y="258175"/>
                </a:lnTo>
                <a:lnTo>
                  <a:pt x="401441" y="260185"/>
                </a:lnTo>
                <a:lnTo>
                  <a:pt x="394068" y="262138"/>
                </a:lnTo>
                <a:lnTo>
                  <a:pt x="386658" y="264043"/>
                </a:lnTo>
                <a:lnTo>
                  <a:pt x="379209" y="265890"/>
                </a:lnTo>
                <a:lnTo>
                  <a:pt x="371732" y="267691"/>
                </a:lnTo>
                <a:lnTo>
                  <a:pt x="364217" y="269434"/>
                </a:lnTo>
                <a:lnTo>
                  <a:pt x="356673" y="271120"/>
                </a:lnTo>
                <a:lnTo>
                  <a:pt x="349110" y="272758"/>
                </a:lnTo>
                <a:lnTo>
                  <a:pt x="341509" y="274339"/>
                </a:lnTo>
                <a:lnTo>
                  <a:pt x="333889" y="275873"/>
                </a:lnTo>
                <a:lnTo>
                  <a:pt x="326231" y="277358"/>
                </a:lnTo>
                <a:lnTo>
                  <a:pt x="318564" y="278797"/>
                </a:lnTo>
                <a:lnTo>
                  <a:pt x="310867" y="280178"/>
                </a:lnTo>
                <a:lnTo>
                  <a:pt x="303152" y="281521"/>
                </a:lnTo>
                <a:lnTo>
                  <a:pt x="295408" y="282807"/>
                </a:lnTo>
                <a:lnTo>
                  <a:pt x="287655" y="284045"/>
                </a:lnTo>
                <a:lnTo>
                  <a:pt x="279873" y="285245"/>
                </a:lnTo>
                <a:lnTo>
                  <a:pt x="272082" y="286388"/>
                </a:lnTo>
                <a:lnTo>
                  <a:pt x="264271" y="287493"/>
                </a:lnTo>
                <a:lnTo>
                  <a:pt x="256451" y="288550"/>
                </a:lnTo>
                <a:lnTo>
                  <a:pt x="248612" y="289570"/>
                </a:lnTo>
                <a:lnTo>
                  <a:pt x="240754" y="290532"/>
                </a:lnTo>
                <a:lnTo>
                  <a:pt x="232886" y="291465"/>
                </a:lnTo>
                <a:lnTo>
                  <a:pt x="225009" y="292351"/>
                </a:lnTo>
                <a:lnTo>
                  <a:pt x="217113" y="293189"/>
                </a:lnTo>
                <a:lnTo>
                  <a:pt x="209217" y="293989"/>
                </a:lnTo>
                <a:lnTo>
                  <a:pt x="201301" y="294751"/>
                </a:lnTo>
                <a:lnTo>
                  <a:pt x="193377" y="295475"/>
                </a:lnTo>
                <a:lnTo>
                  <a:pt x="185452" y="296151"/>
                </a:lnTo>
                <a:lnTo>
                  <a:pt x="177508" y="296789"/>
                </a:lnTo>
                <a:lnTo>
                  <a:pt x="169564" y="297399"/>
                </a:lnTo>
                <a:lnTo>
                  <a:pt x="161611" y="297961"/>
                </a:lnTo>
                <a:lnTo>
                  <a:pt x="153657" y="298494"/>
                </a:lnTo>
                <a:lnTo>
                  <a:pt x="145685" y="298980"/>
                </a:lnTo>
                <a:lnTo>
                  <a:pt x="137712" y="299437"/>
                </a:lnTo>
                <a:lnTo>
                  <a:pt x="129740" y="299857"/>
                </a:lnTo>
                <a:lnTo>
                  <a:pt x="121758" y="300238"/>
                </a:lnTo>
                <a:lnTo>
                  <a:pt x="113776" y="300590"/>
                </a:lnTo>
                <a:lnTo>
                  <a:pt x="105785" y="300904"/>
                </a:lnTo>
                <a:lnTo>
                  <a:pt x="97793" y="301190"/>
                </a:lnTo>
                <a:lnTo>
                  <a:pt x="89802" y="301438"/>
                </a:lnTo>
                <a:lnTo>
                  <a:pt x="81810" y="301657"/>
                </a:lnTo>
                <a:lnTo>
                  <a:pt x="73809" y="301838"/>
                </a:lnTo>
                <a:lnTo>
                  <a:pt x="65808" y="301990"/>
                </a:lnTo>
                <a:lnTo>
                  <a:pt x="57807" y="302114"/>
                </a:lnTo>
                <a:lnTo>
                  <a:pt x="49806" y="302209"/>
                </a:lnTo>
                <a:lnTo>
                  <a:pt x="41805" y="302266"/>
                </a:lnTo>
                <a:lnTo>
                  <a:pt x="33795" y="302295"/>
                </a:lnTo>
                <a:lnTo>
                  <a:pt x="25794" y="302304"/>
                </a:lnTo>
                <a:lnTo>
                  <a:pt x="17793" y="302276"/>
                </a:lnTo>
                <a:lnTo>
                  <a:pt x="9792" y="302219"/>
                </a:lnTo>
                <a:lnTo>
                  <a:pt x="1791" y="302133"/>
                </a:lnTo>
                <a:lnTo>
                  <a:pt x="0" y="302057"/>
                </a:lnTo>
                <a:lnTo>
                  <a:pt x="8001" y="301923"/>
                </a:lnTo>
                <a:lnTo>
                  <a:pt x="16002" y="301714"/>
                </a:lnTo>
                <a:lnTo>
                  <a:pt x="23993" y="301438"/>
                </a:lnTo>
                <a:lnTo>
                  <a:pt x="31975" y="301104"/>
                </a:lnTo>
                <a:lnTo>
                  <a:pt x="39957" y="300704"/>
                </a:lnTo>
                <a:lnTo>
                  <a:pt x="47930" y="300257"/>
                </a:lnTo>
                <a:lnTo>
                  <a:pt x="55893" y="299752"/>
                </a:lnTo>
                <a:lnTo>
                  <a:pt x="63846" y="299199"/>
                </a:lnTo>
                <a:lnTo>
                  <a:pt x="71790" y="298580"/>
                </a:lnTo>
                <a:lnTo>
                  <a:pt x="79724" y="297923"/>
                </a:lnTo>
                <a:lnTo>
                  <a:pt x="87640" y="297209"/>
                </a:lnTo>
                <a:lnTo>
                  <a:pt x="95555" y="296437"/>
                </a:lnTo>
                <a:lnTo>
                  <a:pt x="103451" y="295608"/>
                </a:lnTo>
                <a:lnTo>
                  <a:pt x="111328" y="294732"/>
                </a:lnTo>
                <a:lnTo>
                  <a:pt x="119196" y="293799"/>
                </a:lnTo>
                <a:lnTo>
                  <a:pt x="127044" y="292808"/>
                </a:lnTo>
                <a:lnTo>
                  <a:pt x="134874" y="291770"/>
                </a:lnTo>
                <a:lnTo>
                  <a:pt x="142685" y="290665"/>
                </a:lnTo>
                <a:lnTo>
                  <a:pt x="150476" y="289493"/>
                </a:lnTo>
                <a:lnTo>
                  <a:pt x="158239" y="288274"/>
                </a:lnTo>
                <a:lnTo>
                  <a:pt x="165973" y="286988"/>
                </a:lnTo>
                <a:lnTo>
                  <a:pt x="173688" y="285636"/>
                </a:lnTo>
                <a:lnTo>
                  <a:pt x="181375" y="284226"/>
                </a:lnTo>
                <a:lnTo>
                  <a:pt x="189024" y="282750"/>
                </a:lnTo>
                <a:lnTo>
                  <a:pt x="196644" y="281197"/>
                </a:lnTo>
                <a:lnTo>
                  <a:pt x="204216" y="279578"/>
                </a:lnTo>
                <a:lnTo>
                  <a:pt x="211760" y="277892"/>
                </a:lnTo>
                <a:lnTo>
                  <a:pt x="219256" y="276130"/>
                </a:lnTo>
                <a:lnTo>
                  <a:pt x="226714" y="274291"/>
                </a:lnTo>
                <a:lnTo>
                  <a:pt x="234115" y="272377"/>
                </a:lnTo>
                <a:lnTo>
                  <a:pt x="241468" y="270377"/>
                </a:lnTo>
                <a:lnTo>
                  <a:pt x="248764" y="268300"/>
                </a:lnTo>
                <a:lnTo>
                  <a:pt x="255994" y="266138"/>
                </a:lnTo>
                <a:lnTo>
                  <a:pt x="263157" y="263890"/>
                </a:lnTo>
                <a:lnTo>
                  <a:pt x="270253" y="261557"/>
                </a:lnTo>
                <a:lnTo>
                  <a:pt x="277263" y="259128"/>
                </a:lnTo>
                <a:lnTo>
                  <a:pt x="284197" y="256613"/>
                </a:lnTo>
                <a:lnTo>
                  <a:pt x="291046" y="253994"/>
                </a:lnTo>
                <a:lnTo>
                  <a:pt x="297790" y="251289"/>
                </a:lnTo>
                <a:lnTo>
                  <a:pt x="304438" y="248469"/>
                </a:lnTo>
                <a:lnTo>
                  <a:pt x="310972" y="245564"/>
                </a:lnTo>
                <a:lnTo>
                  <a:pt x="317392" y="242545"/>
                </a:lnTo>
                <a:lnTo>
                  <a:pt x="323679" y="239430"/>
                </a:lnTo>
                <a:lnTo>
                  <a:pt x="329841" y="236201"/>
                </a:lnTo>
                <a:lnTo>
                  <a:pt x="335852" y="232877"/>
                </a:lnTo>
                <a:lnTo>
                  <a:pt x="341709" y="229438"/>
                </a:lnTo>
                <a:lnTo>
                  <a:pt x="347405" y="225895"/>
                </a:lnTo>
                <a:lnTo>
                  <a:pt x="352930" y="222247"/>
                </a:lnTo>
                <a:lnTo>
                  <a:pt x="358264" y="218484"/>
                </a:lnTo>
                <a:lnTo>
                  <a:pt x="363417" y="214627"/>
                </a:lnTo>
                <a:lnTo>
                  <a:pt x="368370" y="210664"/>
                </a:lnTo>
                <a:lnTo>
                  <a:pt x="373104" y="206597"/>
                </a:lnTo>
                <a:lnTo>
                  <a:pt x="377628" y="202435"/>
                </a:lnTo>
                <a:lnTo>
                  <a:pt x="381924" y="198177"/>
                </a:lnTo>
                <a:lnTo>
                  <a:pt x="385991" y="193834"/>
                </a:lnTo>
                <a:lnTo>
                  <a:pt x="389820" y="189405"/>
                </a:lnTo>
                <a:lnTo>
                  <a:pt x="393402" y="184899"/>
                </a:lnTo>
                <a:lnTo>
                  <a:pt x="396735" y="180308"/>
                </a:lnTo>
                <a:lnTo>
                  <a:pt x="399821" y="175660"/>
                </a:lnTo>
                <a:lnTo>
                  <a:pt x="402660" y="170936"/>
                </a:lnTo>
                <a:lnTo>
                  <a:pt x="405241" y="166164"/>
                </a:lnTo>
                <a:lnTo>
                  <a:pt x="407575" y="161334"/>
                </a:lnTo>
                <a:lnTo>
                  <a:pt x="409651" y="156467"/>
                </a:lnTo>
                <a:lnTo>
                  <a:pt x="411480" y="151562"/>
                </a:lnTo>
                <a:lnTo>
                  <a:pt x="413071" y="146618"/>
                </a:lnTo>
                <a:lnTo>
                  <a:pt x="414423" y="141646"/>
                </a:lnTo>
                <a:lnTo>
                  <a:pt x="415538" y="136646"/>
                </a:lnTo>
                <a:lnTo>
                  <a:pt x="416423" y="131636"/>
                </a:lnTo>
                <a:lnTo>
                  <a:pt x="417090" y="126606"/>
                </a:lnTo>
                <a:lnTo>
                  <a:pt x="417538" y="121568"/>
                </a:lnTo>
                <a:lnTo>
                  <a:pt x="417776" y="116529"/>
                </a:lnTo>
                <a:lnTo>
                  <a:pt x="417814" y="111481"/>
                </a:lnTo>
                <a:lnTo>
                  <a:pt x="417652" y="106442"/>
                </a:lnTo>
                <a:lnTo>
                  <a:pt x="417309" y="101403"/>
                </a:lnTo>
                <a:lnTo>
                  <a:pt x="416776" y="96364"/>
                </a:lnTo>
                <a:lnTo>
                  <a:pt x="424186" y="95136"/>
                </a:lnTo>
                <a:lnTo>
                  <a:pt x="431987" y="94002"/>
                </a:lnTo>
                <a:lnTo>
                  <a:pt x="439760" y="92802"/>
                </a:lnTo>
                <a:lnTo>
                  <a:pt x="447504" y="91535"/>
                </a:lnTo>
                <a:lnTo>
                  <a:pt x="455228" y="90221"/>
                </a:lnTo>
                <a:lnTo>
                  <a:pt x="462934" y="88849"/>
                </a:lnTo>
                <a:lnTo>
                  <a:pt x="470611" y="87420"/>
                </a:lnTo>
                <a:lnTo>
                  <a:pt x="478260" y="85944"/>
                </a:lnTo>
                <a:lnTo>
                  <a:pt x="485889" y="84420"/>
                </a:lnTo>
                <a:lnTo>
                  <a:pt x="493500" y="82848"/>
                </a:lnTo>
                <a:lnTo>
                  <a:pt x="501082" y="81229"/>
                </a:lnTo>
                <a:lnTo>
                  <a:pt x="508635" y="79562"/>
                </a:lnTo>
                <a:lnTo>
                  <a:pt x="516160" y="77848"/>
                </a:lnTo>
                <a:lnTo>
                  <a:pt x="523665" y="76086"/>
                </a:lnTo>
                <a:lnTo>
                  <a:pt x="531133" y="74285"/>
                </a:lnTo>
                <a:lnTo>
                  <a:pt x="538582" y="72428"/>
                </a:lnTo>
                <a:lnTo>
                  <a:pt x="545992" y="70533"/>
                </a:lnTo>
                <a:lnTo>
                  <a:pt x="553374" y="68580"/>
                </a:lnTo>
                <a:lnTo>
                  <a:pt x="560727" y="66589"/>
                </a:lnTo>
                <a:lnTo>
                  <a:pt x="568042" y="64551"/>
                </a:lnTo>
                <a:lnTo>
                  <a:pt x="575329" y="62455"/>
                </a:lnTo>
                <a:lnTo>
                  <a:pt x="582578" y="60322"/>
                </a:lnTo>
                <a:lnTo>
                  <a:pt x="589788" y="58131"/>
                </a:lnTo>
                <a:lnTo>
                  <a:pt x="596960" y="55893"/>
                </a:lnTo>
                <a:lnTo>
                  <a:pt x="604104" y="53607"/>
                </a:lnTo>
                <a:lnTo>
                  <a:pt x="611191" y="51273"/>
                </a:lnTo>
                <a:lnTo>
                  <a:pt x="618249" y="48892"/>
                </a:lnTo>
                <a:lnTo>
                  <a:pt x="625250" y="46453"/>
                </a:lnTo>
                <a:lnTo>
                  <a:pt x="632212" y="43958"/>
                </a:lnTo>
                <a:lnTo>
                  <a:pt x="639128" y="41415"/>
                </a:lnTo>
                <a:lnTo>
                  <a:pt x="645985" y="38824"/>
                </a:lnTo>
                <a:lnTo>
                  <a:pt x="652796" y="36176"/>
                </a:lnTo>
                <a:lnTo>
                  <a:pt x="659559" y="33471"/>
                </a:lnTo>
                <a:lnTo>
                  <a:pt x="666255" y="30709"/>
                </a:lnTo>
                <a:lnTo>
                  <a:pt x="672903" y="27899"/>
                </a:lnTo>
                <a:lnTo>
                  <a:pt x="679485" y="25032"/>
                </a:lnTo>
                <a:lnTo>
                  <a:pt x="686000" y="22108"/>
                </a:lnTo>
                <a:lnTo>
                  <a:pt x="692458" y="19126"/>
                </a:lnTo>
                <a:lnTo>
                  <a:pt x="698849" y="16078"/>
                </a:lnTo>
                <a:lnTo>
                  <a:pt x="705164" y="12983"/>
                </a:lnTo>
                <a:lnTo>
                  <a:pt x="711403" y="9830"/>
                </a:lnTo>
                <a:lnTo>
                  <a:pt x="717566" y="6610"/>
                </a:lnTo>
                <a:lnTo>
                  <a:pt x="723652" y="3334"/>
                </a:lnTo>
                <a:lnTo>
                  <a:pt x="729663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6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215940F4-278F-437A-8B13-A44037B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487" y="4758700"/>
            <a:ext cx="1980905" cy="331880"/>
          </a:xfrm>
          <a:custGeom xmlns:a="http://schemas.openxmlformats.org/drawingml/2006/main">
            <a:pathLst>
              <a:path w="1980905" h="331880">
                <a:moveTo>
                  <a:pt x="1980295" y="0"/>
                </a:moveTo>
                <a:lnTo>
                  <a:pt x="1980905" y="12221"/>
                </a:lnTo>
                <a:lnTo>
                  <a:pt x="1980638" y="24451"/>
                </a:lnTo>
                <a:lnTo>
                  <a:pt x="1979676" y="36662"/>
                </a:lnTo>
                <a:lnTo>
                  <a:pt x="1978076" y="48854"/>
                </a:lnTo>
                <a:lnTo>
                  <a:pt x="1975866" y="60998"/>
                </a:lnTo>
                <a:lnTo>
                  <a:pt x="1973047" y="73095"/>
                </a:lnTo>
                <a:lnTo>
                  <a:pt x="1969618" y="85134"/>
                </a:lnTo>
                <a:lnTo>
                  <a:pt x="1965569" y="97098"/>
                </a:lnTo>
                <a:lnTo>
                  <a:pt x="1960893" y="108966"/>
                </a:lnTo>
                <a:lnTo>
                  <a:pt x="1955568" y="120720"/>
                </a:lnTo>
                <a:lnTo>
                  <a:pt x="1949587" y="132359"/>
                </a:lnTo>
                <a:lnTo>
                  <a:pt x="1942948" y="143847"/>
                </a:lnTo>
                <a:lnTo>
                  <a:pt x="1935613" y="155172"/>
                </a:lnTo>
                <a:lnTo>
                  <a:pt x="1927584" y="166307"/>
                </a:lnTo>
                <a:lnTo>
                  <a:pt x="1918849" y="177222"/>
                </a:lnTo>
                <a:lnTo>
                  <a:pt x="1909401" y="187900"/>
                </a:lnTo>
                <a:lnTo>
                  <a:pt x="1899237" y="198320"/>
                </a:lnTo>
                <a:lnTo>
                  <a:pt x="1888350" y="208445"/>
                </a:lnTo>
                <a:lnTo>
                  <a:pt x="1876758" y="218246"/>
                </a:lnTo>
                <a:lnTo>
                  <a:pt x="1864462" y="227705"/>
                </a:lnTo>
                <a:lnTo>
                  <a:pt x="1851479" y="236792"/>
                </a:lnTo>
                <a:lnTo>
                  <a:pt x="1837830" y="245488"/>
                </a:lnTo>
                <a:lnTo>
                  <a:pt x="1823552" y="253765"/>
                </a:lnTo>
                <a:lnTo>
                  <a:pt x="1808674" y="261614"/>
                </a:lnTo>
                <a:lnTo>
                  <a:pt x="1793224" y="269015"/>
                </a:lnTo>
                <a:lnTo>
                  <a:pt x="1777260" y="275958"/>
                </a:lnTo>
                <a:lnTo>
                  <a:pt x="1760811" y="282435"/>
                </a:lnTo>
                <a:lnTo>
                  <a:pt x="1743923" y="288455"/>
                </a:lnTo>
                <a:lnTo>
                  <a:pt x="1726635" y="294018"/>
                </a:lnTo>
                <a:lnTo>
                  <a:pt x="1709004" y="299114"/>
                </a:lnTo>
                <a:lnTo>
                  <a:pt x="1691059" y="303771"/>
                </a:lnTo>
                <a:lnTo>
                  <a:pt x="1672847" y="307981"/>
                </a:lnTo>
                <a:lnTo>
                  <a:pt x="1654397" y="311763"/>
                </a:lnTo>
                <a:lnTo>
                  <a:pt x="1635747" y="315135"/>
                </a:lnTo>
                <a:lnTo>
                  <a:pt x="1616926" y="318116"/>
                </a:lnTo>
                <a:lnTo>
                  <a:pt x="1597962" y="320707"/>
                </a:lnTo>
                <a:lnTo>
                  <a:pt x="1578883" y="322936"/>
                </a:lnTo>
                <a:lnTo>
                  <a:pt x="1559709" y="324812"/>
                </a:lnTo>
                <a:lnTo>
                  <a:pt x="1540459" y="326355"/>
                </a:lnTo>
                <a:lnTo>
                  <a:pt x="1521152" y="327574"/>
                </a:lnTo>
                <a:lnTo>
                  <a:pt x="1501807" y="328489"/>
                </a:lnTo>
                <a:lnTo>
                  <a:pt x="1482414" y="328927"/>
                </a:lnTo>
                <a:lnTo>
                  <a:pt x="1463021" y="329213"/>
                </a:lnTo>
                <a:lnTo>
                  <a:pt x="1443619" y="329441"/>
                </a:lnTo>
                <a:lnTo>
                  <a:pt x="1424216" y="329632"/>
                </a:lnTo>
                <a:lnTo>
                  <a:pt x="1404814" y="329803"/>
                </a:lnTo>
                <a:lnTo>
                  <a:pt x="1385411" y="329956"/>
                </a:lnTo>
                <a:lnTo>
                  <a:pt x="1366009" y="330098"/>
                </a:lnTo>
                <a:lnTo>
                  <a:pt x="1346606" y="330222"/>
                </a:lnTo>
                <a:lnTo>
                  <a:pt x="1327204" y="330337"/>
                </a:lnTo>
                <a:lnTo>
                  <a:pt x="1307802" y="330460"/>
                </a:lnTo>
                <a:lnTo>
                  <a:pt x="1288399" y="330556"/>
                </a:lnTo>
                <a:lnTo>
                  <a:pt x="1268997" y="330651"/>
                </a:lnTo>
                <a:lnTo>
                  <a:pt x="1249594" y="330746"/>
                </a:lnTo>
                <a:lnTo>
                  <a:pt x="1230192" y="330832"/>
                </a:lnTo>
                <a:lnTo>
                  <a:pt x="1210789" y="330918"/>
                </a:lnTo>
                <a:lnTo>
                  <a:pt x="1191387" y="330994"/>
                </a:lnTo>
                <a:lnTo>
                  <a:pt x="1171975" y="331070"/>
                </a:lnTo>
                <a:lnTo>
                  <a:pt x="1152573" y="331137"/>
                </a:lnTo>
                <a:lnTo>
                  <a:pt x="1133170" y="331203"/>
                </a:lnTo>
                <a:lnTo>
                  <a:pt x="1113768" y="331260"/>
                </a:lnTo>
                <a:lnTo>
                  <a:pt x="1094365" y="331327"/>
                </a:lnTo>
                <a:lnTo>
                  <a:pt x="1074963" y="331375"/>
                </a:lnTo>
                <a:lnTo>
                  <a:pt x="1055561" y="331432"/>
                </a:lnTo>
                <a:lnTo>
                  <a:pt x="1036158" y="331480"/>
                </a:lnTo>
                <a:lnTo>
                  <a:pt x="1016756" y="331527"/>
                </a:lnTo>
                <a:lnTo>
                  <a:pt x="997344" y="331565"/>
                </a:lnTo>
                <a:lnTo>
                  <a:pt x="977941" y="331603"/>
                </a:lnTo>
                <a:lnTo>
                  <a:pt x="958539" y="331651"/>
                </a:lnTo>
                <a:lnTo>
                  <a:pt x="939136" y="331680"/>
                </a:lnTo>
                <a:lnTo>
                  <a:pt x="919734" y="331708"/>
                </a:lnTo>
                <a:lnTo>
                  <a:pt x="900332" y="331746"/>
                </a:lnTo>
                <a:lnTo>
                  <a:pt x="880929" y="331765"/>
                </a:lnTo>
                <a:lnTo>
                  <a:pt x="861527" y="331794"/>
                </a:lnTo>
                <a:lnTo>
                  <a:pt x="842115" y="331813"/>
                </a:lnTo>
                <a:lnTo>
                  <a:pt x="822712" y="331832"/>
                </a:lnTo>
                <a:lnTo>
                  <a:pt x="803310" y="331841"/>
                </a:lnTo>
                <a:lnTo>
                  <a:pt x="783908" y="331861"/>
                </a:lnTo>
                <a:lnTo>
                  <a:pt x="764505" y="331870"/>
                </a:lnTo>
                <a:lnTo>
                  <a:pt x="745103" y="331870"/>
                </a:lnTo>
                <a:lnTo>
                  <a:pt x="725700" y="331880"/>
                </a:lnTo>
                <a:lnTo>
                  <a:pt x="706288" y="331880"/>
                </a:lnTo>
                <a:lnTo>
                  <a:pt x="686886" y="331880"/>
                </a:lnTo>
                <a:lnTo>
                  <a:pt x="667483" y="331870"/>
                </a:lnTo>
                <a:lnTo>
                  <a:pt x="648081" y="331870"/>
                </a:lnTo>
                <a:lnTo>
                  <a:pt x="628679" y="331861"/>
                </a:lnTo>
                <a:lnTo>
                  <a:pt x="609276" y="331841"/>
                </a:lnTo>
                <a:lnTo>
                  <a:pt x="589874" y="331822"/>
                </a:lnTo>
                <a:lnTo>
                  <a:pt x="570471" y="331813"/>
                </a:lnTo>
                <a:lnTo>
                  <a:pt x="551059" y="331784"/>
                </a:lnTo>
                <a:lnTo>
                  <a:pt x="531657" y="331756"/>
                </a:lnTo>
                <a:lnTo>
                  <a:pt x="512255" y="331727"/>
                </a:lnTo>
                <a:lnTo>
                  <a:pt x="492852" y="331689"/>
                </a:lnTo>
                <a:lnTo>
                  <a:pt x="473450" y="331651"/>
                </a:lnTo>
                <a:lnTo>
                  <a:pt x="454047" y="331603"/>
                </a:lnTo>
                <a:lnTo>
                  <a:pt x="434645" y="331565"/>
                </a:lnTo>
                <a:lnTo>
                  <a:pt x="415242" y="331508"/>
                </a:lnTo>
                <a:lnTo>
                  <a:pt x="395830" y="331451"/>
                </a:lnTo>
                <a:lnTo>
                  <a:pt x="376428" y="331394"/>
                </a:lnTo>
                <a:lnTo>
                  <a:pt x="357026" y="331318"/>
                </a:lnTo>
                <a:lnTo>
                  <a:pt x="337623" y="331241"/>
                </a:lnTo>
                <a:lnTo>
                  <a:pt x="318221" y="331165"/>
                </a:lnTo>
                <a:lnTo>
                  <a:pt x="298818" y="331079"/>
                </a:lnTo>
                <a:lnTo>
                  <a:pt x="279416" y="330984"/>
                </a:lnTo>
                <a:lnTo>
                  <a:pt x="260013" y="330879"/>
                </a:lnTo>
                <a:lnTo>
                  <a:pt x="240611" y="330765"/>
                </a:lnTo>
                <a:lnTo>
                  <a:pt x="221209" y="330641"/>
                </a:lnTo>
                <a:lnTo>
                  <a:pt x="201806" y="330498"/>
                </a:lnTo>
                <a:lnTo>
                  <a:pt x="182404" y="330356"/>
                </a:lnTo>
                <a:lnTo>
                  <a:pt x="163001" y="330184"/>
                </a:lnTo>
                <a:lnTo>
                  <a:pt x="143599" y="330003"/>
                </a:lnTo>
                <a:lnTo>
                  <a:pt x="124196" y="329803"/>
                </a:lnTo>
                <a:lnTo>
                  <a:pt x="104794" y="329575"/>
                </a:lnTo>
                <a:lnTo>
                  <a:pt x="85401" y="329308"/>
                </a:lnTo>
                <a:lnTo>
                  <a:pt x="65999" y="328994"/>
                </a:lnTo>
                <a:lnTo>
                  <a:pt x="46606" y="328613"/>
                </a:lnTo>
                <a:lnTo>
                  <a:pt x="27222" y="328108"/>
                </a:lnTo>
                <a:lnTo>
                  <a:pt x="7858" y="327317"/>
                </a:lnTo>
                <a:lnTo>
                  <a:pt x="3600" y="317373"/>
                </a:lnTo>
                <a:lnTo>
                  <a:pt x="3343" y="305152"/>
                </a:lnTo>
                <a:lnTo>
                  <a:pt x="3086" y="292922"/>
                </a:lnTo>
                <a:lnTo>
                  <a:pt x="2829" y="280692"/>
                </a:lnTo>
                <a:lnTo>
                  <a:pt x="2572" y="268462"/>
                </a:lnTo>
                <a:lnTo>
                  <a:pt x="2315" y="256232"/>
                </a:lnTo>
                <a:lnTo>
                  <a:pt x="2057" y="244002"/>
                </a:lnTo>
                <a:lnTo>
                  <a:pt x="1800" y="231781"/>
                </a:lnTo>
                <a:lnTo>
                  <a:pt x="1543" y="219551"/>
                </a:lnTo>
                <a:lnTo>
                  <a:pt x="1286" y="207321"/>
                </a:lnTo>
                <a:lnTo>
                  <a:pt x="1029" y="195091"/>
                </a:lnTo>
                <a:lnTo>
                  <a:pt x="772" y="182861"/>
                </a:lnTo>
                <a:lnTo>
                  <a:pt x="514" y="170631"/>
                </a:lnTo>
                <a:lnTo>
                  <a:pt x="257" y="158410"/>
                </a:lnTo>
                <a:lnTo>
                  <a:pt x="0" y="146180"/>
                </a:lnTo>
                <a:lnTo>
                  <a:pt x="7115" y="138179"/>
                </a:lnTo>
                <a:lnTo>
                  <a:pt x="26470" y="137293"/>
                </a:lnTo>
                <a:lnTo>
                  <a:pt x="45834" y="136541"/>
                </a:lnTo>
                <a:lnTo>
                  <a:pt x="65218" y="135922"/>
                </a:lnTo>
                <a:lnTo>
                  <a:pt x="84601" y="135407"/>
                </a:lnTo>
                <a:lnTo>
                  <a:pt x="103994" y="134998"/>
                </a:lnTo>
                <a:lnTo>
                  <a:pt x="123396" y="134684"/>
                </a:lnTo>
                <a:lnTo>
                  <a:pt x="142789" y="134455"/>
                </a:lnTo>
                <a:lnTo>
                  <a:pt x="162192" y="134293"/>
                </a:lnTo>
                <a:lnTo>
                  <a:pt x="181594" y="134207"/>
                </a:lnTo>
                <a:lnTo>
                  <a:pt x="201006" y="134179"/>
                </a:lnTo>
                <a:lnTo>
                  <a:pt x="220409" y="134217"/>
                </a:lnTo>
                <a:lnTo>
                  <a:pt x="239811" y="134303"/>
                </a:lnTo>
                <a:lnTo>
                  <a:pt x="259213" y="134436"/>
                </a:lnTo>
                <a:lnTo>
                  <a:pt x="278616" y="134617"/>
                </a:lnTo>
                <a:lnTo>
                  <a:pt x="298018" y="134845"/>
                </a:lnTo>
                <a:lnTo>
                  <a:pt x="317411" y="135112"/>
                </a:lnTo>
                <a:lnTo>
                  <a:pt x="336814" y="135417"/>
                </a:lnTo>
                <a:lnTo>
                  <a:pt x="356206" y="135750"/>
                </a:lnTo>
                <a:lnTo>
                  <a:pt x="375599" y="136122"/>
                </a:lnTo>
                <a:lnTo>
                  <a:pt x="394992" y="136512"/>
                </a:lnTo>
                <a:lnTo>
                  <a:pt x="414385" y="136931"/>
                </a:lnTo>
                <a:lnTo>
                  <a:pt x="433778" y="137379"/>
                </a:lnTo>
                <a:lnTo>
                  <a:pt x="453171" y="137855"/>
                </a:lnTo>
                <a:lnTo>
                  <a:pt x="472554" y="138341"/>
                </a:lnTo>
                <a:lnTo>
                  <a:pt x="491947" y="138855"/>
                </a:lnTo>
                <a:lnTo>
                  <a:pt x="511331" y="139379"/>
                </a:lnTo>
                <a:lnTo>
                  <a:pt x="530714" y="139922"/>
                </a:lnTo>
                <a:lnTo>
                  <a:pt x="550097" y="140484"/>
                </a:lnTo>
                <a:lnTo>
                  <a:pt x="569481" y="141056"/>
                </a:lnTo>
                <a:lnTo>
                  <a:pt x="588864" y="141646"/>
                </a:lnTo>
                <a:lnTo>
                  <a:pt x="608238" y="142237"/>
                </a:lnTo>
                <a:lnTo>
                  <a:pt x="627621" y="142837"/>
                </a:lnTo>
                <a:lnTo>
                  <a:pt x="647005" y="143456"/>
                </a:lnTo>
                <a:lnTo>
                  <a:pt x="666379" y="144075"/>
                </a:lnTo>
                <a:lnTo>
                  <a:pt x="685762" y="144694"/>
                </a:lnTo>
                <a:lnTo>
                  <a:pt x="705136" y="145323"/>
                </a:lnTo>
                <a:lnTo>
                  <a:pt x="724510" y="145961"/>
                </a:lnTo>
                <a:lnTo>
                  <a:pt x="743893" y="146590"/>
                </a:lnTo>
                <a:lnTo>
                  <a:pt x="763267" y="147228"/>
                </a:lnTo>
                <a:lnTo>
                  <a:pt x="782650" y="147857"/>
                </a:lnTo>
                <a:lnTo>
                  <a:pt x="802024" y="148495"/>
                </a:lnTo>
                <a:lnTo>
                  <a:pt x="821398" y="149123"/>
                </a:lnTo>
                <a:lnTo>
                  <a:pt x="840781" y="149752"/>
                </a:lnTo>
                <a:lnTo>
                  <a:pt x="860155" y="150371"/>
                </a:lnTo>
                <a:lnTo>
                  <a:pt x="879539" y="150990"/>
                </a:lnTo>
                <a:lnTo>
                  <a:pt x="898922" y="151600"/>
                </a:lnTo>
                <a:lnTo>
                  <a:pt x="918296" y="152200"/>
                </a:lnTo>
                <a:lnTo>
                  <a:pt x="937679" y="152791"/>
                </a:lnTo>
                <a:lnTo>
                  <a:pt x="957062" y="153372"/>
                </a:lnTo>
                <a:lnTo>
                  <a:pt x="976446" y="153943"/>
                </a:lnTo>
                <a:lnTo>
                  <a:pt x="995829" y="154496"/>
                </a:lnTo>
                <a:lnTo>
                  <a:pt x="1015213" y="155029"/>
                </a:lnTo>
                <a:lnTo>
                  <a:pt x="1034596" y="155553"/>
                </a:lnTo>
                <a:lnTo>
                  <a:pt x="1053989" y="156048"/>
                </a:lnTo>
                <a:lnTo>
                  <a:pt x="1073372" y="156534"/>
                </a:lnTo>
                <a:lnTo>
                  <a:pt x="1092765" y="156991"/>
                </a:lnTo>
                <a:lnTo>
                  <a:pt x="1112158" y="157429"/>
                </a:lnTo>
                <a:lnTo>
                  <a:pt x="1131551" y="157839"/>
                </a:lnTo>
                <a:lnTo>
                  <a:pt x="1150944" y="158210"/>
                </a:lnTo>
                <a:lnTo>
                  <a:pt x="1170337" y="158563"/>
                </a:lnTo>
                <a:lnTo>
                  <a:pt x="1189739" y="158877"/>
                </a:lnTo>
                <a:lnTo>
                  <a:pt x="1209132" y="159163"/>
                </a:lnTo>
                <a:lnTo>
                  <a:pt x="1228535" y="159401"/>
                </a:lnTo>
                <a:lnTo>
                  <a:pt x="1247937" y="159601"/>
                </a:lnTo>
                <a:lnTo>
                  <a:pt x="1267339" y="159744"/>
                </a:lnTo>
                <a:lnTo>
                  <a:pt x="1286742" y="159849"/>
                </a:lnTo>
                <a:lnTo>
                  <a:pt x="1306144" y="159896"/>
                </a:lnTo>
                <a:lnTo>
                  <a:pt x="1325547" y="159887"/>
                </a:lnTo>
                <a:lnTo>
                  <a:pt x="1344949" y="159810"/>
                </a:lnTo>
                <a:lnTo>
                  <a:pt x="1364351" y="159658"/>
                </a:lnTo>
                <a:lnTo>
                  <a:pt x="1383754" y="159439"/>
                </a:lnTo>
                <a:lnTo>
                  <a:pt x="1403156" y="159125"/>
                </a:lnTo>
                <a:lnTo>
                  <a:pt x="1422549" y="158715"/>
                </a:lnTo>
                <a:lnTo>
                  <a:pt x="1441933" y="158210"/>
                </a:lnTo>
                <a:lnTo>
                  <a:pt x="1461306" y="157582"/>
                </a:lnTo>
                <a:lnTo>
                  <a:pt x="1480680" y="156820"/>
                </a:lnTo>
                <a:lnTo>
                  <a:pt x="1500026" y="155905"/>
                </a:lnTo>
                <a:lnTo>
                  <a:pt x="1519352" y="154829"/>
                </a:lnTo>
                <a:lnTo>
                  <a:pt x="1538649" y="153553"/>
                </a:lnTo>
                <a:lnTo>
                  <a:pt x="1557909" y="152048"/>
                </a:lnTo>
                <a:lnTo>
                  <a:pt x="1577102" y="150266"/>
                </a:lnTo>
                <a:lnTo>
                  <a:pt x="1596219" y="148171"/>
                </a:lnTo>
                <a:lnTo>
                  <a:pt x="1615211" y="145666"/>
                </a:lnTo>
                <a:lnTo>
                  <a:pt x="1634023" y="142665"/>
                </a:lnTo>
                <a:lnTo>
                  <a:pt x="1652540" y="139017"/>
                </a:lnTo>
                <a:lnTo>
                  <a:pt x="1670561" y="134493"/>
                </a:lnTo>
                <a:lnTo>
                  <a:pt x="1687678" y="128759"/>
                </a:lnTo>
                <a:lnTo>
                  <a:pt x="1702965" y="121272"/>
                </a:lnTo>
                <a:lnTo>
                  <a:pt x="1714395" y="111462"/>
                </a:lnTo>
                <a:lnTo>
                  <a:pt x="1718996" y="99670"/>
                </a:lnTo>
                <a:lnTo>
                  <a:pt x="1732007" y="93545"/>
                </a:lnTo>
                <a:lnTo>
                  <a:pt x="1750266" y="89411"/>
                </a:lnTo>
                <a:lnTo>
                  <a:pt x="1768278" y="84868"/>
                </a:lnTo>
                <a:lnTo>
                  <a:pt x="1786061" y="79972"/>
                </a:lnTo>
                <a:lnTo>
                  <a:pt x="1803616" y="74762"/>
                </a:lnTo>
                <a:lnTo>
                  <a:pt x="1820932" y="69247"/>
                </a:lnTo>
                <a:lnTo>
                  <a:pt x="1838020" y="63456"/>
                </a:lnTo>
                <a:lnTo>
                  <a:pt x="1854870" y="57388"/>
                </a:lnTo>
                <a:lnTo>
                  <a:pt x="1871472" y="51064"/>
                </a:lnTo>
                <a:lnTo>
                  <a:pt x="1887826" y="44482"/>
                </a:lnTo>
                <a:lnTo>
                  <a:pt x="1903924" y="37652"/>
                </a:lnTo>
                <a:lnTo>
                  <a:pt x="1919764" y="30585"/>
                </a:lnTo>
                <a:lnTo>
                  <a:pt x="1935318" y="23279"/>
                </a:lnTo>
                <a:lnTo>
                  <a:pt x="1950596" y="15745"/>
                </a:lnTo>
                <a:lnTo>
                  <a:pt x="1965598" y="7982"/>
                </a:lnTo>
                <a:lnTo>
                  <a:pt x="198029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76F7D33F-F81E-4452-BC71-0DFDB236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334" y="3841252"/>
            <a:ext cx="1980457" cy="1248223"/>
          </a:xfrm>
          <a:custGeom xmlns:a="http://schemas.openxmlformats.org/drawingml/2006/main">
            <a:pathLst>
              <a:path w="1980457" h="1248223">
                <a:moveTo>
                  <a:pt x="0" y="1248223"/>
                </a:moveTo>
                <a:lnTo>
                  <a:pt x="31794" y="1248223"/>
                </a:lnTo>
                <a:lnTo>
                  <a:pt x="63598" y="1248223"/>
                </a:lnTo>
                <a:lnTo>
                  <a:pt x="95393" y="1248223"/>
                </a:lnTo>
                <a:lnTo>
                  <a:pt x="127197" y="1248223"/>
                </a:lnTo>
                <a:lnTo>
                  <a:pt x="158991" y="1248223"/>
                </a:lnTo>
                <a:lnTo>
                  <a:pt x="190786" y="1248223"/>
                </a:lnTo>
                <a:lnTo>
                  <a:pt x="222590" y="1248223"/>
                </a:lnTo>
                <a:lnTo>
                  <a:pt x="254384" y="1248223"/>
                </a:lnTo>
                <a:lnTo>
                  <a:pt x="286188" y="1248223"/>
                </a:lnTo>
                <a:lnTo>
                  <a:pt x="317983" y="1248223"/>
                </a:lnTo>
                <a:lnTo>
                  <a:pt x="349787" y="1248223"/>
                </a:lnTo>
                <a:lnTo>
                  <a:pt x="381581" y="1248223"/>
                </a:lnTo>
                <a:lnTo>
                  <a:pt x="413375" y="1248223"/>
                </a:lnTo>
                <a:lnTo>
                  <a:pt x="445179" y="1248223"/>
                </a:lnTo>
                <a:lnTo>
                  <a:pt x="476974" y="1248223"/>
                </a:lnTo>
                <a:lnTo>
                  <a:pt x="508778" y="1248223"/>
                </a:lnTo>
                <a:lnTo>
                  <a:pt x="540572" y="1248223"/>
                </a:lnTo>
                <a:lnTo>
                  <a:pt x="572367" y="1248223"/>
                </a:lnTo>
                <a:lnTo>
                  <a:pt x="604171" y="1248223"/>
                </a:lnTo>
                <a:lnTo>
                  <a:pt x="635965" y="1248223"/>
                </a:lnTo>
                <a:lnTo>
                  <a:pt x="667769" y="1248223"/>
                </a:lnTo>
                <a:lnTo>
                  <a:pt x="699564" y="1248223"/>
                </a:lnTo>
                <a:lnTo>
                  <a:pt x="731358" y="1248223"/>
                </a:lnTo>
                <a:lnTo>
                  <a:pt x="763162" y="1248223"/>
                </a:lnTo>
                <a:lnTo>
                  <a:pt x="794956" y="1248223"/>
                </a:lnTo>
                <a:lnTo>
                  <a:pt x="826760" y="1248223"/>
                </a:lnTo>
                <a:lnTo>
                  <a:pt x="858555" y="1248223"/>
                </a:lnTo>
                <a:lnTo>
                  <a:pt x="890349" y="1248223"/>
                </a:lnTo>
                <a:lnTo>
                  <a:pt x="922153" y="1248223"/>
                </a:lnTo>
                <a:lnTo>
                  <a:pt x="953948" y="1248223"/>
                </a:lnTo>
                <a:lnTo>
                  <a:pt x="985752" y="1248223"/>
                </a:lnTo>
                <a:lnTo>
                  <a:pt x="1017546" y="1248223"/>
                </a:lnTo>
                <a:lnTo>
                  <a:pt x="1049350" y="1248223"/>
                </a:lnTo>
                <a:lnTo>
                  <a:pt x="1081145" y="1248223"/>
                </a:lnTo>
                <a:lnTo>
                  <a:pt x="1112939" y="1248223"/>
                </a:lnTo>
                <a:lnTo>
                  <a:pt x="1144743" y="1248223"/>
                </a:lnTo>
                <a:lnTo>
                  <a:pt x="1176538" y="1248223"/>
                </a:lnTo>
                <a:lnTo>
                  <a:pt x="1208342" y="1248223"/>
                </a:lnTo>
                <a:lnTo>
                  <a:pt x="1240136" y="1248223"/>
                </a:lnTo>
                <a:lnTo>
                  <a:pt x="1271930" y="1248223"/>
                </a:lnTo>
                <a:lnTo>
                  <a:pt x="1303734" y="1248223"/>
                </a:lnTo>
                <a:lnTo>
                  <a:pt x="1335215" y="1245965"/>
                </a:lnTo>
                <a:lnTo>
                  <a:pt x="1366523" y="1242460"/>
                </a:lnTo>
                <a:lnTo>
                  <a:pt x="1397832" y="1238964"/>
                </a:lnTo>
                <a:lnTo>
                  <a:pt x="1429141" y="1235459"/>
                </a:lnTo>
                <a:lnTo>
                  <a:pt x="1460449" y="1231964"/>
                </a:lnTo>
                <a:lnTo>
                  <a:pt x="1491758" y="1228458"/>
                </a:lnTo>
                <a:lnTo>
                  <a:pt x="1523076" y="1224953"/>
                </a:lnTo>
                <a:lnTo>
                  <a:pt x="1554385" y="1221457"/>
                </a:lnTo>
                <a:lnTo>
                  <a:pt x="1578283" y="1209199"/>
                </a:lnTo>
                <a:lnTo>
                  <a:pt x="1600343" y="1194768"/>
                </a:lnTo>
                <a:lnTo>
                  <a:pt x="1622412" y="1180328"/>
                </a:lnTo>
                <a:lnTo>
                  <a:pt x="1644472" y="1165898"/>
                </a:lnTo>
                <a:lnTo>
                  <a:pt x="1666542" y="1151468"/>
                </a:lnTo>
                <a:lnTo>
                  <a:pt x="1688602" y="1137037"/>
                </a:lnTo>
                <a:lnTo>
                  <a:pt x="1710671" y="1122607"/>
                </a:lnTo>
                <a:lnTo>
                  <a:pt x="1732731" y="1108177"/>
                </a:lnTo>
                <a:lnTo>
                  <a:pt x="1754800" y="1093746"/>
                </a:lnTo>
                <a:lnTo>
                  <a:pt x="1776860" y="1079316"/>
                </a:lnTo>
                <a:lnTo>
                  <a:pt x="1798930" y="1064876"/>
                </a:lnTo>
                <a:lnTo>
                  <a:pt x="1820990" y="1050446"/>
                </a:lnTo>
                <a:lnTo>
                  <a:pt x="1843059" y="1036015"/>
                </a:lnTo>
                <a:lnTo>
                  <a:pt x="1865119" y="1021585"/>
                </a:lnTo>
                <a:lnTo>
                  <a:pt x="1887188" y="1007154"/>
                </a:lnTo>
                <a:lnTo>
                  <a:pt x="1909248" y="992724"/>
                </a:lnTo>
                <a:lnTo>
                  <a:pt x="1931318" y="978294"/>
                </a:lnTo>
                <a:lnTo>
                  <a:pt x="1953377" y="963863"/>
                </a:lnTo>
                <a:lnTo>
                  <a:pt x="1975447" y="949433"/>
                </a:lnTo>
                <a:lnTo>
                  <a:pt x="1980457" y="930659"/>
                </a:lnTo>
                <a:lnTo>
                  <a:pt x="1980457" y="910619"/>
                </a:lnTo>
                <a:lnTo>
                  <a:pt x="1980457" y="890578"/>
                </a:lnTo>
                <a:lnTo>
                  <a:pt x="1980457" y="870537"/>
                </a:lnTo>
                <a:lnTo>
                  <a:pt x="1980457" y="850497"/>
                </a:lnTo>
                <a:lnTo>
                  <a:pt x="1980457" y="830456"/>
                </a:lnTo>
                <a:lnTo>
                  <a:pt x="1980457" y="810416"/>
                </a:lnTo>
                <a:lnTo>
                  <a:pt x="1980457" y="790365"/>
                </a:lnTo>
                <a:lnTo>
                  <a:pt x="1980457" y="770325"/>
                </a:lnTo>
                <a:lnTo>
                  <a:pt x="1980457" y="750284"/>
                </a:lnTo>
                <a:lnTo>
                  <a:pt x="1980457" y="730244"/>
                </a:lnTo>
                <a:lnTo>
                  <a:pt x="1980457" y="710203"/>
                </a:lnTo>
                <a:lnTo>
                  <a:pt x="1980457" y="690162"/>
                </a:lnTo>
                <a:lnTo>
                  <a:pt x="1980457" y="670122"/>
                </a:lnTo>
                <a:lnTo>
                  <a:pt x="1980457" y="650081"/>
                </a:lnTo>
                <a:lnTo>
                  <a:pt x="1980457" y="630041"/>
                </a:lnTo>
                <a:lnTo>
                  <a:pt x="1980457" y="610000"/>
                </a:lnTo>
                <a:lnTo>
                  <a:pt x="1980457" y="589959"/>
                </a:lnTo>
                <a:lnTo>
                  <a:pt x="1980457" y="569909"/>
                </a:lnTo>
                <a:lnTo>
                  <a:pt x="1980457" y="549869"/>
                </a:lnTo>
                <a:lnTo>
                  <a:pt x="1980457" y="529828"/>
                </a:lnTo>
                <a:lnTo>
                  <a:pt x="1980457" y="509788"/>
                </a:lnTo>
                <a:lnTo>
                  <a:pt x="1980457" y="489747"/>
                </a:lnTo>
                <a:lnTo>
                  <a:pt x="1980457" y="469706"/>
                </a:lnTo>
                <a:lnTo>
                  <a:pt x="1980457" y="449666"/>
                </a:lnTo>
                <a:lnTo>
                  <a:pt x="1980457" y="429625"/>
                </a:lnTo>
                <a:lnTo>
                  <a:pt x="1980457" y="409585"/>
                </a:lnTo>
                <a:lnTo>
                  <a:pt x="1980457" y="389544"/>
                </a:lnTo>
                <a:lnTo>
                  <a:pt x="1980457" y="369494"/>
                </a:lnTo>
                <a:lnTo>
                  <a:pt x="1980457" y="349453"/>
                </a:lnTo>
                <a:lnTo>
                  <a:pt x="1980457" y="329413"/>
                </a:lnTo>
                <a:lnTo>
                  <a:pt x="1980457" y="309372"/>
                </a:lnTo>
                <a:lnTo>
                  <a:pt x="1980457" y="289331"/>
                </a:lnTo>
                <a:lnTo>
                  <a:pt x="1980457" y="269291"/>
                </a:lnTo>
                <a:lnTo>
                  <a:pt x="1980457" y="249250"/>
                </a:lnTo>
                <a:lnTo>
                  <a:pt x="1980457" y="229210"/>
                </a:lnTo>
                <a:lnTo>
                  <a:pt x="1980457" y="209169"/>
                </a:lnTo>
                <a:lnTo>
                  <a:pt x="1980457" y="189128"/>
                </a:lnTo>
                <a:lnTo>
                  <a:pt x="1980457" y="169078"/>
                </a:lnTo>
                <a:lnTo>
                  <a:pt x="1980457" y="149038"/>
                </a:lnTo>
                <a:lnTo>
                  <a:pt x="1980457" y="128997"/>
                </a:lnTo>
                <a:lnTo>
                  <a:pt x="1980457" y="108956"/>
                </a:lnTo>
                <a:lnTo>
                  <a:pt x="1980457" y="88916"/>
                </a:lnTo>
                <a:lnTo>
                  <a:pt x="1980457" y="68875"/>
                </a:lnTo>
                <a:lnTo>
                  <a:pt x="1980457" y="48835"/>
                </a:lnTo>
                <a:lnTo>
                  <a:pt x="1980457" y="28794"/>
                </a:lnTo>
                <a:lnTo>
                  <a:pt x="1980457" y="8753"/>
                </a:lnTo>
                <a:lnTo>
                  <a:pt x="1962541" y="0"/>
                </a:lnTo>
                <a:lnTo>
                  <a:pt x="1930746" y="0"/>
                </a:lnTo>
                <a:lnTo>
                  <a:pt x="1898942" y="0"/>
                </a:lnTo>
                <a:lnTo>
                  <a:pt x="1867148" y="0"/>
                </a:lnTo>
                <a:lnTo>
                  <a:pt x="1835344" y="0"/>
                </a:lnTo>
                <a:lnTo>
                  <a:pt x="1803549" y="0"/>
                </a:lnTo>
                <a:lnTo>
                  <a:pt x="1771755" y="0"/>
                </a:lnTo>
                <a:lnTo>
                  <a:pt x="1739951" y="0"/>
                </a:lnTo>
                <a:lnTo>
                  <a:pt x="1708156" y="0"/>
                </a:lnTo>
                <a:lnTo>
                  <a:pt x="1676352" y="0"/>
                </a:lnTo>
                <a:lnTo>
                  <a:pt x="1644558" y="0"/>
                </a:lnTo>
                <a:lnTo>
                  <a:pt x="1612754" y="0"/>
                </a:lnTo>
                <a:lnTo>
                  <a:pt x="1580960" y="0"/>
                </a:lnTo>
                <a:lnTo>
                  <a:pt x="1549165" y="0"/>
                </a:lnTo>
                <a:lnTo>
                  <a:pt x="1517361" y="0"/>
                </a:lnTo>
                <a:lnTo>
                  <a:pt x="1485567" y="0"/>
                </a:lnTo>
                <a:lnTo>
                  <a:pt x="1453763" y="0"/>
                </a:lnTo>
                <a:lnTo>
                  <a:pt x="1421968" y="0"/>
                </a:lnTo>
                <a:lnTo>
                  <a:pt x="1390174" y="0"/>
                </a:lnTo>
                <a:lnTo>
                  <a:pt x="1358370" y="0"/>
                </a:lnTo>
                <a:lnTo>
                  <a:pt x="1326575" y="0"/>
                </a:lnTo>
                <a:lnTo>
                  <a:pt x="1294771" y="0"/>
                </a:lnTo>
                <a:lnTo>
                  <a:pt x="1262977" y="0"/>
                </a:lnTo>
                <a:lnTo>
                  <a:pt x="1231182" y="0"/>
                </a:lnTo>
                <a:lnTo>
                  <a:pt x="1199378" y="0"/>
                </a:lnTo>
                <a:lnTo>
                  <a:pt x="1167584" y="0"/>
                </a:lnTo>
                <a:lnTo>
                  <a:pt x="1135780" y="0"/>
                </a:lnTo>
                <a:lnTo>
                  <a:pt x="1103986" y="0"/>
                </a:lnTo>
                <a:lnTo>
                  <a:pt x="1072182" y="0"/>
                </a:lnTo>
                <a:lnTo>
                  <a:pt x="1040387" y="0"/>
                </a:lnTo>
                <a:lnTo>
                  <a:pt x="1008593" y="0"/>
                </a:lnTo>
                <a:lnTo>
                  <a:pt x="976789" y="0"/>
                </a:lnTo>
                <a:lnTo>
                  <a:pt x="944994" y="0"/>
                </a:lnTo>
                <a:lnTo>
                  <a:pt x="913190" y="0"/>
                </a:lnTo>
                <a:lnTo>
                  <a:pt x="881396" y="0"/>
                </a:lnTo>
                <a:lnTo>
                  <a:pt x="849601" y="0"/>
                </a:lnTo>
                <a:lnTo>
                  <a:pt x="817797" y="0"/>
                </a:lnTo>
                <a:lnTo>
                  <a:pt x="786003" y="0"/>
                </a:lnTo>
                <a:lnTo>
                  <a:pt x="754199" y="0"/>
                </a:lnTo>
                <a:lnTo>
                  <a:pt x="722405" y="0"/>
                </a:lnTo>
                <a:lnTo>
                  <a:pt x="690610" y="0"/>
                </a:lnTo>
                <a:lnTo>
                  <a:pt x="658806" y="0"/>
                </a:lnTo>
                <a:lnTo>
                  <a:pt x="627012" y="0"/>
                </a:lnTo>
                <a:lnTo>
                  <a:pt x="595208" y="0"/>
                </a:lnTo>
                <a:lnTo>
                  <a:pt x="563413" y="0"/>
                </a:lnTo>
                <a:lnTo>
                  <a:pt x="531619" y="0"/>
                </a:lnTo>
                <a:lnTo>
                  <a:pt x="499815" y="0"/>
                </a:lnTo>
                <a:lnTo>
                  <a:pt x="468020" y="0"/>
                </a:lnTo>
                <a:lnTo>
                  <a:pt x="436216" y="0"/>
                </a:lnTo>
                <a:lnTo>
                  <a:pt x="404422" y="0"/>
                </a:lnTo>
                <a:lnTo>
                  <a:pt x="372618" y="0"/>
                </a:lnTo>
                <a:lnTo>
                  <a:pt x="340824" y="0"/>
                </a:lnTo>
                <a:lnTo>
                  <a:pt x="309029" y="0"/>
                </a:lnTo>
                <a:lnTo>
                  <a:pt x="277225" y="0"/>
                </a:lnTo>
                <a:lnTo>
                  <a:pt x="245431" y="0"/>
                </a:lnTo>
                <a:lnTo>
                  <a:pt x="213627" y="0"/>
                </a:lnTo>
                <a:lnTo>
                  <a:pt x="181832" y="0"/>
                </a:lnTo>
                <a:lnTo>
                  <a:pt x="150038" y="0"/>
                </a:lnTo>
                <a:lnTo>
                  <a:pt x="118234" y="0"/>
                </a:lnTo>
                <a:lnTo>
                  <a:pt x="86439" y="0"/>
                </a:lnTo>
                <a:lnTo>
                  <a:pt x="54635" y="0"/>
                </a:lnTo>
                <a:lnTo>
                  <a:pt x="22841" y="0"/>
                </a:lnTo>
                <a:lnTo>
                  <a:pt x="0" y="5648"/>
                </a:lnTo>
                <a:lnTo>
                  <a:pt x="0" y="25689"/>
                </a:lnTo>
                <a:lnTo>
                  <a:pt x="0" y="45730"/>
                </a:lnTo>
                <a:lnTo>
                  <a:pt x="0" y="65770"/>
                </a:lnTo>
                <a:lnTo>
                  <a:pt x="0" y="85811"/>
                </a:lnTo>
                <a:lnTo>
                  <a:pt x="0" y="105851"/>
                </a:lnTo>
                <a:lnTo>
                  <a:pt x="0" y="125892"/>
                </a:lnTo>
                <a:lnTo>
                  <a:pt x="0" y="145933"/>
                </a:lnTo>
                <a:lnTo>
                  <a:pt x="0" y="165983"/>
                </a:lnTo>
                <a:lnTo>
                  <a:pt x="0" y="186023"/>
                </a:lnTo>
                <a:lnTo>
                  <a:pt x="0" y="206064"/>
                </a:lnTo>
                <a:lnTo>
                  <a:pt x="0" y="226104"/>
                </a:lnTo>
                <a:lnTo>
                  <a:pt x="0" y="246145"/>
                </a:lnTo>
                <a:lnTo>
                  <a:pt x="0" y="266186"/>
                </a:lnTo>
                <a:lnTo>
                  <a:pt x="0" y="286226"/>
                </a:lnTo>
                <a:lnTo>
                  <a:pt x="0" y="306267"/>
                </a:lnTo>
                <a:lnTo>
                  <a:pt x="0" y="326307"/>
                </a:lnTo>
                <a:lnTo>
                  <a:pt x="0" y="346348"/>
                </a:lnTo>
                <a:lnTo>
                  <a:pt x="0" y="366398"/>
                </a:lnTo>
                <a:lnTo>
                  <a:pt x="0" y="386439"/>
                </a:lnTo>
                <a:lnTo>
                  <a:pt x="0" y="406479"/>
                </a:lnTo>
                <a:lnTo>
                  <a:pt x="0" y="426520"/>
                </a:lnTo>
                <a:lnTo>
                  <a:pt x="0" y="446561"/>
                </a:lnTo>
                <a:lnTo>
                  <a:pt x="0" y="466601"/>
                </a:lnTo>
                <a:lnTo>
                  <a:pt x="0" y="486642"/>
                </a:lnTo>
                <a:lnTo>
                  <a:pt x="0" y="506682"/>
                </a:lnTo>
                <a:lnTo>
                  <a:pt x="0" y="526723"/>
                </a:lnTo>
                <a:lnTo>
                  <a:pt x="0" y="546764"/>
                </a:lnTo>
                <a:lnTo>
                  <a:pt x="0" y="566814"/>
                </a:lnTo>
                <a:lnTo>
                  <a:pt x="0" y="586854"/>
                </a:lnTo>
                <a:lnTo>
                  <a:pt x="0" y="606895"/>
                </a:lnTo>
                <a:lnTo>
                  <a:pt x="0" y="626935"/>
                </a:lnTo>
                <a:lnTo>
                  <a:pt x="0" y="646976"/>
                </a:lnTo>
                <a:lnTo>
                  <a:pt x="0" y="667017"/>
                </a:lnTo>
                <a:lnTo>
                  <a:pt x="0" y="687057"/>
                </a:lnTo>
                <a:lnTo>
                  <a:pt x="0" y="707098"/>
                </a:lnTo>
                <a:lnTo>
                  <a:pt x="0" y="727139"/>
                </a:lnTo>
                <a:lnTo>
                  <a:pt x="0" y="747179"/>
                </a:lnTo>
                <a:lnTo>
                  <a:pt x="0" y="767220"/>
                </a:lnTo>
                <a:lnTo>
                  <a:pt x="0" y="787270"/>
                </a:lnTo>
                <a:lnTo>
                  <a:pt x="0" y="807310"/>
                </a:lnTo>
                <a:lnTo>
                  <a:pt x="0" y="827351"/>
                </a:lnTo>
                <a:lnTo>
                  <a:pt x="0" y="847392"/>
                </a:lnTo>
                <a:lnTo>
                  <a:pt x="0" y="867432"/>
                </a:lnTo>
                <a:lnTo>
                  <a:pt x="0" y="887473"/>
                </a:lnTo>
                <a:lnTo>
                  <a:pt x="0" y="907513"/>
                </a:lnTo>
                <a:lnTo>
                  <a:pt x="0" y="927554"/>
                </a:lnTo>
                <a:lnTo>
                  <a:pt x="0" y="947595"/>
                </a:lnTo>
                <a:lnTo>
                  <a:pt x="0" y="967635"/>
                </a:lnTo>
                <a:lnTo>
                  <a:pt x="0" y="987685"/>
                </a:lnTo>
                <a:lnTo>
                  <a:pt x="0" y="1007726"/>
                </a:lnTo>
                <a:lnTo>
                  <a:pt x="0" y="1027767"/>
                </a:lnTo>
                <a:lnTo>
                  <a:pt x="0" y="1047807"/>
                </a:lnTo>
                <a:lnTo>
                  <a:pt x="0" y="1067848"/>
                </a:lnTo>
                <a:lnTo>
                  <a:pt x="0" y="1087888"/>
                </a:lnTo>
                <a:lnTo>
                  <a:pt x="0" y="1107929"/>
                </a:lnTo>
                <a:lnTo>
                  <a:pt x="0" y="1127970"/>
                </a:lnTo>
                <a:lnTo>
                  <a:pt x="0" y="1148010"/>
                </a:lnTo>
                <a:lnTo>
                  <a:pt x="0" y="1168051"/>
                </a:lnTo>
                <a:lnTo>
                  <a:pt x="0" y="1188101"/>
                </a:lnTo>
                <a:lnTo>
                  <a:pt x="0" y="1208141"/>
                </a:lnTo>
                <a:lnTo>
                  <a:pt x="0" y="1228182"/>
                </a:lnTo>
                <a:lnTo>
                  <a:pt x="0" y="1248223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8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0D7255DC-23FB-4DBD-A1DD-AFC2EE9C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334" y="3841252"/>
            <a:ext cx="1980457" cy="214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8D6EEE01-902A-424D-A584-FE18E85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2129" y="4787408"/>
            <a:ext cx="729663" cy="302304"/>
          </a:xfrm>
          <a:custGeom xmlns:a="http://schemas.openxmlformats.org/drawingml/2006/main">
            <a:pathLst>
              <a:path w="729663" h="302304">
                <a:moveTo>
                  <a:pt x="729663" y="0"/>
                </a:moveTo>
                <a:lnTo>
                  <a:pt x="728786" y="5010"/>
                </a:lnTo>
                <a:lnTo>
                  <a:pt x="727653" y="10011"/>
                </a:lnTo>
                <a:lnTo>
                  <a:pt x="726319" y="14983"/>
                </a:lnTo>
                <a:lnTo>
                  <a:pt x="724824" y="19936"/>
                </a:lnTo>
                <a:lnTo>
                  <a:pt x="723167" y="24870"/>
                </a:lnTo>
                <a:lnTo>
                  <a:pt x="721376" y="29785"/>
                </a:lnTo>
                <a:lnTo>
                  <a:pt x="719452" y="34681"/>
                </a:lnTo>
                <a:lnTo>
                  <a:pt x="717385" y="39557"/>
                </a:lnTo>
                <a:lnTo>
                  <a:pt x="715194" y="44406"/>
                </a:lnTo>
                <a:lnTo>
                  <a:pt x="712889" y="49235"/>
                </a:lnTo>
                <a:lnTo>
                  <a:pt x="710451" y="54045"/>
                </a:lnTo>
                <a:lnTo>
                  <a:pt x="707898" y="58826"/>
                </a:lnTo>
                <a:lnTo>
                  <a:pt x="705221" y="63579"/>
                </a:lnTo>
                <a:lnTo>
                  <a:pt x="702431" y="68304"/>
                </a:lnTo>
                <a:lnTo>
                  <a:pt x="699526" y="73009"/>
                </a:lnTo>
                <a:lnTo>
                  <a:pt x="696506" y="77676"/>
                </a:lnTo>
                <a:lnTo>
                  <a:pt x="693372" y="82325"/>
                </a:lnTo>
                <a:lnTo>
                  <a:pt x="690134" y="86935"/>
                </a:lnTo>
                <a:lnTo>
                  <a:pt x="686772" y="91516"/>
                </a:lnTo>
                <a:lnTo>
                  <a:pt x="683304" y="96060"/>
                </a:lnTo>
                <a:lnTo>
                  <a:pt x="679733" y="100574"/>
                </a:lnTo>
                <a:lnTo>
                  <a:pt x="676046" y="105051"/>
                </a:lnTo>
                <a:lnTo>
                  <a:pt x="672246" y="109490"/>
                </a:lnTo>
                <a:lnTo>
                  <a:pt x="668350" y="113890"/>
                </a:lnTo>
                <a:lnTo>
                  <a:pt x="664331" y="118262"/>
                </a:lnTo>
                <a:lnTo>
                  <a:pt x="660225" y="122587"/>
                </a:lnTo>
                <a:lnTo>
                  <a:pt x="655996" y="126873"/>
                </a:lnTo>
                <a:lnTo>
                  <a:pt x="651672" y="131112"/>
                </a:lnTo>
                <a:lnTo>
                  <a:pt x="647252" y="135322"/>
                </a:lnTo>
                <a:lnTo>
                  <a:pt x="642718" y="139475"/>
                </a:lnTo>
                <a:lnTo>
                  <a:pt x="638089" y="143589"/>
                </a:lnTo>
                <a:lnTo>
                  <a:pt x="633355" y="147657"/>
                </a:lnTo>
                <a:lnTo>
                  <a:pt x="628526" y="151686"/>
                </a:lnTo>
                <a:lnTo>
                  <a:pt x="623592" y="155658"/>
                </a:lnTo>
                <a:lnTo>
                  <a:pt x="618573" y="159582"/>
                </a:lnTo>
                <a:lnTo>
                  <a:pt x="613448" y="163459"/>
                </a:lnTo>
                <a:lnTo>
                  <a:pt x="608238" y="167288"/>
                </a:lnTo>
                <a:lnTo>
                  <a:pt x="602923" y="171059"/>
                </a:lnTo>
                <a:lnTo>
                  <a:pt x="597522" y="174784"/>
                </a:lnTo>
                <a:lnTo>
                  <a:pt x="592036" y="178451"/>
                </a:lnTo>
                <a:lnTo>
                  <a:pt x="586454" y="182070"/>
                </a:lnTo>
                <a:lnTo>
                  <a:pt x="580796" y="185633"/>
                </a:lnTo>
                <a:lnTo>
                  <a:pt x="575043" y="189147"/>
                </a:lnTo>
                <a:lnTo>
                  <a:pt x="569204" y="192596"/>
                </a:lnTo>
                <a:lnTo>
                  <a:pt x="563289" y="195996"/>
                </a:lnTo>
                <a:lnTo>
                  <a:pt x="557298" y="199339"/>
                </a:lnTo>
                <a:lnTo>
                  <a:pt x="551221" y="202616"/>
                </a:lnTo>
                <a:lnTo>
                  <a:pt x="545068" y="205845"/>
                </a:lnTo>
                <a:lnTo>
                  <a:pt x="538848" y="209017"/>
                </a:lnTo>
                <a:lnTo>
                  <a:pt x="532543" y="212131"/>
                </a:lnTo>
                <a:lnTo>
                  <a:pt x="526180" y="215179"/>
                </a:lnTo>
                <a:lnTo>
                  <a:pt x="519741" y="218180"/>
                </a:lnTo>
                <a:lnTo>
                  <a:pt x="513226" y="221113"/>
                </a:lnTo>
                <a:lnTo>
                  <a:pt x="506654" y="223990"/>
                </a:lnTo>
                <a:lnTo>
                  <a:pt x="500024" y="226809"/>
                </a:lnTo>
                <a:lnTo>
                  <a:pt x="493319" y="229572"/>
                </a:lnTo>
                <a:lnTo>
                  <a:pt x="486566" y="232277"/>
                </a:lnTo>
                <a:lnTo>
                  <a:pt x="479746" y="234925"/>
                </a:lnTo>
                <a:lnTo>
                  <a:pt x="472878" y="237506"/>
                </a:lnTo>
                <a:lnTo>
                  <a:pt x="465944" y="240030"/>
                </a:lnTo>
                <a:lnTo>
                  <a:pt x="458972" y="242497"/>
                </a:lnTo>
                <a:lnTo>
                  <a:pt x="451942" y="244907"/>
                </a:lnTo>
                <a:lnTo>
                  <a:pt x="444856" y="247259"/>
                </a:lnTo>
                <a:lnTo>
                  <a:pt x="437731" y="249555"/>
                </a:lnTo>
                <a:lnTo>
                  <a:pt x="430559" y="251793"/>
                </a:lnTo>
                <a:lnTo>
                  <a:pt x="423339" y="253975"/>
                </a:lnTo>
                <a:lnTo>
                  <a:pt x="416081" y="256099"/>
                </a:lnTo>
                <a:lnTo>
                  <a:pt x="408784" y="258175"/>
                </a:lnTo>
                <a:lnTo>
                  <a:pt x="401441" y="260185"/>
                </a:lnTo>
                <a:lnTo>
                  <a:pt x="394068" y="262138"/>
                </a:lnTo>
                <a:lnTo>
                  <a:pt x="386658" y="264043"/>
                </a:lnTo>
                <a:lnTo>
                  <a:pt x="379209" y="265890"/>
                </a:lnTo>
                <a:lnTo>
                  <a:pt x="371732" y="267691"/>
                </a:lnTo>
                <a:lnTo>
                  <a:pt x="364217" y="269434"/>
                </a:lnTo>
                <a:lnTo>
                  <a:pt x="356673" y="271120"/>
                </a:lnTo>
                <a:lnTo>
                  <a:pt x="349110" y="272758"/>
                </a:lnTo>
                <a:lnTo>
                  <a:pt x="341509" y="274339"/>
                </a:lnTo>
                <a:lnTo>
                  <a:pt x="333889" y="275873"/>
                </a:lnTo>
                <a:lnTo>
                  <a:pt x="326231" y="277358"/>
                </a:lnTo>
                <a:lnTo>
                  <a:pt x="318564" y="278797"/>
                </a:lnTo>
                <a:lnTo>
                  <a:pt x="310867" y="280178"/>
                </a:lnTo>
                <a:lnTo>
                  <a:pt x="303152" y="281521"/>
                </a:lnTo>
                <a:lnTo>
                  <a:pt x="295408" y="282807"/>
                </a:lnTo>
                <a:lnTo>
                  <a:pt x="287655" y="284045"/>
                </a:lnTo>
                <a:lnTo>
                  <a:pt x="279873" y="285245"/>
                </a:lnTo>
                <a:lnTo>
                  <a:pt x="272082" y="286388"/>
                </a:lnTo>
                <a:lnTo>
                  <a:pt x="264271" y="287493"/>
                </a:lnTo>
                <a:lnTo>
                  <a:pt x="256451" y="288550"/>
                </a:lnTo>
                <a:lnTo>
                  <a:pt x="248612" y="289570"/>
                </a:lnTo>
                <a:lnTo>
                  <a:pt x="240754" y="290532"/>
                </a:lnTo>
                <a:lnTo>
                  <a:pt x="232886" y="291465"/>
                </a:lnTo>
                <a:lnTo>
                  <a:pt x="225009" y="292351"/>
                </a:lnTo>
                <a:lnTo>
                  <a:pt x="217113" y="293189"/>
                </a:lnTo>
                <a:lnTo>
                  <a:pt x="209217" y="293989"/>
                </a:lnTo>
                <a:lnTo>
                  <a:pt x="201301" y="294751"/>
                </a:lnTo>
                <a:lnTo>
                  <a:pt x="193377" y="295475"/>
                </a:lnTo>
                <a:lnTo>
                  <a:pt x="185452" y="296151"/>
                </a:lnTo>
                <a:lnTo>
                  <a:pt x="177508" y="296789"/>
                </a:lnTo>
                <a:lnTo>
                  <a:pt x="169564" y="297399"/>
                </a:lnTo>
                <a:lnTo>
                  <a:pt x="161611" y="297961"/>
                </a:lnTo>
                <a:lnTo>
                  <a:pt x="153657" y="298494"/>
                </a:lnTo>
                <a:lnTo>
                  <a:pt x="145685" y="298980"/>
                </a:lnTo>
                <a:lnTo>
                  <a:pt x="137712" y="299437"/>
                </a:lnTo>
                <a:lnTo>
                  <a:pt x="129740" y="299857"/>
                </a:lnTo>
                <a:lnTo>
                  <a:pt x="121758" y="300238"/>
                </a:lnTo>
                <a:lnTo>
                  <a:pt x="113776" y="300590"/>
                </a:lnTo>
                <a:lnTo>
                  <a:pt x="105785" y="300904"/>
                </a:lnTo>
                <a:lnTo>
                  <a:pt x="97793" y="301190"/>
                </a:lnTo>
                <a:lnTo>
                  <a:pt x="89802" y="301438"/>
                </a:lnTo>
                <a:lnTo>
                  <a:pt x="81810" y="301657"/>
                </a:lnTo>
                <a:lnTo>
                  <a:pt x="73809" y="301838"/>
                </a:lnTo>
                <a:lnTo>
                  <a:pt x="65808" y="301990"/>
                </a:lnTo>
                <a:lnTo>
                  <a:pt x="57807" y="302114"/>
                </a:lnTo>
                <a:lnTo>
                  <a:pt x="49806" y="302209"/>
                </a:lnTo>
                <a:lnTo>
                  <a:pt x="41805" y="302266"/>
                </a:lnTo>
                <a:lnTo>
                  <a:pt x="33795" y="302295"/>
                </a:lnTo>
                <a:lnTo>
                  <a:pt x="25794" y="302304"/>
                </a:lnTo>
                <a:lnTo>
                  <a:pt x="17793" y="302276"/>
                </a:lnTo>
                <a:lnTo>
                  <a:pt x="9792" y="302219"/>
                </a:lnTo>
                <a:lnTo>
                  <a:pt x="1791" y="302133"/>
                </a:lnTo>
                <a:lnTo>
                  <a:pt x="0" y="302057"/>
                </a:lnTo>
                <a:lnTo>
                  <a:pt x="8001" y="301923"/>
                </a:lnTo>
                <a:lnTo>
                  <a:pt x="16002" y="301714"/>
                </a:lnTo>
                <a:lnTo>
                  <a:pt x="23993" y="301438"/>
                </a:lnTo>
                <a:lnTo>
                  <a:pt x="31975" y="301104"/>
                </a:lnTo>
                <a:lnTo>
                  <a:pt x="39957" y="300704"/>
                </a:lnTo>
                <a:lnTo>
                  <a:pt x="47930" y="300257"/>
                </a:lnTo>
                <a:lnTo>
                  <a:pt x="55893" y="299752"/>
                </a:lnTo>
                <a:lnTo>
                  <a:pt x="63846" y="299199"/>
                </a:lnTo>
                <a:lnTo>
                  <a:pt x="71790" y="298580"/>
                </a:lnTo>
                <a:lnTo>
                  <a:pt x="79724" y="297923"/>
                </a:lnTo>
                <a:lnTo>
                  <a:pt x="87640" y="297209"/>
                </a:lnTo>
                <a:lnTo>
                  <a:pt x="95555" y="296437"/>
                </a:lnTo>
                <a:lnTo>
                  <a:pt x="103451" y="295608"/>
                </a:lnTo>
                <a:lnTo>
                  <a:pt x="111328" y="294732"/>
                </a:lnTo>
                <a:lnTo>
                  <a:pt x="119196" y="293799"/>
                </a:lnTo>
                <a:lnTo>
                  <a:pt x="127044" y="292808"/>
                </a:lnTo>
                <a:lnTo>
                  <a:pt x="134874" y="291770"/>
                </a:lnTo>
                <a:lnTo>
                  <a:pt x="142685" y="290665"/>
                </a:lnTo>
                <a:lnTo>
                  <a:pt x="150476" y="289493"/>
                </a:lnTo>
                <a:lnTo>
                  <a:pt x="158239" y="288274"/>
                </a:lnTo>
                <a:lnTo>
                  <a:pt x="165973" y="286988"/>
                </a:lnTo>
                <a:lnTo>
                  <a:pt x="173688" y="285636"/>
                </a:lnTo>
                <a:lnTo>
                  <a:pt x="181375" y="284226"/>
                </a:lnTo>
                <a:lnTo>
                  <a:pt x="189024" y="282750"/>
                </a:lnTo>
                <a:lnTo>
                  <a:pt x="196644" y="281197"/>
                </a:lnTo>
                <a:lnTo>
                  <a:pt x="204216" y="279578"/>
                </a:lnTo>
                <a:lnTo>
                  <a:pt x="211760" y="277892"/>
                </a:lnTo>
                <a:lnTo>
                  <a:pt x="219256" y="276130"/>
                </a:lnTo>
                <a:lnTo>
                  <a:pt x="226714" y="274291"/>
                </a:lnTo>
                <a:lnTo>
                  <a:pt x="234115" y="272377"/>
                </a:lnTo>
                <a:lnTo>
                  <a:pt x="241468" y="270377"/>
                </a:lnTo>
                <a:lnTo>
                  <a:pt x="248764" y="268300"/>
                </a:lnTo>
                <a:lnTo>
                  <a:pt x="255994" y="266138"/>
                </a:lnTo>
                <a:lnTo>
                  <a:pt x="263157" y="263890"/>
                </a:lnTo>
                <a:lnTo>
                  <a:pt x="270253" y="261557"/>
                </a:lnTo>
                <a:lnTo>
                  <a:pt x="277263" y="259128"/>
                </a:lnTo>
                <a:lnTo>
                  <a:pt x="284197" y="256613"/>
                </a:lnTo>
                <a:lnTo>
                  <a:pt x="291046" y="253994"/>
                </a:lnTo>
                <a:lnTo>
                  <a:pt x="297790" y="251289"/>
                </a:lnTo>
                <a:lnTo>
                  <a:pt x="304438" y="248469"/>
                </a:lnTo>
                <a:lnTo>
                  <a:pt x="310972" y="245564"/>
                </a:lnTo>
                <a:lnTo>
                  <a:pt x="317392" y="242545"/>
                </a:lnTo>
                <a:lnTo>
                  <a:pt x="323679" y="239430"/>
                </a:lnTo>
                <a:lnTo>
                  <a:pt x="329841" y="236201"/>
                </a:lnTo>
                <a:lnTo>
                  <a:pt x="335852" y="232877"/>
                </a:lnTo>
                <a:lnTo>
                  <a:pt x="341709" y="229438"/>
                </a:lnTo>
                <a:lnTo>
                  <a:pt x="347405" y="225895"/>
                </a:lnTo>
                <a:lnTo>
                  <a:pt x="352930" y="222247"/>
                </a:lnTo>
                <a:lnTo>
                  <a:pt x="358264" y="218484"/>
                </a:lnTo>
                <a:lnTo>
                  <a:pt x="363417" y="214627"/>
                </a:lnTo>
                <a:lnTo>
                  <a:pt x="368370" y="210664"/>
                </a:lnTo>
                <a:lnTo>
                  <a:pt x="373104" y="206597"/>
                </a:lnTo>
                <a:lnTo>
                  <a:pt x="377628" y="202435"/>
                </a:lnTo>
                <a:lnTo>
                  <a:pt x="381924" y="198177"/>
                </a:lnTo>
                <a:lnTo>
                  <a:pt x="385991" y="193834"/>
                </a:lnTo>
                <a:lnTo>
                  <a:pt x="389820" y="189405"/>
                </a:lnTo>
                <a:lnTo>
                  <a:pt x="393402" y="184899"/>
                </a:lnTo>
                <a:lnTo>
                  <a:pt x="396735" y="180308"/>
                </a:lnTo>
                <a:lnTo>
                  <a:pt x="399821" y="175660"/>
                </a:lnTo>
                <a:lnTo>
                  <a:pt x="402660" y="170936"/>
                </a:lnTo>
                <a:lnTo>
                  <a:pt x="405241" y="166164"/>
                </a:lnTo>
                <a:lnTo>
                  <a:pt x="407575" y="161334"/>
                </a:lnTo>
                <a:lnTo>
                  <a:pt x="409651" y="156467"/>
                </a:lnTo>
                <a:lnTo>
                  <a:pt x="411480" y="151562"/>
                </a:lnTo>
                <a:lnTo>
                  <a:pt x="413071" y="146618"/>
                </a:lnTo>
                <a:lnTo>
                  <a:pt x="414423" y="141646"/>
                </a:lnTo>
                <a:lnTo>
                  <a:pt x="415538" y="136646"/>
                </a:lnTo>
                <a:lnTo>
                  <a:pt x="416423" y="131636"/>
                </a:lnTo>
                <a:lnTo>
                  <a:pt x="417090" y="126606"/>
                </a:lnTo>
                <a:lnTo>
                  <a:pt x="417538" y="121568"/>
                </a:lnTo>
                <a:lnTo>
                  <a:pt x="417776" y="116529"/>
                </a:lnTo>
                <a:lnTo>
                  <a:pt x="417814" y="111481"/>
                </a:lnTo>
                <a:lnTo>
                  <a:pt x="417652" y="106442"/>
                </a:lnTo>
                <a:lnTo>
                  <a:pt x="417309" y="101403"/>
                </a:lnTo>
                <a:lnTo>
                  <a:pt x="416776" y="96364"/>
                </a:lnTo>
                <a:lnTo>
                  <a:pt x="424186" y="95136"/>
                </a:lnTo>
                <a:lnTo>
                  <a:pt x="431987" y="94002"/>
                </a:lnTo>
                <a:lnTo>
                  <a:pt x="439760" y="92802"/>
                </a:lnTo>
                <a:lnTo>
                  <a:pt x="447504" y="91535"/>
                </a:lnTo>
                <a:lnTo>
                  <a:pt x="455228" y="90221"/>
                </a:lnTo>
                <a:lnTo>
                  <a:pt x="462934" y="88849"/>
                </a:lnTo>
                <a:lnTo>
                  <a:pt x="470611" y="87420"/>
                </a:lnTo>
                <a:lnTo>
                  <a:pt x="478260" y="85944"/>
                </a:lnTo>
                <a:lnTo>
                  <a:pt x="485889" y="84420"/>
                </a:lnTo>
                <a:lnTo>
                  <a:pt x="493500" y="82848"/>
                </a:lnTo>
                <a:lnTo>
                  <a:pt x="501082" y="81229"/>
                </a:lnTo>
                <a:lnTo>
                  <a:pt x="508635" y="79562"/>
                </a:lnTo>
                <a:lnTo>
                  <a:pt x="516160" y="77848"/>
                </a:lnTo>
                <a:lnTo>
                  <a:pt x="523665" y="76086"/>
                </a:lnTo>
                <a:lnTo>
                  <a:pt x="531133" y="74285"/>
                </a:lnTo>
                <a:lnTo>
                  <a:pt x="538582" y="72428"/>
                </a:lnTo>
                <a:lnTo>
                  <a:pt x="545992" y="70533"/>
                </a:lnTo>
                <a:lnTo>
                  <a:pt x="553374" y="68580"/>
                </a:lnTo>
                <a:lnTo>
                  <a:pt x="560727" y="66589"/>
                </a:lnTo>
                <a:lnTo>
                  <a:pt x="568042" y="64551"/>
                </a:lnTo>
                <a:lnTo>
                  <a:pt x="575329" y="62455"/>
                </a:lnTo>
                <a:lnTo>
                  <a:pt x="582578" y="60322"/>
                </a:lnTo>
                <a:lnTo>
                  <a:pt x="589788" y="58131"/>
                </a:lnTo>
                <a:lnTo>
                  <a:pt x="596960" y="55893"/>
                </a:lnTo>
                <a:lnTo>
                  <a:pt x="604104" y="53607"/>
                </a:lnTo>
                <a:lnTo>
                  <a:pt x="611191" y="51273"/>
                </a:lnTo>
                <a:lnTo>
                  <a:pt x="618249" y="48892"/>
                </a:lnTo>
                <a:lnTo>
                  <a:pt x="625250" y="46453"/>
                </a:lnTo>
                <a:lnTo>
                  <a:pt x="632212" y="43958"/>
                </a:lnTo>
                <a:lnTo>
                  <a:pt x="639128" y="41415"/>
                </a:lnTo>
                <a:lnTo>
                  <a:pt x="645985" y="38824"/>
                </a:lnTo>
                <a:lnTo>
                  <a:pt x="652796" y="36176"/>
                </a:lnTo>
                <a:lnTo>
                  <a:pt x="659559" y="33471"/>
                </a:lnTo>
                <a:lnTo>
                  <a:pt x="666255" y="30709"/>
                </a:lnTo>
                <a:lnTo>
                  <a:pt x="672903" y="27899"/>
                </a:lnTo>
                <a:lnTo>
                  <a:pt x="679485" y="25032"/>
                </a:lnTo>
                <a:lnTo>
                  <a:pt x="686000" y="22108"/>
                </a:lnTo>
                <a:lnTo>
                  <a:pt x="692458" y="19126"/>
                </a:lnTo>
                <a:lnTo>
                  <a:pt x="698849" y="16078"/>
                </a:lnTo>
                <a:lnTo>
                  <a:pt x="705164" y="12983"/>
                </a:lnTo>
                <a:lnTo>
                  <a:pt x="711403" y="9830"/>
                </a:lnTo>
                <a:lnTo>
                  <a:pt x="717566" y="6610"/>
                </a:lnTo>
                <a:lnTo>
                  <a:pt x="723652" y="3334"/>
                </a:lnTo>
                <a:lnTo>
                  <a:pt x="729663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0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10E87206-36A0-4622-AD8B-809C60CD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932" y="4758700"/>
            <a:ext cx="1980905" cy="331880"/>
          </a:xfrm>
          <a:custGeom xmlns:a="http://schemas.openxmlformats.org/drawingml/2006/main">
            <a:pathLst>
              <a:path w="1980905" h="331880">
                <a:moveTo>
                  <a:pt x="1980295" y="0"/>
                </a:moveTo>
                <a:lnTo>
                  <a:pt x="1980905" y="12221"/>
                </a:lnTo>
                <a:lnTo>
                  <a:pt x="1980638" y="24451"/>
                </a:lnTo>
                <a:lnTo>
                  <a:pt x="1979676" y="36662"/>
                </a:lnTo>
                <a:lnTo>
                  <a:pt x="1978076" y="48854"/>
                </a:lnTo>
                <a:lnTo>
                  <a:pt x="1975866" y="60998"/>
                </a:lnTo>
                <a:lnTo>
                  <a:pt x="1973047" y="73095"/>
                </a:lnTo>
                <a:lnTo>
                  <a:pt x="1969618" y="85134"/>
                </a:lnTo>
                <a:lnTo>
                  <a:pt x="1965569" y="97098"/>
                </a:lnTo>
                <a:lnTo>
                  <a:pt x="1960893" y="108966"/>
                </a:lnTo>
                <a:lnTo>
                  <a:pt x="1955568" y="120720"/>
                </a:lnTo>
                <a:lnTo>
                  <a:pt x="1949587" y="132359"/>
                </a:lnTo>
                <a:lnTo>
                  <a:pt x="1942948" y="143847"/>
                </a:lnTo>
                <a:lnTo>
                  <a:pt x="1935613" y="155172"/>
                </a:lnTo>
                <a:lnTo>
                  <a:pt x="1927584" y="166307"/>
                </a:lnTo>
                <a:lnTo>
                  <a:pt x="1918849" y="177222"/>
                </a:lnTo>
                <a:lnTo>
                  <a:pt x="1909401" y="187900"/>
                </a:lnTo>
                <a:lnTo>
                  <a:pt x="1899237" y="198320"/>
                </a:lnTo>
                <a:lnTo>
                  <a:pt x="1888350" y="208445"/>
                </a:lnTo>
                <a:lnTo>
                  <a:pt x="1876758" y="218246"/>
                </a:lnTo>
                <a:lnTo>
                  <a:pt x="1864462" y="227705"/>
                </a:lnTo>
                <a:lnTo>
                  <a:pt x="1851479" y="236792"/>
                </a:lnTo>
                <a:lnTo>
                  <a:pt x="1837830" y="245488"/>
                </a:lnTo>
                <a:lnTo>
                  <a:pt x="1823552" y="253765"/>
                </a:lnTo>
                <a:lnTo>
                  <a:pt x="1808674" y="261614"/>
                </a:lnTo>
                <a:lnTo>
                  <a:pt x="1793224" y="269015"/>
                </a:lnTo>
                <a:lnTo>
                  <a:pt x="1777260" y="275958"/>
                </a:lnTo>
                <a:lnTo>
                  <a:pt x="1760811" y="282435"/>
                </a:lnTo>
                <a:lnTo>
                  <a:pt x="1743923" y="288455"/>
                </a:lnTo>
                <a:lnTo>
                  <a:pt x="1726635" y="294018"/>
                </a:lnTo>
                <a:lnTo>
                  <a:pt x="1709004" y="299114"/>
                </a:lnTo>
                <a:lnTo>
                  <a:pt x="1691059" y="303771"/>
                </a:lnTo>
                <a:lnTo>
                  <a:pt x="1672847" y="307981"/>
                </a:lnTo>
                <a:lnTo>
                  <a:pt x="1654397" y="311763"/>
                </a:lnTo>
                <a:lnTo>
                  <a:pt x="1635747" y="315135"/>
                </a:lnTo>
                <a:lnTo>
                  <a:pt x="1616926" y="318116"/>
                </a:lnTo>
                <a:lnTo>
                  <a:pt x="1597962" y="320707"/>
                </a:lnTo>
                <a:lnTo>
                  <a:pt x="1578883" y="322936"/>
                </a:lnTo>
                <a:lnTo>
                  <a:pt x="1559709" y="324812"/>
                </a:lnTo>
                <a:lnTo>
                  <a:pt x="1540459" y="326355"/>
                </a:lnTo>
                <a:lnTo>
                  <a:pt x="1521152" y="327574"/>
                </a:lnTo>
                <a:lnTo>
                  <a:pt x="1501807" y="328489"/>
                </a:lnTo>
                <a:lnTo>
                  <a:pt x="1482414" y="328927"/>
                </a:lnTo>
                <a:lnTo>
                  <a:pt x="1463021" y="329213"/>
                </a:lnTo>
                <a:lnTo>
                  <a:pt x="1443619" y="329441"/>
                </a:lnTo>
                <a:lnTo>
                  <a:pt x="1424216" y="329632"/>
                </a:lnTo>
                <a:lnTo>
                  <a:pt x="1404814" y="329803"/>
                </a:lnTo>
                <a:lnTo>
                  <a:pt x="1385411" y="329956"/>
                </a:lnTo>
                <a:lnTo>
                  <a:pt x="1366009" y="330098"/>
                </a:lnTo>
                <a:lnTo>
                  <a:pt x="1346606" y="330222"/>
                </a:lnTo>
                <a:lnTo>
                  <a:pt x="1327204" y="330337"/>
                </a:lnTo>
                <a:lnTo>
                  <a:pt x="1307802" y="330460"/>
                </a:lnTo>
                <a:lnTo>
                  <a:pt x="1288399" y="330556"/>
                </a:lnTo>
                <a:lnTo>
                  <a:pt x="1268997" y="330651"/>
                </a:lnTo>
                <a:lnTo>
                  <a:pt x="1249594" y="330746"/>
                </a:lnTo>
                <a:lnTo>
                  <a:pt x="1230192" y="330832"/>
                </a:lnTo>
                <a:lnTo>
                  <a:pt x="1210789" y="330918"/>
                </a:lnTo>
                <a:lnTo>
                  <a:pt x="1191387" y="330994"/>
                </a:lnTo>
                <a:lnTo>
                  <a:pt x="1171975" y="331070"/>
                </a:lnTo>
                <a:lnTo>
                  <a:pt x="1152573" y="331137"/>
                </a:lnTo>
                <a:lnTo>
                  <a:pt x="1133170" y="331203"/>
                </a:lnTo>
                <a:lnTo>
                  <a:pt x="1113768" y="331260"/>
                </a:lnTo>
                <a:lnTo>
                  <a:pt x="1094365" y="331327"/>
                </a:lnTo>
                <a:lnTo>
                  <a:pt x="1074963" y="331375"/>
                </a:lnTo>
                <a:lnTo>
                  <a:pt x="1055561" y="331432"/>
                </a:lnTo>
                <a:lnTo>
                  <a:pt x="1036158" y="331480"/>
                </a:lnTo>
                <a:lnTo>
                  <a:pt x="1016756" y="331527"/>
                </a:lnTo>
                <a:lnTo>
                  <a:pt x="997344" y="331565"/>
                </a:lnTo>
                <a:lnTo>
                  <a:pt x="977941" y="331603"/>
                </a:lnTo>
                <a:lnTo>
                  <a:pt x="958539" y="331651"/>
                </a:lnTo>
                <a:lnTo>
                  <a:pt x="939136" y="331680"/>
                </a:lnTo>
                <a:lnTo>
                  <a:pt x="919734" y="331708"/>
                </a:lnTo>
                <a:lnTo>
                  <a:pt x="900332" y="331746"/>
                </a:lnTo>
                <a:lnTo>
                  <a:pt x="880929" y="331765"/>
                </a:lnTo>
                <a:lnTo>
                  <a:pt x="861527" y="331794"/>
                </a:lnTo>
                <a:lnTo>
                  <a:pt x="842115" y="331813"/>
                </a:lnTo>
                <a:lnTo>
                  <a:pt x="822712" y="331832"/>
                </a:lnTo>
                <a:lnTo>
                  <a:pt x="803310" y="331841"/>
                </a:lnTo>
                <a:lnTo>
                  <a:pt x="783908" y="331861"/>
                </a:lnTo>
                <a:lnTo>
                  <a:pt x="764505" y="331870"/>
                </a:lnTo>
                <a:lnTo>
                  <a:pt x="745103" y="331870"/>
                </a:lnTo>
                <a:lnTo>
                  <a:pt x="725700" y="331880"/>
                </a:lnTo>
                <a:lnTo>
                  <a:pt x="706288" y="331880"/>
                </a:lnTo>
                <a:lnTo>
                  <a:pt x="686886" y="331880"/>
                </a:lnTo>
                <a:lnTo>
                  <a:pt x="667483" y="331870"/>
                </a:lnTo>
                <a:lnTo>
                  <a:pt x="648081" y="331870"/>
                </a:lnTo>
                <a:lnTo>
                  <a:pt x="628679" y="331861"/>
                </a:lnTo>
                <a:lnTo>
                  <a:pt x="609276" y="331841"/>
                </a:lnTo>
                <a:lnTo>
                  <a:pt x="589874" y="331822"/>
                </a:lnTo>
                <a:lnTo>
                  <a:pt x="570471" y="331813"/>
                </a:lnTo>
                <a:lnTo>
                  <a:pt x="551059" y="331784"/>
                </a:lnTo>
                <a:lnTo>
                  <a:pt x="531657" y="331756"/>
                </a:lnTo>
                <a:lnTo>
                  <a:pt x="512255" y="331727"/>
                </a:lnTo>
                <a:lnTo>
                  <a:pt x="492852" y="331689"/>
                </a:lnTo>
                <a:lnTo>
                  <a:pt x="473450" y="331651"/>
                </a:lnTo>
                <a:lnTo>
                  <a:pt x="454047" y="331603"/>
                </a:lnTo>
                <a:lnTo>
                  <a:pt x="434645" y="331565"/>
                </a:lnTo>
                <a:lnTo>
                  <a:pt x="415242" y="331508"/>
                </a:lnTo>
                <a:lnTo>
                  <a:pt x="395830" y="331451"/>
                </a:lnTo>
                <a:lnTo>
                  <a:pt x="376428" y="331394"/>
                </a:lnTo>
                <a:lnTo>
                  <a:pt x="357026" y="331318"/>
                </a:lnTo>
                <a:lnTo>
                  <a:pt x="337623" y="331241"/>
                </a:lnTo>
                <a:lnTo>
                  <a:pt x="318221" y="331165"/>
                </a:lnTo>
                <a:lnTo>
                  <a:pt x="298818" y="331079"/>
                </a:lnTo>
                <a:lnTo>
                  <a:pt x="279416" y="330984"/>
                </a:lnTo>
                <a:lnTo>
                  <a:pt x="260013" y="330879"/>
                </a:lnTo>
                <a:lnTo>
                  <a:pt x="240611" y="330765"/>
                </a:lnTo>
                <a:lnTo>
                  <a:pt x="221209" y="330641"/>
                </a:lnTo>
                <a:lnTo>
                  <a:pt x="201806" y="330498"/>
                </a:lnTo>
                <a:lnTo>
                  <a:pt x="182404" y="330356"/>
                </a:lnTo>
                <a:lnTo>
                  <a:pt x="163001" y="330184"/>
                </a:lnTo>
                <a:lnTo>
                  <a:pt x="143599" y="330003"/>
                </a:lnTo>
                <a:lnTo>
                  <a:pt x="124196" y="329803"/>
                </a:lnTo>
                <a:lnTo>
                  <a:pt x="104794" y="329575"/>
                </a:lnTo>
                <a:lnTo>
                  <a:pt x="85401" y="329308"/>
                </a:lnTo>
                <a:lnTo>
                  <a:pt x="65999" y="328994"/>
                </a:lnTo>
                <a:lnTo>
                  <a:pt x="46606" y="328613"/>
                </a:lnTo>
                <a:lnTo>
                  <a:pt x="27222" y="328108"/>
                </a:lnTo>
                <a:lnTo>
                  <a:pt x="7858" y="327317"/>
                </a:lnTo>
                <a:lnTo>
                  <a:pt x="3600" y="317373"/>
                </a:lnTo>
                <a:lnTo>
                  <a:pt x="3343" y="305152"/>
                </a:lnTo>
                <a:lnTo>
                  <a:pt x="3086" y="292922"/>
                </a:lnTo>
                <a:lnTo>
                  <a:pt x="2829" y="280692"/>
                </a:lnTo>
                <a:lnTo>
                  <a:pt x="2572" y="268462"/>
                </a:lnTo>
                <a:lnTo>
                  <a:pt x="2315" y="256232"/>
                </a:lnTo>
                <a:lnTo>
                  <a:pt x="2057" y="244002"/>
                </a:lnTo>
                <a:lnTo>
                  <a:pt x="1800" y="231781"/>
                </a:lnTo>
                <a:lnTo>
                  <a:pt x="1543" y="219551"/>
                </a:lnTo>
                <a:lnTo>
                  <a:pt x="1286" y="207321"/>
                </a:lnTo>
                <a:lnTo>
                  <a:pt x="1029" y="195091"/>
                </a:lnTo>
                <a:lnTo>
                  <a:pt x="772" y="182861"/>
                </a:lnTo>
                <a:lnTo>
                  <a:pt x="514" y="170631"/>
                </a:lnTo>
                <a:lnTo>
                  <a:pt x="257" y="158410"/>
                </a:lnTo>
                <a:lnTo>
                  <a:pt x="0" y="146180"/>
                </a:lnTo>
                <a:lnTo>
                  <a:pt x="7115" y="138179"/>
                </a:lnTo>
                <a:lnTo>
                  <a:pt x="26470" y="137293"/>
                </a:lnTo>
                <a:lnTo>
                  <a:pt x="45834" y="136541"/>
                </a:lnTo>
                <a:lnTo>
                  <a:pt x="65218" y="135922"/>
                </a:lnTo>
                <a:lnTo>
                  <a:pt x="84601" y="135407"/>
                </a:lnTo>
                <a:lnTo>
                  <a:pt x="103994" y="134998"/>
                </a:lnTo>
                <a:lnTo>
                  <a:pt x="123396" y="134684"/>
                </a:lnTo>
                <a:lnTo>
                  <a:pt x="142789" y="134455"/>
                </a:lnTo>
                <a:lnTo>
                  <a:pt x="162192" y="134293"/>
                </a:lnTo>
                <a:lnTo>
                  <a:pt x="181594" y="134207"/>
                </a:lnTo>
                <a:lnTo>
                  <a:pt x="201006" y="134179"/>
                </a:lnTo>
                <a:lnTo>
                  <a:pt x="220409" y="134217"/>
                </a:lnTo>
                <a:lnTo>
                  <a:pt x="239811" y="134303"/>
                </a:lnTo>
                <a:lnTo>
                  <a:pt x="259213" y="134436"/>
                </a:lnTo>
                <a:lnTo>
                  <a:pt x="278616" y="134617"/>
                </a:lnTo>
                <a:lnTo>
                  <a:pt x="298018" y="134845"/>
                </a:lnTo>
                <a:lnTo>
                  <a:pt x="317411" y="135112"/>
                </a:lnTo>
                <a:lnTo>
                  <a:pt x="336814" y="135417"/>
                </a:lnTo>
                <a:lnTo>
                  <a:pt x="356206" y="135750"/>
                </a:lnTo>
                <a:lnTo>
                  <a:pt x="375599" y="136122"/>
                </a:lnTo>
                <a:lnTo>
                  <a:pt x="394992" y="136512"/>
                </a:lnTo>
                <a:lnTo>
                  <a:pt x="414385" y="136931"/>
                </a:lnTo>
                <a:lnTo>
                  <a:pt x="433778" y="137379"/>
                </a:lnTo>
                <a:lnTo>
                  <a:pt x="453171" y="137855"/>
                </a:lnTo>
                <a:lnTo>
                  <a:pt x="472554" y="138341"/>
                </a:lnTo>
                <a:lnTo>
                  <a:pt x="491947" y="138855"/>
                </a:lnTo>
                <a:lnTo>
                  <a:pt x="511331" y="139379"/>
                </a:lnTo>
                <a:lnTo>
                  <a:pt x="530714" y="139922"/>
                </a:lnTo>
                <a:lnTo>
                  <a:pt x="550097" y="140484"/>
                </a:lnTo>
                <a:lnTo>
                  <a:pt x="569481" y="141056"/>
                </a:lnTo>
                <a:lnTo>
                  <a:pt x="588864" y="141646"/>
                </a:lnTo>
                <a:lnTo>
                  <a:pt x="608238" y="142237"/>
                </a:lnTo>
                <a:lnTo>
                  <a:pt x="627621" y="142837"/>
                </a:lnTo>
                <a:lnTo>
                  <a:pt x="647005" y="143456"/>
                </a:lnTo>
                <a:lnTo>
                  <a:pt x="666379" y="144075"/>
                </a:lnTo>
                <a:lnTo>
                  <a:pt x="685762" y="144694"/>
                </a:lnTo>
                <a:lnTo>
                  <a:pt x="705136" y="145323"/>
                </a:lnTo>
                <a:lnTo>
                  <a:pt x="724510" y="145961"/>
                </a:lnTo>
                <a:lnTo>
                  <a:pt x="743893" y="146590"/>
                </a:lnTo>
                <a:lnTo>
                  <a:pt x="763267" y="147228"/>
                </a:lnTo>
                <a:lnTo>
                  <a:pt x="782650" y="147857"/>
                </a:lnTo>
                <a:lnTo>
                  <a:pt x="802024" y="148495"/>
                </a:lnTo>
                <a:lnTo>
                  <a:pt x="821398" y="149123"/>
                </a:lnTo>
                <a:lnTo>
                  <a:pt x="840781" y="149752"/>
                </a:lnTo>
                <a:lnTo>
                  <a:pt x="860155" y="150371"/>
                </a:lnTo>
                <a:lnTo>
                  <a:pt x="879539" y="150990"/>
                </a:lnTo>
                <a:lnTo>
                  <a:pt x="898922" y="151600"/>
                </a:lnTo>
                <a:lnTo>
                  <a:pt x="918296" y="152200"/>
                </a:lnTo>
                <a:lnTo>
                  <a:pt x="937679" y="152791"/>
                </a:lnTo>
                <a:lnTo>
                  <a:pt x="957062" y="153372"/>
                </a:lnTo>
                <a:lnTo>
                  <a:pt x="976446" y="153943"/>
                </a:lnTo>
                <a:lnTo>
                  <a:pt x="995829" y="154496"/>
                </a:lnTo>
                <a:lnTo>
                  <a:pt x="1015213" y="155029"/>
                </a:lnTo>
                <a:lnTo>
                  <a:pt x="1034596" y="155553"/>
                </a:lnTo>
                <a:lnTo>
                  <a:pt x="1053989" y="156048"/>
                </a:lnTo>
                <a:lnTo>
                  <a:pt x="1073372" y="156534"/>
                </a:lnTo>
                <a:lnTo>
                  <a:pt x="1092765" y="156991"/>
                </a:lnTo>
                <a:lnTo>
                  <a:pt x="1112158" y="157429"/>
                </a:lnTo>
                <a:lnTo>
                  <a:pt x="1131551" y="157839"/>
                </a:lnTo>
                <a:lnTo>
                  <a:pt x="1150944" y="158210"/>
                </a:lnTo>
                <a:lnTo>
                  <a:pt x="1170337" y="158563"/>
                </a:lnTo>
                <a:lnTo>
                  <a:pt x="1189739" y="158877"/>
                </a:lnTo>
                <a:lnTo>
                  <a:pt x="1209132" y="159163"/>
                </a:lnTo>
                <a:lnTo>
                  <a:pt x="1228535" y="159401"/>
                </a:lnTo>
                <a:lnTo>
                  <a:pt x="1247937" y="159601"/>
                </a:lnTo>
                <a:lnTo>
                  <a:pt x="1267339" y="159744"/>
                </a:lnTo>
                <a:lnTo>
                  <a:pt x="1286742" y="159849"/>
                </a:lnTo>
                <a:lnTo>
                  <a:pt x="1306144" y="159896"/>
                </a:lnTo>
                <a:lnTo>
                  <a:pt x="1325547" y="159887"/>
                </a:lnTo>
                <a:lnTo>
                  <a:pt x="1344949" y="159810"/>
                </a:lnTo>
                <a:lnTo>
                  <a:pt x="1364351" y="159658"/>
                </a:lnTo>
                <a:lnTo>
                  <a:pt x="1383754" y="159439"/>
                </a:lnTo>
                <a:lnTo>
                  <a:pt x="1403156" y="159125"/>
                </a:lnTo>
                <a:lnTo>
                  <a:pt x="1422549" y="158715"/>
                </a:lnTo>
                <a:lnTo>
                  <a:pt x="1441933" y="158210"/>
                </a:lnTo>
                <a:lnTo>
                  <a:pt x="1461306" y="157582"/>
                </a:lnTo>
                <a:lnTo>
                  <a:pt x="1480680" y="156820"/>
                </a:lnTo>
                <a:lnTo>
                  <a:pt x="1500026" y="155905"/>
                </a:lnTo>
                <a:lnTo>
                  <a:pt x="1519352" y="154829"/>
                </a:lnTo>
                <a:lnTo>
                  <a:pt x="1538649" y="153553"/>
                </a:lnTo>
                <a:lnTo>
                  <a:pt x="1557909" y="152048"/>
                </a:lnTo>
                <a:lnTo>
                  <a:pt x="1577102" y="150266"/>
                </a:lnTo>
                <a:lnTo>
                  <a:pt x="1596219" y="148171"/>
                </a:lnTo>
                <a:lnTo>
                  <a:pt x="1615211" y="145666"/>
                </a:lnTo>
                <a:lnTo>
                  <a:pt x="1634023" y="142665"/>
                </a:lnTo>
                <a:lnTo>
                  <a:pt x="1652540" y="139017"/>
                </a:lnTo>
                <a:lnTo>
                  <a:pt x="1670561" y="134493"/>
                </a:lnTo>
                <a:lnTo>
                  <a:pt x="1687678" y="128759"/>
                </a:lnTo>
                <a:lnTo>
                  <a:pt x="1702965" y="121272"/>
                </a:lnTo>
                <a:lnTo>
                  <a:pt x="1714395" y="111462"/>
                </a:lnTo>
                <a:lnTo>
                  <a:pt x="1718996" y="99670"/>
                </a:lnTo>
                <a:lnTo>
                  <a:pt x="1732007" y="93545"/>
                </a:lnTo>
                <a:lnTo>
                  <a:pt x="1750266" y="89411"/>
                </a:lnTo>
                <a:lnTo>
                  <a:pt x="1768278" y="84868"/>
                </a:lnTo>
                <a:lnTo>
                  <a:pt x="1786061" y="79972"/>
                </a:lnTo>
                <a:lnTo>
                  <a:pt x="1803616" y="74762"/>
                </a:lnTo>
                <a:lnTo>
                  <a:pt x="1820932" y="69247"/>
                </a:lnTo>
                <a:lnTo>
                  <a:pt x="1838020" y="63456"/>
                </a:lnTo>
                <a:lnTo>
                  <a:pt x="1854870" y="57388"/>
                </a:lnTo>
                <a:lnTo>
                  <a:pt x="1871472" y="51064"/>
                </a:lnTo>
                <a:lnTo>
                  <a:pt x="1887826" y="44482"/>
                </a:lnTo>
                <a:lnTo>
                  <a:pt x="1903924" y="37652"/>
                </a:lnTo>
                <a:lnTo>
                  <a:pt x="1919764" y="30585"/>
                </a:lnTo>
                <a:lnTo>
                  <a:pt x="1935318" y="23279"/>
                </a:lnTo>
                <a:lnTo>
                  <a:pt x="1950596" y="15745"/>
                </a:lnTo>
                <a:lnTo>
                  <a:pt x="1965598" y="7982"/>
                </a:lnTo>
                <a:lnTo>
                  <a:pt x="198029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8D9EB241-3547-4767-A0C7-F82F0377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770" y="3841252"/>
            <a:ext cx="1980457" cy="1248223"/>
          </a:xfrm>
          <a:custGeom xmlns:a="http://schemas.openxmlformats.org/drawingml/2006/main">
            <a:pathLst>
              <a:path w="1980457" h="1248223">
                <a:moveTo>
                  <a:pt x="0" y="1248223"/>
                </a:moveTo>
                <a:lnTo>
                  <a:pt x="31794" y="1248223"/>
                </a:lnTo>
                <a:lnTo>
                  <a:pt x="63598" y="1248223"/>
                </a:lnTo>
                <a:lnTo>
                  <a:pt x="95393" y="1248223"/>
                </a:lnTo>
                <a:lnTo>
                  <a:pt x="127197" y="1248223"/>
                </a:lnTo>
                <a:lnTo>
                  <a:pt x="158991" y="1248223"/>
                </a:lnTo>
                <a:lnTo>
                  <a:pt x="190786" y="1248223"/>
                </a:lnTo>
                <a:lnTo>
                  <a:pt x="222590" y="1248223"/>
                </a:lnTo>
                <a:lnTo>
                  <a:pt x="254384" y="1248223"/>
                </a:lnTo>
                <a:lnTo>
                  <a:pt x="286188" y="1248223"/>
                </a:lnTo>
                <a:lnTo>
                  <a:pt x="317983" y="1248223"/>
                </a:lnTo>
                <a:lnTo>
                  <a:pt x="349787" y="1248223"/>
                </a:lnTo>
                <a:lnTo>
                  <a:pt x="381581" y="1248223"/>
                </a:lnTo>
                <a:lnTo>
                  <a:pt x="413375" y="1248223"/>
                </a:lnTo>
                <a:lnTo>
                  <a:pt x="445179" y="1248223"/>
                </a:lnTo>
                <a:lnTo>
                  <a:pt x="476974" y="1248223"/>
                </a:lnTo>
                <a:lnTo>
                  <a:pt x="508778" y="1248223"/>
                </a:lnTo>
                <a:lnTo>
                  <a:pt x="540572" y="1248223"/>
                </a:lnTo>
                <a:lnTo>
                  <a:pt x="572367" y="1248223"/>
                </a:lnTo>
                <a:lnTo>
                  <a:pt x="604171" y="1248223"/>
                </a:lnTo>
                <a:lnTo>
                  <a:pt x="635965" y="1248223"/>
                </a:lnTo>
                <a:lnTo>
                  <a:pt x="667769" y="1248223"/>
                </a:lnTo>
                <a:lnTo>
                  <a:pt x="699564" y="1248223"/>
                </a:lnTo>
                <a:lnTo>
                  <a:pt x="731358" y="1248223"/>
                </a:lnTo>
                <a:lnTo>
                  <a:pt x="763162" y="1248223"/>
                </a:lnTo>
                <a:lnTo>
                  <a:pt x="794956" y="1248223"/>
                </a:lnTo>
                <a:lnTo>
                  <a:pt x="826760" y="1248223"/>
                </a:lnTo>
                <a:lnTo>
                  <a:pt x="858555" y="1248223"/>
                </a:lnTo>
                <a:lnTo>
                  <a:pt x="890349" y="1248223"/>
                </a:lnTo>
                <a:lnTo>
                  <a:pt x="922153" y="1248223"/>
                </a:lnTo>
                <a:lnTo>
                  <a:pt x="953948" y="1248223"/>
                </a:lnTo>
                <a:lnTo>
                  <a:pt x="985752" y="1248223"/>
                </a:lnTo>
                <a:lnTo>
                  <a:pt x="1017546" y="1248223"/>
                </a:lnTo>
                <a:lnTo>
                  <a:pt x="1049350" y="1248223"/>
                </a:lnTo>
                <a:lnTo>
                  <a:pt x="1081145" y="1248223"/>
                </a:lnTo>
                <a:lnTo>
                  <a:pt x="1112939" y="1248223"/>
                </a:lnTo>
                <a:lnTo>
                  <a:pt x="1144743" y="1248223"/>
                </a:lnTo>
                <a:lnTo>
                  <a:pt x="1176538" y="1248223"/>
                </a:lnTo>
                <a:lnTo>
                  <a:pt x="1208342" y="1248223"/>
                </a:lnTo>
                <a:lnTo>
                  <a:pt x="1240136" y="1248223"/>
                </a:lnTo>
                <a:lnTo>
                  <a:pt x="1271930" y="1248223"/>
                </a:lnTo>
                <a:lnTo>
                  <a:pt x="1303734" y="1248223"/>
                </a:lnTo>
                <a:lnTo>
                  <a:pt x="1335215" y="1245965"/>
                </a:lnTo>
                <a:lnTo>
                  <a:pt x="1366523" y="1242460"/>
                </a:lnTo>
                <a:lnTo>
                  <a:pt x="1397832" y="1238964"/>
                </a:lnTo>
                <a:lnTo>
                  <a:pt x="1429141" y="1235459"/>
                </a:lnTo>
                <a:lnTo>
                  <a:pt x="1460449" y="1231964"/>
                </a:lnTo>
                <a:lnTo>
                  <a:pt x="1491758" y="1228458"/>
                </a:lnTo>
                <a:lnTo>
                  <a:pt x="1523076" y="1224953"/>
                </a:lnTo>
                <a:lnTo>
                  <a:pt x="1554385" y="1221457"/>
                </a:lnTo>
                <a:lnTo>
                  <a:pt x="1578283" y="1209199"/>
                </a:lnTo>
                <a:lnTo>
                  <a:pt x="1600343" y="1194768"/>
                </a:lnTo>
                <a:lnTo>
                  <a:pt x="1622412" y="1180328"/>
                </a:lnTo>
                <a:lnTo>
                  <a:pt x="1644472" y="1165898"/>
                </a:lnTo>
                <a:lnTo>
                  <a:pt x="1666542" y="1151468"/>
                </a:lnTo>
                <a:lnTo>
                  <a:pt x="1688602" y="1137037"/>
                </a:lnTo>
                <a:lnTo>
                  <a:pt x="1710671" y="1122607"/>
                </a:lnTo>
                <a:lnTo>
                  <a:pt x="1732731" y="1108177"/>
                </a:lnTo>
                <a:lnTo>
                  <a:pt x="1754800" y="1093746"/>
                </a:lnTo>
                <a:lnTo>
                  <a:pt x="1776860" y="1079316"/>
                </a:lnTo>
                <a:lnTo>
                  <a:pt x="1798930" y="1064876"/>
                </a:lnTo>
                <a:lnTo>
                  <a:pt x="1820990" y="1050446"/>
                </a:lnTo>
                <a:lnTo>
                  <a:pt x="1843059" y="1036015"/>
                </a:lnTo>
                <a:lnTo>
                  <a:pt x="1865119" y="1021585"/>
                </a:lnTo>
                <a:lnTo>
                  <a:pt x="1887188" y="1007154"/>
                </a:lnTo>
                <a:lnTo>
                  <a:pt x="1909248" y="992724"/>
                </a:lnTo>
                <a:lnTo>
                  <a:pt x="1931318" y="978294"/>
                </a:lnTo>
                <a:lnTo>
                  <a:pt x="1953377" y="963863"/>
                </a:lnTo>
                <a:lnTo>
                  <a:pt x="1975447" y="949433"/>
                </a:lnTo>
                <a:lnTo>
                  <a:pt x="1980457" y="930659"/>
                </a:lnTo>
                <a:lnTo>
                  <a:pt x="1980457" y="910619"/>
                </a:lnTo>
                <a:lnTo>
                  <a:pt x="1980457" y="890578"/>
                </a:lnTo>
                <a:lnTo>
                  <a:pt x="1980457" y="870537"/>
                </a:lnTo>
                <a:lnTo>
                  <a:pt x="1980457" y="850497"/>
                </a:lnTo>
                <a:lnTo>
                  <a:pt x="1980457" y="830456"/>
                </a:lnTo>
                <a:lnTo>
                  <a:pt x="1980457" y="810416"/>
                </a:lnTo>
                <a:lnTo>
                  <a:pt x="1980457" y="790365"/>
                </a:lnTo>
                <a:lnTo>
                  <a:pt x="1980457" y="770325"/>
                </a:lnTo>
                <a:lnTo>
                  <a:pt x="1980457" y="750284"/>
                </a:lnTo>
                <a:lnTo>
                  <a:pt x="1980457" y="730244"/>
                </a:lnTo>
                <a:lnTo>
                  <a:pt x="1980457" y="710203"/>
                </a:lnTo>
                <a:lnTo>
                  <a:pt x="1980457" y="690162"/>
                </a:lnTo>
                <a:lnTo>
                  <a:pt x="1980457" y="670122"/>
                </a:lnTo>
                <a:lnTo>
                  <a:pt x="1980457" y="650081"/>
                </a:lnTo>
                <a:lnTo>
                  <a:pt x="1980457" y="630041"/>
                </a:lnTo>
                <a:lnTo>
                  <a:pt x="1980457" y="610000"/>
                </a:lnTo>
                <a:lnTo>
                  <a:pt x="1980457" y="589959"/>
                </a:lnTo>
                <a:lnTo>
                  <a:pt x="1980457" y="569909"/>
                </a:lnTo>
                <a:lnTo>
                  <a:pt x="1980457" y="549869"/>
                </a:lnTo>
                <a:lnTo>
                  <a:pt x="1980457" y="529828"/>
                </a:lnTo>
                <a:lnTo>
                  <a:pt x="1980457" y="509788"/>
                </a:lnTo>
                <a:lnTo>
                  <a:pt x="1980457" y="489747"/>
                </a:lnTo>
                <a:lnTo>
                  <a:pt x="1980457" y="469706"/>
                </a:lnTo>
                <a:lnTo>
                  <a:pt x="1980457" y="449666"/>
                </a:lnTo>
                <a:lnTo>
                  <a:pt x="1980457" y="429625"/>
                </a:lnTo>
                <a:lnTo>
                  <a:pt x="1980457" y="409585"/>
                </a:lnTo>
                <a:lnTo>
                  <a:pt x="1980457" y="389544"/>
                </a:lnTo>
                <a:lnTo>
                  <a:pt x="1980457" y="369494"/>
                </a:lnTo>
                <a:lnTo>
                  <a:pt x="1980457" y="349453"/>
                </a:lnTo>
                <a:lnTo>
                  <a:pt x="1980457" y="329413"/>
                </a:lnTo>
                <a:lnTo>
                  <a:pt x="1980457" y="309372"/>
                </a:lnTo>
                <a:lnTo>
                  <a:pt x="1980457" y="289331"/>
                </a:lnTo>
                <a:lnTo>
                  <a:pt x="1980457" y="269291"/>
                </a:lnTo>
                <a:lnTo>
                  <a:pt x="1980457" y="249250"/>
                </a:lnTo>
                <a:lnTo>
                  <a:pt x="1980457" y="229210"/>
                </a:lnTo>
                <a:lnTo>
                  <a:pt x="1980457" y="209169"/>
                </a:lnTo>
                <a:lnTo>
                  <a:pt x="1980457" y="189128"/>
                </a:lnTo>
                <a:lnTo>
                  <a:pt x="1980457" y="169078"/>
                </a:lnTo>
                <a:lnTo>
                  <a:pt x="1980457" y="149038"/>
                </a:lnTo>
                <a:lnTo>
                  <a:pt x="1980457" y="128997"/>
                </a:lnTo>
                <a:lnTo>
                  <a:pt x="1980457" y="108956"/>
                </a:lnTo>
                <a:lnTo>
                  <a:pt x="1980457" y="88916"/>
                </a:lnTo>
                <a:lnTo>
                  <a:pt x="1980457" y="68875"/>
                </a:lnTo>
                <a:lnTo>
                  <a:pt x="1980457" y="48835"/>
                </a:lnTo>
                <a:lnTo>
                  <a:pt x="1980457" y="28794"/>
                </a:lnTo>
                <a:lnTo>
                  <a:pt x="1980457" y="8753"/>
                </a:lnTo>
                <a:lnTo>
                  <a:pt x="1962541" y="0"/>
                </a:lnTo>
                <a:lnTo>
                  <a:pt x="1930746" y="0"/>
                </a:lnTo>
                <a:lnTo>
                  <a:pt x="1898942" y="0"/>
                </a:lnTo>
                <a:lnTo>
                  <a:pt x="1867148" y="0"/>
                </a:lnTo>
                <a:lnTo>
                  <a:pt x="1835344" y="0"/>
                </a:lnTo>
                <a:lnTo>
                  <a:pt x="1803549" y="0"/>
                </a:lnTo>
                <a:lnTo>
                  <a:pt x="1771755" y="0"/>
                </a:lnTo>
                <a:lnTo>
                  <a:pt x="1739951" y="0"/>
                </a:lnTo>
                <a:lnTo>
                  <a:pt x="1708156" y="0"/>
                </a:lnTo>
                <a:lnTo>
                  <a:pt x="1676352" y="0"/>
                </a:lnTo>
                <a:lnTo>
                  <a:pt x="1644558" y="0"/>
                </a:lnTo>
                <a:lnTo>
                  <a:pt x="1612754" y="0"/>
                </a:lnTo>
                <a:lnTo>
                  <a:pt x="1580960" y="0"/>
                </a:lnTo>
                <a:lnTo>
                  <a:pt x="1549165" y="0"/>
                </a:lnTo>
                <a:lnTo>
                  <a:pt x="1517361" y="0"/>
                </a:lnTo>
                <a:lnTo>
                  <a:pt x="1485567" y="0"/>
                </a:lnTo>
                <a:lnTo>
                  <a:pt x="1453763" y="0"/>
                </a:lnTo>
                <a:lnTo>
                  <a:pt x="1421968" y="0"/>
                </a:lnTo>
                <a:lnTo>
                  <a:pt x="1390174" y="0"/>
                </a:lnTo>
                <a:lnTo>
                  <a:pt x="1358370" y="0"/>
                </a:lnTo>
                <a:lnTo>
                  <a:pt x="1326575" y="0"/>
                </a:lnTo>
                <a:lnTo>
                  <a:pt x="1294771" y="0"/>
                </a:lnTo>
                <a:lnTo>
                  <a:pt x="1262977" y="0"/>
                </a:lnTo>
                <a:lnTo>
                  <a:pt x="1231182" y="0"/>
                </a:lnTo>
                <a:lnTo>
                  <a:pt x="1199378" y="0"/>
                </a:lnTo>
                <a:lnTo>
                  <a:pt x="1167584" y="0"/>
                </a:lnTo>
                <a:lnTo>
                  <a:pt x="1135780" y="0"/>
                </a:lnTo>
                <a:lnTo>
                  <a:pt x="1103986" y="0"/>
                </a:lnTo>
                <a:lnTo>
                  <a:pt x="1072182" y="0"/>
                </a:lnTo>
                <a:lnTo>
                  <a:pt x="1040387" y="0"/>
                </a:lnTo>
                <a:lnTo>
                  <a:pt x="1008593" y="0"/>
                </a:lnTo>
                <a:lnTo>
                  <a:pt x="976789" y="0"/>
                </a:lnTo>
                <a:lnTo>
                  <a:pt x="944994" y="0"/>
                </a:lnTo>
                <a:lnTo>
                  <a:pt x="913190" y="0"/>
                </a:lnTo>
                <a:lnTo>
                  <a:pt x="881396" y="0"/>
                </a:lnTo>
                <a:lnTo>
                  <a:pt x="849601" y="0"/>
                </a:lnTo>
                <a:lnTo>
                  <a:pt x="817797" y="0"/>
                </a:lnTo>
                <a:lnTo>
                  <a:pt x="786003" y="0"/>
                </a:lnTo>
                <a:lnTo>
                  <a:pt x="754199" y="0"/>
                </a:lnTo>
                <a:lnTo>
                  <a:pt x="722405" y="0"/>
                </a:lnTo>
                <a:lnTo>
                  <a:pt x="690610" y="0"/>
                </a:lnTo>
                <a:lnTo>
                  <a:pt x="658806" y="0"/>
                </a:lnTo>
                <a:lnTo>
                  <a:pt x="627012" y="0"/>
                </a:lnTo>
                <a:lnTo>
                  <a:pt x="595208" y="0"/>
                </a:lnTo>
                <a:lnTo>
                  <a:pt x="563413" y="0"/>
                </a:lnTo>
                <a:lnTo>
                  <a:pt x="531619" y="0"/>
                </a:lnTo>
                <a:lnTo>
                  <a:pt x="499815" y="0"/>
                </a:lnTo>
                <a:lnTo>
                  <a:pt x="468020" y="0"/>
                </a:lnTo>
                <a:lnTo>
                  <a:pt x="436216" y="0"/>
                </a:lnTo>
                <a:lnTo>
                  <a:pt x="404422" y="0"/>
                </a:lnTo>
                <a:lnTo>
                  <a:pt x="372618" y="0"/>
                </a:lnTo>
                <a:lnTo>
                  <a:pt x="340824" y="0"/>
                </a:lnTo>
                <a:lnTo>
                  <a:pt x="309029" y="0"/>
                </a:lnTo>
                <a:lnTo>
                  <a:pt x="277225" y="0"/>
                </a:lnTo>
                <a:lnTo>
                  <a:pt x="245431" y="0"/>
                </a:lnTo>
                <a:lnTo>
                  <a:pt x="213627" y="0"/>
                </a:lnTo>
                <a:lnTo>
                  <a:pt x="181832" y="0"/>
                </a:lnTo>
                <a:lnTo>
                  <a:pt x="150038" y="0"/>
                </a:lnTo>
                <a:lnTo>
                  <a:pt x="118234" y="0"/>
                </a:lnTo>
                <a:lnTo>
                  <a:pt x="86439" y="0"/>
                </a:lnTo>
                <a:lnTo>
                  <a:pt x="54635" y="0"/>
                </a:lnTo>
                <a:lnTo>
                  <a:pt x="22841" y="0"/>
                </a:lnTo>
                <a:lnTo>
                  <a:pt x="0" y="5648"/>
                </a:lnTo>
                <a:lnTo>
                  <a:pt x="0" y="25689"/>
                </a:lnTo>
                <a:lnTo>
                  <a:pt x="0" y="45730"/>
                </a:lnTo>
                <a:lnTo>
                  <a:pt x="0" y="65770"/>
                </a:lnTo>
                <a:lnTo>
                  <a:pt x="0" y="85811"/>
                </a:lnTo>
                <a:lnTo>
                  <a:pt x="0" y="105851"/>
                </a:lnTo>
                <a:lnTo>
                  <a:pt x="0" y="125892"/>
                </a:lnTo>
                <a:lnTo>
                  <a:pt x="0" y="145933"/>
                </a:lnTo>
                <a:lnTo>
                  <a:pt x="0" y="165983"/>
                </a:lnTo>
                <a:lnTo>
                  <a:pt x="0" y="186023"/>
                </a:lnTo>
                <a:lnTo>
                  <a:pt x="0" y="206064"/>
                </a:lnTo>
                <a:lnTo>
                  <a:pt x="0" y="226104"/>
                </a:lnTo>
                <a:lnTo>
                  <a:pt x="0" y="246145"/>
                </a:lnTo>
                <a:lnTo>
                  <a:pt x="0" y="266186"/>
                </a:lnTo>
                <a:lnTo>
                  <a:pt x="0" y="286226"/>
                </a:lnTo>
                <a:lnTo>
                  <a:pt x="0" y="306267"/>
                </a:lnTo>
                <a:lnTo>
                  <a:pt x="0" y="326307"/>
                </a:lnTo>
                <a:lnTo>
                  <a:pt x="0" y="346348"/>
                </a:lnTo>
                <a:lnTo>
                  <a:pt x="0" y="366398"/>
                </a:lnTo>
                <a:lnTo>
                  <a:pt x="0" y="386439"/>
                </a:lnTo>
                <a:lnTo>
                  <a:pt x="0" y="406479"/>
                </a:lnTo>
                <a:lnTo>
                  <a:pt x="0" y="426520"/>
                </a:lnTo>
                <a:lnTo>
                  <a:pt x="0" y="446561"/>
                </a:lnTo>
                <a:lnTo>
                  <a:pt x="0" y="466601"/>
                </a:lnTo>
                <a:lnTo>
                  <a:pt x="0" y="486642"/>
                </a:lnTo>
                <a:lnTo>
                  <a:pt x="0" y="506682"/>
                </a:lnTo>
                <a:lnTo>
                  <a:pt x="0" y="526723"/>
                </a:lnTo>
                <a:lnTo>
                  <a:pt x="0" y="546764"/>
                </a:lnTo>
                <a:lnTo>
                  <a:pt x="0" y="566814"/>
                </a:lnTo>
                <a:lnTo>
                  <a:pt x="0" y="586854"/>
                </a:lnTo>
                <a:lnTo>
                  <a:pt x="0" y="606895"/>
                </a:lnTo>
                <a:lnTo>
                  <a:pt x="0" y="626935"/>
                </a:lnTo>
                <a:lnTo>
                  <a:pt x="0" y="646976"/>
                </a:lnTo>
                <a:lnTo>
                  <a:pt x="0" y="667017"/>
                </a:lnTo>
                <a:lnTo>
                  <a:pt x="0" y="687057"/>
                </a:lnTo>
                <a:lnTo>
                  <a:pt x="0" y="707098"/>
                </a:lnTo>
                <a:lnTo>
                  <a:pt x="0" y="727139"/>
                </a:lnTo>
                <a:lnTo>
                  <a:pt x="0" y="747179"/>
                </a:lnTo>
                <a:lnTo>
                  <a:pt x="0" y="767220"/>
                </a:lnTo>
                <a:lnTo>
                  <a:pt x="0" y="787270"/>
                </a:lnTo>
                <a:lnTo>
                  <a:pt x="0" y="807310"/>
                </a:lnTo>
                <a:lnTo>
                  <a:pt x="0" y="827351"/>
                </a:lnTo>
                <a:lnTo>
                  <a:pt x="0" y="847392"/>
                </a:lnTo>
                <a:lnTo>
                  <a:pt x="0" y="867432"/>
                </a:lnTo>
                <a:lnTo>
                  <a:pt x="0" y="887473"/>
                </a:lnTo>
                <a:lnTo>
                  <a:pt x="0" y="907513"/>
                </a:lnTo>
                <a:lnTo>
                  <a:pt x="0" y="927554"/>
                </a:lnTo>
                <a:lnTo>
                  <a:pt x="0" y="947595"/>
                </a:lnTo>
                <a:lnTo>
                  <a:pt x="0" y="967635"/>
                </a:lnTo>
                <a:lnTo>
                  <a:pt x="0" y="987685"/>
                </a:lnTo>
                <a:lnTo>
                  <a:pt x="0" y="1007726"/>
                </a:lnTo>
                <a:lnTo>
                  <a:pt x="0" y="1027767"/>
                </a:lnTo>
                <a:lnTo>
                  <a:pt x="0" y="1047807"/>
                </a:lnTo>
                <a:lnTo>
                  <a:pt x="0" y="1067848"/>
                </a:lnTo>
                <a:lnTo>
                  <a:pt x="0" y="1087888"/>
                </a:lnTo>
                <a:lnTo>
                  <a:pt x="0" y="1107929"/>
                </a:lnTo>
                <a:lnTo>
                  <a:pt x="0" y="1127970"/>
                </a:lnTo>
                <a:lnTo>
                  <a:pt x="0" y="1148010"/>
                </a:lnTo>
                <a:lnTo>
                  <a:pt x="0" y="1168051"/>
                </a:lnTo>
                <a:lnTo>
                  <a:pt x="0" y="1188101"/>
                </a:lnTo>
                <a:lnTo>
                  <a:pt x="0" y="1208141"/>
                </a:lnTo>
                <a:lnTo>
                  <a:pt x="0" y="1228182"/>
                </a:lnTo>
                <a:lnTo>
                  <a:pt x="0" y="1248223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2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C9E751A4-D24F-4607-B4E3-8748EEE1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770" y="3841252"/>
            <a:ext cx="1980457" cy="214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4D89C23B-C261-41F8-9143-BE799E34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0565" y="4787408"/>
            <a:ext cx="729663" cy="302304"/>
          </a:xfrm>
          <a:custGeom xmlns:a="http://schemas.openxmlformats.org/drawingml/2006/main">
            <a:pathLst>
              <a:path w="729663" h="302304">
                <a:moveTo>
                  <a:pt x="729663" y="0"/>
                </a:moveTo>
                <a:lnTo>
                  <a:pt x="728786" y="5010"/>
                </a:lnTo>
                <a:lnTo>
                  <a:pt x="727653" y="10011"/>
                </a:lnTo>
                <a:lnTo>
                  <a:pt x="726319" y="14983"/>
                </a:lnTo>
                <a:lnTo>
                  <a:pt x="724824" y="19936"/>
                </a:lnTo>
                <a:lnTo>
                  <a:pt x="723167" y="24870"/>
                </a:lnTo>
                <a:lnTo>
                  <a:pt x="721376" y="29785"/>
                </a:lnTo>
                <a:lnTo>
                  <a:pt x="719452" y="34681"/>
                </a:lnTo>
                <a:lnTo>
                  <a:pt x="717385" y="39557"/>
                </a:lnTo>
                <a:lnTo>
                  <a:pt x="715194" y="44406"/>
                </a:lnTo>
                <a:lnTo>
                  <a:pt x="712889" y="49235"/>
                </a:lnTo>
                <a:lnTo>
                  <a:pt x="710451" y="54045"/>
                </a:lnTo>
                <a:lnTo>
                  <a:pt x="707898" y="58826"/>
                </a:lnTo>
                <a:lnTo>
                  <a:pt x="705221" y="63579"/>
                </a:lnTo>
                <a:lnTo>
                  <a:pt x="702431" y="68304"/>
                </a:lnTo>
                <a:lnTo>
                  <a:pt x="699526" y="73009"/>
                </a:lnTo>
                <a:lnTo>
                  <a:pt x="696506" y="77676"/>
                </a:lnTo>
                <a:lnTo>
                  <a:pt x="693372" y="82325"/>
                </a:lnTo>
                <a:lnTo>
                  <a:pt x="690134" y="86935"/>
                </a:lnTo>
                <a:lnTo>
                  <a:pt x="686772" y="91516"/>
                </a:lnTo>
                <a:lnTo>
                  <a:pt x="683304" y="96060"/>
                </a:lnTo>
                <a:lnTo>
                  <a:pt x="679733" y="100574"/>
                </a:lnTo>
                <a:lnTo>
                  <a:pt x="676046" y="105051"/>
                </a:lnTo>
                <a:lnTo>
                  <a:pt x="672246" y="109490"/>
                </a:lnTo>
                <a:lnTo>
                  <a:pt x="668350" y="113890"/>
                </a:lnTo>
                <a:lnTo>
                  <a:pt x="664331" y="118262"/>
                </a:lnTo>
                <a:lnTo>
                  <a:pt x="660225" y="122587"/>
                </a:lnTo>
                <a:lnTo>
                  <a:pt x="655996" y="126873"/>
                </a:lnTo>
                <a:lnTo>
                  <a:pt x="651672" y="131112"/>
                </a:lnTo>
                <a:lnTo>
                  <a:pt x="647252" y="135322"/>
                </a:lnTo>
                <a:lnTo>
                  <a:pt x="642718" y="139475"/>
                </a:lnTo>
                <a:lnTo>
                  <a:pt x="638089" y="143589"/>
                </a:lnTo>
                <a:lnTo>
                  <a:pt x="633355" y="147657"/>
                </a:lnTo>
                <a:lnTo>
                  <a:pt x="628526" y="151686"/>
                </a:lnTo>
                <a:lnTo>
                  <a:pt x="623592" y="155658"/>
                </a:lnTo>
                <a:lnTo>
                  <a:pt x="618573" y="159582"/>
                </a:lnTo>
                <a:lnTo>
                  <a:pt x="613448" y="163459"/>
                </a:lnTo>
                <a:lnTo>
                  <a:pt x="608238" y="167288"/>
                </a:lnTo>
                <a:lnTo>
                  <a:pt x="602923" y="171059"/>
                </a:lnTo>
                <a:lnTo>
                  <a:pt x="597522" y="174784"/>
                </a:lnTo>
                <a:lnTo>
                  <a:pt x="592036" y="178451"/>
                </a:lnTo>
                <a:lnTo>
                  <a:pt x="586454" y="182070"/>
                </a:lnTo>
                <a:lnTo>
                  <a:pt x="580796" y="185633"/>
                </a:lnTo>
                <a:lnTo>
                  <a:pt x="575043" y="189147"/>
                </a:lnTo>
                <a:lnTo>
                  <a:pt x="569204" y="192596"/>
                </a:lnTo>
                <a:lnTo>
                  <a:pt x="563289" y="195996"/>
                </a:lnTo>
                <a:lnTo>
                  <a:pt x="557298" y="199339"/>
                </a:lnTo>
                <a:lnTo>
                  <a:pt x="551221" y="202616"/>
                </a:lnTo>
                <a:lnTo>
                  <a:pt x="545068" y="205845"/>
                </a:lnTo>
                <a:lnTo>
                  <a:pt x="538848" y="209017"/>
                </a:lnTo>
                <a:lnTo>
                  <a:pt x="532543" y="212131"/>
                </a:lnTo>
                <a:lnTo>
                  <a:pt x="526180" y="215179"/>
                </a:lnTo>
                <a:lnTo>
                  <a:pt x="519741" y="218180"/>
                </a:lnTo>
                <a:lnTo>
                  <a:pt x="513226" y="221113"/>
                </a:lnTo>
                <a:lnTo>
                  <a:pt x="506654" y="223990"/>
                </a:lnTo>
                <a:lnTo>
                  <a:pt x="500024" y="226809"/>
                </a:lnTo>
                <a:lnTo>
                  <a:pt x="493319" y="229572"/>
                </a:lnTo>
                <a:lnTo>
                  <a:pt x="486566" y="232277"/>
                </a:lnTo>
                <a:lnTo>
                  <a:pt x="479746" y="234925"/>
                </a:lnTo>
                <a:lnTo>
                  <a:pt x="472878" y="237506"/>
                </a:lnTo>
                <a:lnTo>
                  <a:pt x="465944" y="240030"/>
                </a:lnTo>
                <a:lnTo>
                  <a:pt x="458972" y="242497"/>
                </a:lnTo>
                <a:lnTo>
                  <a:pt x="451942" y="244907"/>
                </a:lnTo>
                <a:lnTo>
                  <a:pt x="444856" y="247259"/>
                </a:lnTo>
                <a:lnTo>
                  <a:pt x="437731" y="249555"/>
                </a:lnTo>
                <a:lnTo>
                  <a:pt x="430559" y="251793"/>
                </a:lnTo>
                <a:lnTo>
                  <a:pt x="423339" y="253975"/>
                </a:lnTo>
                <a:lnTo>
                  <a:pt x="416081" y="256099"/>
                </a:lnTo>
                <a:lnTo>
                  <a:pt x="408784" y="258175"/>
                </a:lnTo>
                <a:lnTo>
                  <a:pt x="401441" y="260185"/>
                </a:lnTo>
                <a:lnTo>
                  <a:pt x="394068" y="262138"/>
                </a:lnTo>
                <a:lnTo>
                  <a:pt x="386658" y="264043"/>
                </a:lnTo>
                <a:lnTo>
                  <a:pt x="379209" y="265890"/>
                </a:lnTo>
                <a:lnTo>
                  <a:pt x="371732" y="267691"/>
                </a:lnTo>
                <a:lnTo>
                  <a:pt x="364217" y="269434"/>
                </a:lnTo>
                <a:lnTo>
                  <a:pt x="356673" y="271120"/>
                </a:lnTo>
                <a:lnTo>
                  <a:pt x="349110" y="272758"/>
                </a:lnTo>
                <a:lnTo>
                  <a:pt x="341509" y="274339"/>
                </a:lnTo>
                <a:lnTo>
                  <a:pt x="333889" y="275873"/>
                </a:lnTo>
                <a:lnTo>
                  <a:pt x="326231" y="277358"/>
                </a:lnTo>
                <a:lnTo>
                  <a:pt x="318564" y="278797"/>
                </a:lnTo>
                <a:lnTo>
                  <a:pt x="310867" y="280178"/>
                </a:lnTo>
                <a:lnTo>
                  <a:pt x="303152" y="281521"/>
                </a:lnTo>
                <a:lnTo>
                  <a:pt x="295408" y="282807"/>
                </a:lnTo>
                <a:lnTo>
                  <a:pt x="287655" y="284045"/>
                </a:lnTo>
                <a:lnTo>
                  <a:pt x="279873" y="285245"/>
                </a:lnTo>
                <a:lnTo>
                  <a:pt x="272082" y="286388"/>
                </a:lnTo>
                <a:lnTo>
                  <a:pt x="264271" y="287493"/>
                </a:lnTo>
                <a:lnTo>
                  <a:pt x="256451" y="288550"/>
                </a:lnTo>
                <a:lnTo>
                  <a:pt x="248612" y="289570"/>
                </a:lnTo>
                <a:lnTo>
                  <a:pt x="240754" y="290532"/>
                </a:lnTo>
                <a:lnTo>
                  <a:pt x="232886" y="291465"/>
                </a:lnTo>
                <a:lnTo>
                  <a:pt x="225009" y="292351"/>
                </a:lnTo>
                <a:lnTo>
                  <a:pt x="217113" y="293189"/>
                </a:lnTo>
                <a:lnTo>
                  <a:pt x="209217" y="293989"/>
                </a:lnTo>
                <a:lnTo>
                  <a:pt x="201301" y="294751"/>
                </a:lnTo>
                <a:lnTo>
                  <a:pt x="193377" y="295475"/>
                </a:lnTo>
                <a:lnTo>
                  <a:pt x="185452" y="296151"/>
                </a:lnTo>
                <a:lnTo>
                  <a:pt x="177508" y="296789"/>
                </a:lnTo>
                <a:lnTo>
                  <a:pt x="169564" y="297399"/>
                </a:lnTo>
                <a:lnTo>
                  <a:pt x="161611" y="297961"/>
                </a:lnTo>
                <a:lnTo>
                  <a:pt x="153657" y="298494"/>
                </a:lnTo>
                <a:lnTo>
                  <a:pt x="145685" y="298980"/>
                </a:lnTo>
                <a:lnTo>
                  <a:pt x="137712" y="299437"/>
                </a:lnTo>
                <a:lnTo>
                  <a:pt x="129740" y="299857"/>
                </a:lnTo>
                <a:lnTo>
                  <a:pt x="121758" y="300238"/>
                </a:lnTo>
                <a:lnTo>
                  <a:pt x="113776" y="300590"/>
                </a:lnTo>
                <a:lnTo>
                  <a:pt x="105785" y="300904"/>
                </a:lnTo>
                <a:lnTo>
                  <a:pt x="97793" y="301190"/>
                </a:lnTo>
                <a:lnTo>
                  <a:pt x="89802" y="301438"/>
                </a:lnTo>
                <a:lnTo>
                  <a:pt x="81810" y="301657"/>
                </a:lnTo>
                <a:lnTo>
                  <a:pt x="73809" y="301838"/>
                </a:lnTo>
                <a:lnTo>
                  <a:pt x="65808" y="301990"/>
                </a:lnTo>
                <a:lnTo>
                  <a:pt x="57807" y="302114"/>
                </a:lnTo>
                <a:lnTo>
                  <a:pt x="49806" y="302209"/>
                </a:lnTo>
                <a:lnTo>
                  <a:pt x="41805" y="302266"/>
                </a:lnTo>
                <a:lnTo>
                  <a:pt x="33795" y="302295"/>
                </a:lnTo>
                <a:lnTo>
                  <a:pt x="25794" y="302304"/>
                </a:lnTo>
                <a:lnTo>
                  <a:pt x="17793" y="302276"/>
                </a:lnTo>
                <a:lnTo>
                  <a:pt x="9792" y="302219"/>
                </a:lnTo>
                <a:lnTo>
                  <a:pt x="1791" y="302133"/>
                </a:lnTo>
                <a:lnTo>
                  <a:pt x="0" y="302057"/>
                </a:lnTo>
                <a:lnTo>
                  <a:pt x="8001" y="301923"/>
                </a:lnTo>
                <a:lnTo>
                  <a:pt x="16002" y="301714"/>
                </a:lnTo>
                <a:lnTo>
                  <a:pt x="23993" y="301438"/>
                </a:lnTo>
                <a:lnTo>
                  <a:pt x="31975" y="301104"/>
                </a:lnTo>
                <a:lnTo>
                  <a:pt x="39957" y="300704"/>
                </a:lnTo>
                <a:lnTo>
                  <a:pt x="47930" y="300257"/>
                </a:lnTo>
                <a:lnTo>
                  <a:pt x="55893" y="299752"/>
                </a:lnTo>
                <a:lnTo>
                  <a:pt x="63846" y="299199"/>
                </a:lnTo>
                <a:lnTo>
                  <a:pt x="71790" y="298580"/>
                </a:lnTo>
                <a:lnTo>
                  <a:pt x="79724" y="297923"/>
                </a:lnTo>
                <a:lnTo>
                  <a:pt x="87640" y="297209"/>
                </a:lnTo>
                <a:lnTo>
                  <a:pt x="95555" y="296437"/>
                </a:lnTo>
                <a:lnTo>
                  <a:pt x="103451" y="295608"/>
                </a:lnTo>
                <a:lnTo>
                  <a:pt x="111328" y="294732"/>
                </a:lnTo>
                <a:lnTo>
                  <a:pt x="119196" y="293799"/>
                </a:lnTo>
                <a:lnTo>
                  <a:pt x="127044" y="292808"/>
                </a:lnTo>
                <a:lnTo>
                  <a:pt x="134874" y="291770"/>
                </a:lnTo>
                <a:lnTo>
                  <a:pt x="142685" y="290665"/>
                </a:lnTo>
                <a:lnTo>
                  <a:pt x="150476" y="289493"/>
                </a:lnTo>
                <a:lnTo>
                  <a:pt x="158239" y="288274"/>
                </a:lnTo>
                <a:lnTo>
                  <a:pt x="165973" y="286988"/>
                </a:lnTo>
                <a:lnTo>
                  <a:pt x="173688" y="285636"/>
                </a:lnTo>
                <a:lnTo>
                  <a:pt x="181375" y="284226"/>
                </a:lnTo>
                <a:lnTo>
                  <a:pt x="189024" y="282750"/>
                </a:lnTo>
                <a:lnTo>
                  <a:pt x="196644" y="281197"/>
                </a:lnTo>
                <a:lnTo>
                  <a:pt x="204216" y="279578"/>
                </a:lnTo>
                <a:lnTo>
                  <a:pt x="211760" y="277892"/>
                </a:lnTo>
                <a:lnTo>
                  <a:pt x="219256" y="276130"/>
                </a:lnTo>
                <a:lnTo>
                  <a:pt x="226714" y="274291"/>
                </a:lnTo>
                <a:lnTo>
                  <a:pt x="234115" y="272377"/>
                </a:lnTo>
                <a:lnTo>
                  <a:pt x="241468" y="270377"/>
                </a:lnTo>
                <a:lnTo>
                  <a:pt x="248764" y="268300"/>
                </a:lnTo>
                <a:lnTo>
                  <a:pt x="255994" y="266138"/>
                </a:lnTo>
                <a:lnTo>
                  <a:pt x="263157" y="263890"/>
                </a:lnTo>
                <a:lnTo>
                  <a:pt x="270253" y="261557"/>
                </a:lnTo>
                <a:lnTo>
                  <a:pt x="277263" y="259128"/>
                </a:lnTo>
                <a:lnTo>
                  <a:pt x="284197" y="256613"/>
                </a:lnTo>
                <a:lnTo>
                  <a:pt x="291046" y="253994"/>
                </a:lnTo>
                <a:lnTo>
                  <a:pt x="297790" y="251289"/>
                </a:lnTo>
                <a:lnTo>
                  <a:pt x="304438" y="248469"/>
                </a:lnTo>
                <a:lnTo>
                  <a:pt x="310972" y="245564"/>
                </a:lnTo>
                <a:lnTo>
                  <a:pt x="317392" y="242545"/>
                </a:lnTo>
                <a:lnTo>
                  <a:pt x="323679" y="239430"/>
                </a:lnTo>
                <a:lnTo>
                  <a:pt x="329841" y="236201"/>
                </a:lnTo>
                <a:lnTo>
                  <a:pt x="335852" y="232877"/>
                </a:lnTo>
                <a:lnTo>
                  <a:pt x="341709" y="229438"/>
                </a:lnTo>
                <a:lnTo>
                  <a:pt x="347405" y="225895"/>
                </a:lnTo>
                <a:lnTo>
                  <a:pt x="352930" y="222247"/>
                </a:lnTo>
                <a:lnTo>
                  <a:pt x="358264" y="218484"/>
                </a:lnTo>
                <a:lnTo>
                  <a:pt x="363417" y="214627"/>
                </a:lnTo>
                <a:lnTo>
                  <a:pt x="368370" y="210664"/>
                </a:lnTo>
                <a:lnTo>
                  <a:pt x="373104" y="206597"/>
                </a:lnTo>
                <a:lnTo>
                  <a:pt x="377628" y="202435"/>
                </a:lnTo>
                <a:lnTo>
                  <a:pt x="381924" y="198177"/>
                </a:lnTo>
                <a:lnTo>
                  <a:pt x="385991" y="193834"/>
                </a:lnTo>
                <a:lnTo>
                  <a:pt x="389820" y="189405"/>
                </a:lnTo>
                <a:lnTo>
                  <a:pt x="393402" y="184899"/>
                </a:lnTo>
                <a:lnTo>
                  <a:pt x="396735" y="180308"/>
                </a:lnTo>
                <a:lnTo>
                  <a:pt x="399821" y="175660"/>
                </a:lnTo>
                <a:lnTo>
                  <a:pt x="402660" y="170936"/>
                </a:lnTo>
                <a:lnTo>
                  <a:pt x="405241" y="166164"/>
                </a:lnTo>
                <a:lnTo>
                  <a:pt x="407575" y="161334"/>
                </a:lnTo>
                <a:lnTo>
                  <a:pt x="409651" y="156467"/>
                </a:lnTo>
                <a:lnTo>
                  <a:pt x="411480" y="151562"/>
                </a:lnTo>
                <a:lnTo>
                  <a:pt x="413071" y="146618"/>
                </a:lnTo>
                <a:lnTo>
                  <a:pt x="414423" y="141646"/>
                </a:lnTo>
                <a:lnTo>
                  <a:pt x="415538" y="136646"/>
                </a:lnTo>
                <a:lnTo>
                  <a:pt x="416423" y="131636"/>
                </a:lnTo>
                <a:lnTo>
                  <a:pt x="417090" y="126606"/>
                </a:lnTo>
                <a:lnTo>
                  <a:pt x="417538" y="121568"/>
                </a:lnTo>
                <a:lnTo>
                  <a:pt x="417776" y="116529"/>
                </a:lnTo>
                <a:lnTo>
                  <a:pt x="417814" y="111481"/>
                </a:lnTo>
                <a:lnTo>
                  <a:pt x="417652" y="106442"/>
                </a:lnTo>
                <a:lnTo>
                  <a:pt x="417309" y="101403"/>
                </a:lnTo>
                <a:lnTo>
                  <a:pt x="416776" y="96364"/>
                </a:lnTo>
                <a:lnTo>
                  <a:pt x="424186" y="95136"/>
                </a:lnTo>
                <a:lnTo>
                  <a:pt x="431987" y="94002"/>
                </a:lnTo>
                <a:lnTo>
                  <a:pt x="439760" y="92802"/>
                </a:lnTo>
                <a:lnTo>
                  <a:pt x="447504" y="91535"/>
                </a:lnTo>
                <a:lnTo>
                  <a:pt x="455228" y="90221"/>
                </a:lnTo>
                <a:lnTo>
                  <a:pt x="462934" y="88849"/>
                </a:lnTo>
                <a:lnTo>
                  <a:pt x="470611" y="87420"/>
                </a:lnTo>
                <a:lnTo>
                  <a:pt x="478260" y="85944"/>
                </a:lnTo>
                <a:lnTo>
                  <a:pt x="485889" y="84420"/>
                </a:lnTo>
                <a:lnTo>
                  <a:pt x="493500" y="82848"/>
                </a:lnTo>
                <a:lnTo>
                  <a:pt x="501082" y="81229"/>
                </a:lnTo>
                <a:lnTo>
                  <a:pt x="508635" y="79562"/>
                </a:lnTo>
                <a:lnTo>
                  <a:pt x="516160" y="77848"/>
                </a:lnTo>
                <a:lnTo>
                  <a:pt x="523665" y="76086"/>
                </a:lnTo>
                <a:lnTo>
                  <a:pt x="531133" y="74285"/>
                </a:lnTo>
                <a:lnTo>
                  <a:pt x="538582" y="72428"/>
                </a:lnTo>
                <a:lnTo>
                  <a:pt x="545992" y="70533"/>
                </a:lnTo>
                <a:lnTo>
                  <a:pt x="553374" y="68580"/>
                </a:lnTo>
                <a:lnTo>
                  <a:pt x="560727" y="66589"/>
                </a:lnTo>
                <a:lnTo>
                  <a:pt x="568042" y="64551"/>
                </a:lnTo>
                <a:lnTo>
                  <a:pt x="575329" y="62455"/>
                </a:lnTo>
                <a:lnTo>
                  <a:pt x="582578" y="60322"/>
                </a:lnTo>
                <a:lnTo>
                  <a:pt x="589788" y="58131"/>
                </a:lnTo>
                <a:lnTo>
                  <a:pt x="596960" y="55893"/>
                </a:lnTo>
                <a:lnTo>
                  <a:pt x="604104" y="53607"/>
                </a:lnTo>
                <a:lnTo>
                  <a:pt x="611191" y="51273"/>
                </a:lnTo>
                <a:lnTo>
                  <a:pt x="618249" y="48892"/>
                </a:lnTo>
                <a:lnTo>
                  <a:pt x="625250" y="46453"/>
                </a:lnTo>
                <a:lnTo>
                  <a:pt x="632212" y="43958"/>
                </a:lnTo>
                <a:lnTo>
                  <a:pt x="639128" y="41415"/>
                </a:lnTo>
                <a:lnTo>
                  <a:pt x="645985" y="38824"/>
                </a:lnTo>
                <a:lnTo>
                  <a:pt x="652796" y="36176"/>
                </a:lnTo>
                <a:lnTo>
                  <a:pt x="659559" y="33471"/>
                </a:lnTo>
                <a:lnTo>
                  <a:pt x="666255" y="30709"/>
                </a:lnTo>
                <a:lnTo>
                  <a:pt x="672903" y="27899"/>
                </a:lnTo>
                <a:lnTo>
                  <a:pt x="679485" y="25032"/>
                </a:lnTo>
                <a:lnTo>
                  <a:pt x="686000" y="22108"/>
                </a:lnTo>
                <a:lnTo>
                  <a:pt x="692458" y="19126"/>
                </a:lnTo>
                <a:lnTo>
                  <a:pt x="698849" y="16078"/>
                </a:lnTo>
                <a:lnTo>
                  <a:pt x="705164" y="12983"/>
                </a:lnTo>
                <a:lnTo>
                  <a:pt x="711403" y="9830"/>
                </a:lnTo>
                <a:lnTo>
                  <a:pt x="717566" y="6610"/>
                </a:lnTo>
                <a:lnTo>
                  <a:pt x="723652" y="3334"/>
                </a:lnTo>
                <a:lnTo>
                  <a:pt x="729663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4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F5943E6D-16D8-47A1-87FA-CE744F84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0434" y="2473081"/>
            <a:ext cx="1323823" cy="20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5" name="note-body-0">
            <a:extLst xmlns:a="http://schemas.openxmlformats.org/drawingml/2006/main">
              <a:ext uri="{FF2B5EF4-FFF2-40B4-BE49-F238E27FC236}">
                <a16:creationId xmlns:a16="http://schemas.microsoft.com/office/drawing/2014/main" id="{9D64E6D1-FC73-4BD3-8195-AF1038E1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327" y="2767013"/>
            <a:ext cx="155093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6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42A17178-650E-4599-AC5D-FABBC68C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8870" y="2473081"/>
            <a:ext cx="1323823" cy="20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7" name="note-body-1">
            <a:extLst xmlns:a="http://schemas.openxmlformats.org/drawingml/2006/main">
              <a:ext uri="{FF2B5EF4-FFF2-40B4-BE49-F238E27FC236}">
                <a16:creationId xmlns:a16="http://schemas.microsoft.com/office/drawing/2014/main" id="{12B01A49-3BBC-4AFB-994E-7A036078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763" y="2767013"/>
            <a:ext cx="155093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8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82275A40-0AA8-4C09-9C76-FEF35EF8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0434" y="3841252"/>
            <a:ext cx="1323823" cy="20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9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E5CE38F-3A1B-489D-B03E-0D5DDC49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327" y="4135193"/>
            <a:ext cx="155093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30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78B09F53-E28A-4D65-8C5E-6E5487D6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8870" y="3841252"/>
            <a:ext cx="1323823" cy="20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1" name="note-body-3">
            <a:extLst xmlns:a="http://schemas.openxmlformats.org/drawingml/2006/main">
              <a:ext uri="{FF2B5EF4-FFF2-40B4-BE49-F238E27FC236}">
                <a16:creationId xmlns:a16="http://schemas.microsoft.com/office/drawing/2014/main" id="{E3476731-C5FD-4308-A994-8CB48DA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763" y="4135193"/>
            <a:ext cx="155093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2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6DD6EA0E-6437-4111-9D80-79A7D4D8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334" y="2473081"/>
            <a:ext cx="419100" cy="20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7863645864f85">
            <a:extLst>
              <a:ext uri="{96DAC541-7B7A-43D3-8B79-37D633B846F1}">
                <asvg:svgBlip xmlns:asvg="http://schemas.microsoft.com/office/drawing/2016/SVG/main" r:embed="R5a07d5e0bd064d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76109" y="247991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A3A95124-1015-44D8-A6CF-4848D9EC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770" y="2473081"/>
            <a:ext cx="419100" cy="20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0a5f9f5aa4695">
            <a:extLst>
              <a:ext uri="{96DAC541-7B7A-43D3-8B79-37D633B846F1}">
                <asvg:svgBlip xmlns:asvg="http://schemas.microsoft.com/office/drawing/2016/SVG/main" r:embed="Reb99e25291e84c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4545" y="247991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61A58A24-AD35-4931-B6E8-06890E9C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334" y="3841252"/>
            <a:ext cx="419100" cy="20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32498136f42e9">
            <a:extLst>
              <a:ext uri="{96DAC541-7B7A-43D3-8B79-37D633B846F1}">
                <asvg:svgBlip xmlns:asvg="http://schemas.microsoft.com/office/drawing/2016/SVG/main" r:embed="R3a67b5712ea44c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76109" y="38481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E4E5E71B-4FB5-4937-B439-12F66818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770" y="3841252"/>
            <a:ext cx="419100" cy="20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d31f323d24448">
            <a:extLst>
              <a:ext uri="{96DAC541-7B7A-43D3-8B79-37D633B846F1}">
                <asvg:svgBlip xmlns:asvg="http://schemas.microsoft.com/office/drawing/2016/SVG/main" r:embed="R94cb615d4cf141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4545" y="38481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6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2026-09-08T00:23:52.9090000Z</dcterms:created>
  <dcterms:modified xsi:type="dcterms:W3CDTF">2026-09-08T00:23:52.9090000Z</dcterms:modified>
</coreProperties>
</file>