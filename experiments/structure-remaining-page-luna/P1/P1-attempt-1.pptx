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90b314e5c84bd0" /><Relationship Type="http://schemas.openxmlformats.org/officeDocument/2006/relationships/extended-properties" Target="/docProps/app.xml" Id="Rd7662e72bc364c03" /><Relationship Type="http://schemas.openxmlformats.org/officeDocument/2006/relationships/officeDocument" Target="/ppt/presentation.xml" Id="R02b1e9ff514347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c4308a0bc24d99"/>
  </p:sldMasterIdLst>
  <p:notesMasterIdLst>
    <p:notesMasterId xmlns:r="http://schemas.openxmlformats.org/officeDocument/2006/relationships" r:id="Rca7bb12e39b9412c"/>
  </p:notesMasterIdLst>
  <p:sldIdLst>
    <p:sldId xmlns:r="http://schemas.openxmlformats.org/officeDocument/2006/relationships" id="256" r:id="R1b5da275811d42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8f436de7d04166" /><Relationship Type="http://schemas.openxmlformats.org/officeDocument/2006/relationships/slideMaster" Target="/ppt/slideMasters/slideMaster1.xml" Id="R0dc4308a0bc24d99" /><Relationship Type="http://schemas.openxmlformats.org/officeDocument/2006/relationships/notesMaster" Target="/ppt/notesMasters/notesMaster1.xml" Id="Rca7bb12e39b9412c" /><Relationship Type="http://schemas.openxmlformats.org/officeDocument/2006/relationships/presProps" Target="/ppt/presProps.xml" Id="R814e82140d88409c" /><Relationship Type="http://schemas.openxmlformats.org/officeDocument/2006/relationships/tableStyles" Target="/ppt/tableStyles.xml" Id="Rfb5d6de252884f1f" /><Relationship Type="http://schemas.openxmlformats.org/officeDocument/2006/relationships/slide" Target="/ppt/slides/slide1.xml" Id="R1b5da275811d42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ee356c58d344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1dffc15c034f91" /><Relationship Type="http://schemas.openxmlformats.org/officeDocument/2006/relationships/notesMaster" Target="/ppt/notesMasters/notesMaster1.xml" Id="R6384071ae3af49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00511edc5f4e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059b5d8ed54207" /><Relationship Type="http://schemas.openxmlformats.org/officeDocument/2006/relationships/slideLayout" Target="/ppt/slideLayouts/slideLayout1.xml" Id="R4f66e30327764a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66e30327764a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21fc68637479f" /><Relationship Type="http://schemas.openxmlformats.org/officeDocument/2006/relationships/image" Target="/ppt/media/image.png" Id="R8fbaa9bbe1884ac6" /><Relationship Type="http://schemas.openxmlformats.org/officeDocument/2006/relationships/image" Target="/ppt/media/image.svg" Id="Rdbf0d32774bb4c07" /><Relationship Type="http://schemas.openxmlformats.org/officeDocument/2006/relationships/image" Target="/ppt/media/image2.png" Id="Rbcdc04e44ed9440a" /><Relationship Type="http://schemas.openxmlformats.org/officeDocument/2006/relationships/image" Target="/ppt/media/image2.svg" Id="Rdec231633aa3468b" /><Relationship Type="http://schemas.openxmlformats.org/officeDocument/2006/relationships/image" Target="/ppt/media/image3.png" Id="Re489ea93b6d8451e" /><Relationship Type="http://schemas.openxmlformats.org/officeDocument/2006/relationships/image" Target="/ppt/media/image3.svg" Id="R84b2ded9603445cc" /><Relationship Type="http://schemas.openxmlformats.org/officeDocument/2006/relationships/image" Target="/ppt/media/image4.png" Id="R7cc730492dc94c73" /><Relationship Type="http://schemas.openxmlformats.org/officeDocument/2006/relationships/image" Target="/ppt/media/image4.svg" Id="R3ec7077fff1243f8" /><Relationship Type="http://schemas.openxmlformats.org/officeDocument/2006/relationships/notesSlide" Target="/ppt/notesSlides/notesSlide1.xml" Id="R646185840f144c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paper">
            <a:extLst xmlns:a="http://schemas.openxmlformats.org/drawingml/2006/main">
              <a:ext uri="{FF2B5EF4-FFF2-40B4-BE49-F238E27FC236}">
                <a16:creationId xmlns:a16="http://schemas.microsoft.com/office/drawing/2014/main" id="{309D32F6-1016-4A53-9BC0-36D5F9AF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35ED3244-77BC-4879-93E6-4C34CBD1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CEDFA62A-5919-4C9C-99F9-623D9B22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交接验收：接手者能独立继续工作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822F336-A0C7-4001-AC88-0C601568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FD691B22-7C27-48B7-991B-34AC2683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049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验收看的是接手者能否独立继续工作，发送文件只是交接动作。</a:t>
            </a:r>
          </a:p>
        </p:txBody>
      </p:sp>
      <p:sp>
        <p:nvSpPr>
          <p:cNvPr id="6" name="plain-1-aux">
            <a:extLst xmlns:a="http://schemas.openxmlformats.org/drawingml/2006/main">
              <a:ext uri="{FF2B5EF4-FFF2-40B4-BE49-F238E27FC236}">
                <a16:creationId xmlns:a16="http://schemas.microsoft.com/office/drawing/2014/main" id="{98A79740-AAA4-4DF7-979E-845A6169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76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完成标准：接手者可以独立继续工作。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BF3CCF-9DDE-4116-9AD7-15351EEF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B255C57C-2000-43A4-983B-B9CBE45E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0095" y="3431677"/>
            <a:ext cx="1917049" cy="321202"/>
          </a:xfrm>
          <a:custGeom xmlns:a="http://schemas.openxmlformats.org/drawingml/2006/main">
            <a:pathLst>
              <a:path w="1917049" h="321202">
                <a:moveTo>
                  <a:pt x="1916449" y="0"/>
                </a:moveTo>
                <a:lnTo>
                  <a:pt x="1917049" y="11830"/>
                </a:lnTo>
                <a:lnTo>
                  <a:pt x="1916782" y="23660"/>
                </a:lnTo>
                <a:lnTo>
                  <a:pt x="1915858" y="35481"/>
                </a:lnTo>
                <a:lnTo>
                  <a:pt x="1914306" y="47282"/>
                </a:lnTo>
                <a:lnTo>
                  <a:pt x="1912172" y="59036"/>
                </a:lnTo>
                <a:lnTo>
                  <a:pt x="1909439" y="70742"/>
                </a:lnTo>
                <a:lnTo>
                  <a:pt x="1906124" y="82391"/>
                </a:lnTo>
                <a:lnTo>
                  <a:pt x="1902200" y="93974"/>
                </a:lnTo>
                <a:lnTo>
                  <a:pt x="1897675" y="105451"/>
                </a:lnTo>
                <a:lnTo>
                  <a:pt x="1892522" y="116834"/>
                </a:lnTo>
                <a:lnTo>
                  <a:pt x="1886741" y="128092"/>
                </a:lnTo>
                <a:lnTo>
                  <a:pt x="1880302" y="139217"/>
                </a:lnTo>
                <a:lnTo>
                  <a:pt x="1873215" y="150171"/>
                </a:lnTo>
                <a:lnTo>
                  <a:pt x="1865443" y="160944"/>
                </a:lnTo>
                <a:lnTo>
                  <a:pt x="1856994" y="171517"/>
                </a:lnTo>
                <a:lnTo>
                  <a:pt x="1847850" y="181851"/>
                </a:lnTo>
                <a:lnTo>
                  <a:pt x="1838011" y="191938"/>
                </a:lnTo>
                <a:lnTo>
                  <a:pt x="1827476" y="201730"/>
                </a:lnTo>
                <a:lnTo>
                  <a:pt x="1816256" y="211217"/>
                </a:lnTo>
                <a:lnTo>
                  <a:pt x="1804349" y="220370"/>
                </a:lnTo>
                <a:lnTo>
                  <a:pt x="1791786" y="229172"/>
                </a:lnTo>
                <a:lnTo>
                  <a:pt x="1778584" y="237582"/>
                </a:lnTo>
                <a:lnTo>
                  <a:pt x="1764763" y="245593"/>
                </a:lnTo>
                <a:lnTo>
                  <a:pt x="1750362" y="253184"/>
                </a:lnTo>
                <a:lnTo>
                  <a:pt x="1735417" y="260347"/>
                </a:lnTo>
                <a:lnTo>
                  <a:pt x="1719958" y="267071"/>
                </a:lnTo>
                <a:lnTo>
                  <a:pt x="1704042" y="273348"/>
                </a:lnTo>
                <a:lnTo>
                  <a:pt x="1687697" y="279168"/>
                </a:lnTo>
                <a:lnTo>
                  <a:pt x="1670971" y="284550"/>
                </a:lnTo>
                <a:lnTo>
                  <a:pt x="1653902" y="289484"/>
                </a:lnTo>
                <a:lnTo>
                  <a:pt x="1636538" y="293989"/>
                </a:lnTo>
                <a:lnTo>
                  <a:pt x="1618917" y="298066"/>
                </a:lnTo>
                <a:lnTo>
                  <a:pt x="1601057" y="301733"/>
                </a:lnTo>
                <a:lnTo>
                  <a:pt x="1583007" y="304991"/>
                </a:lnTo>
                <a:lnTo>
                  <a:pt x="1564796" y="307877"/>
                </a:lnTo>
                <a:lnTo>
                  <a:pt x="1546441" y="310382"/>
                </a:lnTo>
                <a:lnTo>
                  <a:pt x="1527981" y="312534"/>
                </a:lnTo>
                <a:lnTo>
                  <a:pt x="1509427" y="314354"/>
                </a:lnTo>
                <a:lnTo>
                  <a:pt x="1490796" y="315849"/>
                </a:lnTo>
                <a:lnTo>
                  <a:pt x="1472117" y="317030"/>
                </a:lnTo>
                <a:lnTo>
                  <a:pt x="1453391" y="317916"/>
                </a:lnTo>
                <a:lnTo>
                  <a:pt x="1434627" y="318335"/>
                </a:lnTo>
                <a:lnTo>
                  <a:pt x="1415853" y="318611"/>
                </a:lnTo>
                <a:lnTo>
                  <a:pt x="1397079" y="318830"/>
                </a:lnTo>
                <a:lnTo>
                  <a:pt x="1378306" y="319021"/>
                </a:lnTo>
                <a:lnTo>
                  <a:pt x="1359522" y="319183"/>
                </a:lnTo>
                <a:lnTo>
                  <a:pt x="1340749" y="319335"/>
                </a:lnTo>
                <a:lnTo>
                  <a:pt x="1321975" y="319469"/>
                </a:lnTo>
                <a:lnTo>
                  <a:pt x="1303191" y="319592"/>
                </a:lnTo>
                <a:lnTo>
                  <a:pt x="1284418" y="319707"/>
                </a:lnTo>
                <a:lnTo>
                  <a:pt x="1265644" y="319821"/>
                </a:lnTo>
                <a:lnTo>
                  <a:pt x="1246861" y="319916"/>
                </a:lnTo>
                <a:lnTo>
                  <a:pt x="1228087" y="320011"/>
                </a:lnTo>
                <a:lnTo>
                  <a:pt x="1209304" y="320097"/>
                </a:lnTo>
                <a:lnTo>
                  <a:pt x="1190530" y="320183"/>
                </a:lnTo>
                <a:lnTo>
                  <a:pt x="1171756" y="320269"/>
                </a:lnTo>
                <a:lnTo>
                  <a:pt x="1152973" y="320335"/>
                </a:lnTo>
                <a:lnTo>
                  <a:pt x="1134199" y="320411"/>
                </a:lnTo>
                <a:lnTo>
                  <a:pt x="1115416" y="320478"/>
                </a:lnTo>
                <a:lnTo>
                  <a:pt x="1096642" y="320535"/>
                </a:lnTo>
                <a:lnTo>
                  <a:pt x="1077859" y="320602"/>
                </a:lnTo>
                <a:lnTo>
                  <a:pt x="1059085" y="320659"/>
                </a:lnTo>
                <a:lnTo>
                  <a:pt x="1040311" y="320707"/>
                </a:lnTo>
                <a:lnTo>
                  <a:pt x="1021528" y="320754"/>
                </a:lnTo>
                <a:lnTo>
                  <a:pt x="1002754" y="320812"/>
                </a:lnTo>
                <a:lnTo>
                  <a:pt x="983971" y="320850"/>
                </a:lnTo>
                <a:lnTo>
                  <a:pt x="965197" y="320897"/>
                </a:lnTo>
                <a:lnTo>
                  <a:pt x="946414" y="320935"/>
                </a:lnTo>
                <a:lnTo>
                  <a:pt x="927640" y="320973"/>
                </a:lnTo>
                <a:lnTo>
                  <a:pt x="908856" y="321002"/>
                </a:lnTo>
                <a:lnTo>
                  <a:pt x="890083" y="321031"/>
                </a:lnTo>
                <a:lnTo>
                  <a:pt x="871299" y="321059"/>
                </a:lnTo>
                <a:lnTo>
                  <a:pt x="852526" y="321088"/>
                </a:lnTo>
                <a:lnTo>
                  <a:pt x="833752" y="321107"/>
                </a:lnTo>
                <a:lnTo>
                  <a:pt x="814969" y="321126"/>
                </a:lnTo>
                <a:lnTo>
                  <a:pt x="796195" y="321145"/>
                </a:lnTo>
                <a:lnTo>
                  <a:pt x="777411" y="321164"/>
                </a:lnTo>
                <a:lnTo>
                  <a:pt x="758638" y="321173"/>
                </a:lnTo>
                <a:lnTo>
                  <a:pt x="739854" y="321183"/>
                </a:lnTo>
                <a:lnTo>
                  <a:pt x="721081" y="321193"/>
                </a:lnTo>
                <a:lnTo>
                  <a:pt x="702297" y="321193"/>
                </a:lnTo>
                <a:lnTo>
                  <a:pt x="683524" y="321202"/>
                </a:lnTo>
                <a:lnTo>
                  <a:pt x="664740" y="321193"/>
                </a:lnTo>
                <a:lnTo>
                  <a:pt x="645966" y="321193"/>
                </a:lnTo>
                <a:lnTo>
                  <a:pt x="627193" y="321183"/>
                </a:lnTo>
                <a:lnTo>
                  <a:pt x="608409" y="321173"/>
                </a:lnTo>
                <a:lnTo>
                  <a:pt x="589636" y="321164"/>
                </a:lnTo>
                <a:lnTo>
                  <a:pt x="570852" y="321145"/>
                </a:lnTo>
                <a:lnTo>
                  <a:pt x="552079" y="321126"/>
                </a:lnTo>
                <a:lnTo>
                  <a:pt x="533295" y="321097"/>
                </a:lnTo>
                <a:lnTo>
                  <a:pt x="514521" y="321078"/>
                </a:lnTo>
                <a:lnTo>
                  <a:pt x="495738" y="321050"/>
                </a:lnTo>
                <a:lnTo>
                  <a:pt x="476964" y="321012"/>
                </a:lnTo>
                <a:lnTo>
                  <a:pt x="458181" y="320973"/>
                </a:lnTo>
                <a:lnTo>
                  <a:pt x="439407" y="320935"/>
                </a:lnTo>
                <a:lnTo>
                  <a:pt x="420634" y="320888"/>
                </a:lnTo>
                <a:lnTo>
                  <a:pt x="401850" y="320831"/>
                </a:lnTo>
                <a:lnTo>
                  <a:pt x="383076" y="320773"/>
                </a:lnTo>
                <a:lnTo>
                  <a:pt x="364293" y="320726"/>
                </a:lnTo>
                <a:lnTo>
                  <a:pt x="345519" y="320650"/>
                </a:lnTo>
                <a:lnTo>
                  <a:pt x="326736" y="320583"/>
                </a:lnTo>
                <a:lnTo>
                  <a:pt x="307962" y="320507"/>
                </a:lnTo>
                <a:lnTo>
                  <a:pt x="289179" y="320421"/>
                </a:lnTo>
                <a:lnTo>
                  <a:pt x="270405" y="320326"/>
                </a:lnTo>
                <a:lnTo>
                  <a:pt x="251631" y="320221"/>
                </a:lnTo>
                <a:lnTo>
                  <a:pt x="232848" y="320116"/>
                </a:lnTo>
                <a:lnTo>
                  <a:pt x="214074" y="319992"/>
                </a:lnTo>
                <a:lnTo>
                  <a:pt x="195301" y="319859"/>
                </a:lnTo>
                <a:lnTo>
                  <a:pt x="176517" y="319716"/>
                </a:lnTo>
                <a:lnTo>
                  <a:pt x="157744" y="319564"/>
                </a:lnTo>
                <a:lnTo>
                  <a:pt x="138970" y="319383"/>
                </a:lnTo>
                <a:lnTo>
                  <a:pt x="120196" y="319183"/>
                </a:lnTo>
                <a:lnTo>
                  <a:pt x="101422" y="318964"/>
                </a:lnTo>
                <a:lnTo>
                  <a:pt x="82648" y="318707"/>
                </a:lnTo>
                <a:lnTo>
                  <a:pt x="63875" y="318402"/>
                </a:lnTo>
                <a:lnTo>
                  <a:pt x="45101" y="318030"/>
                </a:lnTo>
                <a:lnTo>
                  <a:pt x="26337" y="317554"/>
                </a:lnTo>
                <a:lnTo>
                  <a:pt x="7601" y="316782"/>
                </a:lnTo>
                <a:lnTo>
                  <a:pt x="3486" y="307162"/>
                </a:lnTo>
                <a:lnTo>
                  <a:pt x="3229" y="295323"/>
                </a:lnTo>
                <a:lnTo>
                  <a:pt x="2981" y="283493"/>
                </a:lnTo>
                <a:lnTo>
                  <a:pt x="2734" y="271653"/>
                </a:lnTo>
                <a:lnTo>
                  <a:pt x="2486" y="259823"/>
                </a:lnTo>
                <a:lnTo>
                  <a:pt x="2238" y="247983"/>
                </a:lnTo>
                <a:lnTo>
                  <a:pt x="1991" y="236153"/>
                </a:lnTo>
                <a:lnTo>
                  <a:pt x="1743" y="224314"/>
                </a:lnTo>
                <a:lnTo>
                  <a:pt x="1495" y="212484"/>
                </a:lnTo>
                <a:lnTo>
                  <a:pt x="1248" y="200644"/>
                </a:lnTo>
                <a:lnTo>
                  <a:pt x="991" y="188814"/>
                </a:lnTo>
                <a:lnTo>
                  <a:pt x="743" y="176974"/>
                </a:lnTo>
                <a:lnTo>
                  <a:pt x="495" y="165144"/>
                </a:lnTo>
                <a:lnTo>
                  <a:pt x="248" y="153305"/>
                </a:lnTo>
                <a:lnTo>
                  <a:pt x="0" y="141475"/>
                </a:lnTo>
                <a:lnTo>
                  <a:pt x="6887" y="133731"/>
                </a:lnTo>
                <a:lnTo>
                  <a:pt x="25622" y="132874"/>
                </a:lnTo>
                <a:lnTo>
                  <a:pt x="44358" y="132150"/>
                </a:lnTo>
                <a:lnTo>
                  <a:pt x="63113" y="131540"/>
                </a:lnTo>
                <a:lnTo>
                  <a:pt x="81877" y="131054"/>
                </a:lnTo>
                <a:lnTo>
                  <a:pt x="100641" y="130654"/>
                </a:lnTo>
                <a:lnTo>
                  <a:pt x="119415" y="130350"/>
                </a:lnTo>
                <a:lnTo>
                  <a:pt x="138189" y="130121"/>
                </a:lnTo>
                <a:lnTo>
                  <a:pt x="156962" y="129969"/>
                </a:lnTo>
                <a:lnTo>
                  <a:pt x="175746" y="129883"/>
                </a:lnTo>
                <a:lnTo>
                  <a:pt x="194520" y="129864"/>
                </a:lnTo>
                <a:lnTo>
                  <a:pt x="213303" y="129892"/>
                </a:lnTo>
                <a:lnTo>
                  <a:pt x="232077" y="129978"/>
                </a:lnTo>
                <a:lnTo>
                  <a:pt x="250860" y="130112"/>
                </a:lnTo>
                <a:lnTo>
                  <a:pt x="269634" y="130283"/>
                </a:lnTo>
                <a:lnTo>
                  <a:pt x="288407" y="130512"/>
                </a:lnTo>
                <a:lnTo>
                  <a:pt x="307181" y="130759"/>
                </a:lnTo>
                <a:lnTo>
                  <a:pt x="325955" y="131054"/>
                </a:lnTo>
                <a:lnTo>
                  <a:pt x="344719" y="131378"/>
                </a:lnTo>
                <a:lnTo>
                  <a:pt x="363493" y="131740"/>
                </a:lnTo>
                <a:lnTo>
                  <a:pt x="382257" y="132121"/>
                </a:lnTo>
                <a:lnTo>
                  <a:pt x="401031" y="132531"/>
                </a:lnTo>
                <a:lnTo>
                  <a:pt x="419795" y="132959"/>
                </a:lnTo>
                <a:lnTo>
                  <a:pt x="438560" y="133417"/>
                </a:lnTo>
                <a:lnTo>
                  <a:pt x="457324" y="133893"/>
                </a:lnTo>
                <a:lnTo>
                  <a:pt x="476079" y="134388"/>
                </a:lnTo>
                <a:lnTo>
                  <a:pt x="494843" y="134893"/>
                </a:lnTo>
                <a:lnTo>
                  <a:pt x="513607" y="135426"/>
                </a:lnTo>
                <a:lnTo>
                  <a:pt x="532362" y="135960"/>
                </a:lnTo>
                <a:lnTo>
                  <a:pt x="551117" y="136512"/>
                </a:lnTo>
                <a:lnTo>
                  <a:pt x="569881" y="137084"/>
                </a:lnTo>
                <a:lnTo>
                  <a:pt x="588635" y="137665"/>
                </a:lnTo>
                <a:lnTo>
                  <a:pt x="607390" y="138246"/>
                </a:lnTo>
                <a:lnTo>
                  <a:pt x="626145" y="138836"/>
                </a:lnTo>
                <a:lnTo>
                  <a:pt x="644900" y="139436"/>
                </a:lnTo>
                <a:lnTo>
                  <a:pt x="663654" y="140037"/>
                </a:lnTo>
                <a:lnTo>
                  <a:pt x="682400" y="140646"/>
                </a:lnTo>
                <a:lnTo>
                  <a:pt x="701154" y="141265"/>
                </a:lnTo>
                <a:lnTo>
                  <a:pt x="719909" y="141875"/>
                </a:lnTo>
                <a:lnTo>
                  <a:pt x="738664" y="142484"/>
                </a:lnTo>
                <a:lnTo>
                  <a:pt x="757418" y="143104"/>
                </a:lnTo>
                <a:lnTo>
                  <a:pt x="776164" y="143713"/>
                </a:lnTo>
                <a:lnTo>
                  <a:pt x="794918" y="144323"/>
                </a:lnTo>
                <a:lnTo>
                  <a:pt x="813673" y="144932"/>
                </a:lnTo>
                <a:lnTo>
                  <a:pt x="832428" y="145532"/>
                </a:lnTo>
                <a:lnTo>
                  <a:pt x="851183" y="146133"/>
                </a:lnTo>
                <a:lnTo>
                  <a:pt x="869937" y="146723"/>
                </a:lnTo>
                <a:lnTo>
                  <a:pt x="888692" y="147304"/>
                </a:lnTo>
                <a:lnTo>
                  <a:pt x="907447" y="147876"/>
                </a:lnTo>
                <a:lnTo>
                  <a:pt x="926201" y="148438"/>
                </a:lnTo>
                <a:lnTo>
                  <a:pt x="944966" y="148981"/>
                </a:lnTo>
                <a:lnTo>
                  <a:pt x="963720" y="149523"/>
                </a:lnTo>
                <a:lnTo>
                  <a:pt x="982485" y="150038"/>
                </a:lnTo>
                <a:lnTo>
                  <a:pt x="1001249" y="150543"/>
                </a:lnTo>
                <a:lnTo>
                  <a:pt x="1020004" y="151028"/>
                </a:lnTo>
                <a:lnTo>
                  <a:pt x="1038768" y="151495"/>
                </a:lnTo>
                <a:lnTo>
                  <a:pt x="1057532" y="151943"/>
                </a:lnTo>
                <a:lnTo>
                  <a:pt x="1076306" y="152362"/>
                </a:lnTo>
                <a:lnTo>
                  <a:pt x="1095070" y="152752"/>
                </a:lnTo>
                <a:lnTo>
                  <a:pt x="1113834" y="153124"/>
                </a:lnTo>
                <a:lnTo>
                  <a:pt x="1132608" y="153457"/>
                </a:lnTo>
                <a:lnTo>
                  <a:pt x="1151382" y="153762"/>
                </a:lnTo>
                <a:lnTo>
                  <a:pt x="1170156" y="154038"/>
                </a:lnTo>
                <a:lnTo>
                  <a:pt x="1188930" y="154267"/>
                </a:lnTo>
                <a:lnTo>
                  <a:pt x="1207703" y="154457"/>
                </a:lnTo>
                <a:lnTo>
                  <a:pt x="1226477" y="154600"/>
                </a:lnTo>
                <a:lnTo>
                  <a:pt x="1245260" y="154705"/>
                </a:lnTo>
                <a:lnTo>
                  <a:pt x="1264034" y="154753"/>
                </a:lnTo>
                <a:lnTo>
                  <a:pt x="1282817" y="154734"/>
                </a:lnTo>
                <a:lnTo>
                  <a:pt x="1301591" y="154657"/>
                </a:lnTo>
                <a:lnTo>
                  <a:pt x="1320365" y="154515"/>
                </a:lnTo>
                <a:lnTo>
                  <a:pt x="1339148" y="154305"/>
                </a:lnTo>
                <a:lnTo>
                  <a:pt x="1357913" y="154000"/>
                </a:lnTo>
                <a:lnTo>
                  <a:pt x="1376686" y="153610"/>
                </a:lnTo>
                <a:lnTo>
                  <a:pt x="1395441" y="153114"/>
                </a:lnTo>
                <a:lnTo>
                  <a:pt x="1414196" y="152505"/>
                </a:lnTo>
                <a:lnTo>
                  <a:pt x="1432941" y="151771"/>
                </a:lnTo>
                <a:lnTo>
                  <a:pt x="1451667" y="150886"/>
                </a:lnTo>
                <a:lnTo>
                  <a:pt x="1470374" y="149847"/>
                </a:lnTo>
                <a:lnTo>
                  <a:pt x="1489043" y="148609"/>
                </a:lnTo>
                <a:lnTo>
                  <a:pt x="1507684" y="147152"/>
                </a:lnTo>
                <a:lnTo>
                  <a:pt x="1526257" y="145437"/>
                </a:lnTo>
                <a:lnTo>
                  <a:pt x="1544755" y="143399"/>
                </a:lnTo>
                <a:lnTo>
                  <a:pt x="1563138" y="140980"/>
                </a:lnTo>
                <a:lnTo>
                  <a:pt x="1581341" y="138074"/>
                </a:lnTo>
                <a:lnTo>
                  <a:pt x="1599257" y="134541"/>
                </a:lnTo>
                <a:lnTo>
                  <a:pt x="1616697" y="130169"/>
                </a:lnTo>
                <a:lnTo>
                  <a:pt x="1633271" y="124616"/>
                </a:lnTo>
                <a:lnTo>
                  <a:pt x="1648063" y="117367"/>
                </a:lnTo>
                <a:lnTo>
                  <a:pt x="1659131" y="107871"/>
                </a:lnTo>
                <a:lnTo>
                  <a:pt x="1663579" y="96469"/>
                </a:lnTo>
                <a:lnTo>
                  <a:pt x="1676171" y="90535"/>
                </a:lnTo>
                <a:lnTo>
                  <a:pt x="1693840" y="86535"/>
                </a:lnTo>
                <a:lnTo>
                  <a:pt x="1711271" y="82134"/>
                </a:lnTo>
                <a:lnTo>
                  <a:pt x="1728483" y="77400"/>
                </a:lnTo>
                <a:lnTo>
                  <a:pt x="1745466" y="72352"/>
                </a:lnTo>
                <a:lnTo>
                  <a:pt x="1762230" y="67018"/>
                </a:lnTo>
                <a:lnTo>
                  <a:pt x="1778765" y="61408"/>
                </a:lnTo>
                <a:lnTo>
                  <a:pt x="1795072" y="55540"/>
                </a:lnTo>
                <a:lnTo>
                  <a:pt x="1811141" y="49416"/>
                </a:lnTo>
                <a:lnTo>
                  <a:pt x="1826971" y="43053"/>
                </a:lnTo>
                <a:lnTo>
                  <a:pt x="1842545" y="36443"/>
                </a:lnTo>
                <a:lnTo>
                  <a:pt x="1857870" y="29604"/>
                </a:lnTo>
                <a:lnTo>
                  <a:pt x="1872929" y="22527"/>
                </a:lnTo>
                <a:lnTo>
                  <a:pt x="1887712" y="15240"/>
                </a:lnTo>
                <a:lnTo>
                  <a:pt x="1902228" y="7725"/>
                </a:lnTo>
                <a:lnTo>
                  <a:pt x="1916449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914B7BDE-A5E0-4F35-BE4E-EE363DF4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2543775"/>
            <a:ext cx="1916611" cy="1208037"/>
          </a:xfrm>
          <a:custGeom xmlns:a="http://schemas.openxmlformats.org/drawingml/2006/main">
            <a:pathLst>
              <a:path w="1916611" h="1208037">
                <a:moveTo>
                  <a:pt x="0" y="1208037"/>
                </a:moveTo>
                <a:lnTo>
                  <a:pt x="30775" y="1208037"/>
                </a:lnTo>
                <a:lnTo>
                  <a:pt x="61551" y="1208037"/>
                </a:lnTo>
                <a:lnTo>
                  <a:pt x="92316" y="1208037"/>
                </a:lnTo>
                <a:lnTo>
                  <a:pt x="123092" y="1208037"/>
                </a:lnTo>
                <a:lnTo>
                  <a:pt x="153867" y="1208037"/>
                </a:lnTo>
                <a:lnTo>
                  <a:pt x="184642" y="1208037"/>
                </a:lnTo>
                <a:lnTo>
                  <a:pt x="215408" y="1208037"/>
                </a:lnTo>
                <a:lnTo>
                  <a:pt x="246183" y="1208037"/>
                </a:lnTo>
                <a:lnTo>
                  <a:pt x="276958" y="1208037"/>
                </a:lnTo>
                <a:lnTo>
                  <a:pt x="307734" y="1208037"/>
                </a:lnTo>
                <a:lnTo>
                  <a:pt x="338509" y="1208037"/>
                </a:lnTo>
                <a:lnTo>
                  <a:pt x="369275" y="1208037"/>
                </a:lnTo>
                <a:lnTo>
                  <a:pt x="400050" y="1208037"/>
                </a:lnTo>
                <a:lnTo>
                  <a:pt x="430825" y="1208037"/>
                </a:lnTo>
                <a:lnTo>
                  <a:pt x="461601" y="1208037"/>
                </a:lnTo>
                <a:lnTo>
                  <a:pt x="492376" y="1208037"/>
                </a:lnTo>
                <a:lnTo>
                  <a:pt x="523142" y="1208037"/>
                </a:lnTo>
                <a:lnTo>
                  <a:pt x="553917" y="1208037"/>
                </a:lnTo>
                <a:lnTo>
                  <a:pt x="584692" y="1208037"/>
                </a:lnTo>
                <a:lnTo>
                  <a:pt x="615467" y="1208037"/>
                </a:lnTo>
                <a:lnTo>
                  <a:pt x="646233" y="1208037"/>
                </a:lnTo>
                <a:lnTo>
                  <a:pt x="677008" y="1208037"/>
                </a:lnTo>
                <a:lnTo>
                  <a:pt x="707784" y="1208037"/>
                </a:lnTo>
                <a:lnTo>
                  <a:pt x="738559" y="1208037"/>
                </a:lnTo>
                <a:lnTo>
                  <a:pt x="769334" y="1208037"/>
                </a:lnTo>
                <a:lnTo>
                  <a:pt x="800100" y="1208037"/>
                </a:lnTo>
                <a:lnTo>
                  <a:pt x="830875" y="1208037"/>
                </a:lnTo>
                <a:lnTo>
                  <a:pt x="861651" y="1208037"/>
                </a:lnTo>
                <a:lnTo>
                  <a:pt x="892426" y="1208037"/>
                </a:lnTo>
                <a:lnTo>
                  <a:pt x="923201" y="1208037"/>
                </a:lnTo>
                <a:lnTo>
                  <a:pt x="953967" y="1208037"/>
                </a:lnTo>
                <a:lnTo>
                  <a:pt x="984742" y="1208037"/>
                </a:lnTo>
                <a:lnTo>
                  <a:pt x="1015517" y="1208037"/>
                </a:lnTo>
                <a:lnTo>
                  <a:pt x="1046293" y="1208037"/>
                </a:lnTo>
                <a:lnTo>
                  <a:pt x="1077058" y="1208037"/>
                </a:lnTo>
                <a:lnTo>
                  <a:pt x="1107834" y="1208037"/>
                </a:lnTo>
                <a:lnTo>
                  <a:pt x="1138609" y="1208037"/>
                </a:lnTo>
                <a:lnTo>
                  <a:pt x="1169384" y="1208037"/>
                </a:lnTo>
                <a:lnTo>
                  <a:pt x="1200160" y="1208037"/>
                </a:lnTo>
                <a:lnTo>
                  <a:pt x="1230925" y="1208037"/>
                </a:lnTo>
                <a:lnTo>
                  <a:pt x="1261701" y="1208037"/>
                </a:lnTo>
                <a:lnTo>
                  <a:pt x="1292171" y="1205855"/>
                </a:lnTo>
                <a:lnTo>
                  <a:pt x="1322470" y="1202465"/>
                </a:lnTo>
                <a:lnTo>
                  <a:pt x="1352769" y="1199074"/>
                </a:lnTo>
                <a:lnTo>
                  <a:pt x="1383068" y="1195683"/>
                </a:lnTo>
                <a:lnTo>
                  <a:pt x="1413367" y="1192301"/>
                </a:lnTo>
                <a:lnTo>
                  <a:pt x="1443666" y="1188911"/>
                </a:lnTo>
                <a:lnTo>
                  <a:pt x="1473975" y="1185520"/>
                </a:lnTo>
                <a:lnTo>
                  <a:pt x="1504274" y="1182138"/>
                </a:lnTo>
                <a:lnTo>
                  <a:pt x="1527400" y="1170270"/>
                </a:lnTo>
                <a:lnTo>
                  <a:pt x="1548755" y="1156297"/>
                </a:lnTo>
                <a:lnTo>
                  <a:pt x="1570111" y="1142333"/>
                </a:lnTo>
                <a:lnTo>
                  <a:pt x="1591456" y="1128370"/>
                </a:lnTo>
                <a:lnTo>
                  <a:pt x="1612811" y="1114396"/>
                </a:lnTo>
                <a:lnTo>
                  <a:pt x="1634166" y="1100433"/>
                </a:lnTo>
                <a:lnTo>
                  <a:pt x="1655521" y="1086469"/>
                </a:lnTo>
                <a:lnTo>
                  <a:pt x="1676876" y="1072496"/>
                </a:lnTo>
                <a:lnTo>
                  <a:pt x="1698231" y="1058532"/>
                </a:lnTo>
                <a:lnTo>
                  <a:pt x="1719577" y="1044569"/>
                </a:lnTo>
                <a:lnTo>
                  <a:pt x="1740932" y="1030595"/>
                </a:lnTo>
                <a:lnTo>
                  <a:pt x="1762287" y="1016632"/>
                </a:lnTo>
                <a:lnTo>
                  <a:pt x="1783642" y="1002668"/>
                </a:lnTo>
                <a:lnTo>
                  <a:pt x="1804997" y="988695"/>
                </a:lnTo>
                <a:lnTo>
                  <a:pt x="1826343" y="974731"/>
                </a:lnTo>
                <a:lnTo>
                  <a:pt x="1847698" y="960768"/>
                </a:lnTo>
                <a:lnTo>
                  <a:pt x="1869053" y="946795"/>
                </a:lnTo>
                <a:lnTo>
                  <a:pt x="1890408" y="932831"/>
                </a:lnTo>
                <a:lnTo>
                  <a:pt x="1911763" y="918867"/>
                </a:lnTo>
                <a:lnTo>
                  <a:pt x="1916611" y="900703"/>
                </a:lnTo>
                <a:lnTo>
                  <a:pt x="1916611" y="881301"/>
                </a:lnTo>
                <a:lnTo>
                  <a:pt x="1916611" y="861908"/>
                </a:lnTo>
                <a:lnTo>
                  <a:pt x="1916611" y="842515"/>
                </a:lnTo>
                <a:lnTo>
                  <a:pt x="1916611" y="823112"/>
                </a:lnTo>
                <a:lnTo>
                  <a:pt x="1916611" y="803720"/>
                </a:lnTo>
                <a:lnTo>
                  <a:pt x="1916611" y="784327"/>
                </a:lnTo>
                <a:lnTo>
                  <a:pt x="1916611" y="764924"/>
                </a:lnTo>
                <a:lnTo>
                  <a:pt x="1916611" y="745531"/>
                </a:lnTo>
                <a:lnTo>
                  <a:pt x="1916611" y="726129"/>
                </a:lnTo>
                <a:lnTo>
                  <a:pt x="1916611" y="706736"/>
                </a:lnTo>
                <a:lnTo>
                  <a:pt x="1916611" y="687343"/>
                </a:lnTo>
                <a:lnTo>
                  <a:pt x="1916611" y="667941"/>
                </a:lnTo>
                <a:lnTo>
                  <a:pt x="1916611" y="648548"/>
                </a:lnTo>
                <a:lnTo>
                  <a:pt x="1916611" y="629155"/>
                </a:lnTo>
                <a:lnTo>
                  <a:pt x="1916611" y="609752"/>
                </a:lnTo>
                <a:lnTo>
                  <a:pt x="1916611" y="590360"/>
                </a:lnTo>
                <a:lnTo>
                  <a:pt x="1916611" y="570967"/>
                </a:lnTo>
                <a:lnTo>
                  <a:pt x="1916611" y="551564"/>
                </a:lnTo>
                <a:lnTo>
                  <a:pt x="1916611" y="532171"/>
                </a:lnTo>
                <a:lnTo>
                  <a:pt x="1916611" y="512769"/>
                </a:lnTo>
                <a:lnTo>
                  <a:pt x="1916611" y="493376"/>
                </a:lnTo>
                <a:lnTo>
                  <a:pt x="1916611" y="473983"/>
                </a:lnTo>
                <a:lnTo>
                  <a:pt x="1916611" y="454581"/>
                </a:lnTo>
                <a:lnTo>
                  <a:pt x="1916611" y="435188"/>
                </a:lnTo>
                <a:lnTo>
                  <a:pt x="1916611" y="415795"/>
                </a:lnTo>
                <a:lnTo>
                  <a:pt x="1916611" y="396392"/>
                </a:lnTo>
                <a:lnTo>
                  <a:pt x="1916611" y="377000"/>
                </a:lnTo>
                <a:lnTo>
                  <a:pt x="1916611" y="357607"/>
                </a:lnTo>
                <a:lnTo>
                  <a:pt x="1916611" y="338204"/>
                </a:lnTo>
                <a:lnTo>
                  <a:pt x="1916611" y="318811"/>
                </a:lnTo>
                <a:lnTo>
                  <a:pt x="1916611" y="299409"/>
                </a:lnTo>
                <a:lnTo>
                  <a:pt x="1916611" y="280016"/>
                </a:lnTo>
                <a:lnTo>
                  <a:pt x="1916611" y="260623"/>
                </a:lnTo>
                <a:lnTo>
                  <a:pt x="1916611" y="241221"/>
                </a:lnTo>
                <a:lnTo>
                  <a:pt x="1916611" y="221828"/>
                </a:lnTo>
                <a:lnTo>
                  <a:pt x="1916611" y="202435"/>
                </a:lnTo>
                <a:lnTo>
                  <a:pt x="1916611" y="183032"/>
                </a:lnTo>
                <a:lnTo>
                  <a:pt x="1916611" y="163640"/>
                </a:lnTo>
                <a:lnTo>
                  <a:pt x="1916611" y="144247"/>
                </a:lnTo>
                <a:lnTo>
                  <a:pt x="1916611" y="124844"/>
                </a:lnTo>
                <a:lnTo>
                  <a:pt x="1916611" y="105451"/>
                </a:lnTo>
                <a:lnTo>
                  <a:pt x="1916611" y="86058"/>
                </a:lnTo>
                <a:lnTo>
                  <a:pt x="1916611" y="66656"/>
                </a:lnTo>
                <a:lnTo>
                  <a:pt x="1916611" y="47263"/>
                </a:lnTo>
                <a:lnTo>
                  <a:pt x="1916611" y="27861"/>
                </a:lnTo>
                <a:lnTo>
                  <a:pt x="1916611" y="8468"/>
                </a:lnTo>
                <a:lnTo>
                  <a:pt x="1899266" y="0"/>
                </a:lnTo>
                <a:lnTo>
                  <a:pt x="1868500" y="0"/>
                </a:lnTo>
                <a:lnTo>
                  <a:pt x="1837725" y="0"/>
                </a:lnTo>
                <a:lnTo>
                  <a:pt x="1806950" y="0"/>
                </a:lnTo>
                <a:lnTo>
                  <a:pt x="1776174" y="0"/>
                </a:lnTo>
                <a:lnTo>
                  <a:pt x="1745409" y="0"/>
                </a:lnTo>
                <a:lnTo>
                  <a:pt x="1714633" y="0"/>
                </a:lnTo>
                <a:lnTo>
                  <a:pt x="1683858" y="0"/>
                </a:lnTo>
                <a:lnTo>
                  <a:pt x="1653083" y="0"/>
                </a:lnTo>
                <a:lnTo>
                  <a:pt x="1622308" y="0"/>
                </a:lnTo>
                <a:lnTo>
                  <a:pt x="1591542" y="0"/>
                </a:lnTo>
                <a:lnTo>
                  <a:pt x="1560767" y="0"/>
                </a:lnTo>
                <a:lnTo>
                  <a:pt x="1529991" y="0"/>
                </a:lnTo>
                <a:lnTo>
                  <a:pt x="1499216" y="0"/>
                </a:lnTo>
                <a:lnTo>
                  <a:pt x="1468450" y="0"/>
                </a:lnTo>
                <a:lnTo>
                  <a:pt x="1437675" y="0"/>
                </a:lnTo>
                <a:lnTo>
                  <a:pt x="1406900" y="0"/>
                </a:lnTo>
                <a:lnTo>
                  <a:pt x="1376124" y="0"/>
                </a:lnTo>
                <a:lnTo>
                  <a:pt x="1345349" y="0"/>
                </a:lnTo>
                <a:lnTo>
                  <a:pt x="1314583" y="0"/>
                </a:lnTo>
                <a:lnTo>
                  <a:pt x="1283808" y="0"/>
                </a:lnTo>
                <a:lnTo>
                  <a:pt x="1253033" y="0"/>
                </a:lnTo>
                <a:lnTo>
                  <a:pt x="1222258" y="0"/>
                </a:lnTo>
                <a:lnTo>
                  <a:pt x="1191482" y="0"/>
                </a:lnTo>
                <a:lnTo>
                  <a:pt x="1160717" y="0"/>
                </a:lnTo>
                <a:lnTo>
                  <a:pt x="1129941" y="0"/>
                </a:lnTo>
                <a:lnTo>
                  <a:pt x="1099166" y="0"/>
                </a:lnTo>
                <a:lnTo>
                  <a:pt x="1068391" y="0"/>
                </a:lnTo>
                <a:lnTo>
                  <a:pt x="1037625" y="0"/>
                </a:lnTo>
                <a:lnTo>
                  <a:pt x="1006850" y="0"/>
                </a:lnTo>
                <a:lnTo>
                  <a:pt x="976074" y="0"/>
                </a:lnTo>
                <a:lnTo>
                  <a:pt x="945299" y="0"/>
                </a:lnTo>
                <a:lnTo>
                  <a:pt x="914524" y="0"/>
                </a:lnTo>
                <a:lnTo>
                  <a:pt x="883758" y="0"/>
                </a:lnTo>
                <a:lnTo>
                  <a:pt x="852983" y="0"/>
                </a:lnTo>
                <a:lnTo>
                  <a:pt x="822208" y="0"/>
                </a:lnTo>
                <a:lnTo>
                  <a:pt x="791432" y="0"/>
                </a:lnTo>
                <a:lnTo>
                  <a:pt x="760657" y="0"/>
                </a:lnTo>
                <a:lnTo>
                  <a:pt x="729891" y="0"/>
                </a:lnTo>
                <a:lnTo>
                  <a:pt x="699116" y="0"/>
                </a:lnTo>
                <a:lnTo>
                  <a:pt x="668341" y="0"/>
                </a:lnTo>
                <a:lnTo>
                  <a:pt x="637565" y="0"/>
                </a:lnTo>
                <a:lnTo>
                  <a:pt x="606800" y="0"/>
                </a:lnTo>
                <a:lnTo>
                  <a:pt x="576024" y="0"/>
                </a:lnTo>
                <a:lnTo>
                  <a:pt x="545249" y="0"/>
                </a:lnTo>
                <a:lnTo>
                  <a:pt x="514474" y="0"/>
                </a:lnTo>
                <a:lnTo>
                  <a:pt x="483699" y="0"/>
                </a:lnTo>
                <a:lnTo>
                  <a:pt x="452933" y="0"/>
                </a:lnTo>
                <a:lnTo>
                  <a:pt x="422158" y="0"/>
                </a:lnTo>
                <a:lnTo>
                  <a:pt x="391382" y="0"/>
                </a:lnTo>
                <a:lnTo>
                  <a:pt x="360607" y="0"/>
                </a:lnTo>
                <a:lnTo>
                  <a:pt x="329832" y="0"/>
                </a:lnTo>
                <a:lnTo>
                  <a:pt x="299066" y="0"/>
                </a:lnTo>
                <a:lnTo>
                  <a:pt x="268291" y="0"/>
                </a:lnTo>
                <a:lnTo>
                  <a:pt x="237515" y="0"/>
                </a:lnTo>
                <a:lnTo>
                  <a:pt x="206740" y="0"/>
                </a:lnTo>
                <a:lnTo>
                  <a:pt x="175974" y="0"/>
                </a:lnTo>
                <a:lnTo>
                  <a:pt x="145199" y="0"/>
                </a:lnTo>
                <a:lnTo>
                  <a:pt x="114424" y="0"/>
                </a:lnTo>
                <a:lnTo>
                  <a:pt x="83649" y="0"/>
                </a:lnTo>
                <a:lnTo>
                  <a:pt x="52873" y="0"/>
                </a:lnTo>
                <a:lnTo>
                  <a:pt x="22108" y="0"/>
                </a:lnTo>
                <a:lnTo>
                  <a:pt x="0" y="5467"/>
                </a:lnTo>
                <a:lnTo>
                  <a:pt x="0" y="24860"/>
                </a:lnTo>
                <a:lnTo>
                  <a:pt x="0" y="44253"/>
                </a:lnTo>
                <a:lnTo>
                  <a:pt x="0" y="63656"/>
                </a:lnTo>
                <a:lnTo>
                  <a:pt x="0" y="83048"/>
                </a:lnTo>
                <a:lnTo>
                  <a:pt x="0" y="102441"/>
                </a:lnTo>
                <a:lnTo>
                  <a:pt x="0" y="121844"/>
                </a:lnTo>
                <a:lnTo>
                  <a:pt x="0" y="141237"/>
                </a:lnTo>
                <a:lnTo>
                  <a:pt x="0" y="160639"/>
                </a:lnTo>
                <a:lnTo>
                  <a:pt x="0" y="180032"/>
                </a:lnTo>
                <a:lnTo>
                  <a:pt x="0" y="199425"/>
                </a:lnTo>
                <a:lnTo>
                  <a:pt x="0" y="218827"/>
                </a:lnTo>
                <a:lnTo>
                  <a:pt x="0" y="238220"/>
                </a:lnTo>
                <a:lnTo>
                  <a:pt x="0" y="257613"/>
                </a:lnTo>
                <a:lnTo>
                  <a:pt x="0" y="277016"/>
                </a:lnTo>
                <a:lnTo>
                  <a:pt x="0" y="296408"/>
                </a:lnTo>
                <a:lnTo>
                  <a:pt x="0" y="315801"/>
                </a:lnTo>
                <a:lnTo>
                  <a:pt x="0" y="335204"/>
                </a:lnTo>
                <a:lnTo>
                  <a:pt x="0" y="354597"/>
                </a:lnTo>
                <a:lnTo>
                  <a:pt x="0" y="373999"/>
                </a:lnTo>
                <a:lnTo>
                  <a:pt x="0" y="393392"/>
                </a:lnTo>
                <a:lnTo>
                  <a:pt x="0" y="412785"/>
                </a:lnTo>
                <a:lnTo>
                  <a:pt x="0" y="432187"/>
                </a:lnTo>
                <a:lnTo>
                  <a:pt x="0" y="451580"/>
                </a:lnTo>
                <a:lnTo>
                  <a:pt x="0" y="470973"/>
                </a:lnTo>
                <a:lnTo>
                  <a:pt x="0" y="490376"/>
                </a:lnTo>
                <a:lnTo>
                  <a:pt x="0" y="509768"/>
                </a:lnTo>
                <a:lnTo>
                  <a:pt x="0" y="529161"/>
                </a:lnTo>
                <a:lnTo>
                  <a:pt x="0" y="548564"/>
                </a:lnTo>
                <a:lnTo>
                  <a:pt x="0" y="567957"/>
                </a:lnTo>
                <a:lnTo>
                  <a:pt x="0" y="587359"/>
                </a:lnTo>
                <a:lnTo>
                  <a:pt x="0" y="606752"/>
                </a:lnTo>
                <a:lnTo>
                  <a:pt x="0" y="626145"/>
                </a:lnTo>
                <a:lnTo>
                  <a:pt x="0" y="645547"/>
                </a:lnTo>
                <a:lnTo>
                  <a:pt x="0" y="664940"/>
                </a:lnTo>
                <a:lnTo>
                  <a:pt x="0" y="684333"/>
                </a:lnTo>
                <a:lnTo>
                  <a:pt x="0" y="703736"/>
                </a:lnTo>
                <a:lnTo>
                  <a:pt x="0" y="723128"/>
                </a:lnTo>
                <a:lnTo>
                  <a:pt x="0" y="742521"/>
                </a:lnTo>
                <a:lnTo>
                  <a:pt x="0" y="761924"/>
                </a:lnTo>
                <a:lnTo>
                  <a:pt x="0" y="781317"/>
                </a:lnTo>
                <a:lnTo>
                  <a:pt x="0" y="800719"/>
                </a:lnTo>
                <a:lnTo>
                  <a:pt x="0" y="820112"/>
                </a:lnTo>
                <a:lnTo>
                  <a:pt x="0" y="839505"/>
                </a:lnTo>
                <a:lnTo>
                  <a:pt x="0" y="858907"/>
                </a:lnTo>
                <a:lnTo>
                  <a:pt x="0" y="878300"/>
                </a:lnTo>
                <a:lnTo>
                  <a:pt x="0" y="897693"/>
                </a:lnTo>
                <a:lnTo>
                  <a:pt x="0" y="917096"/>
                </a:lnTo>
                <a:lnTo>
                  <a:pt x="0" y="936488"/>
                </a:lnTo>
                <a:lnTo>
                  <a:pt x="0" y="955881"/>
                </a:lnTo>
                <a:lnTo>
                  <a:pt x="0" y="975284"/>
                </a:lnTo>
                <a:lnTo>
                  <a:pt x="0" y="994677"/>
                </a:lnTo>
                <a:lnTo>
                  <a:pt x="0" y="1014079"/>
                </a:lnTo>
                <a:lnTo>
                  <a:pt x="0" y="1033472"/>
                </a:lnTo>
                <a:lnTo>
                  <a:pt x="0" y="1052865"/>
                </a:lnTo>
                <a:lnTo>
                  <a:pt x="0" y="1072267"/>
                </a:lnTo>
                <a:lnTo>
                  <a:pt x="0" y="1091660"/>
                </a:lnTo>
                <a:lnTo>
                  <a:pt x="0" y="1111053"/>
                </a:lnTo>
                <a:lnTo>
                  <a:pt x="0" y="1130456"/>
                </a:lnTo>
                <a:lnTo>
                  <a:pt x="0" y="1149848"/>
                </a:lnTo>
                <a:lnTo>
                  <a:pt x="0" y="1169241"/>
                </a:lnTo>
                <a:lnTo>
                  <a:pt x="0" y="1188644"/>
                </a:lnTo>
                <a:lnTo>
                  <a:pt x="0" y="1208037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0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62A38A87-A99A-4685-9C04-161CD8F7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2543775"/>
            <a:ext cx="1916611" cy="207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137C75A5-4C27-44C4-AF53-091582A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0409" y="3459461"/>
            <a:ext cx="706136" cy="292570"/>
          </a:xfrm>
          <a:custGeom xmlns:a="http://schemas.openxmlformats.org/drawingml/2006/main">
            <a:pathLst>
              <a:path w="706136" h="292570">
                <a:moveTo>
                  <a:pt x="706136" y="0"/>
                </a:moveTo>
                <a:lnTo>
                  <a:pt x="705298" y="4848"/>
                </a:lnTo>
                <a:lnTo>
                  <a:pt x="704193" y="9687"/>
                </a:lnTo>
                <a:lnTo>
                  <a:pt x="702907" y="14497"/>
                </a:lnTo>
                <a:lnTo>
                  <a:pt x="701459" y="19298"/>
                </a:lnTo>
                <a:lnTo>
                  <a:pt x="699859" y="24070"/>
                </a:lnTo>
                <a:lnTo>
                  <a:pt x="698125" y="28832"/>
                </a:lnTo>
                <a:lnTo>
                  <a:pt x="696258" y="33566"/>
                </a:lnTo>
                <a:lnTo>
                  <a:pt x="694258" y="38281"/>
                </a:lnTo>
                <a:lnTo>
                  <a:pt x="692144" y="42977"/>
                </a:lnTo>
                <a:lnTo>
                  <a:pt x="689905" y="47654"/>
                </a:lnTo>
                <a:lnTo>
                  <a:pt x="687543" y="52302"/>
                </a:lnTo>
                <a:lnTo>
                  <a:pt x="685076" y="56931"/>
                </a:lnTo>
                <a:lnTo>
                  <a:pt x="682485" y="61532"/>
                </a:lnTo>
                <a:lnTo>
                  <a:pt x="679790" y="66113"/>
                </a:lnTo>
                <a:lnTo>
                  <a:pt x="676980" y="70656"/>
                </a:lnTo>
                <a:lnTo>
                  <a:pt x="674056" y="75181"/>
                </a:lnTo>
                <a:lnTo>
                  <a:pt x="671017" y="79667"/>
                </a:lnTo>
                <a:lnTo>
                  <a:pt x="667883" y="84134"/>
                </a:lnTo>
                <a:lnTo>
                  <a:pt x="664635" y="88563"/>
                </a:lnTo>
                <a:lnTo>
                  <a:pt x="661273" y="92964"/>
                </a:lnTo>
                <a:lnTo>
                  <a:pt x="657816" y="97336"/>
                </a:lnTo>
                <a:lnTo>
                  <a:pt x="654253" y="101670"/>
                </a:lnTo>
                <a:lnTo>
                  <a:pt x="650577" y="105966"/>
                </a:lnTo>
                <a:lnTo>
                  <a:pt x="646795" y="110223"/>
                </a:lnTo>
                <a:lnTo>
                  <a:pt x="642918" y="114452"/>
                </a:lnTo>
                <a:lnTo>
                  <a:pt x="638937" y="118643"/>
                </a:lnTo>
                <a:lnTo>
                  <a:pt x="634851" y="122787"/>
                </a:lnTo>
                <a:lnTo>
                  <a:pt x="630669" y="126892"/>
                </a:lnTo>
                <a:lnTo>
                  <a:pt x="626383" y="130959"/>
                </a:lnTo>
                <a:lnTo>
                  <a:pt x="622002" y="134988"/>
                </a:lnTo>
                <a:lnTo>
                  <a:pt x="617515" y="138970"/>
                </a:lnTo>
                <a:lnTo>
                  <a:pt x="612934" y="142904"/>
                </a:lnTo>
                <a:lnTo>
                  <a:pt x="608267" y="146799"/>
                </a:lnTo>
                <a:lnTo>
                  <a:pt x="603494" y="150647"/>
                </a:lnTo>
                <a:lnTo>
                  <a:pt x="598627" y="154448"/>
                </a:lnTo>
                <a:lnTo>
                  <a:pt x="593674" y="158191"/>
                </a:lnTo>
                <a:lnTo>
                  <a:pt x="588626" y="161896"/>
                </a:lnTo>
                <a:lnTo>
                  <a:pt x="583492" y="165554"/>
                </a:lnTo>
                <a:lnTo>
                  <a:pt x="578263" y="169154"/>
                </a:lnTo>
                <a:lnTo>
                  <a:pt x="572948" y="172707"/>
                </a:lnTo>
                <a:lnTo>
                  <a:pt x="567547" y="176213"/>
                </a:lnTo>
                <a:lnTo>
                  <a:pt x="562070" y="179661"/>
                </a:lnTo>
                <a:lnTo>
                  <a:pt x="556508" y="183051"/>
                </a:lnTo>
                <a:lnTo>
                  <a:pt x="550859" y="186395"/>
                </a:lnTo>
                <a:lnTo>
                  <a:pt x="545135" y="189681"/>
                </a:lnTo>
                <a:lnTo>
                  <a:pt x="539334" y="192919"/>
                </a:lnTo>
                <a:lnTo>
                  <a:pt x="533448" y="196101"/>
                </a:lnTo>
                <a:lnTo>
                  <a:pt x="527504" y="199225"/>
                </a:lnTo>
                <a:lnTo>
                  <a:pt x="521475" y="202292"/>
                </a:lnTo>
                <a:lnTo>
                  <a:pt x="515379" y="205302"/>
                </a:lnTo>
                <a:lnTo>
                  <a:pt x="509216" y="208255"/>
                </a:lnTo>
                <a:lnTo>
                  <a:pt x="502977" y="211150"/>
                </a:lnTo>
                <a:lnTo>
                  <a:pt x="496681" y="213998"/>
                </a:lnTo>
                <a:lnTo>
                  <a:pt x="490328" y="216779"/>
                </a:lnTo>
                <a:lnTo>
                  <a:pt x="483899" y="219513"/>
                </a:lnTo>
                <a:lnTo>
                  <a:pt x="477422" y="222180"/>
                </a:lnTo>
                <a:lnTo>
                  <a:pt x="470878" y="224800"/>
                </a:lnTo>
                <a:lnTo>
                  <a:pt x="464287" y="227362"/>
                </a:lnTo>
                <a:lnTo>
                  <a:pt x="457629" y="229857"/>
                </a:lnTo>
                <a:lnTo>
                  <a:pt x="450923" y="232305"/>
                </a:lnTo>
                <a:lnTo>
                  <a:pt x="444170" y="234696"/>
                </a:lnTo>
                <a:lnTo>
                  <a:pt x="437369" y="237030"/>
                </a:lnTo>
                <a:lnTo>
                  <a:pt x="430520" y="239306"/>
                </a:lnTo>
                <a:lnTo>
                  <a:pt x="423615" y="241525"/>
                </a:lnTo>
                <a:lnTo>
                  <a:pt x="416681" y="243688"/>
                </a:lnTo>
                <a:lnTo>
                  <a:pt x="409689" y="245802"/>
                </a:lnTo>
                <a:lnTo>
                  <a:pt x="402669" y="247860"/>
                </a:lnTo>
                <a:lnTo>
                  <a:pt x="395602" y="249860"/>
                </a:lnTo>
                <a:lnTo>
                  <a:pt x="388506" y="251803"/>
                </a:lnTo>
                <a:lnTo>
                  <a:pt x="381362" y="253698"/>
                </a:lnTo>
                <a:lnTo>
                  <a:pt x="374190" y="255546"/>
                </a:lnTo>
                <a:lnTo>
                  <a:pt x="366979" y="257337"/>
                </a:lnTo>
                <a:lnTo>
                  <a:pt x="359750" y="259070"/>
                </a:lnTo>
                <a:lnTo>
                  <a:pt x="352473" y="260756"/>
                </a:lnTo>
                <a:lnTo>
                  <a:pt x="345176" y="262395"/>
                </a:lnTo>
                <a:lnTo>
                  <a:pt x="337852" y="263976"/>
                </a:lnTo>
                <a:lnTo>
                  <a:pt x="330498" y="265509"/>
                </a:lnTo>
                <a:lnTo>
                  <a:pt x="323117" y="266995"/>
                </a:lnTo>
                <a:lnTo>
                  <a:pt x="315716" y="268434"/>
                </a:lnTo>
                <a:lnTo>
                  <a:pt x="308296" y="269824"/>
                </a:lnTo>
                <a:lnTo>
                  <a:pt x="300847" y="271158"/>
                </a:lnTo>
                <a:lnTo>
                  <a:pt x="293380" y="272453"/>
                </a:lnTo>
                <a:lnTo>
                  <a:pt x="285883" y="273701"/>
                </a:lnTo>
                <a:lnTo>
                  <a:pt x="278378" y="274901"/>
                </a:lnTo>
                <a:lnTo>
                  <a:pt x="270853" y="276063"/>
                </a:lnTo>
                <a:lnTo>
                  <a:pt x="263309" y="277168"/>
                </a:lnTo>
                <a:lnTo>
                  <a:pt x="255756" y="278235"/>
                </a:lnTo>
                <a:lnTo>
                  <a:pt x="248183" y="279263"/>
                </a:lnTo>
                <a:lnTo>
                  <a:pt x="240592" y="280245"/>
                </a:lnTo>
                <a:lnTo>
                  <a:pt x="232991" y="281178"/>
                </a:lnTo>
                <a:lnTo>
                  <a:pt x="225381" y="282083"/>
                </a:lnTo>
                <a:lnTo>
                  <a:pt x="217751" y="282931"/>
                </a:lnTo>
                <a:lnTo>
                  <a:pt x="210112" y="283750"/>
                </a:lnTo>
                <a:lnTo>
                  <a:pt x="202473" y="284531"/>
                </a:lnTo>
                <a:lnTo>
                  <a:pt x="194815" y="285264"/>
                </a:lnTo>
                <a:lnTo>
                  <a:pt x="187147" y="285960"/>
                </a:lnTo>
                <a:lnTo>
                  <a:pt x="179470" y="286617"/>
                </a:lnTo>
                <a:lnTo>
                  <a:pt x="171793" y="287236"/>
                </a:lnTo>
                <a:lnTo>
                  <a:pt x="164097" y="287826"/>
                </a:lnTo>
                <a:lnTo>
                  <a:pt x="156401" y="288369"/>
                </a:lnTo>
                <a:lnTo>
                  <a:pt x="148695" y="288884"/>
                </a:lnTo>
                <a:lnTo>
                  <a:pt x="140989" y="289360"/>
                </a:lnTo>
                <a:lnTo>
                  <a:pt x="133274" y="289798"/>
                </a:lnTo>
                <a:lnTo>
                  <a:pt x="125559" y="290208"/>
                </a:lnTo>
                <a:lnTo>
                  <a:pt x="117834" y="290579"/>
                </a:lnTo>
                <a:lnTo>
                  <a:pt x="110109" y="290913"/>
                </a:lnTo>
                <a:lnTo>
                  <a:pt x="102375" y="291217"/>
                </a:lnTo>
                <a:lnTo>
                  <a:pt x="94640" y="291494"/>
                </a:lnTo>
                <a:lnTo>
                  <a:pt x="86906" y="291732"/>
                </a:lnTo>
                <a:lnTo>
                  <a:pt x="79172" y="291941"/>
                </a:lnTo>
                <a:lnTo>
                  <a:pt x="71428" y="292122"/>
                </a:lnTo>
                <a:lnTo>
                  <a:pt x="63684" y="292275"/>
                </a:lnTo>
                <a:lnTo>
                  <a:pt x="55940" y="292389"/>
                </a:lnTo>
                <a:lnTo>
                  <a:pt x="48196" y="292475"/>
                </a:lnTo>
                <a:lnTo>
                  <a:pt x="40453" y="292541"/>
                </a:lnTo>
                <a:lnTo>
                  <a:pt x="32709" y="292570"/>
                </a:lnTo>
                <a:lnTo>
                  <a:pt x="24965" y="292570"/>
                </a:lnTo>
                <a:lnTo>
                  <a:pt x="17221" y="292541"/>
                </a:lnTo>
                <a:lnTo>
                  <a:pt x="9477" y="292484"/>
                </a:lnTo>
                <a:lnTo>
                  <a:pt x="1734" y="292408"/>
                </a:lnTo>
                <a:lnTo>
                  <a:pt x="0" y="292332"/>
                </a:lnTo>
                <a:lnTo>
                  <a:pt x="7744" y="292208"/>
                </a:lnTo>
                <a:lnTo>
                  <a:pt x="15478" y="292008"/>
                </a:lnTo>
                <a:lnTo>
                  <a:pt x="23212" y="291741"/>
                </a:lnTo>
                <a:lnTo>
                  <a:pt x="30947" y="291408"/>
                </a:lnTo>
                <a:lnTo>
                  <a:pt x="38662" y="291027"/>
                </a:lnTo>
                <a:lnTo>
                  <a:pt x="46377" y="290589"/>
                </a:lnTo>
                <a:lnTo>
                  <a:pt x="54083" y="290103"/>
                </a:lnTo>
                <a:lnTo>
                  <a:pt x="61789" y="289560"/>
                </a:lnTo>
                <a:lnTo>
                  <a:pt x="69475" y="288969"/>
                </a:lnTo>
                <a:lnTo>
                  <a:pt x="77153" y="288331"/>
                </a:lnTo>
                <a:lnTo>
                  <a:pt x="84820" y="287636"/>
                </a:lnTo>
                <a:lnTo>
                  <a:pt x="92469" y="286893"/>
                </a:lnTo>
                <a:lnTo>
                  <a:pt x="100117" y="286093"/>
                </a:lnTo>
                <a:lnTo>
                  <a:pt x="107747" y="285245"/>
                </a:lnTo>
                <a:lnTo>
                  <a:pt x="115357" y="284340"/>
                </a:lnTo>
                <a:lnTo>
                  <a:pt x="122949" y="283388"/>
                </a:lnTo>
                <a:lnTo>
                  <a:pt x="130531" y="282369"/>
                </a:lnTo>
                <a:lnTo>
                  <a:pt x="138084" y="281302"/>
                </a:lnTo>
                <a:lnTo>
                  <a:pt x="145618" y="280178"/>
                </a:lnTo>
                <a:lnTo>
                  <a:pt x="153133" y="278997"/>
                </a:lnTo>
                <a:lnTo>
                  <a:pt x="160630" y="277749"/>
                </a:lnTo>
                <a:lnTo>
                  <a:pt x="168088" y="276444"/>
                </a:lnTo>
                <a:lnTo>
                  <a:pt x="175527" y="275072"/>
                </a:lnTo>
                <a:lnTo>
                  <a:pt x="182928" y="273644"/>
                </a:lnTo>
                <a:lnTo>
                  <a:pt x="190300" y="272148"/>
                </a:lnTo>
                <a:lnTo>
                  <a:pt x="197634" y="270577"/>
                </a:lnTo>
                <a:lnTo>
                  <a:pt x="204930" y="268948"/>
                </a:lnTo>
                <a:lnTo>
                  <a:pt x="212188" y="267243"/>
                </a:lnTo>
                <a:lnTo>
                  <a:pt x="219408" y="265462"/>
                </a:lnTo>
                <a:lnTo>
                  <a:pt x="226571" y="263604"/>
                </a:lnTo>
                <a:lnTo>
                  <a:pt x="233686" y="261671"/>
                </a:lnTo>
                <a:lnTo>
                  <a:pt x="240744" y="259661"/>
                </a:lnTo>
                <a:lnTo>
                  <a:pt x="247736" y="257575"/>
                </a:lnTo>
                <a:lnTo>
                  <a:pt x="254670" y="255394"/>
                </a:lnTo>
                <a:lnTo>
                  <a:pt x="261537" y="253136"/>
                </a:lnTo>
                <a:lnTo>
                  <a:pt x="268329" y="250784"/>
                </a:lnTo>
                <a:lnTo>
                  <a:pt x="275034" y="248345"/>
                </a:lnTo>
                <a:lnTo>
                  <a:pt x="281664" y="245821"/>
                </a:lnTo>
                <a:lnTo>
                  <a:pt x="288198" y="243192"/>
                </a:lnTo>
                <a:lnTo>
                  <a:pt x="294627" y="240478"/>
                </a:lnTo>
                <a:lnTo>
                  <a:pt x="300952" y="237658"/>
                </a:lnTo>
                <a:lnTo>
                  <a:pt x="307162" y="234734"/>
                </a:lnTo>
                <a:lnTo>
                  <a:pt x="313249" y="231724"/>
                </a:lnTo>
                <a:lnTo>
                  <a:pt x="319202" y="228600"/>
                </a:lnTo>
                <a:lnTo>
                  <a:pt x="325022" y="225381"/>
                </a:lnTo>
                <a:lnTo>
                  <a:pt x="330689" y="222047"/>
                </a:lnTo>
                <a:lnTo>
                  <a:pt x="336204" y="218618"/>
                </a:lnTo>
                <a:lnTo>
                  <a:pt x="341547" y="215084"/>
                </a:lnTo>
                <a:lnTo>
                  <a:pt x="346720" y="211455"/>
                </a:lnTo>
                <a:lnTo>
                  <a:pt x="351701" y="207712"/>
                </a:lnTo>
                <a:lnTo>
                  <a:pt x="356492" y="203883"/>
                </a:lnTo>
                <a:lnTo>
                  <a:pt x="361083" y="199949"/>
                </a:lnTo>
                <a:lnTo>
                  <a:pt x="365455" y="195920"/>
                </a:lnTo>
                <a:lnTo>
                  <a:pt x="369618" y="191805"/>
                </a:lnTo>
                <a:lnTo>
                  <a:pt x="373551" y="187595"/>
                </a:lnTo>
                <a:lnTo>
                  <a:pt x="377257" y="183309"/>
                </a:lnTo>
                <a:lnTo>
                  <a:pt x="380724" y="178946"/>
                </a:lnTo>
                <a:lnTo>
                  <a:pt x="383953" y="174508"/>
                </a:lnTo>
                <a:lnTo>
                  <a:pt x="386934" y="170002"/>
                </a:lnTo>
                <a:lnTo>
                  <a:pt x="389677" y="165440"/>
                </a:lnTo>
                <a:lnTo>
                  <a:pt x="392173" y="160811"/>
                </a:lnTo>
                <a:lnTo>
                  <a:pt x="394430" y="156143"/>
                </a:lnTo>
                <a:lnTo>
                  <a:pt x="396440" y="151428"/>
                </a:lnTo>
                <a:lnTo>
                  <a:pt x="398221" y="146675"/>
                </a:lnTo>
                <a:lnTo>
                  <a:pt x="399755" y="141894"/>
                </a:lnTo>
                <a:lnTo>
                  <a:pt x="401060" y="137084"/>
                </a:lnTo>
                <a:lnTo>
                  <a:pt x="402146" y="132245"/>
                </a:lnTo>
                <a:lnTo>
                  <a:pt x="403003" y="127397"/>
                </a:lnTo>
                <a:lnTo>
                  <a:pt x="403641" y="122530"/>
                </a:lnTo>
                <a:lnTo>
                  <a:pt x="404079" y="117653"/>
                </a:lnTo>
                <a:lnTo>
                  <a:pt x="404308" y="112776"/>
                </a:lnTo>
                <a:lnTo>
                  <a:pt x="404346" y="107899"/>
                </a:lnTo>
                <a:lnTo>
                  <a:pt x="404193" y="103013"/>
                </a:lnTo>
                <a:lnTo>
                  <a:pt x="403850" y="98136"/>
                </a:lnTo>
                <a:lnTo>
                  <a:pt x="403346" y="93269"/>
                </a:lnTo>
                <a:lnTo>
                  <a:pt x="410508" y="92069"/>
                </a:lnTo>
                <a:lnTo>
                  <a:pt x="418062" y="90973"/>
                </a:lnTo>
                <a:lnTo>
                  <a:pt x="425577" y="89811"/>
                </a:lnTo>
                <a:lnTo>
                  <a:pt x="433083" y="88592"/>
                </a:lnTo>
                <a:lnTo>
                  <a:pt x="440560" y="87316"/>
                </a:lnTo>
                <a:lnTo>
                  <a:pt x="448008" y="85982"/>
                </a:lnTo>
                <a:lnTo>
                  <a:pt x="455438" y="84601"/>
                </a:lnTo>
                <a:lnTo>
                  <a:pt x="462848" y="83182"/>
                </a:lnTo>
                <a:lnTo>
                  <a:pt x="470230" y="81705"/>
                </a:lnTo>
                <a:lnTo>
                  <a:pt x="477593" y="80181"/>
                </a:lnTo>
                <a:lnTo>
                  <a:pt x="484927" y="78610"/>
                </a:lnTo>
                <a:lnTo>
                  <a:pt x="492233" y="77000"/>
                </a:lnTo>
                <a:lnTo>
                  <a:pt x="499520" y="75343"/>
                </a:lnTo>
                <a:lnTo>
                  <a:pt x="506778" y="73638"/>
                </a:lnTo>
                <a:lnTo>
                  <a:pt x="514007" y="71895"/>
                </a:lnTo>
                <a:lnTo>
                  <a:pt x="521218" y="70094"/>
                </a:lnTo>
                <a:lnTo>
                  <a:pt x="528390" y="68256"/>
                </a:lnTo>
                <a:lnTo>
                  <a:pt x="535534" y="66380"/>
                </a:lnTo>
                <a:lnTo>
                  <a:pt x="542649" y="64446"/>
                </a:lnTo>
                <a:lnTo>
                  <a:pt x="549735" y="62465"/>
                </a:lnTo>
                <a:lnTo>
                  <a:pt x="556784" y="60446"/>
                </a:lnTo>
                <a:lnTo>
                  <a:pt x="563794" y="58379"/>
                </a:lnTo>
                <a:lnTo>
                  <a:pt x="570776" y="56264"/>
                </a:lnTo>
                <a:lnTo>
                  <a:pt x="577720" y="54092"/>
                </a:lnTo>
                <a:lnTo>
                  <a:pt x="584625" y="51883"/>
                </a:lnTo>
                <a:lnTo>
                  <a:pt x="591493" y="49625"/>
                </a:lnTo>
                <a:lnTo>
                  <a:pt x="598313" y="47311"/>
                </a:lnTo>
                <a:lnTo>
                  <a:pt x="605095" y="44958"/>
                </a:lnTo>
                <a:lnTo>
                  <a:pt x="611829" y="42548"/>
                </a:lnTo>
                <a:lnTo>
                  <a:pt x="618515" y="40081"/>
                </a:lnTo>
                <a:lnTo>
                  <a:pt x="625164" y="37576"/>
                </a:lnTo>
                <a:lnTo>
                  <a:pt x="631755" y="35004"/>
                </a:lnTo>
                <a:lnTo>
                  <a:pt x="638289" y="32395"/>
                </a:lnTo>
                <a:lnTo>
                  <a:pt x="644776" y="29728"/>
                </a:lnTo>
                <a:lnTo>
                  <a:pt x="651205" y="27003"/>
                </a:lnTo>
                <a:lnTo>
                  <a:pt x="657577" y="24222"/>
                </a:lnTo>
                <a:lnTo>
                  <a:pt x="663893" y="21393"/>
                </a:lnTo>
                <a:lnTo>
                  <a:pt x="670131" y="18507"/>
                </a:lnTo>
                <a:lnTo>
                  <a:pt x="676313" y="15564"/>
                </a:lnTo>
                <a:lnTo>
                  <a:pt x="682428" y="12563"/>
                </a:lnTo>
                <a:lnTo>
                  <a:pt x="688467" y="9506"/>
                </a:lnTo>
                <a:lnTo>
                  <a:pt x="694439" y="6401"/>
                </a:lnTo>
                <a:lnTo>
                  <a:pt x="700326" y="3229"/>
                </a:lnTo>
                <a:lnTo>
                  <a:pt x="70613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2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31BBB60F-77E0-425E-8887-6B306457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456" y="3431677"/>
            <a:ext cx="1917049" cy="321202"/>
          </a:xfrm>
          <a:custGeom xmlns:a="http://schemas.openxmlformats.org/drawingml/2006/main">
            <a:pathLst>
              <a:path w="1917049" h="321202">
                <a:moveTo>
                  <a:pt x="1916449" y="0"/>
                </a:moveTo>
                <a:lnTo>
                  <a:pt x="1917049" y="11830"/>
                </a:lnTo>
                <a:lnTo>
                  <a:pt x="1916782" y="23660"/>
                </a:lnTo>
                <a:lnTo>
                  <a:pt x="1915858" y="35481"/>
                </a:lnTo>
                <a:lnTo>
                  <a:pt x="1914306" y="47282"/>
                </a:lnTo>
                <a:lnTo>
                  <a:pt x="1912172" y="59036"/>
                </a:lnTo>
                <a:lnTo>
                  <a:pt x="1909439" y="70742"/>
                </a:lnTo>
                <a:lnTo>
                  <a:pt x="1906124" y="82391"/>
                </a:lnTo>
                <a:lnTo>
                  <a:pt x="1902200" y="93974"/>
                </a:lnTo>
                <a:lnTo>
                  <a:pt x="1897675" y="105451"/>
                </a:lnTo>
                <a:lnTo>
                  <a:pt x="1892522" y="116834"/>
                </a:lnTo>
                <a:lnTo>
                  <a:pt x="1886741" y="128092"/>
                </a:lnTo>
                <a:lnTo>
                  <a:pt x="1880302" y="139217"/>
                </a:lnTo>
                <a:lnTo>
                  <a:pt x="1873215" y="150171"/>
                </a:lnTo>
                <a:lnTo>
                  <a:pt x="1865443" y="160944"/>
                </a:lnTo>
                <a:lnTo>
                  <a:pt x="1856994" y="171517"/>
                </a:lnTo>
                <a:lnTo>
                  <a:pt x="1847850" y="181851"/>
                </a:lnTo>
                <a:lnTo>
                  <a:pt x="1838011" y="191938"/>
                </a:lnTo>
                <a:lnTo>
                  <a:pt x="1827476" y="201730"/>
                </a:lnTo>
                <a:lnTo>
                  <a:pt x="1816256" y="211217"/>
                </a:lnTo>
                <a:lnTo>
                  <a:pt x="1804349" y="220370"/>
                </a:lnTo>
                <a:lnTo>
                  <a:pt x="1791786" y="229172"/>
                </a:lnTo>
                <a:lnTo>
                  <a:pt x="1778584" y="237582"/>
                </a:lnTo>
                <a:lnTo>
                  <a:pt x="1764763" y="245593"/>
                </a:lnTo>
                <a:lnTo>
                  <a:pt x="1750362" y="253184"/>
                </a:lnTo>
                <a:lnTo>
                  <a:pt x="1735417" y="260347"/>
                </a:lnTo>
                <a:lnTo>
                  <a:pt x="1719958" y="267071"/>
                </a:lnTo>
                <a:lnTo>
                  <a:pt x="1704042" y="273348"/>
                </a:lnTo>
                <a:lnTo>
                  <a:pt x="1687697" y="279168"/>
                </a:lnTo>
                <a:lnTo>
                  <a:pt x="1670971" y="284550"/>
                </a:lnTo>
                <a:lnTo>
                  <a:pt x="1653902" y="289484"/>
                </a:lnTo>
                <a:lnTo>
                  <a:pt x="1636538" y="293989"/>
                </a:lnTo>
                <a:lnTo>
                  <a:pt x="1618917" y="298066"/>
                </a:lnTo>
                <a:lnTo>
                  <a:pt x="1601057" y="301733"/>
                </a:lnTo>
                <a:lnTo>
                  <a:pt x="1583007" y="304991"/>
                </a:lnTo>
                <a:lnTo>
                  <a:pt x="1564796" y="307877"/>
                </a:lnTo>
                <a:lnTo>
                  <a:pt x="1546441" y="310382"/>
                </a:lnTo>
                <a:lnTo>
                  <a:pt x="1527981" y="312534"/>
                </a:lnTo>
                <a:lnTo>
                  <a:pt x="1509427" y="314354"/>
                </a:lnTo>
                <a:lnTo>
                  <a:pt x="1490796" y="315849"/>
                </a:lnTo>
                <a:lnTo>
                  <a:pt x="1472117" y="317030"/>
                </a:lnTo>
                <a:lnTo>
                  <a:pt x="1453391" y="317916"/>
                </a:lnTo>
                <a:lnTo>
                  <a:pt x="1434627" y="318335"/>
                </a:lnTo>
                <a:lnTo>
                  <a:pt x="1415853" y="318611"/>
                </a:lnTo>
                <a:lnTo>
                  <a:pt x="1397079" y="318830"/>
                </a:lnTo>
                <a:lnTo>
                  <a:pt x="1378306" y="319021"/>
                </a:lnTo>
                <a:lnTo>
                  <a:pt x="1359522" y="319183"/>
                </a:lnTo>
                <a:lnTo>
                  <a:pt x="1340749" y="319335"/>
                </a:lnTo>
                <a:lnTo>
                  <a:pt x="1321975" y="319469"/>
                </a:lnTo>
                <a:lnTo>
                  <a:pt x="1303191" y="319592"/>
                </a:lnTo>
                <a:lnTo>
                  <a:pt x="1284418" y="319707"/>
                </a:lnTo>
                <a:lnTo>
                  <a:pt x="1265644" y="319821"/>
                </a:lnTo>
                <a:lnTo>
                  <a:pt x="1246861" y="319916"/>
                </a:lnTo>
                <a:lnTo>
                  <a:pt x="1228087" y="320011"/>
                </a:lnTo>
                <a:lnTo>
                  <a:pt x="1209304" y="320097"/>
                </a:lnTo>
                <a:lnTo>
                  <a:pt x="1190530" y="320183"/>
                </a:lnTo>
                <a:lnTo>
                  <a:pt x="1171756" y="320269"/>
                </a:lnTo>
                <a:lnTo>
                  <a:pt x="1152973" y="320335"/>
                </a:lnTo>
                <a:lnTo>
                  <a:pt x="1134199" y="320411"/>
                </a:lnTo>
                <a:lnTo>
                  <a:pt x="1115416" y="320478"/>
                </a:lnTo>
                <a:lnTo>
                  <a:pt x="1096642" y="320535"/>
                </a:lnTo>
                <a:lnTo>
                  <a:pt x="1077859" y="320602"/>
                </a:lnTo>
                <a:lnTo>
                  <a:pt x="1059085" y="320659"/>
                </a:lnTo>
                <a:lnTo>
                  <a:pt x="1040311" y="320707"/>
                </a:lnTo>
                <a:lnTo>
                  <a:pt x="1021528" y="320754"/>
                </a:lnTo>
                <a:lnTo>
                  <a:pt x="1002754" y="320812"/>
                </a:lnTo>
                <a:lnTo>
                  <a:pt x="983971" y="320850"/>
                </a:lnTo>
                <a:lnTo>
                  <a:pt x="965197" y="320897"/>
                </a:lnTo>
                <a:lnTo>
                  <a:pt x="946414" y="320935"/>
                </a:lnTo>
                <a:lnTo>
                  <a:pt x="927640" y="320973"/>
                </a:lnTo>
                <a:lnTo>
                  <a:pt x="908856" y="321002"/>
                </a:lnTo>
                <a:lnTo>
                  <a:pt x="890083" y="321031"/>
                </a:lnTo>
                <a:lnTo>
                  <a:pt x="871299" y="321059"/>
                </a:lnTo>
                <a:lnTo>
                  <a:pt x="852526" y="321088"/>
                </a:lnTo>
                <a:lnTo>
                  <a:pt x="833752" y="321107"/>
                </a:lnTo>
                <a:lnTo>
                  <a:pt x="814969" y="321126"/>
                </a:lnTo>
                <a:lnTo>
                  <a:pt x="796195" y="321145"/>
                </a:lnTo>
                <a:lnTo>
                  <a:pt x="777411" y="321164"/>
                </a:lnTo>
                <a:lnTo>
                  <a:pt x="758638" y="321173"/>
                </a:lnTo>
                <a:lnTo>
                  <a:pt x="739854" y="321183"/>
                </a:lnTo>
                <a:lnTo>
                  <a:pt x="721081" y="321193"/>
                </a:lnTo>
                <a:lnTo>
                  <a:pt x="702297" y="321193"/>
                </a:lnTo>
                <a:lnTo>
                  <a:pt x="683524" y="321202"/>
                </a:lnTo>
                <a:lnTo>
                  <a:pt x="664740" y="321193"/>
                </a:lnTo>
                <a:lnTo>
                  <a:pt x="645966" y="321193"/>
                </a:lnTo>
                <a:lnTo>
                  <a:pt x="627193" y="321183"/>
                </a:lnTo>
                <a:lnTo>
                  <a:pt x="608409" y="321173"/>
                </a:lnTo>
                <a:lnTo>
                  <a:pt x="589636" y="321164"/>
                </a:lnTo>
                <a:lnTo>
                  <a:pt x="570852" y="321145"/>
                </a:lnTo>
                <a:lnTo>
                  <a:pt x="552079" y="321126"/>
                </a:lnTo>
                <a:lnTo>
                  <a:pt x="533295" y="321097"/>
                </a:lnTo>
                <a:lnTo>
                  <a:pt x="514521" y="321078"/>
                </a:lnTo>
                <a:lnTo>
                  <a:pt x="495738" y="321050"/>
                </a:lnTo>
                <a:lnTo>
                  <a:pt x="476964" y="321012"/>
                </a:lnTo>
                <a:lnTo>
                  <a:pt x="458181" y="320973"/>
                </a:lnTo>
                <a:lnTo>
                  <a:pt x="439407" y="320935"/>
                </a:lnTo>
                <a:lnTo>
                  <a:pt x="420634" y="320888"/>
                </a:lnTo>
                <a:lnTo>
                  <a:pt x="401850" y="320831"/>
                </a:lnTo>
                <a:lnTo>
                  <a:pt x="383076" y="320773"/>
                </a:lnTo>
                <a:lnTo>
                  <a:pt x="364293" y="320726"/>
                </a:lnTo>
                <a:lnTo>
                  <a:pt x="345519" y="320650"/>
                </a:lnTo>
                <a:lnTo>
                  <a:pt x="326736" y="320583"/>
                </a:lnTo>
                <a:lnTo>
                  <a:pt x="307962" y="320507"/>
                </a:lnTo>
                <a:lnTo>
                  <a:pt x="289179" y="320421"/>
                </a:lnTo>
                <a:lnTo>
                  <a:pt x="270405" y="320326"/>
                </a:lnTo>
                <a:lnTo>
                  <a:pt x="251631" y="320221"/>
                </a:lnTo>
                <a:lnTo>
                  <a:pt x="232848" y="320116"/>
                </a:lnTo>
                <a:lnTo>
                  <a:pt x="214074" y="319992"/>
                </a:lnTo>
                <a:lnTo>
                  <a:pt x="195301" y="319859"/>
                </a:lnTo>
                <a:lnTo>
                  <a:pt x="176517" y="319716"/>
                </a:lnTo>
                <a:lnTo>
                  <a:pt x="157744" y="319564"/>
                </a:lnTo>
                <a:lnTo>
                  <a:pt x="138970" y="319383"/>
                </a:lnTo>
                <a:lnTo>
                  <a:pt x="120196" y="319183"/>
                </a:lnTo>
                <a:lnTo>
                  <a:pt x="101422" y="318964"/>
                </a:lnTo>
                <a:lnTo>
                  <a:pt x="82648" y="318707"/>
                </a:lnTo>
                <a:lnTo>
                  <a:pt x="63875" y="318402"/>
                </a:lnTo>
                <a:lnTo>
                  <a:pt x="45101" y="318030"/>
                </a:lnTo>
                <a:lnTo>
                  <a:pt x="26337" y="317554"/>
                </a:lnTo>
                <a:lnTo>
                  <a:pt x="7601" y="316782"/>
                </a:lnTo>
                <a:lnTo>
                  <a:pt x="3486" y="307162"/>
                </a:lnTo>
                <a:lnTo>
                  <a:pt x="3229" y="295323"/>
                </a:lnTo>
                <a:lnTo>
                  <a:pt x="2981" y="283493"/>
                </a:lnTo>
                <a:lnTo>
                  <a:pt x="2734" y="271653"/>
                </a:lnTo>
                <a:lnTo>
                  <a:pt x="2486" y="259823"/>
                </a:lnTo>
                <a:lnTo>
                  <a:pt x="2238" y="247983"/>
                </a:lnTo>
                <a:lnTo>
                  <a:pt x="1991" y="236153"/>
                </a:lnTo>
                <a:lnTo>
                  <a:pt x="1743" y="224314"/>
                </a:lnTo>
                <a:lnTo>
                  <a:pt x="1495" y="212484"/>
                </a:lnTo>
                <a:lnTo>
                  <a:pt x="1248" y="200644"/>
                </a:lnTo>
                <a:lnTo>
                  <a:pt x="991" y="188814"/>
                </a:lnTo>
                <a:lnTo>
                  <a:pt x="743" y="176974"/>
                </a:lnTo>
                <a:lnTo>
                  <a:pt x="495" y="165144"/>
                </a:lnTo>
                <a:lnTo>
                  <a:pt x="248" y="153305"/>
                </a:lnTo>
                <a:lnTo>
                  <a:pt x="0" y="141475"/>
                </a:lnTo>
                <a:lnTo>
                  <a:pt x="6887" y="133731"/>
                </a:lnTo>
                <a:lnTo>
                  <a:pt x="25622" y="132874"/>
                </a:lnTo>
                <a:lnTo>
                  <a:pt x="44358" y="132150"/>
                </a:lnTo>
                <a:lnTo>
                  <a:pt x="63113" y="131540"/>
                </a:lnTo>
                <a:lnTo>
                  <a:pt x="81877" y="131054"/>
                </a:lnTo>
                <a:lnTo>
                  <a:pt x="100641" y="130654"/>
                </a:lnTo>
                <a:lnTo>
                  <a:pt x="119415" y="130350"/>
                </a:lnTo>
                <a:lnTo>
                  <a:pt x="138189" y="130121"/>
                </a:lnTo>
                <a:lnTo>
                  <a:pt x="156962" y="129969"/>
                </a:lnTo>
                <a:lnTo>
                  <a:pt x="175746" y="129883"/>
                </a:lnTo>
                <a:lnTo>
                  <a:pt x="194520" y="129864"/>
                </a:lnTo>
                <a:lnTo>
                  <a:pt x="213303" y="129892"/>
                </a:lnTo>
                <a:lnTo>
                  <a:pt x="232077" y="129978"/>
                </a:lnTo>
                <a:lnTo>
                  <a:pt x="250860" y="130112"/>
                </a:lnTo>
                <a:lnTo>
                  <a:pt x="269634" y="130283"/>
                </a:lnTo>
                <a:lnTo>
                  <a:pt x="288407" y="130512"/>
                </a:lnTo>
                <a:lnTo>
                  <a:pt x="307181" y="130759"/>
                </a:lnTo>
                <a:lnTo>
                  <a:pt x="325955" y="131054"/>
                </a:lnTo>
                <a:lnTo>
                  <a:pt x="344719" y="131378"/>
                </a:lnTo>
                <a:lnTo>
                  <a:pt x="363493" y="131740"/>
                </a:lnTo>
                <a:lnTo>
                  <a:pt x="382257" y="132121"/>
                </a:lnTo>
                <a:lnTo>
                  <a:pt x="401031" y="132531"/>
                </a:lnTo>
                <a:lnTo>
                  <a:pt x="419795" y="132959"/>
                </a:lnTo>
                <a:lnTo>
                  <a:pt x="438560" y="133417"/>
                </a:lnTo>
                <a:lnTo>
                  <a:pt x="457324" y="133893"/>
                </a:lnTo>
                <a:lnTo>
                  <a:pt x="476079" y="134388"/>
                </a:lnTo>
                <a:lnTo>
                  <a:pt x="494843" y="134893"/>
                </a:lnTo>
                <a:lnTo>
                  <a:pt x="513607" y="135426"/>
                </a:lnTo>
                <a:lnTo>
                  <a:pt x="532362" y="135960"/>
                </a:lnTo>
                <a:lnTo>
                  <a:pt x="551117" y="136512"/>
                </a:lnTo>
                <a:lnTo>
                  <a:pt x="569881" y="137084"/>
                </a:lnTo>
                <a:lnTo>
                  <a:pt x="588635" y="137665"/>
                </a:lnTo>
                <a:lnTo>
                  <a:pt x="607390" y="138246"/>
                </a:lnTo>
                <a:lnTo>
                  <a:pt x="626145" y="138836"/>
                </a:lnTo>
                <a:lnTo>
                  <a:pt x="644900" y="139436"/>
                </a:lnTo>
                <a:lnTo>
                  <a:pt x="663654" y="140037"/>
                </a:lnTo>
                <a:lnTo>
                  <a:pt x="682400" y="140646"/>
                </a:lnTo>
                <a:lnTo>
                  <a:pt x="701154" y="141265"/>
                </a:lnTo>
                <a:lnTo>
                  <a:pt x="719909" y="141875"/>
                </a:lnTo>
                <a:lnTo>
                  <a:pt x="738664" y="142484"/>
                </a:lnTo>
                <a:lnTo>
                  <a:pt x="757418" y="143104"/>
                </a:lnTo>
                <a:lnTo>
                  <a:pt x="776164" y="143713"/>
                </a:lnTo>
                <a:lnTo>
                  <a:pt x="794918" y="144323"/>
                </a:lnTo>
                <a:lnTo>
                  <a:pt x="813673" y="144932"/>
                </a:lnTo>
                <a:lnTo>
                  <a:pt x="832428" y="145532"/>
                </a:lnTo>
                <a:lnTo>
                  <a:pt x="851183" y="146133"/>
                </a:lnTo>
                <a:lnTo>
                  <a:pt x="869937" y="146723"/>
                </a:lnTo>
                <a:lnTo>
                  <a:pt x="888692" y="147304"/>
                </a:lnTo>
                <a:lnTo>
                  <a:pt x="907447" y="147876"/>
                </a:lnTo>
                <a:lnTo>
                  <a:pt x="926201" y="148438"/>
                </a:lnTo>
                <a:lnTo>
                  <a:pt x="944966" y="148981"/>
                </a:lnTo>
                <a:lnTo>
                  <a:pt x="963720" y="149523"/>
                </a:lnTo>
                <a:lnTo>
                  <a:pt x="982485" y="150038"/>
                </a:lnTo>
                <a:lnTo>
                  <a:pt x="1001249" y="150543"/>
                </a:lnTo>
                <a:lnTo>
                  <a:pt x="1020004" y="151028"/>
                </a:lnTo>
                <a:lnTo>
                  <a:pt x="1038768" y="151495"/>
                </a:lnTo>
                <a:lnTo>
                  <a:pt x="1057532" y="151943"/>
                </a:lnTo>
                <a:lnTo>
                  <a:pt x="1076306" y="152362"/>
                </a:lnTo>
                <a:lnTo>
                  <a:pt x="1095070" y="152752"/>
                </a:lnTo>
                <a:lnTo>
                  <a:pt x="1113834" y="153124"/>
                </a:lnTo>
                <a:lnTo>
                  <a:pt x="1132608" y="153457"/>
                </a:lnTo>
                <a:lnTo>
                  <a:pt x="1151382" y="153762"/>
                </a:lnTo>
                <a:lnTo>
                  <a:pt x="1170156" y="154038"/>
                </a:lnTo>
                <a:lnTo>
                  <a:pt x="1188930" y="154267"/>
                </a:lnTo>
                <a:lnTo>
                  <a:pt x="1207703" y="154457"/>
                </a:lnTo>
                <a:lnTo>
                  <a:pt x="1226477" y="154600"/>
                </a:lnTo>
                <a:lnTo>
                  <a:pt x="1245260" y="154705"/>
                </a:lnTo>
                <a:lnTo>
                  <a:pt x="1264034" y="154753"/>
                </a:lnTo>
                <a:lnTo>
                  <a:pt x="1282817" y="154734"/>
                </a:lnTo>
                <a:lnTo>
                  <a:pt x="1301591" y="154657"/>
                </a:lnTo>
                <a:lnTo>
                  <a:pt x="1320365" y="154515"/>
                </a:lnTo>
                <a:lnTo>
                  <a:pt x="1339148" y="154305"/>
                </a:lnTo>
                <a:lnTo>
                  <a:pt x="1357913" y="154000"/>
                </a:lnTo>
                <a:lnTo>
                  <a:pt x="1376686" y="153610"/>
                </a:lnTo>
                <a:lnTo>
                  <a:pt x="1395441" y="153114"/>
                </a:lnTo>
                <a:lnTo>
                  <a:pt x="1414196" y="152505"/>
                </a:lnTo>
                <a:lnTo>
                  <a:pt x="1432941" y="151771"/>
                </a:lnTo>
                <a:lnTo>
                  <a:pt x="1451667" y="150886"/>
                </a:lnTo>
                <a:lnTo>
                  <a:pt x="1470374" y="149847"/>
                </a:lnTo>
                <a:lnTo>
                  <a:pt x="1489043" y="148609"/>
                </a:lnTo>
                <a:lnTo>
                  <a:pt x="1507684" y="147152"/>
                </a:lnTo>
                <a:lnTo>
                  <a:pt x="1526257" y="145437"/>
                </a:lnTo>
                <a:lnTo>
                  <a:pt x="1544755" y="143399"/>
                </a:lnTo>
                <a:lnTo>
                  <a:pt x="1563138" y="140980"/>
                </a:lnTo>
                <a:lnTo>
                  <a:pt x="1581341" y="138074"/>
                </a:lnTo>
                <a:lnTo>
                  <a:pt x="1599257" y="134541"/>
                </a:lnTo>
                <a:lnTo>
                  <a:pt x="1616697" y="130169"/>
                </a:lnTo>
                <a:lnTo>
                  <a:pt x="1633271" y="124616"/>
                </a:lnTo>
                <a:lnTo>
                  <a:pt x="1648063" y="117367"/>
                </a:lnTo>
                <a:lnTo>
                  <a:pt x="1659131" y="107871"/>
                </a:lnTo>
                <a:lnTo>
                  <a:pt x="1663579" y="96469"/>
                </a:lnTo>
                <a:lnTo>
                  <a:pt x="1676171" y="90535"/>
                </a:lnTo>
                <a:lnTo>
                  <a:pt x="1693840" y="86535"/>
                </a:lnTo>
                <a:lnTo>
                  <a:pt x="1711271" y="82134"/>
                </a:lnTo>
                <a:lnTo>
                  <a:pt x="1728483" y="77400"/>
                </a:lnTo>
                <a:lnTo>
                  <a:pt x="1745466" y="72352"/>
                </a:lnTo>
                <a:lnTo>
                  <a:pt x="1762230" y="67018"/>
                </a:lnTo>
                <a:lnTo>
                  <a:pt x="1778765" y="61408"/>
                </a:lnTo>
                <a:lnTo>
                  <a:pt x="1795072" y="55540"/>
                </a:lnTo>
                <a:lnTo>
                  <a:pt x="1811141" y="49416"/>
                </a:lnTo>
                <a:lnTo>
                  <a:pt x="1826971" y="43053"/>
                </a:lnTo>
                <a:lnTo>
                  <a:pt x="1842545" y="36443"/>
                </a:lnTo>
                <a:lnTo>
                  <a:pt x="1857870" y="29604"/>
                </a:lnTo>
                <a:lnTo>
                  <a:pt x="1872929" y="22527"/>
                </a:lnTo>
                <a:lnTo>
                  <a:pt x="1887712" y="15240"/>
                </a:lnTo>
                <a:lnTo>
                  <a:pt x="1902228" y="7725"/>
                </a:lnTo>
                <a:lnTo>
                  <a:pt x="1916449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50682907-D431-43F7-BDCA-C9C6DA23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2543775"/>
            <a:ext cx="1916611" cy="1208037"/>
          </a:xfrm>
          <a:custGeom xmlns:a="http://schemas.openxmlformats.org/drawingml/2006/main">
            <a:pathLst>
              <a:path w="1916611" h="1208037">
                <a:moveTo>
                  <a:pt x="0" y="1208037"/>
                </a:moveTo>
                <a:lnTo>
                  <a:pt x="30775" y="1208037"/>
                </a:lnTo>
                <a:lnTo>
                  <a:pt x="61551" y="1208037"/>
                </a:lnTo>
                <a:lnTo>
                  <a:pt x="92316" y="1208037"/>
                </a:lnTo>
                <a:lnTo>
                  <a:pt x="123092" y="1208037"/>
                </a:lnTo>
                <a:lnTo>
                  <a:pt x="153867" y="1208037"/>
                </a:lnTo>
                <a:lnTo>
                  <a:pt x="184642" y="1208037"/>
                </a:lnTo>
                <a:lnTo>
                  <a:pt x="215408" y="1208037"/>
                </a:lnTo>
                <a:lnTo>
                  <a:pt x="246183" y="1208037"/>
                </a:lnTo>
                <a:lnTo>
                  <a:pt x="276958" y="1208037"/>
                </a:lnTo>
                <a:lnTo>
                  <a:pt x="307734" y="1208037"/>
                </a:lnTo>
                <a:lnTo>
                  <a:pt x="338509" y="1208037"/>
                </a:lnTo>
                <a:lnTo>
                  <a:pt x="369275" y="1208037"/>
                </a:lnTo>
                <a:lnTo>
                  <a:pt x="400050" y="1208037"/>
                </a:lnTo>
                <a:lnTo>
                  <a:pt x="430825" y="1208037"/>
                </a:lnTo>
                <a:lnTo>
                  <a:pt x="461601" y="1208037"/>
                </a:lnTo>
                <a:lnTo>
                  <a:pt x="492376" y="1208037"/>
                </a:lnTo>
                <a:lnTo>
                  <a:pt x="523142" y="1208037"/>
                </a:lnTo>
                <a:lnTo>
                  <a:pt x="553917" y="1208037"/>
                </a:lnTo>
                <a:lnTo>
                  <a:pt x="584692" y="1208037"/>
                </a:lnTo>
                <a:lnTo>
                  <a:pt x="615467" y="1208037"/>
                </a:lnTo>
                <a:lnTo>
                  <a:pt x="646233" y="1208037"/>
                </a:lnTo>
                <a:lnTo>
                  <a:pt x="677008" y="1208037"/>
                </a:lnTo>
                <a:lnTo>
                  <a:pt x="707784" y="1208037"/>
                </a:lnTo>
                <a:lnTo>
                  <a:pt x="738559" y="1208037"/>
                </a:lnTo>
                <a:lnTo>
                  <a:pt x="769334" y="1208037"/>
                </a:lnTo>
                <a:lnTo>
                  <a:pt x="800100" y="1208037"/>
                </a:lnTo>
                <a:lnTo>
                  <a:pt x="830875" y="1208037"/>
                </a:lnTo>
                <a:lnTo>
                  <a:pt x="861651" y="1208037"/>
                </a:lnTo>
                <a:lnTo>
                  <a:pt x="892426" y="1208037"/>
                </a:lnTo>
                <a:lnTo>
                  <a:pt x="923201" y="1208037"/>
                </a:lnTo>
                <a:lnTo>
                  <a:pt x="953967" y="1208037"/>
                </a:lnTo>
                <a:lnTo>
                  <a:pt x="984742" y="1208037"/>
                </a:lnTo>
                <a:lnTo>
                  <a:pt x="1015517" y="1208037"/>
                </a:lnTo>
                <a:lnTo>
                  <a:pt x="1046293" y="1208037"/>
                </a:lnTo>
                <a:lnTo>
                  <a:pt x="1077058" y="1208037"/>
                </a:lnTo>
                <a:lnTo>
                  <a:pt x="1107834" y="1208037"/>
                </a:lnTo>
                <a:lnTo>
                  <a:pt x="1138609" y="1208037"/>
                </a:lnTo>
                <a:lnTo>
                  <a:pt x="1169384" y="1208037"/>
                </a:lnTo>
                <a:lnTo>
                  <a:pt x="1200160" y="1208037"/>
                </a:lnTo>
                <a:lnTo>
                  <a:pt x="1230925" y="1208037"/>
                </a:lnTo>
                <a:lnTo>
                  <a:pt x="1261701" y="1208037"/>
                </a:lnTo>
                <a:lnTo>
                  <a:pt x="1292171" y="1205855"/>
                </a:lnTo>
                <a:lnTo>
                  <a:pt x="1322470" y="1202465"/>
                </a:lnTo>
                <a:lnTo>
                  <a:pt x="1352769" y="1199074"/>
                </a:lnTo>
                <a:lnTo>
                  <a:pt x="1383068" y="1195683"/>
                </a:lnTo>
                <a:lnTo>
                  <a:pt x="1413367" y="1192301"/>
                </a:lnTo>
                <a:lnTo>
                  <a:pt x="1443666" y="1188911"/>
                </a:lnTo>
                <a:lnTo>
                  <a:pt x="1473975" y="1185520"/>
                </a:lnTo>
                <a:lnTo>
                  <a:pt x="1504274" y="1182138"/>
                </a:lnTo>
                <a:lnTo>
                  <a:pt x="1527400" y="1170270"/>
                </a:lnTo>
                <a:lnTo>
                  <a:pt x="1548755" y="1156297"/>
                </a:lnTo>
                <a:lnTo>
                  <a:pt x="1570111" y="1142333"/>
                </a:lnTo>
                <a:lnTo>
                  <a:pt x="1591456" y="1128370"/>
                </a:lnTo>
                <a:lnTo>
                  <a:pt x="1612811" y="1114396"/>
                </a:lnTo>
                <a:lnTo>
                  <a:pt x="1634166" y="1100433"/>
                </a:lnTo>
                <a:lnTo>
                  <a:pt x="1655521" y="1086469"/>
                </a:lnTo>
                <a:lnTo>
                  <a:pt x="1676876" y="1072496"/>
                </a:lnTo>
                <a:lnTo>
                  <a:pt x="1698231" y="1058532"/>
                </a:lnTo>
                <a:lnTo>
                  <a:pt x="1719577" y="1044569"/>
                </a:lnTo>
                <a:lnTo>
                  <a:pt x="1740932" y="1030595"/>
                </a:lnTo>
                <a:lnTo>
                  <a:pt x="1762287" y="1016632"/>
                </a:lnTo>
                <a:lnTo>
                  <a:pt x="1783642" y="1002668"/>
                </a:lnTo>
                <a:lnTo>
                  <a:pt x="1804997" y="988695"/>
                </a:lnTo>
                <a:lnTo>
                  <a:pt x="1826343" y="974731"/>
                </a:lnTo>
                <a:lnTo>
                  <a:pt x="1847698" y="960768"/>
                </a:lnTo>
                <a:lnTo>
                  <a:pt x="1869053" y="946795"/>
                </a:lnTo>
                <a:lnTo>
                  <a:pt x="1890408" y="932831"/>
                </a:lnTo>
                <a:lnTo>
                  <a:pt x="1911763" y="918867"/>
                </a:lnTo>
                <a:lnTo>
                  <a:pt x="1916611" y="900703"/>
                </a:lnTo>
                <a:lnTo>
                  <a:pt x="1916611" y="881301"/>
                </a:lnTo>
                <a:lnTo>
                  <a:pt x="1916611" y="861908"/>
                </a:lnTo>
                <a:lnTo>
                  <a:pt x="1916611" y="842515"/>
                </a:lnTo>
                <a:lnTo>
                  <a:pt x="1916611" y="823112"/>
                </a:lnTo>
                <a:lnTo>
                  <a:pt x="1916611" y="803720"/>
                </a:lnTo>
                <a:lnTo>
                  <a:pt x="1916611" y="784327"/>
                </a:lnTo>
                <a:lnTo>
                  <a:pt x="1916611" y="764924"/>
                </a:lnTo>
                <a:lnTo>
                  <a:pt x="1916611" y="745531"/>
                </a:lnTo>
                <a:lnTo>
                  <a:pt x="1916611" y="726129"/>
                </a:lnTo>
                <a:lnTo>
                  <a:pt x="1916611" y="706736"/>
                </a:lnTo>
                <a:lnTo>
                  <a:pt x="1916611" y="687343"/>
                </a:lnTo>
                <a:lnTo>
                  <a:pt x="1916611" y="667941"/>
                </a:lnTo>
                <a:lnTo>
                  <a:pt x="1916611" y="648548"/>
                </a:lnTo>
                <a:lnTo>
                  <a:pt x="1916611" y="629155"/>
                </a:lnTo>
                <a:lnTo>
                  <a:pt x="1916611" y="609752"/>
                </a:lnTo>
                <a:lnTo>
                  <a:pt x="1916611" y="590360"/>
                </a:lnTo>
                <a:lnTo>
                  <a:pt x="1916611" y="570967"/>
                </a:lnTo>
                <a:lnTo>
                  <a:pt x="1916611" y="551564"/>
                </a:lnTo>
                <a:lnTo>
                  <a:pt x="1916611" y="532171"/>
                </a:lnTo>
                <a:lnTo>
                  <a:pt x="1916611" y="512769"/>
                </a:lnTo>
                <a:lnTo>
                  <a:pt x="1916611" y="493376"/>
                </a:lnTo>
                <a:lnTo>
                  <a:pt x="1916611" y="473983"/>
                </a:lnTo>
                <a:lnTo>
                  <a:pt x="1916611" y="454581"/>
                </a:lnTo>
                <a:lnTo>
                  <a:pt x="1916611" y="435188"/>
                </a:lnTo>
                <a:lnTo>
                  <a:pt x="1916611" y="415795"/>
                </a:lnTo>
                <a:lnTo>
                  <a:pt x="1916611" y="396392"/>
                </a:lnTo>
                <a:lnTo>
                  <a:pt x="1916611" y="377000"/>
                </a:lnTo>
                <a:lnTo>
                  <a:pt x="1916611" y="357607"/>
                </a:lnTo>
                <a:lnTo>
                  <a:pt x="1916611" y="338204"/>
                </a:lnTo>
                <a:lnTo>
                  <a:pt x="1916611" y="318811"/>
                </a:lnTo>
                <a:lnTo>
                  <a:pt x="1916611" y="299409"/>
                </a:lnTo>
                <a:lnTo>
                  <a:pt x="1916611" y="280016"/>
                </a:lnTo>
                <a:lnTo>
                  <a:pt x="1916611" y="260623"/>
                </a:lnTo>
                <a:lnTo>
                  <a:pt x="1916611" y="241221"/>
                </a:lnTo>
                <a:lnTo>
                  <a:pt x="1916611" y="221828"/>
                </a:lnTo>
                <a:lnTo>
                  <a:pt x="1916611" y="202435"/>
                </a:lnTo>
                <a:lnTo>
                  <a:pt x="1916611" y="183032"/>
                </a:lnTo>
                <a:lnTo>
                  <a:pt x="1916611" y="163640"/>
                </a:lnTo>
                <a:lnTo>
                  <a:pt x="1916611" y="144247"/>
                </a:lnTo>
                <a:lnTo>
                  <a:pt x="1916611" y="124844"/>
                </a:lnTo>
                <a:lnTo>
                  <a:pt x="1916611" y="105451"/>
                </a:lnTo>
                <a:lnTo>
                  <a:pt x="1916611" y="86058"/>
                </a:lnTo>
                <a:lnTo>
                  <a:pt x="1916611" y="66656"/>
                </a:lnTo>
                <a:lnTo>
                  <a:pt x="1916611" y="47263"/>
                </a:lnTo>
                <a:lnTo>
                  <a:pt x="1916611" y="27861"/>
                </a:lnTo>
                <a:lnTo>
                  <a:pt x="1916611" y="8468"/>
                </a:lnTo>
                <a:lnTo>
                  <a:pt x="1899266" y="0"/>
                </a:lnTo>
                <a:lnTo>
                  <a:pt x="1868500" y="0"/>
                </a:lnTo>
                <a:lnTo>
                  <a:pt x="1837725" y="0"/>
                </a:lnTo>
                <a:lnTo>
                  <a:pt x="1806950" y="0"/>
                </a:lnTo>
                <a:lnTo>
                  <a:pt x="1776174" y="0"/>
                </a:lnTo>
                <a:lnTo>
                  <a:pt x="1745409" y="0"/>
                </a:lnTo>
                <a:lnTo>
                  <a:pt x="1714633" y="0"/>
                </a:lnTo>
                <a:lnTo>
                  <a:pt x="1683858" y="0"/>
                </a:lnTo>
                <a:lnTo>
                  <a:pt x="1653083" y="0"/>
                </a:lnTo>
                <a:lnTo>
                  <a:pt x="1622308" y="0"/>
                </a:lnTo>
                <a:lnTo>
                  <a:pt x="1591542" y="0"/>
                </a:lnTo>
                <a:lnTo>
                  <a:pt x="1560767" y="0"/>
                </a:lnTo>
                <a:lnTo>
                  <a:pt x="1529991" y="0"/>
                </a:lnTo>
                <a:lnTo>
                  <a:pt x="1499216" y="0"/>
                </a:lnTo>
                <a:lnTo>
                  <a:pt x="1468450" y="0"/>
                </a:lnTo>
                <a:lnTo>
                  <a:pt x="1437675" y="0"/>
                </a:lnTo>
                <a:lnTo>
                  <a:pt x="1406900" y="0"/>
                </a:lnTo>
                <a:lnTo>
                  <a:pt x="1376124" y="0"/>
                </a:lnTo>
                <a:lnTo>
                  <a:pt x="1345349" y="0"/>
                </a:lnTo>
                <a:lnTo>
                  <a:pt x="1314583" y="0"/>
                </a:lnTo>
                <a:lnTo>
                  <a:pt x="1283808" y="0"/>
                </a:lnTo>
                <a:lnTo>
                  <a:pt x="1253033" y="0"/>
                </a:lnTo>
                <a:lnTo>
                  <a:pt x="1222258" y="0"/>
                </a:lnTo>
                <a:lnTo>
                  <a:pt x="1191482" y="0"/>
                </a:lnTo>
                <a:lnTo>
                  <a:pt x="1160717" y="0"/>
                </a:lnTo>
                <a:lnTo>
                  <a:pt x="1129941" y="0"/>
                </a:lnTo>
                <a:lnTo>
                  <a:pt x="1099166" y="0"/>
                </a:lnTo>
                <a:lnTo>
                  <a:pt x="1068391" y="0"/>
                </a:lnTo>
                <a:lnTo>
                  <a:pt x="1037625" y="0"/>
                </a:lnTo>
                <a:lnTo>
                  <a:pt x="1006850" y="0"/>
                </a:lnTo>
                <a:lnTo>
                  <a:pt x="976074" y="0"/>
                </a:lnTo>
                <a:lnTo>
                  <a:pt x="945299" y="0"/>
                </a:lnTo>
                <a:lnTo>
                  <a:pt x="914524" y="0"/>
                </a:lnTo>
                <a:lnTo>
                  <a:pt x="883758" y="0"/>
                </a:lnTo>
                <a:lnTo>
                  <a:pt x="852983" y="0"/>
                </a:lnTo>
                <a:lnTo>
                  <a:pt x="822208" y="0"/>
                </a:lnTo>
                <a:lnTo>
                  <a:pt x="791432" y="0"/>
                </a:lnTo>
                <a:lnTo>
                  <a:pt x="760657" y="0"/>
                </a:lnTo>
                <a:lnTo>
                  <a:pt x="729891" y="0"/>
                </a:lnTo>
                <a:lnTo>
                  <a:pt x="699116" y="0"/>
                </a:lnTo>
                <a:lnTo>
                  <a:pt x="668341" y="0"/>
                </a:lnTo>
                <a:lnTo>
                  <a:pt x="637565" y="0"/>
                </a:lnTo>
                <a:lnTo>
                  <a:pt x="606800" y="0"/>
                </a:lnTo>
                <a:lnTo>
                  <a:pt x="576024" y="0"/>
                </a:lnTo>
                <a:lnTo>
                  <a:pt x="545249" y="0"/>
                </a:lnTo>
                <a:lnTo>
                  <a:pt x="514474" y="0"/>
                </a:lnTo>
                <a:lnTo>
                  <a:pt x="483699" y="0"/>
                </a:lnTo>
                <a:lnTo>
                  <a:pt x="452933" y="0"/>
                </a:lnTo>
                <a:lnTo>
                  <a:pt x="422158" y="0"/>
                </a:lnTo>
                <a:lnTo>
                  <a:pt x="391382" y="0"/>
                </a:lnTo>
                <a:lnTo>
                  <a:pt x="360607" y="0"/>
                </a:lnTo>
                <a:lnTo>
                  <a:pt x="329832" y="0"/>
                </a:lnTo>
                <a:lnTo>
                  <a:pt x="299066" y="0"/>
                </a:lnTo>
                <a:lnTo>
                  <a:pt x="268291" y="0"/>
                </a:lnTo>
                <a:lnTo>
                  <a:pt x="237515" y="0"/>
                </a:lnTo>
                <a:lnTo>
                  <a:pt x="206740" y="0"/>
                </a:lnTo>
                <a:lnTo>
                  <a:pt x="175974" y="0"/>
                </a:lnTo>
                <a:lnTo>
                  <a:pt x="145199" y="0"/>
                </a:lnTo>
                <a:lnTo>
                  <a:pt x="114424" y="0"/>
                </a:lnTo>
                <a:lnTo>
                  <a:pt x="83649" y="0"/>
                </a:lnTo>
                <a:lnTo>
                  <a:pt x="52873" y="0"/>
                </a:lnTo>
                <a:lnTo>
                  <a:pt x="22108" y="0"/>
                </a:lnTo>
                <a:lnTo>
                  <a:pt x="0" y="5467"/>
                </a:lnTo>
                <a:lnTo>
                  <a:pt x="0" y="24860"/>
                </a:lnTo>
                <a:lnTo>
                  <a:pt x="0" y="44253"/>
                </a:lnTo>
                <a:lnTo>
                  <a:pt x="0" y="63656"/>
                </a:lnTo>
                <a:lnTo>
                  <a:pt x="0" y="83048"/>
                </a:lnTo>
                <a:lnTo>
                  <a:pt x="0" y="102441"/>
                </a:lnTo>
                <a:lnTo>
                  <a:pt x="0" y="121844"/>
                </a:lnTo>
                <a:lnTo>
                  <a:pt x="0" y="141237"/>
                </a:lnTo>
                <a:lnTo>
                  <a:pt x="0" y="160639"/>
                </a:lnTo>
                <a:lnTo>
                  <a:pt x="0" y="180032"/>
                </a:lnTo>
                <a:lnTo>
                  <a:pt x="0" y="199425"/>
                </a:lnTo>
                <a:lnTo>
                  <a:pt x="0" y="218827"/>
                </a:lnTo>
                <a:lnTo>
                  <a:pt x="0" y="238220"/>
                </a:lnTo>
                <a:lnTo>
                  <a:pt x="0" y="257613"/>
                </a:lnTo>
                <a:lnTo>
                  <a:pt x="0" y="277016"/>
                </a:lnTo>
                <a:lnTo>
                  <a:pt x="0" y="296408"/>
                </a:lnTo>
                <a:lnTo>
                  <a:pt x="0" y="315801"/>
                </a:lnTo>
                <a:lnTo>
                  <a:pt x="0" y="335204"/>
                </a:lnTo>
                <a:lnTo>
                  <a:pt x="0" y="354597"/>
                </a:lnTo>
                <a:lnTo>
                  <a:pt x="0" y="373999"/>
                </a:lnTo>
                <a:lnTo>
                  <a:pt x="0" y="393392"/>
                </a:lnTo>
                <a:lnTo>
                  <a:pt x="0" y="412785"/>
                </a:lnTo>
                <a:lnTo>
                  <a:pt x="0" y="432187"/>
                </a:lnTo>
                <a:lnTo>
                  <a:pt x="0" y="451580"/>
                </a:lnTo>
                <a:lnTo>
                  <a:pt x="0" y="470973"/>
                </a:lnTo>
                <a:lnTo>
                  <a:pt x="0" y="490376"/>
                </a:lnTo>
                <a:lnTo>
                  <a:pt x="0" y="509768"/>
                </a:lnTo>
                <a:lnTo>
                  <a:pt x="0" y="529161"/>
                </a:lnTo>
                <a:lnTo>
                  <a:pt x="0" y="548564"/>
                </a:lnTo>
                <a:lnTo>
                  <a:pt x="0" y="567957"/>
                </a:lnTo>
                <a:lnTo>
                  <a:pt x="0" y="587359"/>
                </a:lnTo>
                <a:lnTo>
                  <a:pt x="0" y="606752"/>
                </a:lnTo>
                <a:lnTo>
                  <a:pt x="0" y="626145"/>
                </a:lnTo>
                <a:lnTo>
                  <a:pt x="0" y="645547"/>
                </a:lnTo>
                <a:lnTo>
                  <a:pt x="0" y="664940"/>
                </a:lnTo>
                <a:lnTo>
                  <a:pt x="0" y="684333"/>
                </a:lnTo>
                <a:lnTo>
                  <a:pt x="0" y="703736"/>
                </a:lnTo>
                <a:lnTo>
                  <a:pt x="0" y="723128"/>
                </a:lnTo>
                <a:lnTo>
                  <a:pt x="0" y="742521"/>
                </a:lnTo>
                <a:lnTo>
                  <a:pt x="0" y="761924"/>
                </a:lnTo>
                <a:lnTo>
                  <a:pt x="0" y="781317"/>
                </a:lnTo>
                <a:lnTo>
                  <a:pt x="0" y="800719"/>
                </a:lnTo>
                <a:lnTo>
                  <a:pt x="0" y="820112"/>
                </a:lnTo>
                <a:lnTo>
                  <a:pt x="0" y="839505"/>
                </a:lnTo>
                <a:lnTo>
                  <a:pt x="0" y="858907"/>
                </a:lnTo>
                <a:lnTo>
                  <a:pt x="0" y="878300"/>
                </a:lnTo>
                <a:lnTo>
                  <a:pt x="0" y="897693"/>
                </a:lnTo>
                <a:lnTo>
                  <a:pt x="0" y="917096"/>
                </a:lnTo>
                <a:lnTo>
                  <a:pt x="0" y="936488"/>
                </a:lnTo>
                <a:lnTo>
                  <a:pt x="0" y="955881"/>
                </a:lnTo>
                <a:lnTo>
                  <a:pt x="0" y="975284"/>
                </a:lnTo>
                <a:lnTo>
                  <a:pt x="0" y="994677"/>
                </a:lnTo>
                <a:lnTo>
                  <a:pt x="0" y="1014079"/>
                </a:lnTo>
                <a:lnTo>
                  <a:pt x="0" y="1033472"/>
                </a:lnTo>
                <a:lnTo>
                  <a:pt x="0" y="1052865"/>
                </a:lnTo>
                <a:lnTo>
                  <a:pt x="0" y="1072267"/>
                </a:lnTo>
                <a:lnTo>
                  <a:pt x="0" y="1091660"/>
                </a:lnTo>
                <a:lnTo>
                  <a:pt x="0" y="1111053"/>
                </a:lnTo>
                <a:lnTo>
                  <a:pt x="0" y="1130456"/>
                </a:lnTo>
                <a:lnTo>
                  <a:pt x="0" y="1149848"/>
                </a:lnTo>
                <a:lnTo>
                  <a:pt x="0" y="1169241"/>
                </a:lnTo>
                <a:lnTo>
                  <a:pt x="0" y="1188644"/>
                </a:lnTo>
                <a:lnTo>
                  <a:pt x="0" y="1208037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4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15F582F7-F36D-4FA8-9459-9E656195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2543775"/>
            <a:ext cx="1916611" cy="207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1130BC63-46D1-4F74-96C4-1F9A4F81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5778" y="3459461"/>
            <a:ext cx="706136" cy="292570"/>
          </a:xfrm>
          <a:custGeom xmlns:a="http://schemas.openxmlformats.org/drawingml/2006/main">
            <a:pathLst>
              <a:path w="706136" h="292570">
                <a:moveTo>
                  <a:pt x="706136" y="0"/>
                </a:moveTo>
                <a:lnTo>
                  <a:pt x="705298" y="4848"/>
                </a:lnTo>
                <a:lnTo>
                  <a:pt x="704193" y="9687"/>
                </a:lnTo>
                <a:lnTo>
                  <a:pt x="702907" y="14497"/>
                </a:lnTo>
                <a:lnTo>
                  <a:pt x="701459" y="19298"/>
                </a:lnTo>
                <a:lnTo>
                  <a:pt x="699859" y="24070"/>
                </a:lnTo>
                <a:lnTo>
                  <a:pt x="698125" y="28832"/>
                </a:lnTo>
                <a:lnTo>
                  <a:pt x="696258" y="33566"/>
                </a:lnTo>
                <a:lnTo>
                  <a:pt x="694258" y="38281"/>
                </a:lnTo>
                <a:lnTo>
                  <a:pt x="692144" y="42977"/>
                </a:lnTo>
                <a:lnTo>
                  <a:pt x="689905" y="47654"/>
                </a:lnTo>
                <a:lnTo>
                  <a:pt x="687543" y="52302"/>
                </a:lnTo>
                <a:lnTo>
                  <a:pt x="685076" y="56931"/>
                </a:lnTo>
                <a:lnTo>
                  <a:pt x="682485" y="61532"/>
                </a:lnTo>
                <a:lnTo>
                  <a:pt x="679790" y="66113"/>
                </a:lnTo>
                <a:lnTo>
                  <a:pt x="676980" y="70656"/>
                </a:lnTo>
                <a:lnTo>
                  <a:pt x="674056" y="75181"/>
                </a:lnTo>
                <a:lnTo>
                  <a:pt x="671017" y="79667"/>
                </a:lnTo>
                <a:lnTo>
                  <a:pt x="667883" y="84134"/>
                </a:lnTo>
                <a:lnTo>
                  <a:pt x="664635" y="88563"/>
                </a:lnTo>
                <a:lnTo>
                  <a:pt x="661273" y="92964"/>
                </a:lnTo>
                <a:lnTo>
                  <a:pt x="657816" y="97336"/>
                </a:lnTo>
                <a:lnTo>
                  <a:pt x="654253" y="101670"/>
                </a:lnTo>
                <a:lnTo>
                  <a:pt x="650577" y="105966"/>
                </a:lnTo>
                <a:lnTo>
                  <a:pt x="646795" y="110223"/>
                </a:lnTo>
                <a:lnTo>
                  <a:pt x="642918" y="114452"/>
                </a:lnTo>
                <a:lnTo>
                  <a:pt x="638937" y="118643"/>
                </a:lnTo>
                <a:lnTo>
                  <a:pt x="634851" y="122787"/>
                </a:lnTo>
                <a:lnTo>
                  <a:pt x="630669" y="126892"/>
                </a:lnTo>
                <a:lnTo>
                  <a:pt x="626383" y="130959"/>
                </a:lnTo>
                <a:lnTo>
                  <a:pt x="622002" y="134988"/>
                </a:lnTo>
                <a:lnTo>
                  <a:pt x="617515" y="138970"/>
                </a:lnTo>
                <a:lnTo>
                  <a:pt x="612934" y="142904"/>
                </a:lnTo>
                <a:lnTo>
                  <a:pt x="608267" y="146799"/>
                </a:lnTo>
                <a:lnTo>
                  <a:pt x="603494" y="150647"/>
                </a:lnTo>
                <a:lnTo>
                  <a:pt x="598627" y="154448"/>
                </a:lnTo>
                <a:lnTo>
                  <a:pt x="593674" y="158191"/>
                </a:lnTo>
                <a:lnTo>
                  <a:pt x="588626" y="161896"/>
                </a:lnTo>
                <a:lnTo>
                  <a:pt x="583492" y="165554"/>
                </a:lnTo>
                <a:lnTo>
                  <a:pt x="578263" y="169154"/>
                </a:lnTo>
                <a:lnTo>
                  <a:pt x="572948" y="172707"/>
                </a:lnTo>
                <a:lnTo>
                  <a:pt x="567547" y="176213"/>
                </a:lnTo>
                <a:lnTo>
                  <a:pt x="562070" y="179661"/>
                </a:lnTo>
                <a:lnTo>
                  <a:pt x="556508" y="183051"/>
                </a:lnTo>
                <a:lnTo>
                  <a:pt x="550859" y="186395"/>
                </a:lnTo>
                <a:lnTo>
                  <a:pt x="545135" y="189681"/>
                </a:lnTo>
                <a:lnTo>
                  <a:pt x="539334" y="192919"/>
                </a:lnTo>
                <a:lnTo>
                  <a:pt x="533448" y="196101"/>
                </a:lnTo>
                <a:lnTo>
                  <a:pt x="527504" y="199225"/>
                </a:lnTo>
                <a:lnTo>
                  <a:pt x="521475" y="202292"/>
                </a:lnTo>
                <a:lnTo>
                  <a:pt x="515379" y="205302"/>
                </a:lnTo>
                <a:lnTo>
                  <a:pt x="509216" y="208255"/>
                </a:lnTo>
                <a:lnTo>
                  <a:pt x="502977" y="211150"/>
                </a:lnTo>
                <a:lnTo>
                  <a:pt x="496681" y="213998"/>
                </a:lnTo>
                <a:lnTo>
                  <a:pt x="490328" y="216779"/>
                </a:lnTo>
                <a:lnTo>
                  <a:pt x="483899" y="219513"/>
                </a:lnTo>
                <a:lnTo>
                  <a:pt x="477422" y="222180"/>
                </a:lnTo>
                <a:lnTo>
                  <a:pt x="470878" y="224800"/>
                </a:lnTo>
                <a:lnTo>
                  <a:pt x="464287" y="227362"/>
                </a:lnTo>
                <a:lnTo>
                  <a:pt x="457629" y="229857"/>
                </a:lnTo>
                <a:lnTo>
                  <a:pt x="450923" y="232305"/>
                </a:lnTo>
                <a:lnTo>
                  <a:pt x="444170" y="234696"/>
                </a:lnTo>
                <a:lnTo>
                  <a:pt x="437369" y="237030"/>
                </a:lnTo>
                <a:lnTo>
                  <a:pt x="430520" y="239306"/>
                </a:lnTo>
                <a:lnTo>
                  <a:pt x="423615" y="241525"/>
                </a:lnTo>
                <a:lnTo>
                  <a:pt x="416681" y="243688"/>
                </a:lnTo>
                <a:lnTo>
                  <a:pt x="409689" y="245802"/>
                </a:lnTo>
                <a:lnTo>
                  <a:pt x="402669" y="247860"/>
                </a:lnTo>
                <a:lnTo>
                  <a:pt x="395602" y="249860"/>
                </a:lnTo>
                <a:lnTo>
                  <a:pt x="388506" y="251803"/>
                </a:lnTo>
                <a:lnTo>
                  <a:pt x="381362" y="253698"/>
                </a:lnTo>
                <a:lnTo>
                  <a:pt x="374190" y="255546"/>
                </a:lnTo>
                <a:lnTo>
                  <a:pt x="366979" y="257337"/>
                </a:lnTo>
                <a:lnTo>
                  <a:pt x="359750" y="259070"/>
                </a:lnTo>
                <a:lnTo>
                  <a:pt x="352473" y="260756"/>
                </a:lnTo>
                <a:lnTo>
                  <a:pt x="345176" y="262395"/>
                </a:lnTo>
                <a:lnTo>
                  <a:pt x="337852" y="263976"/>
                </a:lnTo>
                <a:lnTo>
                  <a:pt x="330498" y="265509"/>
                </a:lnTo>
                <a:lnTo>
                  <a:pt x="323117" y="266995"/>
                </a:lnTo>
                <a:lnTo>
                  <a:pt x="315716" y="268434"/>
                </a:lnTo>
                <a:lnTo>
                  <a:pt x="308296" y="269824"/>
                </a:lnTo>
                <a:lnTo>
                  <a:pt x="300847" y="271158"/>
                </a:lnTo>
                <a:lnTo>
                  <a:pt x="293380" y="272453"/>
                </a:lnTo>
                <a:lnTo>
                  <a:pt x="285883" y="273701"/>
                </a:lnTo>
                <a:lnTo>
                  <a:pt x="278378" y="274901"/>
                </a:lnTo>
                <a:lnTo>
                  <a:pt x="270853" y="276063"/>
                </a:lnTo>
                <a:lnTo>
                  <a:pt x="263309" y="277168"/>
                </a:lnTo>
                <a:lnTo>
                  <a:pt x="255756" y="278235"/>
                </a:lnTo>
                <a:lnTo>
                  <a:pt x="248183" y="279263"/>
                </a:lnTo>
                <a:lnTo>
                  <a:pt x="240592" y="280245"/>
                </a:lnTo>
                <a:lnTo>
                  <a:pt x="232991" y="281178"/>
                </a:lnTo>
                <a:lnTo>
                  <a:pt x="225381" y="282083"/>
                </a:lnTo>
                <a:lnTo>
                  <a:pt x="217751" y="282931"/>
                </a:lnTo>
                <a:lnTo>
                  <a:pt x="210112" y="283750"/>
                </a:lnTo>
                <a:lnTo>
                  <a:pt x="202473" y="284531"/>
                </a:lnTo>
                <a:lnTo>
                  <a:pt x="194815" y="285264"/>
                </a:lnTo>
                <a:lnTo>
                  <a:pt x="187147" y="285960"/>
                </a:lnTo>
                <a:lnTo>
                  <a:pt x="179470" y="286617"/>
                </a:lnTo>
                <a:lnTo>
                  <a:pt x="171793" y="287236"/>
                </a:lnTo>
                <a:lnTo>
                  <a:pt x="164097" y="287826"/>
                </a:lnTo>
                <a:lnTo>
                  <a:pt x="156401" y="288369"/>
                </a:lnTo>
                <a:lnTo>
                  <a:pt x="148695" y="288884"/>
                </a:lnTo>
                <a:lnTo>
                  <a:pt x="140989" y="289360"/>
                </a:lnTo>
                <a:lnTo>
                  <a:pt x="133274" y="289798"/>
                </a:lnTo>
                <a:lnTo>
                  <a:pt x="125559" y="290208"/>
                </a:lnTo>
                <a:lnTo>
                  <a:pt x="117834" y="290579"/>
                </a:lnTo>
                <a:lnTo>
                  <a:pt x="110109" y="290913"/>
                </a:lnTo>
                <a:lnTo>
                  <a:pt x="102375" y="291217"/>
                </a:lnTo>
                <a:lnTo>
                  <a:pt x="94640" y="291494"/>
                </a:lnTo>
                <a:lnTo>
                  <a:pt x="86906" y="291732"/>
                </a:lnTo>
                <a:lnTo>
                  <a:pt x="79172" y="291941"/>
                </a:lnTo>
                <a:lnTo>
                  <a:pt x="71428" y="292122"/>
                </a:lnTo>
                <a:lnTo>
                  <a:pt x="63684" y="292275"/>
                </a:lnTo>
                <a:lnTo>
                  <a:pt x="55940" y="292389"/>
                </a:lnTo>
                <a:lnTo>
                  <a:pt x="48196" y="292475"/>
                </a:lnTo>
                <a:lnTo>
                  <a:pt x="40453" y="292541"/>
                </a:lnTo>
                <a:lnTo>
                  <a:pt x="32709" y="292570"/>
                </a:lnTo>
                <a:lnTo>
                  <a:pt x="24965" y="292570"/>
                </a:lnTo>
                <a:lnTo>
                  <a:pt x="17221" y="292541"/>
                </a:lnTo>
                <a:lnTo>
                  <a:pt x="9477" y="292484"/>
                </a:lnTo>
                <a:lnTo>
                  <a:pt x="1734" y="292408"/>
                </a:lnTo>
                <a:lnTo>
                  <a:pt x="0" y="292332"/>
                </a:lnTo>
                <a:lnTo>
                  <a:pt x="7744" y="292208"/>
                </a:lnTo>
                <a:lnTo>
                  <a:pt x="15478" y="292008"/>
                </a:lnTo>
                <a:lnTo>
                  <a:pt x="23212" y="291741"/>
                </a:lnTo>
                <a:lnTo>
                  <a:pt x="30947" y="291408"/>
                </a:lnTo>
                <a:lnTo>
                  <a:pt x="38662" y="291027"/>
                </a:lnTo>
                <a:lnTo>
                  <a:pt x="46377" y="290589"/>
                </a:lnTo>
                <a:lnTo>
                  <a:pt x="54083" y="290103"/>
                </a:lnTo>
                <a:lnTo>
                  <a:pt x="61789" y="289560"/>
                </a:lnTo>
                <a:lnTo>
                  <a:pt x="69475" y="288969"/>
                </a:lnTo>
                <a:lnTo>
                  <a:pt x="77153" y="288331"/>
                </a:lnTo>
                <a:lnTo>
                  <a:pt x="84820" y="287636"/>
                </a:lnTo>
                <a:lnTo>
                  <a:pt x="92469" y="286893"/>
                </a:lnTo>
                <a:lnTo>
                  <a:pt x="100117" y="286093"/>
                </a:lnTo>
                <a:lnTo>
                  <a:pt x="107747" y="285245"/>
                </a:lnTo>
                <a:lnTo>
                  <a:pt x="115357" y="284340"/>
                </a:lnTo>
                <a:lnTo>
                  <a:pt x="122949" y="283388"/>
                </a:lnTo>
                <a:lnTo>
                  <a:pt x="130531" y="282369"/>
                </a:lnTo>
                <a:lnTo>
                  <a:pt x="138084" y="281302"/>
                </a:lnTo>
                <a:lnTo>
                  <a:pt x="145618" y="280178"/>
                </a:lnTo>
                <a:lnTo>
                  <a:pt x="153133" y="278997"/>
                </a:lnTo>
                <a:lnTo>
                  <a:pt x="160630" y="277749"/>
                </a:lnTo>
                <a:lnTo>
                  <a:pt x="168088" y="276444"/>
                </a:lnTo>
                <a:lnTo>
                  <a:pt x="175527" y="275072"/>
                </a:lnTo>
                <a:lnTo>
                  <a:pt x="182928" y="273644"/>
                </a:lnTo>
                <a:lnTo>
                  <a:pt x="190300" y="272148"/>
                </a:lnTo>
                <a:lnTo>
                  <a:pt x="197634" y="270577"/>
                </a:lnTo>
                <a:lnTo>
                  <a:pt x="204930" y="268948"/>
                </a:lnTo>
                <a:lnTo>
                  <a:pt x="212188" y="267243"/>
                </a:lnTo>
                <a:lnTo>
                  <a:pt x="219408" y="265462"/>
                </a:lnTo>
                <a:lnTo>
                  <a:pt x="226571" y="263604"/>
                </a:lnTo>
                <a:lnTo>
                  <a:pt x="233686" y="261671"/>
                </a:lnTo>
                <a:lnTo>
                  <a:pt x="240744" y="259661"/>
                </a:lnTo>
                <a:lnTo>
                  <a:pt x="247736" y="257575"/>
                </a:lnTo>
                <a:lnTo>
                  <a:pt x="254670" y="255394"/>
                </a:lnTo>
                <a:lnTo>
                  <a:pt x="261537" y="253136"/>
                </a:lnTo>
                <a:lnTo>
                  <a:pt x="268329" y="250784"/>
                </a:lnTo>
                <a:lnTo>
                  <a:pt x="275034" y="248345"/>
                </a:lnTo>
                <a:lnTo>
                  <a:pt x="281664" y="245821"/>
                </a:lnTo>
                <a:lnTo>
                  <a:pt x="288198" y="243192"/>
                </a:lnTo>
                <a:lnTo>
                  <a:pt x="294627" y="240478"/>
                </a:lnTo>
                <a:lnTo>
                  <a:pt x="300952" y="237658"/>
                </a:lnTo>
                <a:lnTo>
                  <a:pt x="307162" y="234734"/>
                </a:lnTo>
                <a:lnTo>
                  <a:pt x="313249" y="231724"/>
                </a:lnTo>
                <a:lnTo>
                  <a:pt x="319202" y="228600"/>
                </a:lnTo>
                <a:lnTo>
                  <a:pt x="325022" y="225381"/>
                </a:lnTo>
                <a:lnTo>
                  <a:pt x="330689" y="222047"/>
                </a:lnTo>
                <a:lnTo>
                  <a:pt x="336204" y="218618"/>
                </a:lnTo>
                <a:lnTo>
                  <a:pt x="341547" y="215084"/>
                </a:lnTo>
                <a:lnTo>
                  <a:pt x="346720" y="211455"/>
                </a:lnTo>
                <a:lnTo>
                  <a:pt x="351701" y="207712"/>
                </a:lnTo>
                <a:lnTo>
                  <a:pt x="356492" y="203883"/>
                </a:lnTo>
                <a:lnTo>
                  <a:pt x="361083" y="199949"/>
                </a:lnTo>
                <a:lnTo>
                  <a:pt x="365455" y="195920"/>
                </a:lnTo>
                <a:lnTo>
                  <a:pt x="369618" y="191805"/>
                </a:lnTo>
                <a:lnTo>
                  <a:pt x="373551" y="187595"/>
                </a:lnTo>
                <a:lnTo>
                  <a:pt x="377257" y="183309"/>
                </a:lnTo>
                <a:lnTo>
                  <a:pt x="380724" y="178946"/>
                </a:lnTo>
                <a:lnTo>
                  <a:pt x="383953" y="174508"/>
                </a:lnTo>
                <a:lnTo>
                  <a:pt x="386934" y="170002"/>
                </a:lnTo>
                <a:lnTo>
                  <a:pt x="389677" y="165440"/>
                </a:lnTo>
                <a:lnTo>
                  <a:pt x="392173" y="160811"/>
                </a:lnTo>
                <a:lnTo>
                  <a:pt x="394430" y="156143"/>
                </a:lnTo>
                <a:lnTo>
                  <a:pt x="396440" y="151428"/>
                </a:lnTo>
                <a:lnTo>
                  <a:pt x="398221" y="146675"/>
                </a:lnTo>
                <a:lnTo>
                  <a:pt x="399755" y="141894"/>
                </a:lnTo>
                <a:lnTo>
                  <a:pt x="401060" y="137084"/>
                </a:lnTo>
                <a:lnTo>
                  <a:pt x="402146" y="132245"/>
                </a:lnTo>
                <a:lnTo>
                  <a:pt x="403003" y="127397"/>
                </a:lnTo>
                <a:lnTo>
                  <a:pt x="403641" y="122530"/>
                </a:lnTo>
                <a:lnTo>
                  <a:pt x="404079" y="117653"/>
                </a:lnTo>
                <a:lnTo>
                  <a:pt x="404308" y="112776"/>
                </a:lnTo>
                <a:lnTo>
                  <a:pt x="404346" y="107899"/>
                </a:lnTo>
                <a:lnTo>
                  <a:pt x="404193" y="103013"/>
                </a:lnTo>
                <a:lnTo>
                  <a:pt x="403850" y="98136"/>
                </a:lnTo>
                <a:lnTo>
                  <a:pt x="403346" y="93269"/>
                </a:lnTo>
                <a:lnTo>
                  <a:pt x="410508" y="92069"/>
                </a:lnTo>
                <a:lnTo>
                  <a:pt x="418062" y="90973"/>
                </a:lnTo>
                <a:lnTo>
                  <a:pt x="425577" y="89811"/>
                </a:lnTo>
                <a:lnTo>
                  <a:pt x="433083" y="88592"/>
                </a:lnTo>
                <a:lnTo>
                  <a:pt x="440560" y="87316"/>
                </a:lnTo>
                <a:lnTo>
                  <a:pt x="448008" y="85982"/>
                </a:lnTo>
                <a:lnTo>
                  <a:pt x="455438" y="84601"/>
                </a:lnTo>
                <a:lnTo>
                  <a:pt x="462848" y="83182"/>
                </a:lnTo>
                <a:lnTo>
                  <a:pt x="470230" y="81705"/>
                </a:lnTo>
                <a:lnTo>
                  <a:pt x="477593" y="80181"/>
                </a:lnTo>
                <a:lnTo>
                  <a:pt x="484927" y="78610"/>
                </a:lnTo>
                <a:lnTo>
                  <a:pt x="492233" y="77000"/>
                </a:lnTo>
                <a:lnTo>
                  <a:pt x="499520" y="75343"/>
                </a:lnTo>
                <a:lnTo>
                  <a:pt x="506778" y="73638"/>
                </a:lnTo>
                <a:lnTo>
                  <a:pt x="514007" y="71895"/>
                </a:lnTo>
                <a:lnTo>
                  <a:pt x="521218" y="70094"/>
                </a:lnTo>
                <a:lnTo>
                  <a:pt x="528390" y="68256"/>
                </a:lnTo>
                <a:lnTo>
                  <a:pt x="535534" y="66380"/>
                </a:lnTo>
                <a:lnTo>
                  <a:pt x="542649" y="64446"/>
                </a:lnTo>
                <a:lnTo>
                  <a:pt x="549735" y="62465"/>
                </a:lnTo>
                <a:lnTo>
                  <a:pt x="556784" y="60446"/>
                </a:lnTo>
                <a:lnTo>
                  <a:pt x="563794" y="58379"/>
                </a:lnTo>
                <a:lnTo>
                  <a:pt x="570776" y="56264"/>
                </a:lnTo>
                <a:lnTo>
                  <a:pt x="577720" y="54092"/>
                </a:lnTo>
                <a:lnTo>
                  <a:pt x="584625" y="51883"/>
                </a:lnTo>
                <a:lnTo>
                  <a:pt x="591493" y="49625"/>
                </a:lnTo>
                <a:lnTo>
                  <a:pt x="598313" y="47311"/>
                </a:lnTo>
                <a:lnTo>
                  <a:pt x="605095" y="44958"/>
                </a:lnTo>
                <a:lnTo>
                  <a:pt x="611829" y="42548"/>
                </a:lnTo>
                <a:lnTo>
                  <a:pt x="618515" y="40081"/>
                </a:lnTo>
                <a:lnTo>
                  <a:pt x="625164" y="37576"/>
                </a:lnTo>
                <a:lnTo>
                  <a:pt x="631755" y="35004"/>
                </a:lnTo>
                <a:lnTo>
                  <a:pt x="638289" y="32395"/>
                </a:lnTo>
                <a:lnTo>
                  <a:pt x="644776" y="29728"/>
                </a:lnTo>
                <a:lnTo>
                  <a:pt x="651205" y="27003"/>
                </a:lnTo>
                <a:lnTo>
                  <a:pt x="657577" y="24222"/>
                </a:lnTo>
                <a:lnTo>
                  <a:pt x="663893" y="21393"/>
                </a:lnTo>
                <a:lnTo>
                  <a:pt x="670131" y="18507"/>
                </a:lnTo>
                <a:lnTo>
                  <a:pt x="676313" y="15564"/>
                </a:lnTo>
                <a:lnTo>
                  <a:pt x="682428" y="12563"/>
                </a:lnTo>
                <a:lnTo>
                  <a:pt x="688467" y="9506"/>
                </a:lnTo>
                <a:lnTo>
                  <a:pt x="694439" y="6401"/>
                </a:lnTo>
                <a:lnTo>
                  <a:pt x="700326" y="3229"/>
                </a:lnTo>
                <a:lnTo>
                  <a:pt x="70613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6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ABF26410-6B34-45F7-9308-94C4C970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0095" y="4755804"/>
            <a:ext cx="1917049" cy="321202"/>
          </a:xfrm>
          <a:custGeom xmlns:a="http://schemas.openxmlformats.org/drawingml/2006/main">
            <a:pathLst>
              <a:path w="1917049" h="321202">
                <a:moveTo>
                  <a:pt x="1916449" y="0"/>
                </a:moveTo>
                <a:lnTo>
                  <a:pt x="1917049" y="11830"/>
                </a:lnTo>
                <a:lnTo>
                  <a:pt x="1916782" y="23660"/>
                </a:lnTo>
                <a:lnTo>
                  <a:pt x="1915858" y="35481"/>
                </a:lnTo>
                <a:lnTo>
                  <a:pt x="1914306" y="47282"/>
                </a:lnTo>
                <a:lnTo>
                  <a:pt x="1912172" y="59036"/>
                </a:lnTo>
                <a:lnTo>
                  <a:pt x="1909439" y="70742"/>
                </a:lnTo>
                <a:lnTo>
                  <a:pt x="1906124" y="82391"/>
                </a:lnTo>
                <a:lnTo>
                  <a:pt x="1902200" y="93974"/>
                </a:lnTo>
                <a:lnTo>
                  <a:pt x="1897675" y="105451"/>
                </a:lnTo>
                <a:lnTo>
                  <a:pt x="1892522" y="116834"/>
                </a:lnTo>
                <a:lnTo>
                  <a:pt x="1886741" y="128092"/>
                </a:lnTo>
                <a:lnTo>
                  <a:pt x="1880302" y="139217"/>
                </a:lnTo>
                <a:lnTo>
                  <a:pt x="1873215" y="150171"/>
                </a:lnTo>
                <a:lnTo>
                  <a:pt x="1865443" y="160944"/>
                </a:lnTo>
                <a:lnTo>
                  <a:pt x="1856994" y="171517"/>
                </a:lnTo>
                <a:lnTo>
                  <a:pt x="1847850" y="181851"/>
                </a:lnTo>
                <a:lnTo>
                  <a:pt x="1838011" y="191938"/>
                </a:lnTo>
                <a:lnTo>
                  <a:pt x="1827476" y="201730"/>
                </a:lnTo>
                <a:lnTo>
                  <a:pt x="1816256" y="211217"/>
                </a:lnTo>
                <a:lnTo>
                  <a:pt x="1804349" y="220370"/>
                </a:lnTo>
                <a:lnTo>
                  <a:pt x="1791786" y="229172"/>
                </a:lnTo>
                <a:lnTo>
                  <a:pt x="1778584" y="237582"/>
                </a:lnTo>
                <a:lnTo>
                  <a:pt x="1764763" y="245593"/>
                </a:lnTo>
                <a:lnTo>
                  <a:pt x="1750362" y="253184"/>
                </a:lnTo>
                <a:lnTo>
                  <a:pt x="1735417" y="260347"/>
                </a:lnTo>
                <a:lnTo>
                  <a:pt x="1719958" y="267071"/>
                </a:lnTo>
                <a:lnTo>
                  <a:pt x="1704042" y="273348"/>
                </a:lnTo>
                <a:lnTo>
                  <a:pt x="1687697" y="279168"/>
                </a:lnTo>
                <a:lnTo>
                  <a:pt x="1670971" y="284550"/>
                </a:lnTo>
                <a:lnTo>
                  <a:pt x="1653902" y="289484"/>
                </a:lnTo>
                <a:lnTo>
                  <a:pt x="1636538" y="293989"/>
                </a:lnTo>
                <a:lnTo>
                  <a:pt x="1618917" y="298066"/>
                </a:lnTo>
                <a:lnTo>
                  <a:pt x="1601057" y="301733"/>
                </a:lnTo>
                <a:lnTo>
                  <a:pt x="1583007" y="304991"/>
                </a:lnTo>
                <a:lnTo>
                  <a:pt x="1564796" y="307877"/>
                </a:lnTo>
                <a:lnTo>
                  <a:pt x="1546441" y="310382"/>
                </a:lnTo>
                <a:lnTo>
                  <a:pt x="1527981" y="312534"/>
                </a:lnTo>
                <a:lnTo>
                  <a:pt x="1509427" y="314354"/>
                </a:lnTo>
                <a:lnTo>
                  <a:pt x="1490796" y="315849"/>
                </a:lnTo>
                <a:lnTo>
                  <a:pt x="1472117" y="317030"/>
                </a:lnTo>
                <a:lnTo>
                  <a:pt x="1453391" y="317916"/>
                </a:lnTo>
                <a:lnTo>
                  <a:pt x="1434627" y="318335"/>
                </a:lnTo>
                <a:lnTo>
                  <a:pt x="1415853" y="318611"/>
                </a:lnTo>
                <a:lnTo>
                  <a:pt x="1397079" y="318830"/>
                </a:lnTo>
                <a:lnTo>
                  <a:pt x="1378306" y="319021"/>
                </a:lnTo>
                <a:lnTo>
                  <a:pt x="1359522" y="319183"/>
                </a:lnTo>
                <a:lnTo>
                  <a:pt x="1340749" y="319335"/>
                </a:lnTo>
                <a:lnTo>
                  <a:pt x="1321975" y="319469"/>
                </a:lnTo>
                <a:lnTo>
                  <a:pt x="1303191" y="319592"/>
                </a:lnTo>
                <a:lnTo>
                  <a:pt x="1284418" y="319707"/>
                </a:lnTo>
                <a:lnTo>
                  <a:pt x="1265644" y="319821"/>
                </a:lnTo>
                <a:lnTo>
                  <a:pt x="1246861" y="319916"/>
                </a:lnTo>
                <a:lnTo>
                  <a:pt x="1228087" y="320011"/>
                </a:lnTo>
                <a:lnTo>
                  <a:pt x="1209304" y="320097"/>
                </a:lnTo>
                <a:lnTo>
                  <a:pt x="1190530" y="320183"/>
                </a:lnTo>
                <a:lnTo>
                  <a:pt x="1171756" y="320269"/>
                </a:lnTo>
                <a:lnTo>
                  <a:pt x="1152973" y="320335"/>
                </a:lnTo>
                <a:lnTo>
                  <a:pt x="1134199" y="320411"/>
                </a:lnTo>
                <a:lnTo>
                  <a:pt x="1115416" y="320478"/>
                </a:lnTo>
                <a:lnTo>
                  <a:pt x="1096642" y="320535"/>
                </a:lnTo>
                <a:lnTo>
                  <a:pt x="1077859" y="320602"/>
                </a:lnTo>
                <a:lnTo>
                  <a:pt x="1059085" y="320659"/>
                </a:lnTo>
                <a:lnTo>
                  <a:pt x="1040311" y="320707"/>
                </a:lnTo>
                <a:lnTo>
                  <a:pt x="1021528" y="320754"/>
                </a:lnTo>
                <a:lnTo>
                  <a:pt x="1002754" y="320812"/>
                </a:lnTo>
                <a:lnTo>
                  <a:pt x="983971" y="320850"/>
                </a:lnTo>
                <a:lnTo>
                  <a:pt x="965197" y="320897"/>
                </a:lnTo>
                <a:lnTo>
                  <a:pt x="946414" y="320935"/>
                </a:lnTo>
                <a:lnTo>
                  <a:pt x="927640" y="320973"/>
                </a:lnTo>
                <a:lnTo>
                  <a:pt x="908856" y="321002"/>
                </a:lnTo>
                <a:lnTo>
                  <a:pt x="890083" y="321031"/>
                </a:lnTo>
                <a:lnTo>
                  <a:pt x="871299" y="321059"/>
                </a:lnTo>
                <a:lnTo>
                  <a:pt x="852526" y="321088"/>
                </a:lnTo>
                <a:lnTo>
                  <a:pt x="833752" y="321107"/>
                </a:lnTo>
                <a:lnTo>
                  <a:pt x="814969" y="321126"/>
                </a:lnTo>
                <a:lnTo>
                  <a:pt x="796195" y="321145"/>
                </a:lnTo>
                <a:lnTo>
                  <a:pt x="777411" y="321164"/>
                </a:lnTo>
                <a:lnTo>
                  <a:pt x="758638" y="321173"/>
                </a:lnTo>
                <a:lnTo>
                  <a:pt x="739854" y="321183"/>
                </a:lnTo>
                <a:lnTo>
                  <a:pt x="721081" y="321193"/>
                </a:lnTo>
                <a:lnTo>
                  <a:pt x="702297" y="321193"/>
                </a:lnTo>
                <a:lnTo>
                  <a:pt x="683524" y="321202"/>
                </a:lnTo>
                <a:lnTo>
                  <a:pt x="664740" y="321193"/>
                </a:lnTo>
                <a:lnTo>
                  <a:pt x="645966" y="321193"/>
                </a:lnTo>
                <a:lnTo>
                  <a:pt x="627193" y="321183"/>
                </a:lnTo>
                <a:lnTo>
                  <a:pt x="608409" y="321173"/>
                </a:lnTo>
                <a:lnTo>
                  <a:pt x="589636" y="321164"/>
                </a:lnTo>
                <a:lnTo>
                  <a:pt x="570852" y="321145"/>
                </a:lnTo>
                <a:lnTo>
                  <a:pt x="552079" y="321126"/>
                </a:lnTo>
                <a:lnTo>
                  <a:pt x="533295" y="321097"/>
                </a:lnTo>
                <a:lnTo>
                  <a:pt x="514521" y="321078"/>
                </a:lnTo>
                <a:lnTo>
                  <a:pt x="495738" y="321050"/>
                </a:lnTo>
                <a:lnTo>
                  <a:pt x="476964" y="321012"/>
                </a:lnTo>
                <a:lnTo>
                  <a:pt x="458181" y="320973"/>
                </a:lnTo>
                <a:lnTo>
                  <a:pt x="439407" y="320935"/>
                </a:lnTo>
                <a:lnTo>
                  <a:pt x="420634" y="320888"/>
                </a:lnTo>
                <a:lnTo>
                  <a:pt x="401850" y="320831"/>
                </a:lnTo>
                <a:lnTo>
                  <a:pt x="383076" y="320773"/>
                </a:lnTo>
                <a:lnTo>
                  <a:pt x="364293" y="320726"/>
                </a:lnTo>
                <a:lnTo>
                  <a:pt x="345519" y="320650"/>
                </a:lnTo>
                <a:lnTo>
                  <a:pt x="326736" y="320583"/>
                </a:lnTo>
                <a:lnTo>
                  <a:pt x="307962" y="320507"/>
                </a:lnTo>
                <a:lnTo>
                  <a:pt x="289179" y="320421"/>
                </a:lnTo>
                <a:lnTo>
                  <a:pt x="270405" y="320326"/>
                </a:lnTo>
                <a:lnTo>
                  <a:pt x="251631" y="320221"/>
                </a:lnTo>
                <a:lnTo>
                  <a:pt x="232848" y="320116"/>
                </a:lnTo>
                <a:lnTo>
                  <a:pt x="214074" y="319992"/>
                </a:lnTo>
                <a:lnTo>
                  <a:pt x="195301" y="319859"/>
                </a:lnTo>
                <a:lnTo>
                  <a:pt x="176517" y="319716"/>
                </a:lnTo>
                <a:lnTo>
                  <a:pt x="157744" y="319564"/>
                </a:lnTo>
                <a:lnTo>
                  <a:pt x="138970" y="319383"/>
                </a:lnTo>
                <a:lnTo>
                  <a:pt x="120196" y="319183"/>
                </a:lnTo>
                <a:lnTo>
                  <a:pt x="101422" y="318964"/>
                </a:lnTo>
                <a:lnTo>
                  <a:pt x="82648" y="318707"/>
                </a:lnTo>
                <a:lnTo>
                  <a:pt x="63875" y="318402"/>
                </a:lnTo>
                <a:lnTo>
                  <a:pt x="45101" y="318030"/>
                </a:lnTo>
                <a:lnTo>
                  <a:pt x="26337" y="317554"/>
                </a:lnTo>
                <a:lnTo>
                  <a:pt x="7601" y="316782"/>
                </a:lnTo>
                <a:lnTo>
                  <a:pt x="3486" y="307162"/>
                </a:lnTo>
                <a:lnTo>
                  <a:pt x="3229" y="295323"/>
                </a:lnTo>
                <a:lnTo>
                  <a:pt x="2981" y="283493"/>
                </a:lnTo>
                <a:lnTo>
                  <a:pt x="2734" y="271653"/>
                </a:lnTo>
                <a:lnTo>
                  <a:pt x="2486" y="259823"/>
                </a:lnTo>
                <a:lnTo>
                  <a:pt x="2238" y="247983"/>
                </a:lnTo>
                <a:lnTo>
                  <a:pt x="1991" y="236153"/>
                </a:lnTo>
                <a:lnTo>
                  <a:pt x="1743" y="224314"/>
                </a:lnTo>
                <a:lnTo>
                  <a:pt x="1495" y="212484"/>
                </a:lnTo>
                <a:lnTo>
                  <a:pt x="1248" y="200644"/>
                </a:lnTo>
                <a:lnTo>
                  <a:pt x="991" y="188814"/>
                </a:lnTo>
                <a:lnTo>
                  <a:pt x="743" y="176974"/>
                </a:lnTo>
                <a:lnTo>
                  <a:pt x="495" y="165144"/>
                </a:lnTo>
                <a:lnTo>
                  <a:pt x="248" y="153305"/>
                </a:lnTo>
                <a:lnTo>
                  <a:pt x="0" y="141475"/>
                </a:lnTo>
                <a:lnTo>
                  <a:pt x="6887" y="133731"/>
                </a:lnTo>
                <a:lnTo>
                  <a:pt x="25622" y="132874"/>
                </a:lnTo>
                <a:lnTo>
                  <a:pt x="44358" y="132150"/>
                </a:lnTo>
                <a:lnTo>
                  <a:pt x="63113" y="131540"/>
                </a:lnTo>
                <a:lnTo>
                  <a:pt x="81877" y="131054"/>
                </a:lnTo>
                <a:lnTo>
                  <a:pt x="100641" y="130654"/>
                </a:lnTo>
                <a:lnTo>
                  <a:pt x="119415" y="130350"/>
                </a:lnTo>
                <a:lnTo>
                  <a:pt x="138189" y="130121"/>
                </a:lnTo>
                <a:lnTo>
                  <a:pt x="156962" y="129969"/>
                </a:lnTo>
                <a:lnTo>
                  <a:pt x="175746" y="129883"/>
                </a:lnTo>
                <a:lnTo>
                  <a:pt x="194520" y="129864"/>
                </a:lnTo>
                <a:lnTo>
                  <a:pt x="213303" y="129892"/>
                </a:lnTo>
                <a:lnTo>
                  <a:pt x="232077" y="129978"/>
                </a:lnTo>
                <a:lnTo>
                  <a:pt x="250860" y="130112"/>
                </a:lnTo>
                <a:lnTo>
                  <a:pt x="269634" y="130283"/>
                </a:lnTo>
                <a:lnTo>
                  <a:pt x="288407" y="130512"/>
                </a:lnTo>
                <a:lnTo>
                  <a:pt x="307181" y="130759"/>
                </a:lnTo>
                <a:lnTo>
                  <a:pt x="325955" y="131054"/>
                </a:lnTo>
                <a:lnTo>
                  <a:pt x="344719" y="131378"/>
                </a:lnTo>
                <a:lnTo>
                  <a:pt x="363493" y="131740"/>
                </a:lnTo>
                <a:lnTo>
                  <a:pt x="382257" y="132121"/>
                </a:lnTo>
                <a:lnTo>
                  <a:pt x="401031" y="132531"/>
                </a:lnTo>
                <a:lnTo>
                  <a:pt x="419795" y="132959"/>
                </a:lnTo>
                <a:lnTo>
                  <a:pt x="438560" y="133417"/>
                </a:lnTo>
                <a:lnTo>
                  <a:pt x="457324" y="133893"/>
                </a:lnTo>
                <a:lnTo>
                  <a:pt x="476079" y="134388"/>
                </a:lnTo>
                <a:lnTo>
                  <a:pt x="494843" y="134893"/>
                </a:lnTo>
                <a:lnTo>
                  <a:pt x="513607" y="135426"/>
                </a:lnTo>
                <a:lnTo>
                  <a:pt x="532362" y="135960"/>
                </a:lnTo>
                <a:lnTo>
                  <a:pt x="551117" y="136512"/>
                </a:lnTo>
                <a:lnTo>
                  <a:pt x="569881" y="137084"/>
                </a:lnTo>
                <a:lnTo>
                  <a:pt x="588635" y="137665"/>
                </a:lnTo>
                <a:lnTo>
                  <a:pt x="607390" y="138246"/>
                </a:lnTo>
                <a:lnTo>
                  <a:pt x="626145" y="138836"/>
                </a:lnTo>
                <a:lnTo>
                  <a:pt x="644900" y="139436"/>
                </a:lnTo>
                <a:lnTo>
                  <a:pt x="663654" y="140037"/>
                </a:lnTo>
                <a:lnTo>
                  <a:pt x="682400" y="140646"/>
                </a:lnTo>
                <a:lnTo>
                  <a:pt x="701154" y="141265"/>
                </a:lnTo>
                <a:lnTo>
                  <a:pt x="719909" y="141875"/>
                </a:lnTo>
                <a:lnTo>
                  <a:pt x="738664" y="142484"/>
                </a:lnTo>
                <a:lnTo>
                  <a:pt x="757418" y="143104"/>
                </a:lnTo>
                <a:lnTo>
                  <a:pt x="776164" y="143713"/>
                </a:lnTo>
                <a:lnTo>
                  <a:pt x="794918" y="144323"/>
                </a:lnTo>
                <a:lnTo>
                  <a:pt x="813673" y="144932"/>
                </a:lnTo>
                <a:lnTo>
                  <a:pt x="832428" y="145532"/>
                </a:lnTo>
                <a:lnTo>
                  <a:pt x="851183" y="146133"/>
                </a:lnTo>
                <a:lnTo>
                  <a:pt x="869937" y="146723"/>
                </a:lnTo>
                <a:lnTo>
                  <a:pt x="888692" y="147304"/>
                </a:lnTo>
                <a:lnTo>
                  <a:pt x="907447" y="147876"/>
                </a:lnTo>
                <a:lnTo>
                  <a:pt x="926201" y="148438"/>
                </a:lnTo>
                <a:lnTo>
                  <a:pt x="944966" y="148981"/>
                </a:lnTo>
                <a:lnTo>
                  <a:pt x="963720" y="149523"/>
                </a:lnTo>
                <a:lnTo>
                  <a:pt x="982485" y="150038"/>
                </a:lnTo>
                <a:lnTo>
                  <a:pt x="1001249" y="150543"/>
                </a:lnTo>
                <a:lnTo>
                  <a:pt x="1020004" y="151028"/>
                </a:lnTo>
                <a:lnTo>
                  <a:pt x="1038768" y="151495"/>
                </a:lnTo>
                <a:lnTo>
                  <a:pt x="1057532" y="151943"/>
                </a:lnTo>
                <a:lnTo>
                  <a:pt x="1076306" y="152362"/>
                </a:lnTo>
                <a:lnTo>
                  <a:pt x="1095070" y="152752"/>
                </a:lnTo>
                <a:lnTo>
                  <a:pt x="1113834" y="153124"/>
                </a:lnTo>
                <a:lnTo>
                  <a:pt x="1132608" y="153457"/>
                </a:lnTo>
                <a:lnTo>
                  <a:pt x="1151382" y="153762"/>
                </a:lnTo>
                <a:lnTo>
                  <a:pt x="1170156" y="154038"/>
                </a:lnTo>
                <a:lnTo>
                  <a:pt x="1188930" y="154267"/>
                </a:lnTo>
                <a:lnTo>
                  <a:pt x="1207703" y="154457"/>
                </a:lnTo>
                <a:lnTo>
                  <a:pt x="1226477" y="154600"/>
                </a:lnTo>
                <a:lnTo>
                  <a:pt x="1245260" y="154705"/>
                </a:lnTo>
                <a:lnTo>
                  <a:pt x="1264034" y="154753"/>
                </a:lnTo>
                <a:lnTo>
                  <a:pt x="1282817" y="154734"/>
                </a:lnTo>
                <a:lnTo>
                  <a:pt x="1301591" y="154657"/>
                </a:lnTo>
                <a:lnTo>
                  <a:pt x="1320365" y="154515"/>
                </a:lnTo>
                <a:lnTo>
                  <a:pt x="1339148" y="154305"/>
                </a:lnTo>
                <a:lnTo>
                  <a:pt x="1357913" y="154000"/>
                </a:lnTo>
                <a:lnTo>
                  <a:pt x="1376686" y="153610"/>
                </a:lnTo>
                <a:lnTo>
                  <a:pt x="1395441" y="153114"/>
                </a:lnTo>
                <a:lnTo>
                  <a:pt x="1414196" y="152505"/>
                </a:lnTo>
                <a:lnTo>
                  <a:pt x="1432941" y="151771"/>
                </a:lnTo>
                <a:lnTo>
                  <a:pt x="1451667" y="150886"/>
                </a:lnTo>
                <a:lnTo>
                  <a:pt x="1470374" y="149847"/>
                </a:lnTo>
                <a:lnTo>
                  <a:pt x="1489043" y="148609"/>
                </a:lnTo>
                <a:lnTo>
                  <a:pt x="1507684" y="147152"/>
                </a:lnTo>
                <a:lnTo>
                  <a:pt x="1526257" y="145437"/>
                </a:lnTo>
                <a:lnTo>
                  <a:pt x="1544755" y="143399"/>
                </a:lnTo>
                <a:lnTo>
                  <a:pt x="1563138" y="140980"/>
                </a:lnTo>
                <a:lnTo>
                  <a:pt x="1581341" y="138074"/>
                </a:lnTo>
                <a:lnTo>
                  <a:pt x="1599257" y="134541"/>
                </a:lnTo>
                <a:lnTo>
                  <a:pt x="1616697" y="130169"/>
                </a:lnTo>
                <a:lnTo>
                  <a:pt x="1633271" y="124616"/>
                </a:lnTo>
                <a:lnTo>
                  <a:pt x="1648063" y="117367"/>
                </a:lnTo>
                <a:lnTo>
                  <a:pt x="1659131" y="107871"/>
                </a:lnTo>
                <a:lnTo>
                  <a:pt x="1663579" y="96469"/>
                </a:lnTo>
                <a:lnTo>
                  <a:pt x="1676171" y="90535"/>
                </a:lnTo>
                <a:lnTo>
                  <a:pt x="1693840" y="86535"/>
                </a:lnTo>
                <a:lnTo>
                  <a:pt x="1711271" y="82134"/>
                </a:lnTo>
                <a:lnTo>
                  <a:pt x="1728483" y="77400"/>
                </a:lnTo>
                <a:lnTo>
                  <a:pt x="1745466" y="72352"/>
                </a:lnTo>
                <a:lnTo>
                  <a:pt x="1762230" y="67018"/>
                </a:lnTo>
                <a:lnTo>
                  <a:pt x="1778765" y="61408"/>
                </a:lnTo>
                <a:lnTo>
                  <a:pt x="1795072" y="55540"/>
                </a:lnTo>
                <a:lnTo>
                  <a:pt x="1811141" y="49416"/>
                </a:lnTo>
                <a:lnTo>
                  <a:pt x="1826971" y="43053"/>
                </a:lnTo>
                <a:lnTo>
                  <a:pt x="1842545" y="36443"/>
                </a:lnTo>
                <a:lnTo>
                  <a:pt x="1857870" y="29604"/>
                </a:lnTo>
                <a:lnTo>
                  <a:pt x="1872929" y="22527"/>
                </a:lnTo>
                <a:lnTo>
                  <a:pt x="1887712" y="15240"/>
                </a:lnTo>
                <a:lnTo>
                  <a:pt x="1902228" y="7725"/>
                </a:lnTo>
                <a:lnTo>
                  <a:pt x="1916449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CF17FC79-6519-4550-9B5D-D43FF283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3867893"/>
            <a:ext cx="1916611" cy="1208037"/>
          </a:xfrm>
          <a:custGeom xmlns:a="http://schemas.openxmlformats.org/drawingml/2006/main">
            <a:pathLst>
              <a:path w="1916611" h="1208037">
                <a:moveTo>
                  <a:pt x="0" y="1208037"/>
                </a:moveTo>
                <a:lnTo>
                  <a:pt x="30775" y="1208037"/>
                </a:lnTo>
                <a:lnTo>
                  <a:pt x="61551" y="1208037"/>
                </a:lnTo>
                <a:lnTo>
                  <a:pt x="92316" y="1208037"/>
                </a:lnTo>
                <a:lnTo>
                  <a:pt x="123092" y="1208037"/>
                </a:lnTo>
                <a:lnTo>
                  <a:pt x="153867" y="1208037"/>
                </a:lnTo>
                <a:lnTo>
                  <a:pt x="184642" y="1208037"/>
                </a:lnTo>
                <a:lnTo>
                  <a:pt x="215408" y="1208037"/>
                </a:lnTo>
                <a:lnTo>
                  <a:pt x="246183" y="1208037"/>
                </a:lnTo>
                <a:lnTo>
                  <a:pt x="276958" y="1208037"/>
                </a:lnTo>
                <a:lnTo>
                  <a:pt x="307734" y="1208037"/>
                </a:lnTo>
                <a:lnTo>
                  <a:pt x="338509" y="1208037"/>
                </a:lnTo>
                <a:lnTo>
                  <a:pt x="369275" y="1208037"/>
                </a:lnTo>
                <a:lnTo>
                  <a:pt x="400050" y="1208037"/>
                </a:lnTo>
                <a:lnTo>
                  <a:pt x="430825" y="1208037"/>
                </a:lnTo>
                <a:lnTo>
                  <a:pt x="461601" y="1208037"/>
                </a:lnTo>
                <a:lnTo>
                  <a:pt x="492376" y="1208037"/>
                </a:lnTo>
                <a:lnTo>
                  <a:pt x="523142" y="1208037"/>
                </a:lnTo>
                <a:lnTo>
                  <a:pt x="553917" y="1208037"/>
                </a:lnTo>
                <a:lnTo>
                  <a:pt x="584692" y="1208037"/>
                </a:lnTo>
                <a:lnTo>
                  <a:pt x="615467" y="1208037"/>
                </a:lnTo>
                <a:lnTo>
                  <a:pt x="646233" y="1208037"/>
                </a:lnTo>
                <a:lnTo>
                  <a:pt x="677008" y="1208037"/>
                </a:lnTo>
                <a:lnTo>
                  <a:pt x="707784" y="1208037"/>
                </a:lnTo>
                <a:lnTo>
                  <a:pt x="738559" y="1208037"/>
                </a:lnTo>
                <a:lnTo>
                  <a:pt x="769334" y="1208037"/>
                </a:lnTo>
                <a:lnTo>
                  <a:pt x="800100" y="1208037"/>
                </a:lnTo>
                <a:lnTo>
                  <a:pt x="830875" y="1208037"/>
                </a:lnTo>
                <a:lnTo>
                  <a:pt x="861651" y="1208037"/>
                </a:lnTo>
                <a:lnTo>
                  <a:pt x="892426" y="1208037"/>
                </a:lnTo>
                <a:lnTo>
                  <a:pt x="923201" y="1208037"/>
                </a:lnTo>
                <a:lnTo>
                  <a:pt x="953967" y="1208037"/>
                </a:lnTo>
                <a:lnTo>
                  <a:pt x="984742" y="1208037"/>
                </a:lnTo>
                <a:lnTo>
                  <a:pt x="1015517" y="1208037"/>
                </a:lnTo>
                <a:lnTo>
                  <a:pt x="1046293" y="1208037"/>
                </a:lnTo>
                <a:lnTo>
                  <a:pt x="1077058" y="1208037"/>
                </a:lnTo>
                <a:lnTo>
                  <a:pt x="1107834" y="1208037"/>
                </a:lnTo>
                <a:lnTo>
                  <a:pt x="1138609" y="1208037"/>
                </a:lnTo>
                <a:lnTo>
                  <a:pt x="1169384" y="1208037"/>
                </a:lnTo>
                <a:lnTo>
                  <a:pt x="1200160" y="1208037"/>
                </a:lnTo>
                <a:lnTo>
                  <a:pt x="1230925" y="1208037"/>
                </a:lnTo>
                <a:lnTo>
                  <a:pt x="1261701" y="1208037"/>
                </a:lnTo>
                <a:lnTo>
                  <a:pt x="1292171" y="1205855"/>
                </a:lnTo>
                <a:lnTo>
                  <a:pt x="1322470" y="1202465"/>
                </a:lnTo>
                <a:lnTo>
                  <a:pt x="1352769" y="1199074"/>
                </a:lnTo>
                <a:lnTo>
                  <a:pt x="1383068" y="1195683"/>
                </a:lnTo>
                <a:lnTo>
                  <a:pt x="1413367" y="1192301"/>
                </a:lnTo>
                <a:lnTo>
                  <a:pt x="1443666" y="1188911"/>
                </a:lnTo>
                <a:lnTo>
                  <a:pt x="1473975" y="1185520"/>
                </a:lnTo>
                <a:lnTo>
                  <a:pt x="1504274" y="1182138"/>
                </a:lnTo>
                <a:lnTo>
                  <a:pt x="1527400" y="1170270"/>
                </a:lnTo>
                <a:lnTo>
                  <a:pt x="1548755" y="1156297"/>
                </a:lnTo>
                <a:lnTo>
                  <a:pt x="1570111" y="1142333"/>
                </a:lnTo>
                <a:lnTo>
                  <a:pt x="1591456" y="1128370"/>
                </a:lnTo>
                <a:lnTo>
                  <a:pt x="1612811" y="1114396"/>
                </a:lnTo>
                <a:lnTo>
                  <a:pt x="1634166" y="1100433"/>
                </a:lnTo>
                <a:lnTo>
                  <a:pt x="1655521" y="1086469"/>
                </a:lnTo>
                <a:lnTo>
                  <a:pt x="1676876" y="1072496"/>
                </a:lnTo>
                <a:lnTo>
                  <a:pt x="1698231" y="1058532"/>
                </a:lnTo>
                <a:lnTo>
                  <a:pt x="1719577" y="1044569"/>
                </a:lnTo>
                <a:lnTo>
                  <a:pt x="1740932" y="1030595"/>
                </a:lnTo>
                <a:lnTo>
                  <a:pt x="1762287" y="1016632"/>
                </a:lnTo>
                <a:lnTo>
                  <a:pt x="1783642" y="1002668"/>
                </a:lnTo>
                <a:lnTo>
                  <a:pt x="1804997" y="988695"/>
                </a:lnTo>
                <a:lnTo>
                  <a:pt x="1826343" y="974731"/>
                </a:lnTo>
                <a:lnTo>
                  <a:pt x="1847698" y="960768"/>
                </a:lnTo>
                <a:lnTo>
                  <a:pt x="1869053" y="946795"/>
                </a:lnTo>
                <a:lnTo>
                  <a:pt x="1890408" y="932831"/>
                </a:lnTo>
                <a:lnTo>
                  <a:pt x="1911763" y="918867"/>
                </a:lnTo>
                <a:lnTo>
                  <a:pt x="1916611" y="900703"/>
                </a:lnTo>
                <a:lnTo>
                  <a:pt x="1916611" y="881301"/>
                </a:lnTo>
                <a:lnTo>
                  <a:pt x="1916611" y="861908"/>
                </a:lnTo>
                <a:lnTo>
                  <a:pt x="1916611" y="842515"/>
                </a:lnTo>
                <a:lnTo>
                  <a:pt x="1916611" y="823112"/>
                </a:lnTo>
                <a:lnTo>
                  <a:pt x="1916611" y="803720"/>
                </a:lnTo>
                <a:lnTo>
                  <a:pt x="1916611" y="784327"/>
                </a:lnTo>
                <a:lnTo>
                  <a:pt x="1916611" y="764924"/>
                </a:lnTo>
                <a:lnTo>
                  <a:pt x="1916611" y="745531"/>
                </a:lnTo>
                <a:lnTo>
                  <a:pt x="1916611" y="726129"/>
                </a:lnTo>
                <a:lnTo>
                  <a:pt x="1916611" y="706736"/>
                </a:lnTo>
                <a:lnTo>
                  <a:pt x="1916611" y="687343"/>
                </a:lnTo>
                <a:lnTo>
                  <a:pt x="1916611" y="667941"/>
                </a:lnTo>
                <a:lnTo>
                  <a:pt x="1916611" y="648548"/>
                </a:lnTo>
                <a:lnTo>
                  <a:pt x="1916611" y="629155"/>
                </a:lnTo>
                <a:lnTo>
                  <a:pt x="1916611" y="609752"/>
                </a:lnTo>
                <a:lnTo>
                  <a:pt x="1916611" y="590360"/>
                </a:lnTo>
                <a:lnTo>
                  <a:pt x="1916611" y="570967"/>
                </a:lnTo>
                <a:lnTo>
                  <a:pt x="1916611" y="551564"/>
                </a:lnTo>
                <a:lnTo>
                  <a:pt x="1916611" y="532171"/>
                </a:lnTo>
                <a:lnTo>
                  <a:pt x="1916611" y="512769"/>
                </a:lnTo>
                <a:lnTo>
                  <a:pt x="1916611" y="493376"/>
                </a:lnTo>
                <a:lnTo>
                  <a:pt x="1916611" y="473983"/>
                </a:lnTo>
                <a:lnTo>
                  <a:pt x="1916611" y="454581"/>
                </a:lnTo>
                <a:lnTo>
                  <a:pt x="1916611" y="435188"/>
                </a:lnTo>
                <a:lnTo>
                  <a:pt x="1916611" y="415795"/>
                </a:lnTo>
                <a:lnTo>
                  <a:pt x="1916611" y="396392"/>
                </a:lnTo>
                <a:lnTo>
                  <a:pt x="1916611" y="377000"/>
                </a:lnTo>
                <a:lnTo>
                  <a:pt x="1916611" y="357607"/>
                </a:lnTo>
                <a:lnTo>
                  <a:pt x="1916611" y="338204"/>
                </a:lnTo>
                <a:lnTo>
                  <a:pt x="1916611" y="318811"/>
                </a:lnTo>
                <a:lnTo>
                  <a:pt x="1916611" y="299409"/>
                </a:lnTo>
                <a:lnTo>
                  <a:pt x="1916611" y="280016"/>
                </a:lnTo>
                <a:lnTo>
                  <a:pt x="1916611" y="260623"/>
                </a:lnTo>
                <a:lnTo>
                  <a:pt x="1916611" y="241221"/>
                </a:lnTo>
                <a:lnTo>
                  <a:pt x="1916611" y="221828"/>
                </a:lnTo>
                <a:lnTo>
                  <a:pt x="1916611" y="202435"/>
                </a:lnTo>
                <a:lnTo>
                  <a:pt x="1916611" y="183032"/>
                </a:lnTo>
                <a:lnTo>
                  <a:pt x="1916611" y="163640"/>
                </a:lnTo>
                <a:lnTo>
                  <a:pt x="1916611" y="144247"/>
                </a:lnTo>
                <a:lnTo>
                  <a:pt x="1916611" y="124844"/>
                </a:lnTo>
                <a:lnTo>
                  <a:pt x="1916611" y="105451"/>
                </a:lnTo>
                <a:lnTo>
                  <a:pt x="1916611" y="86058"/>
                </a:lnTo>
                <a:lnTo>
                  <a:pt x="1916611" y="66656"/>
                </a:lnTo>
                <a:lnTo>
                  <a:pt x="1916611" y="47263"/>
                </a:lnTo>
                <a:lnTo>
                  <a:pt x="1916611" y="27861"/>
                </a:lnTo>
                <a:lnTo>
                  <a:pt x="1916611" y="8468"/>
                </a:lnTo>
                <a:lnTo>
                  <a:pt x="1899266" y="0"/>
                </a:lnTo>
                <a:lnTo>
                  <a:pt x="1868500" y="0"/>
                </a:lnTo>
                <a:lnTo>
                  <a:pt x="1837725" y="0"/>
                </a:lnTo>
                <a:lnTo>
                  <a:pt x="1806950" y="0"/>
                </a:lnTo>
                <a:lnTo>
                  <a:pt x="1776174" y="0"/>
                </a:lnTo>
                <a:lnTo>
                  <a:pt x="1745409" y="0"/>
                </a:lnTo>
                <a:lnTo>
                  <a:pt x="1714633" y="0"/>
                </a:lnTo>
                <a:lnTo>
                  <a:pt x="1683858" y="0"/>
                </a:lnTo>
                <a:lnTo>
                  <a:pt x="1653083" y="0"/>
                </a:lnTo>
                <a:lnTo>
                  <a:pt x="1622308" y="0"/>
                </a:lnTo>
                <a:lnTo>
                  <a:pt x="1591542" y="0"/>
                </a:lnTo>
                <a:lnTo>
                  <a:pt x="1560767" y="0"/>
                </a:lnTo>
                <a:lnTo>
                  <a:pt x="1529991" y="0"/>
                </a:lnTo>
                <a:lnTo>
                  <a:pt x="1499216" y="0"/>
                </a:lnTo>
                <a:lnTo>
                  <a:pt x="1468450" y="0"/>
                </a:lnTo>
                <a:lnTo>
                  <a:pt x="1437675" y="0"/>
                </a:lnTo>
                <a:lnTo>
                  <a:pt x="1406900" y="0"/>
                </a:lnTo>
                <a:lnTo>
                  <a:pt x="1376124" y="0"/>
                </a:lnTo>
                <a:lnTo>
                  <a:pt x="1345349" y="0"/>
                </a:lnTo>
                <a:lnTo>
                  <a:pt x="1314583" y="0"/>
                </a:lnTo>
                <a:lnTo>
                  <a:pt x="1283808" y="0"/>
                </a:lnTo>
                <a:lnTo>
                  <a:pt x="1253033" y="0"/>
                </a:lnTo>
                <a:lnTo>
                  <a:pt x="1222258" y="0"/>
                </a:lnTo>
                <a:lnTo>
                  <a:pt x="1191482" y="0"/>
                </a:lnTo>
                <a:lnTo>
                  <a:pt x="1160717" y="0"/>
                </a:lnTo>
                <a:lnTo>
                  <a:pt x="1129941" y="0"/>
                </a:lnTo>
                <a:lnTo>
                  <a:pt x="1099166" y="0"/>
                </a:lnTo>
                <a:lnTo>
                  <a:pt x="1068391" y="0"/>
                </a:lnTo>
                <a:lnTo>
                  <a:pt x="1037625" y="0"/>
                </a:lnTo>
                <a:lnTo>
                  <a:pt x="1006850" y="0"/>
                </a:lnTo>
                <a:lnTo>
                  <a:pt x="976074" y="0"/>
                </a:lnTo>
                <a:lnTo>
                  <a:pt x="945299" y="0"/>
                </a:lnTo>
                <a:lnTo>
                  <a:pt x="914524" y="0"/>
                </a:lnTo>
                <a:lnTo>
                  <a:pt x="883758" y="0"/>
                </a:lnTo>
                <a:lnTo>
                  <a:pt x="852983" y="0"/>
                </a:lnTo>
                <a:lnTo>
                  <a:pt x="822208" y="0"/>
                </a:lnTo>
                <a:lnTo>
                  <a:pt x="791432" y="0"/>
                </a:lnTo>
                <a:lnTo>
                  <a:pt x="760657" y="0"/>
                </a:lnTo>
                <a:lnTo>
                  <a:pt x="729891" y="0"/>
                </a:lnTo>
                <a:lnTo>
                  <a:pt x="699116" y="0"/>
                </a:lnTo>
                <a:lnTo>
                  <a:pt x="668341" y="0"/>
                </a:lnTo>
                <a:lnTo>
                  <a:pt x="637565" y="0"/>
                </a:lnTo>
                <a:lnTo>
                  <a:pt x="606800" y="0"/>
                </a:lnTo>
                <a:lnTo>
                  <a:pt x="576024" y="0"/>
                </a:lnTo>
                <a:lnTo>
                  <a:pt x="545249" y="0"/>
                </a:lnTo>
                <a:lnTo>
                  <a:pt x="514474" y="0"/>
                </a:lnTo>
                <a:lnTo>
                  <a:pt x="483699" y="0"/>
                </a:lnTo>
                <a:lnTo>
                  <a:pt x="452933" y="0"/>
                </a:lnTo>
                <a:lnTo>
                  <a:pt x="422158" y="0"/>
                </a:lnTo>
                <a:lnTo>
                  <a:pt x="391382" y="0"/>
                </a:lnTo>
                <a:lnTo>
                  <a:pt x="360607" y="0"/>
                </a:lnTo>
                <a:lnTo>
                  <a:pt x="329832" y="0"/>
                </a:lnTo>
                <a:lnTo>
                  <a:pt x="299066" y="0"/>
                </a:lnTo>
                <a:lnTo>
                  <a:pt x="268291" y="0"/>
                </a:lnTo>
                <a:lnTo>
                  <a:pt x="237515" y="0"/>
                </a:lnTo>
                <a:lnTo>
                  <a:pt x="206740" y="0"/>
                </a:lnTo>
                <a:lnTo>
                  <a:pt x="175974" y="0"/>
                </a:lnTo>
                <a:lnTo>
                  <a:pt x="145199" y="0"/>
                </a:lnTo>
                <a:lnTo>
                  <a:pt x="114424" y="0"/>
                </a:lnTo>
                <a:lnTo>
                  <a:pt x="83649" y="0"/>
                </a:lnTo>
                <a:lnTo>
                  <a:pt x="52873" y="0"/>
                </a:lnTo>
                <a:lnTo>
                  <a:pt x="22108" y="0"/>
                </a:lnTo>
                <a:lnTo>
                  <a:pt x="0" y="5467"/>
                </a:lnTo>
                <a:lnTo>
                  <a:pt x="0" y="24860"/>
                </a:lnTo>
                <a:lnTo>
                  <a:pt x="0" y="44253"/>
                </a:lnTo>
                <a:lnTo>
                  <a:pt x="0" y="63656"/>
                </a:lnTo>
                <a:lnTo>
                  <a:pt x="0" y="83048"/>
                </a:lnTo>
                <a:lnTo>
                  <a:pt x="0" y="102441"/>
                </a:lnTo>
                <a:lnTo>
                  <a:pt x="0" y="121844"/>
                </a:lnTo>
                <a:lnTo>
                  <a:pt x="0" y="141237"/>
                </a:lnTo>
                <a:lnTo>
                  <a:pt x="0" y="160639"/>
                </a:lnTo>
                <a:lnTo>
                  <a:pt x="0" y="180032"/>
                </a:lnTo>
                <a:lnTo>
                  <a:pt x="0" y="199425"/>
                </a:lnTo>
                <a:lnTo>
                  <a:pt x="0" y="218827"/>
                </a:lnTo>
                <a:lnTo>
                  <a:pt x="0" y="238220"/>
                </a:lnTo>
                <a:lnTo>
                  <a:pt x="0" y="257613"/>
                </a:lnTo>
                <a:lnTo>
                  <a:pt x="0" y="277016"/>
                </a:lnTo>
                <a:lnTo>
                  <a:pt x="0" y="296408"/>
                </a:lnTo>
                <a:lnTo>
                  <a:pt x="0" y="315801"/>
                </a:lnTo>
                <a:lnTo>
                  <a:pt x="0" y="335204"/>
                </a:lnTo>
                <a:lnTo>
                  <a:pt x="0" y="354597"/>
                </a:lnTo>
                <a:lnTo>
                  <a:pt x="0" y="373999"/>
                </a:lnTo>
                <a:lnTo>
                  <a:pt x="0" y="393392"/>
                </a:lnTo>
                <a:lnTo>
                  <a:pt x="0" y="412785"/>
                </a:lnTo>
                <a:lnTo>
                  <a:pt x="0" y="432187"/>
                </a:lnTo>
                <a:lnTo>
                  <a:pt x="0" y="451580"/>
                </a:lnTo>
                <a:lnTo>
                  <a:pt x="0" y="470973"/>
                </a:lnTo>
                <a:lnTo>
                  <a:pt x="0" y="490376"/>
                </a:lnTo>
                <a:lnTo>
                  <a:pt x="0" y="509768"/>
                </a:lnTo>
                <a:lnTo>
                  <a:pt x="0" y="529161"/>
                </a:lnTo>
                <a:lnTo>
                  <a:pt x="0" y="548564"/>
                </a:lnTo>
                <a:lnTo>
                  <a:pt x="0" y="567957"/>
                </a:lnTo>
                <a:lnTo>
                  <a:pt x="0" y="587359"/>
                </a:lnTo>
                <a:lnTo>
                  <a:pt x="0" y="606752"/>
                </a:lnTo>
                <a:lnTo>
                  <a:pt x="0" y="626145"/>
                </a:lnTo>
                <a:lnTo>
                  <a:pt x="0" y="645547"/>
                </a:lnTo>
                <a:lnTo>
                  <a:pt x="0" y="664940"/>
                </a:lnTo>
                <a:lnTo>
                  <a:pt x="0" y="684333"/>
                </a:lnTo>
                <a:lnTo>
                  <a:pt x="0" y="703736"/>
                </a:lnTo>
                <a:lnTo>
                  <a:pt x="0" y="723128"/>
                </a:lnTo>
                <a:lnTo>
                  <a:pt x="0" y="742521"/>
                </a:lnTo>
                <a:lnTo>
                  <a:pt x="0" y="761924"/>
                </a:lnTo>
                <a:lnTo>
                  <a:pt x="0" y="781317"/>
                </a:lnTo>
                <a:lnTo>
                  <a:pt x="0" y="800719"/>
                </a:lnTo>
                <a:lnTo>
                  <a:pt x="0" y="820112"/>
                </a:lnTo>
                <a:lnTo>
                  <a:pt x="0" y="839505"/>
                </a:lnTo>
                <a:lnTo>
                  <a:pt x="0" y="858907"/>
                </a:lnTo>
                <a:lnTo>
                  <a:pt x="0" y="878300"/>
                </a:lnTo>
                <a:lnTo>
                  <a:pt x="0" y="897693"/>
                </a:lnTo>
                <a:lnTo>
                  <a:pt x="0" y="917096"/>
                </a:lnTo>
                <a:lnTo>
                  <a:pt x="0" y="936488"/>
                </a:lnTo>
                <a:lnTo>
                  <a:pt x="0" y="955881"/>
                </a:lnTo>
                <a:lnTo>
                  <a:pt x="0" y="975284"/>
                </a:lnTo>
                <a:lnTo>
                  <a:pt x="0" y="994677"/>
                </a:lnTo>
                <a:lnTo>
                  <a:pt x="0" y="1014079"/>
                </a:lnTo>
                <a:lnTo>
                  <a:pt x="0" y="1033472"/>
                </a:lnTo>
                <a:lnTo>
                  <a:pt x="0" y="1052865"/>
                </a:lnTo>
                <a:lnTo>
                  <a:pt x="0" y="1072267"/>
                </a:lnTo>
                <a:lnTo>
                  <a:pt x="0" y="1091660"/>
                </a:lnTo>
                <a:lnTo>
                  <a:pt x="0" y="1111053"/>
                </a:lnTo>
                <a:lnTo>
                  <a:pt x="0" y="1130456"/>
                </a:lnTo>
                <a:lnTo>
                  <a:pt x="0" y="1149848"/>
                </a:lnTo>
                <a:lnTo>
                  <a:pt x="0" y="1169241"/>
                </a:lnTo>
                <a:lnTo>
                  <a:pt x="0" y="1188644"/>
                </a:lnTo>
                <a:lnTo>
                  <a:pt x="0" y="1208037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8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5E7201A5-398A-4715-ADFD-9151D7F5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3867893"/>
            <a:ext cx="1916611" cy="207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23591335-9C3E-4CFE-AEAD-E31EC8B5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0409" y="4783588"/>
            <a:ext cx="706136" cy="292570"/>
          </a:xfrm>
          <a:custGeom xmlns:a="http://schemas.openxmlformats.org/drawingml/2006/main">
            <a:pathLst>
              <a:path w="706136" h="292570">
                <a:moveTo>
                  <a:pt x="706136" y="0"/>
                </a:moveTo>
                <a:lnTo>
                  <a:pt x="705298" y="4848"/>
                </a:lnTo>
                <a:lnTo>
                  <a:pt x="704193" y="9687"/>
                </a:lnTo>
                <a:lnTo>
                  <a:pt x="702907" y="14497"/>
                </a:lnTo>
                <a:lnTo>
                  <a:pt x="701459" y="19298"/>
                </a:lnTo>
                <a:lnTo>
                  <a:pt x="699859" y="24070"/>
                </a:lnTo>
                <a:lnTo>
                  <a:pt x="698125" y="28832"/>
                </a:lnTo>
                <a:lnTo>
                  <a:pt x="696258" y="33566"/>
                </a:lnTo>
                <a:lnTo>
                  <a:pt x="694258" y="38281"/>
                </a:lnTo>
                <a:lnTo>
                  <a:pt x="692144" y="42977"/>
                </a:lnTo>
                <a:lnTo>
                  <a:pt x="689905" y="47654"/>
                </a:lnTo>
                <a:lnTo>
                  <a:pt x="687543" y="52302"/>
                </a:lnTo>
                <a:lnTo>
                  <a:pt x="685076" y="56931"/>
                </a:lnTo>
                <a:lnTo>
                  <a:pt x="682485" y="61532"/>
                </a:lnTo>
                <a:lnTo>
                  <a:pt x="679790" y="66113"/>
                </a:lnTo>
                <a:lnTo>
                  <a:pt x="676980" y="70656"/>
                </a:lnTo>
                <a:lnTo>
                  <a:pt x="674056" y="75181"/>
                </a:lnTo>
                <a:lnTo>
                  <a:pt x="671017" y="79667"/>
                </a:lnTo>
                <a:lnTo>
                  <a:pt x="667883" y="84134"/>
                </a:lnTo>
                <a:lnTo>
                  <a:pt x="664635" y="88563"/>
                </a:lnTo>
                <a:lnTo>
                  <a:pt x="661273" y="92964"/>
                </a:lnTo>
                <a:lnTo>
                  <a:pt x="657816" y="97336"/>
                </a:lnTo>
                <a:lnTo>
                  <a:pt x="654253" y="101670"/>
                </a:lnTo>
                <a:lnTo>
                  <a:pt x="650577" y="105966"/>
                </a:lnTo>
                <a:lnTo>
                  <a:pt x="646795" y="110223"/>
                </a:lnTo>
                <a:lnTo>
                  <a:pt x="642918" y="114452"/>
                </a:lnTo>
                <a:lnTo>
                  <a:pt x="638937" y="118643"/>
                </a:lnTo>
                <a:lnTo>
                  <a:pt x="634851" y="122787"/>
                </a:lnTo>
                <a:lnTo>
                  <a:pt x="630669" y="126892"/>
                </a:lnTo>
                <a:lnTo>
                  <a:pt x="626383" y="130959"/>
                </a:lnTo>
                <a:lnTo>
                  <a:pt x="622002" y="134988"/>
                </a:lnTo>
                <a:lnTo>
                  <a:pt x="617515" y="138970"/>
                </a:lnTo>
                <a:lnTo>
                  <a:pt x="612934" y="142904"/>
                </a:lnTo>
                <a:lnTo>
                  <a:pt x="608267" y="146799"/>
                </a:lnTo>
                <a:lnTo>
                  <a:pt x="603494" y="150647"/>
                </a:lnTo>
                <a:lnTo>
                  <a:pt x="598627" y="154448"/>
                </a:lnTo>
                <a:lnTo>
                  <a:pt x="593674" y="158191"/>
                </a:lnTo>
                <a:lnTo>
                  <a:pt x="588626" y="161896"/>
                </a:lnTo>
                <a:lnTo>
                  <a:pt x="583492" y="165554"/>
                </a:lnTo>
                <a:lnTo>
                  <a:pt x="578263" y="169154"/>
                </a:lnTo>
                <a:lnTo>
                  <a:pt x="572948" y="172707"/>
                </a:lnTo>
                <a:lnTo>
                  <a:pt x="567547" y="176213"/>
                </a:lnTo>
                <a:lnTo>
                  <a:pt x="562070" y="179661"/>
                </a:lnTo>
                <a:lnTo>
                  <a:pt x="556508" y="183051"/>
                </a:lnTo>
                <a:lnTo>
                  <a:pt x="550859" y="186395"/>
                </a:lnTo>
                <a:lnTo>
                  <a:pt x="545135" y="189681"/>
                </a:lnTo>
                <a:lnTo>
                  <a:pt x="539334" y="192919"/>
                </a:lnTo>
                <a:lnTo>
                  <a:pt x="533448" y="196101"/>
                </a:lnTo>
                <a:lnTo>
                  <a:pt x="527504" y="199225"/>
                </a:lnTo>
                <a:lnTo>
                  <a:pt x="521475" y="202292"/>
                </a:lnTo>
                <a:lnTo>
                  <a:pt x="515379" y="205302"/>
                </a:lnTo>
                <a:lnTo>
                  <a:pt x="509216" y="208255"/>
                </a:lnTo>
                <a:lnTo>
                  <a:pt x="502977" y="211150"/>
                </a:lnTo>
                <a:lnTo>
                  <a:pt x="496681" y="213998"/>
                </a:lnTo>
                <a:lnTo>
                  <a:pt x="490328" y="216779"/>
                </a:lnTo>
                <a:lnTo>
                  <a:pt x="483899" y="219513"/>
                </a:lnTo>
                <a:lnTo>
                  <a:pt x="477422" y="222180"/>
                </a:lnTo>
                <a:lnTo>
                  <a:pt x="470878" y="224800"/>
                </a:lnTo>
                <a:lnTo>
                  <a:pt x="464287" y="227362"/>
                </a:lnTo>
                <a:lnTo>
                  <a:pt x="457629" y="229857"/>
                </a:lnTo>
                <a:lnTo>
                  <a:pt x="450923" y="232305"/>
                </a:lnTo>
                <a:lnTo>
                  <a:pt x="444170" y="234696"/>
                </a:lnTo>
                <a:lnTo>
                  <a:pt x="437369" y="237030"/>
                </a:lnTo>
                <a:lnTo>
                  <a:pt x="430520" y="239306"/>
                </a:lnTo>
                <a:lnTo>
                  <a:pt x="423615" y="241525"/>
                </a:lnTo>
                <a:lnTo>
                  <a:pt x="416681" y="243688"/>
                </a:lnTo>
                <a:lnTo>
                  <a:pt x="409689" y="245802"/>
                </a:lnTo>
                <a:lnTo>
                  <a:pt x="402669" y="247860"/>
                </a:lnTo>
                <a:lnTo>
                  <a:pt x="395602" y="249860"/>
                </a:lnTo>
                <a:lnTo>
                  <a:pt x="388506" y="251803"/>
                </a:lnTo>
                <a:lnTo>
                  <a:pt x="381362" y="253698"/>
                </a:lnTo>
                <a:lnTo>
                  <a:pt x="374190" y="255546"/>
                </a:lnTo>
                <a:lnTo>
                  <a:pt x="366979" y="257337"/>
                </a:lnTo>
                <a:lnTo>
                  <a:pt x="359750" y="259070"/>
                </a:lnTo>
                <a:lnTo>
                  <a:pt x="352473" y="260756"/>
                </a:lnTo>
                <a:lnTo>
                  <a:pt x="345176" y="262395"/>
                </a:lnTo>
                <a:lnTo>
                  <a:pt x="337852" y="263976"/>
                </a:lnTo>
                <a:lnTo>
                  <a:pt x="330498" y="265509"/>
                </a:lnTo>
                <a:lnTo>
                  <a:pt x="323117" y="266995"/>
                </a:lnTo>
                <a:lnTo>
                  <a:pt x="315716" y="268434"/>
                </a:lnTo>
                <a:lnTo>
                  <a:pt x="308296" y="269824"/>
                </a:lnTo>
                <a:lnTo>
                  <a:pt x="300847" y="271158"/>
                </a:lnTo>
                <a:lnTo>
                  <a:pt x="293380" y="272453"/>
                </a:lnTo>
                <a:lnTo>
                  <a:pt x="285883" y="273701"/>
                </a:lnTo>
                <a:lnTo>
                  <a:pt x="278378" y="274901"/>
                </a:lnTo>
                <a:lnTo>
                  <a:pt x="270853" y="276063"/>
                </a:lnTo>
                <a:lnTo>
                  <a:pt x="263309" y="277168"/>
                </a:lnTo>
                <a:lnTo>
                  <a:pt x="255756" y="278235"/>
                </a:lnTo>
                <a:lnTo>
                  <a:pt x="248183" y="279263"/>
                </a:lnTo>
                <a:lnTo>
                  <a:pt x="240592" y="280245"/>
                </a:lnTo>
                <a:lnTo>
                  <a:pt x="232991" y="281178"/>
                </a:lnTo>
                <a:lnTo>
                  <a:pt x="225381" y="282083"/>
                </a:lnTo>
                <a:lnTo>
                  <a:pt x="217751" y="282931"/>
                </a:lnTo>
                <a:lnTo>
                  <a:pt x="210112" y="283750"/>
                </a:lnTo>
                <a:lnTo>
                  <a:pt x="202473" y="284531"/>
                </a:lnTo>
                <a:lnTo>
                  <a:pt x="194815" y="285264"/>
                </a:lnTo>
                <a:lnTo>
                  <a:pt x="187147" y="285960"/>
                </a:lnTo>
                <a:lnTo>
                  <a:pt x="179470" y="286617"/>
                </a:lnTo>
                <a:lnTo>
                  <a:pt x="171793" y="287236"/>
                </a:lnTo>
                <a:lnTo>
                  <a:pt x="164097" y="287826"/>
                </a:lnTo>
                <a:lnTo>
                  <a:pt x="156401" y="288369"/>
                </a:lnTo>
                <a:lnTo>
                  <a:pt x="148695" y="288884"/>
                </a:lnTo>
                <a:lnTo>
                  <a:pt x="140989" y="289360"/>
                </a:lnTo>
                <a:lnTo>
                  <a:pt x="133274" y="289798"/>
                </a:lnTo>
                <a:lnTo>
                  <a:pt x="125559" y="290208"/>
                </a:lnTo>
                <a:lnTo>
                  <a:pt x="117834" y="290579"/>
                </a:lnTo>
                <a:lnTo>
                  <a:pt x="110109" y="290913"/>
                </a:lnTo>
                <a:lnTo>
                  <a:pt x="102375" y="291217"/>
                </a:lnTo>
                <a:lnTo>
                  <a:pt x="94640" y="291494"/>
                </a:lnTo>
                <a:lnTo>
                  <a:pt x="86906" y="291732"/>
                </a:lnTo>
                <a:lnTo>
                  <a:pt x="79172" y="291941"/>
                </a:lnTo>
                <a:lnTo>
                  <a:pt x="71428" y="292122"/>
                </a:lnTo>
                <a:lnTo>
                  <a:pt x="63684" y="292275"/>
                </a:lnTo>
                <a:lnTo>
                  <a:pt x="55940" y="292389"/>
                </a:lnTo>
                <a:lnTo>
                  <a:pt x="48196" y="292475"/>
                </a:lnTo>
                <a:lnTo>
                  <a:pt x="40453" y="292541"/>
                </a:lnTo>
                <a:lnTo>
                  <a:pt x="32709" y="292570"/>
                </a:lnTo>
                <a:lnTo>
                  <a:pt x="24965" y="292570"/>
                </a:lnTo>
                <a:lnTo>
                  <a:pt x="17221" y="292541"/>
                </a:lnTo>
                <a:lnTo>
                  <a:pt x="9477" y="292484"/>
                </a:lnTo>
                <a:lnTo>
                  <a:pt x="1734" y="292408"/>
                </a:lnTo>
                <a:lnTo>
                  <a:pt x="0" y="292332"/>
                </a:lnTo>
                <a:lnTo>
                  <a:pt x="7744" y="292208"/>
                </a:lnTo>
                <a:lnTo>
                  <a:pt x="15478" y="292008"/>
                </a:lnTo>
                <a:lnTo>
                  <a:pt x="23212" y="291741"/>
                </a:lnTo>
                <a:lnTo>
                  <a:pt x="30947" y="291408"/>
                </a:lnTo>
                <a:lnTo>
                  <a:pt x="38662" y="291027"/>
                </a:lnTo>
                <a:lnTo>
                  <a:pt x="46377" y="290589"/>
                </a:lnTo>
                <a:lnTo>
                  <a:pt x="54083" y="290103"/>
                </a:lnTo>
                <a:lnTo>
                  <a:pt x="61789" y="289560"/>
                </a:lnTo>
                <a:lnTo>
                  <a:pt x="69475" y="288969"/>
                </a:lnTo>
                <a:lnTo>
                  <a:pt x="77153" y="288331"/>
                </a:lnTo>
                <a:lnTo>
                  <a:pt x="84820" y="287636"/>
                </a:lnTo>
                <a:lnTo>
                  <a:pt x="92469" y="286893"/>
                </a:lnTo>
                <a:lnTo>
                  <a:pt x="100117" y="286093"/>
                </a:lnTo>
                <a:lnTo>
                  <a:pt x="107747" y="285245"/>
                </a:lnTo>
                <a:lnTo>
                  <a:pt x="115357" y="284340"/>
                </a:lnTo>
                <a:lnTo>
                  <a:pt x="122949" y="283388"/>
                </a:lnTo>
                <a:lnTo>
                  <a:pt x="130531" y="282369"/>
                </a:lnTo>
                <a:lnTo>
                  <a:pt x="138084" y="281302"/>
                </a:lnTo>
                <a:lnTo>
                  <a:pt x="145618" y="280178"/>
                </a:lnTo>
                <a:lnTo>
                  <a:pt x="153133" y="278997"/>
                </a:lnTo>
                <a:lnTo>
                  <a:pt x="160630" y="277749"/>
                </a:lnTo>
                <a:lnTo>
                  <a:pt x="168088" y="276444"/>
                </a:lnTo>
                <a:lnTo>
                  <a:pt x="175527" y="275072"/>
                </a:lnTo>
                <a:lnTo>
                  <a:pt x="182928" y="273644"/>
                </a:lnTo>
                <a:lnTo>
                  <a:pt x="190300" y="272148"/>
                </a:lnTo>
                <a:lnTo>
                  <a:pt x="197634" y="270577"/>
                </a:lnTo>
                <a:lnTo>
                  <a:pt x="204930" y="268948"/>
                </a:lnTo>
                <a:lnTo>
                  <a:pt x="212188" y="267243"/>
                </a:lnTo>
                <a:lnTo>
                  <a:pt x="219408" y="265462"/>
                </a:lnTo>
                <a:lnTo>
                  <a:pt x="226571" y="263604"/>
                </a:lnTo>
                <a:lnTo>
                  <a:pt x="233686" y="261671"/>
                </a:lnTo>
                <a:lnTo>
                  <a:pt x="240744" y="259661"/>
                </a:lnTo>
                <a:lnTo>
                  <a:pt x="247736" y="257575"/>
                </a:lnTo>
                <a:lnTo>
                  <a:pt x="254670" y="255394"/>
                </a:lnTo>
                <a:lnTo>
                  <a:pt x="261537" y="253136"/>
                </a:lnTo>
                <a:lnTo>
                  <a:pt x="268329" y="250784"/>
                </a:lnTo>
                <a:lnTo>
                  <a:pt x="275034" y="248345"/>
                </a:lnTo>
                <a:lnTo>
                  <a:pt x="281664" y="245821"/>
                </a:lnTo>
                <a:lnTo>
                  <a:pt x="288198" y="243192"/>
                </a:lnTo>
                <a:lnTo>
                  <a:pt x="294627" y="240478"/>
                </a:lnTo>
                <a:lnTo>
                  <a:pt x="300952" y="237658"/>
                </a:lnTo>
                <a:lnTo>
                  <a:pt x="307162" y="234734"/>
                </a:lnTo>
                <a:lnTo>
                  <a:pt x="313249" y="231724"/>
                </a:lnTo>
                <a:lnTo>
                  <a:pt x="319202" y="228600"/>
                </a:lnTo>
                <a:lnTo>
                  <a:pt x="325022" y="225381"/>
                </a:lnTo>
                <a:lnTo>
                  <a:pt x="330689" y="222047"/>
                </a:lnTo>
                <a:lnTo>
                  <a:pt x="336204" y="218618"/>
                </a:lnTo>
                <a:lnTo>
                  <a:pt x="341547" y="215084"/>
                </a:lnTo>
                <a:lnTo>
                  <a:pt x="346720" y="211455"/>
                </a:lnTo>
                <a:lnTo>
                  <a:pt x="351701" y="207712"/>
                </a:lnTo>
                <a:lnTo>
                  <a:pt x="356492" y="203883"/>
                </a:lnTo>
                <a:lnTo>
                  <a:pt x="361083" y="199949"/>
                </a:lnTo>
                <a:lnTo>
                  <a:pt x="365455" y="195920"/>
                </a:lnTo>
                <a:lnTo>
                  <a:pt x="369618" y="191805"/>
                </a:lnTo>
                <a:lnTo>
                  <a:pt x="373551" y="187595"/>
                </a:lnTo>
                <a:lnTo>
                  <a:pt x="377257" y="183309"/>
                </a:lnTo>
                <a:lnTo>
                  <a:pt x="380724" y="178946"/>
                </a:lnTo>
                <a:lnTo>
                  <a:pt x="383953" y="174508"/>
                </a:lnTo>
                <a:lnTo>
                  <a:pt x="386934" y="170002"/>
                </a:lnTo>
                <a:lnTo>
                  <a:pt x="389677" y="165440"/>
                </a:lnTo>
                <a:lnTo>
                  <a:pt x="392173" y="160811"/>
                </a:lnTo>
                <a:lnTo>
                  <a:pt x="394430" y="156143"/>
                </a:lnTo>
                <a:lnTo>
                  <a:pt x="396440" y="151428"/>
                </a:lnTo>
                <a:lnTo>
                  <a:pt x="398221" y="146675"/>
                </a:lnTo>
                <a:lnTo>
                  <a:pt x="399755" y="141894"/>
                </a:lnTo>
                <a:lnTo>
                  <a:pt x="401060" y="137084"/>
                </a:lnTo>
                <a:lnTo>
                  <a:pt x="402146" y="132245"/>
                </a:lnTo>
                <a:lnTo>
                  <a:pt x="403003" y="127397"/>
                </a:lnTo>
                <a:lnTo>
                  <a:pt x="403641" y="122530"/>
                </a:lnTo>
                <a:lnTo>
                  <a:pt x="404079" y="117653"/>
                </a:lnTo>
                <a:lnTo>
                  <a:pt x="404308" y="112776"/>
                </a:lnTo>
                <a:lnTo>
                  <a:pt x="404346" y="107899"/>
                </a:lnTo>
                <a:lnTo>
                  <a:pt x="404193" y="103013"/>
                </a:lnTo>
                <a:lnTo>
                  <a:pt x="403850" y="98136"/>
                </a:lnTo>
                <a:lnTo>
                  <a:pt x="403346" y="93269"/>
                </a:lnTo>
                <a:lnTo>
                  <a:pt x="410508" y="92069"/>
                </a:lnTo>
                <a:lnTo>
                  <a:pt x="418062" y="90973"/>
                </a:lnTo>
                <a:lnTo>
                  <a:pt x="425577" y="89811"/>
                </a:lnTo>
                <a:lnTo>
                  <a:pt x="433083" y="88592"/>
                </a:lnTo>
                <a:lnTo>
                  <a:pt x="440560" y="87316"/>
                </a:lnTo>
                <a:lnTo>
                  <a:pt x="448008" y="85982"/>
                </a:lnTo>
                <a:lnTo>
                  <a:pt x="455438" y="84601"/>
                </a:lnTo>
                <a:lnTo>
                  <a:pt x="462848" y="83182"/>
                </a:lnTo>
                <a:lnTo>
                  <a:pt x="470230" y="81705"/>
                </a:lnTo>
                <a:lnTo>
                  <a:pt x="477593" y="80181"/>
                </a:lnTo>
                <a:lnTo>
                  <a:pt x="484927" y="78610"/>
                </a:lnTo>
                <a:lnTo>
                  <a:pt x="492233" y="77000"/>
                </a:lnTo>
                <a:lnTo>
                  <a:pt x="499520" y="75343"/>
                </a:lnTo>
                <a:lnTo>
                  <a:pt x="506778" y="73638"/>
                </a:lnTo>
                <a:lnTo>
                  <a:pt x="514007" y="71895"/>
                </a:lnTo>
                <a:lnTo>
                  <a:pt x="521218" y="70094"/>
                </a:lnTo>
                <a:lnTo>
                  <a:pt x="528390" y="68256"/>
                </a:lnTo>
                <a:lnTo>
                  <a:pt x="535534" y="66380"/>
                </a:lnTo>
                <a:lnTo>
                  <a:pt x="542649" y="64446"/>
                </a:lnTo>
                <a:lnTo>
                  <a:pt x="549735" y="62465"/>
                </a:lnTo>
                <a:lnTo>
                  <a:pt x="556784" y="60446"/>
                </a:lnTo>
                <a:lnTo>
                  <a:pt x="563794" y="58379"/>
                </a:lnTo>
                <a:lnTo>
                  <a:pt x="570776" y="56264"/>
                </a:lnTo>
                <a:lnTo>
                  <a:pt x="577720" y="54092"/>
                </a:lnTo>
                <a:lnTo>
                  <a:pt x="584625" y="51883"/>
                </a:lnTo>
                <a:lnTo>
                  <a:pt x="591493" y="49625"/>
                </a:lnTo>
                <a:lnTo>
                  <a:pt x="598313" y="47311"/>
                </a:lnTo>
                <a:lnTo>
                  <a:pt x="605095" y="44958"/>
                </a:lnTo>
                <a:lnTo>
                  <a:pt x="611829" y="42548"/>
                </a:lnTo>
                <a:lnTo>
                  <a:pt x="618515" y="40081"/>
                </a:lnTo>
                <a:lnTo>
                  <a:pt x="625164" y="37576"/>
                </a:lnTo>
                <a:lnTo>
                  <a:pt x="631755" y="35004"/>
                </a:lnTo>
                <a:lnTo>
                  <a:pt x="638289" y="32395"/>
                </a:lnTo>
                <a:lnTo>
                  <a:pt x="644776" y="29728"/>
                </a:lnTo>
                <a:lnTo>
                  <a:pt x="651205" y="27003"/>
                </a:lnTo>
                <a:lnTo>
                  <a:pt x="657577" y="24222"/>
                </a:lnTo>
                <a:lnTo>
                  <a:pt x="663893" y="21393"/>
                </a:lnTo>
                <a:lnTo>
                  <a:pt x="670131" y="18507"/>
                </a:lnTo>
                <a:lnTo>
                  <a:pt x="676313" y="15564"/>
                </a:lnTo>
                <a:lnTo>
                  <a:pt x="682428" y="12563"/>
                </a:lnTo>
                <a:lnTo>
                  <a:pt x="688467" y="9506"/>
                </a:lnTo>
                <a:lnTo>
                  <a:pt x="694439" y="6401"/>
                </a:lnTo>
                <a:lnTo>
                  <a:pt x="700326" y="3229"/>
                </a:lnTo>
                <a:lnTo>
                  <a:pt x="70613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0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1B094493-076B-4DD8-8316-268EC898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456" y="4755804"/>
            <a:ext cx="1917049" cy="321202"/>
          </a:xfrm>
          <a:custGeom xmlns:a="http://schemas.openxmlformats.org/drawingml/2006/main">
            <a:pathLst>
              <a:path w="1917049" h="321202">
                <a:moveTo>
                  <a:pt x="1916449" y="0"/>
                </a:moveTo>
                <a:lnTo>
                  <a:pt x="1917049" y="11830"/>
                </a:lnTo>
                <a:lnTo>
                  <a:pt x="1916782" y="23660"/>
                </a:lnTo>
                <a:lnTo>
                  <a:pt x="1915858" y="35481"/>
                </a:lnTo>
                <a:lnTo>
                  <a:pt x="1914306" y="47282"/>
                </a:lnTo>
                <a:lnTo>
                  <a:pt x="1912172" y="59036"/>
                </a:lnTo>
                <a:lnTo>
                  <a:pt x="1909439" y="70742"/>
                </a:lnTo>
                <a:lnTo>
                  <a:pt x="1906124" y="82391"/>
                </a:lnTo>
                <a:lnTo>
                  <a:pt x="1902200" y="93974"/>
                </a:lnTo>
                <a:lnTo>
                  <a:pt x="1897675" y="105451"/>
                </a:lnTo>
                <a:lnTo>
                  <a:pt x="1892522" y="116834"/>
                </a:lnTo>
                <a:lnTo>
                  <a:pt x="1886741" y="128092"/>
                </a:lnTo>
                <a:lnTo>
                  <a:pt x="1880302" y="139217"/>
                </a:lnTo>
                <a:lnTo>
                  <a:pt x="1873215" y="150171"/>
                </a:lnTo>
                <a:lnTo>
                  <a:pt x="1865443" y="160944"/>
                </a:lnTo>
                <a:lnTo>
                  <a:pt x="1856994" y="171517"/>
                </a:lnTo>
                <a:lnTo>
                  <a:pt x="1847850" y="181851"/>
                </a:lnTo>
                <a:lnTo>
                  <a:pt x="1838011" y="191938"/>
                </a:lnTo>
                <a:lnTo>
                  <a:pt x="1827476" y="201730"/>
                </a:lnTo>
                <a:lnTo>
                  <a:pt x="1816256" y="211217"/>
                </a:lnTo>
                <a:lnTo>
                  <a:pt x="1804349" y="220370"/>
                </a:lnTo>
                <a:lnTo>
                  <a:pt x="1791786" y="229172"/>
                </a:lnTo>
                <a:lnTo>
                  <a:pt x="1778584" y="237582"/>
                </a:lnTo>
                <a:lnTo>
                  <a:pt x="1764763" y="245593"/>
                </a:lnTo>
                <a:lnTo>
                  <a:pt x="1750362" y="253184"/>
                </a:lnTo>
                <a:lnTo>
                  <a:pt x="1735417" y="260347"/>
                </a:lnTo>
                <a:lnTo>
                  <a:pt x="1719958" y="267071"/>
                </a:lnTo>
                <a:lnTo>
                  <a:pt x="1704042" y="273348"/>
                </a:lnTo>
                <a:lnTo>
                  <a:pt x="1687697" y="279168"/>
                </a:lnTo>
                <a:lnTo>
                  <a:pt x="1670971" y="284550"/>
                </a:lnTo>
                <a:lnTo>
                  <a:pt x="1653902" y="289484"/>
                </a:lnTo>
                <a:lnTo>
                  <a:pt x="1636538" y="293989"/>
                </a:lnTo>
                <a:lnTo>
                  <a:pt x="1618917" y="298066"/>
                </a:lnTo>
                <a:lnTo>
                  <a:pt x="1601057" y="301733"/>
                </a:lnTo>
                <a:lnTo>
                  <a:pt x="1583007" y="304991"/>
                </a:lnTo>
                <a:lnTo>
                  <a:pt x="1564796" y="307877"/>
                </a:lnTo>
                <a:lnTo>
                  <a:pt x="1546441" y="310382"/>
                </a:lnTo>
                <a:lnTo>
                  <a:pt x="1527981" y="312534"/>
                </a:lnTo>
                <a:lnTo>
                  <a:pt x="1509427" y="314354"/>
                </a:lnTo>
                <a:lnTo>
                  <a:pt x="1490796" y="315849"/>
                </a:lnTo>
                <a:lnTo>
                  <a:pt x="1472117" y="317030"/>
                </a:lnTo>
                <a:lnTo>
                  <a:pt x="1453391" y="317916"/>
                </a:lnTo>
                <a:lnTo>
                  <a:pt x="1434627" y="318335"/>
                </a:lnTo>
                <a:lnTo>
                  <a:pt x="1415853" y="318611"/>
                </a:lnTo>
                <a:lnTo>
                  <a:pt x="1397079" y="318830"/>
                </a:lnTo>
                <a:lnTo>
                  <a:pt x="1378306" y="319021"/>
                </a:lnTo>
                <a:lnTo>
                  <a:pt x="1359522" y="319183"/>
                </a:lnTo>
                <a:lnTo>
                  <a:pt x="1340749" y="319335"/>
                </a:lnTo>
                <a:lnTo>
                  <a:pt x="1321975" y="319469"/>
                </a:lnTo>
                <a:lnTo>
                  <a:pt x="1303191" y="319592"/>
                </a:lnTo>
                <a:lnTo>
                  <a:pt x="1284418" y="319707"/>
                </a:lnTo>
                <a:lnTo>
                  <a:pt x="1265644" y="319821"/>
                </a:lnTo>
                <a:lnTo>
                  <a:pt x="1246861" y="319916"/>
                </a:lnTo>
                <a:lnTo>
                  <a:pt x="1228087" y="320011"/>
                </a:lnTo>
                <a:lnTo>
                  <a:pt x="1209304" y="320097"/>
                </a:lnTo>
                <a:lnTo>
                  <a:pt x="1190530" y="320183"/>
                </a:lnTo>
                <a:lnTo>
                  <a:pt x="1171756" y="320269"/>
                </a:lnTo>
                <a:lnTo>
                  <a:pt x="1152973" y="320335"/>
                </a:lnTo>
                <a:lnTo>
                  <a:pt x="1134199" y="320411"/>
                </a:lnTo>
                <a:lnTo>
                  <a:pt x="1115416" y="320478"/>
                </a:lnTo>
                <a:lnTo>
                  <a:pt x="1096642" y="320535"/>
                </a:lnTo>
                <a:lnTo>
                  <a:pt x="1077859" y="320602"/>
                </a:lnTo>
                <a:lnTo>
                  <a:pt x="1059085" y="320659"/>
                </a:lnTo>
                <a:lnTo>
                  <a:pt x="1040311" y="320707"/>
                </a:lnTo>
                <a:lnTo>
                  <a:pt x="1021528" y="320754"/>
                </a:lnTo>
                <a:lnTo>
                  <a:pt x="1002754" y="320812"/>
                </a:lnTo>
                <a:lnTo>
                  <a:pt x="983971" y="320850"/>
                </a:lnTo>
                <a:lnTo>
                  <a:pt x="965197" y="320897"/>
                </a:lnTo>
                <a:lnTo>
                  <a:pt x="946414" y="320935"/>
                </a:lnTo>
                <a:lnTo>
                  <a:pt x="927640" y="320973"/>
                </a:lnTo>
                <a:lnTo>
                  <a:pt x="908856" y="321002"/>
                </a:lnTo>
                <a:lnTo>
                  <a:pt x="890083" y="321031"/>
                </a:lnTo>
                <a:lnTo>
                  <a:pt x="871299" y="321059"/>
                </a:lnTo>
                <a:lnTo>
                  <a:pt x="852526" y="321088"/>
                </a:lnTo>
                <a:lnTo>
                  <a:pt x="833752" y="321107"/>
                </a:lnTo>
                <a:lnTo>
                  <a:pt x="814969" y="321126"/>
                </a:lnTo>
                <a:lnTo>
                  <a:pt x="796195" y="321145"/>
                </a:lnTo>
                <a:lnTo>
                  <a:pt x="777411" y="321164"/>
                </a:lnTo>
                <a:lnTo>
                  <a:pt x="758638" y="321173"/>
                </a:lnTo>
                <a:lnTo>
                  <a:pt x="739854" y="321183"/>
                </a:lnTo>
                <a:lnTo>
                  <a:pt x="721081" y="321193"/>
                </a:lnTo>
                <a:lnTo>
                  <a:pt x="702297" y="321193"/>
                </a:lnTo>
                <a:lnTo>
                  <a:pt x="683524" y="321202"/>
                </a:lnTo>
                <a:lnTo>
                  <a:pt x="664740" y="321193"/>
                </a:lnTo>
                <a:lnTo>
                  <a:pt x="645966" y="321193"/>
                </a:lnTo>
                <a:lnTo>
                  <a:pt x="627193" y="321183"/>
                </a:lnTo>
                <a:lnTo>
                  <a:pt x="608409" y="321173"/>
                </a:lnTo>
                <a:lnTo>
                  <a:pt x="589636" y="321164"/>
                </a:lnTo>
                <a:lnTo>
                  <a:pt x="570852" y="321145"/>
                </a:lnTo>
                <a:lnTo>
                  <a:pt x="552079" y="321126"/>
                </a:lnTo>
                <a:lnTo>
                  <a:pt x="533295" y="321097"/>
                </a:lnTo>
                <a:lnTo>
                  <a:pt x="514521" y="321078"/>
                </a:lnTo>
                <a:lnTo>
                  <a:pt x="495738" y="321050"/>
                </a:lnTo>
                <a:lnTo>
                  <a:pt x="476964" y="321012"/>
                </a:lnTo>
                <a:lnTo>
                  <a:pt x="458181" y="320973"/>
                </a:lnTo>
                <a:lnTo>
                  <a:pt x="439407" y="320935"/>
                </a:lnTo>
                <a:lnTo>
                  <a:pt x="420634" y="320888"/>
                </a:lnTo>
                <a:lnTo>
                  <a:pt x="401850" y="320831"/>
                </a:lnTo>
                <a:lnTo>
                  <a:pt x="383076" y="320773"/>
                </a:lnTo>
                <a:lnTo>
                  <a:pt x="364293" y="320726"/>
                </a:lnTo>
                <a:lnTo>
                  <a:pt x="345519" y="320650"/>
                </a:lnTo>
                <a:lnTo>
                  <a:pt x="326736" y="320583"/>
                </a:lnTo>
                <a:lnTo>
                  <a:pt x="307962" y="320507"/>
                </a:lnTo>
                <a:lnTo>
                  <a:pt x="289179" y="320421"/>
                </a:lnTo>
                <a:lnTo>
                  <a:pt x="270405" y="320326"/>
                </a:lnTo>
                <a:lnTo>
                  <a:pt x="251631" y="320221"/>
                </a:lnTo>
                <a:lnTo>
                  <a:pt x="232848" y="320116"/>
                </a:lnTo>
                <a:lnTo>
                  <a:pt x="214074" y="319992"/>
                </a:lnTo>
                <a:lnTo>
                  <a:pt x="195301" y="319859"/>
                </a:lnTo>
                <a:lnTo>
                  <a:pt x="176517" y="319716"/>
                </a:lnTo>
                <a:lnTo>
                  <a:pt x="157744" y="319564"/>
                </a:lnTo>
                <a:lnTo>
                  <a:pt x="138970" y="319383"/>
                </a:lnTo>
                <a:lnTo>
                  <a:pt x="120196" y="319183"/>
                </a:lnTo>
                <a:lnTo>
                  <a:pt x="101422" y="318964"/>
                </a:lnTo>
                <a:lnTo>
                  <a:pt x="82648" y="318707"/>
                </a:lnTo>
                <a:lnTo>
                  <a:pt x="63875" y="318402"/>
                </a:lnTo>
                <a:lnTo>
                  <a:pt x="45101" y="318030"/>
                </a:lnTo>
                <a:lnTo>
                  <a:pt x="26337" y="317554"/>
                </a:lnTo>
                <a:lnTo>
                  <a:pt x="7601" y="316782"/>
                </a:lnTo>
                <a:lnTo>
                  <a:pt x="3486" y="307162"/>
                </a:lnTo>
                <a:lnTo>
                  <a:pt x="3229" y="295323"/>
                </a:lnTo>
                <a:lnTo>
                  <a:pt x="2981" y="283493"/>
                </a:lnTo>
                <a:lnTo>
                  <a:pt x="2734" y="271653"/>
                </a:lnTo>
                <a:lnTo>
                  <a:pt x="2486" y="259823"/>
                </a:lnTo>
                <a:lnTo>
                  <a:pt x="2238" y="247983"/>
                </a:lnTo>
                <a:lnTo>
                  <a:pt x="1991" y="236153"/>
                </a:lnTo>
                <a:lnTo>
                  <a:pt x="1743" y="224314"/>
                </a:lnTo>
                <a:lnTo>
                  <a:pt x="1495" y="212484"/>
                </a:lnTo>
                <a:lnTo>
                  <a:pt x="1248" y="200644"/>
                </a:lnTo>
                <a:lnTo>
                  <a:pt x="991" y="188814"/>
                </a:lnTo>
                <a:lnTo>
                  <a:pt x="743" y="176974"/>
                </a:lnTo>
                <a:lnTo>
                  <a:pt x="495" y="165144"/>
                </a:lnTo>
                <a:lnTo>
                  <a:pt x="248" y="153305"/>
                </a:lnTo>
                <a:lnTo>
                  <a:pt x="0" y="141475"/>
                </a:lnTo>
                <a:lnTo>
                  <a:pt x="6887" y="133731"/>
                </a:lnTo>
                <a:lnTo>
                  <a:pt x="25622" y="132874"/>
                </a:lnTo>
                <a:lnTo>
                  <a:pt x="44358" y="132150"/>
                </a:lnTo>
                <a:lnTo>
                  <a:pt x="63113" y="131540"/>
                </a:lnTo>
                <a:lnTo>
                  <a:pt x="81877" y="131054"/>
                </a:lnTo>
                <a:lnTo>
                  <a:pt x="100641" y="130654"/>
                </a:lnTo>
                <a:lnTo>
                  <a:pt x="119415" y="130350"/>
                </a:lnTo>
                <a:lnTo>
                  <a:pt x="138189" y="130121"/>
                </a:lnTo>
                <a:lnTo>
                  <a:pt x="156962" y="129969"/>
                </a:lnTo>
                <a:lnTo>
                  <a:pt x="175746" y="129883"/>
                </a:lnTo>
                <a:lnTo>
                  <a:pt x="194520" y="129864"/>
                </a:lnTo>
                <a:lnTo>
                  <a:pt x="213303" y="129892"/>
                </a:lnTo>
                <a:lnTo>
                  <a:pt x="232077" y="129978"/>
                </a:lnTo>
                <a:lnTo>
                  <a:pt x="250860" y="130112"/>
                </a:lnTo>
                <a:lnTo>
                  <a:pt x="269634" y="130283"/>
                </a:lnTo>
                <a:lnTo>
                  <a:pt x="288407" y="130512"/>
                </a:lnTo>
                <a:lnTo>
                  <a:pt x="307181" y="130759"/>
                </a:lnTo>
                <a:lnTo>
                  <a:pt x="325955" y="131054"/>
                </a:lnTo>
                <a:lnTo>
                  <a:pt x="344719" y="131378"/>
                </a:lnTo>
                <a:lnTo>
                  <a:pt x="363493" y="131740"/>
                </a:lnTo>
                <a:lnTo>
                  <a:pt x="382257" y="132121"/>
                </a:lnTo>
                <a:lnTo>
                  <a:pt x="401031" y="132531"/>
                </a:lnTo>
                <a:lnTo>
                  <a:pt x="419795" y="132959"/>
                </a:lnTo>
                <a:lnTo>
                  <a:pt x="438560" y="133417"/>
                </a:lnTo>
                <a:lnTo>
                  <a:pt x="457324" y="133893"/>
                </a:lnTo>
                <a:lnTo>
                  <a:pt x="476079" y="134388"/>
                </a:lnTo>
                <a:lnTo>
                  <a:pt x="494843" y="134893"/>
                </a:lnTo>
                <a:lnTo>
                  <a:pt x="513607" y="135426"/>
                </a:lnTo>
                <a:lnTo>
                  <a:pt x="532362" y="135960"/>
                </a:lnTo>
                <a:lnTo>
                  <a:pt x="551117" y="136512"/>
                </a:lnTo>
                <a:lnTo>
                  <a:pt x="569881" y="137084"/>
                </a:lnTo>
                <a:lnTo>
                  <a:pt x="588635" y="137665"/>
                </a:lnTo>
                <a:lnTo>
                  <a:pt x="607390" y="138246"/>
                </a:lnTo>
                <a:lnTo>
                  <a:pt x="626145" y="138836"/>
                </a:lnTo>
                <a:lnTo>
                  <a:pt x="644900" y="139436"/>
                </a:lnTo>
                <a:lnTo>
                  <a:pt x="663654" y="140037"/>
                </a:lnTo>
                <a:lnTo>
                  <a:pt x="682400" y="140646"/>
                </a:lnTo>
                <a:lnTo>
                  <a:pt x="701154" y="141265"/>
                </a:lnTo>
                <a:lnTo>
                  <a:pt x="719909" y="141875"/>
                </a:lnTo>
                <a:lnTo>
                  <a:pt x="738664" y="142484"/>
                </a:lnTo>
                <a:lnTo>
                  <a:pt x="757418" y="143104"/>
                </a:lnTo>
                <a:lnTo>
                  <a:pt x="776164" y="143713"/>
                </a:lnTo>
                <a:lnTo>
                  <a:pt x="794918" y="144323"/>
                </a:lnTo>
                <a:lnTo>
                  <a:pt x="813673" y="144932"/>
                </a:lnTo>
                <a:lnTo>
                  <a:pt x="832428" y="145532"/>
                </a:lnTo>
                <a:lnTo>
                  <a:pt x="851183" y="146133"/>
                </a:lnTo>
                <a:lnTo>
                  <a:pt x="869937" y="146723"/>
                </a:lnTo>
                <a:lnTo>
                  <a:pt x="888692" y="147304"/>
                </a:lnTo>
                <a:lnTo>
                  <a:pt x="907447" y="147876"/>
                </a:lnTo>
                <a:lnTo>
                  <a:pt x="926201" y="148438"/>
                </a:lnTo>
                <a:lnTo>
                  <a:pt x="944966" y="148981"/>
                </a:lnTo>
                <a:lnTo>
                  <a:pt x="963720" y="149523"/>
                </a:lnTo>
                <a:lnTo>
                  <a:pt x="982485" y="150038"/>
                </a:lnTo>
                <a:lnTo>
                  <a:pt x="1001249" y="150543"/>
                </a:lnTo>
                <a:lnTo>
                  <a:pt x="1020004" y="151028"/>
                </a:lnTo>
                <a:lnTo>
                  <a:pt x="1038768" y="151495"/>
                </a:lnTo>
                <a:lnTo>
                  <a:pt x="1057532" y="151943"/>
                </a:lnTo>
                <a:lnTo>
                  <a:pt x="1076306" y="152362"/>
                </a:lnTo>
                <a:lnTo>
                  <a:pt x="1095070" y="152752"/>
                </a:lnTo>
                <a:lnTo>
                  <a:pt x="1113834" y="153124"/>
                </a:lnTo>
                <a:lnTo>
                  <a:pt x="1132608" y="153457"/>
                </a:lnTo>
                <a:lnTo>
                  <a:pt x="1151382" y="153762"/>
                </a:lnTo>
                <a:lnTo>
                  <a:pt x="1170156" y="154038"/>
                </a:lnTo>
                <a:lnTo>
                  <a:pt x="1188930" y="154267"/>
                </a:lnTo>
                <a:lnTo>
                  <a:pt x="1207703" y="154457"/>
                </a:lnTo>
                <a:lnTo>
                  <a:pt x="1226477" y="154600"/>
                </a:lnTo>
                <a:lnTo>
                  <a:pt x="1245260" y="154705"/>
                </a:lnTo>
                <a:lnTo>
                  <a:pt x="1264034" y="154753"/>
                </a:lnTo>
                <a:lnTo>
                  <a:pt x="1282817" y="154734"/>
                </a:lnTo>
                <a:lnTo>
                  <a:pt x="1301591" y="154657"/>
                </a:lnTo>
                <a:lnTo>
                  <a:pt x="1320365" y="154515"/>
                </a:lnTo>
                <a:lnTo>
                  <a:pt x="1339148" y="154305"/>
                </a:lnTo>
                <a:lnTo>
                  <a:pt x="1357913" y="154000"/>
                </a:lnTo>
                <a:lnTo>
                  <a:pt x="1376686" y="153610"/>
                </a:lnTo>
                <a:lnTo>
                  <a:pt x="1395441" y="153114"/>
                </a:lnTo>
                <a:lnTo>
                  <a:pt x="1414196" y="152505"/>
                </a:lnTo>
                <a:lnTo>
                  <a:pt x="1432941" y="151771"/>
                </a:lnTo>
                <a:lnTo>
                  <a:pt x="1451667" y="150886"/>
                </a:lnTo>
                <a:lnTo>
                  <a:pt x="1470374" y="149847"/>
                </a:lnTo>
                <a:lnTo>
                  <a:pt x="1489043" y="148609"/>
                </a:lnTo>
                <a:lnTo>
                  <a:pt x="1507684" y="147152"/>
                </a:lnTo>
                <a:lnTo>
                  <a:pt x="1526257" y="145437"/>
                </a:lnTo>
                <a:lnTo>
                  <a:pt x="1544755" y="143399"/>
                </a:lnTo>
                <a:lnTo>
                  <a:pt x="1563138" y="140980"/>
                </a:lnTo>
                <a:lnTo>
                  <a:pt x="1581341" y="138074"/>
                </a:lnTo>
                <a:lnTo>
                  <a:pt x="1599257" y="134541"/>
                </a:lnTo>
                <a:lnTo>
                  <a:pt x="1616697" y="130169"/>
                </a:lnTo>
                <a:lnTo>
                  <a:pt x="1633271" y="124616"/>
                </a:lnTo>
                <a:lnTo>
                  <a:pt x="1648063" y="117367"/>
                </a:lnTo>
                <a:lnTo>
                  <a:pt x="1659131" y="107871"/>
                </a:lnTo>
                <a:lnTo>
                  <a:pt x="1663579" y="96469"/>
                </a:lnTo>
                <a:lnTo>
                  <a:pt x="1676171" y="90535"/>
                </a:lnTo>
                <a:lnTo>
                  <a:pt x="1693840" y="86535"/>
                </a:lnTo>
                <a:lnTo>
                  <a:pt x="1711271" y="82134"/>
                </a:lnTo>
                <a:lnTo>
                  <a:pt x="1728483" y="77400"/>
                </a:lnTo>
                <a:lnTo>
                  <a:pt x="1745466" y="72352"/>
                </a:lnTo>
                <a:lnTo>
                  <a:pt x="1762230" y="67018"/>
                </a:lnTo>
                <a:lnTo>
                  <a:pt x="1778765" y="61408"/>
                </a:lnTo>
                <a:lnTo>
                  <a:pt x="1795072" y="55540"/>
                </a:lnTo>
                <a:lnTo>
                  <a:pt x="1811141" y="49416"/>
                </a:lnTo>
                <a:lnTo>
                  <a:pt x="1826971" y="43053"/>
                </a:lnTo>
                <a:lnTo>
                  <a:pt x="1842545" y="36443"/>
                </a:lnTo>
                <a:lnTo>
                  <a:pt x="1857870" y="29604"/>
                </a:lnTo>
                <a:lnTo>
                  <a:pt x="1872929" y="22527"/>
                </a:lnTo>
                <a:lnTo>
                  <a:pt x="1887712" y="15240"/>
                </a:lnTo>
                <a:lnTo>
                  <a:pt x="1902228" y="7725"/>
                </a:lnTo>
                <a:lnTo>
                  <a:pt x="1916449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CCB643E7-5C2F-4EC9-97FA-55AE9B11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3867893"/>
            <a:ext cx="1916611" cy="1208037"/>
          </a:xfrm>
          <a:custGeom xmlns:a="http://schemas.openxmlformats.org/drawingml/2006/main">
            <a:pathLst>
              <a:path w="1916611" h="1208037">
                <a:moveTo>
                  <a:pt x="0" y="1208037"/>
                </a:moveTo>
                <a:lnTo>
                  <a:pt x="30775" y="1208037"/>
                </a:lnTo>
                <a:lnTo>
                  <a:pt x="61551" y="1208037"/>
                </a:lnTo>
                <a:lnTo>
                  <a:pt x="92316" y="1208037"/>
                </a:lnTo>
                <a:lnTo>
                  <a:pt x="123092" y="1208037"/>
                </a:lnTo>
                <a:lnTo>
                  <a:pt x="153867" y="1208037"/>
                </a:lnTo>
                <a:lnTo>
                  <a:pt x="184642" y="1208037"/>
                </a:lnTo>
                <a:lnTo>
                  <a:pt x="215408" y="1208037"/>
                </a:lnTo>
                <a:lnTo>
                  <a:pt x="246183" y="1208037"/>
                </a:lnTo>
                <a:lnTo>
                  <a:pt x="276958" y="1208037"/>
                </a:lnTo>
                <a:lnTo>
                  <a:pt x="307734" y="1208037"/>
                </a:lnTo>
                <a:lnTo>
                  <a:pt x="338509" y="1208037"/>
                </a:lnTo>
                <a:lnTo>
                  <a:pt x="369275" y="1208037"/>
                </a:lnTo>
                <a:lnTo>
                  <a:pt x="400050" y="1208037"/>
                </a:lnTo>
                <a:lnTo>
                  <a:pt x="430825" y="1208037"/>
                </a:lnTo>
                <a:lnTo>
                  <a:pt x="461601" y="1208037"/>
                </a:lnTo>
                <a:lnTo>
                  <a:pt x="492376" y="1208037"/>
                </a:lnTo>
                <a:lnTo>
                  <a:pt x="523142" y="1208037"/>
                </a:lnTo>
                <a:lnTo>
                  <a:pt x="553917" y="1208037"/>
                </a:lnTo>
                <a:lnTo>
                  <a:pt x="584692" y="1208037"/>
                </a:lnTo>
                <a:lnTo>
                  <a:pt x="615467" y="1208037"/>
                </a:lnTo>
                <a:lnTo>
                  <a:pt x="646233" y="1208037"/>
                </a:lnTo>
                <a:lnTo>
                  <a:pt x="677008" y="1208037"/>
                </a:lnTo>
                <a:lnTo>
                  <a:pt x="707784" y="1208037"/>
                </a:lnTo>
                <a:lnTo>
                  <a:pt x="738559" y="1208037"/>
                </a:lnTo>
                <a:lnTo>
                  <a:pt x="769334" y="1208037"/>
                </a:lnTo>
                <a:lnTo>
                  <a:pt x="800100" y="1208037"/>
                </a:lnTo>
                <a:lnTo>
                  <a:pt x="830875" y="1208037"/>
                </a:lnTo>
                <a:lnTo>
                  <a:pt x="861651" y="1208037"/>
                </a:lnTo>
                <a:lnTo>
                  <a:pt x="892426" y="1208037"/>
                </a:lnTo>
                <a:lnTo>
                  <a:pt x="923201" y="1208037"/>
                </a:lnTo>
                <a:lnTo>
                  <a:pt x="953967" y="1208037"/>
                </a:lnTo>
                <a:lnTo>
                  <a:pt x="984742" y="1208037"/>
                </a:lnTo>
                <a:lnTo>
                  <a:pt x="1015517" y="1208037"/>
                </a:lnTo>
                <a:lnTo>
                  <a:pt x="1046293" y="1208037"/>
                </a:lnTo>
                <a:lnTo>
                  <a:pt x="1077058" y="1208037"/>
                </a:lnTo>
                <a:lnTo>
                  <a:pt x="1107834" y="1208037"/>
                </a:lnTo>
                <a:lnTo>
                  <a:pt x="1138609" y="1208037"/>
                </a:lnTo>
                <a:lnTo>
                  <a:pt x="1169384" y="1208037"/>
                </a:lnTo>
                <a:lnTo>
                  <a:pt x="1200160" y="1208037"/>
                </a:lnTo>
                <a:lnTo>
                  <a:pt x="1230925" y="1208037"/>
                </a:lnTo>
                <a:lnTo>
                  <a:pt x="1261701" y="1208037"/>
                </a:lnTo>
                <a:lnTo>
                  <a:pt x="1292171" y="1205855"/>
                </a:lnTo>
                <a:lnTo>
                  <a:pt x="1322470" y="1202465"/>
                </a:lnTo>
                <a:lnTo>
                  <a:pt x="1352769" y="1199074"/>
                </a:lnTo>
                <a:lnTo>
                  <a:pt x="1383068" y="1195683"/>
                </a:lnTo>
                <a:lnTo>
                  <a:pt x="1413367" y="1192301"/>
                </a:lnTo>
                <a:lnTo>
                  <a:pt x="1443666" y="1188911"/>
                </a:lnTo>
                <a:lnTo>
                  <a:pt x="1473975" y="1185520"/>
                </a:lnTo>
                <a:lnTo>
                  <a:pt x="1504274" y="1182138"/>
                </a:lnTo>
                <a:lnTo>
                  <a:pt x="1527400" y="1170270"/>
                </a:lnTo>
                <a:lnTo>
                  <a:pt x="1548755" y="1156297"/>
                </a:lnTo>
                <a:lnTo>
                  <a:pt x="1570111" y="1142333"/>
                </a:lnTo>
                <a:lnTo>
                  <a:pt x="1591456" y="1128370"/>
                </a:lnTo>
                <a:lnTo>
                  <a:pt x="1612811" y="1114396"/>
                </a:lnTo>
                <a:lnTo>
                  <a:pt x="1634166" y="1100433"/>
                </a:lnTo>
                <a:lnTo>
                  <a:pt x="1655521" y="1086469"/>
                </a:lnTo>
                <a:lnTo>
                  <a:pt x="1676876" y="1072496"/>
                </a:lnTo>
                <a:lnTo>
                  <a:pt x="1698231" y="1058532"/>
                </a:lnTo>
                <a:lnTo>
                  <a:pt x="1719577" y="1044569"/>
                </a:lnTo>
                <a:lnTo>
                  <a:pt x="1740932" y="1030595"/>
                </a:lnTo>
                <a:lnTo>
                  <a:pt x="1762287" y="1016632"/>
                </a:lnTo>
                <a:lnTo>
                  <a:pt x="1783642" y="1002668"/>
                </a:lnTo>
                <a:lnTo>
                  <a:pt x="1804997" y="988695"/>
                </a:lnTo>
                <a:lnTo>
                  <a:pt x="1826343" y="974731"/>
                </a:lnTo>
                <a:lnTo>
                  <a:pt x="1847698" y="960768"/>
                </a:lnTo>
                <a:lnTo>
                  <a:pt x="1869053" y="946795"/>
                </a:lnTo>
                <a:lnTo>
                  <a:pt x="1890408" y="932831"/>
                </a:lnTo>
                <a:lnTo>
                  <a:pt x="1911763" y="918867"/>
                </a:lnTo>
                <a:lnTo>
                  <a:pt x="1916611" y="900703"/>
                </a:lnTo>
                <a:lnTo>
                  <a:pt x="1916611" y="881301"/>
                </a:lnTo>
                <a:lnTo>
                  <a:pt x="1916611" y="861908"/>
                </a:lnTo>
                <a:lnTo>
                  <a:pt x="1916611" y="842515"/>
                </a:lnTo>
                <a:lnTo>
                  <a:pt x="1916611" y="823112"/>
                </a:lnTo>
                <a:lnTo>
                  <a:pt x="1916611" y="803720"/>
                </a:lnTo>
                <a:lnTo>
                  <a:pt x="1916611" y="784327"/>
                </a:lnTo>
                <a:lnTo>
                  <a:pt x="1916611" y="764924"/>
                </a:lnTo>
                <a:lnTo>
                  <a:pt x="1916611" y="745531"/>
                </a:lnTo>
                <a:lnTo>
                  <a:pt x="1916611" y="726129"/>
                </a:lnTo>
                <a:lnTo>
                  <a:pt x="1916611" y="706736"/>
                </a:lnTo>
                <a:lnTo>
                  <a:pt x="1916611" y="687343"/>
                </a:lnTo>
                <a:lnTo>
                  <a:pt x="1916611" y="667941"/>
                </a:lnTo>
                <a:lnTo>
                  <a:pt x="1916611" y="648548"/>
                </a:lnTo>
                <a:lnTo>
                  <a:pt x="1916611" y="629155"/>
                </a:lnTo>
                <a:lnTo>
                  <a:pt x="1916611" y="609752"/>
                </a:lnTo>
                <a:lnTo>
                  <a:pt x="1916611" y="590360"/>
                </a:lnTo>
                <a:lnTo>
                  <a:pt x="1916611" y="570967"/>
                </a:lnTo>
                <a:lnTo>
                  <a:pt x="1916611" y="551564"/>
                </a:lnTo>
                <a:lnTo>
                  <a:pt x="1916611" y="532171"/>
                </a:lnTo>
                <a:lnTo>
                  <a:pt x="1916611" y="512769"/>
                </a:lnTo>
                <a:lnTo>
                  <a:pt x="1916611" y="493376"/>
                </a:lnTo>
                <a:lnTo>
                  <a:pt x="1916611" y="473983"/>
                </a:lnTo>
                <a:lnTo>
                  <a:pt x="1916611" y="454581"/>
                </a:lnTo>
                <a:lnTo>
                  <a:pt x="1916611" y="435188"/>
                </a:lnTo>
                <a:lnTo>
                  <a:pt x="1916611" y="415795"/>
                </a:lnTo>
                <a:lnTo>
                  <a:pt x="1916611" y="396392"/>
                </a:lnTo>
                <a:lnTo>
                  <a:pt x="1916611" y="377000"/>
                </a:lnTo>
                <a:lnTo>
                  <a:pt x="1916611" y="357607"/>
                </a:lnTo>
                <a:lnTo>
                  <a:pt x="1916611" y="338204"/>
                </a:lnTo>
                <a:lnTo>
                  <a:pt x="1916611" y="318811"/>
                </a:lnTo>
                <a:lnTo>
                  <a:pt x="1916611" y="299409"/>
                </a:lnTo>
                <a:lnTo>
                  <a:pt x="1916611" y="280016"/>
                </a:lnTo>
                <a:lnTo>
                  <a:pt x="1916611" y="260623"/>
                </a:lnTo>
                <a:lnTo>
                  <a:pt x="1916611" y="241221"/>
                </a:lnTo>
                <a:lnTo>
                  <a:pt x="1916611" y="221828"/>
                </a:lnTo>
                <a:lnTo>
                  <a:pt x="1916611" y="202435"/>
                </a:lnTo>
                <a:lnTo>
                  <a:pt x="1916611" y="183032"/>
                </a:lnTo>
                <a:lnTo>
                  <a:pt x="1916611" y="163640"/>
                </a:lnTo>
                <a:lnTo>
                  <a:pt x="1916611" y="144247"/>
                </a:lnTo>
                <a:lnTo>
                  <a:pt x="1916611" y="124844"/>
                </a:lnTo>
                <a:lnTo>
                  <a:pt x="1916611" y="105451"/>
                </a:lnTo>
                <a:lnTo>
                  <a:pt x="1916611" y="86058"/>
                </a:lnTo>
                <a:lnTo>
                  <a:pt x="1916611" y="66656"/>
                </a:lnTo>
                <a:lnTo>
                  <a:pt x="1916611" y="47263"/>
                </a:lnTo>
                <a:lnTo>
                  <a:pt x="1916611" y="27861"/>
                </a:lnTo>
                <a:lnTo>
                  <a:pt x="1916611" y="8468"/>
                </a:lnTo>
                <a:lnTo>
                  <a:pt x="1899266" y="0"/>
                </a:lnTo>
                <a:lnTo>
                  <a:pt x="1868500" y="0"/>
                </a:lnTo>
                <a:lnTo>
                  <a:pt x="1837725" y="0"/>
                </a:lnTo>
                <a:lnTo>
                  <a:pt x="1806950" y="0"/>
                </a:lnTo>
                <a:lnTo>
                  <a:pt x="1776174" y="0"/>
                </a:lnTo>
                <a:lnTo>
                  <a:pt x="1745409" y="0"/>
                </a:lnTo>
                <a:lnTo>
                  <a:pt x="1714633" y="0"/>
                </a:lnTo>
                <a:lnTo>
                  <a:pt x="1683858" y="0"/>
                </a:lnTo>
                <a:lnTo>
                  <a:pt x="1653083" y="0"/>
                </a:lnTo>
                <a:lnTo>
                  <a:pt x="1622308" y="0"/>
                </a:lnTo>
                <a:lnTo>
                  <a:pt x="1591542" y="0"/>
                </a:lnTo>
                <a:lnTo>
                  <a:pt x="1560767" y="0"/>
                </a:lnTo>
                <a:lnTo>
                  <a:pt x="1529991" y="0"/>
                </a:lnTo>
                <a:lnTo>
                  <a:pt x="1499216" y="0"/>
                </a:lnTo>
                <a:lnTo>
                  <a:pt x="1468450" y="0"/>
                </a:lnTo>
                <a:lnTo>
                  <a:pt x="1437675" y="0"/>
                </a:lnTo>
                <a:lnTo>
                  <a:pt x="1406900" y="0"/>
                </a:lnTo>
                <a:lnTo>
                  <a:pt x="1376124" y="0"/>
                </a:lnTo>
                <a:lnTo>
                  <a:pt x="1345349" y="0"/>
                </a:lnTo>
                <a:lnTo>
                  <a:pt x="1314583" y="0"/>
                </a:lnTo>
                <a:lnTo>
                  <a:pt x="1283808" y="0"/>
                </a:lnTo>
                <a:lnTo>
                  <a:pt x="1253033" y="0"/>
                </a:lnTo>
                <a:lnTo>
                  <a:pt x="1222258" y="0"/>
                </a:lnTo>
                <a:lnTo>
                  <a:pt x="1191482" y="0"/>
                </a:lnTo>
                <a:lnTo>
                  <a:pt x="1160717" y="0"/>
                </a:lnTo>
                <a:lnTo>
                  <a:pt x="1129941" y="0"/>
                </a:lnTo>
                <a:lnTo>
                  <a:pt x="1099166" y="0"/>
                </a:lnTo>
                <a:lnTo>
                  <a:pt x="1068391" y="0"/>
                </a:lnTo>
                <a:lnTo>
                  <a:pt x="1037625" y="0"/>
                </a:lnTo>
                <a:lnTo>
                  <a:pt x="1006850" y="0"/>
                </a:lnTo>
                <a:lnTo>
                  <a:pt x="976074" y="0"/>
                </a:lnTo>
                <a:lnTo>
                  <a:pt x="945299" y="0"/>
                </a:lnTo>
                <a:lnTo>
                  <a:pt x="914524" y="0"/>
                </a:lnTo>
                <a:lnTo>
                  <a:pt x="883758" y="0"/>
                </a:lnTo>
                <a:lnTo>
                  <a:pt x="852983" y="0"/>
                </a:lnTo>
                <a:lnTo>
                  <a:pt x="822208" y="0"/>
                </a:lnTo>
                <a:lnTo>
                  <a:pt x="791432" y="0"/>
                </a:lnTo>
                <a:lnTo>
                  <a:pt x="760657" y="0"/>
                </a:lnTo>
                <a:lnTo>
                  <a:pt x="729891" y="0"/>
                </a:lnTo>
                <a:lnTo>
                  <a:pt x="699116" y="0"/>
                </a:lnTo>
                <a:lnTo>
                  <a:pt x="668341" y="0"/>
                </a:lnTo>
                <a:lnTo>
                  <a:pt x="637565" y="0"/>
                </a:lnTo>
                <a:lnTo>
                  <a:pt x="606800" y="0"/>
                </a:lnTo>
                <a:lnTo>
                  <a:pt x="576024" y="0"/>
                </a:lnTo>
                <a:lnTo>
                  <a:pt x="545249" y="0"/>
                </a:lnTo>
                <a:lnTo>
                  <a:pt x="514474" y="0"/>
                </a:lnTo>
                <a:lnTo>
                  <a:pt x="483699" y="0"/>
                </a:lnTo>
                <a:lnTo>
                  <a:pt x="452933" y="0"/>
                </a:lnTo>
                <a:lnTo>
                  <a:pt x="422158" y="0"/>
                </a:lnTo>
                <a:lnTo>
                  <a:pt x="391382" y="0"/>
                </a:lnTo>
                <a:lnTo>
                  <a:pt x="360607" y="0"/>
                </a:lnTo>
                <a:lnTo>
                  <a:pt x="329832" y="0"/>
                </a:lnTo>
                <a:lnTo>
                  <a:pt x="299066" y="0"/>
                </a:lnTo>
                <a:lnTo>
                  <a:pt x="268291" y="0"/>
                </a:lnTo>
                <a:lnTo>
                  <a:pt x="237515" y="0"/>
                </a:lnTo>
                <a:lnTo>
                  <a:pt x="206740" y="0"/>
                </a:lnTo>
                <a:lnTo>
                  <a:pt x="175974" y="0"/>
                </a:lnTo>
                <a:lnTo>
                  <a:pt x="145199" y="0"/>
                </a:lnTo>
                <a:lnTo>
                  <a:pt x="114424" y="0"/>
                </a:lnTo>
                <a:lnTo>
                  <a:pt x="83649" y="0"/>
                </a:lnTo>
                <a:lnTo>
                  <a:pt x="52873" y="0"/>
                </a:lnTo>
                <a:lnTo>
                  <a:pt x="22108" y="0"/>
                </a:lnTo>
                <a:lnTo>
                  <a:pt x="0" y="5467"/>
                </a:lnTo>
                <a:lnTo>
                  <a:pt x="0" y="24860"/>
                </a:lnTo>
                <a:lnTo>
                  <a:pt x="0" y="44253"/>
                </a:lnTo>
                <a:lnTo>
                  <a:pt x="0" y="63656"/>
                </a:lnTo>
                <a:lnTo>
                  <a:pt x="0" y="83048"/>
                </a:lnTo>
                <a:lnTo>
                  <a:pt x="0" y="102441"/>
                </a:lnTo>
                <a:lnTo>
                  <a:pt x="0" y="121844"/>
                </a:lnTo>
                <a:lnTo>
                  <a:pt x="0" y="141237"/>
                </a:lnTo>
                <a:lnTo>
                  <a:pt x="0" y="160639"/>
                </a:lnTo>
                <a:lnTo>
                  <a:pt x="0" y="180032"/>
                </a:lnTo>
                <a:lnTo>
                  <a:pt x="0" y="199425"/>
                </a:lnTo>
                <a:lnTo>
                  <a:pt x="0" y="218827"/>
                </a:lnTo>
                <a:lnTo>
                  <a:pt x="0" y="238220"/>
                </a:lnTo>
                <a:lnTo>
                  <a:pt x="0" y="257613"/>
                </a:lnTo>
                <a:lnTo>
                  <a:pt x="0" y="277016"/>
                </a:lnTo>
                <a:lnTo>
                  <a:pt x="0" y="296408"/>
                </a:lnTo>
                <a:lnTo>
                  <a:pt x="0" y="315801"/>
                </a:lnTo>
                <a:lnTo>
                  <a:pt x="0" y="335204"/>
                </a:lnTo>
                <a:lnTo>
                  <a:pt x="0" y="354597"/>
                </a:lnTo>
                <a:lnTo>
                  <a:pt x="0" y="373999"/>
                </a:lnTo>
                <a:lnTo>
                  <a:pt x="0" y="393392"/>
                </a:lnTo>
                <a:lnTo>
                  <a:pt x="0" y="412785"/>
                </a:lnTo>
                <a:lnTo>
                  <a:pt x="0" y="432187"/>
                </a:lnTo>
                <a:lnTo>
                  <a:pt x="0" y="451580"/>
                </a:lnTo>
                <a:lnTo>
                  <a:pt x="0" y="470973"/>
                </a:lnTo>
                <a:lnTo>
                  <a:pt x="0" y="490376"/>
                </a:lnTo>
                <a:lnTo>
                  <a:pt x="0" y="509768"/>
                </a:lnTo>
                <a:lnTo>
                  <a:pt x="0" y="529161"/>
                </a:lnTo>
                <a:lnTo>
                  <a:pt x="0" y="548564"/>
                </a:lnTo>
                <a:lnTo>
                  <a:pt x="0" y="567957"/>
                </a:lnTo>
                <a:lnTo>
                  <a:pt x="0" y="587359"/>
                </a:lnTo>
                <a:lnTo>
                  <a:pt x="0" y="606752"/>
                </a:lnTo>
                <a:lnTo>
                  <a:pt x="0" y="626145"/>
                </a:lnTo>
                <a:lnTo>
                  <a:pt x="0" y="645547"/>
                </a:lnTo>
                <a:lnTo>
                  <a:pt x="0" y="664940"/>
                </a:lnTo>
                <a:lnTo>
                  <a:pt x="0" y="684333"/>
                </a:lnTo>
                <a:lnTo>
                  <a:pt x="0" y="703736"/>
                </a:lnTo>
                <a:lnTo>
                  <a:pt x="0" y="723128"/>
                </a:lnTo>
                <a:lnTo>
                  <a:pt x="0" y="742521"/>
                </a:lnTo>
                <a:lnTo>
                  <a:pt x="0" y="761924"/>
                </a:lnTo>
                <a:lnTo>
                  <a:pt x="0" y="781317"/>
                </a:lnTo>
                <a:lnTo>
                  <a:pt x="0" y="800719"/>
                </a:lnTo>
                <a:lnTo>
                  <a:pt x="0" y="820112"/>
                </a:lnTo>
                <a:lnTo>
                  <a:pt x="0" y="839505"/>
                </a:lnTo>
                <a:lnTo>
                  <a:pt x="0" y="858907"/>
                </a:lnTo>
                <a:lnTo>
                  <a:pt x="0" y="878300"/>
                </a:lnTo>
                <a:lnTo>
                  <a:pt x="0" y="897693"/>
                </a:lnTo>
                <a:lnTo>
                  <a:pt x="0" y="917096"/>
                </a:lnTo>
                <a:lnTo>
                  <a:pt x="0" y="936488"/>
                </a:lnTo>
                <a:lnTo>
                  <a:pt x="0" y="955881"/>
                </a:lnTo>
                <a:lnTo>
                  <a:pt x="0" y="975284"/>
                </a:lnTo>
                <a:lnTo>
                  <a:pt x="0" y="994677"/>
                </a:lnTo>
                <a:lnTo>
                  <a:pt x="0" y="1014079"/>
                </a:lnTo>
                <a:lnTo>
                  <a:pt x="0" y="1033472"/>
                </a:lnTo>
                <a:lnTo>
                  <a:pt x="0" y="1052865"/>
                </a:lnTo>
                <a:lnTo>
                  <a:pt x="0" y="1072267"/>
                </a:lnTo>
                <a:lnTo>
                  <a:pt x="0" y="1091660"/>
                </a:lnTo>
                <a:lnTo>
                  <a:pt x="0" y="1111053"/>
                </a:lnTo>
                <a:lnTo>
                  <a:pt x="0" y="1130456"/>
                </a:lnTo>
                <a:lnTo>
                  <a:pt x="0" y="1149848"/>
                </a:lnTo>
                <a:lnTo>
                  <a:pt x="0" y="1169241"/>
                </a:lnTo>
                <a:lnTo>
                  <a:pt x="0" y="1188644"/>
                </a:lnTo>
                <a:lnTo>
                  <a:pt x="0" y="1208037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2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BD853FFD-BBC3-4501-BC8C-FC3A8990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3867893"/>
            <a:ext cx="1916611" cy="207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2A0BB804-C058-4E51-AC76-3C0070F5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5778" y="4783588"/>
            <a:ext cx="706136" cy="292570"/>
          </a:xfrm>
          <a:custGeom xmlns:a="http://schemas.openxmlformats.org/drawingml/2006/main">
            <a:pathLst>
              <a:path w="706136" h="292570">
                <a:moveTo>
                  <a:pt x="706136" y="0"/>
                </a:moveTo>
                <a:lnTo>
                  <a:pt x="705298" y="4848"/>
                </a:lnTo>
                <a:lnTo>
                  <a:pt x="704193" y="9687"/>
                </a:lnTo>
                <a:lnTo>
                  <a:pt x="702907" y="14497"/>
                </a:lnTo>
                <a:lnTo>
                  <a:pt x="701459" y="19298"/>
                </a:lnTo>
                <a:lnTo>
                  <a:pt x="699859" y="24070"/>
                </a:lnTo>
                <a:lnTo>
                  <a:pt x="698125" y="28832"/>
                </a:lnTo>
                <a:lnTo>
                  <a:pt x="696258" y="33566"/>
                </a:lnTo>
                <a:lnTo>
                  <a:pt x="694258" y="38281"/>
                </a:lnTo>
                <a:lnTo>
                  <a:pt x="692144" y="42977"/>
                </a:lnTo>
                <a:lnTo>
                  <a:pt x="689905" y="47654"/>
                </a:lnTo>
                <a:lnTo>
                  <a:pt x="687543" y="52302"/>
                </a:lnTo>
                <a:lnTo>
                  <a:pt x="685076" y="56931"/>
                </a:lnTo>
                <a:lnTo>
                  <a:pt x="682485" y="61532"/>
                </a:lnTo>
                <a:lnTo>
                  <a:pt x="679790" y="66113"/>
                </a:lnTo>
                <a:lnTo>
                  <a:pt x="676980" y="70656"/>
                </a:lnTo>
                <a:lnTo>
                  <a:pt x="674056" y="75181"/>
                </a:lnTo>
                <a:lnTo>
                  <a:pt x="671017" y="79667"/>
                </a:lnTo>
                <a:lnTo>
                  <a:pt x="667883" y="84134"/>
                </a:lnTo>
                <a:lnTo>
                  <a:pt x="664635" y="88563"/>
                </a:lnTo>
                <a:lnTo>
                  <a:pt x="661273" y="92964"/>
                </a:lnTo>
                <a:lnTo>
                  <a:pt x="657816" y="97336"/>
                </a:lnTo>
                <a:lnTo>
                  <a:pt x="654253" y="101670"/>
                </a:lnTo>
                <a:lnTo>
                  <a:pt x="650577" y="105966"/>
                </a:lnTo>
                <a:lnTo>
                  <a:pt x="646795" y="110223"/>
                </a:lnTo>
                <a:lnTo>
                  <a:pt x="642918" y="114452"/>
                </a:lnTo>
                <a:lnTo>
                  <a:pt x="638937" y="118643"/>
                </a:lnTo>
                <a:lnTo>
                  <a:pt x="634851" y="122787"/>
                </a:lnTo>
                <a:lnTo>
                  <a:pt x="630669" y="126892"/>
                </a:lnTo>
                <a:lnTo>
                  <a:pt x="626383" y="130959"/>
                </a:lnTo>
                <a:lnTo>
                  <a:pt x="622002" y="134988"/>
                </a:lnTo>
                <a:lnTo>
                  <a:pt x="617515" y="138970"/>
                </a:lnTo>
                <a:lnTo>
                  <a:pt x="612934" y="142904"/>
                </a:lnTo>
                <a:lnTo>
                  <a:pt x="608267" y="146799"/>
                </a:lnTo>
                <a:lnTo>
                  <a:pt x="603494" y="150647"/>
                </a:lnTo>
                <a:lnTo>
                  <a:pt x="598627" y="154448"/>
                </a:lnTo>
                <a:lnTo>
                  <a:pt x="593674" y="158191"/>
                </a:lnTo>
                <a:lnTo>
                  <a:pt x="588626" y="161896"/>
                </a:lnTo>
                <a:lnTo>
                  <a:pt x="583492" y="165554"/>
                </a:lnTo>
                <a:lnTo>
                  <a:pt x="578263" y="169154"/>
                </a:lnTo>
                <a:lnTo>
                  <a:pt x="572948" y="172707"/>
                </a:lnTo>
                <a:lnTo>
                  <a:pt x="567547" y="176213"/>
                </a:lnTo>
                <a:lnTo>
                  <a:pt x="562070" y="179661"/>
                </a:lnTo>
                <a:lnTo>
                  <a:pt x="556508" y="183051"/>
                </a:lnTo>
                <a:lnTo>
                  <a:pt x="550859" y="186395"/>
                </a:lnTo>
                <a:lnTo>
                  <a:pt x="545135" y="189681"/>
                </a:lnTo>
                <a:lnTo>
                  <a:pt x="539334" y="192919"/>
                </a:lnTo>
                <a:lnTo>
                  <a:pt x="533448" y="196101"/>
                </a:lnTo>
                <a:lnTo>
                  <a:pt x="527504" y="199225"/>
                </a:lnTo>
                <a:lnTo>
                  <a:pt x="521475" y="202292"/>
                </a:lnTo>
                <a:lnTo>
                  <a:pt x="515379" y="205302"/>
                </a:lnTo>
                <a:lnTo>
                  <a:pt x="509216" y="208255"/>
                </a:lnTo>
                <a:lnTo>
                  <a:pt x="502977" y="211150"/>
                </a:lnTo>
                <a:lnTo>
                  <a:pt x="496681" y="213998"/>
                </a:lnTo>
                <a:lnTo>
                  <a:pt x="490328" y="216779"/>
                </a:lnTo>
                <a:lnTo>
                  <a:pt x="483899" y="219513"/>
                </a:lnTo>
                <a:lnTo>
                  <a:pt x="477422" y="222180"/>
                </a:lnTo>
                <a:lnTo>
                  <a:pt x="470878" y="224800"/>
                </a:lnTo>
                <a:lnTo>
                  <a:pt x="464287" y="227362"/>
                </a:lnTo>
                <a:lnTo>
                  <a:pt x="457629" y="229857"/>
                </a:lnTo>
                <a:lnTo>
                  <a:pt x="450923" y="232305"/>
                </a:lnTo>
                <a:lnTo>
                  <a:pt x="444170" y="234696"/>
                </a:lnTo>
                <a:lnTo>
                  <a:pt x="437369" y="237030"/>
                </a:lnTo>
                <a:lnTo>
                  <a:pt x="430520" y="239306"/>
                </a:lnTo>
                <a:lnTo>
                  <a:pt x="423615" y="241525"/>
                </a:lnTo>
                <a:lnTo>
                  <a:pt x="416681" y="243688"/>
                </a:lnTo>
                <a:lnTo>
                  <a:pt x="409689" y="245802"/>
                </a:lnTo>
                <a:lnTo>
                  <a:pt x="402669" y="247860"/>
                </a:lnTo>
                <a:lnTo>
                  <a:pt x="395602" y="249860"/>
                </a:lnTo>
                <a:lnTo>
                  <a:pt x="388506" y="251803"/>
                </a:lnTo>
                <a:lnTo>
                  <a:pt x="381362" y="253698"/>
                </a:lnTo>
                <a:lnTo>
                  <a:pt x="374190" y="255546"/>
                </a:lnTo>
                <a:lnTo>
                  <a:pt x="366979" y="257337"/>
                </a:lnTo>
                <a:lnTo>
                  <a:pt x="359750" y="259070"/>
                </a:lnTo>
                <a:lnTo>
                  <a:pt x="352473" y="260756"/>
                </a:lnTo>
                <a:lnTo>
                  <a:pt x="345176" y="262395"/>
                </a:lnTo>
                <a:lnTo>
                  <a:pt x="337852" y="263976"/>
                </a:lnTo>
                <a:lnTo>
                  <a:pt x="330498" y="265509"/>
                </a:lnTo>
                <a:lnTo>
                  <a:pt x="323117" y="266995"/>
                </a:lnTo>
                <a:lnTo>
                  <a:pt x="315716" y="268434"/>
                </a:lnTo>
                <a:lnTo>
                  <a:pt x="308296" y="269824"/>
                </a:lnTo>
                <a:lnTo>
                  <a:pt x="300847" y="271158"/>
                </a:lnTo>
                <a:lnTo>
                  <a:pt x="293380" y="272453"/>
                </a:lnTo>
                <a:lnTo>
                  <a:pt x="285883" y="273701"/>
                </a:lnTo>
                <a:lnTo>
                  <a:pt x="278378" y="274901"/>
                </a:lnTo>
                <a:lnTo>
                  <a:pt x="270853" y="276063"/>
                </a:lnTo>
                <a:lnTo>
                  <a:pt x="263309" y="277168"/>
                </a:lnTo>
                <a:lnTo>
                  <a:pt x="255756" y="278235"/>
                </a:lnTo>
                <a:lnTo>
                  <a:pt x="248183" y="279263"/>
                </a:lnTo>
                <a:lnTo>
                  <a:pt x="240592" y="280245"/>
                </a:lnTo>
                <a:lnTo>
                  <a:pt x="232991" y="281178"/>
                </a:lnTo>
                <a:lnTo>
                  <a:pt x="225381" y="282083"/>
                </a:lnTo>
                <a:lnTo>
                  <a:pt x="217751" y="282931"/>
                </a:lnTo>
                <a:lnTo>
                  <a:pt x="210112" y="283750"/>
                </a:lnTo>
                <a:lnTo>
                  <a:pt x="202473" y="284531"/>
                </a:lnTo>
                <a:lnTo>
                  <a:pt x="194815" y="285264"/>
                </a:lnTo>
                <a:lnTo>
                  <a:pt x="187147" y="285960"/>
                </a:lnTo>
                <a:lnTo>
                  <a:pt x="179470" y="286617"/>
                </a:lnTo>
                <a:lnTo>
                  <a:pt x="171793" y="287236"/>
                </a:lnTo>
                <a:lnTo>
                  <a:pt x="164097" y="287826"/>
                </a:lnTo>
                <a:lnTo>
                  <a:pt x="156401" y="288369"/>
                </a:lnTo>
                <a:lnTo>
                  <a:pt x="148695" y="288884"/>
                </a:lnTo>
                <a:lnTo>
                  <a:pt x="140989" y="289360"/>
                </a:lnTo>
                <a:lnTo>
                  <a:pt x="133274" y="289798"/>
                </a:lnTo>
                <a:lnTo>
                  <a:pt x="125559" y="290208"/>
                </a:lnTo>
                <a:lnTo>
                  <a:pt x="117834" y="290579"/>
                </a:lnTo>
                <a:lnTo>
                  <a:pt x="110109" y="290913"/>
                </a:lnTo>
                <a:lnTo>
                  <a:pt x="102375" y="291217"/>
                </a:lnTo>
                <a:lnTo>
                  <a:pt x="94640" y="291494"/>
                </a:lnTo>
                <a:lnTo>
                  <a:pt x="86906" y="291732"/>
                </a:lnTo>
                <a:lnTo>
                  <a:pt x="79172" y="291941"/>
                </a:lnTo>
                <a:lnTo>
                  <a:pt x="71428" y="292122"/>
                </a:lnTo>
                <a:lnTo>
                  <a:pt x="63684" y="292275"/>
                </a:lnTo>
                <a:lnTo>
                  <a:pt x="55940" y="292389"/>
                </a:lnTo>
                <a:lnTo>
                  <a:pt x="48196" y="292475"/>
                </a:lnTo>
                <a:lnTo>
                  <a:pt x="40453" y="292541"/>
                </a:lnTo>
                <a:lnTo>
                  <a:pt x="32709" y="292570"/>
                </a:lnTo>
                <a:lnTo>
                  <a:pt x="24965" y="292570"/>
                </a:lnTo>
                <a:lnTo>
                  <a:pt x="17221" y="292541"/>
                </a:lnTo>
                <a:lnTo>
                  <a:pt x="9477" y="292484"/>
                </a:lnTo>
                <a:lnTo>
                  <a:pt x="1734" y="292408"/>
                </a:lnTo>
                <a:lnTo>
                  <a:pt x="0" y="292332"/>
                </a:lnTo>
                <a:lnTo>
                  <a:pt x="7744" y="292208"/>
                </a:lnTo>
                <a:lnTo>
                  <a:pt x="15478" y="292008"/>
                </a:lnTo>
                <a:lnTo>
                  <a:pt x="23212" y="291741"/>
                </a:lnTo>
                <a:lnTo>
                  <a:pt x="30947" y="291408"/>
                </a:lnTo>
                <a:lnTo>
                  <a:pt x="38662" y="291027"/>
                </a:lnTo>
                <a:lnTo>
                  <a:pt x="46377" y="290589"/>
                </a:lnTo>
                <a:lnTo>
                  <a:pt x="54083" y="290103"/>
                </a:lnTo>
                <a:lnTo>
                  <a:pt x="61789" y="289560"/>
                </a:lnTo>
                <a:lnTo>
                  <a:pt x="69475" y="288969"/>
                </a:lnTo>
                <a:lnTo>
                  <a:pt x="77153" y="288331"/>
                </a:lnTo>
                <a:lnTo>
                  <a:pt x="84820" y="287636"/>
                </a:lnTo>
                <a:lnTo>
                  <a:pt x="92469" y="286893"/>
                </a:lnTo>
                <a:lnTo>
                  <a:pt x="100117" y="286093"/>
                </a:lnTo>
                <a:lnTo>
                  <a:pt x="107747" y="285245"/>
                </a:lnTo>
                <a:lnTo>
                  <a:pt x="115357" y="284340"/>
                </a:lnTo>
                <a:lnTo>
                  <a:pt x="122949" y="283388"/>
                </a:lnTo>
                <a:lnTo>
                  <a:pt x="130531" y="282369"/>
                </a:lnTo>
                <a:lnTo>
                  <a:pt x="138084" y="281302"/>
                </a:lnTo>
                <a:lnTo>
                  <a:pt x="145618" y="280178"/>
                </a:lnTo>
                <a:lnTo>
                  <a:pt x="153133" y="278997"/>
                </a:lnTo>
                <a:lnTo>
                  <a:pt x="160630" y="277749"/>
                </a:lnTo>
                <a:lnTo>
                  <a:pt x="168088" y="276444"/>
                </a:lnTo>
                <a:lnTo>
                  <a:pt x="175527" y="275072"/>
                </a:lnTo>
                <a:lnTo>
                  <a:pt x="182928" y="273644"/>
                </a:lnTo>
                <a:lnTo>
                  <a:pt x="190300" y="272148"/>
                </a:lnTo>
                <a:lnTo>
                  <a:pt x="197634" y="270577"/>
                </a:lnTo>
                <a:lnTo>
                  <a:pt x="204930" y="268948"/>
                </a:lnTo>
                <a:lnTo>
                  <a:pt x="212188" y="267243"/>
                </a:lnTo>
                <a:lnTo>
                  <a:pt x="219408" y="265462"/>
                </a:lnTo>
                <a:lnTo>
                  <a:pt x="226571" y="263604"/>
                </a:lnTo>
                <a:lnTo>
                  <a:pt x="233686" y="261671"/>
                </a:lnTo>
                <a:lnTo>
                  <a:pt x="240744" y="259661"/>
                </a:lnTo>
                <a:lnTo>
                  <a:pt x="247736" y="257575"/>
                </a:lnTo>
                <a:lnTo>
                  <a:pt x="254670" y="255394"/>
                </a:lnTo>
                <a:lnTo>
                  <a:pt x="261537" y="253136"/>
                </a:lnTo>
                <a:lnTo>
                  <a:pt x="268329" y="250784"/>
                </a:lnTo>
                <a:lnTo>
                  <a:pt x="275034" y="248345"/>
                </a:lnTo>
                <a:lnTo>
                  <a:pt x="281664" y="245821"/>
                </a:lnTo>
                <a:lnTo>
                  <a:pt x="288198" y="243192"/>
                </a:lnTo>
                <a:lnTo>
                  <a:pt x="294627" y="240478"/>
                </a:lnTo>
                <a:lnTo>
                  <a:pt x="300952" y="237658"/>
                </a:lnTo>
                <a:lnTo>
                  <a:pt x="307162" y="234734"/>
                </a:lnTo>
                <a:lnTo>
                  <a:pt x="313249" y="231724"/>
                </a:lnTo>
                <a:lnTo>
                  <a:pt x="319202" y="228600"/>
                </a:lnTo>
                <a:lnTo>
                  <a:pt x="325022" y="225381"/>
                </a:lnTo>
                <a:lnTo>
                  <a:pt x="330689" y="222047"/>
                </a:lnTo>
                <a:lnTo>
                  <a:pt x="336204" y="218618"/>
                </a:lnTo>
                <a:lnTo>
                  <a:pt x="341547" y="215084"/>
                </a:lnTo>
                <a:lnTo>
                  <a:pt x="346720" y="211455"/>
                </a:lnTo>
                <a:lnTo>
                  <a:pt x="351701" y="207712"/>
                </a:lnTo>
                <a:lnTo>
                  <a:pt x="356492" y="203883"/>
                </a:lnTo>
                <a:lnTo>
                  <a:pt x="361083" y="199949"/>
                </a:lnTo>
                <a:lnTo>
                  <a:pt x="365455" y="195920"/>
                </a:lnTo>
                <a:lnTo>
                  <a:pt x="369618" y="191805"/>
                </a:lnTo>
                <a:lnTo>
                  <a:pt x="373551" y="187595"/>
                </a:lnTo>
                <a:lnTo>
                  <a:pt x="377257" y="183309"/>
                </a:lnTo>
                <a:lnTo>
                  <a:pt x="380724" y="178946"/>
                </a:lnTo>
                <a:lnTo>
                  <a:pt x="383953" y="174508"/>
                </a:lnTo>
                <a:lnTo>
                  <a:pt x="386934" y="170002"/>
                </a:lnTo>
                <a:lnTo>
                  <a:pt x="389677" y="165440"/>
                </a:lnTo>
                <a:lnTo>
                  <a:pt x="392173" y="160811"/>
                </a:lnTo>
                <a:lnTo>
                  <a:pt x="394430" y="156143"/>
                </a:lnTo>
                <a:lnTo>
                  <a:pt x="396440" y="151428"/>
                </a:lnTo>
                <a:lnTo>
                  <a:pt x="398221" y="146675"/>
                </a:lnTo>
                <a:lnTo>
                  <a:pt x="399755" y="141894"/>
                </a:lnTo>
                <a:lnTo>
                  <a:pt x="401060" y="137084"/>
                </a:lnTo>
                <a:lnTo>
                  <a:pt x="402146" y="132245"/>
                </a:lnTo>
                <a:lnTo>
                  <a:pt x="403003" y="127397"/>
                </a:lnTo>
                <a:lnTo>
                  <a:pt x="403641" y="122530"/>
                </a:lnTo>
                <a:lnTo>
                  <a:pt x="404079" y="117653"/>
                </a:lnTo>
                <a:lnTo>
                  <a:pt x="404308" y="112776"/>
                </a:lnTo>
                <a:lnTo>
                  <a:pt x="404346" y="107899"/>
                </a:lnTo>
                <a:lnTo>
                  <a:pt x="404193" y="103013"/>
                </a:lnTo>
                <a:lnTo>
                  <a:pt x="403850" y="98136"/>
                </a:lnTo>
                <a:lnTo>
                  <a:pt x="403346" y="93269"/>
                </a:lnTo>
                <a:lnTo>
                  <a:pt x="410508" y="92069"/>
                </a:lnTo>
                <a:lnTo>
                  <a:pt x="418062" y="90973"/>
                </a:lnTo>
                <a:lnTo>
                  <a:pt x="425577" y="89811"/>
                </a:lnTo>
                <a:lnTo>
                  <a:pt x="433083" y="88592"/>
                </a:lnTo>
                <a:lnTo>
                  <a:pt x="440560" y="87316"/>
                </a:lnTo>
                <a:lnTo>
                  <a:pt x="448008" y="85982"/>
                </a:lnTo>
                <a:lnTo>
                  <a:pt x="455438" y="84601"/>
                </a:lnTo>
                <a:lnTo>
                  <a:pt x="462848" y="83182"/>
                </a:lnTo>
                <a:lnTo>
                  <a:pt x="470230" y="81705"/>
                </a:lnTo>
                <a:lnTo>
                  <a:pt x="477593" y="80181"/>
                </a:lnTo>
                <a:lnTo>
                  <a:pt x="484927" y="78610"/>
                </a:lnTo>
                <a:lnTo>
                  <a:pt x="492233" y="77000"/>
                </a:lnTo>
                <a:lnTo>
                  <a:pt x="499520" y="75343"/>
                </a:lnTo>
                <a:lnTo>
                  <a:pt x="506778" y="73638"/>
                </a:lnTo>
                <a:lnTo>
                  <a:pt x="514007" y="71895"/>
                </a:lnTo>
                <a:lnTo>
                  <a:pt x="521218" y="70094"/>
                </a:lnTo>
                <a:lnTo>
                  <a:pt x="528390" y="68256"/>
                </a:lnTo>
                <a:lnTo>
                  <a:pt x="535534" y="66380"/>
                </a:lnTo>
                <a:lnTo>
                  <a:pt x="542649" y="64446"/>
                </a:lnTo>
                <a:lnTo>
                  <a:pt x="549735" y="62465"/>
                </a:lnTo>
                <a:lnTo>
                  <a:pt x="556784" y="60446"/>
                </a:lnTo>
                <a:lnTo>
                  <a:pt x="563794" y="58379"/>
                </a:lnTo>
                <a:lnTo>
                  <a:pt x="570776" y="56264"/>
                </a:lnTo>
                <a:lnTo>
                  <a:pt x="577720" y="54092"/>
                </a:lnTo>
                <a:lnTo>
                  <a:pt x="584625" y="51883"/>
                </a:lnTo>
                <a:lnTo>
                  <a:pt x="591493" y="49625"/>
                </a:lnTo>
                <a:lnTo>
                  <a:pt x="598313" y="47311"/>
                </a:lnTo>
                <a:lnTo>
                  <a:pt x="605095" y="44958"/>
                </a:lnTo>
                <a:lnTo>
                  <a:pt x="611829" y="42548"/>
                </a:lnTo>
                <a:lnTo>
                  <a:pt x="618515" y="40081"/>
                </a:lnTo>
                <a:lnTo>
                  <a:pt x="625164" y="37576"/>
                </a:lnTo>
                <a:lnTo>
                  <a:pt x="631755" y="35004"/>
                </a:lnTo>
                <a:lnTo>
                  <a:pt x="638289" y="32395"/>
                </a:lnTo>
                <a:lnTo>
                  <a:pt x="644776" y="29728"/>
                </a:lnTo>
                <a:lnTo>
                  <a:pt x="651205" y="27003"/>
                </a:lnTo>
                <a:lnTo>
                  <a:pt x="657577" y="24222"/>
                </a:lnTo>
                <a:lnTo>
                  <a:pt x="663893" y="21393"/>
                </a:lnTo>
                <a:lnTo>
                  <a:pt x="670131" y="18507"/>
                </a:lnTo>
                <a:lnTo>
                  <a:pt x="676313" y="15564"/>
                </a:lnTo>
                <a:lnTo>
                  <a:pt x="682428" y="12563"/>
                </a:lnTo>
                <a:lnTo>
                  <a:pt x="688467" y="9506"/>
                </a:lnTo>
                <a:lnTo>
                  <a:pt x="694439" y="6401"/>
                </a:lnTo>
                <a:lnTo>
                  <a:pt x="700326" y="3229"/>
                </a:lnTo>
                <a:lnTo>
                  <a:pt x="70613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4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34752D37-640F-48A8-AFEC-19D0B0B2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9043" y="2543775"/>
            <a:ext cx="1267568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25" name="note-body-0">
            <a:extLst xmlns:a="http://schemas.openxmlformats.org/drawingml/2006/main">
              <a:ext uri="{FF2B5EF4-FFF2-40B4-BE49-F238E27FC236}">
                <a16:creationId xmlns:a16="http://schemas.microsoft.com/office/drawing/2014/main" id="{CF575CF3-4A56-4D5C-AD30-C7EC565F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2812" y="2828182"/>
            <a:ext cx="1500930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</a:t>
            </a:r>
          </a:p>
        </p:txBody>
      </p:sp>
      <p:sp>
        <p:nvSpPr>
          <p:cNvPr id="26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04FEDF89-8660-4B69-AC63-7FDD8B13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4403" y="2543775"/>
            <a:ext cx="1267568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27" name="note-body-1">
            <a:extLst xmlns:a="http://schemas.openxmlformats.org/drawingml/2006/main">
              <a:ext uri="{FF2B5EF4-FFF2-40B4-BE49-F238E27FC236}">
                <a16:creationId xmlns:a16="http://schemas.microsoft.com/office/drawing/2014/main" id="{A9E2F4AF-E4FE-459B-B6E2-C388F944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8172" y="2828182"/>
            <a:ext cx="1500930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</a:t>
            </a:r>
          </a:p>
        </p:txBody>
      </p:sp>
      <p:sp>
        <p:nvSpPr>
          <p:cNvPr id="28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5CC24928-D4D9-4185-BC5F-CDEB833B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9043" y="3867893"/>
            <a:ext cx="1267568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29" name="note-body-2">
            <a:extLst xmlns:a="http://schemas.openxmlformats.org/drawingml/2006/main">
              <a:ext uri="{FF2B5EF4-FFF2-40B4-BE49-F238E27FC236}">
                <a16:creationId xmlns:a16="http://schemas.microsoft.com/office/drawing/2014/main" id="{42B5E3FA-E6CD-459A-9274-4DC8E3C8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2812" y="4152309"/>
            <a:ext cx="1500930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</a:t>
            </a:r>
          </a:p>
        </p:txBody>
      </p:sp>
      <p:sp>
        <p:nvSpPr>
          <p:cNvPr id="30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A5318E64-720E-44DD-84CC-6FA3CA26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4403" y="3867893"/>
            <a:ext cx="1267568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31" name="note-body-3">
            <a:extLst xmlns:a="http://schemas.openxmlformats.org/drawingml/2006/main">
              <a:ext uri="{FF2B5EF4-FFF2-40B4-BE49-F238E27FC236}">
                <a16:creationId xmlns:a16="http://schemas.microsoft.com/office/drawing/2014/main" id="{4E46E280-8A7E-4DAE-A434-60D48810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8172" y="4152309"/>
            <a:ext cx="1500930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</a:t>
            </a:r>
          </a:p>
        </p:txBody>
      </p:sp>
      <p:sp>
        <p:nvSpPr>
          <p:cNvPr id="32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2FAAB134-CCD3-46B6-872E-E68E5E65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2543775"/>
            <a:ext cx="419100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aa9bbe1884ac6">
            <a:extLst>
              <a:ext uri="{96DAC541-7B7A-43D3-8B79-37D633B846F1}">
                <asvg:svgBlip xmlns:asvg="http://schemas.microsoft.com/office/drawing/2016/SVG/main" r:embed="Rdbf0d32774bb4c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44718" y="254734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A4E5F490-EBD0-4B42-B5B1-EB8BC9E1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2543775"/>
            <a:ext cx="419100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c04e44ed9440a">
            <a:extLst>
              <a:ext uri="{96DAC541-7B7A-43D3-8B79-37D633B846F1}">
                <asvg:svgBlip xmlns:asvg="http://schemas.microsoft.com/office/drawing/2016/SVG/main" r:embed="Rdec231633aa346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40078" y="254734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6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969067C6-6B33-41C9-8D48-EBF49CE8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3867893"/>
            <a:ext cx="419100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9ea93b6d8451e">
            <a:extLst>
              <a:ext uri="{96DAC541-7B7A-43D3-8B79-37D633B846F1}">
                <asvg:svgBlip xmlns:asvg="http://schemas.microsoft.com/office/drawing/2016/SVG/main" r:embed="R84b2ded9603445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44718" y="38714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8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2ADACDCD-2C44-40E8-8168-BFE7B92D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3867893"/>
            <a:ext cx="419100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730492dc94c73">
            <a:extLst>
              <a:ext uri="{96DAC541-7B7A-43D3-8B79-37D633B846F1}">
                <asvg:svgBlip xmlns:asvg="http://schemas.microsoft.com/office/drawing/2016/SVG/main" r:embed="R3ec7077fff1243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40078" y="3871465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21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2026-09-08T00:22:39.3250000Z</dcterms:created>
  <dcterms:modified xsi:type="dcterms:W3CDTF">2026-09-08T00:22:39.3250000Z</dcterms:modified>
</coreProperties>
</file>