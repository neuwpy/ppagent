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09f9bc4c64cc0" /><Relationship Type="http://schemas.openxmlformats.org/officeDocument/2006/relationships/extended-properties" Target="/docProps/app.xml" Id="R846cd48db7194312" /><Relationship Type="http://schemas.openxmlformats.org/officeDocument/2006/relationships/officeDocument" Target="/ppt/presentation.xml" Id="Rb66a627bd05b4e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4d8d22064481e"/>
  </p:sldMasterIdLst>
  <p:notesMasterIdLst>
    <p:notesMasterId xmlns:r="http://schemas.openxmlformats.org/officeDocument/2006/relationships" r:id="Rd89806ede9094048"/>
  </p:notesMasterIdLst>
  <p:sldIdLst>
    <p:sldId xmlns:r="http://schemas.openxmlformats.org/officeDocument/2006/relationships" id="256" r:id="R32a51f3d7f6a4f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73350ba6da4152" /><Relationship Type="http://schemas.openxmlformats.org/officeDocument/2006/relationships/slideMaster" Target="/ppt/slideMasters/slideMaster1.xml" Id="Rc5a4d8d22064481e" /><Relationship Type="http://schemas.openxmlformats.org/officeDocument/2006/relationships/notesMaster" Target="/ppt/notesMasters/notesMaster1.xml" Id="Rd89806ede9094048" /><Relationship Type="http://schemas.openxmlformats.org/officeDocument/2006/relationships/presProps" Target="/ppt/presProps.xml" Id="R75e1b3bdc08e4d8e" /><Relationship Type="http://schemas.openxmlformats.org/officeDocument/2006/relationships/tableStyles" Target="/ppt/tableStyles.xml" Id="R69ac71e4b25c4b93" /><Relationship Type="http://schemas.openxmlformats.org/officeDocument/2006/relationships/slide" Target="/ppt/slides/slide1.xml" Id="R32a51f3d7f6a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905da39fa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19e297bdc4cf5" /><Relationship Type="http://schemas.openxmlformats.org/officeDocument/2006/relationships/notesMaster" Target="/ppt/notesMasters/notesMaster1.xml" Id="R602162c4d04e45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0c4a52c5443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acbfbe01294e78" /><Relationship Type="http://schemas.openxmlformats.org/officeDocument/2006/relationships/slideLayout" Target="/ppt/slideLayouts/slideLayout1.xml" Id="R5ea9ee5f017e4e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9ee5f017e4e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5f7d67a834415" /><Relationship Type="http://schemas.openxmlformats.org/officeDocument/2006/relationships/image" Target="/ppt/media/image.png" Id="Rc1b09e7cc7d04df3" /><Relationship Type="http://schemas.openxmlformats.org/officeDocument/2006/relationships/image" Target="/ppt/media/image.svg" Id="R29e5c793a3fb4d0e" /><Relationship Type="http://schemas.openxmlformats.org/officeDocument/2006/relationships/image" Target="/ppt/media/image2.png" Id="Ra7bb73d0612e47f2" /><Relationship Type="http://schemas.openxmlformats.org/officeDocument/2006/relationships/image" Target="/ppt/media/image2.svg" Id="R2a7df236b4184908" /><Relationship Type="http://schemas.openxmlformats.org/officeDocument/2006/relationships/image" Target="/ppt/media/image3.png" Id="R2e5b2ea6380a48a6" /><Relationship Type="http://schemas.openxmlformats.org/officeDocument/2006/relationships/image" Target="/ppt/media/image3.svg" Id="R3c57e7970a884952" /><Relationship Type="http://schemas.openxmlformats.org/officeDocument/2006/relationships/notesSlide" Target="/ppt/notesSlides/notesSlide1.xml" Id="R63eefd14af1e40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paper">
            <a:extLst xmlns:a="http://schemas.openxmlformats.org/drawingml/2006/main">
              <a:ext uri="{FF2B5EF4-FFF2-40B4-BE49-F238E27FC236}">
                <a16:creationId xmlns:a16="http://schemas.microsoft.com/office/drawing/2014/main" id="{B4083D53-5BBD-4EA7-B184-9A73395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766E72B-7050-4268-81FA-2502309C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98C7438-C566-473E-9BDA-B247E96F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反馈筛选：从线索收敛到纳入发布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2683776-6E49-4432-ABAE-6EA57A69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4F647FF3-4EFF-4198-9F0B-B0C58562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入口来源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F6399D62-4A88-44D3-B018-0F520FB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访谈 · 工单 · 使用记录</a:t>
            </a:r>
          </a:p>
        </p:txBody>
      </p:sp>
      <p:sp>
        <p:nvSpPr>
          <p:cNvPr id="7" name="plain-2-module">
            <a:extLst xmlns:a="http://schemas.openxmlformats.org/drawingml/2006/main">
              <a:ext uri="{FF2B5EF4-FFF2-40B4-BE49-F238E27FC236}">
                <a16:creationId xmlns:a16="http://schemas.microsoft.com/office/drawing/2014/main" id="{FD2DD1ED-2CB6-4556-A90F-7F273F87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四层准入依据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E6F93390-3AA7-4432-9C2B-CA8EFAEF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C91EB71D-5580-401E-BD26-17B2FE3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CEB81D24-4B3B-40B1-A8C9-024A4B2B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AB30749B-FDBE-4432-9619-840C7D1A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E5AB7B-EF56-438A-BF4C-07F96780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CCE121D8-9E00-4697-83EE-293E8C9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390970" y="2132676"/>
            <a:ext cx="4553569" cy="323542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93C68DDD-853D-4C50-8771-0BFA282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841" y="2635968"/>
            <a:ext cx="2948130" cy="563223"/>
          </a:xfrm>
          <a:custGeom xmlns:a="http://schemas.openxmlformats.org/drawingml/2006/main">
            <a:pathLst>
              <a:path w="2948130" h="563223">
                <a:moveTo>
                  <a:pt x="0" y="0"/>
                </a:moveTo>
                <a:lnTo>
                  <a:pt x="15792" y="21736"/>
                </a:lnTo>
                <a:lnTo>
                  <a:pt x="31585" y="43472"/>
                </a:lnTo>
                <a:lnTo>
                  <a:pt x="47377" y="65208"/>
                </a:lnTo>
                <a:lnTo>
                  <a:pt x="63179" y="86944"/>
                </a:lnTo>
                <a:lnTo>
                  <a:pt x="78972" y="108680"/>
                </a:lnTo>
                <a:lnTo>
                  <a:pt x="94764" y="130416"/>
                </a:lnTo>
                <a:lnTo>
                  <a:pt x="110557" y="152152"/>
                </a:lnTo>
                <a:lnTo>
                  <a:pt x="126349" y="173888"/>
                </a:lnTo>
                <a:lnTo>
                  <a:pt x="142142" y="195624"/>
                </a:lnTo>
                <a:lnTo>
                  <a:pt x="157944" y="217361"/>
                </a:lnTo>
                <a:lnTo>
                  <a:pt x="173736" y="239097"/>
                </a:lnTo>
                <a:lnTo>
                  <a:pt x="189528" y="260833"/>
                </a:lnTo>
                <a:lnTo>
                  <a:pt x="205321" y="282569"/>
                </a:lnTo>
                <a:lnTo>
                  <a:pt x="221113" y="304305"/>
                </a:lnTo>
                <a:lnTo>
                  <a:pt x="236906" y="326041"/>
                </a:lnTo>
                <a:lnTo>
                  <a:pt x="252698" y="347777"/>
                </a:lnTo>
                <a:lnTo>
                  <a:pt x="268500" y="369513"/>
                </a:lnTo>
                <a:lnTo>
                  <a:pt x="284293" y="391249"/>
                </a:lnTo>
                <a:lnTo>
                  <a:pt x="300085" y="412985"/>
                </a:lnTo>
                <a:lnTo>
                  <a:pt x="315878" y="434721"/>
                </a:lnTo>
                <a:lnTo>
                  <a:pt x="331670" y="456457"/>
                </a:lnTo>
                <a:lnTo>
                  <a:pt x="347462" y="478193"/>
                </a:lnTo>
                <a:lnTo>
                  <a:pt x="362283" y="500367"/>
                </a:lnTo>
                <a:lnTo>
                  <a:pt x="385715" y="512578"/>
                </a:lnTo>
                <a:lnTo>
                  <a:pt x="411832" y="518836"/>
                </a:lnTo>
                <a:lnTo>
                  <a:pt x="438302" y="523437"/>
                </a:lnTo>
                <a:lnTo>
                  <a:pt x="464906" y="527180"/>
                </a:lnTo>
                <a:lnTo>
                  <a:pt x="491585" y="530352"/>
                </a:lnTo>
                <a:lnTo>
                  <a:pt x="518312" y="533143"/>
                </a:lnTo>
                <a:lnTo>
                  <a:pt x="545059" y="535619"/>
                </a:lnTo>
                <a:lnTo>
                  <a:pt x="571833" y="537848"/>
                </a:lnTo>
                <a:lnTo>
                  <a:pt x="598627" y="539877"/>
                </a:lnTo>
                <a:lnTo>
                  <a:pt x="625431" y="541734"/>
                </a:lnTo>
                <a:lnTo>
                  <a:pt x="652243" y="543458"/>
                </a:lnTo>
                <a:lnTo>
                  <a:pt x="679066" y="545049"/>
                </a:lnTo>
                <a:lnTo>
                  <a:pt x="705888" y="546525"/>
                </a:lnTo>
                <a:lnTo>
                  <a:pt x="732730" y="547897"/>
                </a:lnTo>
                <a:lnTo>
                  <a:pt x="759562" y="549183"/>
                </a:lnTo>
                <a:lnTo>
                  <a:pt x="786403" y="550374"/>
                </a:lnTo>
                <a:lnTo>
                  <a:pt x="813245" y="551507"/>
                </a:lnTo>
                <a:lnTo>
                  <a:pt x="840095" y="552545"/>
                </a:lnTo>
                <a:lnTo>
                  <a:pt x="866946" y="553526"/>
                </a:lnTo>
                <a:lnTo>
                  <a:pt x="893797" y="554450"/>
                </a:lnTo>
                <a:lnTo>
                  <a:pt x="920658" y="555308"/>
                </a:lnTo>
                <a:lnTo>
                  <a:pt x="947509" y="556117"/>
                </a:lnTo>
                <a:lnTo>
                  <a:pt x="974369" y="556870"/>
                </a:lnTo>
                <a:lnTo>
                  <a:pt x="1001230" y="557565"/>
                </a:lnTo>
                <a:lnTo>
                  <a:pt x="1028090" y="558222"/>
                </a:lnTo>
                <a:lnTo>
                  <a:pt x="1054951" y="558822"/>
                </a:lnTo>
                <a:lnTo>
                  <a:pt x="1081811" y="559394"/>
                </a:lnTo>
                <a:lnTo>
                  <a:pt x="1108672" y="559908"/>
                </a:lnTo>
                <a:lnTo>
                  <a:pt x="1135532" y="560384"/>
                </a:lnTo>
                <a:lnTo>
                  <a:pt x="1162402" y="560822"/>
                </a:lnTo>
                <a:lnTo>
                  <a:pt x="1189263" y="561223"/>
                </a:lnTo>
                <a:lnTo>
                  <a:pt x="1216133" y="561584"/>
                </a:lnTo>
                <a:lnTo>
                  <a:pt x="1242993" y="561908"/>
                </a:lnTo>
                <a:lnTo>
                  <a:pt x="1269863" y="562194"/>
                </a:lnTo>
                <a:lnTo>
                  <a:pt x="1296733" y="562442"/>
                </a:lnTo>
                <a:lnTo>
                  <a:pt x="1323594" y="562661"/>
                </a:lnTo>
                <a:lnTo>
                  <a:pt x="1350464" y="562842"/>
                </a:lnTo>
                <a:lnTo>
                  <a:pt x="1377334" y="562985"/>
                </a:lnTo>
                <a:lnTo>
                  <a:pt x="1404204" y="563080"/>
                </a:lnTo>
                <a:lnTo>
                  <a:pt x="1431074" y="563166"/>
                </a:lnTo>
                <a:lnTo>
                  <a:pt x="1457935" y="563213"/>
                </a:lnTo>
                <a:lnTo>
                  <a:pt x="1484805" y="563223"/>
                </a:lnTo>
                <a:lnTo>
                  <a:pt x="1511675" y="563194"/>
                </a:lnTo>
                <a:lnTo>
                  <a:pt x="1538545" y="563128"/>
                </a:lnTo>
                <a:lnTo>
                  <a:pt x="1565415" y="563032"/>
                </a:lnTo>
                <a:lnTo>
                  <a:pt x="1592275" y="562908"/>
                </a:lnTo>
                <a:lnTo>
                  <a:pt x="1619145" y="562747"/>
                </a:lnTo>
                <a:lnTo>
                  <a:pt x="1646015" y="562556"/>
                </a:lnTo>
                <a:lnTo>
                  <a:pt x="1672876" y="562318"/>
                </a:lnTo>
                <a:lnTo>
                  <a:pt x="1699746" y="562051"/>
                </a:lnTo>
                <a:lnTo>
                  <a:pt x="1726616" y="561746"/>
                </a:lnTo>
                <a:lnTo>
                  <a:pt x="1753476" y="561404"/>
                </a:lnTo>
                <a:lnTo>
                  <a:pt x="1780346" y="561023"/>
                </a:lnTo>
                <a:lnTo>
                  <a:pt x="1807207" y="560603"/>
                </a:lnTo>
                <a:lnTo>
                  <a:pt x="1834077" y="560146"/>
                </a:lnTo>
                <a:lnTo>
                  <a:pt x="1860937" y="559651"/>
                </a:lnTo>
                <a:lnTo>
                  <a:pt x="1887798" y="559108"/>
                </a:lnTo>
                <a:lnTo>
                  <a:pt x="1914658" y="558527"/>
                </a:lnTo>
                <a:lnTo>
                  <a:pt x="1941519" y="557889"/>
                </a:lnTo>
                <a:lnTo>
                  <a:pt x="1968379" y="557213"/>
                </a:lnTo>
                <a:lnTo>
                  <a:pt x="1995240" y="556489"/>
                </a:lnTo>
                <a:lnTo>
                  <a:pt x="2022100" y="555708"/>
                </a:lnTo>
                <a:lnTo>
                  <a:pt x="2048951" y="554879"/>
                </a:lnTo>
                <a:lnTo>
                  <a:pt x="2075802" y="553984"/>
                </a:lnTo>
                <a:lnTo>
                  <a:pt x="2102653" y="553031"/>
                </a:lnTo>
                <a:lnTo>
                  <a:pt x="2129504" y="552012"/>
                </a:lnTo>
                <a:lnTo>
                  <a:pt x="2156355" y="550936"/>
                </a:lnTo>
                <a:lnTo>
                  <a:pt x="2183197" y="549773"/>
                </a:lnTo>
                <a:lnTo>
                  <a:pt x="2210038" y="548535"/>
                </a:lnTo>
                <a:lnTo>
                  <a:pt x="2236870" y="547202"/>
                </a:lnTo>
                <a:lnTo>
                  <a:pt x="2263702" y="545783"/>
                </a:lnTo>
                <a:lnTo>
                  <a:pt x="2290524" y="544249"/>
                </a:lnTo>
                <a:lnTo>
                  <a:pt x="2317337" y="542592"/>
                </a:lnTo>
                <a:lnTo>
                  <a:pt x="2344150" y="540801"/>
                </a:lnTo>
                <a:lnTo>
                  <a:pt x="2370944" y="538858"/>
                </a:lnTo>
                <a:lnTo>
                  <a:pt x="2397728" y="536734"/>
                </a:lnTo>
                <a:lnTo>
                  <a:pt x="2424494" y="534381"/>
                </a:lnTo>
                <a:lnTo>
                  <a:pt x="2451240" y="531752"/>
                </a:lnTo>
                <a:lnTo>
                  <a:pt x="2477938" y="528780"/>
                </a:lnTo>
                <a:lnTo>
                  <a:pt x="2504589" y="525342"/>
                </a:lnTo>
                <a:lnTo>
                  <a:pt x="2531135" y="521208"/>
                </a:lnTo>
                <a:lnTo>
                  <a:pt x="2557472" y="515922"/>
                </a:lnTo>
                <a:lnTo>
                  <a:pt x="2583075" y="507911"/>
                </a:lnTo>
                <a:lnTo>
                  <a:pt x="2600668" y="488766"/>
                </a:lnTo>
                <a:lnTo>
                  <a:pt x="2616460" y="467030"/>
                </a:lnTo>
                <a:lnTo>
                  <a:pt x="2632253" y="445294"/>
                </a:lnTo>
                <a:lnTo>
                  <a:pt x="2648055" y="423558"/>
                </a:lnTo>
                <a:lnTo>
                  <a:pt x="2663847" y="401822"/>
                </a:lnTo>
                <a:lnTo>
                  <a:pt x="2679640" y="380086"/>
                </a:lnTo>
                <a:lnTo>
                  <a:pt x="2695432" y="358350"/>
                </a:lnTo>
                <a:lnTo>
                  <a:pt x="2711225" y="336614"/>
                </a:lnTo>
                <a:lnTo>
                  <a:pt x="2727017" y="314877"/>
                </a:lnTo>
                <a:lnTo>
                  <a:pt x="2742809" y="293141"/>
                </a:lnTo>
                <a:lnTo>
                  <a:pt x="2758611" y="271415"/>
                </a:lnTo>
                <a:lnTo>
                  <a:pt x="2774404" y="249679"/>
                </a:lnTo>
                <a:lnTo>
                  <a:pt x="2790196" y="227943"/>
                </a:lnTo>
                <a:lnTo>
                  <a:pt x="2805989" y="206207"/>
                </a:lnTo>
                <a:lnTo>
                  <a:pt x="2821781" y="184471"/>
                </a:lnTo>
                <a:lnTo>
                  <a:pt x="2837574" y="162735"/>
                </a:lnTo>
                <a:lnTo>
                  <a:pt x="2853376" y="140999"/>
                </a:lnTo>
                <a:lnTo>
                  <a:pt x="2869168" y="119263"/>
                </a:lnTo>
                <a:lnTo>
                  <a:pt x="2884961" y="97526"/>
                </a:lnTo>
                <a:lnTo>
                  <a:pt x="2900753" y="75790"/>
                </a:lnTo>
                <a:lnTo>
                  <a:pt x="2916545" y="54054"/>
                </a:lnTo>
                <a:lnTo>
                  <a:pt x="2932338" y="32318"/>
                </a:lnTo>
                <a:lnTo>
                  <a:pt x="2948130" y="10582"/>
                </a:lnTo>
                <a:lnTo>
                  <a:pt x="2945882" y="8611"/>
                </a:lnTo>
                <a:lnTo>
                  <a:pt x="2920089" y="15983"/>
                </a:lnTo>
                <a:lnTo>
                  <a:pt x="2893647" y="20755"/>
                </a:lnTo>
                <a:lnTo>
                  <a:pt x="2867044" y="24479"/>
                </a:lnTo>
                <a:lnTo>
                  <a:pt x="2840355" y="27594"/>
                </a:lnTo>
                <a:lnTo>
                  <a:pt x="2813628" y="30299"/>
                </a:lnTo>
                <a:lnTo>
                  <a:pt x="2786863" y="32699"/>
                </a:lnTo>
                <a:lnTo>
                  <a:pt x="2760078" y="34862"/>
                </a:lnTo>
                <a:lnTo>
                  <a:pt x="2733284" y="36833"/>
                </a:lnTo>
                <a:lnTo>
                  <a:pt x="2706481" y="38652"/>
                </a:lnTo>
                <a:lnTo>
                  <a:pt x="2679668" y="40329"/>
                </a:lnTo>
                <a:lnTo>
                  <a:pt x="2652846" y="41881"/>
                </a:lnTo>
                <a:lnTo>
                  <a:pt x="2626014" y="43348"/>
                </a:lnTo>
                <a:lnTo>
                  <a:pt x="2599182" y="44720"/>
                </a:lnTo>
                <a:lnTo>
                  <a:pt x="2572341" y="46015"/>
                </a:lnTo>
                <a:lnTo>
                  <a:pt x="2545499" y="47234"/>
                </a:lnTo>
                <a:lnTo>
                  <a:pt x="2518658" y="48377"/>
                </a:lnTo>
                <a:lnTo>
                  <a:pt x="2491816" y="49473"/>
                </a:lnTo>
                <a:lnTo>
                  <a:pt x="2464965" y="50502"/>
                </a:lnTo>
                <a:lnTo>
                  <a:pt x="2438114" y="51473"/>
                </a:lnTo>
                <a:lnTo>
                  <a:pt x="2411263" y="52407"/>
                </a:lnTo>
                <a:lnTo>
                  <a:pt x="2384412" y="53292"/>
                </a:lnTo>
                <a:lnTo>
                  <a:pt x="2357552" y="54131"/>
                </a:lnTo>
                <a:lnTo>
                  <a:pt x="2330701" y="54931"/>
                </a:lnTo>
                <a:lnTo>
                  <a:pt x="2303840" y="55683"/>
                </a:lnTo>
                <a:lnTo>
                  <a:pt x="2276980" y="56407"/>
                </a:lnTo>
                <a:lnTo>
                  <a:pt x="2250119" y="57093"/>
                </a:lnTo>
                <a:lnTo>
                  <a:pt x="2223259" y="57750"/>
                </a:lnTo>
                <a:lnTo>
                  <a:pt x="2196398" y="58369"/>
                </a:lnTo>
                <a:lnTo>
                  <a:pt x="2169538" y="58960"/>
                </a:lnTo>
                <a:lnTo>
                  <a:pt x="2142677" y="59522"/>
                </a:lnTo>
                <a:lnTo>
                  <a:pt x="2115817" y="60065"/>
                </a:lnTo>
                <a:lnTo>
                  <a:pt x="2088956" y="60560"/>
                </a:lnTo>
                <a:lnTo>
                  <a:pt x="2062086" y="61036"/>
                </a:lnTo>
                <a:lnTo>
                  <a:pt x="2035226" y="61493"/>
                </a:lnTo>
                <a:lnTo>
                  <a:pt x="2008356" y="61913"/>
                </a:lnTo>
                <a:lnTo>
                  <a:pt x="1981495" y="62303"/>
                </a:lnTo>
                <a:lnTo>
                  <a:pt x="1954625" y="62703"/>
                </a:lnTo>
                <a:lnTo>
                  <a:pt x="1927765" y="63036"/>
                </a:lnTo>
                <a:lnTo>
                  <a:pt x="1900895" y="63379"/>
                </a:lnTo>
                <a:lnTo>
                  <a:pt x="1874034" y="63684"/>
                </a:lnTo>
                <a:lnTo>
                  <a:pt x="1847164" y="63970"/>
                </a:lnTo>
                <a:lnTo>
                  <a:pt x="1820294" y="64246"/>
                </a:lnTo>
                <a:lnTo>
                  <a:pt x="1793434" y="64475"/>
                </a:lnTo>
                <a:lnTo>
                  <a:pt x="1766564" y="64703"/>
                </a:lnTo>
                <a:lnTo>
                  <a:pt x="1739694" y="64913"/>
                </a:lnTo>
                <a:lnTo>
                  <a:pt x="1712824" y="65084"/>
                </a:lnTo>
                <a:lnTo>
                  <a:pt x="1685963" y="65265"/>
                </a:lnTo>
                <a:lnTo>
                  <a:pt x="1659093" y="65389"/>
                </a:lnTo>
                <a:lnTo>
                  <a:pt x="1632223" y="65513"/>
                </a:lnTo>
                <a:lnTo>
                  <a:pt x="1605353" y="65618"/>
                </a:lnTo>
                <a:lnTo>
                  <a:pt x="1578493" y="65694"/>
                </a:lnTo>
                <a:lnTo>
                  <a:pt x="1551623" y="65770"/>
                </a:lnTo>
                <a:lnTo>
                  <a:pt x="1524752" y="65799"/>
                </a:lnTo>
                <a:lnTo>
                  <a:pt x="1497882" y="65827"/>
                </a:lnTo>
                <a:lnTo>
                  <a:pt x="1471012" y="65837"/>
                </a:lnTo>
                <a:lnTo>
                  <a:pt x="1444152" y="65818"/>
                </a:lnTo>
                <a:lnTo>
                  <a:pt x="1417282" y="65789"/>
                </a:lnTo>
                <a:lnTo>
                  <a:pt x="1390412" y="65732"/>
                </a:lnTo>
                <a:lnTo>
                  <a:pt x="1363542" y="65656"/>
                </a:lnTo>
                <a:lnTo>
                  <a:pt x="1336672" y="65580"/>
                </a:lnTo>
                <a:lnTo>
                  <a:pt x="1309811" y="65446"/>
                </a:lnTo>
                <a:lnTo>
                  <a:pt x="1282941" y="65322"/>
                </a:lnTo>
                <a:lnTo>
                  <a:pt x="1256071" y="65170"/>
                </a:lnTo>
                <a:lnTo>
                  <a:pt x="1229201" y="64999"/>
                </a:lnTo>
                <a:lnTo>
                  <a:pt x="1202341" y="64818"/>
                </a:lnTo>
                <a:lnTo>
                  <a:pt x="1175471" y="64589"/>
                </a:lnTo>
                <a:lnTo>
                  <a:pt x="1148601" y="64360"/>
                </a:lnTo>
                <a:lnTo>
                  <a:pt x="1121740" y="64103"/>
                </a:lnTo>
                <a:lnTo>
                  <a:pt x="1094870" y="63827"/>
                </a:lnTo>
                <a:lnTo>
                  <a:pt x="1068000" y="63541"/>
                </a:lnTo>
                <a:lnTo>
                  <a:pt x="1041140" y="63208"/>
                </a:lnTo>
                <a:lnTo>
                  <a:pt x="1014270" y="62865"/>
                </a:lnTo>
                <a:lnTo>
                  <a:pt x="987409" y="62503"/>
                </a:lnTo>
                <a:lnTo>
                  <a:pt x="960539" y="62103"/>
                </a:lnTo>
                <a:lnTo>
                  <a:pt x="933679" y="61703"/>
                </a:lnTo>
                <a:lnTo>
                  <a:pt x="906809" y="61246"/>
                </a:lnTo>
                <a:lnTo>
                  <a:pt x="879948" y="60789"/>
                </a:lnTo>
                <a:lnTo>
                  <a:pt x="853088" y="60303"/>
                </a:lnTo>
                <a:lnTo>
                  <a:pt x="826218" y="59788"/>
                </a:lnTo>
                <a:lnTo>
                  <a:pt x="799357" y="59236"/>
                </a:lnTo>
                <a:lnTo>
                  <a:pt x="772497" y="58664"/>
                </a:lnTo>
                <a:lnTo>
                  <a:pt x="745636" y="58064"/>
                </a:lnTo>
                <a:lnTo>
                  <a:pt x="718776" y="57417"/>
                </a:lnTo>
                <a:lnTo>
                  <a:pt x="691915" y="56750"/>
                </a:lnTo>
                <a:lnTo>
                  <a:pt x="665055" y="56045"/>
                </a:lnTo>
                <a:lnTo>
                  <a:pt x="638194" y="55302"/>
                </a:lnTo>
                <a:lnTo>
                  <a:pt x="611343" y="54521"/>
                </a:lnTo>
                <a:lnTo>
                  <a:pt x="584483" y="53702"/>
                </a:lnTo>
                <a:lnTo>
                  <a:pt x="557632" y="52835"/>
                </a:lnTo>
                <a:lnTo>
                  <a:pt x="530781" y="51930"/>
                </a:lnTo>
                <a:lnTo>
                  <a:pt x="503930" y="50978"/>
                </a:lnTo>
                <a:lnTo>
                  <a:pt x="477079" y="49968"/>
                </a:lnTo>
                <a:lnTo>
                  <a:pt x="450228" y="48911"/>
                </a:lnTo>
                <a:lnTo>
                  <a:pt x="423386" y="47796"/>
                </a:lnTo>
                <a:lnTo>
                  <a:pt x="396545" y="46615"/>
                </a:lnTo>
                <a:lnTo>
                  <a:pt x="369703" y="45358"/>
                </a:lnTo>
                <a:lnTo>
                  <a:pt x="342871" y="44034"/>
                </a:lnTo>
                <a:lnTo>
                  <a:pt x="316040" y="42615"/>
                </a:lnTo>
                <a:lnTo>
                  <a:pt x="289217" y="41100"/>
                </a:lnTo>
                <a:lnTo>
                  <a:pt x="262395" y="39472"/>
                </a:lnTo>
                <a:lnTo>
                  <a:pt x="235582" y="37729"/>
                </a:lnTo>
                <a:lnTo>
                  <a:pt x="208778" y="35843"/>
                </a:lnTo>
                <a:lnTo>
                  <a:pt x="181994" y="33776"/>
                </a:lnTo>
                <a:lnTo>
                  <a:pt x="155219" y="31499"/>
                </a:lnTo>
                <a:lnTo>
                  <a:pt x="128473" y="28956"/>
                </a:lnTo>
                <a:lnTo>
                  <a:pt x="101765" y="26060"/>
                </a:lnTo>
                <a:lnTo>
                  <a:pt x="75114" y="22660"/>
                </a:lnTo>
                <a:lnTo>
                  <a:pt x="48568" y="18488"/>
                </a:lnTo>
                <a:lnTo>
                  <a:pt x="22327" y="127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253D2BB0-EF79-49C4-82B9-1CA85DA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841" y="2542337"/>
            <a:ext cx="2955827" cy="187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52685704-7B9D-4449-AEF2-EA2C1E8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1249" y="3285049"/>
            <a:ext cx="2232441" cy="563223"/>
          </a:xfrm>
          <a:custGeom xmlns:a="http://schemas.openxmlformats.org/drawingml/2006/main">
            <a:pathLst>
              <a:path w="2232441" h="563223">
                <a:moveTo>
                  <a:pt x="0" y="0"/>
                </a:moveTo>
                <a:lnTo>
                  <a:pt x="10306" y="18526"/>
                </a:lnTo>
                <a:lnTo>
                  <a:pt x="20612" y="37052"/>
                </a:lnTo>
                <a:lnTo>
                  <a:pt x="30909" y="55578"/>
                </a:lnTo>
                <a:lnTo>
                  <a:pt x="41215" y="74095"/>
                </a:lnTo>
                <a:lnTo>
                  <a:pt x="51521" y="92621"/>
                </a:lnTo>
                <a:lnTo>
                  <a:pt x="61827" y="111147"/>
                </a:lnTo>
                <a:lnTo>
                  <a:pt x="72123" y="129673"/>
                </a:lnTo>
                <a:lnTo>
                  <a:pt x="82429" y="148199"/>
                </a:lnTo>
                <a:lnTo>
                  <a:pt x="92735" y="166726"/>
                </a:lnTo>
                <a:lnTo>
                  <a:pt x="103041" y="185252"/>
                </a:lnTo>
                <a:lnTo>
                  <a:pt x="113338" y="203768"/>
                </a:lnTo>
                <a:lnTo>
                  <a:pt x="123644" y="222294"/>
                </a:lnTo>
                <a:lnTo>
                  <a:pt x="133950" y="240821"/>
                </a:lnTo>
                <a:lnTo>
                  <a:pt x="144256" y="259347"/>
                </a:lnTo>
                <a:lnTo>
                  <a:pt x="154553" y="277873"/>
                </a:lnTo>
                <a:lnTo>
                  <a:pt x="164859" y="296399"/>
                </a:lnTo>
                <a:lnTo>
                  <a:pt x="175165" y="314925"/>
                </a:lnTo>
                <a:lnTo>
                  <a:pt x="185471" y="333442"/>
                </a:lnTo>
                <a:lnTo>
                  <a:pt x="195767" y="351968"/>
                </a:lnTo>
                <a:lnTo>
                  <a:pt x="206073" y="370494"/>
                </a:lnTo>
                <a:lnTo>
                  <a:pt x="216379" y="389020"/>
                </a:lnTo>
                <a:lnTo>
                  <a:pt x="226685" y="407546"/>
                </a:lnTo>
                <a:lnTo>
                  <a:pt x="236982" y="426072"/>
                </a:lnTo>
                <a:lnTo>
                  <a:pt x="247288" y="444598"/>
                </a:lnTo>
                <a:lnTo>
                  <a:pt x="257594" y="463115"/>
                </a:lnTo>
                <a:lnTo>
                  <a:pt x="267900" y="481641"/>
                </a:lnTo>
                <a:lnTo>
                  <a:pt x="277358" y="500463"/>
                </a:lnTo>
                <a:lnTo>
                  <a:pt x="294389" y="512369"/>
                </a:lnTo>
                <a:lnTo>
                  <a:pt x="314563" y="518827"/>
                </a:lnTo>
                <a:lnTo>
                  <a:pt x="335223" y="523589"/>
                </a:lnTo>
                <a:lnTo>
                  <a:pt x="356064" y="527437"/>
                </a:lnTo>
                <a:lnTo>
                  <a:pt x="377009" y="530714"/>
                </a:lnTo>
                <a:lnTo>
                  <a:pt x="398012" y="533571"/>
                </a:lnTo>
                <a:lnTo>
                  <a:pt x="419052" y="536105"/>
                </a:lnTo>
                <a:lnTo>
                  <a:pt x="440131" y="538391"/>
                </a:lnTo>
                <a:lnTo>
                  <a:pt x="461220" y="540468"/>
                </a:lnTo>
                <a:lnTo>
                  <a:pt x="482336" y="542363"/>
                </a:lnTo>
                <a:lnTo>
                  <a:pt x="503463" y="544106"/>
                </a:lnTo>
                <a:lnTo>
                  <a:pt x="524599" y="545725"/>
                </a:lnTo>
                <a:lnTo>
                  <a:pt x="545744" y="547211"/>
                </a:lnTo>
                <a:lnTo>
                  <a:pt x="566890" y="548602"/>
                </a:lnTo>
                <a:lnTo>
                  <a:pt x="588054" y="549897"/>
                </a:lnTo>
                <a:lnTo>
                  <a:pt x="609219" y="551097"/>
                </a:lnTo>
                <a:lnTo>
                  <a:pt x="630384" y="552231"/>
                </a:lnTo>
                <a:lnTo>
                  <a:pt x="651558" y="553279"/>
                </a:lnTo>
                <a:lnTo>
                  <a:pt x="672732" y="554250"/>
                </a:lnTo>
                <a:lnTo>
                  <a:pt x="693906" y="555165"/>
                </a:lnTo>
                <a:lnTo>
                  <a:pt x="715089" y="556022"/>
                </a:lnTo>
                <a:lnTo>
                  <a:pt x="736273" y="556812"/>
                </a:lnTo>
                <a:lnTo>
                  <a:pt x="757457" y="557555"/>
                </a:lnTo>
                <a:lnTo>
                  <a:pt x="778640" y="558232"/>
                </a:lnTo>
                <a:lnTo>
                  <a:pt x="799833" y="558870"/>
                </a:lnTo>
                <a:lnTo>
                  <a:pt x="821017" y="559451"/>
                </a:lnTo>
                <a:lnTo>
                  <a:pt x="842210" y="559994"/>
                </a:lnTo>
                <a:lnTo>
                  <a:pt x="863403" y="560489"/>
                </a:lnTo>
                <a:lnTo>
                  <a:pt x="884596" y="560937"/>
                </a:lnTo>
                <a:lnTo>
                  <a:pt x="905789" y="561346"/>
                </a:lnTo>
                <a:lnTo>
                  <a:pt x="926983" y="561708"/>
                </a:lnTo>
                <a:lnTo>
                  <a:pt x="948176" y="562032"/>
                </a:lnTo>
                <a:lnTo>
                  <a:pt x="969369" y="562318"/>
                </a:lnTo>
                <a:lnTo>
                  <a:pt x="990571" y="562556"/>
                </a:lnTo>
                <a:lnTo>
                  <a:pt x="1011765" y="562766"/>
                </a:lnTo>
                <a:lnTo>
                  <a:pt x="1032958" y="562928"/>
                </a:lnTo>
                <a:lnTo>
                  <a:pt x="1054160" y="563061"/>
                </a:lnTo>
                <a:lnTo>
                  <a:pt x="1075353" y="563156"/>
                </a:lnTo>
                <a:lnTo>
                  <a:pt x="1096556" y="563204"/>
                </a:lnTo>
                <a:lnTo>
                  <a:pt x="1117749" y="563223"/>
                </a:lnTo>
                <a:lnTo>
                  <a:pt x="1138952" y="563204"/>
                </a:lnTo>
                <a:lnTo>
                  <a:pt x="1160145" y="563147"/>
                </a:lnTo>
                <a:lnTo>
                  <a:pt x="1181348" y="563042"/>
                </a:lnTo>
                <a:lnTo>
                  <a:pt x="1202541" y="562908"/>
                </a:lnTo>
                <a:lnTo>
                  <a:pt x="1223734" y="562737"/>
                </a:lnTo>
                <a:lnTo>
                  <a:pt x="1244937" y="562527"/>
                </a:lnTo>
                <a:lnTo>
                  <a:pt x="1266130" y="562280"/>
                </a:lnTo>
                <a:lnTo>
                  <a:pt x="1287323" y="561994"/>
                </a:lnTo>
                <a:lnTo>
                  <a:pt x="1308516" y="561670"/>
                </a:lnTo>
                <a:lnTo>
                  <a:pt x="1329719" y="561299"/>
                </a:lnTo>
                <a:lnTo>
                  <a:pt x="1350912" y="560889"/>
                </a:lnTo>
                <a:lnTo>
                  <a:pt x="1372105" y="560432"/>
                </a:lnTo>
                <a:lnTo>
                  <a:pt x="1393288" y="559937"/>
                </a:lnTo>
                <a:lnTo>
                  <a:pt x="1414482" y="559384"/>
                </a:lnTo>
                <a:lnTo>
                  <a:pt x="1435675" y="558794"/>
                </a:lnTo>
                <a:lnTo>
                  <a:pt x="1456858" y="558155"/>
                </a:lnTo>
                <a:lnTo>
                  <a:pt x="1478042" y="557470"/>
                </a:lnTo>
                <a:lnTo>
                  <a:pt x="1499235" y="556727"/>
                </a:lnTo>
                <a:lnTo>
                  <a:pt x="1520409" y="555917"/>
                </a:lnTo>
                <a:lnTo>
                  <a:pt x="1541593" y="555060"/>
                </a:lnTo>
                <a:lnTo>
                  <a:pt x="1562767" y="554145"/>
                </a:lnTo>
                <a:lnTo>
                  <a:pt x="1583941" y="553155"/>
                </a:lnTo>
                <a:lnTo>
                  <a:pt x="1605115" y="552098"/>
                </a:lnTo>
                <a:lnTo>
                  <a:pt x="1626279" y="550964"/>
                </a:lnTo>
                <a:lnTo>
                  <a:pt x="1647444" y="549754"/>
                </a:lnTo>
                <a:lnTo>
                  <a:pt x="1668599" y="548440"/>
                </a:lnTo>
                <a:lnTo>
                  <a:pt x="1689754" y="547040"/>
                </a:lnTo>
                <a:lnTo>
                  <a:pt x="1710900" y="545535"/>
                </a:lnTo>
                <a:lnTo>
                  <a:pt x="1732036" y="543906"/>
                </a:lnTo>
                <a:lnTo>
                  <a:pt x="1753152" y="542144"/>
                </a:lnTo>
                <a:lnTo>
                  <a:pt x="1774269" y="540229"/>
                </a:lnTo>
                <a:lnTo>
                  <a:pt x="1795358" y="538134"/>
                </a:lnTo>
                <a:lnTo>
                  <a:pt x="1816427" y="535819"/>
                </a:lnTo>
                <a:lnTo>
                  <a:pt x="1837468" y="533248"/>
                </a:lnTo>
                <a:lnTo>
                  <a:pt x="1858470" y="530352"/>
                </a:lnTo>
                <a:lnTo>
                  <a:pt x="1879406" y="527018"/>
                </a:lnTo>
                <a:lnTo>
                  <a:pt x="1900228" y="523084"/>
                </a:lnTo>
                <a:lnTo>
                  <a:pt x="1920850" y="518179"/>
                </a:lnTo>
                <a:lnTo>
                  <a:pt x="1940919" y="511397"/>
                </a:lnTo>
                <a:lnTo>
                  <a:pt x="1956321" y="498072"/>
                </a:lnTo>
                <a:lnTo>
                  <a:pt x="1966322" y="479460"/>
                </a:lnTo>
                <a:lnTo>
                  <a:pt x="1976628" y="460934"/>
                </a:lnTo>
                <a:lnTo>
                  <a:pt x="1986925" y="442408"/>
                </a:lnTo>
                <a:lnTo>
                  <a:pt x="1997231" y="423891"/>
                </a:lnTo>
                <a:lnTo>
                  <a:pt x="2007537" y="405365"/>
                </a:lnTo>
                <a:lnTo>
                  <a:pt x="2017843" y="386839"/>
                </a:lnTo>
                <a:lnTo>
                  <a:pt x="2028139" y="368313"/>
                </a:lnTo>
                <a:lnTo>
                  <a:pt x="2038445" y="349787"/>
                </a:lnTo>
                <a:lnTo>
                  <a:pt x="2048751" y="331260"/>
                </a:lnTo>
                <a:lnTo>
                  <a:pt x="2059057" y="312734"/>
                </a:lnTo>
                <a:lnTo>
                  <a:pt x="2069354" y="294218"/>
                </a:lnTo>
                <a:lnTo>
                  <a:pt x="2079660" y="275692"/>
                </a:lnTo>
                <a:lnTo>
                  <a:pt x="2089966" y="257165"/>
                </a:lnTo>
                <a:lnTo>
                  <a:pt x="2100272" y="238639"/>
                </a:lnTo>
                <a:lnTo>
                  <a:pt x="2110569" y="220113"/>
                </a:lnTo>
                <a:lnTo>
                  <a:pt x="2120875" y="201587"/>
                </a:lnTo>
                <a:lnTo>
                  <a:pt x="2131181" y="183071"/>
                </a:lnTo>
                <a:lnTo>
                  <a:pt x="2141487" y="164544"/>
                </a:lnTo>
                <a:lnTo>
                  <a:pt x="2151783" y="146018"/>
                </a:lnTo>
                <a:lnTo>
                  <a:pt x="2162089" y="127492"/>
                </a:lnTo>
                <a:lnTo>
                  <a:pt x="2172395" y="108966"/>
                </a:lnTo>
                <a:lnTo>
                  <a:pt x="2182701" y="90440"/>
                </a:lnTo>
                <a:lnTo>
                  <a:pt x="2193007" y="71914"/>
                </a:lnTo>
                <a:lnTo>
                  <a:pt x="2203304" y="53397"/>
                </a:lnTo>
                <a:lnTo>
                  <a:pt x="2213610" y="34871"/>
                </a:lnTo>
                <a:lnTo>
                  <a:pt x="2223916" y="16345"/>
                </a:lnTo>
                <a:lnTo>
                  <a:pt x="2232441" y="2410"/>
                </a:lnTo>
                <a:lnTo>
                  <a:pt x="2214724" y="13268"/>
                </a:lnTo>
                <a:lnTo>
                  <a:pt x="2194312" y="18955"/>
                </a:lnTo>
                <a:lnTo>
                  <a:pt x="2173538" y="23165"/>
                </a:lnTo>
                <a:lnTo>
                  <a:pt x="2152621" y="26594"/>
                </a:lnTo>
                <a:lnTo>
                  <a:pt x="2131628" y="29528"/>
                </a:lnTo>
                <a:lnTo>
                  <a:pt x="2110588" y="32099"/>
                </a:lnTo>
                <a:lnTo>
                  <a:pt x="2089518" y="34404"/>
                </a:lnTo>
                <a:lnTo>
                  <a:pt x="2068420" y="36500"/>
                </a:lnTo>
                <a:lnTo>
                  <a:pt x="2047313" y="38414"/>
                </a:lnTo>
                <a:lnTo>
                  <a:pt x="2026187" y="40186"/>
                </a:lnTo>
                <a:lnTo>
                  <a:pt x="2005051" y="41815"/>
                </a:lnTo>
                <a:lnTo>
                  <a:pt x="1983915" y="43348"/>
                </a:lnTo>
                <a:lnTo>
                  <a:pt x="1962760" y="44777"/>
                </a:lnTo>
                <a:lnTo>
                  <a:pt x="1941605" y="46120"/>
                </a:lnTo>
                <a:lnTo>
                  <a:pt x="1920450" y="47377"/>
                </a:lnTo>
                <a:lnTo>
                  <a:pt x="1899285" y="48568"/>
                </a:lnTo>
                <a:lnTo>
                  <a:pt x="1878120" y="49692"/>
                </a:lnTo>
                <a:lnTo>
                  <a:pt x="1856946" y="50749"/>
                </a:lnTo>
                <a:lnTo>
                  <a:pt x="1835772" y="51759"/>
                </a:lnTo>
                <a:lnTo>
                  <a:pt x="1814598" y="52711"/>
                </a:lnTo>
                <a:lnTo>
                  <a:pt x="1793415" y="53616"/>
                </a:lnTo>
                <a:lnTo>
                  <a:pt x="1772241" y="54473"/>
                </a:lnTo>
                <a:lnTo>
                  <a:pt x="1751057" y="55293"/>
                </a:lnTo>
                <a:lnTo>
                  <a:pt x="1729873" y="56064"/>
                </a:lnTo>
                <a:lnTo>
                  <a:pt x="1708690" y="56798"/>
                </a:lnTo>
                <a:lnTo>
                  <a:pt x="1687506" y="57502"/>
                </a:lnTo>
                <a:lnTo>
                  <a:pt x="1666313" y="58160"/>
                </a:lnTo>
                <a:lnTo>
                  <a:pt x="1645129" y="58788"/>
                </a:lnTo>
                <a:lnTo>
                  <a:pt x="1623936" y="59388"/>
                </a:lnTo>
                <a:lnTo>
                  <a:pt x="1602743" y="59950"/>
                </a:lnTo>
                <a:lnTo>
                  <a:pt x="1581560" y="60474"/>
                </a:lnTo>
                <a:lnTo>
                  <a:pt x="1560366" y="60979"/>
                </a:lnTo>
                <a:lnTo>
                  <a:pt x="1539173" y="61455"/>
                </a:lnTo>
                <a:lnTo>
                  <a:pt x="1517980" y="61903"/>
                </a:lnTo>
                <a:lnTo>
                  <a:pt x="1496787" y="62322"/>
                </a:lnTo>
                <a:lnTo>
                  <a:pt x="1475594" y="62722"/>
                </a:lnTo>
                <a:lnTo>
                  <a:pt x="1454401" y="63084"/>
                </a:lnTo>
                <a:lnTo>
                  <a:pt x="1433208" y="63427"/>
                </a:lnTo>
                <a:lnTo>
                  <a:pt x="1412005" y="63751"/>
                </a:lnTo>
                <a:lnTo>
                  <a:pt x="1390812" y="64046"/>
                </a:lnTo>
                <a:lnTo>
                  <a:pt x="1369619" y="64313"/>
                </a:lnTo>
                <a:lnTo>
                  <a:pt x="1348426" y="64570"/>
                </a:lnTo>
                <a:lnTo>
                  <a:pt x="1327223" y="64789"/>
                </a:lnTo>
                <a:lnTo>
                  <a:pt x="1306030" y="64989"/>
                </a:lnTo>
                <a:lnTo>
                  <a:pt x="1284837" y="65170"/>
                </a:lnTo>
                <a:lnTo>
                  <a:pt x="1263634" y="65332"/>
                </a:lnTo>
                <a:lnTo>
                  <a:pt x="1242441" y="65475"/>
                </a:lnTo>
                <a:lnTo>
                  <a:pt x="1221238" y="65589"/>
                </a:lnTo>
                <a:lnTo>
                  <a:pt x="1200045" y="65665"/>
                </a:lnTo>
                <a:lnTo>
                  <a:pt x="1178843" y="65742"/>
                </a:lnTo>
                <a:lnTo>
                  <a:pt x="1157649" y="65799"/>
                </a:lnTo>
                <a:lnTo>
                  <a:pt x="1136447" y="65837"/>
                </a:lnTo>
                <a:lnTo>
                  <a:pt x="1115254" y="65846"/>
                </a:lnTo>
                <a:lnTo>
                  <a:pt x="1094061" y="65837"/>
                </a:lnTo>
                <a:lnTo>
                  <a:pt x="1072858" y="65799"/>
                </a:lnTo>
                <a:lnTo>
                  <a:pt x="1051665" y="65732"/>
                </a:lnTo>
                <a:lnTo>
                  <a:pt x="1030462" y="65656"/>
                </a:lnTo>
                <a:lnTo>
                  <a:pt x="1009269" y="65570"/>
                </a:lnTo>
                <a:lnTo>
                  <a:pt x="988066" y="65456"/>
                </a:lnTo>
                <a:lnTo>
                  <a:pt x="966873" y="65313"/>
                </a:lnTo>
                <a:lnTo>
                  <a:pt x="945680" y="65151"/>
                </a:lnTo>
                <a:lnTo>
                  <a:pt x="924477" y="64970"/>
                </a:lnTo>
                <a:lnTo>
                  <a:pt x="903284" y="64760"/>
                </a:lnTo>
                <a:lnTo>
                  <a:pt x="882082" y="64541"/>
                </a:lnTo>
                <a:lnTo>
                  <a:pt x="860889" y="64284"/>
                </a:lnTo>
                <a:lnTo>
                  <a:pt x="839695" y="64008"/>
                </a:lnTo>
                <a:lnTo>
                  <a:pt x="818502" y="63713"/>
                </a:lnTo>
                <a:lnTo>
                  <a:pt x="797300" y="63389"/>
                </a:lnTo>
                <a:lnTo>
                  <a:pt x="776107" y="63046"/>
                </a:lnTo>
                <a:lnTo>
                  <a:pt x="754913" y="62675"/>
                </a:lnTo>
                <a:lnTo>
                  <a:pt x="733720" y="62274"/>
                </a:lnTo>
                <a:lnTo>
                  <a:pt x="712527" y="61855"/>
                </a:lnTo>
                <a:lnTo>
                  <a:pt x="691334" y="61398"/>
                </a:lnTo>
                <a:lnTo>
                  <a:pt x="670141" y="60922"/>
                </a:lnTo>
                <a:lnTo>
                  <a:pt x="648948" y="60417"/>
                </a:lnTo>
                <a:lnTo>
                  <a:pt x="627764" y="59884"/>
                </a:lnTo>
                <a:lnTo>
                  <a:pt x="606571" y="59312"/>
                </a:lnTo>
                <a:lnTo>
                  <a:pt x="585378" y="58722"/>
                </a:lnTo>
                <a:lnTo>
                  <a:pt x="564194" y="58083"/>
                </a:lnTo>
                <a:lnTo>
                  <a:pt x="543011" y="57417"/>
                </a:lnTo>
                <a:lnTo>
                  <a:pt x="521818" y="56721"/>
                </a:lnTo>
                <a:lnTo>
                  <a:pt x="500634" y="55978"/>
                </a:lnTo>
                <a:lnTo>
                  <a:pt x="479450" y="55197"/>
                </a:lnTo>
                <a:lnTo>
                  <a:pt x="458276" y="54378"/>
                </a:lnTo>
                <a:lnTo>
                  <a:pt x="437093" y="53511"/>
                </a:lnTo>
                <a:lnTo>
                  <a:pt x="415909" y="52607"/>
                </a:lnTo>
                <a:lnTo>
                  <a:pt x="394735" y="51645"/>
                </a:lnTo>
                <a:lnTo>
                  <a:pt x="373561" y="50635"/>
                </a:lnTo>
                <a:lnTo>
                  <a:pt x="352396" y="49559"/>
                </a:lnTo>
                <a:lnTo>
                  <a:pt x="331232" y="48435"/>
                </a:lnTo>
                <a:lnTo>
                  <a:pt x="310067" y="47234"/>
                </a:lnTo>
                <a:lnTo>
                  <a:pt x="288903" y="45968"/>
                </a:lnTo>
                <a:lnTo>
                  <a:pt x="267748" y="44606"/>
                </a:lnTo>
                <a:lnTo>
                  <a:pt x="246602" y="43167"/>
                </a:lnTo>
                <a:lnTo>
                  <a:pt x="225457" y="41634"/>
                </a:lnTo>
                <a:lnTo>
                  <a:pt x="204330" y="39986"/>
                </a:lnTo>
                <a:lnTo>
                  <a:pt x="183204" y="38205"/>
                </a:lnTo>
                <a:lnTo>
                  <a:pt x="162096" y="36262"/>
                </a:lnTo>
                <a:lnTo>
                  <a:pt x="141008" y="34147"/>
                </a:lnTo>
                <a:lnTo>
                  <a:pt x="119939" y="31814"/>
                </a:lnTo>
                <a:lnTo>
                  <a:pt x="98898" y="29194"/>
                </a:lnTo>
                <a:lnTo>
                  <a:pt x="77915" y="26213"/>
                </a:lnTo>
                <a:lnTo>
                  <a:pt x="57007" y="22717"/>
                </a:lnTo>
                <a:lnTo>
                  <a:pt x="36262" y="18383"/>
                </a:lnTo>
                <a:lnTo>
                  <a:pt x="15935" y="12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091BF6F1-CFFB-4112-92EE-612DB2C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1258" y="3191418"/>
            <a:ext cx="2232993" cy="187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BA5C790-AEA4-4290-9847-A90D63B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7893" y="3934130"/>
            <a:ext cx="1676457" cy="563223"/>
          </a:xfrm>
          <a:custGeom xmlns:a="http://schemas.openxmlformats.org/drawingml/2006/main">
            <a:pathLst>
              <a:path w="1676457" h="563223">
                <a:moveTo>
                  <a:pt x="0" y="0"/>
                </a:moveTo>
                <a:lnTo>
                  <a:pt x="7553" y="14935"/>
                </a:lnTo>
                <a:lnTo>
                  <a:pt x="15107" y="29861"/>
                </a:lnTo>
                <a:lnTo>
                  <a:pt x="22660" y="44796"/>
                </a:lnTo>
                <a:lnTo>
                  <a:pt x="30223" y="59731"/>
                </a:lnTo>
                <a:lnTo>
                  <a:pt x="37776" y="74657"/>
                </a:lnTo>
                <a:lnTo>
                  <a:pt x="45329" y="89592"/>
                </a:lnTo>
                <a:lnTo>
                  <a:pt x="52883" y="104527"/>
                </a:lnTo>
                <a:lnTo>
                  <a:pt x="60436" y="119453"/>
                </a:lnTo>
                <a:lnTo>
                  <a:pt x="67989" y="134388"/>
                </a:lnTo>
                <a:lnTo>
                  <a:pt x="75543" y="149323"/>
                </a:lnTo>
                <a:lnTo>
                  <a:pt x="83106" y="164249"/>
                </a:lnTo>
                <a:lnTo>
                  <a:pt x="90659" y="179184"/>
                </a:lnTo>
                <a:lnTo>
                  <a:pt x="98212" y="194120"/>
                </a:lnTo>
                <a:lnTo>
                  <a:pt x="105766" y="209045"/>
                </a:lnTo>
                <a:lnTo>
                  <a:pt x="113319" y="223980"/>
                </a:lnTo>
                <a:lnTo>
                  <a:pt x="120872" y="238906"/>
                </a:lnTo>
                <a:lnTo>
                  <a:pt x="128426" y="253841"/>
                </a:lnTo>
                <a:lnTo>
                  <a:pt x="135988" y="268776"/>
                </a:lnTo>
                <a:lnTo>
                  <a:pt x="143542" y="283702"/>
                </a:lnTo>
                <a:lnTo>
                  <a:pt x="151095" y="298637"/>
                </a:lnTo>
                <a:lnTo>
                  <a:pt x="158648" y="313573"/>
                </a:lnTo>
                <a:lnTo>
                  <a:pt x="166202" y="328498"/>
                </a:lnTo>
                <a:lnTo>
                  <a:pt x="173755" y="343433"/>
                </a:lnTo>
                <a:lnTo>
                  <a:pt x="181308" y="358369"/>
                </a:lnTo>
                <a:lnTo>
                  <a:pt x="188871" y="373294"/>
                </a:lnTo>
                <a:lnTo>
                  <a:pt x="196425" y="388229"/>
                </a:lnTo>
                <a:lnTo>
                  <a:pt x="203978" y="403165"/>
                </a:lnTo>
                <a:lnTo>
                  <a:pt x="211531" y="418090"/>
                </a:lnTo>
                <a:lnTo>
                  <a:pt x="219085" y="433026"/>
                </a:lnTo>
                <a:lnTo>
                  <a:pt x="226638" y="447961"/>
                </a:lnTo>
                <a:lnTo>
                  <a:pt x="234191" y="462886"/>
                </a:lnTo>
                <a:lnTo>
                  <a:pt x="241754" y="477822"/>
                </a:lnTo>
                <a:lnTo>
                  <a:pt x="249307" y="492757"/>
                </a:lnTo>
                <a:lnTo>
                  <a:pt x="256908" y="507282"/>
                </a:lnTo>
                <a:lnTo>
                  <a:pt x="271148" y="515941"/>
                </a:lnTo>
                <a:lnTo>
                  <a:pt x="286807" y="521808"/>
                </a:lnTo>
                <a:lnTo>
                  <a:pt x="302914" y="526361"/>
                </a:lnTo>
                <a:lnTo>
                  <a:pt x="319211" y="530142"/>
                </a:lnTo>
                <a:lnTo>
                  <a:pt x="335623" y="533381"/>
                </a:lnTo>
                <a:lnTo>
                  <a:pt x="352120" y="536229"/>
                </a:lnTo>
                <a:lnTo>
                  <a:pt x="368656" y="538763"/>
                </a:lnTo>
                <a:lnTo>
                  <a:pt x="385239" y="541039"/>
                </a:lnTo>
                <a:lnTo>
                  <a:pt x="401841" y="543106"/>
                </a:lnTo>
                <a:lnTo>
                  <a:pt x="418471" y="544992"/>
                </a:lnTo>
                <a:lnTo>
                  <a:pt x="435112" y="546725"/>
                </a:lnTo>
                <a:lnTo>
                  <a:pt x="451771" y="548316"/>
                </a:lnTo>
                <a:lnTo>
                  <a:pt x="468440" y="549793"/>
                </a:lnTo>
                <a:lnTo>
                  <a:pt x="485118" y="551145"/>
                </a:lnTo>
                <a:lnTo>
                  <a:pt x="501806" y="552402"/>
                </a:lnTo>
                <a:lnTo>
                  <a:pt x="518503" y="553564"/>
                </a:lnTo>
                <a:lnTo>
                  <a:pt x="535200" y="554641"/>
                </a:lnTo>
                <a:lnTo>
                  <a:pt x="551907" y="555631"/>
                </a:lnTo>
                <a:lnTo>
                  <a:pt x="568614" y="556555"/>
                </a:lnTo>
                <a:lnTo>
                  <a:pt x="585330" y="557403"/>
                </a:lnTo>
                <a:lnTo>
                  <a:pt x="602047" y="558184"/>
                </a:lnTo>
                <a:lnTo>
                  <a:pt x="618763" y="558898"/>
                </a:lnTo>
                <a:lnTo>
                  <a:pt x="635489" y="559556"/>
                </a:lnTo>
                <a:lnTo>
                  <a:pt x="652205" y="560146"/>
                </a:lnTo>
                <a:lnTo>
                  <a:pt x="668931" y="560680"/>
                </a:lnTo>
                <a:lnTo>
                  <a:pt x="685657" y="561165"/>
                </a:lnTo>
                <a:lnTo>
                  <a:pt x="702393" y="561594"/>
                </a:lnTo>
                <a:lnTo>
                  <a:pt x="719118" y="561975"/>
                </a:lnTo>
                <a:lnTo>
                  <a:pt x="735854" y="562299"/>
                </a:lnTo>
                <a:lnTo>
                  <a:pt x="752580" y="562575"/>
                </a:lnTo>
                <a:lnTo>
                  <a:pt x="769315" y="562804"/>
                </a:lnTo>
                <a:lnTo>
                  <a:pt x="786051" y="562975"/>
                </a:lnTo>
                <a:lnTo>
                  <a:pt x="802786" y="563108"/>
                </a:lnTo>
                <a:lnTo>
                  <a:pt x="819512" y="563185"/>
                </a:lnTo>
                <a:lnTo>
                  <a:pt x="836247" y="563223"/>
                </a:lnTo>
                <a:lnTo>
                  <a:pt x="852983" y="563213"/>
                </a:lnTo>
                <a:lnTo>
                  <a:pt x="869718" y="563147"/>
                </a:lnTo>
                <a:lnTo>
                  <a:pt x="886454" y="563032"/>
                </a:lnTo>
                <a:lnTo>
                  <a:pt x="903189" y="562880"/>
                </a:lnTo>
                <a:lnTo>
                  <a:pt x="919915" y="562680"/>
                </a:lnTo>
                <a:lnTo>
                  <a:pt x="936650" y="562423"/>
                </a:lnTo>
                <a:lnTo>
                  <a:pt x="953386" y="562118"/>
                </a:lnTo>
                <a:lnTo>
                  <a:pt x="970112" y="561765"/>
                </a:lnTo>
                <a:lnTo>
                  <a:pt x="986847" y="561356"/>
                </a:lnTo>
                <a:lnTo>
                  <a:pt x="1003573" y="560899"/>
                </a:lnTo>
                <a:lnTo>
                  <a:pt x="1020299" y="560384"/>
                </a:lnTo>
                <a:lnTo>
                  <a:pt x="1037025" y="559813"/>
                </a:lnTo>
                <a:lnTo>
                  <a:pt x="1053741" y="559184"/>
                </a:lnTo>
                <a:lnTo>
                  <a:pt x="1070467" y="558498"/>
                </a:lnTo>
                <a:lnTo>
                  <a:pt x="1087184" y="557746"/>
                </a:lnTo>
                <a:lnTo>
                  <a:pt x="1103900" y="556927"/>
                </a:lnTo>
                <a:lnTo>
                  <a:pt x="1120607" y="556041"/>
                </a:lnTo>
                <a:lnTo>
                  <a:pt x="1137314" y="555079"/>
                </a:lnTo>
                <a:lnTo>
                  <a:pt x="1154011" y="554041"/>
                </a:lnTo>
                <a:lnTo>
                  <a:pt x="1170708" y="552917"/>
                </a:lnTo>
                <a:lnTo>
                  <a:pt x="1187406" y="551698"/>
                </a:lnTo>
                <a:lnTo>
                  <a:pt x="1204084" y="550383"/>
                </a:lnTo>
                <a:lnTo>
                  <a:pt x="1220762" y="548964"/>
                </a:lnTo>
                <a:lnTo>
                  <a:pt x="1237421" y="547421"/>
                </a:lnTo>
                <a:lnTo>
                  <a:pt x="1254071" y="545763"/>
                </a:lnTo>
                <a:lnTo>
                  <a:pt x="1270711" y="543944"/>
                </a:lnTo>
                <a:lnTo>
                  <a:pt x="1287323" y="541953"/>
                </a:lnTo>
                <a:lnTo>
                  <a:pt x="1303915" y="539772"/>
                </a:lnTo>
                <a:lnTo>
                  <a:pt x="1320470" y="537353"/>
                </a:lnTo>
                <a:lnTo>
                  <a:pt x="1336986" y="534648"/>
                </a:lnTo>
                <a:lnTo>
                  <a:pt x="1353436" y="531590"/>
                </a:lnTo>
                <a:lnTo>
                  <a:pt x="1369800" y="528066"/>
                </a:lnTo>
                <a:lnTo>
                  <a:pt x="1386002" y="523885"/>
                </a:lnTo>
                <a:lnTo>
                  <a:pt x="1401899" y="518684"/>
                </a:lnTo>
                <a:lnTo>
                  <a:pt x="1417006" y="511550"/>
                </a:lnTo>
                <a:lnTo>
                  <a:pt x="1427855" y="499386"/>
                </a:lnTo>
                <a:lnTo>
                  <a:pt x="1434703" y="484251"/>
                </a:lnTo>
                <a:lnTo>
                  <a:pt x="1442256" y="469316"/>
                </a:lnTo>
                <a:lnTo>
                  <a:pt x="1449810" y="454390"/>
                </a:lnTo>
                <a:lnTo>
                  <a:pt x="1457373" y="439455"/>
                </a:lnTo>
                <a:lnTo>
                  <a:pt x="1464926" y="424520"/>
                </a:lnTo>
                <a:lnTo>
                  <a:pt x="1472479" y="409594"/>
                </a:lnTo>
                <a:lnTo>
                  <a:pt x="1480033" y="394659"/>
                </a:lnTo>
                <a:lnTo>
                  <a:pt x="1487586" y="379724"/>
                </a:lnTo>
                <a:lnTo>
                  <a:pt x="1495139" y="364798"/>
                </a:lnTo>
                <a:lnTo>
                  <a:pt x="1502693" y="349863"/>
                </a:lnTo>
                <a:lnTo>
                  <a:pt x="1510255" y="334928"/>
                </a:lnTo>
                <a:lnTo>
                  <a:pt x="1517809" y="320002"/>
                </a:lnTo>
                <a:lnTo>
                  <a:pt x="1525362" y="305067"/>
                </a:lnTo>
                <a:lnTo>
                  <a:pt x="1532915" y="290132"/>
                </a:lnTo>
                <a:lnTo>
                  <a:pt x="1540469" y="275206"/>
                </a:lnTo>
                <a:lnTo>
                  <a:pt x="1548022" y="260271"/>
                </a:lnTo>
                <a:lnTo>
                  <a:pt x="1555575" y="245335"/>
                </a:lnTo>
                <a:lnTo>
                  <a:pt x="1563138" y="230410"/>
                </a:lnTo>
                <a:lnTo>
                  <a:pt x="1570692" y="215475"/>
                </a:lnTo>
                <a:lnTo>
                  <a:pt x="1578245" y="200539"/>
                </a:lnTo>
                <a:lnTo>
                  <a:pt x="1585798" y="185614"/>
                </a:lnTo>
                <a:lnTo>
                  <a:pt x="1593352" y="170678"/>
                </a:lnTo>
                <a:lnTo>
                  <a:pt x="1600905" y="155743"/>
                </a:lnTo>
                <a:lnTo>
                  <a:pt x="1608458" y="140818"/>
                </a:lnTo>
                <a:lnTo>
                  <a:pt x="1616021" y="125882"/>
                </a:lnTo>
                <a:lnTo>
                  <a:pt x="1623574" y="110947"/>
                </a:lnTo>
                <a:lnTo>
                  <a:pt x="1631128" y="96022"/>
                </a:lnTo>
                <a:lnTo>
                  <a:pt x="1638681" y="81086"/>
                </a:lnTo>
                <a:lnTo>
                  <a:pt x="1646234" y="66151"/>
                </a:lnTo>
                <a:lnTo>
                  <a:pt x="1653788" y="51225"/>
                </a:lnTo>
                <a:lnTo>
                  <a:pt x="1661341" y="36290"/>
                </a:lnTo>
                <a:lnTo>
                  <a:pt x="1668904" y="21365"/>
                </a:lnTo>
                <a:lnTo>
                  <a:pt x="1676457" y="6429"/>
                </a:lnTo>
                <a:lnTo>
                  <a:pt x="1674971" y="7906"/>
                </a:lnTo>
                <a:lnTo>
                  <a:pt x="1660217" y="15669"/>
                </a:lnTo>
                <a:lnTo>
                  <a:pt x="1644291" y="20784"/>
                </a:lnTo>
                <a:lnTo>
                  <a:pt x="1628042" y="24755"/>
                </a:lnTo>
                <a:lnTo>
                  <a:pt x="1611630" y="28061"/>
                </a:lnTo>
                <a:lnTo>
                  <a:pt x="1595142" y="30918"/>
                </a:lnTo>
                <a:lnTo>
                  <a:pt x="1578607" y="33442"/>
                </a:lnTo>
                <a:lnTo>
                  <a:pt x="1562024" y="35719"/>
                </a:lnTo>
                <a:lnTo>
                  <a:pt x="1545422" y="37786"/>
                </a:lnTo>
                <a:lnTo>
                  <a:pt x="1528791" y="39681"/>
                </a:lnTo>
                <a:lnTo>
                  <a:pt x="1512151" y="41434"/>
                </a:lnTo>
                <a:lnTo>
                  <a:pt x="1495492" y="43053"/>
                </a:lnTo>
                <a:lnTo>
                  <a:pt x="1478832" y="44567"/>
                </a:lnTo>
                <a:lnTo>
                  <a:pt x="1462154" y="45987"/>
                </a:lnTo>
                <a:lnTo>
                  <a:pt x="1445476" y="47311"/>
                </a:lnTo>
                <a:lnTo>
                  <a:pt x="1428788" y="48558"/>
                </a:lnTo>
                <a:lnTo>
                  <a:pt x="1412091" y="49740"/>
                </a:lnTo>
                <a:lnTo>
                  <a:pt x="1395393" y="50844"/>
                </a:lnTo>
                <a:lnTo>
                  <a:pt x="1378696" y="51892"/>
                </a:lnTo>
                <a:lnTo>
                  <a:pt x="1361989" y="52883"/>
                </a:lnTo>
                <a:lnTo>
                  <a:pt x="1345282" y="53826"/>
                </a:lnTo>
                <a:lnTo>
                  <a:pt x="1328566" y="54712"/>
                </a:lnTo>
                <a:lnTo>
                  <a:pt x="1311859" y="55559"/>
                </a:lnTo>
                <a:lnTo>
                  <a:pt x="1295143" y="56350"/>
                </a:lnTo>
                <a:lnTo>
                  <a:pt x="1278426" y="57102"/>
                </a:lnTo>
                <a:lnTo>
                  <a:pt x="1261710" y="57817"/>
                </a:lnTo>
                <a:lnTo>
                  <a:pt x="1244984" y="58493"/>
                </a:lnTo>
                <a:lnTo>
                  <a:pt x="1228268" y="59131"/>
                </a:lnTo>
                <a:lnTo>
                  <a:pt x="1211542" y="59741"/>
                </a:lnTo>
                <a:lnTo>
                  <a:pt x="1194816" y="60312"/>
                </a:lnTo>
                <a:lnTo>
                  <a:pt x="1178090" y="60846"/>
                </a:lnTo>
                <a:lnTo>
                  <a:pt x="1161364" y="61351"/>
                </a:lnTo>
                <a:lnTo>
                  <a:pt x="1144638" y="61827"/>
                </a:lnTo>
                <a:lnTo>
                  <a:pt x="1127912" y="62274"/>
                </a:lnTo>
                <a:lnTo>
                  <a:pt x="1111177" y="62694"/>
                </a:lnTo>
                <a:lnTo>
                  <a:pt x="1094451" y="63075"/>
                </a:lnTo>
                <a:lnTo>
                  <a:pt x="1077716" y="63437"/>
                </a:lnTo>
                <a:lnTo>
                  <a:pt x="1060990" y="63770"/>
                </a:lnTo>
                <a:lnTo>
                  <a:pt x="1044254" y="64075"/>
                </a:lnTo>
                <a:lnTo>
                  <a:pt x="1027528" y="64360"/>
                </a:lnTo>
                <a:lnTo>
                  <a:pt x="1010793" y="64618"/>
                </a:lnTo>
                <a:lnTo>
                  <a:pt x="994058" y="64846"/>
                </a:lnTo>
                <a:lnTo>
                  <a:pt x="977322" y="65056"/>
                </a:lnTo>
                <a:lnTo>
                  <a:pt x="960596" y="65237"/>
                </a:lnTo>
                <a:lnTo>
                  <a:pt x="943861" y="65389"/>
                </a:lnTo>
                <a:lnTo>
                  <a:pt x="927125" y="65522"/>
                </a:lnTo>
                <a:lnTo>
                  <a:pt x="910390" y="65637"/>
                </a:lnTo>
                <a:lnTo>
                  <a:pt x="893655" y="65723"/>
                </a:lnTo>
                <a:lnTo>
                  <a:pt x="876919" y="65789"/>
                </a:lnTo>
                <a:lnTo>
                  <a:pt x="860193" y="65827"/>
                </a:lnTo>
                <a:lnTo>
                  <a:pt x="843458" y="65846"/>
                </a:lnTo>
                <a:lnTo>
                  <a:pt x="826722" y="65837"/>
                </a:lnTo>
                <a:lnTo>
                  <a:pt x="809987" y="65808"/>
                </a:lnTo>
                <a:lnTo>
                  <a:pt x="793252" y="65751"/>
                </a:lnTo>
                <a:lnTo>
                  <a:pt x="776516" y="65675"/>
                </a:lnTo>
                <a:lnTo>
                  <a:pt x="759781" y="65580"/>
                </a:lnTo>
                <a:lnTo>
                  <a:pt x="743055" y="65456"/>
                </a:lnTo>
                <a:lnTo>
                  <a:pt x="726319" y="65303"/>
                </a:lnTo>
                <a:lnTo>
                  <a:pt x="709584" y="65132"/>
                </a:lnTo>
                <a:lnTo>
                  <a:pt x="692849" y="64941"/>
                </a:lnTo>
                <a:lnTo>
                  <a:pt x="676123" y="64722"/>
                </a:lnTo>
                <a:lnTo>
                  <a:pt x="659387" y="64475"/>
                </a:lnTo>
                <a:lnTo>
                  <a:pt x="642652" y="64208"/>
                </a:lnTo>
                <a:lnTo>
                  <a:pt x="625926" y="63913"/>
                </a:lnTo>
                <a:lnTo>
                  <a:pt x="609190" y="63589"/>
                </a:lnTo>
                <a:lnTo>
                  <a:pt x="592465" y="63236"/>
                </a:lnTo>
                <a:lnTo>
                  <a:pt x="575729" y="62855"/>
                </a:lnTo>
                <a:lnTo>
                  <a:pt x="559003" y="62455"/>
                </a:lnTo>
                <a:lnTo>
                  <a:pt x="542268" y="62017"/>
                </a:lnTo>
                <a:lnTo>
                  <a:pt x="525542" y="61560"/>
                </a:lnTo>
                <a:lnTo>
                  <a:pt x="508816" y="61065"/>
                </a:lnTo>
                <a:lnTo>
                  <a:pt x="492090" y="60550"/>
                </a:lnTo>
                <a:lnTo>
                  <a:pt x="475364" y="59988"/>
                </a:lnTo>
                <a:lnTo>
                  <a:pt x="458638" y="59407"/>
                </a:lnTo>
                <a:lnTo>
                  <a:pt x="441922" y="58779"/>
                </a:lnTo>
                <a:lnTo>
                  <a:pt x="425196" y="58122"/>
                </a:lnTo>
                <a:lnTo>
                  <a:pt x="408480" y="57417"/>
                </a:lnTo>
                <a:lnTo>
                  <a:pt x="391763" y="56683"/>
                </a:lnTo>
                <a:lnTo>
                  <a:pt x="375047" y="55902"/>
                </a:lnTo>
                <a:lnTo>
                  <a:pt x="358331" y="55083"/>
                </a:lnTo>
                <a:lnTo>
                  <a:pt x="341614" y="54216"/>
                </a:lnTo>
                <a:lnTo>
                  <a:pt x="324907" y="53302"/>
                </a:lnTo>
                <a:lnTo>
                  <a:pt x="308200" y="52330"/>
                </a:lnTo>
                <a:lnTo>
                  <a:pt x="291503" y="51311"/>
                </a:lnTo>
                <a:lnTo>
                  <a:pt x="274806" y="50225"/>
                </a:lnTo>
                <a:lnTo>
                  <a:pt x="258108" y="49073"/>
                </a:lnTo>
                <a:lnTo>
                  <a:pt x="241421" y="47854"/>
                </a:lnTo>
                <a:lnTo>
                  <a:pt x="224733" y="46558"/>
                </a:lnTo>
                <a:lnTo>
                  <a:pt x="208055" y="45187"/>
                </a:lnTo>
                <a:lnTo>
                  <a:pt x="191386" y="43720"/>
                </a:lnTo>
                <a:lnTo>
                  <a:pt x="174727" y="42148"/>
                </a:lnTo>
                <a:lnTo>
                  <a:pt x="158077" y="40453"/>
                </a:lnTo>
                <a:lnTo>
                  <a:pt x="141446" y="38624"/>
                </a:lnTo>
                <a:lnTo>
                  <a:pt x="124825" y="36633"/>
                </a:lnTo>
                <a:lnTo>
                  <a:pt x="108233" y="34452"/>
                </a:lnTo>
                <a:lnTo>
                  <a:pt x="91678" y="32042"/>
                </a:lnTo>
                <a:lnTo>
                  <a:pt x="75162" y="29337"/>
                </a:lnTo>
                <a:lnTo>
                  <a:pt x="58722" y="26241"/>
                </a:lnTo>
                <a:lnTo>
                  <a:pt x="42386" y="22593"/>
                </a:lnTo>
                <a:lnTo>
                  <a:pt x="26279" y="18059"/>
                </a:lnTo>
                <a:lnTo>
                  <a:pt x="10782" y="11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9A33FAA0-72B1-4B1E-B34E-5765C5BB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7883" y="3840509"/>
            <a:ext cx="1679734" cy="187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0E96BD48-C6A4-494D-ABA2-D79817CA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9543" y="4583211"/>
            <a:ext cx="1173861" cy="563213"/>
          </a:xfrm>
          <a:custGeom xmlns:a="http://schemas.openxmlformats.org/drawingml/2006/main">
            <a:pathLst>
              <a:path w="1173861" h="563213">
                <a:moveTo>
                  <a:pt x="0" y="0"/>
                </a:moveTo>
                <a:lnTo>
                  <a:pt x="6839" y="14373"/>
                </a:lnTo>
                <a:lnTo>
                  <a:pt x="13687" y="28756"/>
                </a:lnTo>
                <a:lnTo>
                  <a:pt x="20526" y="43129"/>
                </a:lnTo>
                <a:lnTo>
                  <a:pt x="27365" y="57512"/>
                </a:lnTo>
                <a:lnTo>
                  <a:pt x="34214" y="71885"/>
                </a:lnTo>
                <a:lnTo>
                  <a:pt x="41053" y="86258"/>
                </a:lnTo>
                <a:lnTo>
                  <a:pt x="47892" y="100641"/>
                </a:lnTo>
                <a:lnTo>
                  <a:pt x="54740" y="115014"/>
                </a:lnTo>
                <a:lnTo>
                  <a:pt x="61579" y="129397"/>
                </a:lnTo>
                <a:lnTo>
                  <a:pt x="68418" y="143770"/>
                </a:lnTo>
                <a:lnTo>
                  <a:pt x="75267" y="158144"/>
                </a:lnTo>
                <a:lnTo>
                  <a:pt x="82105" y="172526"/>
                </a:lnTo>
                <a:lnTo>
                  <a:pt x="88944" y="186900"/>
                </a:lnTo>
                <a:lnTo>
                  <a:pt x="95793" y="201282"/>
                </a:lnTo>
                <a:lnTo>
                  <a:pt x="102632" y="215656"/>
                </a:lnTo>
                <a:lnTo>
                  <a:pt x="109471" y="230029"/>
                </a:lnTo>
                <a:lnTo>
                  <a:pt x="116319" y="244412"/>
                </a:lnTo>
                <a:lnTo>
                  <a:pt x="123158" y="258785"/>
                </a:lnTo>
                <a:lnTo>
                  <a:pt x="129997" y="273167"/>
                </a:lnTo>
                <a:lnTo>
                  <a:pt x="136846" y="287541"/>
                </a:lnTo>
                <a:lnTo>
                  <a:pt x="143685" y="301914"/>
                </a:lnTo>
                <a:lnTo>
                  <a:pt x="150524" y="316297"/>
                </a:lnTo>
                <a:lnTo>
                  <a:pt x="157372" y="330670"/>
                </a:lnTo>
                <a:lnTo>
                  <a:pt x="164211" y="345053"/>
                </a:lnTo>
                <a:lnTo>
                  <a:pt x="171050" y="359426"/>
                </a:lnTo>
                <a:lnTo>
                  <a:pt x="177898" y="373799"/>
                </a:lnTo>
                <a:lnTo>
                  <a:pt x="184737" y="388182"/>
                </a:lnTo>
                <a:lnTo>
                  <a:pt x="191576" y="402555"/>
                </a:lnTo>
                <a:lnTo>
                  <a:pt x="198425" y="416938"/>
                </a:lnTo>
                <a:lnTo>
                  <a:pt x="205264" y="431311"/>
                </a:lnTo>
                <a:lnTo>
                  <a:pt x="212103" y="445684"/>
                </a:lnTo>
                <a:lnTo>
                  <a:pt x="218951" y="460067"/>
                </a:lnTo>
                <a:lnTo>
                  <a:pt x="225790" y="474440"/>
                </a:lnTo>
                <a:lnTo>
                  <a:pt x="232629" y="488823"/>
                </a:lnTo>
                <a:lnTo>
                  <a:pt x="237944" y="503663"/>
                </a:lnTo>
                <a:lnTo>
                  <a:pt x="248060" y="515712"/>
                </a:lnTo>
                <a:lnTo>
                  <a:pt x="261728" y="523837"/>
                </a:lnTo>
                <a:lnTo>
                  <a:pt x="276435" y="529914"/>
                </a:lnTo>
                <a:lnTo>
                  <a:pt x="291589" y="534781"/>
                </a:lnTo>
                <a:lnTo>
                  <a:pt x="306981" y="538848"/>
                </a:lnTo>
                <a:lnTo>
                  <a:pt x="322526" y="542306"/>
                </a:lnTo>
                <a:lnTo>
                  <a:pt x="338157" y="545316"/>
                </a:lnTo>
                <a:lnTo>
                  <a:pt x="353863" y="547945"/>
                </a:lnTo>
                <a:lnTo>
                  <a:pt x="369618" y="550259"/>
                </a:lnTo>
                <a:lnTo>
                  <a:pt x="385401" y="552307"/>
                </a:lnTo>
                <a:lnTo>
                  <a:pt x="401222" y="554117"/>
                </a:lnTo>
                <a:lnTo>
                  <a:pt x="417062" y="555727"/>
                </a:lnTo>
                <a:lnTo>
                  <a:pt x="432921" y="557136"/>
                </a:lnTo>
                <a:lnTo>
                  <a:pt x="448799" y="558384"/>
                </a:lnTo>
                <a:lnTo>
                  <a:pt x="464677" y="559460"/>
                </a:lnTo>
                <a:lnTo>
                  <a:pt x="480574" y="560394"/>
                </a:lnTo>
                <a:lnTo>
                  <a:pt x="496481" y="561184"/>
                </a:lnTo>
                <a:lnTo>
                  <a:pt x="512388" y="561842"/>
                </a:lnTo>
                <a:lnTo>
                  <a:pt x="528304" y="562366"/>
                </a:lnTo>
                <a:lnTo>
                  <a:pt x="544220" y="562756"/>
                </a:lnTo>
                <a:lnTo>
                  <a:pt x="560137" y="563032"/>
                </a:lnTo>
                <a:lnTo>
                  <a:pt x="576062" y="563185"/>
                </a:lnTo>
                <a:lnTo>
                  <a:pt x="591979" y="563213"/>
                </a:lnTo>
                <a:lnTo>
                  <a:pt x="607905" y="563128"/>
                </a:lnTo>
                <a:lnTo>
                  <a:pt x="623821" y="562918"/>
                </a:lnTo>
                <a:lnTo>
                  <a:pt x="639747" y="562585"/>
                </a:lnTo>
                <a:lnTo>
                  <a:pt x="655653" y="562127"/>
                </a:lnTo>
                <a:lnTo>
                  <a:pt x="671570" y="561546"/>
                </a:lnTo>
                <a:lnTo>
                  <a:pt x="687476" y="560832"/>
                </a:lnTo>
                <a:lnTo>
                  <a:pt x="703374" y="559975"/>
                </a:lnTo>
                <a:lnTo>
                  <a:pt x="719261" y="558975"/>
                </a:lnTo>
                <a:lnTo>
                  <a:pt x="735140" y="557813"/>
                </a:lnTo>
                <a:lnTo>
                  <a:pt x="751008" y="556489"/>
                </a:lnTo>
                <a:lnTo>
                  <a:pt x="766858" y="554984"/>
                </a:lnTo>
                <a:lnTo>
                  <a:pt x="782698" y="553288"/>
                </a:lnTo>
                <a:lnTo>
                  <a:pt x="798500" y="551364"/>
                </a:lnTo>
                <a:lnTo>
                  <a:pt x="814273" y="549202"/>
                </a:lnTo>
                <a:lnTo>
                  <a:pt x="829999" y="546735"/>
                </a:lnTo>
                <a:lnTo>
                  <a:pt x="845677" y="543944"/>
                </a:lnTo>
                <a:lnTo>
                  <a:pt x="861270" y="540734"/>
                </a:lnTo>
                <a:lnTo>
                  <a:pt x="876748" y="537000"/>
                </a:lnTo>
                <a:lnTo>
                  <a:pt x="892045" y="532590"/>
                </a:lnTo>
                <a:lnTo>
                  <a:pt x="907028" y="527218"/>
                </a:lnTo>
                <a:lnTo>
                  <a:pt x="921363" y="520322"/>
                </a:lnTo>
                <a:lnTo>
                  <a:pt x="933945" y="510654"/>
                </a:lnTo>
                <a:lnTo>
                  <a:pt x="940184" y="496386"/>
                </a:lnTo>
                <a:lnTo>
                  <a:pt x="947023" y="482003"/>
                </a:lnTo>
                <a:lnTo>
                  <a:pt x="953872" y="467630"/>
                </a:lnTo>
                <a:lnTo>
                  <a:pt x="960711" y="453257"/>
                </a:lnTo>
                <a:lnTo>
                  <a:pt x="967550" y="438874"/>
                </a:lnTo>
                <a:lnTo>
                  <a:pt x="974398" y="424501"/>
                </a:lnTo>
                <a:lnTo>
                  <a:pt x="981237" y="410118"/>
                </a:lnTo>
                <a:lnTo>
                  <a:pt x="988076" y="395745"/>
                </a:lnTo>
                <a:lnTo>
                  <a:pt x="994924" y="381371"/>
                </a:lnTo>
                <a:lnTo>
                  <a:pt x="1001763" y="366989"/>
                </a:lnTo>
                <a:lnTo>
                  <a:pt x="1008602" y="352616"/>
                </a:lnTo>
                <a:lnTo>
                  <a:pt x="1015451" y="338233"/>
                </a:lnTo>
                <a:lnTo>
                  <a:pt x="1022290" y="323860"/>
                </a:lnTo>
                <a:lnTo>
                  <a:pt x="1029129" y="309486"/>
                </a:lnTo>
                <a:lnTo>
                  <a:pt x="1035977" y="295104"/>
                </a:lnTo>
                <a:lnTo>
                  <a:pt x="1042816" y="280730"/>
                </a:lnTo>
                <a:lnTo>
                  <a:pt x="1049655" y="266348"/>
                </a:lnTo>
                <a:lnTo>
                  <a:pt x="1056503" y="251974"/>
                </a:lnTo>
                <a:lnTo>
                  <a:pt x="1063342" y="237601"/>
                </a:lnTo>
                <a:lnTo>
                  <a:pt x="1070181" y="223218"/>
                </a:lnTo>
                <a:lnTo>
                  <a:pt x="1077030" y="208845"/>
                </a:lnTo>
                <a:lnTo>
                  <a:pt x="1083869" y="194462"/>
                </a:lnTo>
                <a:lnTo>
                  <a:pt x="1090708" y="180089"/>
                </a:lnTo>
                <a:lnTo>
                  <a:pt x="1097556" y="165716"/>
                </a:lnTo>
                <a:lnTo>
                  <a:pt x="1104395" y="151333"/>
                </a:lnTo>
                <a:lnTo>
                  <a:pt x="1111234" y="136960"/>
                </a:lnTo>
                <a:lnTo>
                  <a:pt x="1118083" y="122577"/>
                </a:lnTo>
                <a:lnTo>
                  <a:pt x="1124922" y="108204"/>
                </a:lnTo>
                <a:lnTo>
                  <a:pt x="1131761" y="93831"/>
                </a:lnTo>
                <a:lnTo>
                  <a:pt x="1138609" y="79448"/>
                </a:lnTo>
                <a:lnTo>
                  <a:pt x="1145448" y="65075"/>
                </a:lnTo>
                <a:lnTo>
                  <a:pt x="1152287" y="50692"/>
                </a:lnTo>
                <a:lnTo>
                  <a:pt x="1159135" y="36319"/>
                </a:lnTo>
                <a:lnTo>
                  <a:pt x="1165974" y="21946"/>
                </a:lnTo>
                <a:lnTo>
                  <a:pt x="1172813" y="7563"/>
                </a:lnTo>
                <a:lnTo>
                  <a:pt x="1173861" y="6953"/>
                </a:lnTo>
                <a:lnTo>
                  <a:pt x="1161259" y="16478"/>
                </a:lnTo>
                <a:lnTo>
                  <a:pt x="1146591" y="22641"/>
                </a:lnTo>
                <a:lnTo>
                  <a:pt x="1131380" y="27346"/>
                </a:lnTo>
                <a:lnTo>
                  <a:pt x="1115939" y="31204"/>
                </a:lnTo>
                <a:lnTo>
                  <a:pt x="1100357" y="34500"/>
                </a:lnTo>
                <a:lnTo>
                  <a:pt x="1084707" y="37386"/>
                </a:lnTo>
                <a:lnTo>
                  <a:pt x="1068991" y="39948"/>
                </a:lnTo>
                <a:lnTo>
                  <a:pt x="1053236" y="42253"/>
                </a:lnTo>
                <a:lnTo>
                  <a:pt x="1037453" y="44348"/>
                </a:lnTo>
                <a:lnTo>
                  <a:pt x="1021642" y="46263"/>
                </a:lnTo>
                <a:lnTo>
                  <a:pt x="1005821" y="48016"/>
                </a:lnTo>
                <a:lnTo>
                  <a:pt x="989981" y="49635"/>
                </a:lnTo>
                <a:lnTo>
                  <a:pt x="974131" y="51140"/>
                </a:lnTo>
                <a:lnTo>
                  <a:pt x="958263" y="52521"/>
                </a:lnTo>
                <a:lnTo>
                  <a:pt x="942394" y="53807"/>
                </a:lnTo>
                <a:lnTo>
                  <a:pt x="926516" y="55007"/>
                </a:lnTo>
                <a:lnTo>
                  <a:pt x="910638" y="56112"/>
                </a:lnTo>
                <a:lnTo>
                  <a:pt x="894750" y="57150"/>
                </a:lnTo>
                <a:lnTo>
                  <a:pt x="878853" y="58103"/>
                </a:lnTo>
                <a:lnTo>
                  <a:pt x="862955" y="58988"/>
                </a:lnTo>
                <a:lnTo>
                  <a:pt x="847058" y="59817"/>
                </a:lnTo>
                <a:lnTo>
                  <a:pt x="831152" y="60579"/>
                </a:lnTo>
                <a:lnTo>
                  <a:pt x="815245" y="61274"/>
                </a:lnTo>
                <a:lnTo>
                  <a:pt x="799338" y="61922"/>
                </a:lnTo>
                <a:lnTo>
                  <a:pt x="783422" y="62503"/>
                </a:lnTo>
                <a:lnTo>
                  <a:pt x="767515" y="63046"/>
                </a:lnTo>
                <a:lnTo>
                  <a:pt x="751599" y="63532"/>
                </a:lnTo>
                <a:lnTo>
                  <a:pt x="735682" y="63970"/>
                </a:lnTo>
                <a:lnTo>
                  <a:pt x="719766" y="64360"/>
                </a:lnTo>
                <a:lnTo>
                  <a:pt x="703850" y="64694"/>
                </a:lnTo>
                <a:lnTo>
                  <a:pt x="687924" y="64999"/>
                </a:lnTo>
                <a:lnTo>
                  <a:pt x="672008" y="65246"/>
                </a:lnTo>
                <a:lnTo>
                  <a:pt x="656082" y="65456"/>
                </a:lnTo>
                <a:lnTo>
                  <a:pt x="640166" y="65618"/>
                </a:lnTo>
                <a:lnTo>
                  <a:pt x="624240" y="65732"/>
                </a:lnTo>
                <a:lnTo>
                  <a:pt x="608324" y="65808"/>
                </a:lnTo>
                <a:lnTo>
                  <a:pt x="592398" y="65846"/>
                </a:lnTo>
                <a:lnTo>
                  <a:pt x="576472" y="65837"/>
                </a:lnTo>
                <a:lnTo>
                  <a:pt x="560556" y="65780"/>
                </a:lnTo>
                <a:lnTo>
                  <a:pt x="544630" y="65684"/>
                </a:lnTo>
                <a:lnTo>
                  <a:pt x="528714" y="65542"/>
                </a:lnTo>
                <a:lnTo>
                  <a:pt x="512788" y="65361"/>
                </a:lnTo>
                <a:lnTo>
                  <a:pt x="496872" y="65132"/>
                </a:lnTo>
                <a:lnTo>
                  <a:pt x="480946" y="64865"/>
                </a:lnTo>
                <a:lnTo>
                  <a:pt x="465030" y="64551"/>
                </a:lnTo>
                <a:lnTo>
                  <a:pt x="449113" y="64179"/>
                </a:lnTo>
                <a:lnTo>
                  <a:pt x="433197" y="63770"/>
                </a:lnTo>
                <a:lnTo>
                  <a:pt x="417281" y="63303"/>
                </a:lnTo>
                <a:lnTo>
                  <a:pt x="401364" y="62798"/>
                </a:lnTo>
                <a:lnTo>
                  <a:pt x="385458" y="62236"/>
                </a:lnTo>
                <a:lnTo>
                  <a:pt x="369541" y="61617"/>
                </a:lnTo>
                <a:lnTo>
                  <a:pt x="353635" y="60950"/>
                </a:lnTo>
                <a:lnTo>
                  <a:pt x="337728" y="60217"/>
                </a:lnTo>
                <a:lnTo>
                  <a:pt x="321831" y="59436"/>
                </a:lnTo>
                <a:lnTo>
                  <a:pt x="305924" y="58579"/>
                </a:lnTo>
                <a:lnTo>
                  <a:pt x="290036" y="57655"/>
                </a:lnTo>
                <a:lnTo>
                  <a:pt x="274139" y="56664"/>
                </a:lnTo>
                <a:lnTo>
                  <a:pt x="258251" y="55597"/>
                </a:lnTo>
                <a:lnTo>
                  <a:pt x="242373" y="54445"/>
                </a:lnTo>
                <a:lnTo>
                  <a:pt x="226505" y="53216"/>
                </a:lnTo>
                <a:lnTo>
                  <a:pt x="210636" y="51883"/>
                </a:lnTo>
                <a:lnTo>
                  <a:pt x="194777" y="50444"/>
                </a:lnTo>
                <a:lnTo>
                  <a:pt x="178927" y="48882"/>
                </a:lnTo>
                <a:lnTo>
                  <a:pt x="163097" y="47206"/>
                </a:lnTo>
                <a:lnTo>
                  <a:pt x="147285" y="45377"/>
                </a:lnTo>
                <a:lnTo>
                  <a:pt x="131483" y="43386"/>
                </a:lnTo>
                <a:lnTo>
                  <a:pt x="115710" y="41196"/>
                </a:lnTo>
                <a:lnTo>
                  <a:pt x="99974" y="38767"/>
                </a:lnTo>
                <a:lnTo>
                  <a:pt x="84287" y="36062"/>
                </a:lnTo>
                <a:lnTo>
                  <a:pt x="68666" y="32995"/>
                </a:lnTo>
                <a:lnTo>
                  <a:pt x="53140" y="29461"/>
                </a:lnTo>
                <a:lnTo>
                  <a:pt x="37786" y="25251"/>
                </a:lnTo>
                <a:lnTo>
                  <a:pt x="22774" y="19964"/>
                </a:lnTo>
                <a:lnTo>
                  <a:pt x="8687" y="126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FB1FF24B-E0E9-4039-AA1C-8AF7115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9543" y="4489590"/>
            <a:ext cx="1176414" cy="187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2AD67CC3-19E9-4F95-9810-BC1079B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9235" y="2604011"/>
            <a:ext cx="1537030" cy="2589505"/>
          </a:xfrm>
          <a:custGeom xmlns:a="http://schemas.openxmlformats.org/drawingml/2006/main">
            <a:pathLst>
              <a:path w="1537030" h="2589505">
                <a:moveTo>
                  <a:pt x="0" y="0"/>
                </a:moveTo>
                <a:lnTo>
                  <a:pt x="133" y="32404"/>
                </a:lnTo>
                <a:lnTo>
                  <a:pt x="9487" y="63456"/>
                </a:lnTo>
                <a:lnTo>
                  <a:pt x="18831" y="94507"/>
                </a:lnTo>
                <a:lnTo>
                  <a:pt x="28175" y="125559"/>
                </a:lnTo>
                <a:lnTo>
                  <a:pt x="37519" y="156601"/>
                </a:lnTo>
                <a:lnTo>
                  <a:pt x="46873" y="187652"/>
                </a:lnTo>
                <a:lnTo>
                  <a:pt x="56217" y="218704"/>
                </a:lnTo>
                <a:lnTo>
                  <a:pt x="65561" y="249755"/>
                </a:lnTo>
                <a:lnTo>
                  <a:pt x="74905" y="280807"/>
                </a:lnTo>
                <a:lnTo>
                  <a:pt x="84258" y="311849"/>
                </a:lnTo>
                <a:lnTo>
                  <a:pt x="93602" y="342900"/>
                </a:lnTo>
                <a:lnTo>
                  <a:pt x="102946" y="373952"/>
                </a:lnTo>
                <a:lnTo>
                  <a:pt x="112300" y="405003"/>
                </a:lnTo>
                <a:lnTo>
                  <a:pt x="121644" y="436055"/>
                </a:lnTo>
                <a:lnTo>
                  <a:pt x="130988" y="467096"/>
                </a:lnTo>
                <a:lnTo>
                  <a:pt x="140332" y="498148"/>
                </a:lnTo>
                <a:lnTo>
                  <a:pt x="149685" y="529199"/>
                </a:lnTo>
                <a:lnTo>
                  <a:pt x="159029" y="560251"/>
                </a:lnTo>
                <a:lnTo>
                  <a:pt x="168373" y="591302"/>
                </a:lnTo>
                <a:lnTo>
                  <a:pt x="177451" y="622421"/>
                </a:lnTo>
                <a:lnTo>
                  <a:pt x="185166" y="653920"/>
                </a:lnTo>
                <a:lnTo>
                  <a:pt x="192805" y="685429"/>
                </a:lnTo>
                <a:lnTo>
                  <a:pt x="199996" y="717052"/>
                </a:lnTo>
                <a:lnTo>
                  <a:pt x="207188" y="748665"/>
                </a:lnTo>
                <a:lnTo>
                  <a:pt x="214379" y="780288"/>
                </a:lnTo>
                <a:lnTo>
                  <a:pt x="221571" y="811901"/>
                </a:lnTo>
                <a:lnTo>
                  <a:pt x="228762" y="843524"/>
                </a:lnTo>
                <a:lnTo>
                  <a:pt x="235953" y="875138"/>
                </a:lnTo>
                <a:lnTo>
                  <a:pt x="243145" y="906761"/>
                </a:lnTo>
                <a:lnTo>
                  <a:pt x="250336" y="938374"/>
                </a:lnTo>
                <a:lnTo>
                  <a:pt x="257527" y="969997"/>
                </a:lnTo>
                <a:lnTo>
                  <a:pt x="264719" y="1001611"/>
                </a:lnTo>
                <a:lnTo>
                  <a:pt x="271910" y="1033234"/>
                </a:lnTo>
                <a:lnTo>
                  <a:pt x="279102" y="1064847"/>
                </a:lnTo>
                <a:lnTo>
                  <a:pt x="286293" y="1096470"/>
                </a:lnTo>
                <a:lnTo>
                  <a:pt x="293484" y="1128084"/>
                </a:lnTo>
                <a:lnTo>
                  <a:pt x="300676" y="1159707"/>
                </a:lnTo>
                <a:lnTo>
                  <a:pt x="307867" y="1191320"/>
                </a:lnTo>
                <a:lnTo>
                  <a:pt x="315058" y="1222943"/>
                </a:lnTo>
                <a:lnTo>
                  <a:pt x="322250" y="1254557"/>
                </a:lnTo>
                <a:lnTo>
                  <a:pt x="329203" y="1286227"/>
                </a:lnTo>
                <a:lnTo>
                  <a:pt x="336023" y="1317936"/>
                </a:lnTo>
                <a:lnTo>
                  <a:pt x="342681" y="1349664"/>
                </a:lnTo>
                <a:lnTo>
                  <a:pt x="349234" y="1381420"/>
                </a:lnTo>
                <a:lnTo>
                  <a:pt x="355787" y="1413177"/>
                </a:lnTo>
                <a:lnTo>
                  <a:pt x="362341" y="1444933"/>
                </a:lnTo>
                <a:lnTo>
                  <a:pt x="368894" y="1476689"/>
                </a:lnTo>
                <a:lnTo>
                  <a:pt x="375447" y="1508446"/>
                </a:lnTo>
                <a:lnTo>
                  <a:pt x="382010" y="1540202"/>
                </a:lnTo>
                <a:lnTo>
                  <a:pt x="388563" y="1571958"/>
                </a:lnTo>
                <a:lnTo>
                  <a:pt x="395116" y="1603715"/>
                </a:lnTo>
                <a:lnTo>
                  <a:pt x="401669" y="1635471"/>
                </a:lnTo>
                <a:lnTo>
                  <a:pt x="408222" y="1667227"/>
                </a:lnTo>
                <a:lnTo>
                  <a:pt x="414785" y="1698984"/>
                </a:lnTo>
                <a:lnTo>
                  <a:pt x="421338" y="1730740"/>
                </a:lnTo>
                <a:lnTo>
                  <a:pt x="427892" y="1762496"/>
                </a:lnTo>
                <a:lnTo>
                  <a:pt x="434445" y="1794253"/>
                </a:lnTo>
                <a:lnTo>
                  <a:pt x="440998" y="1826009"/>
                </a:lnTo>
                <a:lnTo>
                  <a:pt x="447561" y="1857766"/>
                </a:lnTo>
                <a:lnTo>
                  <a:pt x="454114" y="1889522"/>
                </a:lnTo>
                <a:lnTo>
                  <a:pt x="460629" y="1921288"/>
                </a:lnTo>
                <a:lnTo>
                  <a:pt x="466992" y="1953082"/>
                </a:lnTo>
                <a:lnTo>
                  <a:pt x="473335" y="1984886"/>
                </a:lnTo>
                <a:lnTo>
                  <a:pt x="479622" y="2016700"/>
                </a:lnTo>
                <a:lnTo>
                  <a:pt x="485908" y="2048504"/>
                </a:lnTo>
                <a:lnTo>
                  <a:pt x="488232" y="2077069"/>
                </a:lnTo>
                <a:lnTo>
                  <a:pt x="455800" y="2077069"/>
                </a:lnTo>
                <a:lnTo>
                  <a:pt x="423377" y="2077069"/>
                </a:lnTo>
                <a:lnTo>
                  <a:pt x="390954" y="2077069"/>
                </a:lnTo>
                <a:lnTo>
                  <a:pt x="358531" y="2077069"/>
                </a:lnTo>
                <a:lnTo>
                  <a:pt x="326098" y="2077069"/>
                </a:lnTo>
                <a:lnTo>
                  <a:pt x="293675" y="2077069"/>
                </a:lnTo>
                <a:lnTo>
                  <a:pt x="261252" y="2077069"/>
                </a:lnTo>
                <a:lnTo>
                  <a:pt x="254603" y="2087670"/>
                </a:lnTo>
                <a:lnTo>
                  <a:pt x="277654" y="2110483"/>
                </a:lnTo>
                <a:lnTo>
                  <a:pt x="300704" y="2133286"/>
                </a:lnTo>
                <a:lnTo>
                  <a:pt x="323745" y="2156098"/>
                </a:lnTo>
                <a:lnTo>
                  <a:pt x="346796" y="2178910"/>
                </a:lnTo>
                <a:lnTo>
                  <a:pt x="369837" y="2201723"/>
                </a:lnTo>
                <a:lnTo>
                  <a:pt x="392887" y="2224535"/>
                </a:lnTo>
                <a:lnTo>
                  <a:pt x="415928" y="2247338"/>
                </a:lnTo>
                <a:lnTo>
                  <a:pt x="438979" y="2270150"/>
                </a:lnTo>
                <a:lnTo>
                  <a:pt x="462020" y="2292963"/>
                </a:lnTo>
                <a:lnTo>
                  <a:pt x="485070" y="2315775"/>
                </a:lnTo>
                <a:lnTo>
                  <a:pt x="508111" y="2338588"/>
                </a:lnTo>
                <a:lnTo>
                  <a:pt x="531162" y="2361400"/>
                </a:lnTo>
                <a:lnTo>
                  <a:pt x="554203" y="2384203"/>
                </a:lnTo>
                <a:lnTo>
                  <a:pt x="577253" y="2407015"/>
                </a:lnTo>
                <a:lnTo>
                  <a:pt x="600294" y="2429828"/>
                </a:lnTo>
                <a:lnTo>
                  <a:pt x="623345" y="2452640"/>
                </a:lnTo>
                <a:lnTo>
                  <a:pt x="646386" y="2475452"/>
                </a:lnTo>
                <a:lnTo>
                  <a:pt x="669436" y="2498255"/>
                </a:lnTo>
                <a:lnTo>
                  <a:pt x="692477" y="2521067"/>
                </a:lnTo>
                <a:lnTo>
                  <a:pt x="715528" y="2543880"/>
                </a:lnTo>
                <a:lnTo>
                  <a:pt x="738569" y="2566692"/>
                </a:lnTo>
                <a:lnTo>
                  <a:pt x="761619" y="2589505"/>
                </a:lnTo>
                <a:lnTo>
                  <a:pt x="784660" y="2580351"/>
                </a:lnTo>
                <a:lnTo>
                  <a:pt x="807710" y="2557539"/>
                </a:lnTo>
                <a:lnTo>
                  <a:pt x="830751" y="2534726"/>
                </a:lnTo>
                <a:lnTo>
                  <a:pt x="853802" y="2511914"/>
                </a:lnTo>
                <a:lnTo>
                  <a:pt x="876843" y="2489102"/>
                </a:lnTo>
                <a:lnTo>
                  <a:pt x="899893" y="2466299"/>
                </a:lnTo>
                <a:lnTo>
                  <a:pt x="922934" y="2443486"/>
                </a:lnTo>
                <a:lnTo>
                  <a:pt x="945985" y="2420674"/>
                </a:lnTo>
                <a:lnTo>
                  <a:pt x="969026" y="2397862"/>
                </a:lnTo>
                <a:lnTo>
                  <a:pt x="992076" y="2375049"/>
                </a:lnTo>
                <a:lnTo>
                  <a:pt x="1015117" y="2352237"/>
                </a:lnTo>
                <a:lnTo>
                  <a:pt x="1038168" y="2329434"/>
                </a:lnTo>
                <a:lnTo>
                  <a:pt x="1061209" y="2306622"/>
                </a:lnTo>
                <a:lnTo>
                  <a:pt x="1084259" y="2283809"/>
                </a:lnTo>
                <a:lnTo>
                  <a:pt x="1107300" y="2260997"/>
                </a:lnTo>
                <a:lnTo>
                  <a:pt x="1130351" y="2238185"/>
                </a:lnTo>
                <a:lnTo>
                  <a:pt x="1153392" y="2215382"/>
                </a:lnTo>
                <a:lnTo>
                  <a:pt x="1176442" y="2192569"/>
                </a:lnTo>
                <a:lnTo>
                  <a:pt x="1199483" y="2169757"/>
                </a:lnTo>
                <a:lnTo>
                  <a:pt x="1222534" y="2146945"/>
                </a:lnTo>
                <a:lnTo>
                  <a:pt x="1245575" y="2124132"/>
                </a:lnTo>
                <a:lnTo>
                  <a:pt x="1268625" y="2101320"/>
                </a:lnTo>
                <a:lnTo>
                  <a:pt x="1291666" y="2078517"/>
                </a:lnTo>
                <a:lnTo>
                  <a:pt x="1262767" y="2077069"/>
                </a:lnTo>
                <a:lnTo>
                  <a:pt x="1230344" y="2077069"/>
                </a:lnTo>
                <a:lnTo>
                  <a:pt x="1197912" y="2077069"/>
                </a:lnTo>
                <a:lnTo>
                  <a:pt x="1165489" y="2077069"/>
                </a:lnTo>
                <a:lnTo>
                  <a:pt x="1133065" y="2077069"/>
                </a:lnTo>
                <a:lnTo>
                  <a:pt x="1100633" y="2077069"/>
                </a:lnTo>
                <a:lnTo>
                  <a:pt x="1068210" y="2077069"/>
                </a:lnTo>
                <a:lnTo>
                  <a:pt x="1047359" y="2067554"/>
                </a:lnTo>
                <a:lnTo>
                  <a:pt x="1053646" y="2035740"/>
                </a:lnTo>
                <a:lnTo>
                  <a:pt x="1059932" y="2003927"/>
                </a:lnTo>
                <a:lnTo>
                  <a:pt x="1066229" y="1972123"/>
                </a:lnTo>
                <a:lnTo>
                  <a:pt x="1072591" y="1940328"/>
                </a:lnTo>
                <a:lnTo>
                  <a:pt x="1078992" y="1908534"/>
                </a:lnTo>
                <a:lnTo>
                  <a:pt x="1085545" y="1876777"/>
                </a:lnTo>
                <a:lnTo>
                  <a:pt x="1092098" y="1845021"/>
                </a:lnTo>
                <a:lnTo>
                  <a:pt x="1098661" y="1813265"/>
                </a:lnTo>
                <a:lnTo>
                  <a:pt x="1105214" y="1781508"/>
                </a:lnTo>
                <a:lnTo>
                  <a:pt x="1111768" y="1749752"/>
                </a:lnTo>
                <a:lnTo>
                  <a:pt x="1118321" y="1717996"/>
                </a:lnTo>
                <a:lnTo>
                  <a:pt x="1124874" y="1686239"/>
                </a:lnTo>
                <a:lnTo>
                  <a:pt x="1131427" y="1654483"/>
                </a:lnTo>
                <a:lnTo>
                  <a:pt x="1137990" y="1622727"/>
                </a:lnTo>
                <a:lnTo>
                  <a:pt x="1144543" y="1590970"/>
                </a:lnTo>
                <a:lnTo>
                  <a:pt x="1151096" y="1559214"/>
                </a:lnTo>
                <a:lnTo>
                  <a:pt x="1157649" y="1527458"/>
                </a:lnTo>
                <a:lnTo>
                  <a:pt x="1164203" y="1495701"/>
                </a:lnTo>
                <a:lnTo>
                  <a:pt x="1170765" y="1463945"/>
                </a:lnTo>
                <a:lnTo>
                  <a:pt x="1177319" y="1432189"/>
                </a:lnTo>
                <a:lnTo>
                  <a:pt x="1183872" y="1400432"/>
                </a:lnTo>
                <a:lnTo>
                  <a:pt x="1190425" y="1368676"/>
                </a:lnTo>
                <a:lnTo>
                  <a:pt x="1196978" y="1336919"/>
                </a:lnTo>
                <a:lnTo>
                  <a:pt x="1203741" y="1305211"/>
                </a:lnTo>
                <a:lnTo>
                  <a:pt x="1210561" y="1273512"/>
                </a:lnTo>
                <a:lnTo>
                  <a:pt x="1217666" y="1241870"/>
                </a:lnTo>
                <a:lnTo>
                  <a:pt x="1224858" y="1210256"/>
                </a:lnTo>
                <a:lnTo>
                  <a:pt x="1232049" y="1178633"/>
                </a:lnTo>
                <a:lnTo>
                  <a:pt x="1239241" y="1147020"/>
                </a:lnTo>
                <a:lnTo>
                  <a:pt x="1246432" y="1115397"/>
                </a:lnTo>
                <a:lnTo>
                  <a:pt x="1253623" y="1083783"/>
                </a:lnTo>
                <a:lnTo>
                  <a:pt x="1260815" y="1052160"/>
                </a:lnTo>
                <a:lnTo>
                  <a:pt x="1268006" y="1020537"/>
                </a:lnTo>
                <a:lnTo>
                  <a:pt x="1275197" y="988924"/>
                </a:lnTo>
                <a:lnTo>
                  <a:pt x="1282389" y="957301"/>
                </a:lnTo>
                <a:lnTo>
                  <a:pt x="1289580" y="925687"/>
                </a:lnTo>
                <a:lnTo>
                  <a:pt x="1296772" y="894064"/>
                </a:lnTo>
                <a:lnTo>
                  <a:pt x="1303963" y="862451"/>
                </a:lnTo>
                <a:lnTo>
                  <a:pt x="1311154" y="830828"/>
                </a:lnTo>
                <a:lnTo>
                  <a:pt x="1318336" y="799214"/>
                </a:lnTo>
                <a:lnTo>
                  <a:pt x="1325537" y="767591"/>
                </a:lnTo>
                <a:lnTo>
                  <a:pt x="1332728" y="735978"/>
                </a:lnTo>
                <a:lnTo>
                  <a:pt x="1339910" y="704355"/>
                </a:lnTo>
                <a:lnTo>
                  <a:pt x="1347245" y="672770"/>
                </a:lnTo>
                <a:lnTo>
                  <a:pt x="1354960" y="641280"/>
                </a:lnTo>
                <a:lnTo>
                  <a:pt x="1363056" y="609886"/>
                </a:lnTo>
                <a:lnTo>
                  <a:pt x="1372400" y="578834"/>
                </a:lnTo>
                <a:lnTo>
                  <a:pt x="1381754" y="547792"/>
                </a:lnTo>
                <a:lnTo>
                  <a:pt x="1391098" y="516741"/>
                </a:lnTo>
                <a:lnTo>
                  <a:pt x="1400442" y="485689"/>
                </a:lnTo>
                <a:lnTo>
                  <a:pt x="1409786" y="454638"/>
                </a:lnTo>
                <a:lnTo>
                  <a:pt x="1419139" y="423586"/>
                </a:lnTo>
                <a:lnTo>
                  <a:pt x="1428483" y="392544"/>
                </a:lnTo>
                <a:lnTo>
                  <a:pt x="1437827" y="361493"/>
                </a:lnTo>
                <a:lnTo>
                  <a:pt x="1447181" y="330441"/>
                </a:lnTo>
                <a:lnTo>
                  <a:pt x="1456525" y="299390"/>
                </a:lnTo>
                <a:lnTo>
                  <a:pt x="1465869" y="268338"/>
                </a:lnTo>
                <a:lnTo>
                  <a:pt x="1475213" y="237296"/>
                </a:lnTo>
                <a:lnTo>
                  <a:pt x="1484567" y="206245"/>
                </a:lnTo>
                <a:lnTo>
                  <a:pt x="1493911" y="175193"/>
                </a:lnTo>
                <a:lnTo>
                  <a:pt x="1503255" y="144142"/>
                </a:lnTo>
                <a:lnTo>
                  <a:pt x="1512599" y="113090"/>
                </a:lnTo>
                <a:lnTo>
                  <a:pt x="1521952" y="82048"/>
                </a:lnTo>
                <a:lnTo>
                  <a:pt x="1531296" y="50997"/>
                </a:lnTo>
                <a:lnTo>
                  <a:pt x="1537030" y="19412"/>
                </a:lnTo>
                <a:lnTo>
                  <a:pt x="1524019" y="0"/>
                </a:lnTo>
                <a:lnTo>
                  <a:pt x="1491586" y="0"/>
                </a:lnTo>
                <a:lnTo>
                  <a:pt x="1459163" y="0"/>
                </a:lnTo>
                <a:lnTo>
                  <a:pt x="1426740" y="0"/>
                </a:lnTo>
                <a:lnTo>
                  <a:pt x="1394308" y="0"/>
                </a:lnTo>
                <a:lnTo>
                  <a:pt x="1361885" y="0"/>
                </a:lnTo>
                <a:lnTo>
                  <a:pt x="1329461" y="0"/>
                </a:lnTo>
                <a:lnTo>
                  <a:pt x="1297038" y="0"/>
                </a:lnTo>
                <a:lnTo>
                  <a:pt x="1264606" y="0"/>
                </a:lnTo>
                <a:lnTo>
                  <a:pt x="1232183" y="0"/>
                </a:lnTo>
                <a:lnTo>
                  <a:pt x="1199759" y="0"/>
                </a:lnTo>
                <a:lnTo>
                  <a:pt x="1167327" y="0"/>
                </a:lnTo>
                <a:lnTo>
                  <a:pt x="1134904" y="0"/>
                </a:lnTo>
                <a:lnTo>
                  <a:pt x="1102481" y="0"/>
                </a:lnTo>
                <a:lnTo>
                  <a:pt x="1070058" y="0"/>
                </a:lnTo>
                <a:lnTo>
                  <a:pt x="1037625" y="0"/>
                </a:lnTo>
                <a:lnTo>
                  <a:pt x="1005202" y="0"/>
                </a:lnTo>
                <a:lnTo>
                  <a:pt x="972779" y="0"/>
                </a:lnTo>
                <a:lnTo>
                  <a:pt x="940346" y="0"/>
                </a:lnTo>
                <a:lnTo>
                  <a:pt x="907923" y="0"/>
                </a:lnTo>
                <a:lnTo>
                  <a:pt x="875500" y="0"/>
                </a:lnTo>
                <a:lnTo>
                  <a:pt x="843077" y="0"/>
                </a:lnTo>
                <a:lnTo>
                  <a:pt x="810644" y="0"/>
                </a:lnTo>
                <a:lnTo>
                  <a:pt x="778221" y="0"/>
                </a:lnTo>
                <a:lnTo>
                  <a:pt x="745798" y="0"/>
                </a:lnTo>
                <a:lnTo>
                  <a:pt x="713365" y="0"/>
                </a:lnTo>
                <a:lnTo>
                  <a:pt x="680942" y="0"/>
                </a:lnTo>
                <a:lnTo>
                  <a:pt x="648519" y="0"/>
                </a:lnTo>
                <a:lnTo>
                  <a:pt x="616087" y="0"/>
                </a:lnTo>
                <a:lnTo>
                  <a:pt x="583663" y="0"/>
                </a:lnTo>
                <a:lnTo>
                  <a:pt x="551240" y="0"/>
                </a:lnTo>
                <a:lnTo>
                  <a:pt x="518817" y="0"/>
                </a:lnTo>
                <a:lnTo>
                  <a:pt x="486385" y="0"/>
                </a:lnTo>
                <a:lnTo>
                  <a:pt x="453961" y="0"/>
                </a:lnTo>
                <a:lnTo>
                  <a:pt x="421538" y="0"/>
                </a:lnTo>
                <a:lnTo>
                  <a:pt x="389106" y="0"/>
                </a:lnTo>
                <a:lnTo>
                  <a:pt x="356683" y="0"/>
                </a:lnTo>
                <a:lnTo>
                  <a:pt x="324260" y="0"/>
                </a:lnTo>
                <a:lnTo>
                  <a:pt x="291836" y="0"/>
                </a:lnTo>
                <a:lnTo>
                  <a:pt x="259404" y="0"/>
                </a:lnTo>
                <a:lnTo>
                  <a:pt x="226981" y="0"/>
                </a:lnTo>
                <a:lnTo>
                  <a:pt x="194558" y="0"/>
                </a:lnTo>
                <a:lnTo>
                  <a:pt x="162125" y="0"/>
                </a:lnTo>
                <a:lnTo>
                  <a:pt x="129702" y="0"/>
                </a:lnTo>
                <a:lnTo>
                  <a:pt x="97279" y="0"/>
                </a:lnTo>
                <a:lnTo>
                  <a:pt x="64856" y="0"/>
                </a:lnTo>
                <a:lnTo>
                  <a:pt x="32423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4C0A7552-31F4-4FED-B1E7-164ADA5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563" y="2667895"/>
            <a:ext cx="2530373" cy="45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7BD5E6A-27C4-4E18-AE95-A05BED6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1575" y="3316929"/>
            <a:ext cx="1892351" cy="45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19745669-B672-44C4-9DE1-EEE24E4F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674" y="3965972"/>
            <a:ext cx="1364161" cy="45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6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B8B18656-4623-44A2-81F5-979E812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895" y="4615158"/>
            <a:ext cx="875709" cy="45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7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FF38667F-BEE1-4E40-A0AE-A33B9790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5189" y="2020786"/>
            <a:ext cx="367455" cy="367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09e7cc7d04df3">
            <a:extLst>
              <a:ext uri="{96DAC541-7B7A-43D3-8B79-37D633B846F1}">
                <asvg:svgBlip xmlns:asvg="http://schemas.microsoft.com/office/drawing/2016/SVG/main" r:embed="R29e5c793a3fb4d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4010" y="2119608"/>
            <a:ext cx="169812" cy="169812"/>
          </a:xfrm>
          <a:prstGeom xmlns:a="http://schemas.openxmlformats.org/drawingml/2006/main" prst="rect">
            <a:avLst/>
          </a:prstGeom>
        </p:spPr>
      </p:pic>
      <p:sp>
        <p:nvSpPr>
          <p:cNvPr id="29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0624E7DE-72A2-4131-9091-5FDE6E70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7987" y="1845021"/>
            <a:ext cx="319535" cy="31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b73d0612e47f2">
            <a:extLst>
              <a:ext uri="{96DAC541-7B7A-43D3-8B79-37D633B846F1}">
                <asvg:svgBlip xmlns:asvg="http://schemas.microsoft.com/office/drawing/2016/SVG/main" r:embed="R2a7df236b41849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06809" y="1943843"/>
            <a:ext cx="121891" cy="121891"/>
          </a:xfrm>
          <a:prstGeom xmlns:a="http://schemas.openxmlformats.org/drawingml/2006/main" prst="rect">
            <a:avLst/>
          </a:prstGeom>
        </p:spPr>
      </p:pic>
      <p:sp>
        <p:nvSpPr>
          <p:cNvPr id="31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1B04C02E-7C6F-4DA8-B2C0-D73503A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2704" y="1988791"/>
            <a:ext cx="367455" cy="367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b2ea6380a48a6">
            <a:extLst>
              <a:ext uri="{96DAC541-7B7A-43D3-8B79-37D633B846F1}">
                <asvg:svgBlip xmlns:asvg="http://schemas.microsoft.com/office/drawing/2016/SVG/main" r:embed="R3c57e7970a8849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61525" y="2087613"/>
            <a:ext cx="169812" cy="1698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2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2026-09-08T00:32:23.8320000Z</dcterms:created>
  <dcterms:modified xsi:type="dcterms:W3CDTF">2026-09-08T00:32:23.8320000Z</dcterms:modified>
</coreProperties>
</file>