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de7f7bddc74e87" /><Relationship Type="http://schemas.openxmlformats.org/officeDocument/2006/relationships/extended-properties" Target="/docProps/app.xml" Id="R440cb6e94a98412d" /><Relationship Type="http://schemas.openxmlformats.org/officeDocument/2006/relationships/officeDocument" Target="/ppt/presentation.xml" Id="Rc2ff9562f0374e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8b010d1aee4928"/>
  </p:sldMasterIdLst>
  <p:notesMasterIdLst>
    <p:notesMasterId xmlns:r="http://schemas.openxmlformats.org/officeDocument/2006/relationships" r:id="R48948142e502430b"/>
  </p:notesMasterIdLst>
  <p:sldIdLst>
    <p:sldId xmlns:r="http://schemas.openxmlformats.org/officeDocument/2006/relationships" id="256" r:id="R995c46bdaeae49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1ef381616436b" /><Relationship Type="http://schemas.openxmlformats.org/officeDocument/2006/relationships/slideMaster" Target="/ppt/slideMasters/slideMaster1.xml" Id="R038b010d1aee4928" /><Relationship Type="http://schemas.openxmlformats.org/officeDocument/2006/relationships/notesMaster" Target="/ppt/notesMasters/notesMaster1.xml" Id="R48948142e502430b" /><Relationship Type="http://schemas.openxmlformats.org/officeDocument/2006/relationships/presProps" Target="/ppt/presProps.xml" Id="R94dafc7f64e94cec" /><Relationship Type="http://schemas.openxmlformats.org/officeDocument/2006/relationships/tableStyles" Target="/ppt/tableStyles.xml" Id="Ra13b28f0487d43cc" /><Relationship Type="http://schemas.openxmlformats.org/officeDocument/2006/relationships/slide" Target="/ppt/slides/slide1.xml" Id="R995c46bdaeae49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c27fd8a41144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a8f3e988b94bde" /><Relationship Type="http://schemas.openxmlformats.org/officeDocument/2006/relationships/notesMaster" Target="/ppt/notesMasters/notesMaster1.xml" Id="Rabe5fc9f372742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2c0ec18f949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2a07fab3e43a4" /><Relationship Type="http://schemas.openxmlformats.org/officeDocument/2006/relationships/slideLayout" Target="/ppt/slideLayouts/slideLayout1.xml" Id="R92d9bedf388c46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9bedf388c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47e1dc31d43c7" /><Relationship Type="http://schemas.openxmlformats.org/officeDocument/2006/relationships/notesSlide" Target="/ppt/notesSlides/notesSlide1.xml" Id="R2f49a2ec3e7b49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paper">
            <a:extLst xmlns:a="http://schemas.openxmlformats.org/drawingml/2006/main">
              <a:ext uri="{FF2B5EF4-FFF2-40B4-BE49-F238E27FC236}">
                <a16:creationId xmlns:a16="http://schemas.microsoft.com/office/drawing/2014/main" id="{160082C1-5436-434D-BA96-AAD6CE64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9CBF031-A163-47DE-861D-EA173638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9ECFBB3-D6D4-43D6-8548-995E0344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14ADF016-CC23-4C48-BC68-0A13F72B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E84FD712-9559-448A-B8F4-A014BD55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从可查记录走向按周期落实责任，是当前维护能力提升的下一步。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5ABE5FF2-4B1B-4F05-B982-C1A9074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行动焦点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F1494BA0-1E5D-4489-8095-6BA2CDA9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把可查的故障记录转为按周期检查与责任落实。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F31D7A-7798-4B13-9968-C96A238C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9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69BA713C-ED6E-461C-96D2-09A1991B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27" y="3786092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5B0D7095-8999-4794-A06B-0FEB8746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5215" y="340899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6EC97156-BAD5-44B7-996F-507FBA5E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118" y="3030855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2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30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907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69468897-9AB7-4F2A-B7C5-9FDC6A6D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7001" y="2652970"/>
            <a:ext cx="1202807" cy="866585"/>
          </a:xfrm>
          <a:custGeom xmlns:a="http://schemas.openxmlformats.org/drawingml/2006/main">
            <a:pathLst>
              <a:path w="1202807" h="866585">
                <a:moveTo>
                  <a:pt x="71361" y="119758"/>
                </a:moveTo>
                <a:lnTo>
                  <a:pt x="90240" y="117739"/>
                </a:lnTo>
                <a:lnTo>
                  <a:pt x="109118" y="115719"/>
                </a:lnTo>
                <a:lnTo>
                  <a:pt x="127997" y="113700"/>
                </a:lnTo>
                <a:lnTo>
                  <a:pt x="146876" y="111681"/>
                </a:lnTo>
                <a:lnTo>
                  <a:pt x="165754" y="109661"/>
                </a:lnTo>
                <a:lnTo>
                  <a:pt x="184633" y="107642"/>
                </a:lnTo>
                <a:lnTo>
                  <a:pt x="203511" y="105632"/>
                </a:lnTo>
                <a:lnTo>
                  <a:pt x="222399" y="103613"/>
                </a:lnTo>
                <a:lnTo>
                  <a:pt x="241278" y="101594"/>
                </a:lnTo>
                <a:lnTo>
                  <a:pt x="260156" y="99574"/>
                </a:lnTo>
                <a:lnTo>
                  <a:pt x="279035" y="97555"/>
                </a:lnTo>
                <a:lnTo>
                  <a:pt x="297913" y="95536"/>
                </a:lnTo>
                <a:lnTo>
                  <a:pt x="316792" y="93516"/>
                </a:lnTo>
                <a:lnTo>
                  <a:pt x="335671" y="91497"/>
                </a:lnTo>
                <a:lnTo>
                  <a:pt x="354549" y="89478"/>
                </a:lnTo>
                <a:lnTo>
                  <a:pt x="373437" y="87468"/>
                </a:lnTo>
                <a:lnTo>
                  <a:pt x="392316" y="85449"/>
                </a:lnTo>
                <a:lnTo>
                  <a:pt x="411194" y="83429"/>
                </a:lnTo>
                <a:lnTo>
                  <a:pt x="430073" y="81410"/>
                </a:lnTo>
                <a:lnTo>
                  <a:pt x="448951" y="79391"/>
                </a:lnTo>
                <a:lnTo>
                  <a:pt x="467830" y="77372"/>
                </a:lnTo>
                <a:lnTo>
                  <a:pt x="486708" y="75352"/>
                </a:lnTo>
                <a:lnTo>
                  <a:pt x="505587" y="73333"/>
                </a:lnTo>
                <a:lnTo>
                  <a:pt x="524466" y="71314"/>
                </a:lnTo>
                <a:lnTo>
                  <a:pt x="543354" y="69294"/>
                </a:lnTo>
                <a:lnTo>
                  <a:pt x="562232" y="67285"/>
                </a:lnTo>
                <a:lnTo>
                  <a:pt x="581111" y="65265"/>
                </a:lnTo>
                <a:lnTo>
                  <a:pt x="599989" y="63246"/>
                </a:lnTo>
                <a:lnTo>
                  <a:pt x="618868" y="61227"/>
                </a:lnTo>
                <a:lnTo>
                  <a:pt x="637746" y="59207"/>
                </a:lnTo>
                <a:lnTo>
                  <a:pt x="656625" y="57188"/>
                </a:lnTo>
                <a:lnTo>
                  <a:pt x="675503" y="55169"/>
                </a:lnTo>
                <a:lnTo>
                  <a:pt x="694382" y="53150"/>
                </a:lnTo>
                <a:lnTo>
                  <a:pt x="713270" y="51130"/>
                </a:lnTo>
                <a:lnTo>
                  <a:pt x="732149" y="49120"/>
                </a:lnTo>
                <a:lnTo>
                  <a:pt x="751027" y="47101"/>
                </a:lnTo>
                <a:lnTo>
                  <a:pt x="769906" y="45082"/>
                </a:lnTo>
                <a:lnTo>
                  <a:pt x="788784" y="43063"/>
                </a:lnTo>
                <a:lnTo>
                  <a:pt x="807663" y="41043"/>
                </a:lnTo>
                <a:lnTo>
                  <a:pt x="826541" y="39024"/>
                </a:lnTo>
                <a:lnTo>
                  <a:pt x="845420" y="37005"/>
                </a:lnTo>
                <a:lnTo>
                  <a:pt x="864308" y="34985"/>
                </a:lnTo>
                <a:lnTo>
                  <a:pt x="883187" y="32966"/>
                </a:lnTo>
                <a:lnTo>
                  <a:pt x="902065" y="30956"/>
                </a:lnTo>
                <a:lnTo>
                  <a:pt x="920944" y="28937"/>
                </a:lnTo>
                <a:lnTo>
                  <a:pt x="939822" y="26918"/>
                </a:lnTo>
                <a:lnTo>
                  <a:pt x="958701" y="24898"/>
                </a:lnTo>
                <a:lnTo>
                  <a:pt x="977579" y="22879"/>
                </a:lnTo>
                <a:lnTo>
                  <a:pt x="996458" y="20860"/>
                </a:lnTo>
                <a:lnTo>
                  <a:pt x="1015336" y="18840"/>
                </a:lnTo>
                <a:lnTo>
                  <a:pt x="1034225" y="16821"/>
                </a:lnTo>
                <a:lnTo>
                  <a:pt x="1053103" y="14802"/>
                </a:lnTo>
                <a:lnTo>
                  <a:pt x="1071982" y="12783"/>
                </a:lnTo>
                <a:lnTo>
                  <a:pt x="1090860" y="10773"/>
                </a:lnTo>
                <a:lnTo>
                  <a:pt x="1109739" y="8753"/>
                </a:lnTo>
                <a:lnTo>
                  <a:pt x="1128617" y="6734"/>
                </a:lnTo>
                <a:lnTo>
                  <a:pt x="1147496" y="4715"/>
                </a:lnTo>
                <a:lnTo>
                  <a:pt x="1166374" y="2696"/>
                </a:lnTo>
                <a:lnTo>
                  <a:pt x="1185262" y="676"/>
                </a:lnTo>
                <a:lnTo>
                  <a:pt x="1202807" y="0"/>
                </a:lnTo>
                <a:lnTo>
                  <a:pt x="1201007" y="18898"/>
                </a:lnTo>
                <a:lnTo>
                  <a:pt x="1199198" y="37805"/>
                </a:lnTo>
                <a:lnTo>
                  <a:pt x="1197388" y="56702"/>
                </a:lnTo>
                <a:lnTo>
                  <a:pt x="1195578" y="75600"/>
                </a:lnTo>
                <a:lnTo>
                  <a:pt x="1193768" y="94507"/>
                </a:lnTo>
                <a:lnTo>
                  <a:pt x="1191968" y="113405"/>
                </a:lnTo>
                <a:lnTo>
                  <a:pt x="1190158" y="132302"/>
                </a:lnTo>
                <a:lnTo>
                  <a:pt x="1188349" y="151209"/>
                </a:lnTo>
                <a:lnTo>
                  <a:pt x="1186539" y="170107"/>
                </a:lnTo>
                <a:lnTo>
                  <a:pt x="1184729" y="189014"/>
                </a:lnTo>
                <a:lnTo>
                  <a:pt x="1182919" y="207912"/>
                </a:lnTo>
                <a:lnTo>
                  <a:pt x="1181119" y="226809"/>
                </a:lnTo>
                <a:lnTo>
                  <a:pt x="1179309" y="245716"/>
                </a:lnTo>
                <a:lnTo>
                  <a:pt x="1177500" y="264614"/>
                </a:lnTo>
                <a:lnTo>
                  <a:pt x="1175690" y="283512"/>
                </a:lnTo>
                <a:lnTo>
                  <a:pt x="1173880" y="302419"/>
                </a:lnTo>
                <a:lnTo>
                  <a:pt x="1172070" y="321316"/>
                </a:lnTo>
                <a:lnTo>
                  <a:pt x="1170270" y="340214"/>
                </a:lnTo>
                <a:lnTo>
                  <a:pt x="1168460" y="359121"/>
                </a:lnTo>
                <a:lnTo>
                  <a:pt x="1166651" y="378019"/>
                </a:lnTo>
                <a:lnTo>
                  <a:pt x="1164841" y="396916"/>
                </a:lnTo>
                <a:lnTo>
                  <a:pt x="1163031" y="415823"/>
                </a:lnTo>
                <a:lnTo>
                  <a:pt x="1161221" y="434721"/>
                </a:lnTo>
                <a:lnTo>
                  <a:pt x="1159421" y="453619"/>
                </a:lnTo>
                <a:lnTo>
                  <a:pt x="1157611" y="472526"/>
                </a:lnTo>
                <a:lnTo>
                  <a:pt x="1155802" y="491423"/>
                </a:lnTo>
                <a:lnTo>
                  <a:pt x="1153992" y="510330"/>
                </a:lnTo>
                <a:lnTo>
                  <a:pt x="1152182" y="529228"/>
                </a:lnTo>
                <a:lnTo>
                  <a:pt x="1150372" y="548126"/>
                </a:lnTo>
                <a:lnTo>
                  <a:pt x="1148572" y="567033"/>
                </a:lnTo>
                <a:lnTo>
                  <a:pt x="1146762" y="585930"/>
                </a:lnTo>
                <a:lnTo>
                  <a:pt x="1144953" y="604828"/>
                </a:lnTo>
                <a:lnTo>
                  <a:pt x="1143143" y="623735"/>
                </a:lnTo>
                <a:lnTo>
                  <a:pt x="1141333" y="642633"/>
                </a:lnTo>
                <a:lnTo>
                  <a:pt x="1139523" y="661530"/>
                </a:lnTo>
                <a:lnTo>
                  <a:pt x="1137723" y="680437"/>
                </a:lnTo>
                <a:lnTo>
                  <a:pt x="1135913" y="699335"/>
                </a:lnTo>
                <a:lnTo>
                  <a:pt x="1134104" y="718233"/>
                </a:lnTo>
                <a:lnTo>
                  <a:pt x="1132294" y="737140"/>
                </a:lnTo>
                <a:lnTo>
                  <a:pt x="1121016" y="746674"/>
                </a:lnTo>
                <a:lnTo>
                  <a:pt x="1102138" y="748713"/>
                </a:lnTo>
                <a:lnTo>
                  <a:pt x="1083259" y="750741"/>
                </a:lnTo>
                <a:lnTo>
                  <a:pt x="1064381" y="752770"/>
                </a:lnTo>
                <a:lnTo>
                  <a:pt x="1045502" y="754809"/>
                </a:lnTo>
                <a:lnTo>
                  <a:pt x="1026624" y="756837"/>
                </a:lnTo>
                <a:lnTo>
                  <a:pt x="1007745" y="758866"/>
                </a:lnTo>
                <a:lnTo>
                  <a:pt x="988866" y="760905"/>
                </a:lnTo>
                <a:lnTo>
                  <a:pt x="969988" y="762933"/>
                </a:lnTo>
                <a:lnTo>
                  <a:pt x="951109" y="764972"/>
                </a:lnTo>
                <a:lnTo>
                  <a:pt x="932231" y="767001"/>
                </a:lnTo>
                <a:lnTo>
                  <a:pt x="913352" y="769029"/>
                </a:lnTo>
                <a:lnTo>
                  <a:pt x="894474" y="771068"/>
                </a:lnTo>
                <a:lnTo>
                  <a:pt x="875595" y="773097"/>
                </a:lnTo>
                <a:lnTo>
                  <a:pt x="856717" y="775125"/>
                </a:lnTo>
                <a:lnTo>
                  <a:pt x="837838" y="777164"/>
                </a:lnTo>
                <a:lnTo>
                  <a:pt x="818960" y="779193"/>
                </a:lnTo>
                <a:lnTo>
                  <a:pt x="800081" y="781221"/>
                </a:lnTo>
                <a:lnTo>
                  <a:pt x="781202" y="783260"/>
                </a:lnTo>
                <a:lnTo>
                  <a:pt x="762324" y="785289"/>
                </a:lnTo>
                <a:lnTo>
                  <a:pt x="743445" y="787327"/>
                </a:lnTo>
                <a:lnTo>
                  <a:pt x="724576" y="789356"/>
                </a:lnTo>
                <a:lnTo>
                  <a:pt x="705698" y="791385"/>
                </a:lnTo>
                <a:lnTo>
                  <a:pt x="686819" y="793423"/>
                </a:lnTo>
                <a:lnTo>
                  <a:pt x="667941" y="795452"/>
                </a:lnTo>
                <a:lnTo>
                  <a:pt x="649062" y="797481"/>
                </a:lnTo>
                <a:lnTo>
                  <a:pt x="630184" y="799519"/>
                </a:lnTo>
                <a:lnTo>
                  <a:pt x="611305" y="801548"/>
                </a:lnTo>
                <a:lnTo>
                  <a:pt x="592426" y="803577"/>
                </a:lnTo>
                <a:lnTo>
                  <a:pt x="573548" y="805615"/>
                </a:lnTo>
                <a:lnTo>
                  <a:pt x="554669" y="807644"/>
                </a:lnTo>
                <a:lnTo>
                  <a:pt x="535791" y="809682"/>
                </a:lnTo>
                <a:lnTo>
                  <a:pt x="516912" y="811711"/>
                </a:lnTo>
                <a:lnTo>
                  <a:pt x="498034" y="813740"/>
                </a:lnTo>
                <a:lnTo>
                  <a:pt x="479155" y="815778"/>
                </a:lnTo>
                <a:lnTo>
                  <a:pt x="460277" y="817807"/>
                </a:lnTo>
                <a:lnTo>
                  <a:pt x="441398" y="819836"/>
                </a:lnTo>
                <a:lnTo>
                  <a:pt x="422519" y="821874"/>
                </a:lnTo>
                <a:lnTo>
                  <a:pt x="403641" y="823903"/>
                </a:lnTo>
                <a:lnTo>
                  <a:pt x="384762" y="825932"/>
                </a:lnTo>
                <a:lnTo>
                  <a:pt x="365884" y="827970"/>
                </a:lnTo>
                <a:lnTo>
                  <a:pt x="347005" y="829999"/>
                </a:lnTo>
                <a:lnTo>
                  <a:pt x="328127" y="832037"/>
                </a:lnTo>
                <a:lnTo>
                  <a:pt x="309248" y="834066"/>
                </a:lnTo>
                <a:lnTo>
                  <a:pt x="290370" y="836095"/>
                </a:lnTo>
                <a:lnTo>
                  <a:pt x="271491" y="838133"/>
                </a:lnTo>
                <a:lnTo>
                  <a:pt x="252622" y="840162"/>
                </a:lnTo>
                <a:lnTo>
                  <a:pt x="233744" y="842191"/>
                </a:lnTo>
                <a:lnTo>
                  <a:pt x="214865" y="844229"/>
                </a:lnTo>
                <a:lnTo>
                  <a:pt x="195986" y="846258"/>
                </a:lnTo>
                <a:lnTo>
                  <a:pt x="177108" y="848287"/>
                </a:lnTo>
                <a:lnTo>
                  <a:pt x="158229" y="850325"/>
                </a:lnTo>
                <a:lnTo>
                  <a:pt x="139351" y="852354"/>
                </a:lnTo>
                <a:lnTo>
                  <a:pt x="120472" y="854393"/>
                </a:lnTo>
                <a:lnTo>
                  <a:pt x="101594" y="856421"/>
                </a:lnTo>
                <a:lnTo>
                  <a:pt x="82715" y="858450"/>
                </a:lnTo>
                <a:lnTo>
                  <a:pt x="63837" y="860489"/>
                </a:lnTo>
                <a:lnTo>
                  <a:pt x="44958" y="862517"/>
                </a:lnTo>
                <a:lnTo>
                  <a:pt x="26079" y="864546"/>
                </a:lnTo>
                <a:lnTo>
                  <a:pt x="7201" y="866585"/>
                </a:lnTo>
                <a:lnTo>
                  <a:pt x="0" y="856812"/>
                </a:lnTo>
                <a:lnTo>
                  <a:pt x="1829" y="837914"/>
                </a:lnTo>
                <a:lnTo>
                  <a:pt x="3658" y="819017"/>
                </a:lnTo>
                <a:lnTo>
                  <a:pt x="5486" y="800119"/>
                </a:lnTo>
                <a:lnTo>
                  <a:pt x="7315" y="781212"/>
                </a:lnTo>
                <a:lnTo>
                  <a:pt x="9144" y="762314"/>
                </a:lnTo>
                <a:lnTo>
                  <a:pt x="10982" y="743417"/>
                </a:lnTo>
                <a:lnTo>
                  <a:pt x="12811" y="724519"/>
                </a:lnTo>
                <a:lnTo>
                  <a:pt x="14640" y="705622"/>
                </a:lnTo>
                <a:lnTo>
                  <a:pt x="16469" y="686724"/>
                </a:lnTo>
                <a:lnTo>
                  <a:pt x="18298" y="667826"/>
                </a:lnTo>
                <a:lnTo>
                  <a:pt x="20126" y="648929"/>
                </a:lnTo>
                <a:lnTo>
                  <a:pt x="21955" y="630022"/>
                </a:lnTo>
                <a:lnTo>
                  <a:pt x="23784" y="611124"/>
                </a:lnTo>
                <a:lnTo>
                  <a:pt x="25613" y="592226"/>
                </a:lnTo>
                <a:lnTo>
                  <a:pt x="27442" y="573329"/>
                </a:lnTo>
                <a:lnTo>
                  <a:pt x="29270" y="554431"/>
                </a:lnTo>
                <a:lnTo>
                  <a:pt x="31109" y="535534"/>
                </a:lnTo>
                <a:lnTo>
                  <a:pt x="32937" y="516636"/>
                </a:lnTo>
                <a:lnTo>
                  <a:pt x="34766" y="497729"/>
                </a:lnTo>
                <a:lnTo>
                  <a:pt x="36595" y="478831"/>
                </a:lnTo>
                <a:lnTo>
                  <a:pt x="38424" y="459934"/>
                </a:lnTo>
                <a:lnTo>
                  <a:pt x="40253" y="441036"/>
                </a:lnTo>
                <a:lnTo>
                  <a:pt x="42081" y="422138"/>
                </a:lnTo>
                <a:lnTo>
                  <a:pt x="43910" y="403241"/>
                </a:lnTo>
                <a:lnTo>
                  <a:pt x="45739" y="384343"/>
                </a:lnTo>
                <a:lnTo>
                  <a:pt x="47568" y="365446"/>
                </a:lnTo>
                <a:lnTo>
                  <a:pt x="49406" y="346539"/>
                </a:lnTo>
                <a:lnTo>
                  <a:pt x="51235" y="327641"/>
                </a:lnTo>
                <a:lnTo>
                  <a:pt x="53064" y="308743"/>
                </a:lnTo>
                <a:lnTo>
                  <a:pt x="54893" y="289846"/>
                </a:lnTo>
                <a:lnTo>
                  <a:pt x="56721" y="270948"/>
                </a:lnTo>
                <a:lnTo>
                  <a:pt x="58550" y="252051"/>
                </a:lnTo>
                <a:lnTo>
                  <a:pt x="60379" y="233153"/>
                </a:lnTo>
                <a:lnTo>
                  <a:pt x="62208" y="214246"/>
                </a:lnTo>
                <a:lnTo>
                  <a:pt x="64037" y="195348"/>
                </a:lnTo>
                <a:lnTo>
                  <a:pt x="65865" y="176451"/>
                </a:lnTo>
                <a:lnTo>
                  <a:pt x="67694" y="157553"/>
                </a:lnTo>
                <a:lnTo>
                  <a:pt x="69533" y="138655"/>
                </a:lnTo>
                <a:lnTo>
                  <a:pt x="71361" y="119758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C2FA5B84-C633-4274-ADC8-8E59847C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8885" y="4376328"/>
            <a:ext cx="409575" cy="519522"/>
          </a:xfrm>
          <a:custGeom xmlns:a="http://schemas.openxmlformats.org/drawingml/2006/main">
            <a:pathLst>
              <a:path w="409575" h="519522">
                <a:moveTo>
                  <a:pt x="0" y="519522"/>
                </a:moveTo>
                <a:lnTo>
                  <a:pt x="0" y="500644"/>
                </a:lnTo>
                <a:lnTo>
                  <a:pt x="0" y="481755"/>
                </a:lnTo>
                <a:lnTo>
                  <a:pt x="0" y="462867"/>
                </a:lnTo>
                <a:lnTo>
                  <a:pt x="0" y="443979"/>
                </a:lnTo>
                <a:lnTo>
                  <a:pt x="0" y="425101"/>
                </a:lnTo>
                <a:lnTo>
                  <a:pt x="0" y="406213"/>
                </a:lnTo>
                <a:lnTo>
                  <a:pt x="0" y="387325"/>
                </a:lnTo>
                <a:lnTo>
                  <a:pt x="0" y="368446"/>
                </a:lnTo>
                <a:lnTo>
                  <a:pt x="0" y="349558"/>
                </a:lnTo>
                <a:lnTo>
                  <a:pt x="0" y="330670"/>
                </a:lnTo>
                <a:lnTo>
                  <a:pt x="0" y="311791"/>
                </a:lnTo>
                <a:lnTo>
                  <a:pt x="0" y="292903"/>
                </a:lnTo>
                <a:lnTo>
                  <a:pt x="0" y="274015"/>
                </a:lnTo>
                <a:lnTo>
                  <a:pt x="0" y="255127"/>
                </a:lnTo>
                <a:lnTo>
                  <a:pt x="0" y="236249"/>
                </a:lnTo>
                <a:lnTo>
                  <a:pt x="0" y="217361"/>
                </a:lnTo>
                <a:lnTo>
                  <a:pt x="0" y="198472"/>
                </a:lnTo>
                <a:lnTo>
                  <a:pt x="0" y="179594"/>
                </a:lnTo>
                <a:lnTo>
                  <a:pt x="0" y="160706"/>
                </a:lnTo>
                <a:lnTo>
                  <a:pt x="0" y="141818"/>
                </a:lnTo>
                <a:lnTo>
                  <a:pt x="6677" y="127797"/>
                </a:lnTo>
                <a:lnTo>
                  <a:pt x="24651" y="121987"/>
                </a:lnTo>
                <a:lnTo>
                  <a:pt x="42615" y="116176"/>
                </a:lnTo>
                <a:lnTo>
                  <a:pt x="60589" y="110366"/>
                </a:lnTo>
                <a:lnTo>
                  <a:pt x="78553" y="104556"/>
                </a:lnTo>
                <a:lnTo>
                  <a:pt x="96526" y="98746"/>
                </a:lnTo>
                <a:lnTo>
                  <a:pt x="114491" y="92945"/>
                </a:lnTo>
                <a:lnTo>
                  <a:pt x="132464" y="87135"/>
                </a:lnTo>
                <a:lnTo>
                  <a:pt x="150438" y="81324"/>
                </a:lnTo>
                <a:lnTo>
                  <a:pt x="168402" y="75514"/>
                </a:lnTo>
                <a:lnTo>
                  <a:pt x="186376" y="69704"/>
                </a:lnTo>
                <a:lnTo>
                  <a:pt x="204340" y="63894"/>
                </a:lnTo>
                <a:lnTo>
                  <a:pt x="222314" y="58083"/>
                </a:lnTo>
                <a:lnTo>
                  <a:pt x="240287" y="52283"/>
                </a:lnTo>
                <a:lnTo>
                  <a:pt x="258251" y="46472"/>
                </a:lnTo>
                <a:lnTo>
                  <a:pt x="276225" y="40662"/>
                </a:lnTo>
                <a:lnTo>
                  <a:pt x="294189" y="34852"/>
                </a:lnTo>
                <a:lnTo>
                  <a:pt x="312163" y="29042"/>
                </a:lnTo>
                <a:lnTo>
                  <a:pt x="330127" y="23231"/>
                </a:lnTo>
                <a:lnTo>
                  <a:pt x="348101" y="17431"/>
                </a:lnTo>
                <a:lnTo>
                  <a:pt x="366074" y="11621"/>
                </a:lnTo>
                <a:lnTo>
                  <a:pt x="384038" y="5810"/>
                </a:lnTo>
                <a:lnTo>
                  <a:pt x="402012" y="0"/>
                </a:lnTo>
                <a:lnTo>
                  <a:pt x="409575" y="8487"/>
                </a:lnTo>
                <a:lnTo>
                  <a:pt x="409575" y="27375"/>
                </a:lnTo>
                <a:lnTo>
                  <a:pt x="409575" y="46263"/>
                </a:lnTo>
                <a:lnTo>
                  <a:pt x="409575" y="65141"/>
                </a:lnTo>
                <a:lnTo>
                  <a:pt x="409575" y="84030"/>
                </a:lnTo>
                <a:lnTo>
                  <a:pt x="409575" y="102918"/>
                </a:lnTo>
                <a:lnTo>
                  <a:pt x="409575" y="121796"/>
                </a:lnTo>
                <a:lnTo>
                  <a:pt x="409575" y="140684"/>
                </a:lnTo>
                <a:lnTo>
                  <a:pt x="409575" y="159572"/>
                </a:lnTo>
                <a:lnTo>
                  <a:pt x="409575" y="178451"/>
                </a:lnTo>
                <a:lnTo>
                  <a:pt x="409575" y="197339"/>
                </a:lnTo>
                <a:lnTo>
                  <a:pt x="409575" y="216227"/>
                </a:lnTo>
                <a:lnTo>
                  <a:pt x="409575" y="235115"/>
                </a:lnTo>
                <a:lnTo>
                  <a:pt x="409575" y="253994"/>
                </a:lnTo>
                <a:lnTo>
                  <a:pt x="409575" y="272882"/>
                </a:lnTo>
                <a:lnTo>
                  <a:pt x="409575" y="291770"/>
                </a:lnTo>
                <a:lnTo>
                  <a:pt x="409575" y="310648"/>
                </a:lnTo>
                <a:lnTo>
                  <a:pt x="409575" y="329536"/>
                </a:lnTo>
                <a:lnTo>
                  <a:pt x="409575" y="348425"/>
                </a:lnTo>
                <a:lnTo>
                  <a:pt x="405841" y="364741"/>
                </a:lnTo>
                <a:lnTo>
                  <a:pt x="388201" y="371465"/>
                </a:lnTo>
                <a:lnTo>
                  <a:pt x="370551" y="378200"/>
                </a:lnTo>
                <a:lnTo>
                  <a:pt x="352911" y="384924"/>
                </a:lnTo>
                <a:lnTo>
                  <a:pt x="335261" y="391658"/>
                </a:lnTo>
                <a:lnTo>
                  <a:pt x="317621" y="398383"/>
                </a:lnTo>
                <a:lnTo>
                  <a:pt x="299971" y="405117"/>
                </a:lnTo>
                <a:lnTo>
                  <a:pt x="282331" y="411842"/>
                </a:lnTo>
                <a:lnTo>
                  <a:pt x="264681" y="418576"/>
                </a:lnTo>
                <a:lnTo>
                  <a:pt x="247031" y="425310"/>
                </a:lnTo>
                <a:lnTo>
                  <a:pt x="229391" y="432035"/>
                </a:lnTo>
                <a:lnTo>
                  <a:pt x="211741" y="438769"/>
                </a:lnTo>
                <a:lnTo>
                  <a:pt x="194100" y="445494"/>
                </a:lnTo>
                <a:lnTo>
                  <a:pt x="176451" y="452228"/>
                </a:lnTo>
                <a:lnTo>
                  <a:pt x="158810" y="458953"/>
                </a:lnTo>
                <a:lnTo>
                  <a:pt x="141161" y="465687"/>
                </a:lnTo>
                <a:lnTo>
                  <a:pt x="123520" y="472411"/>
                </a:lnTo>
                <a:lnTo>
                  <a:pt x="105870" y="479146"/>
                </a:lnTo>
                <a:lnTo>
                  <a:pt x="88230" y="485870"/>
                </a:lnTo>
                <a:lnTo>
                  <a:pt x="70580" y="492604"/>
                </a:lnTo>
                <a:lnTo>
                  <a:pt x="52940" y="499339"/>
                </a:lnTo>
                <a:lnTo>
                  <a:pt x="35290" y="506063"/>
                </a:lnTo>
                <a:lnTo>
                  <a:pt x="17650" y="512797"/>
                </a:lnTo>
                <a:lnTo>
                  <a:pt x="0" y="519522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80825DB2-1960-480E-A113-C6AC470E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" y="4739640"/>
            <a:ext cx="1957130" cy="156210"/>
          </a:xfrm>
          <a:custGeom xmlns:a="http://schemas.openxmlformats.org/drawingml/2006/main">
            <a:pathLst>
              <a:path w="1957130" h="156210">
                <a:moveTo>
                  <a:pt x="0" y="156210"/>
                </a:moveTo>
                <a:lnTo>
                  <a:pt x="19050" y="156210"/>
                </a:lnTo>
                <a:lnTo>
                  <a:pt x="38090" y="156210"/>
                </a:lnTo>
                <a:lnTo>
                  <a:pt x="57140" y="156210"/>
                </a:lnTo>
                <a:lnTo>
                  <a:pt x="76181" y="156210"/>
                </a:lnTo>
                <a:lnTo>
                  <a:pt x="95231" y="156210"/>
                </a:lnTo>
                <a:lnTo>
                  <a:pt x="114271" y="156210"/>
                </a:lnTo>
                <a:lnTo>
                  <a:pt x="133321" y="156210"/>
                </a:lnTo>
                <a:lnTo>
                  <a:pt x="152362" y="156210"/>
                </a:lnTo>
                <a:lnTo>
                  <a:pt x="171412" y="156210"/>
                </a:lnTo>
                <a:lnTo>
                  <a:pt x="190452" y="156210"/>
                </a:lnTo>
                <a:lnTo>
                  <a:pt x="209502" y="156210"/>
                </a:lnTo>
                <a:lnTo>
                  <a:pt x="228543" y="156210"/>
                </a:lnTo>
                <a:lnTo>
                  <a:pt x="247593" y="156210"/>
                </a:lnTo>
                <a:lnTo>
                  <a:pt x="266633" y="156210"/>
                </a:lnTo>
                <a:lnTo>
                  <a:pt x="285683" y="156210"/>
                </a:lnTo>
                <a:lnTo>
                  <a:pt x="304724" y="156210"/>
                </a:lnTo>
                <a:lnTo>
                  <a:pt x="323774" y="156210"/>
                </a:lnTo>
                <a:lnTo>
                  <a:pt x="342814" y="156210"/>
                </a:lnTo>
                <a:lnTo>
                  <a:pt x="361864" y="156210"/>
                </a:lnTo>
                <a:lnTo>
                  <a:pt x="380905" y="156210"/>
                </a:lnTo>
                <a:lnTo>
                  <a:pt x="399955" y="156210"/>
                </a:lnTo>
                <a:lnTo>
                  <a:pt x="418995" y="156210"/>
                </a:lnTo>
                <a:lnTo>
                  <a:pt x="438045" y="156210"/>
                </a:lnTo>
                <a:lnTo>
                  <a:pt x="457086" y="156210"/>
                </a:lnTo>
                <a:lnTo>
                  <a:pt x="476136" y="156210"/>
                </a:lnTo>
                <a:lnTo>
                  <a:pt x="495176" y="156210"/>
                </a:lnTo>
                <a:lnTo>
                  <a:pt x="514226" y="156210"/>
                </a:lnTo>
                <a:lnTo>
                  <a:pt x="533267" y="156210"/>
                </a:lnTo>
                <a:lnTo>
                  <a:pt x="552317" y="156210"/>
                </a:lnTo>
                <a:lnTo>
                  <a:pt x="571357" y="156210"/>
                </a:lnTo>
                <a:lnTo>
                  <a:pt x="590407" y="156210"/>
                </a:lnTo>
                <a:lnTo>
                  <a:pt x="609448" y="156210"/>
                </a:lnTo>
                <a:lnTo>
                  <a:pt x="628498" y="156210"/>
                </a:lnTo>
                <a:lnTo>
                  <a:pt x="647538" y="156210"/>
                </a:lnTo>
                <a:lnTo>
                  <a:pt x="666588" y="156210"/>
                </a:lnTo>
                <a:lnTo>
                  <a:pt x="685629" y="156210"/>
                </a:lnTo>
                <a:lnTo>
                  <a:pt x="704679" y="156210"/>
                </a:lnTo>
                <a:lnTo>
                  <a:pt x="723719" y="156210"/>
                </a:lnTo>
                <a:lnTo>
                  <a:pt x="742769" y="156210"/>
                </a:lnTo>
                <a:lnTo>
                  <a:pt x="761810" y="156210"/>
                </a:lnTo>
                <a:lnTo>
                  <a:pt x="780860" y="156210"/>
                </a:lnTo>
                <a:lnTo>
                  <a:pt x="799900" y="156210"/>
                </a:lnTo>
                <a:lnTo>
                  <a:pt x="818950" y="156210"/>
                </a:lnTo>
                <a:lnTo>
                  <a:pt x="837990" y="156210"/>
                </a:lnTo>
                <a:lnTo>
                  <a:pt x="857040" y="156210"/>
                </a:lnTo>
                <a:lnTo>
                  <a:pt x="876081" y="156210"/>
                </a:lnTo>
                <a:lnTo>
                  <a:pt x="895131" y="156210"/>
                </a:lnTo>
                <a:lnTo>
                  <a:pt x="914171" y="156210"/>
                </a:lnTo>
                <a:lnTo>
                  <a:pt x="933221" y="156210"/>
                </a:lnTo>
                <a:lnTo>
                  <a:pt x="952262" y="156210"/>
                </a:lnTo>
                <a:lnTo>
                  <a:pt x="971312" y="156210"/>
                </a:lnTo>
                <a:lnTo>
                  <a:pt x="990352" y="156210"/>
                </a:lnTo>
                <a:lnTo>
                  <a:pt x="1009402" y="156210"/>
                </a:lnTo>
                <a:lnTo>
                  <a:pt x="1028443" y="156210"/>
                </a:lnTo>
                <a:lnTo>
                  <a:pt x="1047493" y="156210"/>
                </a:lnTo>
                <a:lnTo>
                  <a:pt x="1066533" y="156210"/>
                </a:lnTo>
                <a:lnTo>
                  <a:pt x="1085583" y="156210"/>
                </a:lnTo>
                <a:lnTo>
                  <a:pt x="1104624" y="156210"/>
                </a:lnTo>
                <a:lnTo>
                  <a:pt x="1123674" y="156210"/>
                </a:lnTo>
                <a:lnTo>
                  <a:pt x="1142714" y="156210"/>
                </a:lnTo>
                <a:lnTo>
                  <a:pt x="1161764" y="156210"/>
                </a:lnTo>
                <a:lnTo>
                  <a:pt x="1180805" y="156210"/>
                </a:lnTo>
                <a:lnTo>
                  <a:pt x="1199855" y="156210"/>
                </a:lnTo>
                <a:lnTo>
                  <a:pt x="1218895" y="156210"/>
                </a:lnTo>
                <a:lnTo>
                  <a:pt x="1237945" y="156210"/>
                </a:lnTo>
                <a:lnTo>
                  <a:pt x="1256986" y="156210"/>
                </a:lnTo>
                <a:lnTo>
                  <a:pt x="1276036" y="156210"/>
                </a:lnTo>
                <a:lnTo>
                  <a:pt x="1295076" y="156210"/>
                </a:lnTo>
                <a:lnTo>
                  <a:pt x="1314126" y="156210"/>
                </a:lnTo>
                <a:lnTo>
                  <a:pt x="1333167" y="156210"/>
                </a:lnTo>
                <a:lnTo>
                  <a:pt x="1352217" y="156210"/>
                </a:lnTo>
                <a:lnTo>
                  <a:pt x="1371257" y="156210"/>
                </a:lnTo>
                <a:lnTo>
                  <a:pt x="1390307" y="156210"/>
                </a:lnTo>
                <a:lnTo>
                  <a:pt x="1409348" y="156210"/>
                </a:lnTo>
                <a:lnTo>
                  <a:pt x="1428398" y="156210"/>
                </a:lnTo>
                <a:lnTo>
                  <a:pt x="1447438" y="156210"/>
                </a:lnTo>
                <a:lnTo>
                  <a:pt x="1466488" y="156210"/>
                </a:lnTo>
                <a:lnTo>
                  <a:pt x="1485529" y="156210"/>
                </a:lnTo>
                <a:lnTo>
                  <a:pt x="1504579" y="156210"/>
                </a:lnTo>
                <a:lnTo>
                  <a:pt x="1523619" y="156210"/>
                </a:lnTo>
                <a:lnTo>
                  <a:pt x="1542669" y="156210"/>
                </a:lnTo>
                <a:lnTo>
                  <a:pt x="1561233" y="153629"/>
                </a:lnTo>
                <a:lnTo>
                  <a:pt x="1579035" y="146847"/>
                </a:lnTo>
                <a:lnTo>
                  <a:pt x="1596828" y="140056"/>
                </a:lnTo>
                <a:lnTo>
                  <a:pt x="1614621" y="133274"/>
                </a:lnTo>
                <a:lnTo>
                  <a:pt x="1632414" y="126482"/>
                </a:lnTo>
                <a:lnTo>
                  <a:pt x="1650216" y="119701"/>
                </a:lnTo>
                <a:lnTo>
                  <a:pt x="1668008" y="112909"/>
                </a:lnTo>
                <a:lnTo>
                  <a:pt x="1685801" y="106128"/>
                </a:lnTo>
                <a:lnTo>
                  <a:pt x="1703594" y="99336"/>
                </a:lnTo>
                <a:lnTo>
                  <a:pt x="1721396" y="92554"/>
                </a:lnTo>
                <a:lnTo>
                  <a:pt x="1739189" y="85763"/>
                </a:lnTo>
                <a:lnTo>
                  <a:pt x="1756982" y="78981"/>
                </a:lnTo>
                <a:lnTo>
                  <a:pt x="1774774" y="72190"/>
                </a:lnTo>
                <a:lnTo>
                  <a:pt x="1792567" y="65399"/>
                </a:lnTo>
                <a:lnTo>
                  <a:pt x="1810369" y="58617"/>
                </a:lnTo>
                <a:lnTo>
                  <a:pt x="1828162" y="51826"/>
                </a:lnTo>
                <a:lnTo>
                  <a:pt x="1845955" y="45044"/>
                </a:lnTo>
                <a:lnTo>
                  <a:pt x="1863747" y="38252"/>
                </a:lnTo>
                <a:lnTo>
                  <a:pt x="1881549" y="31471"/>
                </a:lnTo>
                <a:lnTo>
                  <a:pt x="1899342" y="24679"/>
                </a:lnTo>
                <a:lnTo>
                  <a:pt x="1917135" y="17897"/>
                </a:lnTo>
                <a:lnTo>
                  <a:pt x="1934928" y="11106"/>
                </a:lnTo>
                <a:lnTo>
                  <a:pt x="1952730" y="4324"/>
                </a:lnTo>
                <a:lnTo>
                  <a:pt x="1957130" y="0"/>
                </a:lnTo>
                <a:lnTo>
                  <a:pt x="1938090" y="0"/>
                </a:lnTo>
                <a:lnTo>
                  <a:pt x="1919040" y="0"/>
                </a:lnTo>
                <a:lnTo>
                  <a:pt x="1899999" y="0"/>
                </a:lnTo>
                <a:lnTo>
                  <a:pt x="1880949" y="0"/>
                </a:lnTo>
                <a:lnTo>
                  <a:pt x="1861909" y="0"/>
                </a:lnTo>
                <a:lnTo>
                  <a:pt x="1842859" y="0"/>
                </a:lnTo>
                <a:lnTo>
                  <a:pt x="1823818" y="0"/>
                </a:lnTo>
                <a:lnTo>
                  <a:pt x="1804768" y="0"/>
                </a:lnTo>
                <a:lnTo>
                  <a:pt x="1785728" y="0"/>
                </a:lnTo>
                <a:lnTo>
                  <a:pt x="1766678" y="0"/>
                </a:lnTo>
                <a:lnTo>
                  <a:pt x="1747637" y="0"/>
                </a:lnTo>
                <a:lnTo>
                  <a:pt x="1728587" y="0"/>
                </a:lnTo>
                <a:lnTo>
                  <a:pt x="1709547" y="0"/>
                </a:lnTo>
                <a:lnTo>
                  <a:pt x="1690497" y="0"/>
                </a:lnTo>
                <a:lnTo>
                  <a:pt x="1671457" y="0"/>
                </a:lnTo>
                <a:lnTo>
                  <a:pt x="1652407" y="0"/>
                </a:lnTo>
                <a:lnTo>
                  <a:pt x="1633366" y="0"/>
                </a:lnTo>
                <a:lnTo>
                  <a:pt x="1614316" y="0"/>
                </a:lnTo>
                <a:lnTo>
                  <a:pt x="1595276" y="0"/>
                </a:lnTo>
                <a:lnTo>
                  <a:pt x="1576226" y="0"/>
                </a:lnTo>
                <a:lnTo>
                  <a:pt x="1557185" y="0"/>
                </a:lnTo>
                <a:lnTo>
                  <a:pt x="1538135" y="0"/>
                </a:lnTo>
                <a:lnTo>
                  <a:pt x="1519095" y="0"/>
                </a:lnTo>
                <a:lnTo>
                  <a:pt x="1500045" y="0"/>
                </a:lnTo>
                <a:lnTo>
                  <a:pt x="1481004" y="0"/>
                </a:lnTo>
                <a:lnTo>
                  <a:pt x="1461954" y="0"/>
                </a:lnTo>
                <a:lnTo>
                  <a:pt x="1442914" y="0"/>
                </a:lnTo>
                <a:lnTo>
                  <a:pt x="1423864" y="0"/>
                </a:lnTo>
                <a:lnTo>
                  <a:pt x="1404823" y="0"/>
                </a:lnTo>
                <a:lnTo>
                  <a:pt x="1385773" y="0"/>
                </a:lnTo>
                <a:lnTo>
                  <a:pt x="1366733" y="0"/>
                </a:lnTo>
                <a:lnTo>
                  <a:pt x="1347683" y="0"/>
                </a:lnTo>
                <a:lnTo>
                  <a:pt x="1328642" y="0"/>
                </a:lnTo>
                <a:lnTo>
                  <a:pt x="1309592" y="0"/>
                </a:lnTo>
                <a:lnTo>
                  <a:pt x="1290552" y="0"/>
                </a:lnTo>
                <a:lnTo>
                  <a:pt x="1271502" y="0"/>
                </a:lnTo>
                <a:lnTo>
                  <a:pt x="1252461" y="0"/>
                </a:lnTo>
                <a:lnTo>
                  <a:pt x="1233411" y="0"/>
                </a:lnTo>
                <a:lnTo>
                  <a:pt x="1214371" y="0"/>
                </a:lnTo>
                <a:lnTo>
                  <a:pt x="1195321" y="0"/>
                </a:lnTo>
                <a:lnTo>
                  <a:pt x="1176280" y="0"/>
                </a:lnTo>
                <a:lnTo>
                  <a:pt x="1157230" y="0"/>
                </a:lnTo>
                <a:lnTo>
                  <a:pt x="1138190" y="0"/>
                </a:lnTo>
                <a:lnTo>
                  <a:pt x="1119140" y="0"/>
                </a:lnTo>
                <a:lnTo>
                  <a:pt x="1100099" y="0"/>
                </a:lnTo>
                <a:lnTo>
                  <a:pt x="1081049" y="0"/>
                </a:lnTo>
                <a:lnTo>
                  <a:pt x="1062009" y="0"/>
                </a:lnTo>
                <a:lnTo>
                  <a:pt x="1042959" y="0"/>
                </a:lnTo>
                <a:lnTo>
                  <a:pt x="1023918" y="0"/>
                </a:lnTo>
                <a:lnTo>
                  <a:pt x="1004868" y="0"/>
                </a:lnTo>
                <a:lnTo>
                  <a:pt x="985828" y="0"/>
                </a:lnTo>
                <a:lnTo>
                  <a:pt x="966778" y="0"/>
                </a:lnTo>
                <a:lnTo>
                  <a:pt x="947738" y="0"/>
                </a:lnTo>
                <a:lnTo>
                  <a:pt x="928688" y="0"/>
                </a:lnTo>
                <a:lnTo>
                  <a:pt x="909647" y="0"/>
                </a:lnTo>
                <a:lnTo>
                  <a:pt x="890597" y="0"/>
                </a:lnTo>
                <a:lnTo>
                  <a:pt x="871557" y="0"/>
                </a:lnTo>
                <a:lnTo>
                  <a:pt x="852507" y="0"/>
                </a:lnTo>
                <a:lnTo>
                  <a:pt x="833466" y="0"/>
                </a:lnTo>
                <a:lnTo>
                  <a:pt x="814416" y="0"/>
                </a:lnTo>
                <a:lnTo>
                  <a:pt x="795376" y="0"/>
                </a:lnTo>
                <a:lnTo>
                  <a:pt x="776326" y="0"/>
                </a:lnTo>
                <a:lnTo>
                  <a:pt x="757285" y="0"/>
                </a:lnTo>
                <a:lnTo>
                  <a:pt x="738235" y="0"/>
                </a:lnTo>
                <a:lnTo>
                  <a:pt x="719195" y="0"/>
                </a:lnTo>
                <a:lnTo>
                  <a:pt x="700145" y="0"/>
                </a:lnTo>
                <a:lnTo>
                  <a:pt x="681104" y="0"/>
                </a:lnTo>
                <a:lnTo>
                  <a:pt x="662054" y="0"/>
                </a:lnTo>
                <a:lnTo>
                  <a:pt x="643014" y="0"/>
                </a:lnTo>
                <a:lnTo>
                  <a:pt x="623964" y="0"/>
                </a:lnTo>
                <a:lnTo>
                  <a:pt x="604923" y="0"/>
                </a:lnTo>
                <a:lnTo>
                  <a:pt x="585873" y="0"/>
                </a:lnTo>
                <a:lnTo>
                  <a:pt x="566833" y="0"/>
                </a:lnTo>
                <a:lnTo>
                  <a:pt x="547783" y="0"/>
                </a:lnTo>
                <a:lnTo>
                  <a:pt x="528742" y="0"/>
                </a:lnTo>
                <a:lnTo>
                  <a:pt x="509692" y="0"/>
                </a:lnTo>
                <a:lnTo>
                  <a:pt x="491319" y="4467"/>
                </a:lnTo>
                <a:lnTo>
                  <a:pt x="473126" y="10087"/>
                </a:lnTo>
                <a:lnTo>
                  <a:pt x="454933" y="15707"/>
                </a:lnTo>
                <a:lnTo>
                  <a:pt x="436731" y="21326"/>
                </a:lnTo>
                <a:lnTo>
                  <a:pt x="418538" y="26946"/>
                </a:lnTo>
                <a:lnTo>
                  <a:pt x="400336" y="32566"/>
                </a:lnTo>
                <a:lnTo>
                  <a:pt x="382143" y="38186"/>
                </a:lnTo>
                <a:lnTo>
                  <a:pt x="363941" y="43805"/>
                </a:lnTo>
                <a:lnTo>
                  <a:pt x="345748" y="49425"/>
                </a:lnTo>
                <a:lnTo>
                  <a:pt x="327546" y="55045"/>
                </a:lnTo>
                <a:lnTo>
                  <a:pt x="309353" y="60665"/>
                </a:lnTo>
                <a:lnTo>
                  <a:pt x="291151" y="66284"/>
                </a:lnTo>
                <a:lnTo>
                  <a:pt x="272958" y="71904"/>
                </a:lnTo>
                <a:lnTo>
                  <a:pt x="254756" y="77524"/>
                </a:lnTo>
                <a:lnTo>
                  <a:pt x="236563" y="83144"/>
                </a:lnTo>
                <a:lnTo>
                  <a:pt x="218370" y="88763"/>
                </a:lnTo>
                <a:lnTo>
                  <a:pt x="200168" y="94383"/>
                </a:lnTo>
                <a:lnTo>
                  <a:pt x="181975" y="100013"/>
                </a:lnTo>
                <a:lnTo>
                  <a:pt x="163773" y="105632"/>
                </a:lnTo>
                <a:lnTo>
                  <a:pt x="145580" y="111252"/>
                </a:lnTo>
                <a:lnTo>
                  <a:pt x="127378" y="116872"/>
                </a:lnTo>
                <a:lnTo>
                  <a:pt x="109185" y="122492"/>
                </a:lnTo>
                <a:lnTo>
                  <a:pt x="90983" y="128111"/>
                </a:lnTo>
                <a:lnTo>
                  <a:pt x="72790" y="133731"/>
                </a:lnTo>
                <a:lnTo>
                  <a:pt x="54588" y="139351"/>
                </a:lnTo>
                <a:lnTo>
                  <a:pt x="36395" y="144971"/>
                </a:lnTo>
                <a:lnTo>
                  <a:pt x="18193" y="150590"/>
                </a:lnTo>
                <a:lnTo>
                  <a:pt x="0" y="15621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51B28DD3-4E8B-4300-933D-1EE14EC5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320" y="4739640"/>
            <a:ext cx="1804988" cy="156210"/>
          </a:xfrm>
          <a:custGeom xmlns:a="http://schemas.openxmlformats.org/drawingml/2006/main">
            <a:pathLst>
              <a:path w="1804988" h="156210">
                <a:moveTo>
                  <a:pt x="0" y="156210"/>
                </a:moveTo>
                <a:lnTo>
                  <a:pt x="18898" y="156210"/>
                </a:lnTo>
                <a:lnTo>
                  <a:pt x="37805" y="156210"/>
                </a:lnTo>
                <a:lnTo>
                  <a:pt x="56702" y="156210"/>
                </a:lnTo>
                <a:lnTo>
                  <a:pt x="75609" y="156210"/>
                </a:lnTo>
                <a:lnTo>
                  <a:pt x="94507" y="156210"/>
                </a:lnTo>
                <a:lnTo>
                  <a:pt x="113414" y="156210"/>
                </a:lnTo>
                <a:lnTo>
                  <a:pt x="132312" y="156210"/>
                </a:lnTo>
                <a:lnTo>
                  <a:pt x="151209" y="156210"/>
                </a:lnTo>
                <a:lnTo>
                  <a:pt x="170117" y="156210"/>
                </a:lnTo>
                <a:lnTo>
                  <a:pt x="189014" y="156210"/>
                </a:lnTo>
                <a:lnTo>
                  <a:pt x="207921" y="156210"/>
                </a:lnTo>
                <a:lnTo>
                  <a:pt x="226819" y="156210"/>
                </a:lnTo>
                <a:lnTo>
                  <a:pt x="245716" y="156210"/>
                </a:lnTo>
                <a:lnTo>
                  <a:pt x="264624" y="156210"/>
                </a:lnTo>
                <a:lnTo>
                  <a:pt x="283521" y="156210"/>
                </a:lnTo>
                <a:lnTo>
                  <a:pt x="302428" y="156210"/>
                </a:lnTo>
                <a:lnTo>
                  <a:pt x="321326" y="156210"/>
                </a:lnTo>
                <a:lnTo>
                  <a:pt x="340233" y="156210"/>
                </a:lnTo>
                <a:lnTo>
                  <a:pt x="359131" y="156210"/>
                </a:lnTo>
                <a:lnTo>
                  <a:pt x="378028" y="156210"/>
                </a:lnTo>
                <a:lnTo>
                  <a:pt x="396935" y="156210"/>
                </a:lnTo>
                <a:lnTo>
                  <a:pt x="415833" y="156210"/>
                </a:lnTo>
                <a:lnTo>
                  <a:pt x="434740" y="156210"/>
                </a:lnTo>
                <a:lnTo>
                  <a:pt x="453638" y="156210"/>
                </a:lnTo>
                <a:lnTo>
                  <a:pt x="472545" y="156210"/>
                </a:lnTo>
                <a:lnTo>
                  <a:pt x="491442" y="156210"/>
                </a:lnTo>
                <a:lnTo>
                  <a:pt x="510340" y="156210"/>
                </a:lnTo>
                <a:lnTo>
                  <a:pt x="529247" y="156210"/>
                </a:lnTo>
                <a:lnTo>
                  <a:pt x="548145" y="156210"/>
                </a:lnTo>
                <a:lnTo>
                  <a:pt x="567052" y="156210"/>
                </a:lnTo>
                <a:lnTo>
                  <a:pt x="585949" y="156210"/>
                </a:lnTo>
                <a:lnTo>
                  <a:pt x="604847" y="156210"/>
                </a:lnTo>
                <a:lnTo>
                  <a:pt x="623754" y="156210"/>
                </a:lnTo>
                <a:lnTo>
                  <a:pt x="642652" y="156210"/>
                </a:lnTo>
                <a:lnTo>
                  <a:pt x="661559" y="156210"/>
                </a:lnTo>
                <a:lnTo>
                  <a:pt x="680456" y="156210"/>
                </a:lnTo>
                <a:lnTo>
                  <a:pt x="699364" y="156210"/>
                </a:lnTo>
                <a:lnTo>
                  <a:pt x="718261" y="156210"/>
                </a:lnTo>
                <a:lnTo>
                  <a:pt x="737159" y="156210"/>
                </a:lnTo>
                <a:lnTo>
                  <a:pt x="756066" y="156210"/>
                </a:lnTo>
                <a:lnTo>
                  <a:pt x="774964" y="156210"/>
                </a:lnTo>
                <a:lnTo>
                  <a:pt x="793871" y="156210"/>
                </a:lnTo>
                <a:lnTo>
                  <a:pt x="812768" y="156210"/>
                </a:lnTo>
                <a:lnTo>
                  <a:pt x="831675" y="156210"/>
                </a:lnTo>
                <a:lnTo>
                  <a:pt x="850573" y="156210"/>
                </a:lnTo>
                <a:lnTo>
                  <a:pt x="869471" y="156210"/>
                </a:lnTo>
                <a:lnTo>
                  <a:pt x="888378" y="156210"/>
                </a:lnTo>
                <a:lnTo>
                  <a:pt x="907275" y="156210"/>
                </a:lnTo>
                <a:lnTo>
                  <a:pt x="926182" y="156210"/>
                </a:lnTo>
                <a:lnTo>
                  <a:pt x="945080" y="156210"/>
                </a:lnTo>
                <a:lnTo>
                  <a:pt x="963978" y="156210"/>
                </a:lnTo>
                <a:lnTo>
                  <a:pt x="982885" y="156210"/>
                </a:lnTo>
                <a:lnTo>
                  <a:pt x="1001782" y="156210"/>
                </a:lnTo>
                <a:lnTo>
                  <a:pt x="1020689" y="156210"/>
                </a:lnTo>
                <a:lnTo>
                  <a:pt x="1039587" y="156210"/>
                </a:lnTo>
                <a:lnTo>
                  <a:pt x="1058494" y="156210"/>
                </a:lnTo>
                <a:lnTo>
                  <a:pt x="1077392" y="156210"/>
                </a:lnTo>
                <a:lnTo>
                  <a:pt x="1096289" y="156210"/>
                </a:lnTo>
                <a:lnTo>
                  <a:pt x="1115197" y="156210"/>
                </a:lnTo>
                <a:lnTo>
                  <a:pt x="1134094" y="156210"/>
                </a:lnTo>
                <a:lnTo>
                  <a:pt x="1153001" y="156210"/>
                </a:lnTo>
                <a:lnTo>
                  <a:pt x="1171899" y="156210"/>
                </a:lnTo>
                <a:lnTo>
                  <a:pt x="1190806" y="156210"/>
                </a:lnTo>
                <a:lnTo>
                  <a:pt x="1209704" y="156210"/>
                </a:lnTo>
                <a:lnTo>
                  <a:pt x="1228601" y="156210"/>
                </a:lnTo>
                <a:lnTo>
                  <a:pt x="1247508" y="156210"/>
                </a:lnTo>
                <a:lnTo>
                  <a:pt x="1266406" y="156210"/>
                </a:lnTo>
                <a:lnTo>
                  <a:pt x="1285313" y="156210"/>
                </a:lnTo>
                <a:lnTo>
                  <a:pt x="1304211" y="156210"/>
                </a:lnTo>
                <a:lnTo>
                  <a:pt x="1323108" y="156210"/>
                </a:lnTo>
                <a:lnTo>
                  <a:pt x="1342015" y="156210"/>
                </a:lnTo>
                <a:lnTo>
                  <a:pt x="1360913" y="156210"/>
                </a:lnTo>
                <a:lnTo>
                  <a:pt x="1379820" y="156210"/>
                </a:lnTo>
                <a:lnTo>
                  <a:pt x="1398203" y="153362"/>
                </a:lnTo>
                <a:lnTo>
                  <a:pt x="1415891" y="146695"/>
                </a:lnTo>
                <a:lnTo>
                  <a:pt x="1433570" y="140027"/>
                </a:lnTo>
                <a:lnTo>
                  <a:pt x="1451258" y="133360"/>
                </a:lnTo>
                <a:lnTo>
                  <a:pt x="1468946" y="126692"/>
                </a:lnTo>
                <a:lnTo>
                  <a:pt x="1486633" y="120025"/>
                </a:lnTo>
                <a:lnTo>
                  <a:pt x="1504321" y="113357"/>
                </a:lnTo>
                <a:lnTo>
                  <a:pt x="1522009" y="106690"/>
                </a:lnTo>
                <a:lnTo>
                  <a:pt x="1539688" y="100022"/>
                </a:lnTo>
                <a:lnTo>
                  <a:pt x="1557376" y="93355"/>
                </a:lnTo>
                <a:lnTo>
                  <a:pt x="1575064" y="86687"/>
                </a:lnTo>
                <a:lnTo>
                  <a:pt x="1592751" y="80020"/>
                </a:lnTo>
                <a:lnTo>
                  <a:pt x="1610439" y="73352"/>
                </a:lnTo>
                <a:lnTo>
                  <a:pt x="1628127" y="66675"/>
                </a:lnTo>
                <a:lnTo>
                  <a:pt x="1645806" y="60008"/>
                </a:lnTo>
                <a:lnTo>
                  <a:pt x="1663494" y="53340"/>
                </a:lnTo>
                <a:lnTo>
                  <a:pt x="1681182" y="46673"/>
                </a:lnTo>
                <a:lnTo>
                  <a:pt x="1698869" y="40005"/>
                </a:lnTo>
                <a:lnTo>
                  <a:pt x="1716557" y="33338"/>
                </a:lnTo>
                <a:lnTo>
                  <a:pt x="1734245" y="26670"/>
                </a:lnTo>
                <a:lnTo>
                  <a:pt x="1751924" y="20003"/>
                </a:lnTo>
                <a:lnTo>
                  <a:pt x="1769612" y="13335"/>
                </a:lnTo>
                <a:lnTo>
                  <a:pt x="1787300" y="6668"/>
                </a:lnTo>
                <a:lnTo>
                  <a:pt x="18049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EC8FE3C6-778C-4A80-A4C2-7C0A9D01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" y="4739640"/>
            <a:ext cx="13039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2CAB118B-6746-43F4-86FE-CB225B10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4009063"/>
            <a:ext cx="312420" cy="497215"/>
          </a:xfrm>
          <a:custGeom xmlns:a="http://schemas.openxmlformats.org/drawingml/2006/main">
            <a:pathLst>
              <a:path w="312420" h="497215">
                <a:moveTo>
                  <a:pt x="0" y="497215"/>
                </a:moveTo>
                <a:lnTo>
                  <a:pt x="0" y="478193"/>
                </a:lnTo>
                <a:lnTo>
                  <a:pt x="0" y="459162"/>
                </a:lnTo>
                <a:lnTo>
                  <a:pt x="0" y="440131"/>
                </a:lnTo>
                <a:lnTo>
                  <a:pt x="0" y="421100"/>
                </a:lnTo>
                <a:lnTo>
                  <a:pt x="0" y="402069"/>
                </a:lnTo>
                <a:lnTo>
                  <a:pt x="0" y="383038"/>
                </a:lnTo>
                <a:lnTo>
                  <a:pt x="0" y="364007"/>
                </a:lnTo>
                <a:lnTo>
                  <a:pt x="0" y="344976"/>
                </a:lnTo>
                <a:lnTo>
                  <a:pt x="0" y="325946"/>
                </a:lnTo>
                <a:lnTo>
                  <a:pt x="0" y="306915"/>
                </a:lnTo>
                <a:lnTo>
                  <a:pt x="0" y="287884"/>
                </a:lnTo>
                <a:lnTo>
                  <a:pt x="0" y="268853"/>
                </a:lnTo>
                <a:lnTo>
                  <a:pt x="0" y="249822"/>
                </a:lnTo>
                <a:lnTo>
                  <a:pt x="0" y="230791"/>
                </a:lnTo>
                <a:lnTo>
                  <a:pt x="0" y="211760"/>
                </a:lnTo>
                <a:lnTo>
                  <a:pt x="0" y="192729"/>
                </a:lnTo>
                <a:lnTo>
                  <a:pt x="0" y="173698"/>
                </a:lnTo>
                <a:lnTo>
                  <a:pt x="0" y="154667"/>
                </a:lnTo>
                <a:lnTo>
                  <a:pt x="0" y="135636"/>
                </a:lnTo>
                <a:lnTo>
                  <a:pt x="0" y="116605"/>
                </a:lnTo>
                <a:lnTo>
                  <a:pt x="8611" y="103699"/>
                </a:lnTo>
                <a:lnTo>
                  <a:pt x="26594" y="97450"/>
                </a:lnTo>
                <a:lnTo>
                  <a:pt x="44567" y="91202"/>
                </a:lnTo>
                <a:lnTo>
                  <a:pt x="62541" y="84953"/>
                </a:lnTo>
                <a:lnTo>
                  <a:pt x="80515" y="78705"/>
                </a:lnTo>
                <a:lnTo>
                  <a:pt x="98498" y="72457"/>
                </a:lnTo>
                <a:lnTo>
                  <a:pt x="116472" y="66218"/>
                </a:lnTo>
                <a:lnTo>
                  <a:pt x="134445" y="59969"/>
                </a:lnTo>
                <a:lnTo>
                  <a:pt x="152419" y="53721"/>
                </a:lnTo>
                <a:lnTo>
                  <a:pt x="170402" y="47473"/>
                </a:lnTo>
                <a:lnTo>
                  <a:pt x="188376" y="41224"/>
                </a:lnTo>
                <a:lnTo>
                  <a:pt x="206350" y="34976"/>
                </a:lnTo>
                <a:lnTo>
                  <a:pt x="224323" y="28727"/>
                </a:lnTo>
                <a:lnTo>
                  <a:pt x="242306" y="22479"/>
                </a:lnTo>
                <a:lnTo>
                  <a:pt x="260280" y="16231"/>
                </a:lnTo>
                <a:lnTo>
                  <a:pt x="278254" y="9982"/>
                </a:lnTo>
                <a:lnTo>
                  <a:pt x="296228" y="3734"/>
                </a:lnTo>
                <a:lnTo>
                  <a:pt x="312420" y="0"/>
                </a:lnTo>
                <a:lnTo>
                  <a:pt x="312420" y="19031"/>
                </a:lnTo>
                <a:lnTo>
                  <a:pt x="312420" y="38062"/>
                </a:lnTo>
                <a:lnTo>
                  <a:pt x="312420" y="57093"/>
                </a:lnTo>
                <a:lnTo>
                  <a:pt x="312420" y="76124"/>
                </a:lnTo>
                <a:lnTo>
                  <a:pt x="312420" y="95155"/>
                </a:lnTo>
                <a:lnTo>
                  <a:pt x="312420" y="114186"/>
                </a:lnTo>
                <a:lnTo>
                  <a:pt x="312420" y="133217"/>
                </a:lnTo>
                <a:lnTo>
                  <a:pt x="312420" y="152248"/>
                </a:lnTo>
                <a:lnTo>
                  <a:pt x="312420" y="171279"/>
                </a:lnTo>
                <a:lnTo>
                  <a:pt x="312420" y="190310"/>
                </a:lnTo>
                <a:lnTo>
                  <a:pt x="312420" y="209340"/>
                </a:lnTo>
                <a:lnTo>
                  <a:pt x="312420" y="228371"/>
                </a:lnTo>
                <a:lnTo>
                  <a:pt x="312420" y="247402"/>
                </a:lnTo>
                <a:lnTo>
                  <a:pt x="312420" y="266433"/>
                </a:lnTo>
                <a:lnTo>
                  <a:pt x="312420" y="285464"/>
                </a:lnTo>
                <a:lnTo>
                  <a:pt x="312420" y="304495"/>
                </a:lnTo>
                <a:lnTo>
                  <a:pt x="312420" y="323526"/>
                </a:lnTo>
                <a:lnTo>
                  <a:pt x="312420" y="342557"/>
                </a:lnTo>
                <a:lnTo>
                  <a:pt x="312420" y="361588"/>
                </a:lnTo>
                <a:lnTo>
                  <a:pt x="297875" y="370980"/>
                </a:lnTo>
                <a:lnTo>
                  <a:pt x="280359" y="378409"/>
                </a:lnTo>
                <a:lnTo>
                  <a:pt x="262833" y="385839"/>
                </a:lnTo>
                <a:lnTo>
                  <a:pt x="245307" y="393259"/>
                </a:lnTo>
                <a:lnTo>
                  <a:pt x="227790" y="400688"/>
                </a:lnTo>
                <a:lnTo>
                  <a:pt x="210264" y="408108"/>
                </a:lnTo>
                <a:lnTo>
                  <a:pt x="192748" y="415538"/>
                </a:lnTo>
                <a:lnTo>
                  <a:pt x="175222" y="422967"/>
                </a:lnTo>
                <a:lnTo>
                  <a:pt x="157696" y="430387"/>
                </a:lnTo>
                <a:lnTo>
                  <a:pt x="140179" y="437817"/>
                </a:lnTo>
                <a:lnTo>
                  <a:pt x="122653" y="445237"/>
                </a:lnTo>
                <a:lnTo>
                  <a:pt x="105137" y="452666"/>
                </a:lnTo>
                <a:lnTo>
                  <a:pt x="87611" y="460096"/>
                </a:lnTo>
                <a:lnTo>
                  <a:pt x="70085" y="467516"/>
                </a:lnTo>
                <a:lnTo>
                  <a:pt x="52568" y="474945"/>
                </a:lnTo>
                <a:lnTo>
                  <a:pt x="35042" y="482365"/>
                </a:lnTo>
                <a:lnTo>
                  <a:pt x="17526" y="489795"/>
                </a:lnTo>
                <a:lnTo>
                  <a:pt x="0" y="49721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6FCAFAE9-2E94-40B7-99C3-3F5D1CDD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8885" y="4373880"/>
            <a:ext cx="1860413" cy="132398"/>
          </a:xfrm>
          <a:custGeom xmlns:a="http://schemas.openxmlformats.org/drawingml/2006/main">
            <a:pathLst>
              <a:path w="1860413" h="132398">
                <a:moveTo>
                  <a:pt x="0" y="132398"/>
                </a:moveTo>
                <a:lnTo>
                  <a:pt x="19002" y="132398"/>
                </a:lnTo>
                <a:lnTo>
                  <a:pt x="38005" y="132398"/>
                </a:lnTo>
                <a:lnTo>
                  <a:pt x="57007" y="132398"/>
                </a:lnTo>
                <a:lnTo>
                  <a:pt x="76010" y="132398"/>
                </a:lnTo>
                <a:lnTo>
                  <a:pt x="95012" y="132398"/>
                </a:lnTo>
                <a:lnTo>
                  <a:pt x="114014" y="132398"/>
                </a:lnTo>
                <a:lnTo>
                  <a:pt x="133017" y="132398"/>
                </a:lnTo>
                <a:lnTo>
                  <a:pt x="152019" y="132398"/>
                </a:lnTo>
                <a:lnTo>
                  <a:pt x="171021" y="132398"/>
                </a:lnTo>
                <a:lnTo>
                  <a:pt x="190024" y="132398"/>
                </a:lnTo>
                <a:lnTo>
                  <a:pt x="209036" y="132398"/>
                </a:lnTo>
                <a:lnTo>
                  <a:pt x="228038" y="132398"/>
                </a:lnTo>
                <a:lnTo>
                  <a:pt x="247040" y="132398"/>
                </a:lnTo>
                <a:lnTo>
                  <a:pt x="266043" y="132398"/>
                </a:lnTo>
                <a:lnTo>
                  <a:pt x="285045" y="132398"/>
                </a:lnTo>
                <a:lnTo>
                  <a:pt x="304048" y="132398"/>
                </a:lnTo>
                <a:lnTo>
                  <a:pt x="323050" y="132398"/>
                </a:lnTo>
                <a:lnTo>
                  <a:pt x="342052" y="132398"/>
                </a:lnTo>
                <a:lnTo>
                  <a:pt x="361055" y="132398"/>
                </a:lnTo>
                <a:lnTo>
                  <a:pt x="380057" y="132398"/>
                </a:lnTo>
                <a:lnTo>
                  <a:pt x="399059" y="132398"/>
                </a:lnTo>
                <a:lnTo>
                  <a:pt x="418062" y="132398"/>
                </a:lnTo>
                <a:lnTo>
                  <a:pt x="437064" y="132398"/>
                </a:lnTo>
                <a:lnTo>
                  <a:pt x="456067" y="132398"/>
                </a:lnTo>
                <a:lnTo>
                  <a:pt x="475069" y="132398"/>
                </a:lnTo>
                <a:lnTo>
                  <a:pt x="494071" y="132398"/>
                </a:lnTo>
                <a:lnTo>
                  <a:pt x="513074" y="132398"/>
                </a:lnTo>
                <a:lnTo>
                  <a:pt x="532076" y="132398"/>
                </a:lnTo>
                <a:lnTo>
                  <a:pt x="551078" y="132398"/>
                </a:lnTo>
                <a:lnTo>
                  <a:pt x="570081" y="132398"/>
                </a:lnTo>
                <a:lnTo>
                  <a:pt x="589083" y="132398"/>
                </a:lnTo>
                <a:lnTo>
                  <a:pt x="608095" y="132398"/>
                </a:lnTo>
                <a:lnTo>
                  <a:pt x="627097" y="132398"/>
                </a:lnTo>
                <a:lnTo>
                  <a:pt x="646100" y="132398"/>
                </a:lnTo>
                <a:lnTo>
                  <a:pt x="665102" y="132398"/>
                </a:lnTo>
                <a:lnTo>
                  <a:pt x="684105" y="132398"/>
                </a:lnTo>
                <a:lnTo>
                  <a:pt x="703107" y="132398"/>
                </a:lnTo>
                <a:lnTo>
                  <a:pt x="722109" y="132398"/>
                </a:lnTo>
                <a:lnTo>
                  <a:pt x="741112" y="132398"/>
                </a:lnTo>
                <a:lnTo>
                  <a:pt x="760114" y="132398"/>
                </a:lnTo>
                <a:lnTo>
                  <a:pt x="779116" y="132398"/>
                </a:lnTo>
                <a:lnTo>
                  <a:pt x="798119" y="132398"/>
                </a:lnTo>
                <a:lnTo>
                  <a:pt x="817121" y="132398"/>
                </a:lnTo>
                <a:lnTo>
                  <a:pt x="836124" y="132398"/>
                </a:lnTo>
                <a:lnTo>
                  <a:pt x="855126" y="132398"/>
                </a:lnTo>
                <a:lnTo>
                  <a:pt x="874128" y="132398"/>
                </a:lnTo>
                <a:lnTo>
                  <a:pt x="893131" y="132398"/>
                </a:lnTo>
                <a:lnTo>
                  <a:pt x="912133" y="132398"/>
                </a:lnTo>
                <a:lnTo>
                  <a:pt x="931135" y="132398"/>
                </a:lnTo>
                <a:lnTo>
                  <a:pt x="950138" y="132398"/>
                </a:lnTo>
                <a:lnTo>
                  <a:pt x="969140" y="132398"/>
                </a:lnTo>
                <a:lnTo>
                  <a:pt x="988143" y="132398"/>
                </a:lnTo>
                <a:lnTo>
                  <a:pt x="1007154" y="132398"/>
                </a:lnTo>
                <a:lnTo>
                  <a:pt x="1026157" y="132398"/>
                </a:lnTo>
                <a:lnTo>
                  <a:pt x="1045159" y="132398"/>
                </a:lnTo>
                <a:lnTo>
                  <a:pt x="1064162" y="132398"/>
                </a:lnTo>
                <a:lnTo>
                  <a:pt x="1083164" y="132398"/>
                </a:lnTo>
                <a:lnTo>
                  <a:pt x="1102166" y="132398"/>
                </a:lnTo>
                <a:lnTo>
                  <a:pt x="1121169" y="132398"/>
                </a:lnTo>
                <a:lnTo>
                  <a:pt x="1140171" y="132398"/>
                </a:lnTo>
                <a:lnTo>
                  <a:pt x="1159173" y="132398"/>
                </a:lnTo>
                <a:lnTo>
                  <a:pt x="1178176" y="132398"/>
                </a:lnTo>
                <a:lnTo>
                  <a:pt x="1197178" y="132398"/>
                </a:lnTo>
                <a:lnTo>
                  <a:pt x="1216181" y="132398"/>
                </a:lnTo>
                <a:lnTo>
                  <a:pt x="1235183" y="132398"/>
                </a:lnTo>
                <a:lnTo>
                  <a:pt x="1254185" y="132398"/>
                </a:lnTo>
                <a:lnTo>
                  <a:pt x="1273188" y="132398"/>
                </a:lnTo>
                <a:lnTo>
                  <a:pt x="1292190" y="132398"/>
                </a:lnTo>
                <a:lnTo>
                  <a:pt x="1311192" y="132398"/>
                </a:lnTo>
                <a:lnTo>
                  <a:pt x="1330195" y="132398"/>
                </a:lnTo>
                <a:lnTo>
                  <a:pt x="1349197" y="132398"/>
                </a:lnTo>
                <a:lnTo>
                  <a:pt x="1368200" y="132398"/>
                </a:lnTo>
                <a:lnTo>
                  <a:pt x="1387211" y="132398"/>
                </a:lnTo>
                <a:lnTo>
                  <a:pt x="1406214" y="132398"/>
                </a:lnTo>
                <a:lnTo>
                  <a:pt x="1425216" y="132398"/>
                </a:lnTo>
                <a:lnTo>
                  <a:pt x="1444219" y="132398"/>
                </a:lnTo>
                <a:lnTo>
                  <a:pt x="1463221" y="132398"/>
                </a:lnTo>
                <a:lnTo>
                  <a:pt x="1482223" y="132398"/>
                </a:lnTo>
                <a:lnTo>
                  <a:pt x="1501226" y="132398"/>
                </a:lnTo>
                <a:lnTo>
                  <a:pt x="1520228" y="132398"/>
                </a:lnTo>
                <a:lnTo>
                  <a:pt x="1539230" y="132398"/>
                </a:lnTo>
                <a:lnTo>
                  <a:pt x="1557938" y="130931"/>
                </a:lnTo>
                <a:lnTo>
                  <a:pt x="1575435" y="123520"/>
                </a:lnTo>
                <a:lnTo>
                  <a:pt x="1592932" y="116100"/>
                </a:lnTo>
                <a:lnTo>
                  <a:pt x="1610420" y="108690"/>
                </a:lnTo>
                <a:lnTo>
                  <a:pt x="1627918" y="101279"/>
                </a:lnTo>
                <a:lnTo>
                  <a:pt x="1645415" y="93859"/>
                </a:lnTo>
                <a:lnTo>
                  <a:pt x="1662913" y="86449"/>
                </a:lnTo>
                <a:lnTo>
                  <a:pt x="1680410" y="79029"/>
                </a:lnTo>
                <a:lnTo>
                  <a:pt x="1697907" y="71618"/>
                </a:lnTo>
                <a:lnTo>
                  <a:pt x="1715405" y="64199"/>
                </a:lnTo>
                <a:lnTo>
                  <a:pt x="1732902" y="56788"/>
                </a:lnTo>
                <a:lnTo>
                  <a:pt x="1750400" y="49368"/>
                </a:lnTo>
                <a:lnTo>
                  <a:pt x="1767897" y="41958"/>
                </a:lnTo>
                <a:lnTo>
                  <a:pt x="1785395" y="34538"/>
                </a:lnTo>
                <a:lnTo>
                  <a:pt x="1802882" y="27127"/>
                </a:lnTo>
                <a:lnTo>
                  <a:pt x="1820380" y="19717"/>
                </a:lnTo>
                <a:lnTo>
                  <a:pt x="1837877" y="12297"/>
                </a:lnTo>
                <a:lnTo>
                  <a:pt x="1855375" y="4886"/>
                </a:lnTo>
                <a:lnTo>
                  <a:pt x="1860413" y="0"/>
                </a:lnTo>
                <a:lnTo>
                  <a:pt x="1841411" y="0"/>
                </a:lnTo>
                <a:lnTo>
                  <a:pt x="1822409" y="0"/>
                </a:lnTo>
                <a:lnTo>
                  <a:pt x="1803406" y="0"/>
                </a:lnTo>
                <a:lnTo>
                  <a:pt x="1784404" y="0"/>
                </a:lnTo>
                <a:lnTo>
                  <a:pt x="1765402" y="0"/>
                </a:lnTo>
                <a:lnTo>
                  <a:pt x="1746399" y="0"/>
                </a:lnTo>
                <a:lnTo>
                  <a:pt x="1727397" y="0"/>
                </a:lnTo>
                <a:lnTo>
                  <a:pt x="1708394" y="0"/>
                </a:lnTo>
                <a:lnTo>
                  <a:pt x="1689383" y="0"/>
                </a:lnTo>
                <a:lnTo>
                  <a:pt x="1670380" y="0"/>
                </a:lnTo>
                <a:lnTo>
                  <a:pt x="1651378" y="0"/>
                </a:lnTo>
                <a:lnTo>
                  <a:pt x="1632375" y="0"/>
                </a:lnTo>
                <a:lnTo>
                  <a:pt x="1613373" y="0"/>
                </a:lnTo>
                <a:lnTo>
                  <a:pt x="1594371" y="0"/>
                </a:lnTo>
                <a:lnTo>
                  <a:pt x="1575368" y="0"/>
                </a:lnTo>
                <a:lnTo>
                  <a:pt x="1556366" y="0"/>
                </a:lnTo>
                <a:lnTo>
                  <a:pt x="1537364" y="0"/>
                </a:lnTo>
                <a:lnTo>
                  <a:pt x="1518361" y="0"/>
                </a:lnTo>
                <a:lnTo>
                  <a:pt x="1499359" y="0"/>
                </a:lnTo>
                <a:lnTo>
                  <a:pt x="1480356" y="0"/>
                </a:lnTo>
                <a:lnTo>
                  <a:pt x="1461354" y="0"/>
                </a:lnTo>
                <a:lnTo>
                  <a:pt x="1442352" y="0"/>
                </a:lnTo>
                <a:lnTo>
                  <a:pt x="1423349" y="0"/>
                </a:lnTo>
                <a:lnTo>
                  <a:pt x="1404347" y="0"/>
                </a:lnTo>
                <a:lnTo>
                  <a:pt x="1385345" y="0"/>
                </a:lnTo>
                <a:lnTo>
                  <a:pt x="1366342" y="0"/>
                </a:lnTo>
                <a:lnTo>
                  <a:pt x="1347340" y="0"/>
                </a:lnTo>
                <a:lnTo>
                  <a:pt x="1328337" y="0"/>
                </a:lnTo>
                <a:lnTo>
                  <a:pt x="1309335" y="0"/>
                </a:lnTo>
                <a:lnTo>
                  <a:pt x="1290323" y="0"/>
                </a:lnTo>
                <a:lnTo>
                  <a:pt x="1271321" y="0"/>
                </a:lnTo>
                <a:lnTo>
                  <a:pt x="1252318" y="0"/>
                </a:lnTo>
                <a:lnTo>
                  <a:pt x="1233316" y="0"/>
                </a:lnTo>
                <a:lnTo>
                  <a:pt x="1214314" y="0"/>
                </a:lnTo>
                <a:lnTo>
                  <a:pt x="1195311" y="0"/>
                </a:lnTo>
                <a:lnTo>
                  <a:pt x="1176309" y="0"/>
                </a:lnTo>
                <a:lnTo>
                  <a:pt x="1157307" y="0"/>
                </a:lnTo>
                <a:lnTo>
                  <a:pt x="1138304" y="0"/>
                </a:lnTo>
                <a:lnTo>
                  <a:pt x="1119302" y="0"/>
                </a:lnTo>
                <a:lnTo>
                  <a:pt x="1100299" y="0"/>
                </a:lnTo>
                <a:lnTo>
                  <a:pt x="1081297" y="0"/>
                </a:lnTo>
                <a:lnTo>
                  <a:pt x="1062295" y="0"/>
                </a:lnTo>
                <a:lnTo>
                  <a:pt x="1043292" y="0"/>
                </a:lnTo>
                <a:lnTo>
                  <a:pt x="1024290" y="0"/>
                </a:lnTo>
                <a:lnTo>
                  <a:pt x="1005288" y="0"/>
                </a:lnTo>
                <a:lnTo>
                  <a:pt x="986285" y="0"/>
                </a:lnTo>
                <a:lnTo>
                  <a:pt x="967283" y="0"/>
                </a:lnTo>
                <a:lnTo>
                  <a:pt x="948280" y="0"/>
                </a:lnTo>
                <a:lnTo>
                  <a:pt x="929278" y="0"/>
                </a:lnTo>
                <a:lnTo>
                  <a:pt x="910276" y="0"/>
                </a:lnTo>
                <a:lnTo>
                  <a:pt x="891264" y="0"/>
                </a:lnTo>
                <a:lnTo>
                  <a:pt x="872261" y="0"/>
                </a:lnTo>
                <a:lnTo>
                  <a:pt x="853259" y="0"/>
                </a:lnTo>
                <a:lnTo>
                  <a:pt x="834257" y="0"/>
                </a:lnTo>
                <a:lnTo>
                  <a:pt x="815254" y="0"/>
                </a:lnTo>
                <a:lnTo>
                  <a:pt x="796252" y="0"/>
                </a:lnTo>
                <a:lnTo>
                  <a:pt x="777250" y="0"/>
                </a:lnTo>
                <a:lnTo>
                  <a:pt x="758247" y="0"/>
                </a:lnTo>
                <a:lnTo>
                  <a:pt x="739245" y="0"/>
                </a:lnTo>
                <a:lnTo>
                  <a:pt x="720242" y="0"/>
                </a:lnTo>
                <a:lnTo>
                  <a:pt x="701240" y="0"/>
                </a:lnTo>
                <a:lnTo>
                  <a:pt x="682238" y="0"/>
                </a:lnTo>
                <a:lnTo>
                  <a:pt x="663235" y="0"/>
                </a:lnTo>
                <a:lnTo>
                  <a:pt x="644233" y="0"/>
                </a:lnTo>
                <a:lnTo>
                  <a:pt x="625231" y="0"/>
                </a:lnTo>
                <a:lnTo>
                  <a:pt x="606228" y="0"/>
                </a:lnTo>
                <a:lnTo>
                  <a:pt x="587226" y="0"/>
                </a:lnTo>
                <a:lnTo>
                  <a:pt x="568223" y="0"/>
                </a:lnTo>
                <a:lnTo>
                  <a:pt x="549221" y="0"/>
                </a:lnTo>
                <a:lnTo>
                  <a:pt x="530219" y="0"/>
                </a:lnTo>
                <a:lnTo>
                  <a:pt x="511216" y="0"/>
                </a:lnTo>
                <a:lnTo>
                  <a:pt x="492204" y="0"/>
                </a:lnTo>
                <a:lnTo>
                  <a:pt x="473202" y="0"/>
                </a:lnTo>
                <a:lnTo>
                  <a:pt x="454200" y="0"/>
                </a:lnTo>
                <a:lnTo>
                  <a:pt x="435197" y="0"/>
                </a:lnTo>
                <a:lnTo>
                  <a:pt x="416195" y="0"/>
                </a:lnTo>
                <a:lnTo>
                  <a:pt x="397793" y="3810"/>
                </a:lnTo>
                <a:lnTo>
                  <a:pt x="379714" y="9649"/>
                </a:lnTo>
                <a:lnTo>
                  <a:pt x="361636" y="15497"/>
                </a:lnTo>
                <a:lnTo>
                  <a:pt x="343548" y="21346"/>
                </a:lnTo>
                <a:lnTo>
                  <a:pt x="325469" y="27184"/>
                </a:lnTo>
                <a:lnTo>
                  <a:pt x="307391" y="33033"/>
                </a:lnTo>
                <a:lnTo>
                  <a:pt x="289303" y="38881"/>
                </a:lnTo>
                <a:lnTo>
                  <a:pt x="271224" y="44720"/>
                </a:lnTo>
                <a:lnTo>
                  <a:pt x="253146" y="50568"/>
                </a:lnTo>
                <a:lnTo>
                  <a:pt x="235058" y="56417"/>
                </a:lnTo>
                <a:lnTo>
                  <a:pt x="216980" y="62255"/>
                </a:lnTo>
                <a:lnTo>
                  <a:pt x="198901" y="68104"/>
                </a:lnTo>
                <a:lnTo>
                  <a:pt x="180813" y="73952"/>
                </a:lnTo>
                <a:lnTo>
                  <a:pt x="162735" y="79791"/>
                </a:lnTo>
                <a:lnTo>
                  <a:pt x="144656" y="85639"/>
                </a:lnTo>
                <a:lnTo>
                  <a:pt x="126568" y="91478"/>
                </a:lnTo>
                <a:lnTo>
                  <a:pt x="108490" y="97326"/>
                </a:lnTo>
                <a:lnTo>
                  <a:pt x="90411" y="103175"/>
                </a:lnTo>
                <a:lnTo>
                  <a:pt x="72323" y="109014"/>
                </a:lnTo>
                <a:lnTo>
                  <a:pt x="54245" y="114862"/>
                </a:lnTo>
                <a:lnTo>
                  <a:pt x="36166" y="120710"/>
                </a:lnTo>
                <a:lnTo>
                  <a:pt x="18078" y="126549"/>
                </a:lnTo>
                <a:lnTo>
                  <a:pt x="0" y="13239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2D8E8795-30D0-48A7-907A-260FD7B8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4373880"/>
            <a:ext cx="1708785" cy="132398"/>
          </a:xfrm>
          <a:custGeom xmlns:a="http://schemas.openxmlformats.org/drawingml/2006/main">
            <a:pathLst>
              <a:path w="1708785" h="132398">
                <a:moveTo>
                  <a:pt x="0" y="132398"/>
                </a:moveTo>
                <a:lnTo>
                  <a:pt x="18860" y="132398"/>
                </a:lnTo>
                <a:lnTo>
                  <a:pt x="37719" y="132398"/>
                </a:lnTo>
                <a:lnTo>
                  <a:pt x="56588" y="132398"/>
                </a:lnTo>
                <a:lnTo>
                  <a:pt x="75448" y="132398"/>
                </a:lnTo>
                <a:lnTo>
                  <a:pt x="94307" y="132398"/>
                </a:lnTo>
                <a:lnTo>
                  <a:pt x="113167" y="132398"/>
                </a:lnTo>
                <a:lnTo>
                  <a:pt x="132026" y="132398"/>
                </a:lnTo>
                <a:lnTo>
                  <a:pt x="150886" y="132398"/>
                </a:lnTo>
                <a:lnTo>
                  <a:pt x="169755" y="132398"/>
                </a:lnTo>
                <a:lnTo>
                  <a:pt x="188614" y="132398"/>
                </a:lnTo>
                <a:lnTo>
                  <a:pt x="207474" y="132398"/>
                </a:lnTo>
                <a:lnTo>
                  <a:pt x="226333" y="132398"/>
                </a:lnTo>
                <a:lnTo>
                  <a:pt x="245193" y="132398"/>
                </a:lnTo>
                <a:lnTo>
                  <a:pt x="264062" y="132398"/>
                </a:lnTo>
                <a:lnTo>
                  <a:pt x="282921" y="132398"/>
                </a:lnTo>
                <a:lnTo>
                  <a:pt x="301781" y="132398"/>
                </a:lnTo>
                <a:lnTo>
                  <a:pt x="320640" y="132398"/>
                </a:lnTo>
                <a:lnTo>
                  <a:pt x="339500" y="132398"/>
                </a:lnTo>
                <a:lnTo>
                  <a:pt x="358369" y="132398"/>
                </a:lnTo>
                <a:lnTo>
                  <a:pt x="377228" y="132398"/>
                </a:lnTo>
                <a:lnTo>
                  <a:pt x="396088" y="132398"/>
                </a:lnTo>
                <a:lnTo>
                  <a:pt x="414947" y="132398"/>
                </a:lnTo>
                <a:lnTo>
                  <a:pt x="433807" y="132398"/>
                </a:lnTo>
                <a:lnTo>
                  <a:pt x="452666" y="132398"/>
                </a:lnTo>
                <a:lnTo>
                  <a:pt x="471535" y="132398"/>
                </a:lnTo>
                <a:lnTo>
                  <a:pt x="490395" y="132398"/>
                </a:lnTo>
                <a:lnTo>
                  <a:pt x="509254" y="132398"/>
                </a:lnTo>
                <a:lnTo>
                  <a:pt x="528114" y="132398"/>
                </a:lnTo>
                <a:lnTo>
                  <a:pt x="546973" y="132398"/>
                </a:lnTo>
                <a:lnTo>
                  <a:pt x="565842" y="132398"/>
                </a:lnTo>
                <a:lnTo>
                  <a:pt x="584702" y="132398"/>
                </a:lnTo>
                <a:lnTo>
                  <a:pt x="603561" y="132398"/>
                </a:lnTo>
                <a:lnTo>
                  <a:pt x="622421" y="132398"/>
                </a:lnTo>
                <a:lnTo>
                  <a:pt x="641280" y="132398"/>
                </a:lnTo>
                <a:lnTo>
                  <a:pt x="660140" y="132398"/>
                </a:lnTo>
                <a:lnTo>
                  <a:pt x="679009" y="132398"/>
                </a:lnTo>
                <a:lnTo>
                  <a:pt x="697868" y="132398"/>
                </a:lnTo>
                <a:lnTo>
                  <a:pt x="716728" y="132398"/>
                </a:lnTo>
                <a:lnTo>
                  <a:pt x="735587" y="132398"/>
                </a:lnTo>
                <a:lnTo>
                  <a:pt x="754447" y="132398"/>
                </a:lnTo>
                <a:lnTo>
                  <a:pt x="773316" y="132398"/>
                </a:lnTo>
                <a:lnTo>
                  <a:pt x="792175" y="132398"/>
                </a:lnTo>
                <a:lnTo>
                  <a:pt x="811035" y="132398"/>
                </a:lnTo>
                <a:lnTo>
                  <a:pt x="829894" y="132398"/>
                </a:lnTo>
                <a:lnTo>
                  <a:pt x="848754" y="132398"/>
                </a:lnTo>
                <a:lnTo>
                  <a:pt x="867613" y="132398"/>
                </a:lnTo>
                <a:lnTo>
                  <a:pt x="886482" y="132398"/>
                </a:lnTo>
                <a:lnTo>
                  <a:pt x="905342" y="132398"/>
                </a:lnTo>
                <a:lnTo>
                  <a:pt x="924201" y="132398"/>
                </a:lnTo>
                <a:lnTo>
                  <a:pt x="943061" y="132398"/>
                </a:lnTo>
                <a:lnTo>
                  <a:pt x="961920" y="132398"/>
                </a:lnTo>
                <a:lnTo>
                  <a:pt x="980789" y="132398"/>
                </a:lnTo>
                <a:lnTo>
                  <a:pt x="999649" y="132398"/>
                </a:lnTo>
                <a:lnTo>
                  <a:pt x="1018508" y="132398"/>
                </a:lnTo>
                <a:lnTo>
                  <a:pt x="1037368" y="132398"/>
                </a:lnTo>
                <a:lnTo>
                  <a:pt x="1056227" y="132398"/>
                </a:lnTo>
                <a:lnTo>
                  <a:pt x="1075087" y="132398"/>
                </a:lnTo>
                <a:lnTo>
                  <a:pt x="1093956" y="132398"/>
                </a:lnTo>
                <a:lnTo>
                  <a:pt x="1112815" y="132398"/>
                </a:lnTo>
                <a:lnTo>
                  <a:pt x="1131675" y="132398"/>
                </a:lnTo>
                <a:lnTo>
                  <a:pt x="1150534" y="132398"/>
                </a:lnTo>
                <a:lnTo>
                  <a:pt x="1169394" y="132398"/>
                </a:lnTo>
                <a:lnTo>
                  <a:pt x="1188263" y="132398"/>
                </a:lnTo>
                <a:lnTo>
                  <a:pt x="1207122" y="132398"/>
                </a:lnTo>
                <a:lnTo>
                  <a:pt x="1225982" y="132398"/>
                </a:lnTo>
                <a:lnTo>
                  <a:pt x="1244841" y="132398"/>
                </a:lnTo>
                <a:lnTo>
                  <a:pt x="1263701" y="132398"/>
                </a:lnTo>
                <a:lnTo>
                  <a:pt x="1282570" y="132398"/>
                </a:lnTo>
                <a:lnTo>
                  <a:pt x="1301429" y="132398"/>
                </a:lnTo>
                <a:lnTo>
                  <a:pt x="1320289" y="132398"/>
                </a:lnTo>
                <a:lnTo>
                  <a:pt x="1339148" y="132398"/>
                </a:lnTo>
                <a:lnTo>
                  <a:pt x="1358008" y="132398"/>
                </a:lnTo>
                <a:lnTo>
                  <a:pt x="1376867" y="132398"/>
                </a:lnTo>
                <a:lnTo>
                  <a:pt x="1395346" y="130445"/>
                </a:lnTo>
                <a:lnTo>
                  <a:pt x="1412758" y="123196"/>
                </a:lnTo>
                <a:lnTo>
                  <a:pt x="1430169" y="115948"/>
                </a:lnTo>
                <a:lnTo>
                  <a:pt x="1447581" y="108699"/>
                </a:lnTo>
                <a:lnTo>
                  <a:pt x="1464993" y="101460"/>
                </a:lnTo>
                <a:lnTo>
                  <a:pt x="1482414" y="94212"/>
                </a:lnTo>
                <a:lnTo>
                  <a:pt x="1499826" y="86963"/>
                </a:lnTo>
                <a:lnTo>
                  <a:pt x="1517237" y="79715"/>
                </a:lnTo>
                <a:lnTo>
                  <a:pt x="1534649" y="72466"/>
                </a:lnTo>
                <a:lnTo>
                  <a:pt x="1552061" y="65218"/>
                </a:lnTo>
                <a:lnTo>
                  <a:pt x="1569482" y="57979"/>
                </a:lnTo>
                <a:lnTo>
                  <a:pt x="1586894" y="50730"/>
                </a:lnTo>
                <a:lnTo>
                  <a:pt x="1604305" y="43482"/>
                </a:lnTo>
                <a:lnTo>
                  <a:pt x="1621717" y="36233"/>
                </a:lnTo>
                <a:lnTo>
                  <a:pt x="1639129" y="28985"/>
                </a:lnTo>
                <a:lnTo>
                  <a:pt x="1656540" y="21746"/>
                </a:lnTo>
                <a:lnTo>
                  <a:pt x="1673962" y="14497"/>
                </a:lnTo>
                <a:lnTo>
                  <a:pt x="1691373" y="7249"/>
                </a:lnTo>
                <a:lnTo>
                  <a:pt x="1708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C9F9F268-A67D-4FD9-916C-CAD5A64B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4660" y="4373880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BD908E66-F454-4E3F-8E71-8D410DD7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893" y="3643817"/>
            <a:ext cx="216218" cy="471935"/>
          </a:xfrm>
          <a:custGeom xmlns:a="http://schemas.openxmlformats.org/drawingml/2006/main">
            <a:pathLst>
              <a:path w="216218" h="471935">
                <a:moveTo>
                  <a:pt x="0" y="471935"/>
                </a:moveTo>
                <a:lnTo>
                  <a:pt x="0" y="453019"/>
                </a:lnTo>
                <a:lnTo>
                  <a:pt x="0" y="434111"/>
                </a:lnTo>
                <a:lnTo>
                  <a:pt x="0" y="415195"/>
                </a:lnTo>
                <a:lnTo>
                  <a:pt x="0" y="396278"/>
                </a:lnTo>
                <a:lnTo>
                  <a:pt x="0" y="377361"/>
                </a:lnTo>
                <a:lnTo>
                  <a:pt x="0" y="358445"/>
                </a:lnTo>
                <a:lnTo>
                  <a:pt x="0" y="339528"/>
                </a:lnTo>
                <a:lnTo>
                  <a:pt x="0" y="320611"/>
                </a:lnTo>
                <a:lnTo>
                  <a:pt x="0" y="301695"/>
                </a:lnTo>
                <a:lnTo>
                  <a:pt x="0" y="282778"/>
                </a:lnTo>
                <a:lnTo>
                  <a:pt x="0" y="263862"/>
                </a:lnTo>
                <a:lnTo>
                  <a:pt x="0" y="244945"/>
                </a:lnTo>
                <a:lnTo>
                  <a:pt x="0" y="226038"/>
                </a:lnTo>
                <a:lnTo>
                  <a:pt x="0" y="207121"/>
                </a:lnTo>
                <a:lnTo>
                  <a:pt x="0" y="188204"/>
                </a:lnTo>
                <a:lnTo>
                  <a:pt x="0" y="169288"/>
                </a:lnTo>
                <a:lnTo>
                  <a:pt x="0" y="150371"/>
                </a:lnTo>
                <a:lnTo>
                  <a:pt x="0" y="131455"/>
                </a:lnTo>
                <a:lnTo>
                  <a:pt x="0" y="112538"/>
                </a:lnTo>
                <a:lnTo>
                  <a:pt x="0" y="93621"/>
                </a:lnTo>
                <a:lnTo>
                  <a:pt x="7134" y="79572"/>
                </a:lnTo>
                <a:lnTo>
                  <a:pt x="24746" y="72666"/>
                </a:lnTo>
                <a:lnTo>
                  <a:pt x="42348" y="65761"/>
                </a:lnTo>
                <a:lnTo>
                  <a:pt x="59960" y="58855"/>
                </a:lnTo>
                <a:lnTo>
                  <a:pt x="77572" y="51949"/>
                </a:lnTo>
                <a:lnTo>
                  <a:pt x="95183" y="45044"/>
                </a:lnTo>
                <a:lnTo>
                  <a:pt x="112795" y="38138"/>
                </a:lnTo>
                <a:lnTo>
                  <a:pt x="130407" y="31242"/>
                </a:lnTo>
                <a:lnTo>
                  <a:pt x="148019" y="24336"/>
                </a:lnTo>
                <a:lnTo>
                  <a:pt x="165630" y="17431"/>
                </a:lnTo>
                <a:lnTo>
                  <a:pt x="183232" y="10525"/>
                </a:lnTo>
                <a:lnTo>
                  <a:pt x="200844" y="3620"/>
                </a:lnTo>
                <a:lnTo>
                  <a:pt x="216218" y="0"/>
                </a:lnTo>
                <a:lnTo>
                  <a:pt x="216218" y="18917"/>
                </a:lnTo>
                <a:lnTo>
                  <a:pt x="216218" y="37833"/>
                </a:lnTo>
                <a:lnTo>
                  <a:pt x="216218" y="56750"/>
                </a:lnTo>
                <a:lnTo>
                  <a:pt x="216218" y="75667"/>
                </a:lnTo>
                <a:lnTo>
                  <a:pt x="216218" y="94583"/>
                </a:lnTo>
                <a:lnTo>
                  <a:pt x="216218" y="113490"/>
                </a:lnTo>
                <a:lnTo>
                  <a:pt x="216218" y="132407"/>
                </a:lnTo>
                <a:lnTo>
                  <a:pt x="216218" y="151324"/>
                </a:lnTo>
                <a:lnTo>
                  <a:pt x="216218" y="170240"/>
                </a:lnTo>
                <a:lnTo>
                  <a:pt x="216218" y="189157"/>
                </a:lnTo>
                <a:lnTo>
                  <a:pt x="216218" y="208074"/>
                </a:lnTo>
                <a:lnTo>
                  <a:pt x="216218" y="226990"/>
                </a:lnTo>
                <a:lnTo>
                  <a:pt x="216218" y="245907"/>
                </a:lnTo>
                <a:lnTo>
                  <a:pt x="216218" y="264824"/>
                </a:lnTo>
                <a:lnTo>
                  <a:pt x="216218" y="283740"/>
                </a:lnTo>
                <a:lnTo>
                  <a:pt x="216218" y="302657"/>
                </a:lnTo>
                <a:lnTo>
                  <a:pt x="216218" y="321564"/>
                </a:lnTo>
                <a:lnTo>
                  <a:pt x="216218" y="340481"/>
                </a:lnTo>
                <a:lnTo>
                  <a:pt x="216218" y="359397"/>
                </a:lnTo>
                <a:lnTo>
                  <a:pt x="202844" y="370065"/>
                </a:lnTo>
                <a:lnTo>
                  <a:pt x="185947" y="378562"/>
                </a:lnTo>
                <a:lnTo>
                  <a:pt x="169040" y="387048"/>
                </a:lnTo>
                <a:lnTo>
                  <a:pt x="152133" y="395535"/>
                </a:lnTo>
                <a:lnTo>
                  <a:pt x="135236" y="404022"/>
                </a:lnTo>
                <a:lnTo>
                  <a:pt x="118329" y="412518"/>
                </a:lnTo>
                <a:lnTo>
                  <a:pt x="101422" y="421005"/>
                </a:lnTo>
                <a:lnTo>
                  <a:pt x="84515" y="429492"/>
                </a:lnTo>
                <a:lnTo>
                  <a:pt x="67618" y="437979"/>
                </a:lnTo>
                <a:lnTo>
                  <a:pt x="50711" y="446475"/>
                </a:lnTo>
                <a:lnTo>
                  <a:pt x="33804" y="454962"/>
                </a:lnTo>
                <a:lnTo>
                  <a:pt x="16907" y="463448"/>
                </a:lnTo>
                <a:lnTo>
                  <a:pt x="0" y="47193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3FB28EC9-E3A6-40D7-A96B-552F1DD2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4007168"/>
            <a:ext cx="1763963" cy="108585"/>
          </a:xfrm>
          <a:custGeom xmlns:a="http://schemas.openxmlformats.org/drawingml/2006/main">
            <a:pathLst>
              <a:path w="1763963" h="108585">
                <a:moveTo>
                  <a:pt x="0" y="108585"/>
                </a:moveTo>
                <a:lnTo>
                  <a:pt x="18964" y="108585"/>
                </a:lnTo>
                <a:lnTo>
                  <a:pt x="37919" y="108585"/>
                </a:lnTo>
                <a:lnTo>
                  <a:pt x="56883" y="108585"/>
                </a:lnTo>
                <a:lnTo>
                  <a:pt x="75838" y="108585"/>
                </a:lnTo>
                <a:lnTo>
                  <a:pt x="94802" y="108585"/>
                </a:lnTo>
                <a:lnTo>
                  <a:pt x="113767" y="108585"/>
                </a:lnTo>
                <a:lnTo>
                  <a:pt x="132721" y="108585"/>
                </a:lnTo>
                <a:lnTo>
                  <a:pt x="151686" y="108585"/>
                </a:lnTo>
                <a:lnTo>
                  <a:pt x="170650" y="108585"/>
                </a:lnTo>
                <a:lnTo>
                  <a:pt x="189605" y="108585"/>
                </a:lnTo>
                <a:lnTo>
                  <a:pt x="208569" y="108585"/>
                </a:lnTo>
                <a:lnTo>
                  <a:pt x="227524" y="108585"/>
                </a:lnTo>
                <a:lnTo>
                  <a:pt x="246488" y="108585"/>
                </a:lnTo>
                <a:lnTo>
                  <a:pt x="265452" y="108585"/>
                </a:lnTo>
                <a:lnTo>
                  <a:pt x="284407" y="108585"/>
                </a:lnTo>
                <a:lnTo>
                  <a:pt x="303371" y="108585"/>
                </a:lnTo>
                <a:lnTo>
                  <a:pt x="322326" y="108585"/>
                </a:lnTo>
                <a:lnTo>
                  <a:pt x="341290" y="108585"/>
                </a:lnTo>
                <a:lnTo>
                  <a:pt x="360255" y="108585"/>
                </a:lnTo>
                <a:lnTo>
                  <a:pt x="379209" y="108585"/>
                </a:lnTo>
                <a:lnTo>
                  <a:pt x="398174" y="108585"/>
                </a:lnTo>
                <a:lnTo>
                  <a:pt x="417138" y="108585"/>
                </a:lnTo>
                <a:lnTo>
                  <a:pt x="436093" y="108585"/>
                </a:lnTo>
                <a:lnTo>
                  <a:pt x="455057" y="108585"/>
                </a:lnTo>
                <a:lnTo>
                  <a:pt x="474012" y="108585"/>
                </a:lnTo>
                <a:lnTo>
                  <a:pt x="492976" y="108585"/>
                </a:lnTo>
                <a:lnTo>
                  <a:pt x="511940" y="108585"/>
                </a:lnTo>
                <a:lnTo>
                  <a:pt x="530895" y="108585"/>
                </a:lnTo>
                <a:lnTo>
                  <a:pt x="549859" y="108585"/>
                </a:lnTo>
                <a:lnTo>
                  <a:pt x="568814" y="108585"/>
                </a:lnTo>
                <a:lnTo>
                  <a:pt x="587778" y="108585"/>
                </a:lnTo>
                <a:lnTo>
                  <a:pt x="606743" y="108585"/>
                </a:lnTo>
                <a:lnTo>
                  <a:pt x="625697" y="108585"/>
                </a:lnTo>
                <a:lnTo>
                  <a:pt x="644662" y="108585"/>
                </a:lnTo>
                <a:lnTo>
                  <a:pt x="663626" y="108585"/>
                </a:lnTo>
                <a:lnTo>
                  <a:pt x="682581" y="108585"/>
                </a:lnTo>
                <a:lnTo>
                  <a:pt x="701545" y="108585"/>
                </a:lnTo>
                <a:lnTo>
                  <a:pt x="720500" y="108585"/>
                </a:lnTo>
                <a:lnTo>
                  <a:pt x="739464" y="108585"/>
                </a:lnTo>
                <a:lnTo>
                  <a:pt x="758428" y="108585"/>
                </a:lnTo>
                <a:lnTo>
                  <a:pt x="777383" y="108585"/>
                </a:lnTo>
                <a:lnTo>
                  <a:pt x="796347" y="108585"/>
                </a:lnTo>
                <a:lnTo>
                  <a:pt x="815302" y="108585"/>
                </a:lnTo>
                <a:lnTo>
                  <a:pt x="834266" y="108585"/>
                </a:lnTo>
                <a:lnTo>
                  <a:pt x="853230" y="108585"/>
                </a:lnTo>
                <a:lnTo>
                  <a:pt x="872185" y="108585"/>
                </a:lnTo>
                <a:lnTo>
                  <a:pt x="891149" y="108585"/>
                </a:lnTo>
                <a:lnTo>
                  <a:pt x="910114" y="108585"/>
                </a:lnTo>
                <a:lnTo>
                  <a:pt x="929069" y="108585"/>
                </a:lnTo>
                <a:lnTo>
                  <a:pt x="948033" y="108585"/>
                </a:lnTo>
                <a:lnTo>
                  <a:pt x="966988" y="108585"/>
                </a:lnTo>
                <a:lnTo>
                  <a:pt x="985952" y="108585"/>
                </a:lnTo>
                <a:lnTo>
                  <a:pt x="1004916" y="108585"/>
                </a:lnTo>
                <a:lnTo>
                  <a:pt x="1023871" y="108585"/>
                </a:lnTo>
                <a:lnTo>
                  <a:pt x="1042835" y="108585"/>
                </a:lnTo>
                <a:lnTo>
                  <a:pt x="1061799" y="108585"/>
                </a:lnTo>
                <a:lnTo>
                  <a:pt x="1080754" y="108585"/>
                </a:lnTo>
                <a:lnTo>
                  <a:pt x="1099718" y="108585"/>
                </a:lnTo>
                <a:lnTo>
                  <a:pt x="1118673" y="108585"/>
                </a:lnTo>
                <a:lnTo>
                  <a:pt x="1137637" y="108585"/>
                </a:lnTo>
                <a:lnTo>
                  <a:pt x="1156602" y="108585"/>
                </a:lnTo>
                <a:lnTo>
                  <a:pt x="1175556" y="108585"/>
                </a:lnTo>
                <a:lnTo>
                  <a:pt x="1194521" y="108585"/>
                </a:lnTo>
                <a:lnTo>
                  <a:pt x="1213475" y="108585"/>
                </a:lnTo>
                <a:lnTo>
                  <a:pt x="1232440" y="108585"/>
                </a:lnTo>
                <a:lnTo>
                  <a:pt x="1251404" y="108585"/>
                </a:lnTo>
                <a:lnTo>
                  <a:pt x="1270359" y="108585"/>
                </a:lnTo>
                <a:lnTo>
                  <a:pt x="1289323" y="108585"/>
                </a:lnTo>
                <a:lnTo>
                  <a:pt x="1308287" y="108585"/>
                </a:lnTo>
                <a:lnTo>
                  <a:pt x="1327242" y="108585"/>
                </a:lnTo>
                <a:lnTo>
                  <a:pt x="1346206" y="108585"/>
                </a:lnTo>
                <a:lnTo>
                  <a:pt x="1365161" y="108585"/>
                </a:lnTo>
                <a:lnTo>
                  <a:pt x="1384125" y="108585"/>
                </a:lnTo>
                <a:lnTo>
                  <a:pt x="1403090" y="108585"/>
                </a:lnTo>
                <a:lnTo>
                  <a:pt x="1422044" y="108585"/>
                </a:lnTo>
                <a:lnTo>
                  <a:pt x="1441009" y="108585"/>
                </a:lnTo>
                <a:lnTo>
                  <a:pt x="1459963" y="108585"/>
                </a:lnTo>
                <a:lnTo>
                  <a:pt x="1478928" y="108585"/>
                </a:lnTo>
                <a:lnTo>
                  <a:pt x="1497892" y="108585"/>
                </a:lnTo>
                <a:lnTo>
                  <a:pt x="1516847" y="108585"/>
                </a:lnTo>
                <a:lnTo>
                  <a:pt x="1535811" y="108585"/>
                </a:lnTo>
                <a:lnTo>
                  <a:pt x="1554642" y="108023"/>
                </a:lnTo>
                <a:lnTo>
                  <a:pt x="1571587" y="99517"/>
                </a:lnTo>
                <a:lnTo>
                  <a:pt x="1588522" y="91011"/>
                </a:lnTo>
                <a:lnTo>
                  <a:pt x="1605467" y="82496"/>
                </a:lnTo>
                <a:lnTo>
                  <a:pt x="1622412" y="73990"/>
                </a:lnTo>
                <a:lnTo>
                  <a:pt x="1639357" y="65484"/>
                </a:lnTo>
                <a:lnTo>
                  <a:pt x="1656302" y="56969"/>
                </a:lnTo>
                <a:lnTo>
                  <a:pt x="1673247" y="48463"/>
                </a:lnTo>
                <a:lnTo>
                  <a:pt x="1690192" y="39957"/>
                </a:lnTo>
                <a:lnTo>
                  <a:pt x="1707137" y="31442"/>
                </a:lnTo>
                <a:lnTo>
                  <a:pt x="1724082" y="22936"/>
                </a:lnTo>
                <a:lnTo>
                  <a:pt x="1741018" y="14421"/>
                </a:lnTo>
                <a:lnTo>
                  <a:pt x="1757963" y="5915"/>
                </a:lnTo>
                <a:lnTo>
                  <a:pt x="1763963" y="0"/>
                </a:lnTo>
                <a:lnTo>
                  <a:pt x="1745009" y="0"/>
                </a:lnTo>
                <a:lnTo>
                  <a:pt x="1726044" y="0"/>
                </a:lnTo>
                <a:lnTo>
                  <a:pt x="1707080" y="0"/>
                </a:lnTo>
                <a:lnTo>
                  <a:pt x="1688125" y="0"/>
                </a:lnTo>
                <a:lnTo>
                  <a:pt x="1669161" y="0"/>
                </a:lnTo>
                <a:lnTo>
                  <a:pt x="1650206" y="0"/>
                </a:lnTo>
                <a:lnTo>
                  <a:pt x="1631242" y="0"/>
                </a:lnTo>
                <a:lnTo>
                  <a:pt x="1612278" y="0"/>
                </a:lnTo>
                <a:lnTo>
                  <a:pt x="1593323" y="0"/>
                </a:lnTo>
                <a:lnTo>
                  <a:pt x="1574359" y="0"/>
                </a:lnTo>
                <a:lnTo>
                  <a:pt x="1555394" y="0"/>
                </a:lnTo>
                <a:lnTo>
                  <a:pt x="1536440" y="0"/>
                </a:lnTo>
                <a:lnTo>
                  <a:pt x="1517475" y="0"/>
                </a:lnTo>
                <a:lnTo>
                  <a:pt x="1498521" y="0"/>
                </a:lnTo>
                <a:lnTo>
                  <a:pt x="1479556" y="0"/>
                </a:lnTo>
                <a:lnTo>
                  <a:pt x="1460592" y="0"/>
                </a:lnTo>
                <a:lnTo>
                  <a:pt x="1441637" y="0"/>
                </a:lnTo>
                <a:lnTo>
                  <a:pt x="1422673" y="0"/>
                </a:lnTo>
                <a:lnTo>
                  <a:pt x="1403718" y="0"/>
                </a:lnTo>
                <a:lnTo>
                  <a:pt x="1384754" y="0"/>
                </a:lnTo>
                <a:lnTo>
                  <a:pt x="1365790" y="0"/>
                </a:lnTo>
                <a:lnTo>
                  <a:pt x="1346835" y="0"/>
                </a:lnTo>
                <a:lnTo>
                  <a:pt x="1327871" y="0"/>
                </a:lnTo>
                <a:lnTo>
                  <a:pt x="1308906" y="0"/>
                </a:lnTo>
                <a:lnTo>
                  <a:pt x="1289952" y="0"/>
                </a:lnTo>
                <a:lnTo>
                  <a:pt x="1270987" y="0"/>
                </a:lnTo>
                <a:lnTo>
                  <a:pt x="1252033" y="0"/>
                </a:lnTo>
                <a:lnTo>
                  <a:pt x="1233068" y="0"/>
                </a:lnTo>
                <a:lnTo>
                  <a:pt x="1214104" y="0"/>
                </a:lnTo>
                <a:lnTo>
                  <a:pt x="1195149" y="0"/>
                </a:lnTo>
                <a:lnTo>
                  <a:pt x="1176185" y="0"/>
                </a:lnTo>
                <a:lnTo>
                  <a:pt x="1157230" y="0"/>
                </a:lnTo>
                <a:lnTo>
                  <a:pt x="1138266" y="0"/>
                </a:lnTo>
                <a:lnTo>
                  <a:pt x="1119302" y="0"/>
                </a:lnTo>
                <a:lnTo>
                  <a:pt x="1100347" y="0"/>
                </a:lnTo>
                <a:lnTo>
                  <a:pt x="1081383" y="0"/>
                </a:lnTo>
                <a:lnTo>
                  <a:pt x="1062419" y="0"/>
                </a:lnTo>
                <a:lnTo>
                  <a:pt x="1043464" y="0"/>
                </a:lnTo>
                <a:lnTo>
                  <a:pt x="1024499" y="0"/>
                </a:lnTo>
                <a:lnTo>
                  <a:pt x="1005545" y="0"/>
                </a:lnTo>
                <a:lnTo>
                  <a:pt x="986580" y="0"/>
                </a:lnTo>
                <a:lnTo>
                  <a:pt x="967616" y="0"/>
                </a:lnTo>
                <a:lnTo>
                  <a:pt x="948661" y="0"/>
                </a:lnTo>
                <a:lnTo>
                  <a:pt x="929697" y="0"/>
                </a:lnTo>
                <a:lnTo>
                  <a:pt x="910742" y="0"/>
                </a:lnTo>
                <a:lnTo>
                  <a:pt x="891778" y="0"/>
                </a:lnTo>
                <a:lnTo>
                  <a:pt x="872814" y="0"/>
                </a:lnTo>
                <a:lnTo>
                  <a:pt x="853859" y="0"/>
                </a:lnTo>
                <a:lnTo>
                  <a:pt x="834895" y="0"/>
                </a:lnTo>
                <a:lnTo>
                  <a:pt x="815931" y="0"/>
                </a:lnTo>
                <a:lnTo>
                  <a:pt x="796976" y="0"/>
                </a:lnTo>
                <a:lnTo>
                  <a:pt x="778012" y="0"/>
                </a:lnTo>
                <a:lnTo>
                  <a:pt x="759057" y="0"/>
                </a:lnTo>
                <a:lnTo>
                  <a:pt x="740093" y="0"/>
                </a:lnTo>
                <a:lnTo>
                  <a:pt x="721128" y="0"/>
                </a:lnTo>
                <a:lnTo>
                  <a:pt x="702173" y="0"/>
                </a:lnTo>
                <a:lnTo>
                  <a:pt x="683209" y="0"/>
                </a:lnTo>
                <a:lnTo>
                  <a:pt x="664254" y="0"/>
                </a:lnTo>
                <a:lnTo>
                  <a:pt x="645290" y="0"/>
                </a:lnTo>
                <a:lnTo>
                  <a:pt x="626326" y="0"/>
                </a:lnTo>
                <a:lnTo>
                  <a:pt x="607371" y="0"/>
                </a:lnTo>
                <a:lnTo>
                  <a:pt x="588407" y="0"/>
                </a:lnTo>
                <a:lnTo>
                  <a:pt x="569443" y="0"/>
                </a:lnTo>
                <a:lnTo>
                  <a:pt x="550488" y="0"/>
                </a:lnTo>
                <a:lnTo>
                  <a:pt x="531524" y="0"/>
                </a:lnTo>
                <a:lnTo>
                  <a:pt x="512569" y="0"/>
                </a:lnTo>
                <a:lnTo>
                  <a:pt x="493605" y="0"/>
                </a:lnTo>
                <a:lnTo>
                  <a:pt x="474640" y="0"/>
                </a:lnTo>
                <a:lnTo>
                  <a:pt x="455686" y="0"/>
                </a:lnTo>
                <a:lnTo>
                  <a:pt x="436721" y="0"/>
                </a:lnTo>
                <a:lnTo>
                  <a:pt x="417767" y="0"/>
                </a:lnTo>
                <a:lnTo>
                  <a:pt x="398802" y="0"/>
                </a:lnTo>
                <a:lnTo>
                  <a:pt x="379838" y="0"/>
                </a:lnTo>
                <a:lnTo>
                  <a:pt x="360883" y="0"/>
                </a:lnTo>
                <a:lnTo>
                  <a:pt x="341919" y="0"/>
                </a:lnTo>
                <a:lnTo>
                  <a:pt x="322955" y="0"/>
                </a:lnTo>
                <a:lnTo>
                  <a:pt x="304467" y="2762"/>
                </a:lnTo>
                <a:lnTo>
                  <a:pt x="286560" y="8992"/>
                </a:lnTo>
                <a:lnTo>
                  <a:pt x="268643" y="15211"/>
                </a:lnTo>
                <a:lnTo>
                  <a:pt x="250736" y="21441"/>
                </a:lnTo>
                <a:lnTo>
                  <a:pt x="232829" y="27661"/>
                </a:lnTo>
                <a:lnTo>
                  <a:pt x="214913" y="33890"/>
                </a:lnTo>
                <a:lnTo>
                  <a:pt x="197006" y="40110"/>
                </a:lnTo>
                <a:lnTo>
                  <a:pt x="179099" y="46339"/>
                </a:lnTo>
                <a:lnTo>
                  <a:pt x="161192" y="52559"/>
                </a:lnTo>
                <a:lnTo>
                  <a:pt x="143275" y="58788"/>
                </a:lnTo>
                <a:lnTo>
                  <a:pt x="125368" y="65008"/>
                </a:lnTo>
                <a:lnTo>
                  <a:pt x="107461" y="71237"/>
                </a:lnTo>
                <a:lnTo>
                  <a:pt x="89545" y="77457"/>
                </a:lnTo>
                <a:lnTo>
                  <a:pt x="71638" y="83687"/>
                </a:lnTo>
                <a:lnTo>
                  <a:pt x="53731" y="89906"/>
                </a:lnTo>
                <a:lnTo>
                  <a:pt x="35824" y="96136"/>
                </a:lnTo>
                <a:lnTo>
                  <a:pt x="17907" y="102356"/>
                </a:lnTo>
                <a:lnTo>
                  <a:pt x="0" y="10858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9CB80406-753C-45B6-AFC5-BDCB306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4328" y="4007168"/>
            <a:ext cx="1612583" cy="108585"/>
          </a:xfrm>
          <a:custGeom xmlns:a="http://schemas.openxmlformats.org/drawingml/2006/main">
            <a:pathLst>
              <a:path w="1612583" h="108585">
                <a:moveTo>
                  <a:pt x="0" y="108585"/>
                </a:moveTo>
                <a:lnTo>
                  <a:pt x="19040" y="108585"/>
                </a:lnTo>
                <a:lnTo>
                  <a:pt x="38090" y="108585"/>
                </a:lnTo>
                <a:lnTo>
                  <a:pt x="57131" y="108585"/>
                </a:lnTo>
                <a:lnTo>
                  <a:pt x="76171" y="108585"/>
                </a:lnTo>
                <a:lnTo>
                  <a:pt x="95212" y="108585"/>
                </a:lnTo>
                <a:lnTo>
                  <a:pt x="114262" y="108585"/>
                </a:lnTo>
                <a:lnTo>
                  <a:pt x="133302" y="108585"/>
                </a:lnTo>
                <a:lnTo>
                  <a:pt x="152343" y="108585"/>
                </a:lnTo>
                <a:lnTo>
                  <a:pt x="171393" y="108585"/>
                </a:lnTo>
                <a:lnTo>
                  <a:pt x="190433" y="108585"/>
                </a:lnTo>
                <a:lnTo>
                  <a:pt x="209474" y="108585"/>
                </a:lnTo>
                <a:lnTo>
                  <a:pt x="228524" y="108585"/>
                </a:lnTo>
                <a:lnTo>
                  <a:pt x="247564" y="108585"/>
                </a:lnTo>
                <a:lnTo>
                  <a:pt x="266605" y="108585"/>
                </a:lnTo>
                <a:lnTo>
                  <a:pt x="285645" y="108585"/>
                </a:lnTo>
                <a:lnTo>
                  <a:pt x="304695" y="108585"/>
                </a:lnTo>
                <a:lnTo>
                  <a:pt x="323736" y="108585"/>
                </a:lnTo>
                <a:lnTo>
                  <a:pt x="342776" y="108585"/>
                </a:lnTo>
                <a:lnTo>
                  <a:pt x="361826" y="108585"/>
                </a:lnTo>
                <a:lnTo>
                  <a:pt x="380867" y="108585"/>
                </a:lnTo>
                <a:lnTo>
                  <a:pt x="399907" y="108585"/>
                </a:lnTo>
                <a:lnTo>
                  <a:pt x="418948" y="108585"/>
                </a:lnTo>
                <a:lnTo>
                  <a:pt x="437998" y="108585"/>
                </a:lnTo>
                <a:lnTo>
                  <a:pt x="457038" y="108585"/>
                </a:lnTo>
                <a:lnTo>
                  <a:pt x="476079" y="108585"/>
                </a:lnTo>
                <a:lnTo>
                  <a:pt x="495129" y="108585"/>
                </a:lnTo>
                <a:lnTo>
                  <a:pt x="514169" y="108585"/>
                </a:lnTo>
                <a:lnTo>
                  <a:pt x="533210" y="108585"/>
                </a:lnTo>
                <a:lnTo>
                  <a:pt x="552260" y="108585"/>
                </a:lnTo>
                <a:lnTo>
                  <a:pt x="571300" y="108585"/>
                </a:lnTo>
                <a:lnTo>
                  <a:pt x="590340" y="108585"/>
                </a:lnTo>
                <a:lnTo>
                  <a:pt x="609381" y="108585"/>
                </a:lnTo>
                <a:lnTo>
                  <a:pt x="628431" y="108585"/>
                </a:lnTo>
                <a:lnTo>
                  <a:pt x="647471" y="108585"/>
                </a:lnTo>
                <a:lnTo>
                  <a:pt x="666512" y="108585"/>
                </a:lnTo>
                <a:lnTo>
                  <a:pt x="685562" y="108585"/>
                </a:lnTo>
                <a:lnTo>
                  <a:pt x="704602" y="108585"/>
                </a:lnTo>
                <a:lnTo>
                  <a:pt x="723643" y="108585"/>
                </a:lnTo>
                <a:lnTo>
                  <a:pt x="742693" y="108585"/>
                </a:lnTo>
                <a:lnTo>
                  <a:pt x="761733" y="108585"/>
                </a:lnTo>
                <a:lnTo>
                  <a:pt x="780774" y="108585"/>
                </a:lnTo>
                <a:lnTo>
                  <a:pt x="799814" y="108585"/>
                </a:lnTo>
                <a:lnTo>
                  <a:pt x="818864" y="108585"/>
                </a:lnTo>
                <a:lnTo>
                  <a:pt x="837905" y="108585"/>
                </a:lnTo>
                <a:lnTo>
                  <a:pt x="856945" y="108585"/>
                </a:lnTo>
                <a:lnTo>
                  <a:pt x="875995" y="108585"/>
                </a:lnTo>
                <a:lnTo>
                  <a:pt x="895036" y="108585"/>
                </a:lnTo>
                <a:lnTo>
                  <a:pt x="914076" y="108585"/>
                </a:lnTo>
                <a:lnTo>
                  <a:pt x="933117" y="108585"/>
                </a:lnTo>
                <a:lnTo>
                  <a:pt x="952167" y="108585"/>
                </a:lnTo>
                <a:lnTo>
                  <a:pt x="971207" y="108585"/>
                </a:lnTo>
                <a:lnTo>
                  <a:pt x="990248" y="108585"/>
                </a:lnTo>
                <a:lnTo>
                  <a:pt x="1009298" y="108585"/>
                </a:lnTo>
                <a:lnTo>
                  <a:pt x="1028338" y="108585"/>
                </a:lnTo>
                <a:lnTo>
                  <a:pt x="1047379" y="108585"/>
                </a:lnTo>
                <a:lnTo>
                  <a:pt x="1066429" y="108585"/>
                </a:lnTo>
                <a:lnTo>
                  <a:pt x="1085469" y="108585"/>
                </a:lnTo>
                <a:lnTo>
                  <a:pt x="1104509" y="108585"/>
                </a:lnTo>
                <a:lnTo>
                  <a:pt x="1123550" y="108585"/>
                </a:lnTo>
                <a:lnTo>
                  <a:pt x="1142600" y="108585"/>
                </a:lnTo>
                <a:lnTo>
                  <a:pt x="1161640" y="108585"/>
                </a:lnTo>
                <a:lnTo>
                  <a:pt x="1180681" y="108585"/>
                </a:lnTo>
                <a:lnTo>
                  <a:pt x="1199731" y="108585"/>
                </a:lnTo>
                <a:lnTo>
                  <a:pt x="1218771" y="108585"/>
                </a:lnTo>
                <a:lnTo>
                  <a:pt x="1237812" y="108585"/>
                </a:lnTo>
                <a:lnTo>
                  <a:pt x="1256852" y="108585"/>
                </a:lnTo>
                <a:lnTo>
                  <a:pt x="1275902" y="108585"/>
                </a:lnTo>
                <a:lnTo>
                  <a:pt x="1294943" y="108585"/>
                </a:lnTo>
                <a:lnTo>
                  <a:pt x="1313983" y="108585"/>
                </a:lnTo>
                <a:lnTo>
                  <a:pt x="1333033" y="108585"/>
                </a:lnTo>
                <a:lnTo>
                  <a:pt x="1352074" y="108585"/>
                </a:lnTo>
                <a:lnTo>
                  <a:pt x="1371114" y="108585"/>
                </a:lnTo>
                <a:lnTo>
                  <a:pt x="1390164" y="108585"/>
                </a:lnTo>
                <a:lnTo>
                  <a:pt x="1407319" y="100432"/>
                </a:lnTo>
                <a:lnTo>
                  <a:pt x="1424426" y="92059"/>
                </a:lnTo>
                <a:lnTo>
                  <a:pt x="1441523" y="83696"/>
                </a:lnTo>
                <a:lnTo>
                  <a:pt x="1458630" y="75324"/>
                </a:lnTo>
                <a:lnTo>
                  <a:pt x="1475737" y="66951"/>
                </a:lnTo>
                <a:lnTo>
                  <a:pt x="1492844" y="58588"/>
                </a:lnTo>
                <a:lnTo>
                  <a:pt x="1509951" y="50216"/>
                </a:lnTo>
                <a:lnTo>
                  <a:pt x="1527058" y="41843"/>
                </a:lnTo>
                <a:lnTo>
                  <a:pt x="1544164" y="33480"/>
                </a:lnTo>
                <a:lnTo>
                  <a:pt x="1561262" y="25108"/>
                </a:lnTo>
                <a:lnTo>
                  <a:pt x="1578369" y="16735"/>
                </a:lnTo>
                <a:lnTo>
                  <a:pt x="1595476" y="8372"/>
                </a:lnTo>
                <a:lnTo>
                  <a:pt x="16125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33606A2C-62C2-4236-8499-424096DB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2938" y="4007168"/>
            <a:ext cx="13039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A2BB5D54-9738-4582-8D4C-BBEA30DC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1373" y="3641712"/>
            <a:ext cx="120015" cy="197510"/>
          </a:xfrm>
          <a:custGeom xmlns:a="http://schemas.openxmlformats.org/drawingml/2006/main">
            <a:pathLst>
              <a:path w="120015" h="197510">
                <a:moveTo>
                  <a:pt x="0" y="84468"/>
                </a:moveTo>
                <a:lnTo>
                  <a:pt x="0" y="100736"/>
                </a:lnTo>
                <a:lnTo>
                  <a:pt x="0" y="117005"/>
                </a:lnTo>
                <a:lnTo>
                  <a:pt x="0" y="133274"/>
                </a:lnTo>
                <a:lnTo>
                  <a:pt x="0" y="149543"/>
                </a:lnTo>
                <a:lnTo>
                  <a:pt x="0" y="165811"/>
                </a:lnTo>
                <a:lnTo>
                  <a:pt x="0" y="182070"/>
                </a:lnTo>
                <a:lnTo>
                  <a:pt x="429" y="197510"/>
                </a:lnTo>
                <a:lnTo>
                  <a:pt x="13716" y="188128"/>
                </a:lnTo>
                <a:lnTo>
                  <a:pt x="27003" y="178746"/>
                </a:lnTo>
                <a:lnTo>
                  <a:pt x="40291" y="169355"/>
                </a:lnTo>
                <a:lnTo>
                  <a:pt x="53578" y="159972"/>
                </a:lnTo>
                <a:lnTo>
                  <a:pt x="66866" y="150590"/>
                </a:lnTo>
                <a:lnTo>
                  <a:pt x="80153" y="141199"/>
                </a:lnTo>
                <a:lnTo>
                  <a:pt x="93440" y="131816"/>
                </a:lnTo>
                <a:lnTo>
                  <a:pt x="106728" y="122425"/>
                </a:lnTo>
                <a:lnTo>
                  <a:pt x="120015" y="113043"/>
                </a:lnTo>
                <a:lnTo>
                  <a:pt x="120015" y="96774"/>
                </a:lnTo>
                <a:lnTo>
                  <a:pt x="120015" y="80505"/>
                </a:lnTo>
                <a:lnTo>
                  <a:pt x="120015" y="64237"/>
                </a:lnTo>
                <a:lnTo>
                  <a:pt x="120015" y="47977"/>
                </a:lnTo>
                <a:lnTo>
                  <a:pt x="120015" y="31709"/>
                </a:lnTo>
                <a:lnTo>
                  <a:pt x="120015" y="15440"/>
                </a:lnTo>
                <a:lnTo>
                  <a:pt x="119586" y="0"/>
                </a:lnTo>
                <a:lnTo>
                  <a:pt x="106299" y="9382"/>
                </a:lnTo>
                <a:lnTo>
                  <a:pt x="93012" y="18774"/>
                </a:lnTo>
                <a:lnTo>
                  <a:pt x="79724" y="28156"/>
                </a:lnTo>
                <a:lnTo>
                  <a:pt x="66437" y="37538"/>
                </a:lnTo>
                <a:lnTo>
                  <a:pt x="53150" y="46930"/>
                </a:lnTo>
                <a:lnTo>
                  <a:pt x="39862" y="56312"/>
                </a:lnTo>
                <a:lnTo>
                  <a:pt x="26575" y="65694"/>
                </a:lnTo>
                <a:lnTo>
                  <a:pt x="13287" y="75086"/>
                </a:lnTo>
                <a:lnTo>
                  <a:pt x="0" y="84468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605A4B61-7DD4-4D4F-B5B9-64365243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893" y="3641408"/>
            <a:ext cx="1670466" cy="84773"/>
          </a:xfrm>
          <a:custGeom xmlns:a="http://schemas.openxmlformats.org/drawingml/2006/main">
            <a:pathLst>
              <a:path w="1670466" h="84773">
                <a:moveTo>
                  <a:pt x="0" y="84773"/>
                </a:moveTo>
                <a:lnTo>
                  <a:pt x="18945" y="84773"/>
                </a:lnTo>
                <a:lnTo>
                  <a:pt x="37900" y="84773"/>
                </a:lnTo>
                <a:lnTo>
                  <a:pt x="56845" y="84773"/>
                </a:lnTo>
                <a:lnTo>
                  <a:pt x="75800" y="84773"/>
                </a:lnTo>
                <a:lnTo>
                  <a:pt x="94745" y="84773"/>
                </a:lnTo>
                <a:lnTo>
                  <a:pt x="113700" y="84773"/>
                </a:lnTo>
                <a:lnTo>
                  <a:pt x="132645" y="84773"/>
                </a:lnTo>
                <a:lnTo>
                  <a:pt x="151590" y="84773"/>
                </a:lnTo>
                <a:lnTo>
                  <a:pt x="170545" y="84773"/>
                </a:lnTo>
                <a:lnTo>
                  <a:pt x="189490" y="84773"/>
                </a:lnTo>
                <a:lnTo>
                  <a:pt x="208445" y="84773"/>
                </a:lnTo>
                <a:lnTo>
                  <a:pt x="227390" y="84773"/>
                </a:lnTo>
                <a:lnTo>
                  <a:pt x="246345" y="84773"/>
                </a:lnTo>
                <a:lnTo>
                  <a:pt x="265290" y="84773"/>
                </a:lnTo>
                <a:lnTo>
                  <a:pt x="284236" y="84773"/>
                </a:lnTo>
                <a:lnTo>
                  <a:pt x="303190" y="84773"/>
                </a:lnTo>
                <a:lnTo>
                  <a:pt x="322136" y="84773"/>
                </a:lnTo>
                <a:lnTo>
                  <a:pt x="341090" y="84773"/>
                </a:lnTo>
                <a:lnTo>
                  <a:pt x="360035" y="84773"/>
                </a:lnTo>
                <a:lnTo>
                  <a:pt x="378990" y="84773"/>
                </a:lnTo>
                <a:lnTo>
                  <a:pt x="397935" y="84773"/>
                </a:lnTo>
                <a:lnTo>
                  <a:pt x="416890" y="84773"/>
                </a:lnTo>
                <a:lnTo>
                  <a:pt x="435835" y="84773"/>
                </a:lnTo>
                <a:lnTo>
                  <a:pt x="454781" y="84773"/>
                </a:lnTo>
                <a:lnTo>
                  <a:pt x="473735" y="84773"/>
                </a:lnTo>
                <a:lnTo>
                  <a:pt x="492681" y="84773"/>
                </a:lnTo>
                <a:lnTo>
                  <a:pt x="511635" y="84773"/>
                </a:lnTo>
                <a:lnTo>
                  <a:pt x="530581" y="84773"/>
                </a:lnTo>
                <a:lnTo>
                  <a:pt x="549535" y="84773"/>
                </a:lnTo>
                <a:lnTo>
                  <a:pt x="568481" y="84773"/>
                </a:lnTo>
                <a:lnTo>
                  <a:pt x="587426" y="84773"/>
                </a:lnTo>
                <a:lnTo>
                  <a:pt x="606381" y="84773"/>
                </a:lnTo>
                <a:lnTo>
                  <a:pt x="625326" y="84773"/>
                </a:lnTo>
                <a:lnTo>
                  <a:pt x="644281" y="84773"/>
                </a:lnTo>
                <a:lnTo>
                  <a:pt x="663226" y="84773"/>
                </a:lnTo>
                <a:lnTo>
                  <a:pt x="682181" y="84773"/>
                </a:lnTo>
                <a:lnTo>
                  <a:pt x="701126" y="84773"/>
                </a:lnTo>
                <a:lnTo>
                  <a:pt x="720071" y="84773"/>
                </a:lnTo>
                <a:lnTo>
                  <a:pt x="739026" y="84773"/>
                </a:lnTo>
                <a:lnTo>
                  <a:pt x="757971" y="84773"/>
                </a:lnTo>
                <a:lnTo>
                  <a:pt x="776926" y="84773"/>
                </a:lnTo>
                <a:lnTo>
                  <a:pt x="795871" y="84773"/>
                </a:lnTo>
                <a:lnTo>
                  <a:pt x="814826" y="84773"/>
                </a:lnTo>
                <a:lnTo>
                  <a:pt x="833771" y="84773"/>
                </a:lnTo>
                <a:lnTo>
                  <a:pt x="852726" y="84773"/>
                </a:lnTo>
                <a:lnTo>
                  <a:pt x="871671" y="84773"/>
                </a:lnTo>
                <a:lnTo>
                  <a:pt x="890616" y="84773"/>
                </a:lnTo>
                <a:lnTo>
                  <a:pt x="909571" y="84773"/>
                </a:lnTo>
                <a:lnTo>
                  <a:pt x="928516" y="84773"/>
                </a:lnTo>
                <a:lnTo>
                  <a:pt x="947471" y="84773"/>
                </a:lnTo>
                <a:lnTo>
                  <a:pt x="966416" y="84773"/>
                </a:lnTo>
                <a:lnTo>
                  <a:pt x="985371" y="84773"/>
                </a:lnTo>
                <a:lnTo>
                  <a:pt x="1004316" y="84773"/>
                </a:lnTo>
                <a:lnTo>
                  <a:pt x="1023261" y="84773"/>
                </a:lnTo>
                <a:lnTo>
                  <a:pt x="1042216" y="84773"/>
                </a:lnTo>
                <a:lnTo>
                  <a:pt x="1061161" y="84773"/>
                </a:lnTo>
                <a:lnTo>
                  <a:pt x="1080116" y="84773"/>
                </a:lnTo>
                <a:lnTo>
                  <a:pt x="1099061" y="84773"/>
                </a:lnTo>
                <a:lnTo>
                  <a:pt x="1118016" y="84773"/>
                </a:lnTo>
                <a:lnTo>
                  <a:pt x="1136961" y="84773"/>
                </a:lnTo>
                <a:lnTo>
                  <a:pt x="1155906" y="84773"/>
                </a:lnTo>
                <a:lnTo>
                  <a:pt x="1174861" y="84773"/>
                </a:lnTo>
                <a:lnTo>
                  <a:pt x="1193806" y="84773"/>
                </a:lnTo>
                <a:lnTo>
                  <a:pt x="1212761" y="84773"/>
                </a:lnTo>
                <a:lnTo>
                  <a:pt x="1231706" y="84773"/>
                </a:lnTo>
                <a:lnTo>
                  <a:pt x="1250661" y="84773"/>
                </a:lnTo>
                <a:lnTo>
                  <a:pt x="1269606" y="84773"/>
                </a:lnTo>
                <a:lnTo>
                  <a:pt x="1288552" y="84773"/>
                </a:lnTo>
                <a:lnTo>
                  <a:pt x="1307506" y="84773"/>
                </a:lnTo>
                <a:lnTo>
                  <a:pt x="1326452" y="84773"/>
                </a:lnTo>
                <a:lnTo>
                  <a:pt x="1345406" y="84773"/>
                </a:lnTo>
                <a:lnTo>
                  <a:pt x="1364351" y="84773"/>
                </a:lnTo>
                <a:lnTo>
                  <a:pt x="1383306" y="84773"/>
                </a:lnTo>
                <a:lnTo>
                  <a:pt x="1402251" y="84773"/>
                </a:lnTo>
                <a:lnTo>
                  <a:pt x="1421206" y="84773"/>
                </a:lnTo>
                <a:lnTo>
                  <a:pt x="1440151" y="84773"/>
                </a:lnTo>
                <a:lnTo>
                  <a:pt x="1459097" y="84773"/>
                </a:lnTo>
                <a:lnTo>
                  <a:pt x="1478051" y="84773"/>
                </a:lnTo>
                <a:lnTo>
                  <a:pt x="1496997" y="84773"/>
                </a:lnTo>
                <a:lnTo>
                  <a:pt x="1515951" y="84773"/>
                </a:lnTo>
                <a:lnTo>
                  <a:pt x="1534897" y="84773"/>
                </a:lnTo>
                <a:lnTo>
                  <a:pt x="1553851" y="84773"/>
                </a:lnTo>
                <a:lnTo>
                  <a:pt x="1569444" y="74209"/>
                </a:lnTo>
                <a:lnTo>
                  <a:pt x="1584922" y="63275"/>
                </a:lnTo>
                <a:lnTo>
                  <a:pt x="1600400" y="52340"/>
                </a:lnTo>
                <a:lnTo>
                  <a:pt x="1615878" y="41405"/>
                </a:lnTo>
                <a:lnTo>
                  <a:pt x="1631347" y="30470"/>
                </a:lnTo>
                <a:lnTo>
                  <a:pt x="1646825" y="19545"/>
                </a:lnTo>
                <a:lnTo>
                  <a:pt x="1662303" y="8611"/>
                </a:lnTo>
                <a:lnTo>
                  <a:pt x="1670466" y="0"/>
                </a:lnTo>
                <a:lnTo>
                  <a:pt x="1651521" y="0"/>
                </a:lnTo>
                <a:lnTo>
                  <a:pt x="1632566" y="0"/>
                </a:lnTo>
                <a:lnTo>
                  <a:pt x="1613621" y="0"/>
                </a:lnTo>
                <a:lnTo>
                  <a:pt x="1594666" y="0"/>
                </a:lnTo>
                <a:lnTo>
                  <a:pt x="1575721" y="0"/>
                </a:lnTo>
                <a:lnTo>
                  <a:pt x="1556776" y="0"/>
                </a:lnTo>
                <a:lnTo>
                  <a:pt x="1537821" y="0"/>
                </a:lnTo>
                <a:lnTo>
                  <a:pt x="1518876" y="0"/>
                </a:lnTo>
                <a:lnTo>
                  <a:pt x="1499921" y="0"/>
                </a:lnTo>
                <a:lnTo>
                  <a:pt x="1480976" y="0"/>
                </a:lnTo>
                <a:lnTo>
                  <a:pt x="1462021" y="0"/>
                </a:lnTo>
                <a:lnTo>
                  <a:pt x="1443076" y="0"/>
                </a:lnTo>
                <a:lnTo>
                  <a:pt x="1424130" y="0"/>
                </a:lnTo>
                <a:lnTo>
                  <a:pt x="1405176" y="0"/>
                </a:lnTo>
                <a:lnTo>
                  <a:pt x="1386230" y="0"/>
                </a:lnTo>
                <a:lnTo>
                  <a:pt x="1367276" y="0"/>
                </a:lnTo>
                <a:lnTo>
                  <a:pt x="1348330" y="0"/>
                </a:lnTo>
                <a:lnTo>
                  <a:pt x="1329376" y="0"/>
                </a:lnTo>
                <a:lnTo>
                  <a:pt x="1310430" y="0"/>
                </a:lnTo>
                <a:lnTo>
                  <a:pt x="1291485" y="0"/>
                </a:lnTo>
                <a:lnTo>
                  <a:pt x="1272530" y="0"/>
                </a:lnTo>
                <a:lnTo>
                  <a:pt x="1253585" y="0"/>
                </a:lnTo>
                <a:lnTo>
                  <a:pt x="1234631" y="0"/>
                </a:lnTo>
                <a:lnTo>
                  <a:pt x="1215685" y="0"/>
                </a:lnTo>
                <a:lnTo>
                  <a:pt x="1196731" y="0"/>
                </a:lnTo>
                <a:lnTo>
                  <a:pt x="1177785" y="0"/>
                </a:lnTo>
                <a:lnTo>
                  <a:pt x="1158840" y="0"/>
                </a:lnTo>
                <a:lnTo>
                  <a:pt x="1139885" y="0"/>
                </a:lnTo>
                <a:lnTo>
                  <a:pt x="1120940" y="0"/>
                </a:lnTo>
                <a:lnTo>
                  <a:pt x="1101985" y="0"/>
                </a:lnTo>
                <a:lnTo>
                  <a:pt x="1083040" y="0"/>
                </a:lnTo>
                <a:lnTo>
                  <a:pt x="1064085" y="0"/>
                </a:lnTo>
                <a:lnTo>
                  <a:pt x="1045140" y="0"/>
                </a:lnTo>
                <a:lnTo>
                  <a:pt x="1026185" y="0"/>
                </a:lnTo>
                <a:lnTo>
                  <a:pt x="1007240" y="0"/>
                </a:lnTo>
                <a:lnTo>
                  <a:pt x="988295" y="0"/>
                </a:lnTo>
                <a:lnTo>
                  <a:pt x="969340" y="0"/>
                </a:lnTo>
                <a:lnTo>
                  <a:pt x="950395" y="0"/>
                </a:lnTo>
                <a:lnTo>
                  <a:pt x="931440" y="0"/>
                </a:lnTo>
                <a:lnTo>
                  <a:pt x="912495" y="0"/>
                </a:lnTo>
                <a:lnTo>
                  <a:pt x="893540" y="0"/>
                </a:lnTo>
                <a:lnTo>
                  <a:pt x="874595" y="0"/>
                </a:lnTo>
                <a:lnTo>
                  <a:pt x="855650" y="0"/>
                </a:lnTo>
                <a:lnTo>
                  <a:pt x="836695" y="0"/>
                </a:lnTo>
                <a:lnTo>
                  <a:pt x="817750" y="0"/>
                </a:lnTo>
                <a:lnTo>
                  <a:pt x="798795" y="0"/>
                </a:lnTo>
                <a:lnTo>
                  <a:pt x="779850" y="0"/>
                </a:lnTo>
                <a:lnTo>
                  <a:pt x="760895" y="0"/>
                </a:lnTo>
                <a:lnTo>
                  <a:pt x="741950" y="0"/>
                </a:lnTo>
                <a:lnTo>
                  <a:pt x="723005" y="0"/>
                </a:lnTo>
                <a:lnTo>
                  <a:pt x="704050" y="0"/>
                </a:lnTo>
                <a:lnTo>
                  <a:pt x="685105" y="0"/>
                </a:lnTo>
                <a:lnTo>
                  <a:pt x="666150" y="0"/>
                </a:lnTo>
                <a:lnTo>
                  <a:pt x="647205" y="0"/>
                </a:lnTo>
                <a:lnTo>
                  <a:pt x="628250" y="0"/>
                </a:lnTo>
                <a:lnTo>
                  <a:pt x="609305" y="0"/>
                </a:lnTo>
                <a:lnTo>
                  <a:pt x="590350" y="0"/>
                </a:lnTo>
                <a:lnTo>
                  <a:pt x="571405" y="0"/>
                </a:lnTo>
                <a:lnTo>
                  <a:pt x="552460" y="0"/>
                </a:lnTo>
                <a:lnTo>
                  <a:pt x="533505" y="0"/>
                </a:lnTo>
                <a:lnTo>
                  <a:pt x="514560" y="0"/>
                </a:lnTo>
                <a:lnTo>
                  <a:pt x="495605" y="0"/>
                </a:lnTo>
                <a:lnTo>
                  <a:pt x="476660" y="0"/>
                </a:lnTo>
                <a:lnTo>
                  <a:pt x="457705" y="0"/>
                </a:lnTo>
                <a:lnTo>
                  <a:pt x="438760" y="0"/>
                </a:lnTo>
                <a:lnTo>
                  <a:pt x="419814" y="0"/>
                </a:lnTo>
                <a:lnTo>
                  <a:pt x="400860" y="0"/>
                </a:lnTo>
                <a:lnTo>
                  <a:pt x="381914" y="0"/>
                </a:lnTo>
                <a:lnTo>
                  <a:pt x="362960" y="0"/>
                </a:lnTo>
                <a:lnTo>
                  <a:pt x="344014" y="0"/>
                </a:lnTo>
                <a:lnTo>
                  <a:pt x="325060" y="0"/>
                </a:lnTo>
                <a:lnTo>
                  <a:pt x="306114" y="0"/>
                </a:lnTo>
                <a:lnTo>
                  <a:pt x="287169" y="0"/>
                </a:lnTo>
                <a:lnTo>
                  <a:pt x="268214" y="0"/>
                </a:lnTo>
                <a:lnTo>
                  <a:pt x="249269" y="0"/>
                </a:lnTo>
                <a:lnTo>
                  <a:pt x="230315" y="0"/>
                </a:lnTo>
                <a:lnTo>
                  <a:pt x="211703" y="1772"/>
                </a:lnTo>
                <a:lnTo>
                  <a:pt x="194062" y="8687"/>
                </a:lnTo>
                <a:lnTo>
                  <a:pt x="176422" y="15602"/>
                </a:lnTo>
                <a:lnTo>
                  <a:pt x="158772" y="22517"/>
                </a:lnTo>
                <a:lnTo>
                  <a:pt x="141132" y="29442"/>
                </a:lnTo>
                <a:lnTo>
                  <a:pt x="123492" y="36357"/>
                </a:lnTo>
                <a:lnTo>
                  <a:pt x="105851" y="43272"/>
                </a:lnTo>
                <a:lnTo>
                  <a:pt x="88211" y="50187"/>
                </a:lnTo>
                <a:lnTo>
                  <a:pt x="70571" y="57102"/>
                </a:lnTo>
                <a:lnTo>
                  <a:pt x="52921" y="64018"/>
                </a:lnTo>
                <a:lnTo>
                  <a:pt x="35281" y="70942"/>
                </a:lnTo>
                <a:lnTo>
                  <a:pt x="17640" y="77857"/>
                </a:lnTo>
                <a:lnTo>
                  <a:pt x="0" y="8477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7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D9A3F1BF-7F58-46F0-B7B6-B5685BA9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8808" y="3641408"/>
            <a:ext cx="1515428" cy="84773"/>
          </a:xfrm>
          <a:custGeom xmlns:a="http://schemas.openxmlformats.org/drawingml/2006/main">
            <a:pathLst>
              <a:path w="1515428" h="84773">
                <a:moveTo>
                  <a:pt x="0" y="84773"/>
                </a:moveTo>
                <a:lnTo>
                  <a:pt x="19031" y="84773"/>
                </a:lnTo>
                <a:lnTo>
                  <a:pt x="38062" y="84773"/>
                </a:lnTo>
                <a:lnTo>
                  <a:pt x="57093" y="84773"/>
                </a:lnTo>
                <a:lnTo>
                  <a:pt x="76124" y="84773"/>
                </a:lnTo>
                <a:lnTo>
                  <a:pt x="95155" y="84773"/>
                </a:lnTo>
                <a:lnTo>
                  <a:pt x="114186" y="84773"/>
                </a:lnTo>
                <a:lnTo>
                  <a:pt x="133217" y="84773"/>
                </a:lnTo>
                <a:lnTo>
                  <a:pt x="152248" y="84773"/>
                </a:lnTo>
                <a:lnTo>
                  <a:pt x="171279" y="84773"/>
                </a:lnTo>
                <a:lnTo>
                  <a:pt x="190310" y="84773"/>
                </a:lnTo>
                <a:lnTo>
                  <a:pt x="209340" y="84773"/>
                </a:lnTo>
                <a:lnTo>
                  <a:pt x="228371" y="84773"/>
                </a:lnTo>
                <a:lnTo>
                  <a:pt x="247402" y="84773"/>
                </a:lnTo>
                <a:lnTo>
                  <a:pt x="266433" y="84773"/>
                </a:lnTo>
                <a:lnTo>
                  <a:pt x="285464" y="84773"/>
                </a:lnTo>
                <a:lnTo>
                  <a:pt x="304495" y="84773"/>
                </a:lnTo>
                <a:lnTo>
                  <a:pt x="323526" y="84773"/>
                </a:lnTo>
                <a:lnTo>
                  <a:pt x="342557" y="84773"/>
                </a:lnTo>
                <a:lnTo>
                  <a:pt x="361588" y="84773"/>
                </a:lnTo>
                <a:lnTo>
                  <a:pt x="380619" y="84773"/>
                </a:lnTo>
                <a:lnTo>
                  <a:pt x="399650" y="84773"/>
                </a:lnTo>
                <a:lnTo>
                  <a:pt x="418681" y="84773"/>
                </a:lnTo>
                <a:lnTo>
                  <a:pt x="437712" y="84773"/>
                </a:lnTo>
                <a:lnTo>
                  <a:pt x="456743" y="84773"/>
                </a:lnTo>
                <a:lnTo>
                  <a:pt x="475774" y="84773"/>
                </a:lnTo>
                <a:lnTo>
                  <a:pt x="494805" y="84773"/>
                </a:lnTo>
                <a:lnTo>
                  <a:pt x="513836" y="84773"/>
                </a:lnTo>
                <a:lnTo>
                  <a:pt x="532867" y="84773"/>
                </a:lnTo>
                <a:lnTo>
                  <a:pt x="551898" y="84773"/>
                </a:lnTo>
                <a:lnTo>
                  <a:pt x="570929" y="84773"/>
                </a:lnTo>
                <a:lnTo>
                  <a:pt x="589959" y="84773"/>
                </a:lnTo>
                <a:lnTo>
                  <a:pt x="608990" y="84773"/>
                </a:lnTo>
                <a:lnTo>
                  <a:pt x="628021" y="84773"/>
                </a:lnTo>
                <a:lnTo>
                  <a:pt x="647052" y="84773"/>
                </a:lnTo>
                <a:lnTo>
                  <a:pt x="666083" y="84773"/>
                </a:lnTo>
                <a:lnTo>
                  <a:pt x="685114" y="84773"/>
                </a:lnTo>
                <a:lnTo>
                  <a:pt x="704145" y="84773"/>
                </a:lnTo>
                <a:lnTo>
                  <a:pt x="723176" y="84773"/>
                </a:lnTo>
                <a:lnTo>
                  <a:pt x="742207" y="84773"/>
                </a:lnTo>
                <a:lnTo>
                  <a:pt x="761238" y="84773"/>
                </a:lnTo>
                <a:lnTo>
                  <a:pt x="780269" y="84773"/>
                </a:lnTo>
                <a:lnTo>
                  <a:pt x="799300" y="84773"/>
                </a:lnTo>
                <a:lnTo>
                  <a:pt x="818331" y="84773"/>
                </a:lnTo>
                <a:lnTo>
                  <a:pt x="837362" y="84773"/>
                </a:lnTo>
                <a:lnTo>
                  <a:pt x="856393" y="84773"/>
                </a:lnTo>
                <a:lnTo>
                  <a:pt x="875424" y="84773"/>
                </a:lnTo>
                <a:lnTo>
                  <a:pt x="894455" y="84773"/>
                </a:lnTo>
                <a:lnTo>
                  <a:pt x="913486" y="84773"/>
                </a:lnTo>
                <a:lnTo>
                  <a:pt x="932517" y="84773"/>
                </a:lnTo>
                <a:lnTo>
                  <a:pt x="951548" y="84773"/>
                </a:lnTo>
                <a:lnTo>
                  <a:pt x="970578" y="84773"/>
                </a:lnTo>
                <a:lnTo>
                  <a:pt x="989609" y="84773"/>
                </a:lnTo>
                <a:lnTo>
                  <a:pt x="1008640" y="84773"/>
                </a:lnTo>
                <a:lnTo>
                  <a:pt x="1027671" y="84773"/>
                </a:lnTo>
                <a:lnTo>
                  <a:pt x="1046702" y="84773"/>
                </a:lnTo>
                <a:lnTo>
                  <a:pt x="1065733" y="84773"/>
                </a:lnTo>
                <a:lnTo>
                  <a:pt x="1084764" y="84773"/>
                </a:lnTo>
                <a:lnTo>
                  <a:pt x="1103786" y="84773"/>
                </a:lnTo>
                <a:lnTo>
                  <a:pt x="1122826" y="84773"/>
                </a:lnTo>
                <a:lnTo>
                  <a:pt x="1141857" y="84773"/>
                </a:lnTo>
                <a:lnTo>
                  <a:pt x="1160888" y="84773"/>
                </a:lnTo>
                <a:lnTo>
                  <a:pt x="1179909" y="84773"/>
                </a:lnTo>
                <a:lnTo>
                  <a:pt x="1198940" y="84773"/>
                </a:lnTo>
                <a:lnTo>
                  <a:pt x="1217971" y="84773"/>
                </a:lnTo>
                <a:lnTo>
                  <a:pt x="1237002" y="84773"/>
                </a:lnTo>
                <a:lnTo>
                  <a:pt x="1256033" y="84773"/>
                </a:lnTo>
                <a:lnTo>
                  <a:pt x="1275064" y="84773"/>
                </a:lnTo>
                <a:lnTo>
                  <a:pt x="1294095" y="84773"/>
                </a:lnTo>
                <a:lnTo>
                  <a:pt x="1313126" y="84773"/>
                </a:lnTo>
                <a:lnTo>
                  <a:pt x="1332157" y="84773"/>
                </a:lnTo>
                <a:lnTo>
                  <a:pt x="1351188" y="84773"/>
                </a:lnTo>
                <a:lnTo>
                  <a:pt x="1370219" y="84773"/>
                </a:lnTo>
                <a:lnTo>
                  <a:pt x="1389250" y="84773"/>
                </a:lnTo>
                <a:lnTo>
                  <a:pt x="1405233" y="74867"/>
                </a:lnTo>
                <a:lnTo>
                  <a:pt x="1420978" y="64170"/>
                </a:lnTo>
                <a:lnTo>
                  <a:pt x="1436722" y="53473"/>
                </a:lnTo>
                <a:lnTo>
                  <a:pt x="1452458" y="42777"/>
                </a:lnTo>
                <a:lnTo>
                  <a:pt x="1468203" y="32080"/>
                </a:lnTo>
                <a:lnTo>
                  <a:pt x="1483947" y="21393"/>
                </a:lnTo>
                <a:lnTo>
                  <a:pt x="1499683" y="10697"/>
                </a:lnTo>
                <a:lnTo>
                  <a:pt x="15154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7BC152D1-605A-45EB-A765-57AF5F3B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0263" y="3641408"/>
            <a:ext cx="13039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ECEFC0CC-0E3E-4B0E-9718-3D205ACF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477" y="3903469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30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95774A15-A0DE-4ECA-A24A-CB0BEFCD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477" y="4151557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1DCA97BE-7C44-4D10-B95E-93D55F2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377" y="465772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2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086473DA-E363-4C6E-A788-5BE49C94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3313" y="3525441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3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BDD4374D-7AC3-49E0-883F-FD7A03DD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3313" y="3773538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4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80182F40-4AAA-4C3E-B845-4821DC0F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6366" y="427970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5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669500E1-5BDB-40A0-A4E1-D4E50D45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9311" y="3147422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6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EA510917-2D87-41AD-86D0-CB32AD32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9311" y="3395510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7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CCFFC679-9436-473B-AB83-216C7968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211" y="390183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8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9CB10699-B1F4-4F14-9A62-E03DAE63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5156" y="2769394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9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47260DC4-E13B-4C84-8F6A-C051CFD1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5156" y="3017491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40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169C72FF-41D7-4B6F-AD47-90CA19CF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8199" y="3523802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1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19C7D0EE-317E-4D88-AE5E-44FC48B4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4873" y="4645523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2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F8C5520E-A8B6-4B64-A137-2F83169B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6707" y="3889477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706307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2026-09-08T00:28:11.9480000Z</dcterms:created>
  <dcterms:modified xsi:type="dcterms:W3CDTF">2026-09-08T00:28:11.9480000Z</dcterms:modified>
</coreProperties>
</file>