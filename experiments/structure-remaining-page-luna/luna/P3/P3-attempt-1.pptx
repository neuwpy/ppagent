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8dd3982484db8" /><Relationship Type="http://schemas.openxmlformats.org/officeDocument/2006/relationships/extended-properties" Target="/docProps/app.xml" Id="R5f0fa62fff8d4c2e" /><Relationship Type="http://schemas.openxmlformats.org/officeDocument/2006/relationships/officeDocument" Target="/ppt/presentation.xml" Id="R8107c974b61f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689d21faf74612"/>
  </p:sldMasterIdLst>
  <p:notesMasterIdLst>
    <p:notesMasterId xmlns:r="http://schemas.openxmlformats.org/officeDocument/2006/relationships" r:id="R898a60ef8c0b44d0"/>
  </p:notesMasterIdLst>
  <p:sldIdLst>
    <p:sldId xmlns:r="http://schemas.openxmlformats.org/officeDocument/2006/relationships" id="256" r:id="R5bb056044e9049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3b77d3d802460a" /><Relationship Type="http://schemas.openxmlformats.org/officeDocument/2006/relationships/slideMaster" Target="/ppt/slideMasters/slideMaster1.xml" Id="Rae689d21faf74612" /><Relationship Type="http://schemas.openxmlformats.org/officeDocument/2006/relationships/notesMaster" Target="/ppt/notesMasters/notesMaster1.xml" Id="R898a60ef8c0b44d0" /><Relationship Type="http://schemas.openxmlformats.org/officeDocument/2006/relationships/presProps" Target="/ppt/presProps.xml" Id="R96e1cb9c302f427f" /><Relationship Type="http://schemas.openxmlformats.org/officeDocument/2006/relationships/tableStyles" Target="/ppt/tableStyles.xml" Id="Rd30629298f7e4735" /><Relationship Type="http://schemas.openxmlformats.org/officeDocument/2006/relationships/slide" Target="/ppt/slides/slide1.xml" Id="R5bb056044e9049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717dc5f4aa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b1029a8449ae" /><Relationship Type="http://schemas.openxmlformats.org/officeDocument/2006/relationships/notesMaster" Target="/ppt/notesMasters/notesMaster1.xml" Id="R57066bb9ae2e4c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cc777d21543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bb4c1f39c84df9" /><Relationship Type="http://schemas.openxmlformats.org/officeDocument/2006/relationships/slideLayout" Target="/ppt/slideLayouts/slideLayout1.xml" Id="R182bbf48cdbd42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bbf48cdbd42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4da7266c34c2a" /><Relationship Type="http://schemas.openxmlformats.org/officeDocument/2006/relationships/notesSlide" Target="/ppt/notesSlides/notesSlide1.xml" Id="Rfed99158c29b45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paper">
            <a:extLst xmlns:a="http://schemas.openxmlformats.org/drawingml/2006/main">
              <a:ext uri="{FF2B5EF4-FFF2-40B4-BE49-F238E27FC236}">
                <a16:creationId xmlns:a16="http://schemas.microsoft.com/office/drawing/2014/main" id="{24023745-E8EF-4847-9712-CC41958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7C196BB3-8457-4BC8-94CB-96D24915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95BF6DA-33FE-44A9-9FEE-68EB2F6F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A5EB58C-62E6-4B5D-84C7-308E8FDF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9653F6C2-A87E-420F-A3E8-D495BD14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从可查记录走向按周期落实责任，是当前维护能力提升的下一步。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44C1BD4F-5E85-4BFD-8864-C79667CF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C933F67F-7A9C-428E-A5C4-A0F3F867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目标 4级：持续改善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6C8018-6695-41D6-8EB5-57E933BA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E596CD33-DCF9-4750-8C21-E4F4AB72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1733" y="3796665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3A0FB13A-229B-4D8B-BA71-9F329E5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4699" y="342388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5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AD3E7C48-7194-4F3D-9E5F-A5694973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6780" y="3051715"/>
            <a:ext cx="1202922" cy="866851"/>
          </a:xfrm>
          <a:custGeom xmlns:a="http://schemas.openxmlformats.org/drawingml/2006/main">
            <a:pathLst>
              <a:path w="1202922" h="86685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391"/>
                </a:lnTo>
                <a:lnTo>
                  <a:pt x="467782" y="78362"/>
                </a:lnTo>
                <a:lnTo>
                  <a:pt x="486651" y="76324"/>
                </a:lnTo>
                <a:lnTo>
                  <a:pt x="505530" y="74295"/>
                </a:lnTo>
                <a:lnTo>
                  <a:pt x="524399" y="72257"/>
                </a:lnTo>
                <a:lnTo>
                  <a:pt x="543277" y="70228"/>
                </a:lnTo>
                <a:lnTo>
                  <a:pt x="562146" y="68189"/>
                </a:lnTo>
                <a:lnTo>
                  <a:pt x="581025" y="66161"/>
                </a:lnTo>
                <a:lnTo>
                  <a:pt x="599894" y="64122"/>
                </a:lnTo>
                <a:lnTo>
                  <a:pt x="618773" y="62093"/>
                </a:lnTo>
                <a:lnTo>
                  <a:pt x="637642" y="60055"/>
                </a:lnTo>
                <a:lnTo>
                  <a:pt x="656520" y="58026"/>
                </a:lnTo>
                <a:lnTo>
                  <a:pt x="675389" y="55988"/>
                </a:lnTo>
                <a:lnTo>
                  <a:pt x="694268" y="53959"/>
                </a:lnTo>
                <a:lnTo>
                  <a:pt x="713137" y="51921"/>
                </a:lnTo>
                <a:lnTo>
                  <a:pt x="732015" y="49892"/>
                </a:lnTo>
                <a:lnTo>
                  <a:pt x="750884" y="47854"/>
                </a:lnTo>
                <a:lnTo>
                  <a:pt x="769763" y="45825"/>
                </a:lnTo>
                <a:lnTo>
                  <a:pt x="788632" y="43786"/>
                </a:lnTo>
                <a:lnTo>
                  <a:pt x="807510" y="41758"/>
                </a:lnTo>
                <a:lnTo>
                  <a:pt x="826379" y="39719"/>
                </a:lnTo>
                <a:lnTo>
                  <a:pt x="845258" y="37690"/>
                </a:lnTo>
                <a:lnTo>
                  <a:pt x="864127" y="35652"/>
                </a:lnTo>
                <a:lnTo>
                  <a:pt x="883006" y="33623"/>
                </a:lnTo>
                <a:lnTo>
                  <a:pt x="901875" y="31585"/>
                </a:lnTo>
                <a:lnTo>
                  <a:pt x="920753" y="29556"/>
                </a:lnTo>
                <a:lnTo>
                  <a:pt x="939622" y="27518"/>
                </a:lnTo>
                <a:lnTo>
                  <a:pt x="958501" y="25489"/>
                </a:lnTo>
                <a:lnTo>
                  <a:pt x="977370" y="23451"/>
                </a:lnTo>
                <a:lnTo>
                  <a:pt x="996248" y="21422"/>
                </a:lnTo>
                <a:lnTo>
                  <a:pt x="1015117" y="19383"/>
                </a:lnTo>
                <a:lnTo>
                  <a:pt x="1033996" y="17355"/>
                </a:lnTo>
                <a:lnTo>
                  <a:pt x="1052865" y="15316"/>
                </a:lnTo>
                <a:lnTo>
                  <a:pt x="1071743" y="13287"/>
                </a:lnTo>
                <a:lnTo>
                  <a:pt x="1090613" y="11249"/>
                </a:lnTo>
                <a:lnTo>
                  <a:pt x="1109491" y="9220"/>
                </a:lnTo>
                <a:lnTo>
                  <a:pt x="1128360" y="7182"/>
                </a:lnTo>
                <a:lnTo>
                  <a:pt x="1147239" y="5153"/>
                </a:lnTo>
                <a:lnTo>
                  <a:pt x="1166108" y="3115"/>
                </a:lnTo>
                <a:lnTo>
                  <a:pt x="1184986" y="1086"/>
                </a:lnTo>
                <a:lnTo>
                  <a:pt x="1202922" y="0"/>
                </a:lnTo>
                <a:lnTo>
                  <a:pt x="1201112" y="18898"/>
                </a:lnTo>
                <a:lnTo>
                  <a:pt x="1199302" y="37795"/>
                </a:lnTo>
                <a:lnTo>
                  <a:pt x="1197493" y="56693"/>
                </a:lnTo>
                <a:lnTo>
                  <a:pt x="1195692" y="75590"/>
                </a:lnTo>
                <a:lnTo>
                  <a:pt x="1193883" y="94488"/>
                </a:lnTo>
                <a:lnTo>
                  <a:pt x="1192073" y="113376"/>
                </a:lnTo>
                <a:lnTo>
                  <a:pt x="1190263" y="132274"/>
                </a:lnTo>
                <a:lnTo>
                  <a:pt x="1188463" y="151171"/>
                </a:lnTo>
                <a:lnTo>
                  <a:pt x="1186653" y="170069"/>
                </a:lnTo>
                <a:lnTo>
                  <a:pt x="1184843" y="188966"/>
                </a:lnTo>
                <a:lnTo>
                  <a:pt x="1183034" y="207864"/>
                </a:lnTo>
                <a:lnTo>
                  <a:pt x="1181224" y="226762"/>
                </a:lnTo>
                <a:lnTo>
                  <a:pt x="1179424" y="245659"/>
                </a:lnTo>
                <a:lnTo>
                  <a:pt x="1177614" y="264557"/>
                </a:lnTo>
                <a:lnTo>
                  <a:pt x="1175804" y="283454"/>
                </a:lnTo>
                <a:lnTo>
                  <a:pt x="1173994" y="302352"/>
                </a:lnTo>
                <a:lnTo>
                  <a:pt x="1172185" y="321240"/>
                </a:lnTo>
                <a:lnTo>
                  <a:pt x="1170384" y="340138"/>
                </a:lnTo>
                <a:lnTo>
                  <a:pt x="1168575" y="359035"/>
                </a:lnTo>
                <a:lnTo>
                  <a:pt x="1166765" y="377933"/>
                </a:lnTo>
                <a:lnTo>
                  <a:pt x="1164955" y="396831"/>
                </a:lnTo>
                <a:lnTo>
                  <a:pt x="1163155" y="415728"/>
                </a:lnTo>
                <a:lnTo>
                  <a:pt x="1161345" y="434626"/>
                </a:lnTo>
                <a:lnTo>
                  <a:pt x="1159535" y="453523"/>
                </a:lnTo>
                <a:lnTo>
                  <a:pt x="1157726" y="472421"/>
                </a:lnTo>
                <a:lnTo>
                  <a:pt x="1155916" y="491319"/>
                </a:lnTo>
                <a:lnTo>
                  <a:pt x="1154116" y="510216"/>
                </a:lnTo>
                <a:lnTo>
                  <a:pt x="1152306" y="529104"/>
                </a:lnTo>
                <a:lnTo>
                  <a:pt x="1150496" y="548002"/>
                </a:lnTo>
                <a:lnTo>
                  <a:pt x="1148686" y="566899"/>
                </a:lnTo>
                <a:lnTo>
                  <a:pt x="1146877" y="585797"/>
                </a:lnTo>
                <a:lnTo>
                  <a:pt x="1145076" y="604695"/>
                </a:lnTo>
                <a:lnTo>
                  <a:pt x="1143267" y="623592"/>
                </a:lnTo>
                <a:lnTo>
                  <a:pt x="1141457" y="642490"/>
                </a:lnTo>
                <a:lnTo>
                  <a:pt x="1139647" y="661387"/>
                </a:lnTo>
                <a:lnTo>
                  <a:pt x="1137837" y="680285"/>
                </a:lnTo>
                <a:lnTo>
                  <a:pt x="1136037" y="699183"/>
                </a:lnTo>
                <a:lnTo>
                  <a:pt x="1134227" y="718071"/>
                </a:lnTo>
                <a:lnTo>
                  <a:pt x="1132418" y="736968"/>
                </a:lnTo>
                <a:lnTo>
                  <a:pt x="1121616" y="746979"/>
                </a:lnTo>
                <a:lnTo>
                  <a:pt x="1102738" y="749008"/>
                </a:lnTo>
                <a:lnTo>
                  <a:pt x="1083859" y="751037"/>
                </a:lnTo>
                <a:lnTo>
                  <a:pt x="1064990" y="753075"/>
                </a:lnTo>
                <a:lnTo>
                  <a:pt x="1046112" y="755104"/>
                </a:lnTo>
                <a:lnTo>
                  <a:pt x="1027243" y="757133"/>
                </a:lnTo>
                <a:lnTo>
                  <a:pt x="1008364" y="759162"/>
                </a:lnTo>
                <a:lnTo>
                  <a:pt x="989495" y="761200"/>
                </a:lnTo>
                <a:lnTo>
                  <a:pt x="970617" y="763229"/>
                </a:lnTo>
                <a:lnTo>
                  <a:pt x="951748" y="765258"/>
                </a:lnTo>
                <a:lnTo>
                  <a:pt x="932869" y="767296"/>
                </a:lnTo>
                <a:lnTo>
                  <a:pt x="914000" y="769325"/>
                </a:lnTo>
                <a:lnTo>
                  <a:pt x="895121" y="771354"/>
                </a:lnTo>
                <a:lnTo>
                  <a:pt x="876252" y="773392"/>
                </a:lnTo>
                <a:lnTo>
                  <a:pt x="857374" y="775421"/>
                </a:lnTo>
                <a:lnTo>
                  <a:pt x="838505" y="777450"/>
                </a:lnTo>
                <a:lnTo>
                  <a:pt x="819626" y="779488"/>
                </a:lnTo>
                <a:lnTo>
                  <a:pt x="800757" y="781517"/>
                </a:lnTo>
                <a:lnTo>
                  <a:pt x="781879" y="783546"/>
                </a:lnTo>
                <a:lnTo>
                  <a:pt x="763010" y="785584"/>
                </a:lnTo>
                <a:lnTo>
                  <a:pt x="744131" y="787613"/>
                </a:lnTo>
                <a:lnTo>
                  <a:pt x="725262" y="789642"/>
                </a:lnTo>
                <a:lnTo>
                  <a:pt x="706384" y="791680"/>
                </a:lnTo>
                <a:lnTo>
                  <a:pt x="687515" y="793709"/>
                </a:lnTo>
                <a:lnTo>
                  <a:pt x="668636" y="795738"/>
                </a:lnTo>
                <a:lnTo>
                  <a:pt x="649767" y="797776"/>
                </a:lnTo>
                <a:lnTo>
                  <a:pt x="630888" y="799805"/>
                </a:lnTo>
                <a:lnTo>
                  <a:pt x="612019" y="801834"/>
                </a:lnTo>
                <a:lnTo>
                  <a:pt x="593141" y="803862"/>
                </a:lnTo>
                <a:lnTo>
                  <a:pt x="574272" y="805901"/>
                </a:lnTo>
                <a:lnTo>
                  <a:pt x="555393" y="807930"/>
                </a:lnTo>
                <a:lnTo>
                  <a:pt x="536524" y="809958"/>
                </a:lnTo>
                <a:lnTo>
                  <a:pt x="517646" y="811997"/>
                </a:lnTo>
                <a:lnTo>
                  <a:pt x="498777" y="814026"/>
                </a:lnTo>
                <a:lnTo>
                  <a:pt x="479898" y="816054"/>
                </a:lnTo>
                <a:lnTo>
                  <a:pt x="461020" y="818093"/>
                </a:lnTo>
                <a:lnTo>
                  <a:pt x="442151" y="820122"/>
                </a:lnTo>
                <a:lnTo>
                  <a:pt x="423272" y="822150"/>
                </a:lnTo>
                <a:lnTo>
                  <a:pt x="404403" y="824189"/>
                </a:lnTo>
                <a:lnTo>
                  <a:pt x="385524" y="826218"/>
                </a:lnTo>
                <a:lnTo>
                  <a:pt x="366655" y="828246"/>
                </a:lnTo>
                <a:lnTo>
                  <a:pt x="347777" y="830285"/>
                </a:lnTo>
                <a:lnTo>
                  <a:pt x="328908" y="832314"/>
                </a:lnTo>
                <a:lnTo>
                  <a:pt x="310029" y="834342"/>
                </a:lnTo>
                <a:lnTo>
                  <a:pt x="291160" y="836381"/>
                </a:lnTo>
                <a:lnTo>
                  <a:pt x="272282" y="838410"/>
                </a:lnTo>
                <a:lnTo>
                  <a:pt x="253413" y="840438"/>
                </a:lnTo>
                <a:lnTo>
                  <a:pt x="234534" y="842467"/>
                </a:lnTo>
                <a:lnTo>
                  <a:pt x="215665" y="844506"/>
                </a:lnTo>
                <a:lnTo>
                  <a:pt x="196787" y="846534"/>
                </a:lnTo>
                <a:lnTo>
                  <a:pt x="177917" y="848563"/>
                </a:lnTo>
                <a:lnTo>
                  <a:pt x="159039" y="850602"/>
                </a:lnTo>
                <a:lnTo>
                  <a:pt x="140170" y="852630"/>
                </a:lnTo>
                <a:lnTo>
                  <a:pt x="121291" y="854659"/>
                </a:lnTo>
                <a:lnTo>
                  <a:pt x="102422" y="856698"/>
                </a:lnTo>
                <a:lnTo>
                  <a:pt x="83544" y="858726"/>
                </a:lnTo>
                <a:lnTo>
                  <a:pt x="64675" y="860755"/>
                </a:lnTo>
                <a:lnTo>
                  <a:pt x="45796" y="862794"/>
                </a:lnTo>
                <a:lnTo>
                  <a:pt x="26927" y="864822"/>
                </a:lnTo>
                <a:lnTo>
                  <a:pt x="8049" y="866851"/>
                </a:lnTo>
                <a:lnTo>
                  <a:pt x="0" y="857945"/>
                </a:lnTo>
                <a:lnTo>
                  <a:pt x="1829" y="839048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6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8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8998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15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3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4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65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82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89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1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32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4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036DD282-2EED-4B4E-A3B9-60FC622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9822" y="267928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F2FAED47-BEEB-4713-88A1-770EF311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33" y="4388691"/>
            <a:ext cx="402908" cy="513826"/>
          </a:xfrm>
          <a:custGeom xmlns:a="http://schemas.openxmlformats.org/drawingml/2006/main">
            <a:pathLst>
              <a:path w="402908" h="513826">
                <a:moveTo>
                  <a:pt x="0" y="513826"/>
                </a:moveTo>
                <a:lnTo>
                  <a:pt x="0" y="494995"/>
                </a:lnTo>
                <a:lnTo>
                  <a:pt x="0" y="476164"/>
                </a:lnTo>
                <a:lnTo>
                  <a:pt x="0" y="457333"/>
                </a:lnTo>
                <a:lnTo>
                  <a:pt x="0" y="438493"/>
                </a:lnTo>
                <a:lnTo>
                  <a:pt x="0" y="419662"/>
                </a:lnTo>
                <a:lnTo>
                  <a:pt x="0" y="400831"/>
                </a:lnTo>
                <a:lnTo>
                  <a:pt x="0" y="382000"/>
                </a:lnTo>
                <a:lnTo>
                  <a:pt x="0" y="363169"/>
                </a:lnTo>
                <a:lnTo>
                  <a:pt x="0" y="344338"/>
                </a:lnTo>
                <a:lnTo>
                  <a:pt x="0" y="325498"/>
                </a:lnTo>
                <a:lnTo>
                  <a:pt x="0" y="306667"/>
                </a:lnTo>
                <a:lnTo>
                  <a:pt x="0" y="287836"/>
                </a:lnTo>
                <a:lnTo>
                  <a:pt x="0" y="269005"/>
                </a:lnTo>
                <a:lnTo>
                  <a:pt x="0" y="250174"/>
                </a:lnTo>
                <a:lnTo>
                  <a:pt x="0" y="231343"/>
                </a:lnTo>
                <a:lnTo>
                  <a:pt x="0" y="212503"/>
                </a:lnTo>
                <a:lnTo>
                  <a:pt x="0" y="193672"/>
                </a:lnTo>
                <a:lnTo>
                  <a:pt x="0" y="174841"/>
                </a:lnTo>
                <a:lnTo>
                  <a:pt x="0" y="156010"/>
                </a:lnTo>
                <a:lnTo>
                  <a:pt x="0" y="137179"/>
                </a:lnTo>
                <a:lnTo>
                  <a:pt x="10154" y="125730"/>
                </a:lnTo>
                <a:lnTo>
                  <a:pt x="28070" y="119929"/>
                </a:lnTo>
                <a:lnTo>
                  <a:pt x="45987" y="114119"/>
                </a:lnTo>
                <a:lnTo>
                  <a:pt x="63903" y="108318"/>
                </a:lnTo>
                <a:lnTo>
                  <a:pt x="81820" y="102518"/>
                </a:lnTo>
                <a:lnTo>
                  <a:pt x="99736" y="96717"/>
                </a:lnTo>
                <a:lnTo>
                  <a:pt x="117653" y="90916"/>
                </a:lnTo>
                <a:lnTo>
                  <a:pt x="135569" y="85106"/>
                </a:lnTo>
                <a:lnTo>
                  <a:pt x="153486" y="79305"/>
                </a:lnTo>
                <a:lnTo>
                  <a:pt x="171402" y="73504"/>
                </a:lnTo>
                <a:lnTo>
                  <a:pt x="189319" y="67704"/>
                </a:lnTo>
                <a:lnTo>
                  <a:pt x="207235" y="61903"/>
                </a:lnTo>
                <a:lnTo>
                  <a:pt x="225152" y="56093"/>
                </a:lnTo>
                <a:lnTo>
                  <a:pt x="243068" y="50292"/>
                </a:lnTo>
                <a:lnTo>
                  <a:pt x="260985" y="44491"/>
                </a:lnTo>
                <a:lnTo>
                  <a:pt x="278902" y="38691"/>
                </a:lnTo>
                <a:lnTo>
                  <a:pt x="296818" y="32890"/>
                </a:lnTo>
                <a:lnTo>
                  <a:pt x="314735" y="27080"/>
                </a:lnTo>
                <a:lnTo>
                  <a:pt x="332651" y="21279"/>
                </a:lnTo>
                <a:lnTo>
                  <a:pt x="350568" y="15478"/>
                </a:lnTo>
                <a:lnTo>
                  <a:pt x="368484" y="9677"/>
                </a:lnTo>
                <a:lnTo>
                  <a:pt x="386391" y="3867"/>
                </a:lnTo>
                <a:lnTo>
                  <a:pt x="402908" y="0"/>
                </a:lnTo>
                <a:lnTo>
                  <a:pt x="402908" y="18831"/>
                </a:lnTo>
                <a:lnTo>
                  <a:pt x="402908" y="37662"/>
                </a:lnTo>
                <a:lnTo>
                  <a:pt x="402908" y="56502"/>
                </a:lnTo>
                <a:lnTo>
                  <a:pt x="402908" y="75333"/>
                </a:lnTo>
                <a:lnTo>
                  <a:pt x="402908" y="94164"/>
                </a:lnTo>
                <a:lnTo>
                  <a:pt x="402908" y="112995"/>
                </a:lnTo>
                <a:lnTo>
                  <a:pt x="402908" y="131826"/>
                </a:lnTo>
                <a:lnTo>
                  <a:pt x="402908" y="150657"/>
                </a:lnTo>
                <a:lnTo>
                  <a:pt x="402908" y="169497"/>
                </a:lnTo>
                <a:lnTo>
                  <a:pt x="402908" y="188328"/>
                </a:lnTo>
                <a:lnTo>
                  <a:pt x="402908" y="207159"/>
                </a:lnTo>
                <a:lnTo>
                  <a:pt x="402908" y="225990"/>
                </a:lnTo>
                <a:lnTo>
                  <a:pt x="402908" y="244821"/>
                </a:lnTo>
                <a:lnTo>
                  <a:pt x="402908" y="263652"/>
                </a:lnTo>
                <a:lnTo>
                  <a:pt x="402908" y="282492"/>
                </a:lnTo>
                <a:lnTo>
                  <a:pt x="402908" y="301323"/>
                </a:lnTo>
                <a:lnTo>
                  <a:pt x="402908" y="320154"/>
                </a:lnTo>
                <a:lnTo>
                  <a:pt x="402908" y="338985"/>
                </a:lnTo>
                <a:lnTo>
                  <a:pt x="402908" y="357816"/>
                </a:lnTo>
                <a:lnTo>
                  <a:pt x="386915" y="365646"/>
                </a:lnTo>
                <a:lnTo>
                  <a:pt x="369322" y="372380"/>
                </a:lnTo>
                <a:lnTo>
                  <a:pt x="351739" y="379114"/>
                </a:lnTo>
                <a:lnTo>
                  <a:pt x="334147" y="385858"/>
                </a:lnTo>
                <a:lnTo>
                  <a:pt x="316563" y="392592"/>
                </a:lnTo>
                <a:lnTo>
                  <a:pt x="298980" y="399326"/>
                </a:lnTo>
                <a:lnTo>
                  <a:pt x="281388" y="406060"/>
                </a:lnTo>
                <a:lnTo>
                  <a:pt x="263804" y="412794"/>
                </a:lnTo>
                <a:lnTo>
                  <a:pt x="246212" y="419529"/>
                </a:lnTo>
                <a:lnTo>
                  <a:pt x="228629" y="426263"/>
                </a:lnTo>
                <a:lnTo>
                  <a:pt x="211045" y="433007"/>
                </a:lnTo>
                <a:lnTo>
                  <a:pt x="193453" y="439741"/>
                </a:lnTo>
                <a:lnTo>
                  <a:pt x="175870" y="446475"/>
                </a:lnTo>
                <a:lnTo>
                  <a:pt x="158286" y="453209"/>
                </a:lnTo>
                <a:lnTo>
                  <a:pt x="140694" y="459943"/>
                </a:lnTo>
                <a:lnTo>
                  <a:pt x="123111" y="466677"/>
                </a:lnTo>
                <a:lnTo>
                  <a:pt x="105518" y="473412"/>
                </a:lnTo>
                <a:lnTo>
                  <a:pt x="87935" y="480146"/>
                </a:lnTo>
                <a:lnTo>
                  <a:pt x="70352" y="486889"/>
                </a:lnTo>
                <a:lnTo>
                  <a:pt x="52759" y="493624"/>
                </a:lnTo>
                <a:lnTo>
                  <a:pt x="35176" y="500358"/>
                </a:lnTo>
                <a:lnTo>
                  <a:pt x="17583" y="507092"/>
                </a:lnTo>
                <a:lnTo>
                  <a:pt x="0" y="51382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47BAA31-F7F5-4A01-8F01-E397B7D9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65" y="4748213"/>
            <a:ext cx="1931156" cy="154305"/>
          </a:xfrm>
          <a:custGeom xmlns:a="http://schemas.openxmlformats.org/drawingml/2006/main">
            <a:pathLst>
              <a:path w="1931156" h="154305">
                <a:moveTo>
                  <a:pt x="0" y="154305"/>
                </a:moveTo>
                <a:lnTo>
                  <a:pt x="19021" y="154305"/>
                </a:lnTo>
                <a:lnTo>
                  <a:pt x="38052" y="154305"/>
                </a:lnTo>
                <a:lnTo>
                  <a:pt x="57074" y="154305"/>
                </a:lnTo>
                <a:lnTo>
                  <a:pt x="76095" y="154305"/>
                </a:lnTo>
                <a:lnTo>
                  <a:pt x="95126" y="154305"/>
                </a:lnTo>
                <a:lnTo>
                  <a:pt x="114148" y="154305"/>
                </a:lnTo>
                <a:lnTo>
                  <a:pt x="133169" y="154305"/>
                </a:lnTo>
                <a:lnTo>
                  <a:pt x="152200" y="154305"/>
                </a:lnTo>
                <a:lnTo>
                  <a:pt x="171221" y="154305"/>
                </a:lnTo>
                <a:lnTo>
                  <a:pt x="190243" y="154305"/>
                </a:lnTo>
                <a:lnTo>
                  <a:pt x="209264" y="154305"/>
                </a:lnTo>
                <a:lnTo>
                  <a:pt x="228295" y="154305"/>
                </a:lnTo>
                <a:lnTo>
                  <a:pt x="247317" y="154305"/>
                </a:lnTo>
                <a:lnTo>
                  <a:pt x="266338" y="154305"/>
                </a:lnTo>
                <a:lnTo>
                  <a:pt x="285369" y="154305"/>
                </a:lnTo>
                <a:lnTo>
                  <a:pt x="304390" y="154305"/>
                </a:lnTo>
                <a:lnTo>
                  <a:pt x="323412" y="154305"/>
                </a:lnTo>
                <a:lnTo>
                  <a:pt x="342443" y="154305"/>
                </a:lnTo>
                <a:lnTo>
                  <a:pt x="361464" y="154305"/>
                </a:lnTo>
                <a:lnTo>
                  <a:pt x="380486" y="154305"/>
                </a:lnTo>
                <a:lnTo>
                  <a:pt x="399517" y="154305"/>
                </a:lnTo>
                <a:lnTo>
                  <a:pt x="418538" y="154305"/>
                </a:lnTo>
                <a:lnTo>
                  <a:pt x="437559" y="154305"/>
                </a:lnTo>
                <a:lnTo>
                  <a:pt x="456590" y="154305"/>
                </a:lnTo>
                <a:lnTo>
                  <a:pt x="475612" y="154305"/>
                </a:lnTo>
                <a:lnTo>
                  <a:pt x="494633" y="154305"/>
                </a:lnTo>
                <a:lnTo>
                  <a:pt x="513664" y="154305"/>
                </a:lnTo>
                <a:lnTo>
                  <a:pt x="532686" y="154305"/>
                </a:lnTo>
                <a:lnTo>
                  <a:pt x="551707" y="154305"/>
                </a:lnTo>
                <a:lnTo>
                  <a:pt x="570738" y="154305"/>
                </a:lnTo>
                <a:lnTo>
                  <a:pt x="589759" y="154305"/>
                </a:lnTo>
                <a:lnTo>
                  <a:pt x="608781" y="154305"/>
                </a:lnTo>
                <a:lnTo>
                  <a:pt x="627812" y="154305"/>
                </a:lnTo>
                <a:lnTo>
                  <a:pt x="646833" y="154305"/>
                </a:lnTo>
                <a:lnTo>
                  <a:pt x="665855" y="154305"/>
                </a:lnTo>
                <a:lnTo>
                  <a:pt x="684876" y="154305"/>
                </a:lnTo>
                <a:lnTo>
                  <a:pt x="703907" y="154305"/>
                </a:lnTo>
                <a:lnTo>
                  <a:pt x="722928" y="154305"/>
                </a:lnTo>
                <a:lnTo>
                  <a:pt x="741950" y="154305"/>
                </a:lnTo>
                <a:lnTo>
                  <a:pt x="760981" y="154305"/>
                </a:lnTo>
                <a:lnTo>
                  <a:pt x="780002" y="154305"/>
                </a:lnTo>
                <a:lnTo>
                  <a:pt x="799024" y="154305"/>
                </a:lnTo>
                <a:lnTo>
                  <a:pt x="818055" y="154305"/>
                </a:lnTo>
                <a:lnTo>
                  <a:pt x="837076" y="154305"/>
                </a:lnTo>
                <a:lnTo>
                  <a:pt x="856097" y="154305"/>
                </a:lnTo>
                <a:lnTo>
                  <a:pt x="875128" y="154305"/>
                </a:lnTo>
                <a:lnTo>
                  <a:pt x="894150" y="154305"/>
                </a:lnTo>
                <a:lnTo>
                  <a:pt x="913171" y="154305"/>
                </a:lnTo>
                <a:lnTo>
                  <a:pt x="932202" y="154305"/>
                </a:lnTo>
                <a:lnTo>
                  <a:pt x="951224" y="154305"/>
                </a:lnTo>
                <a:lnTo>
                  <a:pt x="970245" y="154305"/>
                </a:lnTo>
                <a:lnTo>
                  <a:pt x="989276" y="154305"/>
                </a:lnTo>
                <a:lnTo>
                  <a:pt x="1008297" y="154305"/>
                </a:lnTo>
                <a:lnTo>
                  <a:pt x="1027319" y="154305"/>
                </a:lnTo>
                <a:lnTo>
                  <a:pt x="1046350" y="154305"/>
                </a:lnTo>
                <a:lnTo>
                  <a:pt x="1065371" y="154305"/>
                </a:lnTo>
                <a:lnTo>
                  <a:pt x="1084393" y="154305"/>
                </a:lnTo>
                <a:lnTo>
                  <a:pt x="1103414" y="154305"/>
                </a:lnTo>
                <a:lnTo>
                  <a:pt x="1122445" y="154305"/>
                </a:lnTo>
                <a:lnTo>
                  <a:pt x="1141466" y="154305"/>
                </a:lnTo>
                <a:lnTo>
                  <a:pt x="1160488" y="154305"/>
                </a:lnTo>
                <a:lnTo>
                  <a:pt x="1179519" y="154305"/>
                </a:lnTo>
                <a:lnTo>
                  <a:pt x="1198540" y="154305"/>
                </a:lnTo>
                <a:lnTo>
                  <a:pt x="1217562" y="154305"/>
                </a:lnTo>
                <a:lnTo>
                  <a:pt x="1236593" y="154305"/>
                </a:lnTo>
                <a:lnTo>
                  <a:pt x="1255614" y="154305"/>
                </a:lnTo>
                <a:lnTo>
                  <a:pt x="1274636" y="154305"/>
                </a:lnTo>
                <a:lnTo>
                  <a:pt x="1293666" y="154305"/>
                </a:lnTo>
                <a:lnTo>
                  <a:pt x="1312688" y="154305"/>
                </a:lnTo>
                <a:lnTo>
                  <a:pt x="1331709" y="154305"/>
                </a:lnTo>
                <a:lnTo>
                  <a:pt x="1350740" y="154305"/>
                </a:lnTo>
                <a:lnTo>
                  <a:pt x="1369762" y="154305"/>
                </a:lnTo>
                <a:lnTo>
                  <a:pt x="1388783" y="154305"/>
                </a:lnTo>
                <a:lnTo>
                  <a:pt x="1407814" y="154305"/>
                </a:lnTo>
                <a:lnTo>
                  <a:pt x="1426835" y="154305"/>
                </a:lnTo>
                <a:lnTo>
                  <a:pt x="1445857" y="154305"/>
                </a:lnTo>
                <a:lnTo>
                  <a:pt x="1464878" y="154305"/>
                </a:lnTo>
                <a:lnTo>
                  <a:pt x="1483909" y="154305"/>
                </a:lnTo>
                <a:lnTo>
                  <a:pt x="1502931" y="154305"/>
                </a:lnTo>
                <a:lnTo>
                  <a:pt x="1521952" y="154305"/>
                </a:lnTo>
                <a:lnTo>
                  <a:pt x="1540297" y="150619"/>
                </a:lnTo>
                <a:lnTo>
                  <a:pt x="1558061" y="143808"/>
                </a:lnTo>
                <a:lnTo>
                  <a:pt x="1575835" y="137008"/>
                </a:lnTo>
                <a:lnTo>
                  <a:pt x="1593599" y="130207"/>
                </a:lnTo>
                <a:lnTo>
                  <a:pt x="1611363" y="123396"/>
                </a:lnTo>
                <a:lnTo>
                  <a:pt x="1629127" y="116596"/>
                </a:lnTo>
                <a:lnTo>
                  <a:pt x="1646892" y="109795"/>
                </a:lnTo>
                <a:lnTo>
                  <a:pt x="1664665" y="102984"/>
                </a:lnTo>
                <a:lnTo>
                  <a:pt x="1682429" y="96183"/>
                </a:lnTo>
                <a:lnTo>
                  <a:pt x="1700193" y="89383"/>
                </a:lnTo>
                <a:lnTo>
                  <a:pt x="1717958" y="82572"/>
                </a:lnTo>
                <a:lnTo>
                  <a:pt x="1735722" y="75771"/>
                </a:lnTo>
                <a:lnTo>
                  <a:pt x="1753495" y="68971"/>
                </a:lnTo>
                <a:lnTo>
                  <a:pt x="1771259" y="62160"/>
                </a:lnTo>
                <a:lnTo>
                  <a:pt x="1789024" y="55359"/>
                </a:lnTo>
                <a:lnTo>
                  <a:pt x="1806788" y="48558"/>
                </a:lnTo>
                <a:lnTo>
                  <a:pt x="1824552" y="41748"/>
                </a:lnTo>
                <a:lnTo>
                  <a:pt x="1842325" y="34947"/>
                </a:lnTo>
                <a:lnTo>
                  <a:pt x="1860090" y="28146"/>
                </a:lnTo>
                <a:lnTo>
                  <a:pt x="1877854" y="21336"/>
                </a:lnTo>
                <a:lnTo>
                  <a:pt x="1895618" y="14535"/>
                </a:lnTo>
                <a:lnTo>
                  <a:pt x="1913392" y="7734"/>
                </a:lnTo>
                <a:lnTo>
                  <a:pt x="1931156" y="924"/>
                </a:lnTo>
                <a:lnTo>
                  <a:pt x="1917144" y="0"/>
                </a:lnTo>
                <a:lnTo>
                  <a:pt x="1898123" y="0"/>
                </a:lnTo>
                <a:lnTo>
                  <a:pt x="1879092" y="0"/>
                </a:lnTo>
                <a:lnTo>
                  <a:pt x="1860071" y="0"/>
                </a:lnTo>
                <a:lnTo>
                  <a:pt x="1841049" y="0"/>
                </a:lnTo>
                <a:lnTo>
                  <a:pt x="1822018" y="0"/>
                </a:lnTo>
                <a:lnTo>
                  <a:pt x="1802997" y="0"/>
                </a:lnTo>
                <a:lnTo>
                  <a:pt x="1783975" y="0"/>
                </a:lnTo>
                <a:lnTo>
                  <a:pt x="1764944" y="0"/>
                </a:lnTo>
                <a:lnTo>
                  <a:pt x="1745923" y="0"/>
                </a:lnTo>
                <a:lnTo>
                  <a:pt x="1726902" y="0"/>
                </a:lnTo>
                <a:lnTo>
                  <a:pt x="1707871" y="0"/>
                </a:lnTo>
                <a:lnTo>
                  <a:pt x="1688849" y="0"/>
                </a:lnTo>
                <a:lnTo>
                  <a:pt x="1669828" y="0"/>
                </a:lnTo>
                <a:lnTo>
                  <a:pt x="1650797" y="0"/>
                </a:lnTo>
                <a:lnTo>
                  <a:pt x="1631775" y="0"/>
                </a:lnTo>
                <a:lnTo>
                  <a:pt x="1612754" y="0"/>
                </a:lnTo>
                <a:lnTo>
                  <a:pt x="1593733" y="0"/>
                </a:lnTo>
                <a:lnTo>
                  <a:pt x="1574702" y="0"/>
                </a:lnTo>
                <a:lnTo>
                  <a:pt x="1555680" y="0"/>
                </a:lnTo>
                <a:lnTo>
                  <a:pt x="1536659" y="0"/>
                </a:lnTo>
                <a:lnTo>
                  <a:pt x="1517628" y="0"/>
                </a:lnTo>
                <a:lnTo>
                  <a:pt x="1498606" y="0"/>
                </a:lnTo>
                <a:lnTo>
                  <a:pt x="1479585" y="0"/>
                </a:lnTo>
                <a:lnTo>
                  <a:pt x="1460554" y="0"/>
                </a:lnTo>
                <a:lnTo>
                  <a:pt x="1441533" y="0"/>
                </a:lnTo>
                <a:lnTo>
                  <a:pt x="1422511" y="0"/>
                </a:lnTo>
                <a:lnTo>
                  <a:pt x="1403480" y="0"/>
                </a:lnTo>
                <a:lnTo>
                  <a:pt x="1384459" y="0"/>
                </a:lnTo>
                <a:lnTo>
                  <a:pt x="1365437" y="0"/>
                </a:lnTo>
                <a:lnTo>
                  <a:pt x="1346406" y="0"/>
                </a:lnTo>
                <a:lnTo>
                  <a:pt x="1327385" y="0"/>
                </a:lnTo>
                <a:lnTo>
                  <a:pt x="1308364" y="0"/>
                </a:lnTo>
                <a:lnTo>
                  <a:pt x="1289333" y="0"/>
                </a:lnTo>
                <a:lnTo>
                  <a:pt x="1270311" y="0"/>
                </a:lnTo>
                <a:lnTo>
                  <a:pt x="1251290" y="0"/>
                </a:lnTo>
                <a:lnTo>
                  <a:pt x="1232259" y="0"/>
                </a:lnTo>
                <a:lnTo>
                  <a:pt x="1213237" y="0"/>
                </a:lnTo>
                <a:lnTo>
                  <a:pt x="1194216" y="0"/>
                </a:lnTo>
                <a:lnTo>
                  <a:pt x="1175195" y="0"/>
                </a:lnTo>
                <a:lnTo>
                  <a:pt x="1156164" y="0"/>
                </a:lnTo>
                <a:lnTo>
                  <a:pt x="1137142" y="0"/>
                </a:lnTo>
                <a:lnTo>
                  <a:pt x="1118121" y="0"/>
                </a:lnTo>
                <a:lnTo>
                  <a:pt x="1099090" y="0"/>
                </a:lnTo>
                <a:lnTo>
                  <a:pt x="1080068" y="0"/>
                </a:lnTo>
                <a:lnTo>
                  <a:pt x="1061047" y="0"/>
                </a:lnTo>
                <a:lnTo>
                  <a:pt x="1042016" y="0"/>
                </a:lnTo>
                <a:lnTo>
                  <a:pt x="1022995" y="0"/>
                </a:lnTo>
                <a:lnTo>
                  <a:pt x="1003973" y="0"/>
                </a:lnTo>
                <a:lnTo>
                  <a:pt x="984942" y="0"/>
                </a:lnTo>
                <a:lnTo>
                  <a:pt x="965921" y="0"/>
                </a:lnTo>
                <a:lnTo>
                  <a:pt x="946899" y="0"/>
                </a:lnTo>
                <a:lnTo>
                  <a:pt x="927868" y="0"/>
                </a:lnTo>
                <a:lnTo>
                  <a:pt x="908847" y="0"/>
                </a:lnTo>
                <a:lnTo>
                  <a:pt x="889826" y="0"/>
                </a:lnTo>
                <a:lnTo>
                  <a:pt x="870795" y="0"/>
                </a:lnTo>
                <a:lnTo>
                  <a:pt x="851773" y="0"/>
                </a:lnTo>
                <a:lnTo>
                  <a:pt x="832752" y="0"/>
                </a:lnTo>
                <a:lnTo>
                  <a:pt x="813721" y="0"/>
                </a:lnTo>
                <a:lnTo>
                  <a:pt x="794699" y="0"/>
                </a:lnTo>
                <a:lnTo>
                  <a:pt x="775678" y="0"/>
                </a:lnTo>
                <a:lnTo>
                  <a:pt x="756656" y="0"/>
                </a:lnTo>
                <a:lnTo>
                  <a:pt x="737626" y="0"/>
                </a:lnTo>
                <a:lnTo>
                  <a:pt x="718604" y="0"/>
                </a:lnTo>
                <a:lnTo>
                  <a:pt x="699583" y="0"/>
                </a:lnTo>
                <a:lnTo>
                  <a:pt x="680552" y="0"/>
                </a:lnTo>
                <a:lnTo>
                  <a:pt x="661530" y="0"/>
                </a:lnTo>
                <a:lnTo>
                  <a:pt x="642509" y="0"/>
                </a:lnTo>
                <a:lnTo>
                  <a:pt x="623478" y="0"/>
                </a:lnTo>
                <a:lnTo>
                  <a:pt x="604457" y="0"/>
                </a:lnTo>
                <a:lnTo>
                  <a:pt x="585435" y="0"/>
                </a:lnTo>
                <a:lnTo>
                  <a:pt x="566404" y="0"/>
                </a:lnTo>
                <a:lnTo>
                  <a:pt x="547383" y="0"/>
                </a:lnTo>
                <a:lnTo>
                  <a:pt x="528361" y="0"/>
                </a:lnTo>
                <a:lnTo>
                  <a:pt x="509330" y="0"/>
                </a:lnTo>
                <a:lnTo>
                  <a:pt x="490661" y="2324"/>
                </a:lnTo>
                <a:lnTo>
                  <a:pt x="472488" y="7953"/>
                </a:lnTo>
                <a:lnTo>
                  <a:pt x="454314" y="13583"/>
                </a:lnTo>
                <a:lnTo>
                  <a:pt x="436140" y="19212"/>
                </a:lnTo>
                <a:lnTo>
                  <a:pt x="417967" y="24841"/>
                </a:lnTo>
                <a:lnTo>
                  <a:pt x="399802" y="30470"/>
                </a:lnTo>
                <a:lnTo>
                  <a:pt x="381629" y="36100"/>
                </a:lnTo>
                <a:lnTo>
                  <a:pt x="363455" y="41729"/>
                </a:lnTo>
                <a:lnTo>
                  <a:pt x="345281" y="47358"/>
                </a:lnTo>
                <a:lnTo>
                  <a:pt x="327108" y="52988"/>
                </a:lnTo>
                <a:lnTo>
                  <a:pt x="308934" y="58617"/>
                </a:lnTo>
                <a:lnTo>
                  <a:pt x="290760" y="64237"/>
                </a:lnTo>
                <a:lnTo>
                  <a:pt x="272586" y="69866"/>
                </a:lnTo>
                <a:lnTo>
                  <a:pt x="254413" y="75495"/>
                </a:lnTo>
                <a:lnTo>
                  <a:pt x="236249" y="81124"/>
                </a:lnTo>
                <a:lnTo>
                  <a:pt x="218075" y="86754"/>
                </a:lnTo>
                <a:lnTo>
                  <a:pt x="199901" y="92383"/>
                </a:lnTo>
                <a:lnTo>
                  <a:pt x="181727" y="98012"/>
                </a:lnTo>
                <a:lnTo>
                  <a:pt x="163554" y="103642"/>
                </a:lnTo>
                <a:lnTo>
                  <a:pt x="145380" y="109271"/>
                </a:lnTo>
                <a:lnTo>
                  <a:pt x="127206" y="114900"/>
                </a:lnTo>
                <a:lnTo>
                  <a:pt x="109033" y="120529"/>
                </a:lnTo>
                <a:lnTo>
                  <a:pt x="90859" y="126159"/>
                </a:lnTo>
                <a:lnTo>
                  <a:pt x="72695" y="131788"/>
                </a:lnTo>
                <a:lnTo>
                  <a:pt x="54521" y="137417"/>
                </a:lnTo>
                <a:lnTo>
                  <a:pt x="36347" y="143046"/>
                </a:lnTo>
                <a:lnTo>
                  <a:pt x="18174" y="148676"/>
                </a:lnTo>
                <a:lnTo>
                  <a:pt x="0" y="15430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35131E18-765F-4A52-B6AC-28F0C6B0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028" y="4748213"/>
            <a:ext cx="1777365" cy="154305"/>
          </a:xfrm>
          <a:custGeom xmlns:a="http://schemas.openxmlformats.org/drawingml/2006/main">
            <a:pathLst>
              <a:path w="1777365" h="154305">
                <a:moveTo>
                  <a:pt x="0" y="154305"/>
                </a:moveTo>
                <a:lnTo>
                  <a:pt x="19002" y="154305"/>
                </a:lnTo>
                <a:lnTo>
                  <a:pt x="38014" y="154305"/>
                </a:lnTo>
                <a:lnTo>
                  <a:pt x="57017" y="154305"/>
                </a:lnTo>
                <a:lnTo>
                  <a:pt x="76019" y="154305"/>
                </a:lnTo>
                <a:lnTo>
                  <a:pt x="95031" y="154305"/>
                </a:lnTo>
                <a:lnTo>
                  <a:pt x="114033" y="154305"/>
                </a:lnTo>
                <a:lnTo>
                  <a:pt x="133036" y="154305"/>
                </a:lnTo>
                <a:lnTo>
                  <a:pt x="152048" y="154305"/>
                </a:lnTo>
                <a:lnTo>
                  <a:pt x="171050" y="154305"/>
                </a:lnTo>
                <a:lnTo>
                  <a:pt x="190052" y="154305"/>
                </a:lnTo>
                <a:lnTo>
                  <a:pt x="209064" y="154305"/>
                </a:lnTo>
                <a:lnTo>
                  <a:pt x="228067" y="154305"/>
                </a:lnTo>
                <a:lnTo>
                  <a:pt x="247069" y="154305"/>
                </a:lnTo>
                <a:lnTo>
                  <a:pt x="266081" y="154305"/>
                </a:lnTo>
                <a:lnTo>
                  <a:pt x="285083" y="154305"/>
                </a:lnTo>
                <a:lnTo>
                  <a:pt x="304086" y="154305"/>
                </a:lnTo>
                <a:lnTo>
                  <a:pt x="323098" y="154305"/>
                </a:lnTo>
                <a:lnTo>
                  <a:pt x="342100" y="154305"/>
                </a:lnTo>
                <a:lnTo>
                  <a:pt x="361102" y="154305"/>
                </a:lnTo>
                <a:lnTo>
                  <a:pt x="380114" y="154305"/>
                </a:lnTo>
                <a:lnTo>
                  <a:pt x="399117" y="154305"/>
                </a:lnTo>
                <a:lnTo>
                  <a:pt x="418119" y="154305"/>
                </a:lnTo>
                <a:lnTo>
                  <a:pt x="437131" y="154305"/>
                </a:lnTo>
                <a:lnTo>
                  <a:pt x="456133" y="154305"/>
                </a:lnTo>
                <a:lnTo>
                  <a:pt x="475136" y="154305"/>
                </a:lnTo>
                <a:lnTo>
                  <a:pt x="494147" y="154305"/>
                </a:lnTo>
                <a:lnTo>
                  <a:pt x="513150" y="154305"/>
                </a:lnTo>
                <a:lnTo>
                  <a:pt x="532152" y="154305"/>
                </a:lnTo>
                <a:lnTo>
                  <a:pt x="551164" y="154305"/>
                </a:lnTo>
                <a:lnTo>
                  <a:pt x="570167" y="154305"/>
                </a:lnTo>
                <a:lnTo>
                  <a:pt x="589169" y="154305"/>
                </a:lnTo>
                <a:lnTo>
                  <a:pt x="608181" y="154305"/>
                </a:lnTo>
                <a:lnTo>
                  <a:pt x="627183" y="154305"/>
                </a:lnTo>
                <a:lnTo>
                  <a:pt x="646186" y="154305"/>
                </a:lnTo>
                <a:lnTo>
                  <a:pt x="665197" y="154305"/>
                </a:lnTo>
                <a:lnTo>
                  <a:pt x="684200" y="154305"/>
                </a:lnTo>
                <a:lnTo>
                  <a:pt x="703202" y="154305"/>
                </a:lnTo>
                <a:lnTo>
                  <a:pt x="722214" y="154305"/>
                </a:lnTo>
                <a:lnTo>
                  <a:pt x="741216" y="154305"/>
                </a:lnTo>
                <a:lnTo>
                  <a:pt x="760219" y="154305"/>
                </a:lnTo>
                <a:lnTo>
                  <a:pt x="779231" y="154305"/>
                </a:lnTo>
                <a:lnTo>
                  <a:pt x="798233" y="154305"/>
                </a:lnTo>
                <a:lnTo>
                  <a:pt x="817235" y="154305"/>
                </a:lnTo>
                <a:lnTo>
                  <a:pt x="836247" y="154305"/>
                </a:lnTo>
                <a:lnTo>
                  <a:pt x="855250" y="154305"/>
                </a:lnTo>
                <a:lnTo>
                  <a:pt x="874252" y="154305"/>
                </a:lnTo>
                <a:lnTo>
                  <a:pt x="893264" y="154305"/>
                </a:lnTo>
                <a:lnTo>
                  <a:pt x="912266" y="154305"/>
                </a:lnTo>
                <a:lnTo>
                  <a:pt x="931269" y="154305"/>
                </a:lnTo>
                <a:lnTo>
                  <a:pt x="950281" y="154305"/>
                </a:lnTo>
                <a:lnTo>
                  <a:pt x="969283" y="154305"/>
                </a:lnTo>
                <a:lnTo>
                  <a:pt x="988285" y="154305"/>
                </a:lnTo>
                <a:lnTo>
                  <a:pt x="1007297" y="154305"/>
                </a:lnTo>
                <a:lnTo>
                  <a:pt x="1026300" y="154305"/>
                </a:lnTo>
                <a:lnTo>
                  <a:pt x="1045302" y="154305"/>
                </a:lnTo>
                <a:lnTo>
                  <a:pt x="1064314" y="154305"/>
                </a:lnTo>
                <a:lnTo>
                  <a:pt x="1083316" y="154305"/>
                </a:lnTo>
                <a:lnTo>
                  <a:pt x="1102319" y="154305"/>
                </a:lnTo>
                <a:lnTo>
                  <a:pt x="1121331" y="154305"/>
                </a:lnTo>
                <a:lnTo>
                  <a:pt x="1140333" y="154305"/>
                </a:lnTo>
                <a:lnTo>
                  <a:pt x="1159335" y="154305"/>
                </a:lnTo>
                <a:lnTo>
                  <a:pt x="1178347" y="154305"/>
                </a:lnTo>
                <a:lnTo>
                  <a:pt x="1197350" y="154305"/>
                </a:lnTo>
                <a:lnTo>
                  <a:pt x="1216352" y="154305"/>
                </a:lnTo>
                <a:lnTo>
                  <a:pt x="1235364" y="154305"/>
                </a:lnTo>
                <a:lnTo>
                  <a:pt x="1254366" y="154305"/>
                </a:lnTo>
                <a:lnTo>
                  <a:pt x="1273369" y="154305"/>
                </a:lnTo>
                <a:lnTo>
                  <a:pt x="1292381" y="154305"/>
                </a:lnTo>
                <a:lnTo>
                  <a:pt x="1311383" y="154305"/>
                </a:lnTo>
                <a:lnTo>
                  <a:pt x="1330385" y="154305"/>
                </a:lnTo>
                <a:lnTo>
                  <a:pt x="1349397" y="154305"/>
                </a:lnTo>
                <a:lnTo>
                  <a:pt x="1368400" y="154305"/>
                </a:lnTo>
                <a:lnTo>
                  <a:pt x="1386202" y="147714"/>
                </a:lnTo>
                <a:lnTo>
                  <a:pt x="1403985" y="140999"/>
                </a:lnTo>
                <a:lnTo>
                  <a:pt x="1421759" y="134283"/>
                </a:lnTo>
                <a:lnTo>
                  <a:pt x="1439542" y="127568"/>
                </a:lnTo>
                <a:lnTo>
                  <a:pt x="1457325" y="120853"/>
                </a:lnTo>
                <a:lnTo>
                  <a:pt x="1475108" y="114138"/>
                </a:lnTo>
                <a:lnTo>
                  <a:pt x="1492882" y="107423"/>
                </a:lnTo>
                <a:lnTo>
                  <a:pt x="1510665" y="100708"/>
                </a:lnTo>
                <a:lnTo>
                  <a:pt x="1528448" y="94002"/>
                </a:lnTo>
                <a:lnTo>
                  <a:pt x="1546222" y="87287"/>
                </a:lnTo>
                <a:lnTo>
                  <a:pt x="1564005" y="80572"/>
                </a:lnTo>
                <a:lnTo>
                  <a:pt x="1581788" y="73857"/>
                </a:lnTo>
                <a:lnTo>
                  <a:pt x="1599562" y="67142"/>
                </a:lnTo>
                <a:lnTo>
                  <a:pt x="1617345" y="60427"/>
                </a:lnTo>
                <a:lnTo>
                  <a:pt x="1635128" y="53711"/>
                </a:lnTo>
                <a:lnTo>
                  <a:pt x="1652902" y="46996"/>
                </a:lnTo>
                <a:lnTo>
                  <a:pt x="1670685" y="40281"/>
                </a:lnTo>
                <a:lnTo>
                  <a:pt x="1688468" y="33576"/>
                </a:lnTo>
                <a:lnTo>
                  <a:pt x="1706242" y="26861"/>
                </a:lnTo>
                <a:lnTo>
                  <a:pt x="1724025" y="20145"/>
                </a:lnTo>
                <a:lnTo>
                  <a:pt x="1741808" y="13430"/>
                </a:lnTo>
                <a:lnTo>
                  <a:pt x="1759582" y="6715"/>
                </a:lnTo>
                <a:lnTo>
                  <a:pt x="1777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3DA4E529-9901-40F5-ADE0-9A87933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5470" y="4748213"/>
            <a:ext cx="12849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8B518B93-990C-4878-A8BD-7E6B50F8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448" y="4029666"/>
            <a:ext cx="308610" cy="488042"/>
          </a:xfrm>
          <a:custGeom xmlns:a="http://schemas.openxmlformats.org/drawingml/2006/main">
            <a:pathLst>
              <a:path w="308610" h="488042">
                <a:moveTo>
                  <a:pt x="0" y="488042"/>
                </a:moveTo>
                <a:lnTo>
                  <a:pt x="0" y="469049"/>
                </a:lnTo>
                <a:lnTo>
                  <a:pt x="0" y="450056"/>
                </a:lnTo>
                <a:lnTo>
                  <a:pt x="0" y="431063"/>
                </a:lnTo>
                <a:lnTo>
                  <a:pt x="0" y="412071"/>
                </a:lnTo>
                <a:lnTo>
                  <a:pt x="0" y="393078"/>
                </a:lnTo>
                <a:lnTo>
                  <a:pt x="0" y="374085"/>
                </a:lnTo>
                <a:lnTo>
                  <a:pt x="0" y="355092"/>
                </a:lnTo>
                <a:lnTo>
                  <a:pt x="0" y="336099"/>
                </a:lnTo>
                <a:lnTo>
                  <a:pt x="0" y="317106"/>
                </a:lnTo>
                <a:lnTo>
                  <a:pt x="0" y="298113"/>
                </a:lnTo>
                <a:lnTo>
                  <a:pt x="0" y="279121"/>
                </a:lnTo>
                <a:lnTo>
                  <a:pt x="0" y="260128"/>
                </a:lnTo>
                <a:lnTo>
                  <a:pt x="0" y="241135"/>
                </a:lnTo>
                <a:lnTo>
                  <a:pt x="0" y="222142"/>
                </a:lnTo>
                <a:lnTo>
                  <a:pt x="0" y="203140"/>
                </a:lnTo>
                <a:lnTo>
                  <a:pt x="0" y="184147"/>
                </a:lnTo>
                <a:lnTo>
                  <a:pt x="0" y="165154"/>
                </a:lnTo>
                <a:lnTo>
                  <a:pt x="0" y="146161"/>
                </a:lnTo>
                <a:lnTo>
                  <a:pt x="0" y="127168"/>
                </a:lnTo>
                <a:lnTo>
                  <a:pt x="0" y="108175"/>
                </a:lnTo>
                <a:lnTo>
                  <a:pt x="14173" y="99289"/>
                </a:lnTo>
                <a:lnTo>
                  <a:pt x="32128" y="93078"/>
                </a:lnTo>
                <a:lnTo>
                  <a:pt x="50082" y="86878"/>
                </a:lnTo>
                <a:lnTo>
                  <a:pt x="68028" y="80667"/>
                </a:lnTo>
                <a:lnTo>
                  <a:pt x="85982" y="74466"/>
                </a:lnTo>
                <a:lnTo>
                  <a:pt x="103927" y="68256"/>
                </a:lnTo>
                <a:lnTo>
                  <a:pt x="121882" y="62055"/>
                </a:lnTo>
                <a:lnTo>
                  <a:pt x="139837" y="55845"/>
                </a:lnTo>
                <a:lnTo>
                  <a:pt x="157782" y="49644"/>
                </a:lnTo>
                <a:lnTo>
                  <a:pt x="175736" y="43434"/>
                </a:lnTo>
                <a:lnTo>
                  <a:pt x="193681" y="37233"/>
                </a:lnTo>
                <a:lnTo>
                  <a:pt x="211636" y="31023"/>
                </a:lnTo>
                <a:lnTo>
                  <a:pt x="229591" y="24822"/>
                </a:lnTo>
                <a:lnTo>
                  <a:pt x="247536" y="18612"/>
                </a:lnTo>
                <a:lnTo>
                  <a:pt x="265490" y="12411"/>
                </a:lnTo>
                <a:lnTo>
                  <a:pt x="283435" y="6201"/>
                </a:lnTo>
                <a:lnTo>
                  <a:pt x="301390" y="0"/>
                </a:lnTo>
                <a:lnTo>
                  <a:pt x="308610" y="8858"/>
                </a:lnTo>
                <a:lnTo>
                  <a:pt x="308610" y="27851"/>
                </a:lnTo>
                <a:lnTo>
                  <a:pt x="308610" y="46844"/>
                </a:lnTo>
                <a:lnTo>
                  <a:pt x="308610" y="65837"/>
                </a:lnTo>
                <a:lnTo>
                  <a:pt x="308610" y="84830"/>
                </a:lnTo>
                <a:lnTo>
                  <a:pt x="308610" y="103823"/>
                </a:lnTo>
                <a:lnTo>
                  <a:pt x="308610" y="122815"/>
                </a:lnTo>
                <a:lnTo>
                  <a:pt x="308610" y="141808"/>
                </a:lnTo>
                <a:lnTo>
                  <a:pt x="308610" y="160801"/>
                </a:lnTo>
                <a:lnTo>
                  <a:pt x="308610" y="179794"/>
                </a:lnTo>
                <a:lnTo>
                  <a:pt x="308610" y="198787"/>
                </a:lnTo>
                <a:lnTo>
                  <a:pt x="308610" y="217789"/>
                </a:lnTo>
                <a:lnTo>
                  <a:pt x="308610" y="236782"/>
                </a:lnTo>
                <a:lnTo>
                  <a:pt x="308610" y="255775"/>
                </a:lnTo>
                <a:lnTo>
                  <a:pt x="308610" y="274768"/>
                </a:lnTo>
                <a:lnTo>
                  <a:pt x="308610" y="293761"/>
                </a:lnTo>
                <a:lnTo>
                  <a:pt x="308610" y="312753"/>
                </a:lnTo>
                <a:lnTo>
                  <a:pt x="308610" y="331746"/>
                </a:lnTo>
                <a:lnTo>
                  <a:pt x="308610" y="350739"/>
                </a:lnTo>
                <a:lnTo>
                  <a:pt x="297390" y="362293"/>
                </a:lnTo>
                <a:lnTo>
                  <a:pt x="279902" y="369694"/>
                </a:lnTo>
                <a:lnTo>
                  <a:pt x="262404" y="377085"/>
                </a:lnTo>
                <a:lnTo>
                  <a:pt x="244907" y="384486"/>
                </a:lnTo>
                <a:lnTo>
                  <a:pt x="227419" y="391878"/>
                </a:lnTo>
                <a:lnTo>
                  <a:pt x="209921" y="399278"/>
                </a:lnTo>
                <a:lnTo>
                  <a:pt x="192434" y="406679"/>
                </a:lnTo>
                <a:lnTo>
                  <a:pt x="174936" y="414071"/>
                </a:lnTo>
                <a:lnTo>
                  <a:pt x="157439" y="421472"/>
                </a:lnTo>
                <a:lnTo>
                  <a:pt x="139951" y="428863"/>
                </a:lnTo>
                <a:lnTo>
                  <a:pt x="122453" y="436264"/>
                </a:lnTo>
                <a:lnTo>
                  <a:pt x="104966" y="443655"/>
                </a:lnTo>
                <a:lnTo>
                  <a:pt x="87468" y="451056"/>
                </a:lnTo>
                <a:lnTo>
                  <a:pt x="69971" y="458457"/>
                </a:lnTo>
                <a:lnTo>
                  <a:pt x="52483" y="465849"/>
                </a:lnTo>
                <a:lnTo>
                  <a:pt x="34985" y="473250"/>
                </a:lnTo>
                <a:lnTo>
                  <a:pt x="17497" y="480641"/>
                </a:lnTo>
                <a:lnTo>
                  <a:pt x="0" y="48804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238AEA5B-ED17-4E3B-A88E-C44C2491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33" y="4387215"/>
            <a:ext cx="1835629" cy="130493"/>
          </a:xfrm>
          <a:custGeom xmlns:a="http://schemas.openxmlformats.org/drawingml/2006/main">
            <a:pathLst>
              <a:path w="1835629" h="130493">
                <a:moveTo>
                  <a:pt x="0" y="130493"/>
                </a:moveTo>
                <a:lnTo>
                  <a:pt x="19002" y="130493"/>
                </a:lnTo>
                <a:lnTo>
                  <a:pt x="37995" y="130493"/>
                </a:lnTo>
                <a:lnTo>
                  <a:pt x="56998" y="130493"/>
                </a:lnTo>
                <a:lnTo>
                  <a:pt x="75990" y="130493"/>
                </a:lnTo>
                <a:lnTo>
                  <a:pt x="94993" y="130493"/>
                </a:lnTo>
                <a:lnTo>
                  <a:pt x="113995" y="130493"/>
                </a:lnTo>
                <a:lnTo>
                  <a:pt x="132988" y="130493"/>
                </a:lnTo>
                <a:lnTo>
                  <a:pt x="151990" y="130493"/>
                </a:lnTo>
                <a:lnTo>
                  <a:pt x="170983" y="130493"/>
                </a:lnTo>
                <a:lnTo>
                  <a:pt x="189986" y="130493"/>
                </a:lnTo>
                <a:lnTo>
                  <a:pt x="208988" y="130493"/>
                </a:lnTo>
                <a:lnTo>
                  <a:pt x="227981" y="130493"/>
                </a:lnTo>
                <a:lnTo>
                  <a:pt x="246983" y="130493"/>
                </a:lnTo>
                <a:lnTo>
                  <a:pt x="265976" y="130493"/>
                </a:lnTo>
                <a:lnTo>
                  <a:pt x="284978" y="130493"/>
                </a:lnTo>
                <a:lnTo>
                  <a:pt x="303981" y="130493"/>
                </a:lnTo>
                <a:lnTo>
                  <a:pt x="322974" y="130493"/>
                </a:lnTo>
                <a:lnTo>
                  <a:pt x="341976" y="130493"/>
                </a:lnTo>
                <a:lnTo>
                  <a:pt x="360969" y="130493"/>
                </a:lnTo>
                <a:lnTo>
                  <a:pt x="379971" y="130493"/>
                </a:lnTo>
                <a:lnTo>
                  <a:pt x="398964" y="130493"/>
                </a:lnTo>
                <a:lnTo>
                  <a:pt x="417967" y="130493"/>
                </a:lnTo>
                <a:lnTo>
                  <a:pt x="436969" y="130493"/>
                </a:lnTo>
                <a:lnTo>
                  <a:pt x="455962" y="130493"/>
                </a:lnTo>
                <a:lnTo>
                  <a:pt x="474964" y="130493"/>
                </a:lnTo>
                <a:lnTo>
                  <a:pt x="493957" y="130493"/>
                </a:lnTo>
                <a:lnTo>
                  <a:pt x="512959" y="130493"/>
                </a:lnTo>
                <a:lnTo>
                  <a:pt x="531962" y="130493"/>
                </a:lnTo>
                <a:lnTo>
                  <a:pt x="550955" y="130493"/>
                </a:lnTo>
                <a:lnTo>
                  <a:pt x="569957" y="130493"/>
                </a:lnTo>
                <a:lnTo>
                  <a:pt x="588950" y="130493"/>
                </a:lnTo>
                <a:lnTo>
                  <a:pt x="607952" y="130493"/>
                </a:lnTo>
                <a:lnTo>
                  <a:pt x="626955" y="130493"/>
                </a:lnTo>
                <a:lnTo>
                  <a:pt x="645947" y="130493"/>
                </a:lnTo>
                <a:lnTo>
                  <a:pt x="664950" y="130493"/>
                </a:lnTo>
                <a:lnTo>
                  <a:pt x="683943" y="130493"/>
                </a:lnTo>
                <a:lnTo>
                  <a:pt x="702945" y="130493"/>
                </a:lnTo>
                <a:lnTo>
                  <a:pt x="721947" y="130493"/>
                </a:lnTo>
                <a:lnTo>
                  <a:pt x="740940" y="130493"/>
                </a:lnTo>
                <a:lnTo>
                  <a:pt x="759943" y="130493"/>
                </a:lnTo>
                <a:lnTo>
                  <a:pt x="778935" y="130493"/>
                </a:lnTo>
                <a:lnTo>
                  <a:pt x="797938" y="130493"/>
                </a:lnTo>
                <a:lnTo>
                  <a:pt x="816940" y="130493"/>
                </a:lnTo>
                <a:lnTo>
                  <a:pt x="835933" y="130493"/>
                </a:lnTo>
                <a:lnTo>
                  <a:pt x="854935" y="130493"/>
                </a:lnTo>
                <a:lnTo>
                  <a:pt x="873928" y="130493"/>
                </a:lnTo>
                <a:lnTo>
                  <a:pt x="892931" y="130493"/>
                </a:lnTo>
                <a:lnTo>
                  <a:pt x="911933" y="130493"/>
                </a:lnTo>
                <a:lnTo>
                  <a:pt x="930926" y="130493"/>
                </a:lnTo>
                <a:lnTo>
                  <a:pt x="949928" y="130493"/>
                </a:lnTo>
                <a:lnTo>
                  <a:pt x="968921" y="130493"/>
                </a:lnTo>
                <a:lnTo>
                  <a:pt x="987923" y="130493"/>
                </a:lnTo>
                <a:lnTo>
                  <a:pt x="1006926" y="130493"/>
                </a:lnTo>
                <a:lnTo>
                  <a:pt x="1025919" y="130493"/>
                </a:lnTo>
                <a:lnTo>
                  <a:pt x="1044921" y="130493"/>
                </a:lnTo>
                <a:lnTo>
                  <a:pt x="1063914" y="130493"/>
                </a:lnTo>
                <a:lnTo>
                  <a:pt x="1082916" y="130493"/>
                </a:lnTo>
                <a:lnTo>
                  <a:pt x="1101919" y="130493"/>
                </a:lnTo>
                <a:lnTo>
                  <a:pt x="1120912" y="130493"/>
                </a:lnTo>
                <a:lnTo>
                  <a:pt x="1139914" y="130493"/>
                </a:lnTo>
                <a:lnTo>
                  <a:pt x="1158907" y="130493"/>
                </a:lnTo>
                <a:lnTo>
                  <a:pt x="1177909" y="130493"/>
                </a:lnTo>
                <a:lnTo>
                  <a:pt x="1196902" y="130493"/>
                </a:lnTo>
                <a:lnTo>
                  <a:pt x="1215904" y="130493"/>
                </a:lnTo>
                <a:lnTo>
                  <a:pt x="1234907" y="130493"/>
                </a:lnTo>
                <a:lnTo>
                  <a:pt x="1253900" y="130493"/>
                </a:lnTo>
                <a:lnTo>
                  <a:pt x="1272902" y="130493"/>
                </a:lnTo>
                <a:lnTo>
                  <a:pt x="1291895" y="130493"/>
                </a:lnTo>
                <a:lnTo>
                  <a:pt x="1310897" y="130493"/>
                </a:lnTo>
                <a:lnTo>
                  <a:pt x="1329900" y="130493"/>
                </a:lnTo>
                <a:lnTo>
                  <a:pt x="1348892" y="130493"/>
                </a:lnTo>
                <a:lnTo>
                  <a:pt x="1367895" y="130493"/>
                </a:lnTo>
                <a:lnTo>
                  <a:pt x="1386888" y="130493"/>
                </a:lnTo>
                <a:lnTo>
                  <a:pt x="1405890" y="130493"/>
                </a:lnTo>
                <a:lnTo>
                  <a:pt x="1424892" y="130493"/>
                </a:lnTo>
                <a:lnTo>
                  <a:pt x="1443885" y="130493"/>
                </a:lnTo>
                <a:lnTo>
                  <a:pt x="1462888" y="130493"/>
                </a:lnTo>
                <a:lnTo>
                  <a:pt x="1481880" y="130493"/>
                </a:lnTo>
                <a:lnTo>
                  <a:pt x="1500883" y="130493"/>
                </a:lnTo>
                <a:lnTo>
                  <a:pt x="1519885" y="130493"/>
                </a:lnTo>
                <a:lnTo>
                  <a:pt x="1538154" y="126921"/>
                </a:lnTo>
                <a:lnTo>
                  <a:pt x="1555652" y="119520"/>
                </a:lnTo>
                <a:lnTo>
                  <a:pt x="1573149" y="112128"/>
                </a:lnTo>
                <a:lnTo>
                  <a:pt x="1590656" y="104727"/>
                </a:lnTo>
                <a:lnTo>
                  <a:pt x="1608153" y="97326"/>
                </a:lnTo>
                <a:lnTo>
                  <a:pt x="1625651" y="89926"/>
                </a:lnTo>
                <a:lnTo>
                  <a:pt x="1643148" y="82525"/>
                </a:lnTo>
                <a:lnTo>
                  <a:pt x="1660646" y="75133"/>
                </a:lnTo>
                <a:lnTo>
                  <a:pt x="1678143" y="67732"/>
                </a:lnTo>
                <a:lnTo>
                  <a:pt x="1695641" y="60331"/>
                </a:lnTo>
                <a:lnTo>
                  <a:pt x="1713138" y="52930"/>
                </a:lnTo>
                <a:lnTo>
                  <a:pt x="1730635" y="45530"/>
                </a:lnTo>
                <a:lnTo>
                  <a:pt x="1748142" y="38138"/>
                </a:lnTo>
                <a:lnTo>
                  <a:pt x="1765640" y="30737"/>
                </a:lnTo>
                <a:lnTo>
                  <a:pt x="1783137" y="23336"/>
                </a:lnTo>
                <a:lnTo>
                  <a:pt x="1800635" y="15935"/>
                </a:lnTo>
                <a:lnTo>
                  <a:pt x="1818132" y="8534"/>
                </a:lnTo>
                <a:lnTo>
                  <a:pt x="1835629" y="1143"/>
                </a:lnTo>
                <a:lnTo>
                  <a:pt x="1822247" y="0"/>
                </a:lnTo>
                <a:lnTo>
                  <a:pt x="1803254" y="0"/>
                </a:lnTo>
                <a:lnTo>
                  <a:pt x="1784252" y="0"/>
                </a:lnTo>
                <a:lnTo>
                  <a:pt x="1765259" y="0"/>
                </a:lnTo>
                <a:lnTo>
                  <a:pt x="1746256" y="0"/>
                </a:lnTo>
                <a:lnTo>
                  <a:pt x="1727254" y="0"/>
                </a:lnTo>
                <a:lnTo>
                  <a:pt x="1708261" y="0"/>
                </a:lnTo>
                <a:lnTo>
                  <a:pt x="1689259" y="0"/>
                </a:lnTo>
                <a:lnTo>
                  <a:pt x="1670266" y="0"/>
                </a:lnTo>
                <a:lnTo>
                  <a:pt x="1651264" y="0"/>
                </a:lnTo>
                <a:lnTo>
                  <a:pt x="1632271" y="0"/>
                </a:lnTo>
                <a:lnTo>
                  <a:pt x="1613268" y="0"/>
                </a:lnTo>
                <a:lnTo>
                  <a:pt x="1594266" y="0"/>
                </a:lnTo>
                <a:lnTo>
                  <a:pt x="1575273" y="0"/>
                </a:lnTo>
                <a:lnTo>
                  <a:pt x="1556271" y="0"/>
                </a:lnTo>
                <a:lnTo>
                  <a:pt x="1537278" y="0"/>
                </a:lnTo>
                <a:lnTo>
                  <a:pt x="1518275" y="0"/>
                </a:lnTo>
                <a:lnTo>
                  <a:pt x="1499273" y="0"/>
                </a:lnTo>
                <a:lnTo>
                  <a:pt x="1480280" y="0"/>
                </a:lnTo>
                <a:lnTo>
                  <a:pt x="1461278" y="0"/>
                </a:lnTo>
                <a:lnTo>
                  <a:pt x="1442285" y="0"/>
                </a:lnTo>
                <a:lnTo>
                  <a:pt x="1423283" y="0"/>
                </a:lnTo>
                <a:lnTo>
                  <a:pt x="1404280" y="0"/>
                </a:lnTo>
                <a:lnTo>
                  <a:pt x="1385287" y="0"/>
                </a:lnTo>
                <a:lnTo>
                  <a:pt x="1366285" y="0"/>
                </a:lnTo>
                <a:lnTo>
                  <a:pt x="1347292" y="0"/>
                </a:lnTo>
                <a:lnTo>
                  <a:pt x="1328290" y="0"/>
                </a:lnTo>
                <a:lnTo>
                  <a:pt x="1309287" y="0"/>
                </a:lnTo>
                <a:lnTo>
                  <a:pt x="1290295" y="0"/>
                </a:lnTo>
                <a:lnTo>
                  <a:pt x="1271292" y="0"/>
                </a:lnTo>
                <a:lnTo>
                  <a:pt x="1252299" y="0"/>
                </a:lnTo>
                <a:lnTo>
                  <a:pt x="1233297" y="0"/>
                </a:lnTo>
                <a:lnTo>
                  <a:pt x="1214295" y="0"/>
                </a:lnTo>
                <a:lnTo>
                  <a:pt x="1195302" y="0"/>
                </a:lnTo>
                <a:lnTo>
                  <a:pt x="1176299" y="0"/>
                </a:lnTo>
                <a:lnTo>
                  <a:pt x="1157307" y="0"/>
                </a:lnTo>
                <a:lnTo>
                  <a:pt x="1138304" y="0"/>
                </a:lnTo>
                <a:lnTo>
                  <a:pt x="1119302" y="0"/>
                </a:lnTo>
                <a:lnTo>
                  <a:pt x="1100309" y="0"/>
                </a:lnTo>
                <a:lnTo>
                  <a:pt x="1081307" y="0"/>
                </a:lnTo>
                <a:lnTo>
                  <a:pt x="1062314" y="0"/>
                </a:lnTo>
                <a:lnTo>
                  <a:pt x="1043311" y="0"/>
                </a:lnTo>
                <a:lnTo>
                  <a:pt x="1024309" y="0"/>
                </a:lnTo>
                <a:lnTo>
                  <a:pt x="1005316" y="0"/>
                </a:lnTo>
                <a:lnTo>
                  <a:pt x="986314" y="0"/>
                </a:lnTo>
                <a:lnTo>
                  <a:pt x="967321" y="0"/>
                </a:lnTo>
                <a:lnTo>
                  <a:pt x="948319" y="0"/>
                </a:lnTo>
                <a:lnTo>
                  <a:pt x="929316" y="0"/>
                </a:lnTo>
                <a:lnTo>
                  <a:pt x="910323" y="0"/>
                </a:lnTo>
                <a:lnTo>
                  <a:pt x="891321" y="0"/>
                </a:lnTo>
                <a:lnTo>
                  <a:pt x="872328" y="0"/>
                </a:lnTo>
                <a:lnTo>
                  <a:pt x="853326" y="0"/>
                </a:lnTo>
                <a:lnTo>
                  <a:pt x="834333" y="0"/>
                </a:lnTo>
                <a:lnTo>
                  <a:pt x="815330" y="0"/>
                </a:lnTo>
                <a:lnTo>
                  <a:pt x="796328" y="0"/>
                </a:lnTo>
                <a:lnTo>
                  <a:pt x="777335" y="0"/>
                </a:lnTo>
                <a:lnTo>
                  <a:pt x="758333" y="0"/>
                </a:lnTo>
                <a:lnTo>
                  <a:pt x="739340" y="0"/>
                </a:lnTo>
                <a:lnTo>
                  <a:pt x="720338" y="0"/>
                </a:lnTo>
                <a:lnTo>
                  <a:pt x="701335" y="0"/>
                </a:lnTo>
                <a:lnTo>
                  <a:pt x="682342" y="0"/>
                </a:lnTo>
                <a:lnTo>
                  <a:pt x="663340" y="0"/>
                </a:lnTo>
                <a:lnTo>
                  <a:pt x="644347" y="0"/>
                </a:lnTo>
                <a:lnTo>
                  <a:pt x="625345" y="0"/>
                </a:lnTo>
                <a:lnTo>
                  <a:pt x="606342" y="0"/>
                </a:lnTo>
                <a:lnTo>
                  <a:pt x="587350" y="0"/>
                </a:lnTo>
                <a:lnTo>
                  <a:pt x="568347" y="0"/>
                </a:lnTo>
                <a:lnTo>
                  <a:pt x="549354" y="0"/>
                </a:lnTo>
                <a:lnTo>
                  <a:pt x="530352" y="0"/>
                </a:lnTo>
                <a:lnTo>
                  <a:pt x="511350" y="0"/>
                </a:lnTo>
                <a:lnTo>
                  <a:pt x="492357" y="0"/>
                </a:lnTo>
                <a:lnTo>
                  <a:pt x="473354" y="0"/>
                </a:lnTo>
                <a:lnTo>
                  <a:pt x="454362" y="0"/>
                </a:lnTo>
                <a:lnTo>
                  <a:pt x="435359" y="0"/>
                </a:lnTo>
                <a:lnTo>
                  <a:pt x="416357" y="0"/>
                </a:lnTo>
                <a:lnTo>
                  <a:pt x="397631" y="1705"/>
                </a:lnTo>
                <a:lnTo>
                  <a:pt x="379562" y="7563"/>
                </a:lnTo>
                <a:lnTo>
                  <a:pt x="361483" y="13421"/>
                </a:lnTo>
                <a:lnTo>
                  <a:pt x="343414" y="19269"/>
                </a:lnTo>
                <a:lnTo>
                  <a:pt x="325336" y="25127"/>
                </a:lnTo>
                <a:lnTo>
                  <a:pt x="307257" y="30975"/>
                </a:lnTo>
                <a:lnTo>
                  <a:pt x="289189" y="36833"/>
                </a:lnTo>
                <a:lnTo>
                  <a:pt x="271110" y="42682"/>
                </a:lnTo>
                <a:lnTo>
                  <a:pt x="253041" y="48539"/>
                </a:lnTo>
                <a:lnTo>
                  <a:pt x="234963" y="54397"/>
                </a:lnTo>
                <a:lnTo>
                  <a:pt x="216894" y="60246"/>
                </a:lnTo>
                <a:lnTo>
                  <a:pt x="198815" y="66104"/>
                </a:lnTo>
                <a:lnTo>
                  <a:pt x="180746" y="71952"/>
                </a:lnTo>
                <a:lnTo>
                  <a:pt x="162668" y="77810"/>
                </a:lnTo>
                <a:lnTo>
                  <a:pt x="144590" y="83658"/>
                </a:lnTo>
                <a:lnTo>
                  <a:pt x="126521" y="89516"/>
                </a:lnTo>
                <a:lnTo>
                  <a:pt x="108442" y="95374"/>
                </a:lnTo>
                <a:lnTo>
                  <a:pt x="90373" y="101222"/>
                </a:lnTo>
                <a:lnTo>
                  <a:pt x="72295" y="107080"/>
                </a:lnTo>
                <a:lnTo>
                  <a:pt x="54226" y="112928"/>
                </a:lnTo>
                <a:lnTo>
                  <a:pt x="36147" y="118786"/>
                </a:lnTo>
                <a:lnTo>
                  <a:pt x="18078" y="124635"/>
                </a:lnTo>
                <a:lnTo>
                  <a:pt x="0" y="13049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08ECCC44-5D73-4421-AC66-C1ACD5D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2743" y="4387215"/>
            <a:ext cx="1682115" cy="130493"/>
          </a:xfrm>
          <a:custGeom xmlns:a="http://schemas.openxmlformats.org/drawingml/2006/main">
            <a:pathLst>
              <a:path w="1682115" h="130493">
                <a:moveTo>
                  <a:pt x="0" y="130493"/>
                </a:moveTo>
                <a:lnTo>
                  <a:pt x="18983" y="130493"/>
                </a:lnTo>
                <a:lnTo>
                  <a:pt x="37957" y="130493"/>
                </a:lnTo>
                <a:lnTo>
                  <a:pt x="56940" y="130493"/>
                </a:lnTo>
                <a:lnTo>
                  <a:pt x="75924" y="130493"/>
                </a:lnTo>
                <a:lnTo>
                  <a:pt x="94907" y="130493"/>
                </a:lnTo>
                <a:lnTo>
                  <a:pt x="113881" y="130493"/>
                </a:lnTo>
                <a:lnTo>
                  <a:pt x="132864" y="130493"/>
                </a:lnTo>
                <a:lnTo>
                  <a:pt x="151848" y="130493"/>
                </a:lnTo>
                <a:lnTo>
                  <a:pt x="170831" y="130493"/>
                </a:lnTo>
                <a:lnTo>
                  <a:pt x="189805" y="130493"/>
                </a:lnTo>
                <a:lnTo>
                  <a:pt x="208788" y="130493"/>
                </a:lnTo>
                <a:lnTo>
                  <a:pt x="227771" y="130493"/>
                </a:lnTo>
                <a:lnTo>
                  <a:pt x="246755" y="130493"/>
                </a:lnTo>
                <a:lnTo>
                  <a:pt x="265728" y="130493"/>
                </a:lnTo>
                <a:lnTo>
                  <a:pt x="284712" y="130493"/>
                </a:lnTo>
                <a:lnTo>
                  <a:pt x="303695" y="130493"/>
                </a:lnTo>
                <a:lnTo>
                  <a:pt x="322669" y="130493"/>
                </a:lnTo>
                <a:lnTo>
                  <a:pt x="341652" y="130493"/>
                </a:lnTo>
                <a:lnTo>
                  <a:pt x="360636" y="130493"/>
                </a:lnTo>
                <a:lnTo>
                  <a:pt x="379619" y="130493"/>
                </a:lnTo>
                <a:lnTo>
                  <a:pt x="398593" y="130493"/>
                </a:lnTo>
                <a:lnTo>
                  <a:pt x="417576" y="130493"/>
                </a:lnTo>
                <a:lnTo>
                  <a:pt x="436559" y="130493"/>
                </a:lnTo>
                <a:lnTo>
                  <a:pt x="455543" y="130493"/>
                </a:lnTo>
                <a:lnTo>
                  <a:pt x="474516" y="130493"/>
                </a:lnTo>
                <a:lnTo>
                  <a:pt x="493500" y="130493"/>
                </a:lnTo>
                <a:lnTo>
                  <a:pt x="512483" y="130493"/>
                </a:lnTo>
                <a:lnTo>
                  <a:pt x="531466" y="130493"/>
                </a:lnTo>
                <a:lnTo>
                  <a:pt x="550440" y="130493"/>
                </a:lnTo>
                <a:lnTo>
                  <a:pt x="569424" y="130493"/>
                </a:lnTo>
                <a:lnTo>
                  <a:pt x="588407" y="130493"/>
                </a:lnTo>
                <a:lnTo>
                  <a:pt x="607390" y="130493"/>
                </a:lnTo>
                <a:lnTo>
                  <a:pt x="626364" y="130493"/>
                </a:lnTo>
                <a:lnTo>
                  <a:pt x="645347" y="130493"/>
                </a:lnTo>
                <a:lnTo>
                  <a:pt x="664331" y="130493"/>
                </a:lnTo>
                <a:lnTo>
                  <a:pt x="683304" y="130493"/>
                </a:lnTo>
                <a:lnTo>
                  <a:pt x="702288" y="130493"/>
                </a:lnTo>
                <a:lnTo>
                  <a:pt x="721271" y="130493"/>
                </a:lnTo>
                <a:lnTo>
                  <a:pt x="740254" y="130493"/>
                </a:lnTo>
                <a:lnTo>
                  <a:pt x="759228" y="130493"/>
                </a:lnTo>
                <a:lnTo>
                  <a:pt x="778212" y="130493"/>
                </a:lnTo>
                <a:lnTo>
                  <a:pt x="797195" y="130493"/>
                </a:lnTo>
                <a:lnTo>
                  <a:pt x="816178" y="130493"/>
                </a:lnTo>
                <a:lnTo>
                  <a:pt x="835152" y="130493"/>
                </a:lnTo>
                <a:lnTo>
                  <a:pt x="854135" y="130493"/>
                </a:lnTo>
                <a:lnTo>
                  <a:pt x="873119" y="130493"/>
                </a:lnTo>
                <a:lnTo>
                  <a:pt x="892102" y="130493"/>
                </a:lnTo>
                <a:lnTo>
                  <a:pt x="911076" y="130493"/>
                </a:lnTo>
                <a:lnTo>
                  <a:pt x="930059" y="130493"/>
                </a:lnTo>
                <a:lnTo>
                  <a:pt x="949042" y="130493"/>
                </a:lnTo>
                <a:lnTo>
                  <a:pt x="968026" y="130493"/>
                </a:lnTo>
                <a:lnTo>
                  <a:pt x="987000" y="130493"/>
                </a:lnTo>
                <a:lnTo>
                  <a:pt x="1005983" y="130493"/>
                </a:lnTo>
                <a:lnTo>
                  <a:pt x="1024966" y="130493"/>
                </a:lnTo>
                <a:lnTo>
                  <a:pt x="1043940" y="130493"/>
                </a:lnTo>
                <a:lnTo>
                  <a:pt x="1062923" y="130493"/>
                </a:lnTo>
                <a:lnTo>
                  <a:pt x="1081907" y="130493"/>
                </a:lnTo>
                <a:lnTo>
                  <a:pt x="1100890" y="130493"/>
                </a:lnTo>
                <a:lnTo>
                  <a:pt x="1119864" y="130493"/>
                </a:lnTo>
                <a:lnTo>
                  <a:pt x="1138847" y="130493"/>
                </a:lnTo>
                <a:lnTo>
                  <a:pt x="1157830" y="130493"/>
                </a:lnTo>
                <a:lnTo>
                  <a:pt x="1176814" y="130493"/>
                </a:lnTo>
                <a:lnTo>
                  <a:pt x="1195788" y="130493"/>
                </a:lnTo>
                <a:lnTo>
                  <a:pt x="1214771" y="130493"/>
                </a:lnTo>
                <a:lnTo>
                  <a:pt x="1233754" y="130493"/>
                </a:lnTo>
                <a:lnTo>
                  <a:pt x="1252738" y="130493"/>
                </a:lnTo>
                <a:lnTo>
                  <a:pt x="1271711" y="130493"/>
                </a:lnTo>
                <a:lnTo>
                  <a:pt x="1290695" y="130493"/>
                </a:lnTo>
                <a:lnTo>
                  <a:pt x="1309678" y="130493"/>
                </a:lnTo>
                <a:lnTo>
                  <a:pt x="1328652" y="130493"/>
                </a:lnTo>
                <a:lnTo>
                  <a:pt x="1347635" y="130493"/>
                </a:lnTo>
                <a:lnTo>
                  <a:pt x="1366618" y="130493"/>
                </a:lnTo>
                <a:lnTo>
                  <a:pt x="1384373" y="124358"/>
                </a:lnTo>
                <a:lnTo>
                  <a:pt x="1401880" y="117043"/>
                </a:lnTo>
                <a:lnTo>
                  <a:pt x="1419396" y="109728"/>
                </a:lnTo>
                <a:lnTo>
                  <a:pt x="1436913" y="102413"/>
                </a:lnTo>
                <a:lnTo>
                  <a:pt x="1454429" y="95098"/>
                </a:lnTo>
                <a:lnTo>
                  <a:pt x="1471946" y="87782"/>
                </a:lnTo>
                <a:lnTo>
                  <a:pt x="1489453" y="80467"/>
                </a:lnTo>
                <a:lnTo>
                  <a:pt x="1506969" y="73152"/>
                </a:lnTo>
                <a:lnTo>
                  <a:pt x="1524486" y="65837"/>
                </a:lnTo>
                <a:lnTo>
                  <a:pt x="1542002" y="58522"/>
                </a:lnTo>
                <a:lnTo>
                  <a:pt x="1559519" y="51206"/>
                </a:lnTo>
                <a:lnTo>
                  <a:pt x="1577026" y="43891"/>
                </a:lnTo>
                <a:lnTo>
                  <a:pt x="1594542" y="36576"/>
                </a:lnTo>
                <a:lnTo>
                  <a:pt x="1612059" y="29261"/>
                </a:lnTo>
                <a:lnTo>
                  <a:pt x="1629575" y="21946"/>
                </a:lnTo>
                <a:lnTo>
                  <a:pt x="1647082" y="14630"/>
                </a:lnTo>
                <a:lnTo>
                  <a:pt x="1664599" y="7315"/>
                </a:lnTo>
                <a:lnTo>
                  <a:pt x="1682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6E1D3116-037C-4712-AC7B-09F27232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0888" y="4387215"/>
            <a:ext cx="12839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043255E7-7396-4349-B521-8F31DC55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3115" y="3669687"/>
            <a:ext cx="213360" cy="464163"/>
          </a:xfrm>
          <a:custGeom xmlns:a="http://schemas.openxmlformats.org/drawingml/2006/main">
            <a:pathLst>
              <a:path w="213360" h="464163">
                <a:moveTo>
                  <a:pt x="0" y="464163"/>
                </a:moveTo>
                <a:lnTo>
                  <a:pt x="0" y="445237"/>
                </a:lnTo>
                <a:lnTo>
                  <a:pt x="0" y="426310"/>
                </a:lnTo>
                <a:lnTo>
                  <a:pt x="0" y="407384"/>
                </a:lnTo>
                <a:lnTo>
                  <a:pt x="0" y="388458"/>
                </a:lnTo>
                <a:lnTo>
                  <a:pt x="0" y="369522"/>
                </a:lnTo>
                <a:lnTo>
                  <a:pt x="0" y="350596"/>
                </a:lnTo>
                <a:lnTo>
                  <a:pt x="0" y="331670"/>
                </a:lnTo>
                <a:lnTo>
                  <a:pt x="0" y="312744"/>
                </a:lnTo>
                <a:lnTo>
                  <a:pt x="0" y="293818"/>
                </a:lnTo>
                <a:lnTo>
                  <a:pt x="0" y="274892"/>
                </a:lnTo>
                <a:lnTo>
                  <a:pt x="0" y="255965"/>
                </a:lnTo>
                <a:lnTo>
                  <a:pt x="0" y="237039"/>
                </a:lnTo>
                <a:lnTo>
                  <a:pt x="0" y="218113"/>
                </a:lnTo>
                <a:lnTo>
                  <a:pt x="0" y="199187"/>
                </a:lnTo>
                <a:lnTo>
                  <a:pt x="0" y="180251"/>
                </a:lnTo>
                <a:lnTo>
                  <a:pt x="0" y="161325"/>
                </a:lnTo>
                <a:lnTo>
                  <a:pt x="0" y="142399"/>
                </a:lnTo>
                <a:lnTo>
                  <a:pt x="0" y="123473"/>
                </a:lnTo>
                <a:lnTo>
                  <a:pt x="0" y="104546"/>
                </a:lnTo>
                <a:lnTo>
                  <a:pt x="0" y="85620"/>
                </a:lnTo>
                <a:lnTo>
                  <a:pt x="12687" y="75381"/>
                </a:lnTo>
                <a:lnTo>
                  <a:pt x="30328" y="68523"/>
                </a:lnTo>
                <a:lnTo>
                  <a:pt x="47977" y="61674"/>
                </a:lnTo>
                <a:lnTo>
                  <a:pt x="65618" y="54816"/>
                </a:lnTo>
                <a:lnTo>
                  <a:pt x="83258" y="47968"/>
                </a:lnTo>
                <a:lnTo>
                  <a:pt x="100908" y="41110"/>
                </a:lnTo>
                <a:lnTo>
                  <a:pt x="118548" y="34261"/>
                </a:lnTo>
                <a:lnTo>
                  <a:pt x="136188" y="27413"/>
                </a:lnTo>
                <a:lnTo>
                  <a:pt x="153829" y="20555"/>
                </a:lnTo>
                <a:lnTo>
                  <a:pt x="171479" y="13706"/>
                </a:lnTo>
                <a:lnTo>
                  <a:pt x="189119" y="6848"/>
                </a:lnTo>
                <a:lnTo>
                  <a:pt x="206759" y="0"/>
                </a:lnTo>
                <a:lnTo>
                  <a:pt x="213360" y="9287"/>
                </a:lnTo>
                <a:lnTo>
                  <a:pt x="213360" y="28213"/>
                </a:lnTo>
                <a:lnTo>
                  <a:pt x="213360" y="47139"/>
                </a:lnTo>
                <a:lnTo>
                  <a:pt x="213360" y="66065"/>
                </a:lnTo>
                <a:lnTo>
                  <a:pt x="213360" y="84992"/>
                </a:lnTo>
                <a:lnTo>
                  <a:pt x="213360" y="103918"/>
                </a:lnTo>
                <a:lnTo>
                  <a:pt x="213360" y="122853"/>
                </a:lnTo>
                <a:lnTo>
                  <a:pt x="213360" y="141780"/>
                </a:lnTo>
                <a:lnTo>
                  <a:pt x="213360" y="160706"/>
                </a:lnTo>
                <a:lnTo>
                  <a:pt x="213360" y="179632"/>
                </a:lnTo>
                <a:lnTo>
                  <a:pt x="213360" y="198558"/>
                </a:lnTo>
                <a:lnTo>
                  <a:pt x="213360" y="217484"/>
                </a:lnTo>
                <a:lnTo>
                  <a:pt x="213360" y="236411"/>
                </a:lnTo>
                <a:lnTo>
                  <a:pt x="213360" y="255337"/>
                </a:lnTo>
                <a:lnTo>
                  <a:pt x="213360" y="274263"/>
                </a:lnTo>
                <a:lnTo>
                  <a:pt x="213360" y="293189"/>
                </a:lnTo>
                <a:lnTo>
                  <a:pt x="213360" y="312115"/>
                </a:lnTo>
                <a:lnTo>
                  <a:pt x="213360" y="331051"/>
                </a:lnTo>
                <a:lnTo>
                  <a:pt x="213360" y="349977"/>
                </a:lnTo>
                <a:lnTo>
                  <a:pt x="203149" y="362588"/>
                </a:lnTo>
                <a:lnTo>
                  <a:pt x="186214" y="371056"/>
                </a:lnTo>
                <a:lnTo>
                  <a:pt x="169288" y="379514"/>
                </a:lnTo>
                <a:lnTo>
                  <a:pt x="152362" y="387982"/>
                </a:lnTo>
                <a:lnTo>
                  <a:pt x="135436" y="396450"/>
                </a:lnTo>
                <a:lnTo>
                  <a:pt x="118501" y="404908"/>
                </a:lnTo>
                <a:lnTo>
                  <a:pt x="101575" y="413375"/>
                </a:lnTo>
                <a:lnTo>
                  <a:pt x="84649" y="421843"/>
                </a:lnTo>
                <a:lnTo>
                  <a:pt x="67713" y="430301"/>
                </a:lnTo>
                <a:lnTo>
                  <a:pt x="50787" y="438769"/>
                </a:lnTo>
                <a:lnTo>
                  <a:pt x="33861" y="447237"/>
                </a:lnTo>
                <a:lnTo>
                  <a:pt x="16926" y="455695"/>
                </a:lnTo>
                <a:lnTo>
                  <a:pt x="0" y="46416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1DA12865-C0A6-4F54-A38F-DFE99C21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448" y="4027170"/>
            <a:ext cx="1740779" cy="106680"/>
          </a:xfrm>
          <a:custGeom xmlns:a="http://schemas.openxmlformats.org/drawingml/2006/main">
            <a:pathLst>
              <a:path w="1740779" h="106680">
                <a:moveTo>
                  <a:pt x="0" y="106680"/>
                </a:moveTo>
                <a:lnTo>
                  <a:pt x="18983" y="106680"/>
                </a:lnTo>
                <a:lnTo>
                  <a:pt x="37967" y="106680"/>
                </a:lnTo>
                <a:lnTo>
                  <a:pt x="56950" y="106680"/>
                </a:lnTo>
                <a:lnTo>
                  <a:pt x="75943" y="106680"/>
                </a:lnTo>
                <a:lnTo>
                  <a:pt x="94926" y="106680"/>
                </a:lnTo>
                <a:lnTo>
                  <a:pt x="113909" y="106680"/>
                </a:lnTo>
                <a:lnTo>
                  <a:pt x="132893" y="106680"/>
                </a:lnTo>
                <a:lnTo>
                  <a:pt x="151876" y="106680"/>
                </a:lnTo>
                <a:lnTo>
                  <a:pt x="170859" y="106680"/>
                </a:lnTo>
                <a:lnTo>
                  <a:pt x="189843" y="106680"/>
                </a:lnTo>
                <a:lnTo>
                  <a:pt x="208836" y="106680"/>
                </a:lnTo>
                <a:lnTo>
                  <a:pt x="227819" y="106680"/>
                </a:lnTo>
                <a:lnTo>
                  <a:pt x="246802" y="106680"/>
                </a:lnTo>
                <a:lnTo>
                  <a:pt x="265786" y="106680"/>
                </a:lnTo>
                <a:lnTo>
                  <a:pt x="284769" y="106680"/>
                </a:lnTo>
                <a:lnTo>
                  <a:pt x="303752" y="106680"/>
                </a:lnTo>
                <a:lnTo>
                  <a:pt x="322736" y="106680"/>
                </a:lnTo>
                <a:lnTo>
                  <a:pt x="341728" y="106680"/>
                </a:lnTo>
                <a:lnTo>
                  <a:pt x="360712" y="106680"/>
                </a:lnTo>
                <a:lnTo>
                  <a:pt x="379695" y="106680"/>
                </a:lnTo>
                <a:lnTo>
                  <a:pt x="398678" y="106680"/>
                </a:lnTo>
                <a:lnTo>
                  <a:pt x="417662" y="106680"/>
                </a:lnTo>
                <a:lnTo>
                  <a:pt x="436645" y="106680"/>
                </a:lnTo>
                <a:lnTo>
                  <a:pt x="455638" y="106680"/>
                </a:lnTo>
                <a:lnTo>
                  <a:pt x="474621" y="106680"/>
                </a:lnTo>
                <a:lnTo>
                  <a:pt x="493605" y="106680"/>
                </a:lnTo>
                <a:lnTo>
                  <a:pt x="512588" y="106680"/>
                </a:lnTo>
                <a:lnTo>
                  <a:pt x="531571" y="106680"/>
                </a:lnTo>
                <a:lnTo>
                  <a:pt x="550555" y="106680"/>
                </a:lnTo>
                <a:lnTo>
                  <a:pt x="569538" y="106680"/>
                </a:lnTo>
                <a:lnTo>
                  <a:pt x="588531" y="106680"/>
                </a:lnTo>
                <a:lnTo>
                  <a:pt x="607514" y="106680"/>
                </a:lnTo>
                <a:lnTo>
                  <a:pt x="626497" y="106680"/>
                </a:lnTo>
                <a:lnTo>
                  <a:pt x="645481" y="106680"/>
                </a:lnTo>
                <a:lnTo>
                  <a:pt x="664464" y="106680"/>
                </a:lnTo>
                <a:lnTo>
                  <a:pt x="683447" y="106680"/>
                </a:lnTo>
                <a:lnTo>
                  <a:pt x="702431" y="106680"/>
                </a:lnTo>
                <a:lnTo>
                  <a:pt x="721424" y="106680"/>
                </a:lnTo>
                <a:lnTo>
                  <a:pt x="740407" y="106680"/>
                </a:lnTo>
                <a:lnTo>
                  <a:pt x="759390" y="106680"/>
                </a:lnTo>
                <a:lnTo>
                  <a:pt x="778373" y="106680"/>
                </a:lnTo>
                <a:lnTo>
                  <a:pt x="797357" y="106680"/>
                </a:lnTo>
                <a:lnTo>
                  <a:pt x="816340" y="106680"/>
                </a:lnTo>
                <a:lnTo>
                  <a:pt x="835323" y="106680"/>
                </a:lnTo>
                <a:lnTo>
                  <a:pt x="854316" y="106680"/>
                </a:lnTo>
                <a:lnTo>
                  <a:pt x="873300" y="106680"/>
                </a:lnTo>
                <a:lnTo>
                  <a:pt x="892283" y="106680"/>
                </a:lnTo>
                <a:lnTo>
                  <a:pt x="911266" y="106680"/>
                </a:lnTo>
                <a:lnTo>
                  <a:pt x="930250" y="106680"/>
                </a:lnTo>
                <a:lnTo>
                  <a:pt x="949233" y="106680"/>
                </a:lnTo>
                <a:lnTo>
                  <a:pt x="968216" y="106680"/>
                </a:lnTo>
                <a:lnTo>
                  <a:pt x="987209" y="106680"/>
                </a:lnTo>
                <a:lnTo>
                  <a:pt x="1006192" y="106680"/>
                </a:lnTo>
                <a:lnTo>
                  <a:pt x="1025176" y="106680"/>
                </a:lnTo>
                <a:lnTo>
                  <a:pt x="1044159" y="106680"/>
                </a:lnTo>
                <a:lnTo>
                  <a:pt x="1063142" y="106680"/>
                </a:lnTo>
                <a:lnTo>
                  <a:pt x="1082126" y="106680"/>
                </a:lnTo>
                <a:lnTo>
                  <a:pt x="1101109" y="106680"/>
                </a:lnTo>
                <a:lnTo>
                  <a:pt x="1120102" y="106680"/>
                </a:lnTo>
                <a:lnTo>
                  <a:pt x="1139085" y="106680"/>
                </a:lnTo>
                <a:lnTo>
                  <a:pt x="1158069" y="106680"/>
                </a:lnTo>
                <a:lnTo>
                  <a:pt x="1177052" y="106680"/>
                </a:lnTo>
                <a:lnTo>
                  <a:pt x="1196035" y="106680"/>
                </a:lnTo>
                <a:lnTo>
                  <a:pt x="1215019" y="106680"/>
                </a:lnTo>
                <a:lnTo>
                  <a:pt x="1234002" y="106680"/>
                </a:lnTo>
                <a:lnTo>
                  <a:pt x="1252995" y="106680"/>
                </a:lnTo>
                <a:lnTo>
                  <a:pt x="1271978" y="106680"/>
                </a:lnTo>
                <a:lnTo>
                  <a:pt x="1290961" y="106680"/>
                </a:lnTo>
                <a:lnTo>
                  <a:pt x="1309945" y="106680"/>
                </a:lnTo>
                <a:lnTo>
                  <a:pt x="1328928" y="106680"/>
                </a:lnTo>
                <a:lnTo>
                  <a:pt x="1347911" y="106680"/>
                </a:lnTo>
                <a:lnTo>
                  <a:pt x="1366904" y="106680"/>
                </a:lnTo>
                <a:lnTo>
                  <a:pt x="1385888" y="106680"/>
                </a:lnTo>
                <a:lnTo>
                  <a:pt x="1404871" y="106680"/>
                </a:lnTo>
                <a:lnTo>
                  <a:pt x="1423854" y="106680"/>
                </a:lnTo>
                <a:lnTo>
                  <a:pt x="1442837" y="106680"/>
                </a:lnTo>
                <a:lnTo>
                  <a:pt x="1461821" y="106680"/>
                </a:lnTo>
                <a:lnTo>
                  <a:pt x="1480804" y="106680"/>
                </a:lnTo>
                <a:lnTo>
                  <a:pt x="1499797" y="106680"/>
                </a:lnTo>
                <a:lnTo>
                  <a:pt x="1518780" y="106680"/>
                </a:lnTo>
                <a:lnTo>
                  <a:pt x="1537011" y="103508"/>
                </a:lnTo>
                <a:lnTo>
                  <a:pt x="1553994" y="95021"/>
                </a:lnTo>
                <a:lnTo>
                  <a:pt x="1570977" y="86525"/>
                </a:lnTo>
                <a:lnTo>
                  <a:pt x="1587951" y="78038"/>
                </a:lnTo>
                <a:lnTo>
                  <a:pt x="1604934" y="69542"/>
                </a:lnTo>
                <a:lnTo>
                  <a:pt x="1621917" y="61055"/>
                </a:lnTo>
                <a:lnTo>
                  <a:pt x="1638900" y="52568"/>
                </a:lnTo>
                <a:lnTo>
                  <a:pt x="1655874" y="44072"/>
                </a:lnTo>
                <a:lnTo>
                  <a:pt x="1672857" y="35585"/>
                </a:lnTo>
                <a:lnTo>
                  <a:pt x="1689840" y="27099"/>
                </a:lnTo>
                <a:lnTo>
                  <a:pt x="1706813" y="18602"/>
                </a:lnTo>
                <a:lnTo>
                  <a:pt x="1723796" y="10116"/>
                </a:lnTo>
                <a:lnTo>
                  <a:pt x="1740779" y="1629"/>
                </a:lnTo>
                <a:lnTo>
                  <a:pt x="1728673" y="0"/>
                </a:lnTo>
                <a:lnTo>
                  <a:pt x="1709690" y="0"/>
                </a:lnTo>
                <a:lnTo>
                  <a:pt x="1690707" y="0"/>
                </a:lnTo>
                <a:lnTo>
                  <a:pt x="1671723" y="0"/>
                </a:lnTo>
                <a:lnTo>
                  <a:pt x="1652740" y="0"/>
                </a:lnTo>
                <a:lnTo>
                  <a:pt x="1633747" y="0"/>
                </a:lnTo>
                <a:lnTo>
                  <a:pt x="1614764" y="0"/>
                </a:lnTo>
                <a:lnTo>
                  <a:pt x="1595780" y="0"/>
                </a:lnTo>
                <a:lnTo>
                  <a:pt x="1576797" y="0"/>
                </a:lnTo>
                <a:lnTo>
                  <a:pt x="1557814" y="0"/>
                </a:lnTo>
                <a:lnTo>
                  <a:pt x="1538830" y="0"/>
                </a:lnTo>
                <a:lnTo>
                  <a:pt x="1519847" y="0"/>
                </a:lnTo>
                <a:lnTo>
                  <a:pt x="1500854" y="0"/>
                </a:lnTo>
                <a:lnTo>
                  <a:pt x="1481871" y="0"/>
                </a:lnTo>
                <a:lnTo>
                  <a:pt x="1462888" y="0"/>
                </a:lnTo>
                <a:lnTo>
                  <a:pt x="1443904" y="0"/>
                </a:lnTo>
                <a:lnTo>
                  <a:pt x="1424921" y="0"/>
                </a:lnTo>
                <a:lnTo>
                  <a:pt x="1405938" y="0"/>
                </a:lnTo>
                <a:lnTo>
                  <a:pt x="1386954" y="0"/>
                </a:lnTo>
                <a:lnTo>
                  <a:pt x="1367961" y="0"/>
                </a:lnTo>
                <a:lnTo>
                  <a:pt x="1348978" y="0"/>
                </a:lnTo>
                <a:lnTo>
                  <a:pt x="1329995" y="0"/>
                </a:lnTo>
                <a:lnTo>
                  <a:pt x="1311011" y="0"/>
                </a:lnTo>
                <a:lnTo>
                  <a:pt x="1292028" y="0"/>
                </a:lnTo>
                <a:lnTo>
                  <a:pt x="1273045" y="0"/>
                </a:lnTo>
                <a:lnTo>
                  <a:pt x="1254062" y="0"/>
                </a:lnTo>
                <a:lnTo>
                  <a:pt x="1235069" y="0"/>
                </a:lnTo>
                <a:lnTo>
                  <a:pt x="1216085" y="0"/>
                </a:lnTo>
                <a:lnTo>
                  <a:pt x="1197102" y="0"/>
                </a:lnTo>
                <a:lnTo>
                  <a:pt x="1178119" y="0"/>
                </a:lnTo>
                <a:lnTo>
                  <a:pt x="1159135" y="0"/>
                </a:lnTo>
                <a:lnTo>
                  <a:pt x="1140152" y="0"/>
                </a:lnTo>
                <a:lnTo>
                  <a:pt x="1121169" y="0"/>
                </a:lnTo>
                <a:lnTo>
                  <a:pt x="1102176" y="0"/>
                </a:lnTo>
                <a:lnTo>
                  <a:pt x="1083193" y="0"/>
                </a:lnTo>
                <a:lnTo>
                  <a:pt x="1064209" y="0"/>
                </a:lnTo>
                <a:lnTo>
                  <a:pt x="1045226" y="0"/>
                </a:lnTo>
                <a:lnTo>
                  <a:pt x="1026243" y="0"/>
                </a:lnTo>
                <a:lnTo>
                  <a:pt x="1007259" y="0"/>
                </a:lnTo>
                <a:lnTo>
                  <a:pt x="988276" y="0"/>
                </a:lnTo>
                <a:lnTo>
                  <a:pt x="969283" y="0"/>
                </a:lnTo>
                <a:lnTo>
                  <a:pt x="950300" y="0"/>
                </a:lnTo>
                <a:lnTo>
                  <a:pt x="931316" y="0"/>
                </a:lnTo>
                <a:lnTo>
                  <a:pt x="912333" y="0"/>
                </a:lnTo>
                <a:lnTo>
                  <a:pt x="893350" y="0"/>
                </a:lnTo>
                <a:lnTo>
                  <a:pt x="874366" y="0"/>
                </a:lnTo>
                <a:lnTo>
                  <a:pt x="855383" y="0"/>
                </a:lnTo>
                <a:lnTo>
                  <a:pt x="836390" y="0"/>
                </a:lnTo>
                <a:lnTo>
                  <a:pt x="817407" y="0"/>
                </a:lnTo>
                <a:lnTo>
                  <a:pt x="798424" y="0"/>
                </a:lnTo>
                <a:lnTo>
                  <a:pt x="779440" y="0"/>
                </a:lnTo>
                <a:lnTo>
                  <a:pt x="760457" y="0"/>
                </a:lnTo>
                <a:lnTo>
                  <a:pt x="741474" y="0"/>
                </a:lnTo>
                <a:lnTo>
                  <a:pt x="722490" y="0"/>
                </a:lnTo>
                <a:lnTo>
                  <a:pt x="703497" y="0"/>
                </a:lnTo>
                <a:lnTo>
                  <a:pt x="684514" y="0"/>
                </a:lnTo>
                <a:lnTo>
                  <a:pt x="665531" y="0"/>
                </a:lnTo>
                <a:lnTo>
                  <a:pt x="646547" y="0"/>
                </a:lnTo>
                <a:lnTo>
                  <a:pt x="627564" y="0"/>
                </a:lnTo>
                <a:lnTo>
                  <a:pt x="608581" y="0"/>
                </a:lnTo>
                <a:lnTo>
                  <a:pt x="589588" y="0"/>
                </a:lnTo>
                <a:lnTo>
                  <a:pt x="570605" y="0"/>
                </a:lnTo>
                <a:lnTo>
                  <a:pt x="551621" y="0"/>
                </a:lnTo>
                <a:lnTo>
                  <a:pt x="532638" y="0"/>
                </a:lnTo>
                <a:lnTo>
                  <a:pt x="513655" y="0"/>
                </a:lnTo>
                <a:lnTo>
                  <a:pt x="494671" y="0"/>
                </a:lnTo>
                <a:lnTo>
                  <a:pt x="475688" y="0"/>
                </a:lnTo>
                <a:lnTo>
                  <a:pt x="456695" y="0"/>
                </a:lnTo>
                <a:lnTo>
                  <a:pt x="437712" y="0"/>
                </a:lnTo>
                <a:lnTo>
                  <a:pt x="418729" y="0"/>
                </a:lnTo>
                <a:lnTo>
                  <a:pt x="399745" y="0"/>
                </a:lnTo>
                <a:lnTo>
                  <a:pt x="380762" y="0"/>
                </a:lnTo>
                <a:lnTo>
                  <a:pt x="361779" y="0"/>
                </a:lnTo>
                <a:lnTo>
                  <a:pt x="342795" y="0"/>
                </a:lnTo>
                <a:lnTo>
                  <a:pt x="323802" y="0"/>
                </a:lnTo>
                <a:lnTo>
                  <a:pt x="305029" y="1238"/>
                </a:lnTo>
                <a:lnTo>
                  <a:pt x="287084" y="7439"/>
                </a:lnTo>
                <a:lnTo>
                  <a:pt x="269148" y="13640"/>
                </a:lnTo>
                <a:lnTo>
                  <a:pt x="251203" y="19841"/>
                </a:lnTo>
                <a:lnTo>
                  <a:pt x="233258" y="26051"/>
                </a:lnTo>
                <a:lnTo>
                  <a:pt x="215313" y="32252"/>
                </a:lnTo>
                <a:lnTo>
                  <a:pt x="197368" y="38452"/>
                </a:lnTo>
                <a:lnTo>
                  <a:pt x="179432" y="44653"/>
                </a:lnTo>
                <a:lnTo>
                  <a:pt x="161487" y="50854"/>
                </a:lnTo>
                <a:lnTo>
                  <a:pt x="143542" y="57064"/>
                </a:lnTo>
                <a:lnTo>
                  <a:pt x="125597" y="63265"/>
                </a:lnTo>
                <a:lnTo>
                  <a:pt x="107661" y="69466"/>
                </a:lnTo>
                <a:lnTo>
                  <a:pt x="89716" y="75667"/>
                </a:lnTo>
                <a:lnTo>
                  <a:pt x="71771" y="81867"/>
                </a:lnTo>
                <a:lnTo>
                  <a:pt x="53826" y="88068"/>
                </a:lnTo>
                <a:lnTo>
                  <a:pt x="35890" y="94278"/>
                </a:lnTo>
                <a:lnTo>
                  <a:pt x="17945" y="100479"/>
                </a:lnTo>
                <a:lnTo>
                  <a:pt x="0" y="10668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350B256-3DA1-4BFD-84C3-33E5BC33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3410" y="4027170"/>
            <a:ext cx="1586865" cy="106680"/>
          </a:xfrm>
          <a:custGeom xmlns:a="http://schemas.openxmlformats.org/drawingml/2006/main">
            <a:pathLst>
              <a:path w="1586865" h="106680">
                <a:moveTo>
                  <a:pt x="0" y="106680"/>
                </a:moveTo>
                <a:lnTo>
                  <a:pt x="18964" y="106680"/>
                </a:lnTo>
                <a:lnTo>
                  <a:pt x="37919" y="106680"/>
                </a:lnTo>
                <a:lnTo>
                  <a:pt x="56874" y="106680"/>
                </a:lnTo>
                <a:lnTo>
                  <a:pt x="75838" y="106680"/>
                </a:lnTo>
                <a:lnTo>
                  <a:pt x="94793" y="106680"/>
                </a:lnTo>
                <a:lnTo>
                  <a:pt x="113757" y="106680"/>
                </a:lnTo>
                <a:lnTo>
                  <a:pt x="132712" y="106680"/>
                </a:lnTo>
                <a:lnTo>
                  <a:pt x="151676" y="106680"/>
                </a:lnTo>
                <a:lnTo>
                  <a:pt x="170631" y="106680"/>
                </a:lnTo>
                <a:lnTo>
                  <a:pt x="189595" y="106680"/>
                </a:lnTo>
                <a:lnTo>
                  <a:pt x="208550" y="106680"/>
                </a:lnTo>
                <a:lnTo>
                  <a:pt x="227514" y="106680"/>
                </a:lnTo>
                <a:lnTo>
                  <a:pt x="246469" y="106680"/>
                </a:lnTo>
                <a:lnTo>
                  <a:pt x="265433" y="106680"/>
                </a:lnTo>
                <a:lnTo>
                  <a:pt x="284388" y="106680"/>
                </a:lnTo>
                <a:lnTo>
                  <a:pt x="303352" y="106680"/>
                </a:lnTo>
                <a:lnTo>
                  <a:pt x="322307" y="106680"/>
                </a:lnTo>
                <a:lnTo>
                  <a:pt x="341271" y="106680"/>
                </a:lnTo>
                <a:lnTo>
                  <a:pt x="360226" y="106680"/>
                </a:lnTo>
                <a:lnTo>
                  <a:pt x="379190" y="106680"/>
                </a:lnTo>
                <a:lnTo>
                  <a:pt x="398145" y="106680"/>
                </a:lnTo>
                <a:lnTo>
                  <a:pt x="417109" y="106680"/>
                </a:lnTo>
                <a:lnTo>
                  <a:pt x="436064" y="106680"/>
                </a:lnTo>
                <a:lnTo>
                  <a:pt x="455028" y="106680"/>
                </a:lnTo>
                <a:lnTo>
                  <a:pt x="473983" y="106680"/>
                </a:lnTo>
                <a:lnTo>
                  <a:pt x="492947" y="106680"/>
                </a:lnTo>
                <a:lnTo>
                  <a:pt x="511902" y="106680"/>
                </a:lnTo>
                <a:lnTo>
                  <a:pt x="530866" y="106680"/>
                </a:lnTo>
                <a:lnTo>
                  <a:pt x="549821" y="106680"/>
                </a:lnTo>
                <a:lnTo>
                  <a:pt x="568785" y="106680"/>
                </a:lnTo>
                <a:lnTo>
                  <a:pt x="587740" y="106680"/>
                </a:lnTo>
                <a:lnTo>
                  <a:pt x="606704" y="106680"/>
                </a:lnTo>
                <a:lnTo>
                  <a:pt x="625659" y="106680"/>
                </a:lnTo>
                <a:lnTo>
                  <a:pt x="644623" y="106680"/>
                </a:lnTo>
                <a:lnTo>
                  <a:pt x="663578" y="106680"/>
                </a:lnTo>
                <a:lnTo>
                  <a:pt x="682542" y="106680"/>
                </a:lnTo>
                <a:lnTo>
                  <a:pt x="701497" y="106680"/>
                </a:lnTo>
                <a:lnTo>
                  <a:pt x="720461" y="106680"/>
                </a:lnTo>
                <a:lnTo>
                  <a:pt x="739416" y="106680"/>
                </a:lnTo>
                <a:lnTo>
                  <a:pt x="758381" y="106680"/>
                </a:lnTo>
                <a:lnTo>
                  <a:pt x="777335" y="106680"/>
                </a:lnTo>
                <a:lnTo>
                  <a:pt x="796300" y="106680"/>
                </a:lnTo>
                <a:lnTo>
                  <a:pt x="815254" y="106680"/>
                </a:lnTo>
                <a:lnTo>
                  <a:pt x="834219" y="106680"/>
                </a:lnTo>
                <a:lnTo>
                  <a:pt x="853173" y="106680"/>
                </a:lnTo>
                <a:lnTo>
                  <a:pt x="872138" y="106680"/>
                </a:lnTo>
                <a:lnTo>
                  <a:pt x="891092" y="106680"/>
                </a:lnTo>
                <a:lnTo>
                  <a:pt x="910057" y="106680"/>
                </a:lnTo>
                <a:lnTo>
                  <a:pt x="929011" y="106680"/>
                </a:lnTo>
                <a:lnTo>
                  <a:pt x="947976" y="106680"/>
                </a:lnTo>
                <a:lnTo>
                  <a:pt x="966930" y="106680"/>
                </a:lnTo>
                <a:lnTo>
                  <a:pt x="985895" y="106680"/>
                </a:lnTo>
                <a:lnTo>
                  <a:pt x="1004849" y="106680"/>
                </a:lnTo>
                <a:lnTo>
                  <a:pt x="1023814" y="106680"/>
                </a:lnTo>
                <a:lnTo>
                  <a:pt x="1042768" y="106680"/>
                </a:lnTo>
                <a:lnTo>
                  <a:pt x="1061733" y="106680"/>
                </a:lnTo>
                <a:lnTo>
                  <a:pt x="1080687" y="106680"/>
                </a:lnTo>
                <a:lnTo>
                  <a:pt x="1099652" y="106680"/>
                </a:lnTo>
                <a:lnTo>
                  <a:pt x="1118606" y="106680"/>
                </a:lnTo>
                <a:lnTo>
                  <a:pt x="1137571" y="106680"/>
                </a:lnTo>
                <a:lnTo>
                  <a:pt x="1156526" y="106680"/>
                </a:lnTo>
                <a:lnTo>
                  <a:pt x="1175490" y="106680"/>
                </a:lnTo>
                <a:lnTo>
                  <a:pt x="1194445" y="106680"/>
                </a:lnTo>
                <a:lnTo>
                  <a:pt x="1213409" y="106680"/>
                </a:lnTo>
                <a:lnTo>
                  <a:pt x="1232364" y="106680"/>
                </a:lnTo>
                <a:lnTo>
                  <a:pt x="1251328" y="106680"/>
                </a:lnTo>
                <a:lnTo>
                  <a:pt x="1270283" y="106680"/>
                </a:lnTo>
                <a:lnTo>
                  <a:pt x="1289247" y="106680"/>
                </a:lnTo>
                <a:lnTo>
                  <a:pt x="1308202" y="106680"/>
                </a:lnTo>
                <a:lnTo>
                  <a:pt x="1327166" y="106680"/>
                </a:lnTo>
                <a:lnTo>
                  <a:pt x="1346121" y="106680"/>
                </a:lnTo>
                <a:lnTo>
                  <a:pt x="1365085" y="106680"/>
                </a:lnTo>
                <a:lnTo>
                  <a:pt x="1382487" y="99955"/>
                </a:lnTo>
                <a:lnTo>
                  <a:pt x="1399518" y="91630"/>
                </a:lnTo>
                <a:lnTo>
                  <a:pt x="1416548" y="83296"/>
                </a:lnTo>
                <a:lnTo>
                  <a:pt x="1433579" y="74971"/>
                </a:lnTo>
                <a:lnTo>
                  <a:pt x="1450610" y="66637"/>
                </a:lnTo>
                <a:lnTo>
                  <a:pt x="1467641" y="58312"/>
                </a:lnTo>
                <a:lnTo>
                  <a:pt x="1484671" y="49978"/>
                </a:lnTo>
                <a:lnTo>
                  <a:pt x="1501712" y="41653"/>
                </a:lnTo>
                <a:lnTo>
                  <a:pt x="1518742" y="33318"/>
                </a:lnTo>
                <a:lnTo>
                  <a:pt x="1535773" y="24994"/>
                </a:lnTo>
                <a:lnTo>
                  <a:pt x="1552804" y="16659"/>
                </a:lnTo>
                <a:lnTo>
                  <a:pt x="1569834" y="8334"/>
                </a:lnTo>
                <a:lnTo>
                  <a:pt x="1586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15B9DC4A-8AD5-427A-AC57-F118FE8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305" y="4027170"/>
            <a:ext cx="12839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49A881D3-6781-4C88-AD62-5A5D7F28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830" y="3667573"/>
            <a:ext cx="119063" cy="193424"/>
          </a:xfrm>
          <a:custGeom xmlns:a="http://schemas.openxmlformats.org/drawingml/2006/main">
            <a:pathLst>
              <a:path w="119063" h="193424">
                <a:moveTo>
                  <a:pt x="0" y="82420"/>
                </a:moveTo>
                <a:lnTo>
                  <a:pt x="0" y="98450"/>
                </a:lnTo>
                <a:lnTo>
                  <a:pt x="0" y="114491"/>
                </a:lnTo>
                <a:lnTo>
                  <a:pt x="0" y="130521"/>
                </a:lnTo>
                <a:lnTo>
                  <a:pt x="0" y="146552"/>
                </a:lnTo>
                <a:lnTo>
                  <a:pt x="0" y="162582"/>
                </a:lnTo>
                <a:lnTo>
                  <a:pt x="0" y="178613"/>
                </a:lnTo>
                <a:lnTo>
                  <a:pt x="638" y="193424"/>
                </a:lnTo>
                <a:lnTo>
                  <a:pt x="13792" y="184261"/>
                </a:lnTo>
                <a:lnTo>
                  <a:pt x="26956" y="175108"/>
                </a:lnTo>
                <a:lnTo>
                  <a:pt x="40110" y="165945"/>
                </a:lnTo>
                <a:lnTo>
                  <a:pt x="53273" y="156791"/>
                </a:lnTo>
                <a:lnTo>
                  <a:pt x="66427" y="147628"/>
                </a:lnTo>
                <a:lnTo>
                  <a:pt x="79591" y="138474"/>
                </a:lnTo>
                <a:lnTo>
                  <a:pt x="92745" y="129311"/>
                </a:lnTo>
                <a:lnTo>
                  <a:pt x="105908" y="120158"/>
                </a:lnTo>
                <a:lnTo>
                  <a:pt x="119063" y="110995"/>
                </a:lnTo>
                <a:lnTo>
                  <a:pt x="119063" y="94964"/>
                </a:lnTo>
                <a:lnTo>
                  <a:pt x="119063" y="78934"/>
                </a:lnTo>
                <a:lnTo>
                  <a:pt x="119063" y="62903"/>
                </a:lnTo>
                <a:lnTo>
                  <a:pt x="119063" y="46873"/>
                </a:lnTo>
                <a:lnTo>
                  <a:pt x="119063" y="30842"/>
                </a:lnTo>
                <a:lnTo>
                  <a:pt x="119063" y="14811"/>
                </a:lnTo>
                <a:lnTo>
                  <a:pt x="118424" y="0"/>
                </a:lnTo>
                <a:lnTo>
                  <a:pt x="105270" y="9154"/>
                </a:lnTo>
                <a:lnTo>
                  <a:pt x="92107" y="18317"/>
                </a:lnTo>
                <a:lnTo>
                  <a:pt x="78953" y="27470"/>
                </a:lnTo>
                <a:lnTo>
                  <a:pt x="65789" y="36633"/>
                </a:lnTo>
                <a:lnTo>
                  <a:pt x="52635" y="45787"/>
                </a:lnTo>
                <a:lnTo>
                  <a:pt x="39472" y="54950"/>
                </a:lnTo>
                <a:lnTo>
                  <a:pt x="26318" y="64103"/>
                </a:lnTo>
                <a:lnTo>
                  <a:pt x="13154" y="73266"/>
                </a:lnTo>
                <a:lnTo>
                  <a:pt x="0" y="8242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730A134B-3C6B-40E1-ACDF-12A2E7CB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3115" y="3667125"/>
            <a:ext cx="1644482" cy="82868"/>
          </a:xfrm>
          <a:custGeom xmlns:a="http://schemas.openxmlformats.org/drawingml/2006/main">
            <a:pathLst>
              <a:path w="1644482" h="82868">
                <a:moveTo>
                  <a:pt x="0" y="82868"/>
                </a:moveTo>
                <a:lnTo>
                  <a:pt x="18974" y="82868"/>
                </a:lnTo>
                <a:lnTo>
                  <a:pt x="37948" y="82868"/>
                </a:lnTo>
                <a:lnTo>
                  <a:pt x="56912" y="82868"/>
                </a:lnTo>
                <a:lnTo>
                  <a:pt x="75886" y="82868"/>
                </a:lnTo>
                <a:lnTo>
                  <a:pt x="94859" y="82868"/>
                </a:lnTo>
                <a:lnTo>
                  <a:pt x="113833" y="82868"/>
                </a:lnTo>
                <a:lnTo>
                  <a:pt x="132807" y="82868"/>
                </a:lnTo>
                <a:lnTo>
                  <a:pt x="151781" y="82868"/>
                </a:lnTo>
                <a:lnTo>
                  <a:pt x="170745" y="82868"/>
                </a:lnTo>
                <a:lnTo>
                  <a:pt x="189719" y="82868"/>
                </a:lnTo>
                <a:lnTo>
                  <a:pt x="208693" y="82868"/>
                </a:lnTo>
                <a:lnTo>
                  <a:pt x="227667" y="82868"/>
                </a:lnTo>
                <a:lnTo>
                  <a:pt x="246640" y="82868"/>
                </a:lnTo>
                <a:lnTo>
                  <a:pt x="265605" y="82868"/>
                </a:lnTo>
                <a:lnTo>
                  <a:pt x="284578" y="82868"/>
                </a:lnTo>
                <a:lnTo>
                  <a:pt x="303552" y="82868"/>
                </a:lnTo>
                <a:lnTo>
                  <a:pt x="322526" y="82868"/>
                </a:lnTo>
                <a:lnTo>
                  <a:pt x="341500" y="82868"/>
                </a:lnTo>
                <a:lnTo>
                  <a:pt x="360474" y="82868"/>
                </a:lnTo>
                <a:lnTo>
                  <a:pt x="379438" y="82868"/>
                </a:lnTo>
                <a:lnTo>
                  <a:pt x="398412" y="82868"/>
                </a:lnTo>
                <a:lnTo>
                  <a:pt x="417386" y="82868"/>
                </a:lnTo>
                <a:lnTo>
                  <a:pt x="436359" y="82868"/>
                </a:lnTo>
                <a:lnTo>
                  <a:pt x="455333" y="82868"/>
                </a:lnTo>
                <a:lnTo>
                  <a:pt x="474297" y="82868"/>
                </a:lnTo>
                <a:lnTo>
                  <a:pt x="493271" y="82868"/>
                </a:lnTo>
                <a:lnTo>
                  <a:pt x="512245" y="82868"/>
                </a:lnTo>
                <a:lnTo>
                  <a:pt x="531219" y="82868"/>
                </a:lnTo>
                <a:lnTo>
                  <a:pt x="550193" y="82868"/>
                </a:lnTo>
                <a:lnTo>
                  <a:pt x="569166" y="82868"/>
                </a:lnTo>
                <a:lnTo>
                  <a:pt x="588131" y="82868"/>
                </a:lnTo>
                <a:lnTo>
                  <a:pt x="607104" y="82868"/>
                </a:lnTo>
                <a:lnTo>
                  <a:pt x="626078" y="82868"/>
                </a:lnTo>
                <a:lnTo>
                  <a:pt x="645052" y="82868"/>
                </a:lnTo>
                <a:lnTo>
                  <a:pt x="664026" y="82868"/>
                </a:lnTo>
                <a:lnTo>
                  <a:pt x="682990" y="82868"/>
                </a:lnTo>
                <a:lnTo>
                  <a:pt x="701964" y="82868"/>
                </a:lnTo>
                <a:lnTo>
                  <a:pt x="720938" y="82868"/>
                </a:lnTo>
                <a:lnTo>
                  <a:pt x="739912" y="82868"/>
                </a:lnTo>
                <a:lnTo>
                  <a:pt x="758885" y="82868"/>
                </a:lnTo>
                <a:lnTo>
                  <a:pt x="777850" y="82868"/>
                </a:lnTo>
                <a:lnTo>
                  <a:pt x="796823" y="82868"/>
                </a:lnTo>
                <a:lnTo>
                  <a:pt x="815797" y="82868"/>
                </a:lnTo>
                <a:lnTo>
                  <a:pt x="834771" y="82868"/>
                </a:lnTo>
                <a:lnTo>
                  <a:pt x="853745" y="82868"/>
                </a:lnTo>
                <a:lnTo>
                  <a:pt x="872719" y="82868"/>
                </a:lnTo>
                <a:lnTo>
                  <a:pt x="891683" y="82868"/>
                </a:lnTo>
                <a:lnTo>
                  <a:pt x="910657" y="82868"/>
                </a:lnTo>
                <a:lnTo>
                  <a:pt x="929630" y="82868"/>
                </a:lnTo>
                <a:lnTo>
                  <a:pt x="948604" y="82868"/>
                </a:lnTo>
                <a:lnTo>
                  <a:pt x="967578" y="82868"/>
                </a:lnTo>
                <a:lnTo>
                  <a:pt x="986542" y="82868"/>
                </a:lnTo>
                <a:lnTo>
                  <a:pt x="1005516" y="82868"/>
                </a:lnTo>
                <a:lnTo>
                  <a:pt x="1024490" y="82868"/>
                </a:lnTo>
                <a:lnTo>
                  <a:pt x="1043464" y="82868"/>
                </a:lnTo>
                <a:lnTo>
                  <a:pt x="1062438" y="82868"/>
                </a:lnTo>
                <a:lnTo>
                  <a:pt x="1081411" y="82868"/>
                </a:lnTo>
                <a:lnTo>
                  <a:pt x="1100376" y="82868"/>
                </a:lnTo>
                <a:lnTo>
                  <a:pt x="1119349" y="82868"/>
                </a:lnTo>
                <a:lnTo>
                  <a:pt x="1138323" y="82868"/>
                </a:lnTo>
                <a:lnTo>
                  <a:pt x="1157297" y="82868"/>
                </a:lnTo>
                <a:lnTo>
                  <a:pt x="1176271" y="82868"/>
                </a:lnTo>
                <a:lnTo>
                  <a:pt x="1195235" y="82868"/>
                </a:lnTo>
                <a:lnTo>
                  <a:pt x="1214209" y="82868"/>
                </a:lnTo>
                <a:lnTo>
                  <a:pt x="1233183" y="82868"/>
                </a:lnTo>
                <a:lnTo>
                  <a:pt x="1252157" y="82868"/>
                </a:lnTo>
                <a:lnTo>
                  <a:pt x="1271130" y="82868"/>
                </a:lnTo>
                <a:lnTo>
                  <a:pt x="1290104" y="82868"/>
                </a:lnTo>
                <a:lnTo>
                  <a:pt x="1309068" y="82868"/>
                </a:lnTo>
                <a:lnTo>
                  <a:pt x="1328042" y="82868"/>
                </a:lnTo>
                <a:lnTo>
                  <a:pt x="1347016" y="82868"/>
                </a:lnTo>
                <a:lnTo>
                  <a:pt x="1365990" y="82868"/>
                </a:lnTo>
                <a:lnTo>
                  <a:pt x="1384964" y="82868"/>
                </a:lnTo>
                <a:lnTo>
                  <a:pt x="1403928" y="82868"/>
                </a:lnTo>
                <a:lnTo>
                  <a:pt x="1422902" y="82868"/>
                </a:lnTo>
                <a:lnTo>
                  <a:pt x="1441875" y="82868"/>
                </a:lnTo>
                <a:lnTo>
                  <a:pt x="1460849" y="82868"/>
                </a:lnTo>
                <a:lnTo>
                  <a:pt x="1479823" y="82868"/>
                </a:lnTo>
                <a:lnTo>
                  <a:pt x="1498797" y="82868"/>
                </a:lnTo>
                <a:lnTo>
                  <a:pt x="1517761" y="82868"/>
                </a:lnTo>
                <a:lnTo>
                  <a:pt x="1535478" y="78857"/>
                </a:lnTo>
                <a:lnTo>
                  <a:pt x="1551051" y="68018"/>
                </a:lnTo>
                <a:lnTo>
                  <a:pt x="1566624" y="57179"/>
                </a:lnTo>
                <a:lnTo>
                  <a:pt x="1582198" y="46339"/>
                </a:lnTo>
                <a:lnTo>
                  <a:pt x="1597762" y="35509"/>
                </a:lnTo>
                <a:lnTo>
                  <a:pt x="1613335" y="24670"/>
                </a:lnTo>
                <a:lnTo>
                  <a:pt x="1628908" y="13830"/>
                </a:lnTo>
                <a:lnTo>
                  <a:pt x="1644482" y="2991"/>
                </a:lnTo>
                <a:lnTo>
                  <a:pt x="1635042" y="0"/>
                </a:lnTo>
                <a:lnTo>
                  <a:pt x="1616069" y="0"/>
                </a:lnTo>
                <a:lnTo>
                  <a:pt x="1597095" y="0"/>
                </a:lnTo>
                <a:lnTo>
                  <a:pt x="1578121" y="0"/>
                </a:lnTo>
                <a:lnTo>
                  <a:pt x="1559157" y="0"/>
                </a:lnTo>
                <a:lnTo>
                  <a:pt x="1540183" y="0"/>
                </a:lnTo>
                <a:lnTo>
                  <a:pt x="1521209" y="0"/>
                </a:lnTo>
                <a:lnTo>
                  <a:pt x="1502235" y="0"/>
                </a:lnTo>
                <a:lnTo>
                  <a:pt x="1483262" y="0"/>
                </a:lnTo>
                <a:lnTo>
                  <a:pt x="1464297" y="0"/>
                </a:lnTo>
                <a:lnTo>
                  <a:pt x="1445324" y="0"/>
                </a:lnTo>
                <a:lnTo>
                  <a:pt x="1426350" y="0"/>
                </a:lnTo>
                <a:lnTo>
                  <a:pt x="1407376" y="0"/>
                </a:lnTo>
                <a:lnTo>
                  <a:pt x="1388402" y="0"/>
                </a:lnTo>
                <a:lnTo>
                  <a:pt x="1369428" y="0"/>
                </a:lnTo>
                <a:lnTo>
                  <a:pt x="1350464" y="0"/>
                </a:lnTo>
                <a:lnTo>
                  <a:pt x="1331490" y="0"/>
                </a:lnTo>
                <a:lnTo>
                  <a:pt x="1312516" y="0"/>
                </a:lnTo>
                <a:lnTo>
                  <a:pt x="1293543" y="0"/>
                </a:lnTo>
                <a:lnTo>
                  <a:pt x="1274569" y="0"/>
                </a:lnTo>
                <a:lnTo>
                  <a:pt x="1255605" y="0"/>
                </a:lnTo>
                <a:lnTo>
                  <a:pt x="1236631" y="0"/>
                </a:lnTo>
                <a:lnTo>
                  <a:pt x="1217657" y="0"/>
                </a:lnTo>
                <a:lnTo>
                  <a:pt x="1198683" y="0"/>
                </a:lnTo>
                <a:lnTo>
                  <a:pt x="1179709" y="0"/>
                </a:lnTo>
                <a:lnTo>
                  <a:pt x="1160736" y="0"/>
                </a:lnTo>
                <a:lnTo>
                  <a:pt x="1141771" y="0"/>
                </a:lnTo>
                <a:lnTo>
                  <a:pt x="1122797" y="0"/>
                </a:lnTo>
                <a:lnTo>
                  <a:pt x="1103824" y="0"/>
                </a:lnTo>
                <a:lnTo>
                  <a:pt x="1084850" y="0"/>
                </a:lnTo>
                <a:lnTo>
                  <a:pt x="1065876" y="0"/>
                </a:lnTo>
                <a:lnTo>
                  <a:pt x="1046912" y="0"/>
                </a:lnTo>
                <a:lnTo>
                  <a:pt x="1027938" y="0"/>
                </a:lnTo>
                <a:lnTo>
                  <a:pt x="1008964" y="0"/>
                </a:lnTo>
                <a:lnTo>
                  <a:pt x="989990" y="0"/>
                </a:lnTo>
                <a:lnTo>
                  <a:pt x="971017" y="0"/>
                </a:lnTo>
                <a:lnTo>
                  <a:pt x="952052" y="0"/>
                </a:lnTo>
                <a:lnTo>
                  <a:pt x="933079" y="0"/>
                </a:lnTo>
                <a:lnTo>
                  <a:pt x="914105" y="0"/>
                </a:lnTo>
                <a:lnTo>
                  <a:pt x="895131" y="0"/>
                </a:lnTo>
                <a:lnTo>
                  <a:pt x="876157" y="0"/>
                </a:lnTo>
                <a:lnTo>
                  <a:pt x="857183" y="0"/>
                </a:lnTo>
                <a:lnTo>
                  <a:pt x="838219" y="0"/>
                </a:lnTo>
                <a:lnTo>
                  <a:pt x="819245" y="0"/>
                </a:lnTo>
                <a:lnTo>
                  <a:pt x="800271" y="0"/>
                </a:lnTo>
                <a:lnTo>
                  <a:pt x="781298" y="0"/>
                </a:lnTo>
                <a:lnTo>
                  <a:pt x="762324" y="0"/>
                </a:lnTo>
                <a:lnTo>
                  <a:pt x="743360" y="0"/>
                </a:lnTo>
                <a:lnTo>
                  <a:pt x="724386" y="0"/>
                </a:lnTo>
                <a:lnTo>
                  <a:pt x="705412" y="0"/>
                </a:lnTo>
                <a:lnTo>
                  <a:pt x="686438" y="0"/>
                </a:lnTo>
                <a:lnTo>
                  <a:pt x="667464" y="0"/>
                </a:lnTo>
                <a:lnTo>
                  <a:pt x="648491" y="0"/>
                </a:lnTo>
                <a:lnTo>
                  <a:pt x="629526" y="0"/>
                </a:lnTo>
                <a:lnTo>
                  <a:pt x="610553" y="0"/>
                </a:lnTo>
                <a:lnTo>
                  <a:pt x="591579" y="0"/>
                </a:lnTo>
                <a:lnTo>
                  <a:pt x="572605" y="0"/>
                </a:lnTo>
                <a:lnTo>
                  <a:pt x="553631" y="0"/>
                </a:lnTo>
                <a:lnTo>
                  <a:pt x="534667" y="0"/>
                </a:lnTo>
                <a:lnTo>
                  <a:pt x="515693" y="0"/>
                </a:lnTo>
                <a:lnTo>
                  <a:pt x="496719" y="0"/>
                </a:lnTo>
                <a:lnTo>
                  <a:pt x="477745" y="0"/>
                </a:lnTo>
                <a:lnTo>
                  <a:pt x="458772" y="0"/>
                </a:lnTo>
                <a:lnTo>
                  <a:pt x="439798" y="0"/>
                </a:lnTo>
                <a:lnTo>
                  <a:pt x="420834" y="0"/>
                </a:lnTo>
                <a:lnTo>
                  <a:pt x="401860" y="0"/>
                </a:lnTo>
                <a:lnTo>
                  <a:pt x="382886" y="0"/>
                </a:lnTo>
                <a:lnTo>
                  <a:pt x="363912" y="0"/>
                </a:lnTo>
                <a:lnTo>
                  <a:pt x="344938" y="0"/>
                </a:lnTo>
                <a:lnTo>
                  <a:pt x="325974" y="0"/>
                </a:lnTo>
                <a:lnTo>
                  <a:pt x="307000" y="0"/>
                </a:lnTo>
                <a:lnTo>
                  <a:pt x="288026" y="0"/>
                </a:lnTo>
                <a:lnTo>
                  <a:pt x="269053" y="0"/>
                </a:lnTo>
                <a:lnTo>
                  <a:pt x="250079" y="0"/>
                </a:lnTo>
                <a:lnTo>
                  <a:pt x="231105" y="0"/>
                </a:lnTo>
                <a:lnTo>
                  <a:pt x="212217" y="438"/>
                </a:lnTo>
                <a:lnTo>
                  <a:pt x="194539" y="7315"/>
                </a:lnTo>
                <a:lnTo>
                  <a:pt x="176851" y="14183"/>
                </a:lnTo>
                <a:lnTo>
                  <a:pt x="159163" y="21050"/>
                </a:lnTo>
                <a:lnTo>
                  <a:pt x="141484" y="27918"/>
                </a:lnTo>
                <a:lnTo>
                  <a:pt x="123796" y="34785"/>
                </a:lnTo>
                <a:lnTo>
                  <a:pt x="106109" y="41653"/>
                </a:lnTo>
                <a:lnTo>
                  <a:pt x="88421" y="48520"/>
                </a:lnTo>
                <a:lnTo>
                  <a:pt x="70742" y="55397"/>
                </a:lnTo>
                <a:lnTo>
                  <a:pt x="53054" y="62265"/>
                </a:lnTo>
                <a:lnTo>
                  <a:pt x="35366" y="69132"/>
                </a:lnTo>
                <a:lnTo>
                  <a:pt x="17688" y="76000"/>
                </a:lnTo>
                <a:lnTo>
                  <a:pt x="0" y="8286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FB4F9AC4-13CB-4BEF-82ED-4F7DE707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667125"/>
            <a:ext cx="1492568" cy="82868"/>
          </a:xfrm>
          <a:custGeom xmlns:a="http://schemas.openxmlformats.org/drawingml/2006/main">
            <a:pathLst>
              <a:path w="1492568" h="82868">
                <a:moveTo>
                  <a:pt x="0" y="82868"/>
                </a:moveTo>
                <a:lnTo>
                  <a:pt x="18974" y="82868"/>
                </a:lnTo>
                <a:lnTo>
                  <a:pt x="37948" y="82868"/>
                </a:lnTo>
                <a:lnTo>
                  <a:pt x="56921" y="82868"/>
                </a:lnTo>
                <a:lnTo>
                  <a:pt x="75895" y="82868"/>
                </a:lnTo>
                <a:lnTo>
                  <a:pt x="94869" y="82868"/>
                </a:lnTo>
                <a:lnTo>
                  <a:pt x="113843" y="82868"/>
                </a:lnTo>
                <a:lnTo>
                  <a:pt x="132817" y="82868"/>
                </a:lnTo>
                <a:lnTo>
                  <a:pt x="151790" y="82868"/>
                </a:lnTo>
                <a:lnTo>
                  <a:pt x="170764" y="82868"/>
                </a:lnTo>
                <a:lnTo>
                  <a:pt x="189738" y="82868"/>
                </a:lnTo>
                <a:lnTo>
                  <a:pt x="208712" y="82868"/>
                </a:lnTo>
                <a:lnTo>
                  <a:pt x="227686" y="82868"/>
                </a:lnTo>
                <a:lnTo>
                  <a:pt x="246659" y="82868"/>
                </a:lnTo>
                <a:lnTo>
                  <a:pt x="265633" y="82868"/>
                </a:lnTo>
                <a:lnTo>
                  <a:pt x="284607" y="82868"/>
                </a:lnTo>
                <a:lnTo>
                  <a:pt x="303581" y="82868"/>
                </a:lnTo>
                <a:lnTo>
                  <a:pt x="322555" y="82868"/>
                </a:lnTo>
                <a:lnTo>
                  <a:pt x="341528" y="82868"/>
                </a:lnTo>
                <a:lnTo>
                  <a:pt x="360502" y="82868"/>
                </a:lnTo>
                <a:lnTo>
                  <a:pt x="379476" y="82868"/>
                </a:lnTo>
                <a:lnTo>
                  <a:pt x="398450" y="82868"/>
                </a:lnTo>
                <a:lnTo>
                  <a:pt x="417424" y="82868"/>
                </a:lnTo>
                <a:lnTo>
                  <a:pt x="436397" y="82868"/>
                </a:lnTo>
                <a:lnTo>
                  <a:pt x="455371" y="82868"/>
                </a:lnTo>
                <a:lnTo>
                  <a:pt x="474345" y="82868"/>
                </a:lnTo>
                <a:lnTo>
                  <a:pt x="493319" y="82868"/>
                </a:lnTo>
                <a:lnTo>
                  <a:pt x="512293" y="82868"/>
                </a:lnTo>
                <a:lnTo>
                  <a:pt x="531266" y="82868"/>
                </a:lnTo>
                <a:lnTo>
                  <a:pt x="550240" y="82868"/>
                </a:lnTo>
                <a:lnTo>
                  <a:pt x="569214" y="82868"/>
                </a:lnTo>
                <a:lnTo>
                  <a:pt x="588188" y="82868"/>
                </a:lnTo>
                <a:lnTo>
                  <a:pt x="607162" y="82868"/>
                </a:lnTo>
                <a:lnTo>
                  <a:pt x="626135" y="82868"/>
                </a:lnTo>
                <a:lnTo>
                  <a:pt x="645109" y="82868"/>
                </a:lnTo>
                <a:lnTo>
                  <a:pt x="664083" y="82868"/>
                </a:lnTo>
                <a:lnTo>
                  <a:pt x="683057" y="82868"/>
                </a:lnTo>
                <a:lnTo>
                  <a:pt x="702031" y="82868"/>
                </a:lnTo>
                <a:lnTo>
                  <a:pt x="721004" y="82868"/>
                </a:lnTo>
                <a:lnTo>
                  <a:pt x="739978" y="82868"/>
                </a:lnTo>
                <a:lnTo>
                  <a:pt x="758952" y="82868"/>
                </a:lnTo>
                <a:lnTo>
                  <a:pt x="777926" y="82868"/>
                </a:lnTo>
                <a:lnTo>
                  <a:pt x="796900" y="82868"/>
                </a:lnTo>
                <a:lnTo>
                  <a:pt x="815873" y="82868"/>
                </a:lnTo>
                <a:lnTo>
                  <a:pt x="834847" y="82868"/>
                </a:lnTo>
                <a:lnTo>
                  <a:pt x="853821" y="82868"/>
                </a:lnTo>
                <a:lnTo>
                  <a:pt x="872795" y="82868"/>
                </a:lnTo>
                <a:lnTo>
                  <a:pt x="891769" y="82868"/>
                </a:lnTo>
                <a:lnTo>
                  <a:pt x="910742" y="82868"/>
                </a:lnTo>
                <a:lnTo>
                  <a:pt x="929716" y="82868"/>
                </a:lnTo>
                <a:lnTo>
                  <a:pt x="948690" y="82868"/>
                </a:lnTo>
                <a:lnTo>
                  <a:pt x="967664" y="82868"/>
                </a:lnTo>
                <a:lnTo>
                  <a:pt x="986638" y="82868"/>
                </a:lnTo>
                <a:lnTo>
                  <a:pt x="1005611" y="82868"/>
                </a:lnTo>
                <a:lnTo>
                  <a:pt x="1024585" y="82868"/>
                </a:lnTo>
                <a:lnTo>
                  <a:pt x="1043559" y="82868"/>
                </a:lnTo>
                <a:lnTo>
                  <a:pt x="1062533" y="82868"/>
                </a:lnTo>
                <a:lnTo>
                  <a:pt x="1081507" y="82868"/>
                </a:lnTo>
                <a:lnTo>
                  <a:pt x="1100480" y="82868"/>
                </a:lnTo>
                <a:lnTo>
                  <a:pt x="1119454" y="82868"/>
                </a:lnTo>
                <a:lnTo>
                  <a:pt x="1138428" y="82868"/>
                </a:lnTo>
                <a:lnTo>
                  <a:pt x="1157402" y="82868"/>
                </a:lnTo>
                <a:lnTo>
                  <a:pt x="1176376" y="82868"/>
                </a:lnTo>
                <a:lnTo>
                  <a:pt x="1195349" y="82868"/>
                </a:lnTo>
                <a:lnTo>
                  <a:pt x="1214323" y="82868"/>
                </a:lnTo>
                <a:lnTo>
                  <a:pt x="1233297" y="82868"/>
                </a:lnTo>
                <a:lnTo>
                  <a:pt x="1252271" y="82868"/>
                </a:lnTo>
                <a:lnTo>
                  <a:pt x="1271245" y="82868"/>
                </a:lnTo>
                <a:lnTo>
                  <a:pt x="1290218" y="82868"/>
                </a:lnTo>
                <a:lnTo>
                  <a:pt x="1309192" y="82868"/>
                </a:lnTo>
                <a:lnTo>
                  <a:pt x="1328166" y="82868"/>
                </a:lnTo>
                <a:lnTo>
                  <a:pt x="1347140" y="82868"/>
                </a:lnTo>
                <a:lnTo>
                  <a:pt x="1366114" y="82868"/>
                </a:lnTo>
                <a:lnTo>
                  <a:pt x="1382449" y="74266"/>
                </a:lnTo>
                <a:lnTo>
                  <a:pt x="1398184" y="63656"/>
                </a:lnTo>
                <a:lnTo>
                  <a:pt x="1413910" y="53045"/>
                </a:lnTo>
                <a:lnTo>
                  <a:pt x="1429645" y="42434"/>
                </a:lnTo>
                <a:lnTo>
                  <a:pt x="1445371" y="31823"/>
                </a:lnTo>
                <a:lnTo>
                  <a:pt x="1461106" y="21222"/>
                </a:lnTo>
                <a:lnTo>
                  <a:pt x="1476842" y="10611"/>
                </a:lnTo>
                <a:lnTo>
                  <a:pt x="1492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6FCE4727-F53D-47A0-A5D5-841FFABC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1723" y="3667125"/>
            <a:ext cx="12839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F9913640-9D9B-4A4A-980D-E2014F0F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9564" y="3913137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30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0AA65B11-7D06-4C4E-BC91-6B715E8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9564" y="4161234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C6ABCFD1-EA13-4876-AE36-2CD67ADB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2616" y="466502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2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0D62569A-BF3D-4869-AB50-183DEC3C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2340" y="3540919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3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B41DC9CE-96FF-4432-983E-276346E4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2340" y="3789016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4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C0671C19-6AFA-4CEB-8A6F-77A470D2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5392" y="429280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5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09A0A8FD-F8C2-4271-9B78-9362F1D1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5116" y="3168701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6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960D2986-1FC8-4526-B5F8-958A4920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5116" y="3416798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7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CB04F85-C054-4327-8C4A-38CFC531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8016" y="39205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8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F0C4A0F3-36D1-4B46-8C3B-25095A22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7891" y="279648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9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2DEA7811-0931-4584-9CD0-0D6A22E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7891" y="304458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40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EA5D7C4C-BB45-4CF9-AD58-09BA8932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791" y="354835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1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200C2BE4-9B19-41AB-87B6-965C82C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900" y="4658620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2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45868CC0-76F9-431C-A397-091C3A63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9442" y="3914184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466811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2026-09-08T00:27:13.8070000Z</dcterms:created>
  <dcterms:modified xsi:type="dcterms:W3CDTF">2026-09-08T00:27:13.8080000Z</dcterms:modified>
</coreProperties>
</file>