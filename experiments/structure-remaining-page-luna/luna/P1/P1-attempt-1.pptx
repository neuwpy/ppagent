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2f3e28be684d44" /><Relationship Type="http://schemas.openxmlformats.org/officeDocument/2006/relationships/extended-properties" Target="/docProps/app.xml" Id="R81368123856a4796" /><Relationship Type="http://schemas.openxmlformats.org/officeDocument/2006/relationships/officeDocument" Target="/ppt/presentation.xml" Id="Ra094638d245c4b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7e7dceee5d4361"/>
  </p:sldMasterIdLst>
  <p:notesMasterIdLst>
    <p:notesMasterId xmlns:r="http://schemas.openxmlformats.org/officeDocument/2006/relationships" r:id="R70fee64746cc4cf7"/>
  </p:notesMasterIdLst>
  <p:sldIdLst>
    <p:sldId xmlns:r="http://schemas.openxmlformats.org/officeDocument/2006/relationships" id="256" r:id="R07b1091f3c2f4a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1f9a1074d941d2" /><Relationship Type="http://schemas.openxmlformats.org/officeDocument/2006/relationships/slideMaster" Target="/ppt/slideMasters/slideMaster1.xml" Id="R4c7e7dceee5d4361" /><Relationship Type="http://schemas.openxmlformats.org/officeDocument/2006/relationships/notesMaster" Target="/ppt/notesMasters/notesMaster1.xml" Id="R70fee64746cc4cf7" /><Relationship Type="http://schemas.openxmlformats.org/officeDocument/2006/relationships/presProps" Target="/ppt/presProps.xml" Id="Rc6bf801b191144e7" /><Relationship Type="http://schemas.openxmlformats.org/officeDocument/2006/relationships/tableStyles" Target="/ppt/tableStyles.xml" Id="Rf237924470b44c39" /><Relationship Type="http://schemas.openxmlformats.org/officeDocument/2006/relationships/slide" Target="/ppt/slides/slide1.xml" Id="R07b1091f3c2f4a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cfd1cf0b8948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d1043346474857" /><Relationship Type="http://schemas.openxmlformats.org/officeDocument/2006/relationships/notesMaster" Target="/ppt/notesMasters/notesMaster1.xml" Id="Rf305601aa3364f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d1fbc2b5148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5e0591017d4389" /><Relationship Type="http://schemas.openxmlformats.org/officeDocument/2006/relationships/slideLayout" Target="/ppt/slideLayouts/slideLayout1.xml" Id="R036412229fca4c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412229fca4c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cdb9f86554aef" /><Relationship Type="http://schemas.openxmlformats.org/officeDocument/2006/relationships/image" Target="/ppt/media/image.png" Id="Re69fc7ee0f124405" /><Relationship Type="http://schemas.openxmlformats.org/officeDocument/2006/relationships/image" Target="/ppt/media/image.svg" Id="Rb1be2343dc7d4723" /><Relationship Type="http://schemas.openxmlformats.org/officeDocument/2006/relationships/image" Target="/ppt/media/image2.png" Id="R0ee80f9827894380" /><Relationship Type="http://schemas.openxmlformats.org/officeDocument/2006/relationships/image" Target="/ppt/media/image2.svg" Id="R9978b8858f934888" /><Relationship Type="http://schemas.openxmlformats.org/officeDocument/2006/relationships/image" Target="/ppt/media/image3.png" Id="Rf2fc24fa33d849a4" /><Relationship Type="http://schemas.openxmlformats.org/officeDocument/2006/relationships/image" Target="/ppt/media/image3.svg" Id="Rfea901578d2c48e0" /><Relationship Type="http://schemas.openxmlformats.org/officeDocument/2006/relationships/image" Target="/ppt/media/image4.png" Id="Rebd6f31b8ca74a78" /><Relationship Type="http://schemas.openxmlformats.org/officeDocument/2006/relationships/image" Target="/ppt/media/image4.svg" Id="Rbd5dd02d9bb54a00" /><Relationship Type="http://schemas.openxmlformats.org/officeDocument/2006/relationships/notesSlide" Target="/ppt/notesSlides/notesSlide1.xml" Id="R504ba06dddc04a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76799F2-7981-4401-848E-DED5F57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19109BA5-26A2-4314-91BB-F6715F6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F9DC032-D37F-42E1-8D76-C2C7D6DF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交接验收：接手者能独立继续工作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5713A95-9C08-49FD-8EB9-C2CA93CB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80636EAF-E0F4-467A-BB20-7F10D3EE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验收口径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60D6CAEA-6203-4013-B8D5-0F636A4A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接手者能独立继续工作，才算完成交接。</a:t>
            </a:r>
          </a:p>
        </p:txBody>
      </p:sp>
      <p:sp>
        <p:nvSpPr>
          <p:cNvPr id="7" name="plain-2-aux">
            <a:extLst xmlns:a="http://schemas.openxmlformats.org/drawingml/2006/main">
              <a:ext uri="{FF2B5EF4-FFF2-40B4-BE49-F238E27FC236}">
                <a16:creationId xmlns:a16="http://schemas.microsoft.com/office/drawing/2014/main" id="{028022D6-F1D8-4410-8943-A1B2D22D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发送文件只是交接动作。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02E837-6460-4891-A20D-3100A6D3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B4D42910-22E5-4CC6-9C0D-C0A1655F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095" y="3431677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78FE902F-BB0C-4CBB-BBE3-8618D984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2543775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1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4A3F6C54-9EC9-448E-AEDF-335D7D90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2543775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ACE90CF9-9E69-423B-BF86-0E4D44E9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409" y="3459461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3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EA03ABBE-ECCB-4BD4-8B18-5265F5C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456" y="3431677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0BFB98F9-89D9-4B3A-8F88-C982D57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2543775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5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96281D9A-E596-4E08-AFCF-EE715F44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2543775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57DD49A9-2302-418B-A7A1-0911D5B5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5778" y="3459461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7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B25408F1-9D28-42D5-BF00-64923C79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095" y="4755804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C63416DB-6F38-4E11-B8D2-D70674BD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3867893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9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1A2A1F2F-D3F7-47FA-A183-FCAC6FD1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3867893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5B821586-FD26-4446-9252-642776B9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409" y="4783588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1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75BE3D64-7D9E-49ED-8AB9-54C09832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456" y="4755804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9E9B55A8-CF3E-41B1-A983-7FC46056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3867893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3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84703DAE-8729-4563-B906-8CB0EAC0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3867893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4BD74247-EB55-41C6-9AC9-3589C699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5778" y="4783588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5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AC16A272-8A72-4F8F-8223-E6784EE3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9043" y="2543775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6" name="note-body-0">
            <a:extLst xmlns:a="http://schemas.openxmlformats.org/drawingml/2006/main">
              <a:ext uri="{FF2B5EF4-FFF2-40B4-BE49-F238E27FC236}">
                <a16:creationId xmlns:a16="http://schemas.microsoft.com/office/drawing/2014/main" id="{BCB87F7D-9608-4EE1-B127-8BADC15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2812" y="2828182"/>
            <a:ext cx="1500930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7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626EDFAC-217C-47BF-9BD2-A581822C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4403" y="2543775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8" name="note-body-1">
            <a:extLst xmlns:a="http://schemas.openxmlformats.org/drawingml/2006/main">
              <a:ext uri="{FF2B5EF4-FFF2-40B4-BE49-F238E27FC236}">
                <a16:creationId xmlns:a16="http://schemas.microsoft.com/office/drawing/2014/main" id="{6A34C545-B2C1-4A71-ADD9-72769921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8172" y="2828182"/>
            <a:ext cx="1500930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9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CBE16F4F-743E-4952-B646-A97E113C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9043" y="3867893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30" name="note-body-2">
            <a:extLst xmlns:a="http://schemas.openxmlformats.org/drawingml/2006/main">
              <a:ext uri="{FF2B5EF4-FFF2-40B4-BE49-F238E27FC236}">
                <a16:creationId xmlns:a16="http://schemas.microsoft.com/office/drawing/2014/main" id="{C4ED387F-C650-4231-A34D-AD010973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2812" y="4152309"/>
            <a:ext cx="1500930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31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BE59D4D2-B64F-4AC7-B540-E82AB06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4403" y="3867893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2" name="note-body-3">
            <a:extLst xmlns:a="http://schemas.openxmlformats.org/drawingml/2006/main">
              <a:ext uri="{FF2B5EF4-FFF2-40B4-BE49-F238E27FC236}">
                <a16:creationId xmlns:a16="http://schemas.microsoft.com/office/drawing/2014/main" id="{0214E9AE-02F0-44EF-B957-497B0426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8172" y="4152309"/>
            <a:ext cx="1500930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3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C07CC81A-2771-46D5-A9D7-D116F5CE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2543775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fc7ee0f124405">
            <a:extLst>
              <a:ext uri="{96DAC541-7B7A-43D3-8B79-37D633B846F1}">
                <asvg:svgBlip xmlns:asvg="http://schemas.microsoft.com/office/drawing/2016/SVG/main" r:embed="Rb1be2343dc7d47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44718" y="254734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AE97871D-D82B-4B72-A46B-5EEFB5A8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2543775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80f9827894380">
            <a:extLst>
              <a:ext uri="{96DAC541-7B7A-43D3-8B79-37D633B846F1}">
                <asvg:svgBlip xmlns:asvg="http://schemas.microsoft.com/office/drawing/2016/SVG/main" r:embed="R9978b8858f9348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0078" y="254734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94183D4E-BBD3-4194-B388-1F9BEDFD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3867893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c24fa33d849a4">
            <a:extLst>
              <a:ext uri="{96DAC541-7B7A-43D3-8B79-37D633B846F1}">
                <asvg:svgBlip xmlns:asvg="http://schemas.microsoft.com/office/drawing/2016/SVG/main" r:embed="Rfea901578d2c48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44718" y="38714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9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998519CA-10EA-4AB5-BE31-84EA41AD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3867893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6f31b8ca74a78">
            <a:extLst>
              <a:ext uri="{96DAC541-7B7A-43D3-8B79-37D633B846F1}">
                <asvg:svgBlip xmlns:asvg="http://schemas.microsoft.com/office/drawing/2016/SVG/main" r:embed="Rbd5dd02d9bb54a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0078" y="387146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35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2026-09-08T00:31:40.3800000Z</dcterms:created>
  <dcterms:modified xsi:type="dcterms:W3CDTF">2026-09-08T00:31:40.3800000Z</dcterms:modified>
</coreProperties>
</file>